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5" r:id="rId8"/>
    <p:sldId id="264" r:id="rId9"/>
    <p:sldId id="266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44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0 309 14417,'8507'-309'0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57.6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2721,'0'0'0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52.2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0 4514,'0'0'6232,"-12"7"-5728,-34 20 134,42-24-465,1 0 1,-1 0-1,0 0 0,1 0 0,0 1 0,0-1 0,0 1 1,0 0-1,1 0 0,-1 0 0,1 0 0,0 0 1,0 1-1,-2 8 0,-3 5 444,3-10-408,1 1 0,-1 0 0,1-1 0,1 2 0,-2 9 0,4-18-199,-1 0-1,1 1 1,0-1-1,0 1 1,0-1-1,0 1 1,0-1-1,0 0 1,1 1-1,-1-1 1,0 1-1,1-1 1,-1 0-1,1 1 1,-1-1-1,1 0 1,0 1-1,0-1 1,-1 0 0,1 0-1,0 0 1,0 0-1,0 0 1,0 0-1,0 0 1,1 0-1,-1 0 1,0 0-1,0-1 1,0 1-1,1-1 1,-1 1-1,0 0 1,1-1-1,-1 0 1,1 1-1,-1-1 1,0 0-1,1 0 1,-1 0-1,3 0 1,8 1 37,0 0-1,1-1 1,-1-1-1,23-3 1,-30 2-40,-1 1 0,1-1 0,-1 0 0,0 0 0,1 0 0,-1-1 1,0 1-1,0-1 0,0 0 0,-1 0 0,1-1 0,-1 1 0,0-1 1,0 0-1,4-5 0,-1 0 65,-1 0 0,0 0 0,-1 0 1,0 0-1,-1-1 0,1 0 0,-2 1 1,1-1-1,-2 0 0,1-1 0,-1 1 1,-1 0-1,0-17 0,-4 26 74,1 0 1,-1 1-1,1-1 1,-1 1-1,0-1 1,1 1-1,-1 0 1,0 0-1,1 1 1,-8 1-1,9-1-129,-1 1-1,1 0 0,0-1 1,0 1-1,0 0 0,0 1 1,0-1-1,0 0 0,0 0 1,-2 6-1,4-8-86,-1 1 0,1-1 0,-1 1-1,1-1 1,-1 1 0,1-1 0,0 1 0,-1-1 0,1 1 0,0 0-1,0-1 1,-1 1 0,1-1 0,0 1 0,0 0 0,0-1 0,0 1 0,0 0-1,0-1 1,0 1 0,0 0 0,0-1 0,0 1 0,0 0 0,0-1-1,0 1 1,0-1 0,1 1 0,-1 0 0,0-1 0,1 1 0,-1-1-1,0 1 1,1-1 0,-1 1 0,1 0 0,-1-1 0,0 0 0,1 1 0,-1-1-1,1 1 1,0-1 0,-1 0 0,1 1 0,-1-1 0,1 0 0,-1 1-1,1-1 1,0 0 0,-1 0 0,1 0 0,0 0 0,31 1-4228,13-1-2215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53.4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 8964,'0'0'7019,"4"18"-6194,4 7-393,4 21-105,-9 9 3049,-3-54-3013,15-16-91,-10 5-281,2 0 0,-1 0 0,1 1 1,0-1-1,1 2 0,0-1 0,1 1 0,0 0 1,0 1-1,1 0 0,-1 1 0,1 0 0,1 0 0,-1 1 1,1 0-1,0 1 0,0 1 0,0-1 0,1 2 1,-1-1-1,1 2 0,13-1 0,-25 16 614,-1-12-540,1 0-1,0 1 0,-1-1 1,1 0-1,0 1 0,0-1 0,0 0 1,1 1-1,-1-1 0,0 0 0,2 4 1,-2-6-98,24 29-4017,-7-14-5084,-5-12 3313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53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6339,'0'0'15047,"34"0"-14871,0 0 16,0 0-176,6 0-16,-13 0-368,-6 0-641,-8 0-928,1 0-944,-7-2-1649,-7-5-1313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53.9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1 896,'0'0'20698,"-40"140"-19626,40-113-463,-7-2-417,7 0-192,0 0-240,-7 2-1633,0 2-1617,-6 0-3025,-8 5-4530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38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 2385,'0'0'9733,"0"102"-6215,-1-47-2297,-16 103 0,12-72-2286,6-77-719,-1-11-437,1-46-3202,2 17 1920,8-3-579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39.3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62 1409,'0'0'5520,"18"-1"-1984,74 0-2230,156-16-418,-60 2-602,-72 15-184,-72 1 139,-1-1 0,1-2 0,75-15 1,-99 10 1100,-7 5 1957,-18 24-2351,-10 24-621,1 0 0,3 1 1,-11 94-1,11 148 15,11-167 363,0-122-140,-5 0-556,0-1 0,-1 0 0,1 0 0,0-1 0,0 1-1,0-1 1,0 0 0,1 0 0,-1-1 0,1 0 0,-1 0 0,-4-4 0,-38-19-93,24 21 58,-1 0-1,0 1 1,1 2-1,-1 0 0,-46 4 1,19-2 12,-51 5 1,-140 24 1,140-14 195,-148 4 0,239-19-29,6 0 97,7 0 42,60 0 429,-54-2-758,1 0 1,-1 0-1,1-1 1,-1 0 0,0 0-1,15-9 1,-22 10 27,-1 0 1,1 1 0,-1-1 0,0 0 0,1 0 0,-1 0-1,0 0 1,0 0 0,0 0 0,-1 0 0,1 0-1,-1-2 1,1 4-3,0-7-24,-1 0 1,0 1 0,-1-1 0,1 0 0,-1 1 0,-1 0-1,1-1 1,-6-9 0,5 10-321,0 0 1,0 0-1,0 0 0,1-1 1,0 1-1,1-1 0,0 0 1,-2-11-1,3 4-320,0 8-299,-1 1-1,1-1 1,0 1-1,1-1 1,-1 1 0,1-1-1,0 1 1,1 0-1,-1-1 1,1 1-1,0 0 1,3-5-1,9-9-5061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40.3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39 4482,'0'0'11211,"-3"-6"-10360,2 4-803,0 0 0,0 0 0,0 0 0,0 0 0,-1 0 0,1 0 1,0 1-1,-1-1 0,1 0 0,-1 1 0,0 0 0,0-1 1,1 1-1,-1 0 0,0 0 0,0 0 0,0 0 0,0 0 0,0 0 1,0 1-1,-1-1 0,1 1 0,0-1 0,0 1 0,0 0 1,-1 0-1,1 0 0,0 0 0,0 0 0,0 0 0,-1 1 0,1-1 1,0 1-1,0-1 0,0 1 0,0 0 0,0 0 0,0 0 1,0 0-1,-3 3 0,-5 1-17,0 1 1,0-1 0,1 2-1,0 0 1,0 0-1,1 0 1,0 1-1,0 0 1,0 1 0,1 0-1,1 0 1,0 0-1,0 1 1,0 0-1,1 0 1,1 0-1,0 1 1,0 0 0,1 0-1,1 0 1,0 0-1,0 0 1,0 21-1,2-31-41,0 0-1,-1 0 1,1 1-1,0-1 0,1 0 1,-1 1-1,0-1 1,0 0-1,0 0 0,1 1 1,-1-1-1,1 0 0,-1 0 1,1 1-1,-1-1 1,1 0-1,0 0 0,0 0 1,-1 0-1,1 0 0,2 1 1,-2-1-5,0-1 0,0 0 0,0 1 0,0-1 0,0 0 0,0 0 0,1 0 1,-1 0-1,0 0 0,0 0 0,0 0 0,0 0 0,0-1 0,0 1 0,0 0 0,0-1 0,0 1 0,0-1 0,2 0 1,4-3-25,0-1 0,0 0 0,-1 0 0,1 0 0,7-10 0,4-3-37,-1-2 0,-1 0 0,-1 0 0,-1-2 0,0 0 0,-2 0 0,11-28 0,-11 25 238,-11 24 1164,-1 28-501,0-4-469,-1-17-276,1 1-1,0 0 1,0-1-1,1 1 0,0 0 1,3 10-1,-3-14-144,0-1 0,1 1-1,-1 0 1,1-1 0,0 0-1,0 1 1,0-1 0,0 0-1,0 0 1,0 0 0,0 0 0,1 0-1,-1-1 1,1 1 0,-1-1-1,1 0 1,0 1 0,5 0-1,54 17-3231,4-6-4205,-13-6 80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41.3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0 108 384,'0'0'4858,"54"-4"-677,585-22-3066,600-26 872,-608 37-516,-610 15-1310,-11 0 138,-1 0-1,0-1 1,0 0-1,16-4 1,-22 1 2961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41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3602,'0'0'6600,"3"9"-5882,-1-3-536,0-1 0,0 0 0,1 0 0,0 0 0,0 0 0,0-1 0,0 1 0,1-1 0,0 0 0,0 0 1,0 0-1,0 0 0,0-1 0,1 1 0,9 4 0,13 6 300,-10-6-216,-1 0 0,0 2-1,0 0 1,-1 1 0,0 0 0,19 20-1,-33-30-225,0 0 0,0 0 0,0 1 0,0-1 0,0 0 0,-1 0 0,1 1 0,0-1 0,-1 1 0,1-1 0,-1 1 0,0-1 0,1 0 0,-1 1 1,0-1-1,0 1 0,0-1 0,0 1 0,0 0 0,0-1 0,0 1 0,-1-1 0,1 0 0,0 1 0,-1-1 0,1 1 0,-1-1 0,0 0 0,1 1 0,-1-1 0,0 0 0,0 1 0,0-1 0,0 0 0,0 0 0,0 0 0,0 0 0,0 0 0,-1 0 0,-1 1 0,-7 5 261,1-1 1,-1-1-1,-1 0 1,-13 6 0,15-7-185,-20 7-132,19-7 222,-1 0 0,1 0-1,0 1 1,-18 13 0,6 9-2185,20-23 1330,1 0 1,-1-1-1,1 1 0,0 0 1,0 0-1,1 0 1,-1 0-1,1 6 1,0 5-5492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42.3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0 3265,'0'0'7060,"0"26"-4446,1 8-1893,0 1 92,-2 0-1,-6 42 1,-88 520 4651,82-533-5436,3 1 1,-1 73-1,11-136-596,3-10-1865,35-68-4322,-18 15 114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46.0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5 237 592,'0'0'4858,"-4"-15"2092,693-11-4415,806-72-753,25 50 102,-969 26-1574,312-3 914,-356 22-1166,610 8 310,-259 53-189,-609-24 1239,-105-12 233,205 4 0,-101-26 942,-246 0-2305,-2 0-425,-1 1-1,1-1 1,-1 1-1,1-1 1,-1 1-1,1-1 1,-1 1 0,1-1-1,-1 0 1,0 1-1,1-1 1,-1 0-1,0 1 1,1-1 0,-1 0-1,0 0 1,1 0-1,-1 0 1,0 0 0,1 0-1,-1 0 1,0 0-1,0 0 1,1 0-1,-1 0 1,0 0 0,1 0-1,-1 0 1,0-1-1,1 1 1,-1 0-1,0-1 1,1 1 0,-1 0-1,1-1 1,-2 0-1,-30-14-6116,0-6-1592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46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319 0 768,'0'0'6964,"13"5"562,-15 11-6870,0 0 0,-1-1 1,-1 0-1,-8 24 0,-4 16 996,5 8-305,-4 76 1,0 3-527,-78 267 588,16-87-681,75-314-697,-2 13 244,0-1 0,0 36 0,-11-58-5757,-6-11-1228,-11-10-5237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47.7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3314,'0'0'9092,"0"29"-5749,-1-13-2741,-1 1 1,0-1 0,-2 0 0,0 0 0,-10 29 0,-6 20 558,-62 360 1744,75-368-2793,1-15 76,-1 50 0,-3-48 306,3-30-1135,4-32-3483,3 10 3059,1 0 0,0 0 1,1 0-1,0 0 0,0 0 0,1 1 0,6-15 0,11-25-5839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48.3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1 1873,'0'0'6288,"-1"0"-5914,-1-1-1,0 1 1,1 0 0,-1 0-1,1 0 1,-1 0 0,1 0-1,-1 1 1,1-1 0,-1 0-1,1 1 1,-1-1 0,1 1-1,-1 0 1,1-1 0,0 1-1,-3 2 1,-7 11 250,2 0 0,0 1 0,0 0 0,2 0 0,0 1 0,0 0 1,-7 33-1,-18 124 1639,20-37-877,7 203-1,7-184-1530,-3-155-415,1 0 464,0 0 0,0 0 0,-1 0 0,1 0 0,0 0 0,0 0 0,-1 0 0,1 0 0,0 0 0,0 0 0,-1 0 0,1 0 0,0-1 0,0 1 0,-1 0 0,1 0 0,0 0 0,0 0 0,0 0 0,-1 0 0,1-1 0,0 1 0,0 0 0,0 0 0,0 0 0,0 0 0,-1-1 0,1 1 0,0 0 0,0 0 0,0-1 0,0 1 0,0 0 0,0 0 0,0 0 0,0-1 0,0 1 0,0 0 0,0 0 0,0-1 0,0 1 0,0 0 0,0 0 0,0-1 0,0 1 0,0 0 0,0 0 0,0-1 0,0 1 0,0 0 0,4-71-9869,13 17 2122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48.8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 0 1072,'0'0'12118,"-1"12"-11515,-52 135 4247,39-91-3999,2 1 0,3 0 0,2 0 0,1 65 0,7-67-782,0-13-4,-1-1 0,-2 1-1,-2-1 1,-11 51 0,12-84-783,3-12-1173,2-24-3848,-1 13 2017,5-40-4938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49.3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0 3025,'0'0'11005,"0"6"-9551,-3 27 170,-1-1 0,-1 0 0,-18 56 0,-9 55 308,14 57-1091,8 231 0,10-383-874,0-47-413,14-5-2926,-7-3 2241,0 1-1,-1-1 1,-1 0 0,9-13-1,-5 8-585,24-36-5497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49.9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51 384,'0'0'3012,"-5"-6"-2980,1 2 75,2 2-47,1 1 0,-1-1 0,1 1 0,-1-1 0,1 0 0,0 1 0,0-1 0,0 0-1,0 0 1,0 0 0,0 0 0,0 0 0,1 0 0,-1 0 0,1 0 0,-1 0 0,1 0 0,0-3 0,0 5 32,-1 0-1,1 0 1,0-1 0,0 1-1,0 0 1,0 0-1,0 0 1,0 0 0,-1-1-1,1 1 1,0 0 0,0 0-1,0 0 1,-1 0-1,1 0 1,0 0 0,0 0-1,0 0 1,-1 0-1,1 0 1,0 0 0,0-1-1,0 1 1,-1 0-1,1 0 1,0 0 0,0 0-1,0 1 1,-1-1 0,1 0-1,0 0 1,0 0-1,0 0 1,-1 0 0,1 0-1,0 0 1,0 0-1,0 0 1,-1 0 0,1 1-1,0-1 1,0 0 0,0 0-1,0 0 1,0 0-1,-1 0 1,1 1 0,0-1-1,0 0 1,0 0-1,0 0 1,0 1 0,0-1-1,0 0 1,0 0 0,0 0-1,0 1 1,-12 11 1661,0 12-561,0 0-1,2 0 1,1 1-1,0 0 0,2 0 1,-7 49-1,-4 164 2363,16-179-2925,2 123 270,2-104-581,-11 107-1,1-120-346,8-64-339,1-13-6243,6-16 1526,5-11-2729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50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41 480,'0'0'6454,"1"-7"-5059,4-20-122,-4 20 5052,-1 18-5039,-20 302 3645,0-56-3307,18-176-1253,-23 388 840,17-432-1063,6-25 196,5-22 637,4 0-1614,-2 2-1953,-4 1-3266,-1 2-1047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04.8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8 2865,'2'-3'12562,"-5"2"-12971,-7-1 402,0 1 0,1 1 1,-1 0-1,0 0 0,-15 3 1,24-2-29,0 1 1,0-1 0,1 0 0,-1 1 0,0-1 0,0 1 0,1-1 0,-1 1 0,1-1 0,-1 1-1,1-1 1,0 1 0,0 0 0,0-1 0,0 1 0,0 0 0,0-1 0,0 3 0,4 32-202,42 64-41,-28-56 146,-14-35 99,1-1 0,-2 1 0,1 0 0,-1 0 0,0 0 0,-1 1 0,0-1 0,-1 1 0,0-1 0,-1 1 0,1 0 0,-3 12 0,1-19 47,0-1-1,0 1 0,-1-1 1,0 1-1,1-1 1,-1 0-1,0 0 1,0 0-1,0 0 1,0 0-1,0 0 1,-1 0-1,1-1 0,0 1 1,-1-1-1,1 0 1,-1 1-1,0-1 1,1 0-1,-6 0 1,3 1-3,0-1 1,0 1-1,0-2 0,-1 1 1,1 0-1,0-1 1,0 0-1,-1 0 0,1-1 1,-9-1-1,13-1-7,-1 0 0,1 1 0,0-1 0,0 0 0,0 0 0,1 0 0,-1 0 0,1 0 0,-1 0-1,1 0 1,0 0 0,0 0 0,0 0 0,0 0 0,2-5 0,-1-3 39,-2 4-32,2 0-1,-1 0 1,1 0 0,0 0 0,1 1-1,0-1 1,0 0 0,0 1-1,1-1 1,0 1 0,0 0 0,5-8-1,-1 5 4,1 0-1,0 1 1,0 0-1,0 0 1,1 1-1,17-11 0,-19 14 121,-1-1 0,1 1 0,-1-1 0,0 0 0,0-1 0,9-11 0,-13 13 88,1-1 0,-1 1 0,-1-1 1,1 0-1,-1 1 0,1-1 0,-1 0 0,-1 0 1,1 0-1,-1 0 0,0-9 0,0 12-180,-1 0-1,1 1 0,0-1 1,-1 0-1,1 0 1,-1 1-1,0-1 0,1 1 1,-1-1-1,0 1 0,0-1 1,0 1-1,0-1 0,0 1 1,-1 0-1,1-1 0,0 1 1,-1 0-1,1 0 0,0 0 1,-1 0-1,0 0 0,1 0 1,-1 1-1,1-1 1,-1 0-1,-2 0 0,-3-1 7,-1 0 1,1 1-1,0 0 0,-1 0 0,-10 0 0,18 1-280,0 1 0,-1-1 0,1 0 0,0 1 0,0-1 0,0 1 0,0-1 0,0 0 0,0 1 0,0-1 0,0 0 0,0 1 0,0-1 0,0 1 0,0-1 0,0 0 0,0 1 0,0-1 0,0 1 0,0-1 0,1 0 0,-1 1 0,0-1 0,0 0 0,0 1 0,1-1 1,-1 0-1,0 0 0,0 1 0,1-1 0,-1 0 0,0 0 0,1 1 0,-1-1 0,0 0 0,1 0 0,-1 0 0,0 1 0,1-1 0,-1 0 0,0 0 0,1 0 0,-1 0 0,1 0 0,-1 0 0,0 0 0,1 0 0,-1 0 0,1 0 0,23 1-5057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06.5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66 2145,'0'0'11317,"29"-20"-9577,-14 13-1585,0 1 0,0 0 0,0 1 0,1 1 0,0 0 0,19-1 0,8 0-85,48 2-1,-91 29 99,-2-20-103,0-1 1,0 1-1,0 0 0,-1 0 0,0-1 1,-1 0-1,1 1 0,-1-1 0,0-1 0,0 1 1,0 0-1,-1-1 0,1 0 0,-11 6 1,-12 9 109,-46 24 1,39-25-158,28-14 59,-3 2-1270,15-4-334,10 1 1710,-8 0-233,0 0 1,1 0 0,-1 0-1,0 1 1,-1 0 0,1 1-1,-1 0 1,8 6 0,-11-8 36,-1 0 0,0 0 0,0 0 0,0 0 0,-1 1 1,1-1-1,-1 1 0,0 0 0,0 0 0,0 0 0,-1 0 0,1 0 1,-1 0-1,0 0 0,0 0 0,0 1 0,-1-1 0,1 5 0,-2-6 133,1-1-1,0 1 0,-1 0 0,0-1 0,0 1 0,0 0 0,0-1 0,0 1 1,0-1-1,-1 0 0,1 1 0,-1-1 0,0 0 0,0 0 0,0 0 0,0 0 1,0 0-1,0 0 0,0-1 0,0 1 0,-1-1 0,1 1 0,-1-1 0,1 0 1,-1 0-1,1 0 0,-1 0 0,0-1 0,1 1 0,-1-1 0,-4 1 0,-14 2 444,1-1-1,-1-1 0,-25-1 0,25 0-206,11-1 1609,4-1-6927,25 0-5578,13 2 5876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07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3 2913,'0'0'10707,"1"-1"-10562,-1 1 0,0 0 1,0 0-1,1 0 0,-1-1 1,0 1-1,1 0 1,-1 0-1,0 0 0,1 0 1,-1 0-1,0-1 0,1 1 1,-1 0-1,0 0 0,1 0 1,-1 0-1,1 0 1,-1 0-1,0 0 0,1 0 1,-1 1-1,0-1 0,1 0 1,-1 0-1,0 0 1,1 0-1,-1 0 0,0 0 1,1 1-1,-1-1 0,0 0 1,1 0-1,-1 1 0,0-1 1,0 0-1,1 0 1,-1 1-1,0-1 0,0 0 1,0 1-1,1-1 0,-1 26 735,-1 0 0,-2 0 0,-7 36-1,1-7-527,2-6-1362,-3-18-4350,9-20-3802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07.8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23 112,'0'0'6110,"4"-3"-4830,-2 1-688,1 0 0,0 0 0,0 0 0,0 1 0,1-1 0,-1 1 0,0 0 0,0 0-1,1 0 1,-1 0 0,1 1 0,-1-1 0,6 1 0,21-1-139,299-1 1132,-337 41-1497,-36 42 702,34-67-595,2 1 0,-1 0 0,2 0 0,0 1 0,0 0 0,-7 32 1,8-18 89,-2 22-1269,7-51 717,1 0 1,0 0 0,-1 0-1,1 1 1,-1-1 0,1 0-1,-1 0 1,1 0 0,-1 0-1,0 0 1,0 0 0,1 0-1,-1 0 1,0 0 0,0 0 0,0 0-1,0 0 1,0-1 0,0 1-1,-2 0 1,-15 5-9386,12-6 6998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08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2449,'0'0'11966,"9"0"-9579,353 5-842,-361-5-1774,-29 2-7335,9-2 2501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10.5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109 118 704,'0'0'7630,"6"-8"-6111,16-23 73,-16 23 1668,-28 10-626,14 0-2594,2 1 1,-1-1-1,0 2 0,0-1 1,1 1-1,0 0 1,0 0-1,0 1 1,0 0-1,1 0 1,0 0-1,0 1 0,0-1 1,1 1-1,-1 1 1,2-1-1,-1 0 1,1 1-1,0 0 1,0 0-1,0 0 0,1 0 1,0 0-1,-1 13 1,3-14-88,0 0 0,1 0 0,0 0 0,0 0 0,0 0 0,1 0 0,0 0 0,0-1 0,0 1 0,1-1 0,-1 1 0,1-1 0,1 0 0,-1 0 0,6 6 0,-6-8 25,0-1-1,0 1 0,0-1 1,1 1-1,-1-1 1,1 0-1,-1-1 1,1 1-1,-1 0 1,1-1-1,0 0 1,0 0-1,0 0 0,0 0 1,0-1-1,0 0 1,0 0-1,0 0 1,0 0-1,0 0 1,0-1-1,-1 1 1,1-1-1,7-3 0,0-2 31,0 0-1,-1-1 0,0-1 0,0 0 0,0 0 0,-1-1 1,-1 0-1,14-19 0,-1 5 1,-7 8 32,-2 0 1,0 0-1,13-22 1,-21 30 74,0-1 0,-1 0 0,0 0 1,0 0-1,-1 0 0,0 0 0,0-1 1,-1 1-1,0 0 0,-1-10 0,0 17-86,-1-1-1,1 0 0,-1 0 0,0 0 1,0 0-1,0 0 0,0 1 0,0-1 0,0 0 1,0 1-1,-1-1 0,1 1 0,0-1 0,-1 1 1,1 0-1,-1 0 0,0-1 0,1 1 0,-1 0 1,0 0-1,0 1 0,0-1 0,0 0 1,0 1-1,1-1 0,-1 1 0,0-1 0,0 1 1,-4 0-1,-62-5-3913,68 5 3837,6 9-12024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11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1008,'0'1'14671,"0"15"-13980,1 10 100,-2 0 1,-2-1-1,0 1 0,-12 45 1,15-70-1298,-10 16 1063,6-7-4146,19-6-11647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11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53 2145,'0'0'13652,"0"16"-12038,-13 76-174,13-81-1410,-1-8-69,1-1 0,0 1 0,0 0 0,0 0 0,0 0 1,1 0-1,-1-1 0,1 1 0,0 0 0,1 4 0,0-6 21,-1 1 0,0-1 1,1 0-1,0 0 0,-1-1 0,1 1 0,-1 0 0,1 0 1,0-1-1,-1 1 0,1-1 0,0 1 0,0-1 0,-1 0 0,1 0 1,0 0-1,0 0 0,0 0 0,2 0 0,6 0 15,-1-1 0,1 0 0,-1 0 0,0-1 0,0 0 0,0 0 0,0-1 0,0 0 0,0-1 0,-1 0 0,1-1 0,13-9 0,-17 10 60,0 0 1,0 0-1,-1-1 1,0 0-1,1 0 1,-2 0-1,1 0 0,-1-1 1,1 1-1,-2-1 1,1 0-1,0 0 1,-1 0-1,0 0 1,-1 0-1,0-1 1,0 1-1,0 0 1,0-12-1,-1 16-3,-1 0 0,0-1-1,1 1 1,-1 0 0,0-1-1,0 1 1,0 0 0,0 0-1,0 0 1,-1 0 0,1 0-1,-1 0 1,1 0 0,-1 1 0,0-1-1,0 0 1,1 1 0,-1-1-1,0 1 1,0 0 0,-1 0-1,1 0 1,0 0 0,0 0 0,0 0-1,-1 1 1,1-1 0,0 0-1,-1 1 1,-2 0 0,-11-3-157,0 1 0,0 0 1,-17 2-1,31 0-705,3 1 353,-1 0 1,1 0-1,-1 0 1,1 0-1,-1 0 1,1-1-1,0 1 1,-1 0-1,1 0 1,0 0-1,-1-1 1,1 1-1,0 0 1,0-1 0,0 1-1,0-1 1,0 1-1,0-1 1,1 1-1,23 6-5673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13.5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2369,'0'0'8030,"23"-8"-6648,73-26-34,-85 31-1085,1 0 0,0 0 1,0 1-1,0 1 0,0 0 0,0 0 1,0 1-1,13 2 0,14 0 302,-38-2-542,-1 0-1,1 0 1,0 0-1,0 1 1,-1-1 0,1 0-1,0 0 1,0 1-1,-1-1 1,1 0-1,0 1 1,-1-1-1,1 1 1,0-1-1,-1 1 1,1-1-1,-1 1 1,1-1-1,-1 1 1,1 0 0,-1-1-1,0 1 1,1 0-1,-1-1 1,0 1-1,1 0 1,-1 0-1,0-1 1,0 1-1,1 0 1,-1 0-1,0-1 1,0 1-1,0 0 1,0 0 0,0-1-1,0 1 1,-1 0-1,1 0 1,0-1-1,0 1 1,0 0-1,-1 0 1,1-1-1,0 1 1,-1 0-1,0 0 1,0 4 72,-1 0 0,0 0 0,0-1 0,-1 1 1,1-1-1,-7 8 0,-20 18 241,-1-1 0,-59 42 0,85-68-325,0 0-1,0 0 0,0 0 0,1 0 1,-1 1-1,1 0 0,0 0 1,0-1-1,0 2 0,0-1 0,1 0 1,-1 0-1,1 1 0,0 0 1,1-1-1,-1 1 0,1 0 1,0 0-1,0 0 0,0 7 0,3-11 35,1 1-1,-1-1 1,1 0-1,0 0 1,-1 0-1,1-1 1,0 1-1,0-1 1,0 1-1,-1-1 1,1 0-1,5 0 1,-6 0 6,165 3 2355,-166-3-1021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14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63 3025,'0'0'12153,"3"-5"-11030,1 0-907,0 0-1,-1 1 1,1 0 0,1 0 0,-1 0 0,1 0 0,-1 1-1,1-1 1,0 1 0,0 0 0,1 1 0,-1 0 0,0-1-1,1 2 1,0-1 0,-1 1 0,1-1 0,0 1 0,9 0-1,-9 1-178,34 2 216,-39-2-254,1 1 1,-1-1 0,1 1 0,-1 0-1,1 0 1,-1-1 0,0 1-1,1 0 1,-1 0 0,0 0 0,0 1-1,0-1 1,0 0 0,0 0 0,0 0-1,0 1 1,0-1 0,0 1 0,-1-1-1,1 1 1,0-1 0,-1 1-1,1 1 1,2 12 15,-1 0 1,0 0-1,-1 0 0,-2 22 0,1-12-32,-2-12-396,-1-16-664,3 2 1036,0-1 1,0 0 0,0 0 0,0 1 0,1-1 0,-1 0 0,0 0 0,1 1 0,-1-1 0,1 0 0,-1 1 0,1-1 0,0 1-1,0-1 1,1-2 0,7-6 14,0 1 0,0 0 0,1 1 0,0-1 0,0 2-1,1 0 1,0 0 0,1 1 0,-1 0 0,23-7 0,-14 6 332,1 1 1,0 0 0,0 2 0,0 1-1,39-2 1,-59 5 349,-1 25 1022,0 71-405,0-95-2004,7-1-1186,-2 0 1070,0 0 0,0 0 1,-1 0-1,1-1 0,0 0 0,-1 0 0,6-1 0,29-18-5937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14.9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5827,'0'0'10895,"15"0"-10214,315 0 1149,-317 0-2654,-40-1-6767,-8 8 3125,-10 3-1262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15.1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2193,'0'0'10021,"142"0"-7300,-81 0-1264,-7-2-465,7 2-80,-7 0-287,-7 0-241,-19 0-256,-8 0-128,-13 0-192,-21 0-4674,-13 0 1712,-14 5-1536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19.8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1 176,'0'0'3831,"0"2"-2998,0 1 0,0-1 0,1 0 0,-1 1 0,0-1 0,1 0 1,-1 1-1,1-1 0,0 0 0,0 1 0,2 2 0,84-2 509,115 16 0,-179-15-967,0-1 1,1-1 0,-1-1-1,27-3 1,-49 4-361,-1 0 0,-1 0 0,1 0 1,0 0-1,0 1 0,-1-1 0,0 0 0,1 0 1,-1 0-1,0 0 0,0 0 0,-1 3 0,-50 81 173,32-52-117,-29 41 1,31-52-73,-15 18 265,3 0-1,-50 89 1,71-102-30,8-24-151,0 0-1,0 1 1,-1-1 0,0 0 0,0 0 0,0 0-1,0 0 1,-4 5 0,5-39-9845,1 11 4168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20.6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19 352,'0'0'1929,"6"-2"-1884,16-7 121,-15 6 7275,-3 3-3721,20-2-2494,428 9 4969,-433-7-5120,-1-9-626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53.4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0 768,'0'0'7633,"-2"27"-6575,-1 0-1,-1-1 1,-2 1-1,0-1 1,-19 45 0,-11 48 667,-25 216 2023,55-279-539,6-75-2270,0-1-4141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53.9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3410,'0'0'9230,"34"-4"-3139,-27 1-6083,8 4-164,-3-6-2962,-12 5 3108,13-7-7105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55.4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523 1 4274,'0'0'9274,"2"16"-7860,7 52-465,-3-34 935,-3-41-1156,-3-45-1402,0 47 377,0 4 282,0-1 0,0 1 0,0 0 0,0 0 0,0-1 0,0 1 0,-1 0 0,1 0 0,0-1 0,-1 1 0,1 0 0,-1 0 0,0 0 0,1 0 0,-1-1 0,0 1 0,0 0 0,0 0 0,1 1 0,-1-1 0,0 0 0,0 0 0,0 0 0,-1 1 0,1-1 0,0 0 0,0 1 0,0-1 0,0 1 0,-1-1 0,1 1 0,0 0 0,0-1 0,-1 1 0,1 0 0,0 0 0,0 0 0,-1 0 0,1 0 0,0 0-1,-1 0 1,-1 1 0,-6 1 7,0 0 0,-1 0-1,2 1 1,-1 0-1,-13 6 1,-22 13 11,1 2 0,2 2 0,-50 39 1,66-45 136,1 1 0,1 2 1,1 0-1,1 1 0,1 1 1,-20 31-1,34-44 48,-1 0-1,2 0 1,-1 1 0,2-1 0,0 1-1,0 0 1,-2 20 0,5-26-110,0-1 1,1 0 0,0 1-1,0-1 1,1 0-1,0 0 1,0 1-1,0-1 1,1 0-1,0 0 1,0 0 0,1 0-1,0-1 1,-1 1-1,2-1 1,-1 1-1,7 7 1,3 1 286,48 49 1239,-57-59-1539,1 0-1,-1-1 1,1 0 0,0 0-1,0 0 1,0-1-1,0 0 1,1 0 0,-1 0-1,0 0 1,1-1 0,9 2-1,-4-3-149,0-1 0,0 0 1,0 0-1,0-1 0,0-1 0,-1 0 0,1 0 0,-1-1 1,0 0-1,0-1 0,17-11 0,3-4-2248,-2-2 0,33-31 0,-12 6-4166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55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340 0 7908,'0'0'12781,"-15"25"-11228,-97 163 742,66-109-1815,4 2 0,4 1 0,-45 140 0,82-220-500,1-1 0,-1 1 0,1-1-1,-1 1 1,1-1 0,0 1 0,-1-1-1,1 1 1,0 0 0,0-1 0,0 1-1,0-1 1,1 1 0,-1-1 0,0 1-1,1-1 1,-1 1 0,2 1-1,-2-2-11,1-1 1,-1 0-1,1 1 0,0-1 0,-1 0 0,1 1 0,0-1 0,-1 0 0,1 0 0,0 0 0,0 0 0,-1 0 0,1 0 0,0 0 0,-1 0 0,1 0 0,0 0 0,0 0 0,-1 0 0,1 0 0,0 0 0,-1-1 0,1 1 0,0 0 0,-1-1 0,2 1 0,5-4-124,-1 0 0,1 0 0,-1-1 0,0 1 0,8-9-1,51-43-355,-47 42 490,-1 0 0,-1-2 0,24-27 0,-43 50 262,0 0 1,1 0-1,0 0 0,0 1 0,0-1 1,1 1-1,0 10 0,-3 70-2855,4-87 2402,0 0 0,1 0 0,-1 0 1,1 0-1,-1 0 0,1 0 0,-1 0 1,1 0-1,0 0 0,0 0 0,-1-1 1,1 1-1,0 0 0,0 0 1,0-1-1,0 1 0,0-1 0,0 1 1,0-1-1,0 1 0,0-1 0,0 0 1,0 1-1,0-1 0,0 0 0,0 0 1,0 0-1,0 0 0,0 0 1,0 0-1,2 0 0,44-1-5400,-39 1 4211,37-4-3672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56.3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21 5026,'0'0'12566,"-2"3"-11443,0 1-994,-1 1 0,1-1 0,-1 0-1,2 1 1,-1-1 0,0 1 0,1 0 0,0 0-1,0-1 1,0 1 0,0 0 0,1 0 0,0 0-1,0 0 1,1 0 0,-1 0 0,2 6 0,-1-9-137,0-1 0,1 0 0,-1 0 1,0 0-1,0 0 0,1-1 0,-1 1 0,0 0 1,1 0-1,-1-1 0,1 1 0,-1-1 0,1 1 1,-1-1-1,1 0 0,-1 0 0,1 1 1,-1-1-1,1 0 0,-1 0 0,1-1 0,2 1 1,-1 0-19,0 0 0,0 0 0,0-1 0,0 1 0,0-1 0,0 0 0,0 0 0,0 0 0,0 0 0,0 0 0,3-2 0,-3-1 41,1 0 0,-1-1 1,0 1-1,0-1 0,0 1 1,-1-1-1,1 0 0,-1 0 0,0 0 1,-1 0-1,1 0 0,-1 0 1,0-1-1,0 1 0,-1 0 1,1-1-1,-1 1 0,-1-11 1,0 15 16,0 0 1,0 0 0,0 0 0,0 0 0,0 0 0,0 1 0,-1-1 0,1 0 0,0 0 0,0 1 0,0-1 0,-1 1 0,1-1 0,0 1 0,-1 0-1,1-1 1,0 1 0,-1 0 0,1 0 0,0 0 0,-1 0 0,1 0 0,-2 0 0,-18 5-1943,20-5 1630,1 1 0,-1-1 0,1 0 0,-1 1-1,0-1 1,1 1 0,-1-1 0,1 1 0,-1-1 0,1 1 0,0 0 0,-1-1 0,1 1 0,-1 0 0,1-1 0,0 1 0,0 0 0,-1-1 0,1 1 0,0 0 0,0-1 0,0 1 0,0 0 0,0 0-1,1 3-4852,4-1-1438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56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72 4722,'0'0'15226,"-17"-1"-14244,-52-4-185,68 5-771,-1 0 0,1 0 0,-1 0 0,1 1 0,0-1 0,-1 0 0,1 0 0,0 1 0,-1-1 0,1 1-1,0-1 1,0 1 0,-1 0 0,1-1 0,0 1 0,0 0 0,0 0 0,0 0 0,0 0 0,0 0 0,0 0 0,0 0 0,0 0 0,1 0-1,-1 1 1,0-1 0,1 0 0,-1 0 0,0 3 0,-2 33 573,3-33-572,0 5-40,-1-1-93,1-1 0,1 1 0,-1 0 0,1 0 0,4 15 0,-4-21 79,0-1 0,0 1 1,0 0-1,0 0 0,0 0 0,0-1 0,0 1 0,1-1 0,-1 1 0,0-1 0,1 1 0,0-1 0,-1 0 0,1 0 0,0 0 0,-1 0 0,1 0 0,0 0 0,0 0 0,0-1 0,0 1 0,0 0 0,0-1 0,0 0 0,0 1 0,0-1 0,0 0 1,3 0-1,-1 0-23,0 0 1,-1-1 0,1 1 0,0-1 0,0 1 0,-1-1 0,1 0-1,-1-1 1,1 1 0,-1-1 0,1 1 0,-1-1 0,0 0 0,0 0 0,0 0-1,0-1 1,0 1 0,0-1 0,-1 1 0,1-1 0,-1 0 0,0 0-1,0 0 1,0-1 0,0 1 0,0 0 0,-1-1 0,1 1 0,0-6-1,2-7 56,0-1 1,-2 0-1,0 0 0,0 0 0,-2-20 0,0 35 21,-1 1 0,1-1 1,0 0-1,-1 1 0,1-1 1,-1 0-1,1 1 0,-1-1 1,0 1-1,0-1 0,1 1 1,-1-1-1,0 1 0,0 0 1,-1-1-1,1 1 1,0 0-1,0 0 0,-1 0 1,1 0-1,0 0 0,-1 0 1,-2-1-1,0 0 50,0 0-1,-1 1 1,1-1 0,-1 1-1,1 0 1,-1 0 0,0 0-1,1 1 1,-7 0-1,7 0-158,-1 0 0,1 1 0,-1-1 0,1 1 0,0 0 0,-1 0 0,1 1 0,0-1 0,-8 5 0,10-5-97,1 0 1,-1 0-1,0 0 1,1 0-1,0 0 1,-1 1-1,1-1 1,0 1-1,-1-1 1,1 1-1,0-1 1,0 1 0,0 0-1,1-1 1,-1 1-1,0 0 1,1 0-1,-1 0 1,1 0-1,-1-1 1,1 1-1,0 3 1,1 22-7893,4-16 2856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57.2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13 4530,'0'0'17299,"-1"-1"-17187,0 0 0,1 0 0,-1 0 0,0 0 0,0 1 0,0-1 0,0 0 0,0 0 0,0 1 0,0-1 0,0 0 0,-1 1 0,1-1 0,0 1 0,0 0 0,0-1 1,0 1-1,-3 0 0,-1 1-94,1 1 1,-1-1 0,0 1 0,1 1 0,-1-1 0,1 1 0,-1 0 0,1 0-1,0 0 1,0 0 0,1 1 0,-4 3 0,6-6-78,0 0 1,0 0-1,0 0 1,0 0-1,0 0 1,0 0 0,0 0-1,0 1 1,1-1-1,-1 0 1,0 0-1,1 1 1,-1-1-1,1 0 1,0 1-1,-1-1 1,1 0-1,0 1 1,0-1 0,0 1-1,0-1 1,0 1-1,0-1 1,0 0-1,0 1 1,1-1-1,-1 1 1,0-1-1,1 0 1,-1 0-1,1 1 1,0-1-1,-1 0 1,1 0 0,0 1-1,0-1 1,0 0-1,0 0 1,0 0-1,0 0 1,0 0-1,0 0 1,0-1-1,0 1 1,1 0-1,-1-1 1,3 2-1,31 13-1144,-26-12 833,-1 0 0,1 0 0,-1 1-1,0 0 1,0 0 0,-1 1 0,1 0 0,-1 0 0,0 1 0,11 11 0,-17-16 374,0 1 0,0-1-1,0 1 1,-1 0 0,1-1 0,0 1-1,-1-1 1,1 1 0,-1 0 0,1 0-1,-1-1 1,0 1 0,0 0 0,0 0 0,0-1-1,0 1 1,0 0 0,0 0 0,0-1-1,-1 1 1,1 0 0,-1 0 0,1-1-1,-1 1 1,-1 2 0,0-1 164,-1 0 1,1 0-1,-1 0 0,0-1 1,0 1-1,0-1 0,0 0 1,0 1-1,-1-1 1,1-1-1,-5 3 0,-6 2 540,0-1 0,-1-1 0,0 0 0,1-1 0,-18 2 0,12-9-3455,20 4 2482,0-1 0,-1 1 0,1-1 1,0 1-1,-1-1 0,1 1 1,0-1-1,0 1 0,-1-1 1,1 1-1,0-1 0,0 1 0,0-1 1,0 1-1,0-1 0,0 1 1,0-1-1,0 0 0,0 1 0,0-1 1,0 1-1,0-1 0,0 1 1,0-1-1,1 1 0,-1-1 1,0 1-1,0-1 0,1 1 0,-1-1 1,0 1-1,1-1 0,-1 1 1,0-1-1,1 1 0,-1 0 0,2-1 1,15-14-7353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57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85 1169,'0'0'13190,"3"0"-12278,156 18 3207,-148-18-4101,-10 1-18,1-1-1,-1 0 1,1 0 0,0 0-1,-1 0 1,1 0 0,0 0-1,-1-1 1,1 1 0,0-1-1,-1 1 1,1-1 0,1 0-1,-2-1 2,0 1-1,0-1 0,-1 1 0,1-1 0,0 1 0,-1-1 1,1 0-1,-1 1 0,0-1 0,0 1 0,1-1 1,-1 0-1,0 0 0,0 1 0,-1-4 0,1 3 7,-1 1 0,1-1-1,-1 0 1,1 0 0,-1 0-1,0 0 1,0 1 0,0-1-1,0 0 1,0 1 0,0-1-1,-1 1 1,1-1 0,0 1-1,-1 0 1,1 0 0,-1-1-1,1 1 1,-1 0 0,0 0 0,-2-1-1,-46-19 965,38 16-328,6 3-288,-1 0 0,0 0 0,1 0 0,-1 1 0,0 0 0,1 1 0,-1-1 0,0 1 0,0 0 0,0 1 0,-11 2 0,15-3-252,1 1 0,-1 0 1,0 0-1,1 0 0,-1 0 1,1 1-1,0-1 0,-1 1 0,1 0 1,0-1-1,0 1 0,0 0 1,0 0-1,0 0 0,0 0 1,1 1-1,-1-1 0,1 0 1,-1 1-1,1-1 0,0 1 0,0 0 1,0-1-1,1 1 0,-1 0 1,0-1-1,1 1 0,0 0 1,0 0-1,0 4 0,0-2-62,-1-1 1,2 1-1,-1-1 1,0 1-1,1-1 0,0 0 1,0 1-1,0-1 0,1 0 1,0 0-1,-1 0 1,1 0-1,1 0 0,2 4 1,-2-4-74,1 0 1,1-1-1,-1 0 1,0 1-1,1-2 1,-1 1-1,1 0 1,0-1-1,0 0 1,0 0-1,9 2 1,3 0-724,0-1 1,0 0-1,1-1 1,-1-1-1,33-3 1,-21 0-2608,-1-2 1,50-13-1,2-9-7072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58.3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316 1 5106,'0'0'8820,"-25"5"-6114,-81 20-633,86-20-1084,0 1 0,1 1 0,-27 12 0,39-15-702,0 0 0,0 0 1,0 1-1,1 0 0,0 0 0,0 1 1,0-1-1,-9 13 0,13-14-195,0 0 0,1 0 0,0 1 0,-1-1 0,1 0 0,1 0 0,-2 8 0,2-10-84,0-1 1,-1 1-1,1-1 0,0 1 0,0-1 1,0 1-1,0-1 0,0 1 0,0-1 1,1 1-1,-1-1 0,0 1 0,1-1 0,-1 1 1,1-1-1,-1 0 0,1 1 0,0-1 1,0 0-1,0 1 0,0-1 0,-1 0 1,1 0-1,2 1 0,13 2-31,0-2-1,-1 0 1,1-1 0,0-1-1,24-2 1,-34 2-26,-2-1-4,1 0 1,-1 1 0,0-2-1,-1 1 1,1 0 0,0-1 0,0 0-1,-1 0 1,1 0 0,-1 0 0,1-1-1,-1 1 1,0-1 0,0 0-1,0 0 1,0 0 0,-1 0 0,3-4-1,-1 2 48,-1 0-1,0 0 0,0 0 0,0 0 1,-1-1-1,0 1 0,0-1 1,0 0-1,-1 0 0,0 0 0,1-10 1001,-2 28-117,-1 10-298,2 26 273,-1-46-846,1 0 0,-1 0 1,1 0-1,-1 0 0,1 0 1,0 0-1,0 0 0,0 0 1,0 0-1,0 0 0,0 0 1,1-1-1,-1 1 0,0 0 1,1-1-1,0 1 0,-1-1 1,1 0-1,2 2 0,7 2-112,0-1-1,0 0 0,0 0 0,0-1 1,1 0-1,0-1 0,20 1 0,90-4-3404,-100 0 2365,74-9-6437,10-19-6464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58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1 7059,'0'0'11830,"-9"19"-10160,-111 270 3540,88-209-4254,-36 112-2107,67-180 314,1-8-4662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59.2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20 159 3858,'0'0'1907,"21"-19"609,73-63 445,-87 75-2485,0 1-1,1 1 1,0 0-1,0 0 0,0 0 1,1 1-1,-1 0 0,1 1 1,0 0-1,0 0 0,1 1 1,-1 0-1,0 0 0,1 1 1,-1 1-1,15 0 1,-23 0-364,1 0 1,-1 0 0,1 0 0,-1 1 0,0-1 0,1 0 0,-1 1 0,0-1 0,1 1 0,-1-1-1,0 1 1,0 0 0,0-1 0,1 1 0,-1 0 0,0 0 0,0 0 0,0 0 0,0 0 0,0 0 0,-1 0-1,1 0 1,0 0 0,0 0 0,0 3 0,1 0 55,-1 0 1,0 0-1,0 0 0,0 0 1,0 0-1,-1 1 0,0-1 1,0 8-1,0-4 7,-1 1 0,0-1 0,-1 1 1,0-1-1,0 1 0,-1-1 0,0 0 0,-8 14 0,1-7-15,-1-1 0,-1 0 1,-1 0-1,0-1 0,0-1 0,-1 0 0,-1-1 0,0 0 0,-1-1 0,0-1 0,-29 12 0,32-16-974,0-1-1,0-1 1,0 0-1,-1-1 1,1-1-1,-16 1 1,28-2-501,-4 0 1392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59.4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 10885,'0'0'15623,"-47"93"-15399,47-91-224,0 2-528,0-35-15063,13-5 5778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59.6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1873,'0'0'22890,"27"18"-22698,-27 2-192,0 5-64,0 0-1120,0 2-1457,0 0-1393,0-5-3586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00.1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61 6659,'0'0'16010,"1"17"-14516,0-7-1345,-1 7 312,1-1-1,1 0 1,0 0 0,1 0 0,1 0-1,0-1 1,1 1 0,12 22-1,-15-31-364,-2-5-94,0-1 0,1 0 0,-1 1 0,0-1 0,1 0 1,-1 1-1,1-1 0,-1 0 0,1 0 0,0 1 0,-1-1 0,1 0 1,0 0-1,0 0 0,0 0 0,0 0 0,0 0 0,1 1 0,31-46-898,-2 2 662,-3 3 154,35-62-1,-56 87 122,-5 8 0,1 0-1,0 0 1,1 0 0,-1 0 0,8-8 0,-10 13 463,-8 35-2868,-4 7-2450,9-13-4136,2-18 2363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00.5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45 1489,'0'0'20324,"-13"-1"-18697,-38-1-461,49 2-1123,0 0 0,0 1 0,1-1-1,-1 1 1,0-1 0,1 1 0,-1-1 0,1 1 0,-1 0 0,1 0-1,-1 0 1,1 0 0,0 0 0,-1 0 0,1 0 0,0 0 0,0 1-1,0-1 1,0 0 0,0 1 0,0-1 0,0 1 0,0-1 0,0 1-1,1-1 1,-1 1 0,1 0 0,-1-1 0,1 4 0,-2 4-12,1-1 0,1 1 0,0 0 0,1 12 0,-1-8-5,1-12-34,-1 0 0,0-1 1,1 1-1,-1 0 0,1 0 0,-1 0 0,1-1 0,0 1 0,-1 0 0,1 0 0,0-1 0,0 1 1,-1-1-1,1 1 0,0-1 0,0 1 0,0-1 0,0 1 0,-1-1 0,1 0 0,0 1 0,0-1 1,0 0-1,0 0 0,0 0 0,0 0 0,0 0 0,0 0 0,2 0 0,38 1-289,-31-2 242,-7 2 46,-1-1 0,1 0 0,0-1 0,-1 1 1,1 0-1,0-1 0,-1 0 0,1 1 0,-1-1 1,1 0-1,-1 0 0,1-1 0,-1 1 0,1 0 1,-1-1-1,0 0 0,0 1 0,0-1 0,0 0 0,0 0 1,0 0-1,-1 0 0,1 0 0,-1-1 0,1 1 1,-1 0-1,0-1 0,0 1 0,1-5 0,1-5 132,0 0 1,-2 0-1,1 0 0,-1 0 0,-2-16 0,1 20 56,0 7-167,0-1-1,-1 1 1,1 0-1,-1 0 1,0 0-1,1 0 1,-1 1-1,0-1 1,1 0-1,-1 0 1,0 0-1,0 0 1,0 1-1,1-1 1,-1 0-1,0 1 1,0-1-1,0 1 1,0-1-1,0 1 1,-1-1-1,1 1 1,0 0-1,0 0 1,0-1-1,0 1 1,0 0 0,0 0-1,-1 0 1,1 0-1,0 0 1,-1 1-1,-41 1-1999,41-1 1710,1-1 0,0 1 1,-1-1-1,1 1 1,0 0-1,0 0 1,-1-1-1,1 1 1,0 0-1,0 0 0,0 0 1,0 0-1,0 1 1,0-1-1,0 0 1,0 0-1,1 0 1,-1 1-1,-1 1 0,2-3-106,0 1-1,0 0 1,-1-1 0,1 1-1,0 0 1,0-1-1,0 1 1,0 0-1,0-1 1,0 1-1,0 0 1,0-1-1,0 1 1,0-1-1,0 1 1,0 0-1,0-1 1,1 1-1,-1 0 1,0-1-1,1 1 1,-1-1-1,0 1 1,1-1 0,-1 1-1,0 0 1,1-1-1,0 1 1,10 2-7380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00.8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1 7475,'0'0'17942,"-2"6"-16171,-13 30-629,-2-2-1,-26 41 0,19-34-63,-24 55-1,36-70-1077,2 1 0,1 0 0,1 1 0,1 0 0,1 0 0,-3 50 0,9-75-53,0 0 0,1 0 0,-1 0 0,1 0 0,-1 0 0,1 0 0,0 0 0,0-1 0,0 1 0,1 0 0,-1-1 0,1 1 0,-1 0 0,1-1 0,0 0 0,0 1 0,0-1 0,3 2 0,0 0-213,0 0 0,1-1 0,-1 1 0,1-1 0,0-1 0,0 1 0,0-1 0,9 2 0,-5-1-206,0-1-1,0 0 1,0-1-1,0-1 1,1 1-1,-1-1 0,0-1 1,0 0-1,1-1 1,18-4-1,-25 4-168,-1 0 0,1 0 0,0 0 0,-1-1 0,1 1 0,-1-1 0,0 0 0,0 0 0,0 0 0,0 0 0,0-1-1,-1 1 1,1-1 0,-1 1 0,0-1 0,2-4 0,5-28-7331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01.0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 8980,'0'0'6387,"122"-4"-2737,-68 4-1809,7 0-1089,0 0-656,0 0-96,0 2-1585,0 0-2241,0-2-4609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02.1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1 621 2561,'0'0'10018,"6"5"-1857,24 17-5061,-19-18-3036,-1-1-1,1-1 1,0 1-1,0-2 0,0 1 1,0-2-1,0 1 1,0-1-1,0-1 1,0 0-1,1-1 0,-2 0 1,1-1-1,0 0 1,-1 0-1,1-1 1,15-9-1,-23 12-117,-1-1 0,0 0 1,0 0-1,0 0 0,0 0 0,0-1 0,0 1 0,0 0 0,-1-1 1,1 1-1,-1-1 0,1 1 0,-1-1 0,0 0 0,1-4 0,-2 5 37,0 1-1,0 0 0,0 0 0,0-1 0,-1 1 0,1 0 0,0 0 0,-1 0 0,1-1 1,0 1-1,-1 0 0,0 0 0,1 0 0,-1 0 0,0 0 0,1 0 0,-1 0 0,0 0 0,0 0 1,0 0-1,0 0 0,0 1 0,0-1 0,0 0 0,0 1 0,0-1 0,0 1 0,0-1 1,0 1-1,-1-1 0,1 1 0,0 0 0,-3-1 0,-16-3-54,-1 0 1,1 1-1,-1 1 0,0 1 1,0 1-1,0 0 0,-21 5 1,39-5 116,0 1 0,0-1 1,0 1-1,0 0 0,0 1 1,0-1-1,0 0 0,0 1 1,0 0-1,1-1 1,-1 1-1,1 0 0,-1 0 1,1 1-1,0-1 0,0 0 1,0 1-1,0 0 1,0-1-1,1 1 0,-1 0 1,1 0-1,0-1 0,0 1 1,0 0-1,0 1 1,0-1-1,0 0 0,1 0 1,0 0-1,-1 0 0,2 4 1,-1-2-8,0 1 0,1 0 0,-1 0 0,2 0 0,-1-1 0,0 1 1,1-1-1,0 1 0,1-1 0,-1 1 0,1-1 0,0 0 0,0 0 0,1-1 0,-1 1 0,8 6 0,-6-7-213,0 0-1,1 0 0,0 0 0,0-1 1,0 0-1,1 0 0,-1-1 0,1 0 0,-1 0 1,1 0-1,0-1 0,0 0 0,-1 0 0,1-1 1,0 0-1,0 0 0,0 0 0,0-1 0,0 0 1,-1 0-1,1-1 0,0 0 0,-1 0 0,1-1 1,10-5-1,8-5-1052,-1-1 0,-1-1 0,0-1 0,-1-1 0,20-20 0,4-8-1733,-2-2-1,65-89 1,55-114-115,-124 172 4670,-23 43 1411,3-2 8635,-20 43-6975,-1 2-4013,-4 15 287,-2-1-1,0 1 1,-2-1 0,-15 28-1,-4 11 105,-146 300 2332,171-356-3459,0 1 1,0 0 0,1-1-1,-1 1 1,1 0-1,1 0 1,-1 0-1,1 1 1,0-1 0,0 9-1,48-13-4115,-42-2 3515,-1 0 1,1 0 0,0-1-1,-1 1 1,1-1-1,-1-1 1,0 1 0,1-1-1,-1 1 1,0-1-1,7-4 1,17-16-7190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02.5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0 119 4578,'0'0'15786,"2"6"-14409,-2-4-1269,1 1 0,-1-1 0,1 1 0,0-1 1,0 0-1,0 1 0,0-1 0,1 0 0,-1 0 1,1 0-1,-1 0 0,1 0 0,-1 0 0,1 0 1,0-1-1,0 1 0,0-1 0,3 3 0,2-1 54,-1 0 0,1-1 0,-1 1-1,1-1 1,0-1 0,13 3 0,2-2-55,1-1 1,31-2 0,-53 1-130,1 0 1,-1-1-1,1 1 0,-1-1 1,0 1-1,1-1 1,-1 1-1,0-1 1,1 0-1,-1 0 1,0 0-1,0 0 1,0 0-1,0 0 1,0 0-1,0 0 1,0 0-1,0 0 1,0 0-1,0-1 1,-1 1-1,1 0 0,0-1 1,-1 1-1,1-1 1,-1 1-1,0 0 1,1-1-1,-1 1 1,0-1-1,0-1 1,0-57-734,-1 40 526,2 7 147,-2-23-90,1 35 183,-1 0 1,1 0-1,0 0 0,-1 0 0,1 0 1,0 0-1,-1 0 0,1 0 0,-1 0 1,0 0-1,1 1 0,-1-1 0,0 0 0,1 0 1,-1 1-1,0-1 0,0 0 0,0 1 1,0-1-1,1 0 0,-1 1 0,0-1 0,0 1 1,0 0-1,0-1 0,0 1 0,0 0 1,-2-1-1,-3 1 94,1-1 1,0 1 0,-1 0-1,1 0 1,0 1 0,-1-1-1,1 1 1,0 1 0,0-1-1,0 1 1,0-1-1,0 2 1,0-1 0,0 0-1,0 1 1,1 0 0,0 0-1,-1 0 1,1 1-1,0-1 1,1 1 0,-5 5-1,3-2 28,0 1-1,1-1 0,0 1 1,0 0-1,1 0 0,0 1 1,0-1-1,1 0 0,0 1 1,0 0-1,1 0 0,0-1 0,1 11 1,0-10-84,0-1 0,0 1 1,1-1-1,1 1 0,-1-1 1,1 1-1,5 10 0,-6-16-147,1 0 0,-1 0 0,1 0 0,0 0 0,0-1 0,0 1 0,0-1 0,1 1 0,-1-1 0,1 0 0,-1 0 0,1 0 0,0 0 0,0 0 0,0-1 0,0 1 0,0-1 0,0 0 0,0 0 0,0 0 0,0 0 0,6 0 0,68 3-5632,-26-12-1196,2-11-2489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03.1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0 8996,'0'0'17547,"-1"19"-15866,-2 58-590,2-74-1014,1 1 1,1 0 0,-1 0 0,0 0-1,1-1 1,0 1 0,0 0-1,0-1 1,0 1 0,1-1 0,2 6-1,3 13 71,-7-22-276,8-18-1995,-1 8 1862,0 1 1,1 1 0,0-1 0,1 1 0,0 1 0,0 0 0,0 0 0,1 1-1,18-9 1,-10 6 116,1 1-1,0 1 1,1 0-1,33-5 0,-52 11 175,0 1 0,0 0 1,-1 0-1,1-1 0,0 1 0,0 0 0,-1 0 0,1 0 0,0 0 0,0 0 0,-1 0 0,1 0 0,0 0 0,0 1 0,0-1 0,-1 0 0,1 0 1,0 1-1,-1-1 0,1 0 0,0 1 0,0-1 0,-1 1 0,1-1 0,-1 1 0,1-1 0,-1 1 0,2 0 0,-1 21 2027,-1-10-1699,-5 15 875,3-6-241,3-21-992,-1 0-1,1 1 0,-1-1 0,1 0 0,0 0 0,-1 0 1,1 1-1,0-1 0,-1 0 0,1 0 0,0 0 0,-1 0 0,1 0 1,0 0-1,0 0 0,-1-1 0,1 1 0,-1 0 0,1 0 1,0 0-1,-1-1 0,1 1 0,0 0 0,-1-1 0,1 1 1,-1 0-1,1-1 0,-1 1 0,1-1 0,-1 1 0,1-1 1,181-90-2292,-181 90 2375,0 1 0,0-1 1,0 0-1,0 1 0,0-1 1,0 1-1,0-1 0,1 1 0,-1-1 1,0 1-1,0 0 0,0 0 0,1 0 1,-1 0-1,0 0 0,0 0 1,0 0-1,1 0 0,-1 0 0,0 0 1,1 1-1,1 22 3198,-4-5-3661,1 13 131,0 11-2785,0-28-2186,0 0-3523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03.6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32 1569,'0'0'19878,"2"12"-18787,10 38-301,-10-47-735,0 0-1,-1 0 1,1 0 0,0-1-1,0 1 1,0-1-1,1 1 1,-1-1 0,1 0-1,-1 0 1,1 0 0,0 0-1,0-1 1,-1 1-1,1-1 1,6 2 0,45 10 286,-45-12-372,0 0-1,1 0 1,-1-1 0,0 0-1,10-1 1,-17 0-9,0 1 0,-1 0 0,1 0 0,0-1 0,-1 1 0,1-1 0,-1 1 0,1-1 0,-1 0-1,1 1 1,-1-1 0,1 0 0,-1 0 0,0 0 0,1 0 0,-1-1 0,0 1 0,0 0 0,0 0 0,0-1 0,0 1 0,0 0 0,0-1 0,0 1-1,-1-1 1,1 1 0,0-1 0,-1 0 0,0 1 0,1-1 0,-1 0 0,0 1 0,0-3 0,1-17-173,-1 16 189,1-1 0,-1 1 0,0-1 0,-1 1-1,0 0 1,-2-11 0,2 14 51,0 0 0,0 0 1,0 0-1,-1 0 0,1 1 0,0-1 0,-1 0 1,1 1-1,-1-1 0,0 1 0,0-1 0,1 1 1,-1 0-1,0 0 0,0 0 0,0 0 0,0 0 1,-1 0-1,1 0 0,-3 0 0,-3-1 132,0 0 0,-1 0 0,1 1 0,0 0 0,0 0 0,-1 1 0,1 0 0,0 0 0,-1 1 0,1 0 0,-12 4 0,16-4-93,1 1 0,-1-1 1,0 1-1,1 0 0,-1 0 0,1 0 1,0 1-1,0-1 0,0 1 1,0 0-1,0 0 0,1 0 0,-1 0 1,1 0-1,0 0 0,0 1 1,0-1-1,0 1 0,0 0 1,1-1-1,0 1 0,0 0 0,0 0 1,0 0-1,0 4 0,0 2-15,0-1 0,0 1 0,1-1 0,0 0 0,1 1 0,0-1 0,1 1 0,0-1-1,0 0 1,1 0 0,0 0 0,5 10 0,-5-14-200,0 0 0,0-1 0,0 1 0,1-1 0,0 0 0,-1 0 0,1 0 0,1-1 0,-1 1-1,0-1 1,1 0 0,0 0 0,0 0 0,0-1 0,0 0 0,0 0 0,0 0 0,0-1 0,1 1 0,-1-1 0,1-1 0,5 1 0,10 1-1512,-1-2-1,1 0 1,27-5 0,-37 4 410,-1-2-1,1 0 1,-1 0 0,0-1-1,0 0 1,0-1-1,17-11 1,8-9-3570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04.0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13 1585,'0'0'18144,"0"-4"-15423,0-4-171,-1 10-639,-1 23 410,-2 43-806,5-67-1533,-1 0 0,1 0-1,0 0 1,-1-1 0,1 1-1,0 0 1,0 0 0,0 0-1,-1-1 1,1 1 0,0 0-1,0-1 1,0 1 0,0 0-1,0-1 1,0 1 0,0-1-1,0 0 1,0 1 0,1-1-1,-1 0 1,0 0 0,0 0-1,0 0 1,0 0 0,0 0 0,0 0-1,1 0 1,-1 0 0,0 0-1,1-1 1,42-5-660,-27 0 513,0-1 0,0-1 1,-1 0-1,0-1 0,-1-1 0,0 0 1,19-17-1,-35 28 464,0 1 0,1 0 0,0 0 0,-1 0 0,1 0-1,0-1 1,0 1 0,-1 0 0,2 0 0,-1 0 0,0 0 0,0 0 0,1 2 0,0 1-576,-1 0 0,1 0 1,1 0-1,-1 0 0,1 0 0,0 0 1,0-1-1,3 7 0,-2-9-224,0 0-1,-1 0 0,1 0 1,0 0-1,0-1 1,0 1-1,0-1 1,0 1-1,1-1 1,-1 0-1,0 0 1,1-1-1,-1 1 1,5-1-1,31 0-8732,-7-4-1211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04.4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20 4034,'0'0'11824,"6"-5"-10527,15-9 505,-13 16 106,-11 18 494,-1-10-1650,-1-1 0,0 0-1,-1 0 1,0 0 0,0-1 0,-11 11 0,8-8-167,0 0-1,0 0 0,-6 14 0,4-2-394,1 1 0,1 0 0,1 0 0,1 0 0,1 1 0,2 0 0,0 0 0,2 1 0,0 41 0,2-62-224,0 0 1,0 0-1,1 0 0,0 0 0,-1 0 1,2 0-1,-1-1 0,0 1 0,1 0 1,0-1-1,0 1 0,0-1 1,1 0-1,0 1 0,-1-1 0,1-1 1,1 1-1,-1 0 0,0-1 0,1 1 1,0-1-1,0 0 0,0 0 0,0-1 1,0 1-1,1-1 0,5 2 1,4 1-164,1-1 1,0 0 0,0-2 0,0 0 0,0 0 0,0-1 0,24-2 0,-36 1-43,0 0 1,-1 0 0,1-1-1,0 1 1,0-1-1,-1 1 1,1-1-1,0 0 1,-1 0-1,1 0 1,-1 0-1,0-1 1,1 1 0,-1 0-1,0-1 1,1 0-1,-1 0 1,0 0-1,0 1 1,-1-2-1,1 1 1,0 0 0,1-3-1,-1 1-1016,-1 0 0,1 0 0,-1 0 0,0 0 0,0 0 0,0-1 0,-1 1 0,1 0 0,-1-6 1,0-8-5286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04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2 1185,'0'0'11842,"-6"0"-9945,-17-1-235,18 0-176,14 4 1364,32 4-1868,1-2 0,0-1 0,63-3 0,-11-1-652,-26 3 1,57 2-549,-42-6 4037,-104 17-9342,-19-1-4545,20-10 1653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14.2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20 1153,'0'0'4402,"-7"14"5055,9-25-6399,7 0-2776,0-1 1076,-11 49-904,-54 77-257,55-112-195,0-1 0,0 0 1,1 0-1,-1 0 0,0 1 0,1-1 0,-1 1 0,1-1 0,-1 0 0,1 1 0,0-1 0,0 1 0,-1-1 0,1 0 0,0 1 0,0-1 1,1 1-1,-1-1 0,0 1 0,0-1 0,1 1 0,-1-1 0,1 0 0,-1 1 0,1-1 0,-1 0 0,1 1 0,0-1 0,0 0 0,0 0 1,0 0-1,0 0 0,0 0 0,0 0 0,0 0 0,0 0 0,0 0 0,0 0 0,1-1 0,-1 1 0,0 0 0,1-1 0,-1 1 0,0-1 1,1 1-1,-1-1 0,2 0 0,9 2-94,0-1 1,0-1-1,0 0 0,22-3 1,-6 1-1544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14.7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6 1072,'0'0'10181,"0"-6"-6761,-1 9-3284,1-1 0,-1 0 0,0 0 0,0 0 0,0 0 0,0 0 0,-1 0 0,1 0 0,0-1 0,-1 1 0,0 0 0,1-1 0,-1 1 0,0-1 0,0 1 0,0-1 0,1 0 0,-1 0-1,-1 0 1,1 0 0,0 0 0,0 0 0,-2 0 0,2-1 86,3-2-217,0 0 0,-1 1-1,1-1 1,0 0 0,0 1 0,0-1 0,0 1 0,0-1 0,0 1 0,0 0 0,0-1 0,1 1 0,-1 0 0,0 0 0,1 0 0,-1 0-1,1 0 1,-1 0 0,1 0 0,0 1 0,-1-1 0,1 0 0,0 1 0,0-1 0,-1 1 0,1 0 0,0 0 0,0 0 0,-1 0 0,1 0 0,0 0-1,2 0 1,-4 39 1119,-6-8 632,5-30-1763,1 1 0,0-1-1,-1 0 1,1 0-1,-1 0 1,1 0-1,-1 0 1,1 0-1,-1 0 1,0-1 0,1 1-1,-1 0 1,0 0-1,0 0 1,0-1-1,0 1 1,0 0-1,0-1 1,1 1 0,-2-1-1,1 1 1,0-1-1,0 1 1,0-1-1,-1 1 1,2-5-2521,0-5 357,13 6-12024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15.2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348 15 592,'0'0'6742,"-2"-4"-6134,-6-7 14,11 20 472,5 17-281,5 32 444,-2 1 0,-3 0-1,-2 0 1,-5 118-1,-3-162-1036,0-1 0,-1 0 0,0 0 0,-1 0 0,0 0 0,-1 0 0,-1-1 0,0 0 0,-1 0 0,0-1 0,-1 0 0,-1 0 0,0 0 0,0-1 0,-1-1 0,-19 17 0,7-10 8,0 0-1,-1-2 1,-1 0-1,-1-2 1,1 0-1,-2-2 1,-49 15-1,53-24-1354,22-2 958,-1-1 0,1 1 0,0-1-1,0 1 1,0 0 0,0-1-1,0 1 1,0-1 0,0 1 0,0 0-1,0-1 1,0 1 0,0-1-1,0 1 1,0 0 0,0-1 0,0 1-1,1-1 1,-1 1 0,0 0-1,0-1 1,0 1 0,1 0-1,-1-1 1,0 1 0,0 0 0,1-1-1,-1 1 1,1-1 0,19-18-5849,-7 8 5059,26-17-4555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15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475 0 5587,'0'0'12451,"-1"20"-10453,-17 128 2345,10-122-2949,8-53-3507,-1-11-329,0 36 2278,1-1 0,-1 0-1,0 0 1,1 1 0,-1-1 0,0 1 0,0-1 0,-1 0 0,1 1 0,-1 0 0,1-1 0,-1 1 0,0 0 0,1 0-1,-1 0 1,0 0 0,-1 0 0,1 0 0,0 1 0,0-1 0,-1 1 0,1 0 0,-1-1 0,1 1 0,-1 0 0,0 0-1,1 1 1,-1-1 0,0 0 0,0 1 0,1 0 0,-1 0 0,0 0 0,0 0 0,0 0 0,-4 1 0,-3 0 145,1 1 1,0 0-1,-1 0 1,1 1-1,0 0 1,1 1-1,-1 0 1,0 0-1,-14 11 1,-7 8 918,1 1 0,2 1 0,0 2 0,-40 52 0,57-65-534,0 1-1,1 0 1,0 0-1,1 1 1,1 0-1,1 0 1,0 1-1,1 0 1,1 0-1,1 0 1,0 1-1,0 23 1,3-37-340,0 0-1,0 0 1,0 0 0,1 0 0,0 0-1,0 0 1,0 0 0,0 0 0,0 0-1,1 0 1,0-1 0,0 1 0,0-1 0,0 1-1,0-1 1,1 0 0,0 0 0,3 4-1,-2-4-10,1 1 1,0-1-1,0 0 0,0-1 0,0 1 0,1-1 0,-1 0 0,0-1 0,1 1 0,0-1 0,9 1 0,-2-1-122,0 0-1,-1-2 1,1 1-1,0-2 1,-1 0-1,1 0 1,-1-1 0,0 0-1,0-1 1,0-1-1,14-7 1,16-14-2002,-2-2-1,0-2 1,-2-2 0,-2-1 0,0-2 0,36-46 0,-5-9-2352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16.2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407 0 2257,'0'0'15354,"-19"20"-12502,14-16-2675,-16 18 554,0 0 0,2 2 1,0 0-1,2 1 0,-19 35 0,-30 68 1309,-103 215 760,167-338-2867,0 0 0,0 0 0,0 0 0,0 0 0,1 1 0,0-1 0,0 0 0,0 1 0,1 7 0,22-15-1315,-11-2 1120,-1 0-1,1-1 0,-1 0 1,0 0-1,-1-1 0,1 0 1,-1-1-1,9-8 0,66-68-3995,-74 72 3341,7-5-492,-11 15 2190,-16 29 3155,-1-2-2930,10-23-961,0 0 0,0 0 0,0 0 0,0 0 0,0 0 0,1 1 0,-1-1-1,1 0 1,0 0 0,0 0 0,0 1 0,0-1 0,1 0 0,-1 0 0,2 3 0,-1-4-147,1 0 0,-1 0 0,0-1 0,1 1-1,-1-1 1,1 0 0,0 1 0,0-1 0,-1 0 0,1 0 0,0 0 0,0 0 0,0 0-1,0 0 1,0-1 0,0 1 0,0-1 0,0 1 0,0-1 0,1 0 0,-1 0 0,0 0 0,3 0-1,7 0-742,9 2-2987,1-2 0,36-4 0,-17-7-3163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16.6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103 136 6435,'0'0'14895,"-16"1"-13753,-52 4-566,67-5-569,0 1 1,0-1 0,0 0-1,0 0 1,0 1-1,1-1 1,-1 0-1,0 1 1,0-1 0,0 1-1,1-1 1,-1 1-1,0 0 1,1-1-1,-1 1 1,0-1 0,1 1-1,-1 0 1,1 0-1,-1-1 1,1 1-1,-1 0 1,1 0-1,0 0 1,-1 0 0,1-1-1,0 1 1,0 0-1,-1 0 1,1 0-1,0 0 1,0 0 0,0 0-1,0 0 1,0 0-1,1 0 1,-1-1-1,0 1 1,0 0 0,0 0-1,1 0 1,-1 0-1,0 0 1,1-1-1,-1 1 1,1 0-1,-1 0 1,1-1 0,0 1-1,-1 0 1,1-1-1,0 1 1,-1 0-1,2 0 1,2 2 2,0 0 1,0 0-1,0 0 0,1 0 0,-1-1 0,1 0 1,0 0-1,0 0 0,0 0 0,0-1 1,0 0-1,0 0 0,0 0 0,0 0 0,0-1 1,1 0-1,6-1 0,-10 0-24,0 1 0,0-1-1,0 0 1,0 0 0,0 0 0,-1 0 0,1 0-1,0-1 1,-1 1 0,1 0 0,-1-1-1,1 0 1,-1 1 0,0-1 0,0 0 0,0 1-1,1-1 1,-2 0 0,1 0 0,0 0-1,0 0 1,-1 0 0,1-3 0,13-52-146,-13 51 160,1-58 3,-2 62 14,0 1 0,0-1-1,0 0 1,0 0-1,-1 1 1,1-1 0,0 0-1,-1 1 1,1-1-1,-1 0 1,0 1-1,0-1 1,0 1 0,0-1-1,0 1 1,0-1-1,0 1 1,0 0 0,0-1-1,0 1 1,-1 0-1,1 0 1,-1 0 0,1 0-1,-1 0 1,1 0-1,-1 1 1,1-1 0,-4-1-1,-5 1 24,0 0-1,0 0 1,0 1 0,1 1-1,-13 1 1,20-2-162,0 0-1,0 0 1,0 1-1,0-1 1,0 1 0,0-1-1,0 1 1,1 0-1,-1 0 1,0 0-1,0 0 1,1 0 0,-1 0-1,1 0 1,-1 1-1,1-1 1,-1 0 0,1 1-1,0-1 1,0 1-1,0 0 1,0-1 0,0 1-1,0 0 1,0 0-1,0-1 1,1 1-1,-1 0 1,1 0 0,-1 0-1,1 0 1,0 4-1,-1-5-204,1 0-1,0 1 1,0-1-1,0 0 1,0 1-1,0-1 1,0 0-1,0 1 1,0-1-1,0 0 1,1 1-1,-1-1 0,1 0 1,-1 0-1,1 1 1,-1-1-1,1 0 1,0 0-1,-1 0 1,1 0-1,0 0 1,0 0-1,0 0 1,0 0-1,0 0 1,0 0-1,0 0 0,0-1 1,0 1-1,0 0 1,0-1-1,1 1 1,-1-1-1,0 1 1,0-1-1,1 0 1,-1 1-1,2-1 1,24 9-5337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16.9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204 87 5314,'0'0'7567,"-23"0"-3782,-76 4-818,96-4-2755,-1 0 0,0 0 0,1 1 0,-1-1 0,0 1 0,1 0 0,-1 0 0,1 0 1,-1 0-1,1 1 0,0-1 0,-1 1 0,1 0 0,0 0 0,0 0 0,0 1 0,0-1 0,1 1 0,-1-1 0,-2 5 0,3-3-50,0 1 0,1-1-1,-1 1 1,1 0-1,0 0 1,0-1 0,1 1-1,0 0 1,0 0 0,0 6-1,0-4-125,1-5-26,-1 0 0,1 0 1,0 1-1,0-1 0,0 0 0,0 0 1,0 0-1,0 0 0,0 0 0,1 0 1,-1-1-1,1 1 0,0 0 0,-1-1 1,1 1-1,0-1 0,0 0 0,0 1 1,0-1-1,0 0 0,0 0 1,0 0-1,0-1 0,0 1 0,1 0 1,-1-1-1,0 1 0,0-1 0,4 0 1,4 2-58,-1-1 0,1 0 0,-1-1 0,1 0 0,18-2 1,-25 1 28,0 0 0,-1 0 0,1-1 1,0 0-1,0 1 0,-1-1 1,1 0-1,-1 0 0,1 0 0,-1-1 1,0 1-1,0 0 0,0-1 1,0 1-1,-1-1 0,1 0 0,-1 0 1,1 0-1,-1 0 0,0 0 1,0 0-1,0 0 0,-1 0 0,1 0 1,-1 0-1,1 0 0,-1-4 1,1-10 2,0 1 0,-1-1 0,-4-29 1,3 41 23,0 1 1,0-1 0,-1 1 0,0 0-1,0-1 1,0 1 0,0 0-1,0 0 1,-1 0 0,-3-3 0,5 6-81,0-1 1,0 1-1,0 0 1,0 0-1,0 0 1,0 0-1,0 0 1,0 0-1,-1 0 1,1 0-1,0 0 1,-1 1 0,1-1-1,0 1 1,-1-1-1,1 1 1,-1-1-1,1 1 1,-1 0-1,1-1 1,-1 1-1,1 0 1,-1 0-1,0 0 1,1 1-1,-1-1 1,1 0-1,-1 0 1,1 1-1,-1-1 1,1 1 0,0-1-1,-3 2 1,2 1-295,1-1 1,0 0 0,0 0 0,0 1 0,0-1 0,0 1 0,0-1 0,1 1-1,-1-1 1,1 1 0,0-1 0,-1 1 0,1-1 0,1 6 0,4 20-6730,12-12 1673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17.3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219 17 6979,'0'0'13401,"-24"-3"-11549,-75-9-292,38 11 23,59 1-1514,1 0-1,-1 0 0,0 0 1,1 1-1,-1-1 0,0 1 1,1-1-1,-1 1 1,0 0-1,1 0 0,-1-1 1,1 1-1,-1 0 1,1 0-1,0 1 0,-1-1 1,1 0-1,0 0 1,-2 3-1,3-4-78,0 1 0,-1 0 0,1-1 1,0 1-1,-1-1 0,1 1 0,0 0 0,0-1 1,0 1-1,-1 0 0,1-1 0,0 1 0,0 0 0,0 0 1,0-1-1,0 1 0,1 0 0,-1-1 0,0 1 0,0 0 1,0-1-1,0 1 0,1 0 0,-1-1 0,0 1 1,1-1-1,-1 1 0,0 0 0,1-1 0,-1 1 0,1-1 1,-1 1-1,1-1 0,-1 1 0,1-1 0,-1 0 0,1 1 1,0-1-1,-1 0 0,1 1 0,0-1 0,0 0 1,34 10-468,-26-8 378,5 2-108,-1 0-1,0 1 1,-1 1-1,1-1 1,11 9-1,-21-12 169,0-1 0,-1 1 1,1-1-1,-1 1 0,0 0 0,1 0 0,-1 0 0,0 0 1,0 0-1,0 0 0,-1 1 0,1-1 0,0 1 0,-1-1 0,0 1 1,1-1-1,-1 1 0,0 0 0,0 0 0,-1 0 0,1-1 1,-1 1-1,1 0 0,-1 0 0,0 0 0,0 0 0,0 0 0,0 0 1,-1 0-1,0 3 0,-1-2 70,0-1 0,-1 0 0,1 0 0,-1 0 0,1 0 1,-1 0-1,0-1 0,0 1 0,0-1 0,-1 0 0,1 0 0,0 0 0,-1 0 0,0 0 0,1-1 0,-1 0 1,0 0-1,-5 1 0,-4 2 63,0-1 1,-1-1 0,1 0 0,-15-1-1,26-1-371,2-1-933,0 1 937,0-1-1,-1 0 1,1 0-1,0 0 1,0 0-1,1 1 1,-1-1-1,0 0 1,0 0-1,0 0 1,0 0-1,1 1 1,-1-1-1,0 0 1,1 0-1,-1 0 1,1 1-1,-1-1 1,1 0-1,-1 1 1,1-1-1,-1 0 1,1 1-1,0-1 1,-1 1-1,1-1 1,0 1-1,0-1 1,-1 1-1,1 0 1,0-1-1,1 1 1,26-17-5329,5 3-1123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17.5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1 0 4114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17.7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4114,'138'83'3132,"-101"-64"-449,-24-20-276,-5 0-854,1 1-996,-1-1-1,1 1 1,-1-1 0,1-1-1,-1 0 1,0 0 0,0 0-1,0-1 1,13-7 0,-17 8-534,-1 0 1,0 0-1,0 0 1,0-1-1,0 1 1,0-1-1,-1 1 1,1-1-1,-1 0 1,0 0-1,0-1 1,0 1-1,0 0 1,0-1-1,-1 1 1,1-1-1,-1 1 1,0-1-1,0 0 1,-1 1-1,1-1 1,-1 0-1,1-5 1,-2 8 45,1 0 0,-1-1-1,1 1 1,-1 0 0,1-1 0,-1 1 0,0 0 0,0-1 0,1 1-1,-1 0 1,0 0 0,0 0 0,0 0 0,-1 0 0,1 0-1,0 0 1,0 0 0,0 0 0,-1 1 0,1-1 0,0 0 0,-1 1-1,1-1 1,0 1 0,-1 0 0,1-1 0,-1 1 0,1 0 0,-3 0-1,-53-5 1264,46 5-845,8-1-340,0 1 0,0 0 0,0-1 0,0 1 0,-1 1 0,1-1 0,0 0 0,0 1 0,0-1 0,0 1 0,0 0 0,0 0 0,0 0-1,1 0 1,-1 1 0,0-1 0,0 1 0,1 0 0,-3 2 0,2 0-32,1 0 0,1 0 0,-1 0 0,1 1 0,-1-1 0,1 0 0,0 1 0,1-1 0,-1 1 0,1-1 0,0 0 0,0 10 0,1-8-235,-1 0 1,1-1-1,0 1 0,0 0 0,1 0 0,0-1 0,0 1 1,0-1-1,0 0 0,1 1 0,0-1 0,0 0 0,1 0 1,-1-1-1,1 1 0,0-1 0,0 0 0,0 0 0,1 0 0,0 0 1,-1-1-1,1 0 0,0 0 0,1 0 0,-1-1 0,0 0 1,1 0-1,7 2 0,10 3-1604,1-1 1,0-2-1,0 0 1,0-1-1,38-2 0,18-1-4649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17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488 0 14439,'0'0'7619,"-102"143"-3201,68-69-1104,14 5-1554,-7 3-543,7-3-1217,-1-9 0,1-12 0,0-15 0,-1-9 0,1-14 0,0-8-1393,0-6-928,-14-6-1216,0 0-1282,0-13-3456,-7-12-2338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18.5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0 365 8788,'24'-7'2214,"285"-66"6664,-50 16-3973,-182 37-4322,90-37 0,-158 53-563,9-3-19,0-1 0,0 0 0,18-14 0,-32 20 13,-1-1 1,1 1-1,-1-1 1,0 1-1,0-1 1,0 0-1,0-1 1,-1 1-1,1 0 1,-1-1-1,0 1 1,0-1-1,0 0 0,0 0 1,-1 0-1,0 1 1,1-1-1,-1-1 1,-1 1-1,2-7 1,-3 10 14,1 0 0,-1 0 1,0-1-1,1 1 0,-1 0 1,0 0-1,0 0 1,0 0-1,0 0 0,0 0 1,0 0-1,0 0 0,0 1 1,0-1-1,0 0 0,0 0 1,-1 1-1,1-1 0,0 1 1,0-1-1,-1 1 0,1 0 1,0-1-1,-1 1 0,1 0 1,0 0-1,-1 0 1,-1 0-1,-49-3 239,47 3-243,-5 0 2,2 0-14,0-1 1,1 1-1,-1 1 1,0-1 0,1 1-1,-1 1 1,0-1-1,1 1 1,0 1-1,-1-1 1,1 1-1,0 1 1,-7 3-1,-11 13 56,-1 1-1,2 1 0,1 1 1,1 1-1,1 1 1,1 1-1,1 0 0,2 2 1,0 0-1,2 1 0,1 0 1,1 1-1,2 1 0,1 0 1,-8 47-1,17-78-73,1 1-1,0-1 1,0 1-1,0-1 1,0 1-1,-1-1 1,1 1-1,0-1 1,0 1-1,0 0 0,0-1 1,0 1-1,0-1 1,0 1-1,1-1 1,-1 1-1,0-1 1,0 1-1,0 0 1,0-1-1,1 1 1,-1-1-1,0 1 1,1-1-1,-1 0 1,0 1-1,1-1 1,-1 1-1,0-1 1,1 1-1,-1-1 1,1 0-1,-1 1 1,1-1-1,-1 0 1,1 0-1,-1 1 0,1-1 1,-1 0-1,1 0 1,-1 0-1,2 1 1,31-10-476,30-27-204,-34 18 720,-19 13 1,-1 0 0,0-1 0,15-14 0,-24 28 87,-1 0 0,2 0 1,-1 0-1,1 0 0,0 0 0,1-1 1,-1 1-1,4 7 0,-3-13-548,0 0 1,1 0-1,-1-1 0,0 1 0,0-1 0,1 1 0,-1-1 0,1 0 0,-1 0 0,1 0 0,0 0 0,-1-1 0,1 1 0,0-1 0,0 0 0,-1 1 0,1-1 0,0-1 0,0 1 0,-1 0 0,5-1 0,-1 0-598,21-1-6354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18.9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36 1217,'0'0'17989,"9"9"-17074,-3-3-833,-1 0 0,0-1 1,1 0-1,0 0 0,0-1 0,1 1 0,-1-1 0,1-1 0,0 1 0,0-1 0,0-1 1,1 1-1,-1-1 0,1 0 0,-1-1 0,1 1 0,12-1 0,-19-29-639,-1 22 547,0 0-43,0 1 1,0 0 0,0-1-1,-1 1 1,0-1 0,0 1-1,-3-10 1,3 14 141,0-1 1,0 1-1,0-1 1,0 1-1,-1 0 1,1-1-1,0 1 0,-1 0 1,1 0-1,-1 0 1,0 0-1,1 0 1,-1 1-1,0-1 1,1 0-1,-1 1 0,0-1 1,0 1-1,0-1 1,1 1-1,-1 0 1,0 0-1,0 0 0,0 0 1,0 0-1,1 0 1,-3 1-1,1 0 83,1 0-1,0-1 0,0 1 1,0 0-1,0 0 0,0 0 1,0 0-1,0 1 0,0-1 1,0 1-1,1-1 0,-1 1 1,1-1-1,-1 1 0,1 0 1,-1 0-1,1 0 1,0 0-1,-2 3 0,-17 43 1933,17-39-1912,1-1 0,-1 1-1,2-1 1,-1 1 0,1 0 0,0 15 0,1-22-198,0 1-1,1-1 1,-1 0 0,1 1 0,-1-1-1,1 0 1,0 0 0,-1 1 0,1-1-1,0 0 1,0 0 0,1 0-1,-1 0 1,0 0 0,1 0 0,-1-1-1,1 1 1,0 0 0,0-1 0,-1 1-1,1-1 1,0 1 0,0-1 0,0 0-1,0 0 1,1 0 0,-1 0-1,0 0 1,4 0 0,15 3-898,1-1-1,0-1 1,0-1-1,1 0 1,-1-2-1,0-1 1,0-1 0,26-6-1,64-26-1869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21.5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0 317 2545,'0'0'23704,"30"0"-23672,-11 0-102,1-1 0,-1 0-1,28-7 1,-41 7-9,0 0 0,0-1 1,0-1-1,0 1 0,0-1 1,-1 1-1,1-2 0,-1 1 1,0 0-1,0-1 0,0 0 0,-1-1 1,1 1-1,7-10 0,-11 12 32,0-1 0,1 1 0,-1-1 0,0 1 0,0-1-1,0 1 1,-1-1 0,1 1 0,-1-1 0,1 0 0,-1 1-1,0-1 1,0 0 0,0 1 0,0-1 0,0 0 0,-1 1-1,1-1 1,-1 0 0,0 1 0,0-1 0,0 1-1,0-1 1,0 1 0,0 0 0,-4-5 0,3 4 4,0 1-1,0-1 1,-1 0 0,1 1 0,-1-1 0,0 1 0,1 0-1,-1 0 1,0 0 0,0 0 0,-1 0 0,1 1 0,0-1-1,0 1 1,-1 0 0,1 0 0,-1 0 0,1 1 0,-5-1-1,6 1 80,0 1 0,0-1 0,0 1 0,1-1 0,-1 1 0,0 0 0,0 0 0,0-1 0,1 1 0,-1 1 0,0-1 0,1 0 0,-1 0-1,1 1 1,-1-1 0,1 0 0,0 1 0,-1 0 0,1-1 0,0 1 0,0 0 0,0-1 0,-1 4 0,-16 49 697,13-39-520,1 2-123,0-1 0,1 1 0,1 0-1,1 0 1,1 23 0,0-39-98,0 0-1,0 0 1,0 0-1,1 0 0,-1 0 1,0 0-1,1-1 1,-1 1-1,1 0 1,-1 0-1,1 0 1,-1-1-1,1 1 1,-1 0-1,1 0 1,0-1-1,0 1 1,-1-1-1,1 1 1,0 0-1,0-1 0,0 0 1,-1 1-1,1-1 1,2 1-1,35 7-244,-28-8 23,1 0-1,-1 0 1,0-1 0,1 0 0,11-3-1,-9-3-411,-1 0 0,0-1 0,0 0 0,-1-1 0,0 0 0,0-1 0,-1 0 0,0 0 0,12-20 0,6-1-877,133-143-7667,-94 101 4547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21.7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299 1 4370,'0'0'16151,"-22"16"-13651,1-1-1879,6-5-219,0 1-1,1 0 0,0 0 0,1 2 1,1-1-1,0 2 0,-18 25 0,12-11 25,1 1 1,1 1-1,2 0 0,1 1 0,2 1 0,1 0 1,1 0-1,2 1 0,1 0 0,2 0 0,-1 42 1,5-63-77,2 29-2631,-1-40 2126,-1 0 1,0 0-1,1-1 0,-1 1 1,1-1-1,-1 1 0,1 0 0,-1-1 1,1 1-1,-1-1 0,1 1 1,-1-1-1,1 1 0,0-1 0,-1 0 1,1 1-1,0-1 0,0 0 1,-1 0-1,1 1 0,0-1 1,-1 0-1,1 0 0,0 0 0,0 0 1,0 0-1,-1 0 0,1 0 1,0 0-1,0 0 0,-1 0 1,1 0-1,0-1 0,-1 1 0,1 0 1,0 0-1,0-1 0,-1 1 1,1 0-1,0-1 0,-1 1 1,1-1-1,-1 1 0,1-1 0,-1 1 1,2-2-1,1 0-1042,-1-1 0,1 0-1,0 1 1,-1-1 0,0 0 0,1-1 0,-1 1-1,3-6 1,-2 3-1093,10-19-7010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22.0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86 5218,'0'0'12910,"24"3"-11269,36 6-80,78 1-1,-137-10-1550,0 0 0,0 0 0,0 0 0,0 0-1,0 0 1,0 0 0,0 0 0,0 0 0,0 0-1,0-1 1,0 1 0,-1 0 0,1-1-1,0 1 1,0-1 0,0 1 0,0-1 0,-1 1-1,1-1 1,0 1 0,0-1 0,-1 0-1,1 0 1,0 1 0,-1-1 0,1 0 0,-1 0-1,1 0 1,-1 1 0,0-1 0,1 0 0,-1 0-1,0 0 1,1 0 0,-1 0 0,0 0-1,0 0 1,0 0 0,0 0 0,0 0 0,0 0-1,0 0 1,0 0 0,-1 0 0,1 1-1,0-1 1,0 0 0,-1 0 0,1 0 0,-1 0-1,1 0 1,-1 0 0,0 0 0,-1-4 30,0 1 0,0-1 0,-1 1 0,1 0 0,-1 0 0,0 0 0,-1 0 0,1 0 0,-6-4 0,4 4 13,0 1-1,-1 0 1,1 0 0,-1 1 0,0 0-1,1-1 1,-1 2 0,0-1 0,0 1 0,0 0-1,0 0 1,-1 1 0,1-1 0,0 2-1,0-1 1,0 0 0,-6 3 0,8-2-20,1 0 0,0 0 0,-1 1 1,1-1-1,0 1 0,0 0 0,0 0 0,1 0 1,-1 0-1,0 1 0,1-1 0,-1 1 1,1-1-1,0 1 0,0 0 0,0 0 0,0 0 1,1 0-1,-1 0 0,1 1 0,-1-1 1,1 0-1,0 1 0,1-1 0,-1 1 0,1-1 1,-1 1-1,1-1 0,0 1 0,0 3 0,0 0-14,0 0 0,1-1 0,-1 1-1,1 0 1,0-1 0,1 1-1,0-1 1,0 1 0,0-1 0,0 0-1,6 9 1,-5-11-128,0 0 0,1 0 0,0 0 0,0-1 0,0 1 1,0-1-1,1 0 0,-1 0 0,1 0 0,0 0 0,-1-1 0,1 0 0,0 0 0,1-1 0,4 2 0,50 7-3412,1-8-3442,-20-2 370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22.6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64 2369,'0'0'17584,"4"1"-14993,-2 1-2325,0-1 1,0 1 0,0-1 0,0 1-1,-1 0 1,1 0 0,0 0-1,-1 0 1,1 0 0,-1 0-1,0 0 1,0 1 0,0-1 0,0 0-1,0 1 1,0-1 0,-1 1-1,1-1 1,0 5 0,-1-5-228,0 0 1,0 0-1,0 0 0,1 0 1,-1 1-1,1-1 1,-1 0-1,1 0 0,0 0 1,0 0-1,0-1 0,0 1 1,0 0-1,0 0 1,1 0-1,-1-1 0,0 1 1,1-1-1,0 1 0,-1-1 1,1 0-1,0 1 1,-1-1-1,1 0 0,0 0 1,0 0-1,0 0 0,0-1 1,0 1-1,0-1 1,0 1-1,1-1 0,-1 1 1,3-1-1,-1-1-138,-1 1-1,1-1 1,-1 0-1,0 0 1,0 0-1,1 0 1,-1-1-1,0 1 1,0-1-1,0 0 1,-1 0-1,1 0 1,0 0-1,-1-1 1,5-4-1,37-50-1083,-24 30 815,-18 25 107,18-19 1489,-20 22-1127,1 0 0,0 0 0,-1 0 0,1-1 0,-1 1 0,1 0 0,-1 0 0,1 0 0,-1 0 0,0 0 0,1 0 0,-1 0 0,0 0 0,0 0 0,0 0 0,0 0 0,0 0 0,0 1 0,0-1 0,0 0 0,0 0 0,-1 0 0,1 1 0,0 0-101,-1 0 0,1 0 0,1 0 0,-1 0-1,0 0 1,0 0 0,1 0 0,-1 0 0,1 0 0,0 0 0,-1 0-1,1 0 1,0-1 0,0 1 0,0 0 0,0 0 0,1-1 0,-1 1-1,0-1 1,1 1 0,-1-1 0,1 0 0,-1 1 0,1-1-1,0 0 1,-1 0 0,1 0 0,2 1 0,0-1-45,1 0-1,-1-1 1,0 1 0,0-1 0,0 0-1,0 0 1,1 0 0,-1-1 0,0 1-1,0-1 1,0 0 0,0 0 0,6-3 0,5-3 61,0-1 0,-1-1 0,0 0 0,-1 0 0,0-2 0,0 1 0,12-16 0,-24 26 52,-1-1 0,1 1 1,-1 0-1,0-1 0,1 1 1,-1-1-1,1 1 1,0 0-1,-1 0 0,1-1 1,-1 1-1,1 0 0,-1 0 1,1-1-1,0 1 1,-1 0-1,1 0 0,-1 0 1,1 0-1,0 0 0,-1 0 1,1 0-1,-1 0 1,1 0-1,0 0 0,-1 1 1,1-1-1,-1 0 0,1 0 1,0 0-1,-1 1 1,1-1-1,-1 0 0,1 1 1,-1-1-1,1 0 0,-1 1 1,0-1-1,1 1 1,-1-1-1,1 1 0,-1-1 1,1 2-1,16 29-140,-8-13-66,-6-15-345,0 1 0,1-1 0,-1 0 0,1 0-1,0 0 1,0 0 0,0-1 0,5 3 0,-7-4-350,1 0 1,-1 0 0,0 0-1,1-1 1,-1 1-1,1-1 1,-1 1 0,1-1-1,-1 0 1,1 0-1,0 0 1,-1 0 0,1 0-1,-1-1 1,1 1 0,4-2-1,2-7-7563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23.4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71 7876,'0'0'14476,"7"4"-13375,4 2-1014,0-1 0,1 0 0,-1-1 0,1-1 0,0 1 0,0-2 0,0 0 0,0 0 0,23-1 0,-33-1-154,-1-1 1,0 0-1,0 0 0,0 0 0,0 0 0,-1-1 1,1 1-1,0 0 0,0 0 0,-1 0 0,1-1 1,-1 1-1,1 0 0,-1-1 0,1 1 1,-1 0-1,0-1 0,0 1 0,1-1 0,-1 1 1,0 0-1,-1-3 0,3-36-1091,-2 37 1030,0 2 110,0 0 0,0-1 0,-1 1 1,1 0-1,0 0 0,-1 0 0,1 0 1,-1 0-1,1-1 0,-1 1 0,1 0 1,-1 0-1,0 0 0,0 0 1,1 1-1,-1-1 0,0 0 0,0 0 1,0 0-1,0 1 0,0-1 0,0 0 1,0 1-1,-2-2 0,-39-8 426,34 10-135,0-1 0,0 1 0,0 1 0,0-1 0,0 1-1,0 1 1,-16 4 0,21-4-193,1 0 0,-1 0-1,0 1 1,1-1 0,0 1 0,0-1-1,-1 1 1,2 0 0,-1 0 0,0 0-1,0 0 1,1 0 0,0 0 0,0 0-1,-1 1 1,2-1 0,-1 0 0,0 1-1,1-1 1,0 0 0,-1 1-1,1-1 1,1 1 0,-1-1 0,1 5-1,0 0-63,0-1 0,0 0 0,1 1 0,0-1 0,0 0 0,1 0 0,0 0 0,0 0 0,0-1 0,9 13 0,-7-14-134,-1-1 1,1 1-1,0-1 0,0 0 0,1 0 1,-1 0-1,1-1 0,0 0 0,0 0 1,0 0-1,0-1 0,0 0 0,0 0 1,1-1-1,-1 1 0,1-2 1,0 1-1,-1-1 0,1 1 0,-1-2 1,1 1-1,0-1 0,-1 0 0,9-3 1,-8 2-148,1 0 0,-1-1 0,0 0 1,0 0-1,0-1 0,-1 0 1,1 0-1,-1-1 0,0 0 0,0 0 1,0 0-1,-1 0 0,0-1 1,0 0-1,0 0 0,-1-1 0,0 0 1,0 1-1,0-1 0,7-14 6686,-8 33-3807,-3-8-2587,1-1 1,0 1-1,-1 0 1,2-1 0,-1 1-1,0-1 1,1 1-1,-1-1 1,1 0 0,0 1-1,0-1 1,1 0-1,-1 0 1,0 0-1,5 3 1,-2-3-98,0-1 0,0 0 0,0 0 0,0 0 0,0-1 0,0 0 0,0 0 0,0 0 0,1-1 0,-1 0 0,0 0 0,1 0 0,-1 0 0,0-1 0,0 0 0,1 0 0,-1 0 0,6-3 0,5-3-210,0-1-1,-1-1 0,0 0 0,16-13 1,1-1 759,-31 23-331,0 0 0,-1 1 0,1-1 1,-1 1-1,1-1 0,-1 0 0,1 1 1,-1-1-1,1 1 0,-1-1 0,0 1 0,1-1 1,-1 1-1,0-1 0,1 1 0,-1 0 1,0-1-1,0 1 0,1 0 0,-1-1 0,0 1 1,0-1-1,0 1 0,0 0 0,0-1 1,0 2-1,8 38-346,3 5-2344,1-27-995,5-14-4262,1-4-573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23.7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179 0 11397,'0'0'5301,"-10"21"-947,-4 5-3505,-31 64 3944,-54 149-1,96-230-4753,1-1-1,0 1 0,1 0 0,0 0 0,0 0 0,1 0 0,0 0 0,1 9 0,0-15-76,-1 0-1,1-1 1,-1 1-1,1-1 1,0 1 0,0-1-1,0 1 1,1-1-1,-1 1 1,0-1-1,1 0 1,0 0-1,-1 0 1,1 0-1,0 0 1,0 0-1,0 0 1,0 0 0,1-1-1,-1 1 1,0-1-1,1 0 1,-1 0-1,1 0 1,-1 0-1,1 0 1,-1 0-1,1-1 1,3 1-1,8 1-636,0 0 0,1-2 0,-1 1 0,0-2 0,25-3 1,-32 2-200,0 0 0,0 0 1,0 0-1,-1-1 0,11-5 1,-13 5-187,0 0 0,0 1 0,0-2 0,0 1 1,0 0-1,-1-1 0,0 0 0,6-7 0,7-24-9408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23.9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12662,'0'0'9492,"128"16"-6739,-67-7-1792,7 0-785,-7-3-176,-14-3-592,-6-3-1201,-21 0-2177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31.2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360 300 2145,'0'0'4479,"4"-5"-4009,-2 3-341,0-1-1,0 1 1,0-1 0,0 0-1,0 0 1,-1 0 0,0 0 0,1 0-1,-1 0 1,0 0 0,-1 0-1,2-5 1,1-50 4814,-5 46-4634,0 0 0,-1 0-1,0 0 1,-1 0-1,-1 0 1,0 1 0,0 0-1,-1 0 1,0 0 0,-1 1-1,0 0 1,-1 0 0,0 0-1,-1 1 1,-12-10 0,20 18-293,-1-1 0,0 1 0,0 0 1,0 0-1,0 0 0,0 0 1,0 1-1,0-1 0,-1 0 1,1 1-1,0 0 0,0-1 0,0 1 1,-1 0-1,1 0 0,0 0 1,0 0-1,0 1 0,-1-1 1,1 1-1,0-1 0,0 1 0,0 0 1,0 0-1,0 0 0,0 0 1,0 0-1,0 0 0,0 0 1,0 1-1,1-1 0,-1 1 0,1-1 1,-1 1-1,-1 2 0,-8 8 7,2 1-1,0 0 1,-15 27-1,14-22 67,-4 8-56,0 1 0,2 1 0,2 0 0,0 0-1,-10 55 1,-7 151 32,25-58 185,2-99-172,0-76-137,-7-7-6448,-14-23-1190,9 12 3429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31.6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 1665,'0'0'11381,"9"-6"-9698,-2 2-1294,0 1 0,0-1 0,0 1 1,0 0-1,0 1 0,1-1 0,-1 2 0,1-1 0,0 1 0,12-1 0,210 2 3546,-230 3-3874,0 0 1,0 0-1,0 0 0,0 0 1,-1-1-1,0 1 0,1 0 1,-1 0-1,-3 5 0,2-5 14,1 0-1,-1 1 1,0-1-1,1 0 1,0 1-1,0 0 0,0-1 1,0 1-1,1 0 1,-1-1-1,1 5 1,0 14-4075,0-11-1049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31.8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5170,'0'0'11894,"34"61"-11894,-27-43-801,0 0-2272,-1-4-1809,1 2-3202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32.2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1 142 5539,'0'0'12266,"0"13"-10998,0 57 701,0-70-1907,0 0 1,0 0 0,0 0 0,0 0 0,1 0-1,-1 0 1,0-1 0,0 1 0,0 0 0,0 0 0,0 0-1,0 0 1,1 0 0,-1 0 0,0 0 0,0 0-1,0 0 1,0 0 0,0 0 0,0 0 0,1 0-1,-1 1 1,0-1 0,0 0 0,0 0 0,0 0-1,0 0 1,4-20 86,-2-18-375,12-63-1,-11 83 21,6-13-598,-1 17-959,-8 14 1648,0-1 1,1 1-1,-1 0 1,0 0-1,0 0 1,0-1-1,1 1 0,-1 0 1,0 0-1,0 0 1,1 0-1,-1 0 1,0 0-1,0 0 0,1 0 1,-1 0-1,0-1 1,1 1-1,-1 0 1,0 0-1,0 0 0,1 0 1,-1 1-1,0-1 1,1 0-1,-1 0 1,0 0-1,0 0 1,1 0-1,-1 0 0,0 0 1,0 0-1,1 1 1,-1-1-1,0 0 1,0 0-1,0 0 0,1 1 1,-1-1-1,1 20-5237,-1-3 862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32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 1 7603,'0'0'13887,"-19"0"-12916,-54 1-480,72-1-489,-1 0 0,1 1 0,0-1 0,-1 0 0,1 0 0,0 1 0,-1-1 0,1 0 0,0 1 0,0 0 0,-1-1 0,1 1 0,0 0 0,0-1 0,0 1 0,0 0 0,0 0 0,0 0 0,0 0-1,0 0 1,0 0 0,0 0 0,1 0 0,-1 1 0,0-1 0,1 0 0,-1 0 0,1 1 0,-1-1 0,1 0 0,0 1 0,-1-1 0,1 2 0,0 0-142,0-1-1,0 0 0,0 0 1,0 0-1,0 0 1,1 0-1,-1 0 0,1 0 1,-1 0-1,1 0 1,0 0-1,0 0 0,0 0 1,0 0-1,2 2 1,20 13-807,16 15-302,-38-30 1247,1-1-1,-1 1 1,0-1-1,0 1 1,0-1-1,0 1 0,0 0 1,-1 0-1,1-1 1,0 1-1,-1 0 0,0 0 1,1 0-1,-1 0 1,0 0-1,0 0 1,0 0-1,0 0 0,0-1 1,0 1-1,-1 0 1,0 4-1,0-5 58,-1 1 0,1-1 0,0 1 0,0-1 0,-1 1 0,1-1 0,-1 0 0,1 0 0,-1 0 0,0 0 0,0 0 0,1 0 0,-1 0 0,0 0 0,0-1 0,-3 1 0,-39 11 669,31-9-523,2-1-172,8-2-389,4-4-396,-1-1 1,1 1-1,0 0 1,1 0 0,-1-1-1,1 1 1,-1 0-1,1 0 1,0 1-1,1-1 1,-1 0-1,1 1 1,3-5 0,2-3-1206,18-26-3577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32.9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7395,'0'0'13014,"0"22"-10749,-8 163 3071,3-79-3400,5-34-3388,0-54 493,0-17 772,0 1-1,0 0 0,0 0 1,1-1-1,-1 1 1,0 0-1,1-1 0,0 1 1,-1 0-1,1-1 0,0 1 1,0-1-1,0 1 1,0-1-1,0 1 0,0-1 1,0 0-1,0 0 0,1 1 1,-1-1-1,0 0 0,1 0 1,2 1-1,0 0-1046,-1-1 0,1 1 0,0-1-1,0 0 1,0 0 0,0 0 0,1 0 0,-1-1-1,5 0 1,5 0-5742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33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4418,'0'0'15735,"128"0"-14726,-80 2-385,-1 7-288,-13 0-336,-7-2-208,-7 2-1665,-20 0-1921,0-2-3601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34.5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1169,'0'0'12629,"5"-1"-11535,-4 1-995,1-1 0,-1 1 0,0-1-1,0 1 1,0 0 0,1-1 0,-1 1 0,0 0 0,0 0-1,1 0 1,-1 0 0,0 0 0,0 0 0,1 1-1,-1-1 1,0 0 0,0 0 0,0 1 0,1-1 0,-1 1-1,0-1 1,0 1 0,0 0 0,0-1 0,0 1 0,0 0-1,0 0 1,0 0 0,0 0 0,0 0 0,-1 0-1,1 0 1,0 0 0,-1 0 0,1 0 0,0 0 0,-1 0-1,1 0 1,-1 1 0,0-1 0,1 0 0,-1 0 0,0 0-1,0 1 1,0-1 0,0 0 0,0 3 4260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36.2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0 185 3506,'0'-3'13204,"2"-15"-12074,0 13-1093,1-1 0,0 0 0,0 1 0,0 0 0,1 0 0,0 0 0,0 0-1,0 0 1,1 1 0,7-6 0,59-42-71,-43 33 97,-17 11 2,-8 5-5,0 1 0,0-1 0,0 1 0,1 0 1,-1 0-1,0 0 0,1 0 0,-1 1 0,1 0 1,0-1-1,4 0 0,-16 36 639,-30 26-232,29-47-441,0 0 1,0 1 0,-6 15 0,10-19-15,-4 19-59,31-29 106,-13-5-61,0 0 0,0 0 0,0-1 0,0-1 1,-1 1-1,0-1 0,-1-1 0,8-8 0,3-2-43,-2 4 19,1 1 0,33-19 0,-14 9 67,-37 28 324,-1 0 0,1 0-1,-1 0 1,0-1 0,0 1 0,0 0 0,-4 6 0,-20 24 222,25-34-591,0 0 1,1 0-1,-1 0 1,0 0-1,1 0 1,-1 0-1,1 0 1,-1 0-1,1 0 1,-1 0-1,1 0 1,0 1-1,0-1 1,-1 0-1,1 0 1,0 0-1,0 0 1,0 1 0,0-1-1,1 0 1,-1 0-1,0 0 1,0 1-1,1-1 1,-1 0-1,1 0 1,-1 0-1,1 0 1,-1 0-1,1 0 1,0 0-1,1 2 1,5 1-445,0 0 0,0 0 0,1 0 1,-1-1-1,1 0 0,8 2 0,30 1-7414,-32-6 2555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36.4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0 10501,'0'0'20185,"0"7"-20185,0-3 0,-6 3-336,6 0-961,-7 0-1392,0 2-1025,-7 0-1904,1-5-3522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36.6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12 11637,'0'0'20666,"-55"-11"-20202,55 17-464,0 3 0,0-4-224,14 0-785,6-3-863,1 0-1346,-1 0-1168,0-2-3906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37.1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528 41 3169,'0'0'12350,"-4"-7"-10904,-14-20-584,13 21-438,19 27 6,-4 0-269,-1-1 0,-1 1 0,-1 0 1,-1 1-1,-1 0 0,4 35 1,-4-4-85,-4 87 0,-3-117 59,-1 1 1,-1-1-1,0-1 1,-2 1-1,-1-1 1,-1 0-1,0 0 1,-2-1-1,-1 0 1,0 0-1,-1-2 1,-2 1-1,0-2 1,0 0-1,-22 20 1,-23 17 495,-3-3 0,-2-3 0,-71 43 0,101-70-771,18-10-39,-9 6-395,10-12-2852,14-10-1414,1-15-3432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37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353 2 4098,'0'0'14791,"6"0"-12921,-4-1-1746,0 1-1,-1 0 1,1 0 0,0 0 0,-1 0 0,1 0-1,-1 0 1,1 1 0,0-1 0,-1 1 0,1-1-1,-1 1 1,1-1 0,-1 1 0,1 0 0,-1 0 0,0-1-1,1 1 1,1 2 0,15 34 2635,-14-29-2440,-3-3 45,0-3-293,-1 0 0,1 0 1,0 0-1,-1 0 0,1 0 1,0-1-1,0 1 0,0 0 1,0 0-1,0-1 0,0 1 1,1-1-1,-1 1 0,1-1 1,-1 0-1,1 1 1,-1-1-1,1 0 0,2 1 1,-3-2-35,-2-2-324,0-1 35,0 0-1,-1 1 1,1-1 0,0 1 0,-1-1-1,0 1 1,-3-5 0,-1 4 100,0 0 0,-1 0 0,1 1 0,0-1 0,-1 1 0,0 1 1,1-1-1,-1 1 0,0 1 0,0-1 0,0 1 0,1 0 0,-1 0 0,0 1 0,0 0 0,0 0 1,1 1-1,-1 0 0,1 0 0,-1 0 0,1 1 0,0 0 0,-10 6 0,-8 6 138,0 1 0,0 1 0,1 1 0,-23 25-1,35-33 104,0 1-1,1 0 1,0 0 0,1 1-1,1 1 1,0-1-1,0 1 1,1 0-1,1 1 1,0 0-1,1 0 1,1 0-1,0 0 1,1 1-1,0-1 1,-1 21-1,4-32-64,0 0-1,1 1 0,-1-1 1,0 0-1,1 1 0,0-1 1,0 0-1,0 0 1,0 0-1,0 0 0,1 0 1,-1 0-1,1 0 0,0 0 1,0 0-1,0-1 1,0 1-1,5 3 0,-2-2-9,-1-1 0,1-1 0,0 1-1,-1-1 1,1 0 0,1 0 0,-1 0 0,0 0-1,0-1 1,11 1 0,-3-1-13,1 0 1,-1-2-1,1 1 0,-1-2 0,1 0 0,-1 0 1,0-1-1,0-1 0,14-5 0,14-11-951,0-1-1,-1-2 1,65-50-1,-66 41-2377,-1-2 0,-1-2 0,40-50 0,-22 15-2221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38.3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263 1 4882,'0'0'14690,"-12"27"-12839,-79 185 1247,38-86-741,28-72-1535,2 1 0,3 1 0,-18 78 0,37-81-1708,10-68 579,0 0 1,0 0-1,2 1 0,13-16 1,15-18-653,-25 33 796,-11 12 326,0 0-1,0 0 1,0 0-1,0-1 1,-1 1-1,1-1 1,-1 1-1,2-6 1,17 46 656,-20-32-967,1 0 1,1-1-1,-1 1 1,1-1-1,-1 0 1,1 0-1,1 0 1,-1 0-1,0 0 1,1-1 0,0 1-1,0-1 1,8 5-1,23 4-5737,9-9-5790,-18-3 4618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38.7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78 4802,'0'0'16093,"-5"0"-14679,3 1-1345,0-1 0,0 0-1,1 0 1,-1 1 0,0-1 0,1 1 0,-1 0-1,1-1 1,-1 1 0,0 0 0,1 0 0,0 0-1,-1 0 1,1 0 0,0 0 0,-1 1 0,1-1-1,0 0 1,0 1 0,0-1 0,0 1 0,0-1-1,-1 3 1,0 2 22,1 0 0,-1-1 1,1 1-1,1 0 0,-1 0 0,1 12 0,0-16-86,0 0 0,0 0 0,0 0 0,0 0 0,0 0 0,1 0 0,-1 0 0,0 0 0,1 0 0,0 0 0,0 0 0,-1 0 0,1-1 0,0 1 0,0 0 0,1 0 0,-1-1 0,0 1-1,0-1 1,1 1 0,-1-1 0,1 0 0,2 2 0,-2-2 1,1 0 0,0 0 0,-1-1 0,1 1 0,0-1 0,-1 1 0,1-1 0,0 0 0,0 0 0,-1 0 0,1-1 0,0 1-1,0-1 1,-1 1 0,1-1 0,0 0 0,-1 0 0,4-2 0,5-2 10,-1-1 0,0 0-1,0 0 1,-1-1 0,0-1 0,0 1-1,12-15 1,-16 17-3,-1 0 0,1 0-1,-1-1 1,0 0 0,-1 0 0,1 0-1,-1 0 1,-1-1 0,1 1 0,-1-1-1,0 1 1,0-1 0,-1 0 0,1-7 0,-2 12-10,0 1 1,-1 0-1,1 0 1,0-1-1,-1 1 1,1 0-1,0 0 1,-1-1 0,0 1-1,1 0 1,-1 0-1,0 0 1,1 0-1,-1 0 1,0 0 0,0 0-1,0 0 1,0 0-1,0 1 1,0-1-1,0 0 1,0 0-1,0 1 1,0-1 0,0 1-1,-1-1 1,1 1-1,0-1 1,0 1-1,-1 0 1,1 0 0,-2 0-1,-48-3-329,37 4-68,13-1 261,0 0 0,-1 0 0,1 0 1,0 0-1,-1 0 0,1 1 0,0-1 1,0 0-1,-1 1 0,1-1 0,0 1 1,0-1-1,0 1 0,0 0 0,0-1 1,0 1-1,0 0 0,0 0 0,0 0 1,0 0-1,0 0 0,0 0 0,0 0 1,1 0-1,-2 2 0,-3 13-3855,4 2-3830,1-10 1028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39.1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33 6659,'0'0'14183,"-21"2"-12828,-69 12-309,87-14-980,0 1 1,-1 0-1,1 0 1,0 0-1,0 1 1,-1-1-1,1 1 1,0 0-1,0-1 1,1 1-1,-1 1 1,0-1-1,1 0 1,-1 1-1,1-1 1,0 1-1,-1 0 1,2 0-1,-1-1 1,0 1-1,0 1 1,1-1-1,0 0 1,-1 0-1,1 1 1,1-1-1,-1 0 1,0 1-1,1-1 1,-1 1 0,1-1-1,0 1 1,1-1-1,-1 1 1,1 3-1,-1-6-59,0 0-5,1 1 0,-1-1 1,1 0-1,-1 0 1,1 0-1,0 1 0,-1-1 1,1 0-1,0 0 1,0 0-1,0 0 0,-1 0 1,1-1-1,0 1 0,1 0 1,-1 0-1,0 0 1,0-1-1,0 1 0,0-1 1,0 1-1,1-1 0,-1 1 1,0-1-1,0 0 1,1 0-1,-1 1 0,0-1 1,3 0-1,47 2 68,-45-2-67,-1 1-28,0-1-1,0-1 1,0 1 0,0-1 0,0 0 0,0 0-1,0 0 1,0 0 0,0-1 0,0 0 0,-1 0-1,1 0 1,5-5 0,-7 5 8,-1-1-1,1 0 1,-1 1-1,0-1 1,0 0-1,0 0 1,0-1-1,0 1 1,-1 0 0,1-1-1,-1 1 1,0-1-1,0 1 1,-1-1-1,1 1 1,0-1-1,-1 0 1,0 1 0,0-6-1,0 4 48,0 0-1,0 0 1,0 0-1,-1 0 1,0 0 0,0 0-1,0 0 1,0 0-1,-4-7 1,4 10-187,-1 0 0,1 0-1,-1 1 1,1-1 0,-1 1 0,0-1 0,0 1 0,0 0-1,0-1 1,0 1 0,0 0 0,0 0 0,0 1 0,0-1-1,0 0 1,0 1 0,-1-1 0,1 1 0,0 0 0,0-1-1,-1 1 1,1 0 0,-3 1 0,4-1-50,1 0 0,0 0 0,-1 0 0,1 0 0,-1 0 0,1 0 0,0 0 0,-1 1 0,1-1 0,0 0 0,-1 0 0,1 0 0,0 0 0,-1 1 0,1-1 0,0 0 0,-1 0 0,1 1 0,0-1 1,0 0-1,-1 1 0,1-1 0,0 0 0,0 0 0,0 1 0,-1-1 0,1 1 0,0-1 0,0 0 0,0 1 0,0-1 0,0 0 0,0 1 0,0-1 0,0 1 0,0-1 0,0 0 0,0 1 0,0-1 0,0 0 0,0 1 0,0-1 0,0 1 0,0-1 0,0 0 0,1 1 0,-1 4-3509,0 4-4450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39.4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188 3 4882,'0'0'19196,"-16"-1"-18479,-48 0-418,63 1-298,-1 0 0,1 0 0,0 0-1,0 1 1,0-1 0,0 0 0,0 1 0,0-1-1,0 0 1,0 1 0,1 0 0,-1-1-1,0 1 1,0-1 0,0 1 0,0 0 0,1 0-1,-1-1 1,0 1 0,1 0 0,-1 0 0,1 0-1,-1 0 1,1 0 0,-1 0 0,1 0 0,-1 0-1,1 0 1,0 0 0,0 0 0,-1 2 0,2 33-468,0-26 289,-1-6 161,-1-1 0,0 0 0,0 0 0,0 0 0,0 0 0,0 1 0,-1-2 0,1 1 0,-1 0 0,0 0 0,0 0 0,0-1 0,0 1 0,-1-1 0,1 0 0,0 0 0,-1 1 0,0-2 0,1 1 0,-1 0 0,0 0 0,-6 1 0,-22 20-24,28-21 1623,1-1-6072,8-6-5381,12-7 5058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39.5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1 1 4690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39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 4690,'45'50'2593,"-36"-39"-133,13-9 3709,2 3-3702,18 3-602,-19-6-943,38 0-115,-57-2-791,0 0 0,-1-1 0,1 1 0,-1-1 0,1 1 0,-1-1 0,1 0 0,-1 0 0,1-1 0,-1 1 0,0-1 0,5-3 0,-7 4 4,0 0 1,0 0-1,0 0 1,0 0-1,0 0 1,0 0-1,0 0 1,-1 0-1,1 0 1,0-1-1,-1 1 1,1 0-1,-1 0 1,0-1-1,1 1 1,-1 0-1,0-1 1,0 1-1,0 0 1,0-1-1,0 1 1,0-1-1,0 1 1,0 0-1,0-1 1,-1 1-1,1 0 1,-1-1-1,1 1 0,-1 0 1,0-2-1,0 1 45,-1 0-1,1 0 0,-1 0 0,1 0 1,-1 1-1,1-1 0,-1 0 0,0 1 1,0-1-1,0 1 0,0 0 0,0 0 0,0 0 1,0 0-1,0 0 0,-4-1 0,-3 0 217,0 0-1,-1 1 1,1 0-1,0 1 0,-1 0 1,1 0-1,-13 3 1,19-3-201,1 1 0,-1-1 0,0 1 0,0 0 0,1 0-1,-1 0 1,1 0 0,-1 1 0,1-1 0,-1 1 0,1-1 0,0 1 0,0 0 0,0 0 0,0 0 0,0 0 0,0 0 0,0 0 0,1 1 0,-1-1 0,1 0 0,-1 1 0,1-1 0,0 1-1,0 0 1,0-1 0,0 4 0,0 0-51,0 1-23,-1 0 0,2-1 0,-1 1 0,1 0 0,0 8 0,1-13-64,-1 1 0,0-1 0,1 0 0,0 0 0,0 0 0,-1 0-1,1 0 1,0 0 0,0-1 0,1 1 0,-1 0 0,0 0 0,1-1 0,-1 1-1,1-1 1,-1 1 0,1-1 0,0 0 0,-1 1 0,1-1 0,4 1-1,8 5-765,1-2-1,0 0 0,1-1 0,-1 0 0,17 1 0,83 2-7416,-29-7-819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40.1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312 0 12294,'0'0'13270,"-135"154"-12086,115-91 97,-1 0-289,8-2-415,-8-9-481,8-9-96,-1-12-321,1-6-655,-1-7-945,7-6-432,-6-6-1537,6-3-1968,-13-3-1746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40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1 323 8852,'19'-8'2396,"215"-70"5979,-41 18-4048,-138 40-3898,69-35 1,-114 50-411,-1 0 0,0-1 0,16-13 0,-23 17-9,0 0 0,1-1 0,-1 1 0,0 0 0,0-1 0,-1 1 1,1-1-1,0 1 0,-1-1 0,0 0 0,0 0 0,1 1 0,-2-1 0,1 0 1,0 0-1,0-6 0,-1 8 5,0 1 0,0-1 0,0 0 0,-1 1 1,1-1-1,0 0 0,0 1 0,-1-1 0,1 1 0,0-1 0,-1 0 1,1 1-1,0-1 0,-1 1 0,1-1 0,-1 1 0,1-1 0,-1 1 1,0-1-1,1 1 0,-1 0 0,1-1 0,-1 1 0,0 0 0,1-1 1,-1 1-1,1 0 0,-1 0 0,0 0 0,-1-1 0,-24 0 352,20 1-293,-9-1 61,0 1 1,0 1 0,0 1 0,1 0 0,-1 0 0,1 2-1,-1 0 1,1 1 0,0 0 0,1 1 0,-1 0 0,1 1-1,0 1 1,1 0 0,0 1 0,0 0 0,1 0-1,0 2 1,1-1 0,0 1 0,0 1 0,-14 23 0,16-19-120,0 1 1,1 0-1,0 0 1,2 1 0,0 0-1,1 0 1,0 0-1,2 1 1,0-1-1,2 1 1,-1-1 0,2 1-1,4 22 1,-5-40-45,0 1 1,0-1 0,0 0-1,0 1 1,0-1 0,1 1-1,-1-1 1,1 0 0,-1 0-1,1 1 1,-1-1-1,1 0 1,0 0 0,-1 1-1,1-1 1,0 0 0,0 0-1,0 0 1,0 0 0,0 0-1,0 0 1,0 0 0,0-1-1,0 1 1,1 0-1,-1-1 1,0 1 0,0-1-1,1 1 1,-1-1 0,0 1-1,1-1 1,-1 0 0,0 0-1,1 1 1,-1-1-1,1 0 1,-1-1 0,0 1-1,1 0 1,-1 0 0,0 0-1,1-1 1,-1 1 0,2-2-1,3 0-83,0-1-1,0 1 1,0-2-1,0 1 1,-1-1-1,0 1 1,9-9-1,4-8-473,27-38 0,-27 33 619,4 78 1158,-21-50-1507,0 0 0,1 0-1,-1-1 1,1 1 0,0 0-1,-1-1 1,1 1 0,0-1-1,1 1 1,-1-1-1,0 0 1,1 0 0,-1 0-1,1 0 1,0 0 0,0-1-1,3 2 1,1-1-979,-1 0 0,1 0 0,0-1 0,0 0 0,0 0 0,14-1 0,5 0-6190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41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99 1121,'0'0'15927,"2"3"-14908,1 1-849,0-1 0,0 0-1,0 0 1,0 0 0,0 0 0,1 0 0,0-1 0,-1 1-1,1-1 1,0 0 0,0 0 0,0-1 0,0 1-1,1-1 1,-1 0 0,0 0 0,0 0 0,7-1 0,4 2-46,1-1 0,0-1 0,0-1 0,17-3 0,-28 3-207,0 0 1,1-1-1,-1 0 0,0 0 1,0 0-1,0-1 0,0 0 1,-1 0-1,1 0 0,-1 0 1,0-1-1,0 0 0,6-6 1,-8 7 66,0 1 0,0 0 0,0-1 0,0 1 0,-1-1 0,1 1 0,-1-1 0,0 0 0,0 1-1,0-1 1,0 0 0,0 0 0,0 0 0,-1 0 0,1 0 0,-1 0 0,0 0 0,0 0 0,0 0 0,-1 0 0,1 0 0,-1 0 0,1 0 0,-1 0 0,0 1 0,-1-4 0,0 4 112,0 0 1,0 0-1,0 1 0,0-1 0,0 1 1,0 0-1,0-1 0,0 1 1,-1 0-1,1 0 0,0 1 1,-1-1-1,1 0 0,-1 1 0,1-1 1,-1 1-1,1 0 0,-5 0 1,-53 1 1686,48 0-1271,10-1-448,1 0 1,-1 0 0,0 1 0,1-1-1,-1 0 1,0 1 0,1 0 0,-1-1-1,0 1 1,1 0 0,-1-1 0,1 1-1,0 0 1,-1 0 0,1 1 0,0-1-1,-1 0 1,1 0 0,0 0 0,0 1-1,0-1 1,0 1 0,0-1 0,0 1-1,1-1 1,-1 1 0,0-1 0,1 1-1,-1 0 1,1-1 0,0 1 0,-1 0-1,1-1 1,0 1 0,0 0 0,0 0-1,0-1 1,1 1 0,-1 0 0,1 2-1,0 0-82,-1 0-1,1 0 1,0 0-1,1 0 1,-1 0-1,1 0 1,-1 0-1,1-1 1,0 1-1,1-1 0,-1 1 1,0-1-1,1 0 1,0 0-1,0 0 1,6 5-1,11 2-924,1-1 1,0 0-1,0-2 0,1 0 0,23 4 0,61 3-11085,-46-13 2925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41.4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0 3506,'0'0'12755,"-13"22"-9079,4-5-3029,-6 7 135,1 2 1,2 0-1,1 0 1,-10 33 0,7-9-121,-46 176 4518,40-111-6785,12 2-7098,10-110 3185,3-6-1584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41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 14 7908,'0'0'16810,"-16"-2"-15727,-4-2-743,8 2-57,-1 0 1,1 0-1,-23 1 0,33 1-258,0 1 1,0-1-1,0 1 0,0 0 1,0-1-1,0 1 0,0 0 1,1 0-1,-1 0 0,0 1 1,0-1-1,1 0 0,-1 1 1,1-1-1,-1 1 0,1-1 1,-1 1-1,1 0 0,0 0 1,0 0-1,0-1 1,-1 5-1,-18 49-10,18-47-29,1-8-22,1 1 0,0-1 1,-1 1-1,1-1 0,0 1 0,-1-1 0,1 1 0,0-1 1,0 1-1,0-1 0,0 1 0,0 0 0,0-1 1,0 1-1,0-1 0,0 1 0,0-1 0,0 1 0,0 0 1,0-1-1,0 1 0,0-1 0,0 1 0,1-1 0,-1 1 1,0-1-1,0 1 0,1-1 0,-1 1 0,0-1 0,1 1 1,-1-1-1,1 1 0,-1-1 0,1 0 0,-1 1 0,1 0 1,24-8-313,27-27-51,-39 24 261,-9 6 134,1 1 0,-1-1 0,1 0 0,-1 0 0,0 0 1,0 0-1,-1-1 0,6-8 0,-12 18 1475,-2 4-1195,0 0 0,1 0-1,0 1 1,-4 14-1,8-22-430,-1-1 0,1 1 0,-1 0 0,1-1 0,0 1-1,-1 0 1,1-1 0,0 1 0,0 0 0,0 0 0,0-1 0,1 1-1,-1 0 1,0-1 0,1 1 0,-1 0 0,1-1 0,0 1 0,-1-1 0,1 1-1,0-1 1,0 1 0,0-1 0,0 0 0,0 1 0,0-1 0,0 0-1,1 0 1,-1 0 0,0 0 0,1 0 0,-1 0 0,1 0 0,-1 0 0,1 0-1,-1-1 1,1 1 0,0-1 0,2 1 0,69 4-8623,-26-5 2202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42.3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3 6947,'0'0'7340,"-20"-1"-2845,-65 0-1032,83 1-3280,-1 0-1,0 0 1,0 0 0,1 0 0,-1 1 0,0-1-1,1 1 1,-1 0 0,1 0 0,-1 0 0,1 0-1,-1 0 1,1 0 0,0 1 0,-1-1 0,1 1-1,0-1 1,-2 3 0,3-1-94,-1-1 0,1 0 0,0 0-1,1 1 1,-1-1 0,0 0 0,1 1 0,-1-1 0,1 1 0,-1-1 0,1 1 0,1 4 0,-1-5-89,1 0 0,0 0 0,0-1 0,0 1 0,0 0 0,0-1 1,0 1-1,0 0 0,1-1 0,-1 0 0,1 1 0,-1-1 0,1 0 0,-1 1 1,1-1-1,0 0 0,-1 0 0,4 1 0,45 22-154,-33-16-60,-15-8 189,0 1 0,0 0-1,0-1 1,-1 1 0,1 0-1,0 0 1,-1 0 0,1 1 0,-1-1-1,1 0 1,-1 0 0,0 1-1,0-1 1,1 1 0,-1-1 0,0 1-1,0 0 1,0-1 0,-1 1-1,1 0 1,0 0 0,-1 0 0,1-1-1,-1 1 1,1 0 0,-1 3-1,-1-3 43,1 0 0,-1 0-1,0 0 1,0 0 0,0 0-1,0 0 1,-1-1 0,1 1-1,0 0 1,-1-1 0,1 1-1,-1-1 1,0 1 0,1-1-1,-1 0 1,0 0 0,0 0-1,0 0 1,0 0 0,0 0-1,0 0 1,0-1 0,-2 1-1,-11 7 290,-1 0-1624,6-5-9939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42.5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252 0 11781,'0'0'7380,"-20"24"-2858,-3 3-3394,8-11-579,1 1 0,0 1 1,2 0-1,0 1 0,1 1 1,-11 24-1,-53 145 3586,67-162-4535,1 1 0,1 0-1,1 0 1,1 1 0,1 30 0,4-58 233,0 0 0,0 0-1,0 0 1,0 0 0,0 0 0,0 0 0,0 0 0,1 0 0,-1-1-1,0 1 1,0 0 0,1-1 0,-1 1 0,1-1 0,-1 1 0,0-1-1,1 0 1,-1 0 0,1 1 0,-1-1 0,1 0 0,-1 0 0,1 0-1,-1-1 1,3 1 0,40-2-5401,-17-7-2345,-5-13-3562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42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11909,'0'0'8804,"122"14"-8772,-68-12-32,0-2-1424,7 0-2146,7 0-4209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43.8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1 538 3330,'0'0'15409,"4"3"-14128,1 0-1077,-1-1 0,1 1 0,0-1 0,0 0 0,0-1 0,0 1 0,0-1 0,0 0 0,0 0 0,0 0 0,1-1 0,-1 1 0,0-1 0,0-1 0,1 1 0,-1-1 0,0 0 0,5-2 0,-6 2-184,-1 0 0,0 0 1,1-1-1,-1 0 0,0 0 0,0 1 0,0-2 0,-1 1 1,1 0-1,0-1 0,-1 1 0,0-1 0,1 0 0,-1 1 0,0-1 1,0 0-1,-1 0 0,1-1 0,-1 1 0,1 0 0,-1-1 0,0 1 1,0 0-1,-1-1 0,1 1 0,-1-1 0,1 0 0,-2-5 1,0 8-48,0-1 1,0 1 0,0 0-1,0 0 1,0 0 0,-1-1-1,1 1 1,-1 0 0,1 1-1,-1-1 1,1 0 0,-1 0-1,1 1 1,-1-1 0,0 0-1,1 1 1,-1 0 0,0-1-1,1 1 1,-1 0 0,0 0-1,0 0 1,1 0-1,-1 0 1,0 0 0,-3 2-1,1-2 35,-1 0-1,0 0 0,1 0 0,-1 1 0,1 0 0,-1 0 1,1 0-1,-1 1 0,1-1 0,-8 5 0,9-2 74,0 0-1,1 0 1,0 0 0,-1 0-1,1 0 1,1 1-1,-1-1 1,1 1 0,0-1-1,0 1 1,0-1-1,0 1 1,1 0-1,0-1 1,0 1 0,0 0-1,0-1 1,2 6-1,-2 11 187,0-19-263,0-1 0,1 1 1,-1-1-1,0 0 0,0 1 0,1-1 0,-1 1 0,0-1 0,1 0 0,0 0 0,-1 1 0,1-1 0,0 0 0,-1 0 0,1 1 0,0-1 0,0 0 0,0 0 0,0 0 0,0 0 0,0 0 0,0-1 0,2 2 0,1 0-22,-1-1 0,0 0 1,0 0-1,0 0 0,1 0 0,-1 0 0,1-1 0,-1 1 0,7-1 0,-3-1-122,-1 1-1,1-1 1,0 0-1,-1 0 1,1-1-1,-1 0 1,1 0-1,-1 0 1,0-1-1,9-5 1,215-185-8287,-189 154 6655,-3-2-1,0-2 1,38-59 0,-66 86 1758,-1 0 0,0 0 1,-1-1-1,-1 0 0,6-23 1,-5-16 11647,-12 59-9703,-37 40-271,1 1 0,3 2 0,-36 56 0,47-62-1042,2 2-1,1 0 0,2 2 1,-21 64-1,40-101-770,0 0-1,0 1 1,1-1 0,0 1-1,1 14 1,4-21-352,0 0 1,0 0 0,1 0-1,-1-1 1,0 0-1,0 0 1,8-1 0,-4 1-858,-4 0 456,1-1 1,0 1-1,0-1 1,0 0-1,0 0 1,-1-1-1,1 0 1,0 0-1,-1 0 0,0 0 1,1 0-1,-1-1 1,0 0-1,0 0 1,-1 0-1,6-5 1,11-10-5271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44.2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79 3906,'0'0'12928,"2"3"-11204,1 0-1426,0 1 1,0-1-1,0 0 1,1-1-1,0 1 0,-1-1 1,1 1-1,0-1 1,0 0-1,0 0 1,0-1-1,0 1 1,0-1-1,1 0 0,7 1 1,-3-1-185,0 0 1,0 0-1,1-1 1,-1 0-1,1 0 1,-1-1-1,11-3 0,-17 3-118,-1 0 0,0 0 0,0-1-1,0 1 1,0-1 0,0 1-1,0-1 1,0 0 0,0 1-1,-1-1 1,1 0 0,-1 0-1,1 0 1,-1 0 0,0-1-1,0 1 1,0 0 0,0 0 0,0-1-1,0 1 1,-1-1 0,1-3-1,0 2-14,0-1-1,0 0 1,-1 1-1,1-1 1,-1 0-1,0 0 1,-1 0-1,1 1 1,-1-1-1,0 0 0,-2-4 1,-1 7 21,0 1 1,0-1-1,0 1 1,0 1-1,-1-1 1,1 0-1,0 1 1,0 0-1,-1 0 1,1 0-1,0 1 1,0 0-1,-7 1 1,9 0 9,1-1 0,-1 1 1,1 0-1,-1 0 0,1-1 1,0 1-1,0 0 0,0 0 1,0 0-1,0 0 0,0 1 1,1-1-1,-1 0 0,1 0 1,0 0-1,-1 0 0,1 4 1,1 48 169,0-31-189,-1-17-119,0 1-1,0 0 1,0-1 0,1 1-1,0 0 1,1-1 0,-1 1-1,5 8 1,-5-13-196,1 1 1,-1-1 0,1 0 0,0 0-1,0 0 1,0 0 0,0 0 0,0 0-1,0-1 1,0 1 0,1-1 0,-1 1-1,0-1 1,1 0 0,0 0-1,-1 0 1,1 0 0,0 0 0,-1-1-1,1 1 1,0-1 0,5 0 0,19 1-4564,0-1-929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44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47 3682,'0'0'16535,"0"0"-16437,0 0-1,0 0 0,1 0 1,-1 0-1,0 0 1,1 1-1,-1-1 1,0 0-1,0 0 0,1 0 1,-1 0-1,0 0 1,1 0-1,-1 0 0,0 1 1,0-1-1,0 0 1,1 0-1,-1 0 0,0 0 1,0 1-1,0-1 1,1 0-1,-1 0 0,0 1 1,0-1-1,0 0 1,0 0-1,0 1 0,1-1 1,-1 0-1,0 1 1,0-1-1,0 0 1,0 0-1,0 1 0,0-1 1,0 0-1,0 1 1,0-1-1,0 0 0,0 0 1,0 1-1,-1-1 1,1 61 3343,3-61-3492,-1 0-1,1 0 1,-1-1 0,0 1-1,1-1 1,-1 0-1,0 0 1,0 0-1,1 0 1,3-3 0,41-21-533,0 2 1,92-31-1,-137 54 2148,-2 49 87,2-48-1687,1-1-1,-1 1 0,1-1 1,0 0-1,0 0 1,-1 0-1,1 0 1,0 0-1,-1-1 0,1 1 1,0-1-1,-1 1 1,4-2-1,32-17-442,-29 14 454,0 1 1,0-1 0,1 1 0,-1 1 0,1 0 0,0 0 0,0 1 0,20-2 0,-29 6 112,0 0 1,0 1 0,0-1 0,0 0 0,-1 1-1,1-1 1,-1 1 0,1-1 0,-1 0-1,0 1 1,0-1 0,0 1 0,0-1-1,0 1 1,-1 2 0,1 17-45,1-19-112,-1 1 0,1-1-1,0 0 1,0 0-1,0 0 1,1 0 0,-1 0-1,1-1 1,-1 1-1,1 0 1,0-1 0,0 1-1,0-1 1,0 1-1,1-1 1,-1 0 0,1 0-1,4 3 1,22 5-4795,6-9-5996,-21-3 2413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45.3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 4338,'0'0'12854,"6"11"-11411,-4-6-1246,1 0 1,-1 1-1,1-1 0,1 0 1,-1-1-1,1 1 0,0-1 1,0 1-1,0-1 0,1 0 0,-1-1 1,1 1-1,0-1 0,0 0 1,0 0-1,1 0 0,-1-1 1,1 0-1,-1 0 0,12 2 0,-12-3-139,5 1 17,0-1 0,1 0 0,-1-1 0,13 0 0,-22 0-77,1-1 0,-1 1 0,1 0 0,-1 0 0,0-1 0,1 1 0,-1 0 1,1-1-1,-1 0 0,0 1 0,1-1 0,-1 0 0,0 0 0,0 1 0,1-1 0,-1 0 0,0 0 0,0 0 0,0 0 0,0-1 0,0 1 0,-1 0 0,1 0 1,0-1-1,0 1 0,-1 0 0,1-1 0,-1 1 0,1-1 0,-1 1 0,0 0 0,1-1 0,-1 1 0,0-1 0,0-1 0,0 0-35,1 0-1,-1 0 0,0 0 0,0 0 1,-1 0-1,1 0 0,0 0 0,-1 0 1,0 0-1,0 0 0,0 0 0,0 0 1,0 1-1,0-1 0,-1 0 1,1 1-1,-5-5 0,3 5 37,-1 0-1,0 0 1,0 1-1,1 0 0,-1 0 1,0 0-1,0 0 1,-1 0-1,1 1 1,0 0-1,0 0 1,-8 0-1,8 0 54,-1 0-1,0-1 0,0 2 0,1-1 0,-1 0 1,0 1-1,1 0 0,-1 0 0,0 0 1,1 1-1,0 0 0,-1 0 0,1 0 1,0 0-1,0 0 0,0 1 0,0 0 1,0 0-1,1 0 0,-1 0 0,1 1 1,0-1-1,0 1 0,0 0 0,0 0 0,1 0 1,0 0-1,0 0 0,0 1 0,0-1 1,0 0-1,1 1 0,-2 8 0,2-7-49,-1 0 0,0-1 0,1 1 0,0 0-1,1 0 1,-1 0 0,1 0 0,0 0 0,1-1 0,-1 1-1,1 0 1,0 0 0,4 11 0,-3-14-129,0 1 0,1-1 0,-1 0 0,0 0 0,1 0 0,0 0 0,0 0 1,0-1-1,0 1 0,0-1 0,0 0 0,1 0 0,-1 0 0,1 0 0,-1-1 0,1 1 0,0-1 0,0 0 1,-1 0-1,1 0 0,7 0 0,7 2-1474,0-1 0,-1-1 0,1-1 0,0 0 0,0-2 0,0 0 0,0 0 0,21-7 0,8-10-2655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45.6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17 1953,'0'0'16207,"-2"-4"-13910,2 4-2232,0-1 0,0 1 0,0-1 0,0 0 0,0 1 0,0-1 0,0 1 0,-1 0 0,1-1 0,0 1 0,0-1 0,0 1 0,-1-1 0,1 1 0,0-1 0,-1 1 0,1 0 0,0-1-1,-1 1 1,1 0 0,0-1 0,-1 1 0,1 0 0,-1-1 0,1 1 0,-1 0 0,1 0 0,-1-1 0,1 1 0,-1 0 0,1 0 0,-1 0 0,1 0 0,-1 0 0,1 0 0,-1 0 0,1 0 0,-1 0 0,1 0-1,-1 0 1,1 0 0,-1 0 0,1 0 0,-1 1 0,0-1 0,-8 28 1948,8-17-1736,0-1-1,1 0 0,0 0 1,1 0-1,3 16 0,-3-24-272,0-1-1,0 1 0,0-1 1,0 0-1,1 1 0,-1-1 0,0 0 1,1 0-1,-1 0 0,1 0 1,0 0-1,-1 0 0,1 0 1,0-1-1,-1 1 0,1 0 0,0-1 1,0 0-1,0 1 0,-1-1 1,1 0-1,0 0 0,0 0 0,0 0 1,0 0-1,-1-1 0,1 1 1,0 0-1,2-2 0,3 1-83,-1 0 0,0 0 0,1-1 0,-1 0 0,0-1 0,0 1 0,7-5 0,0-2-195,-4 3 128,1-1 0,-1 0 1,0-1-1,0 0 0,-1 0 1,12-15-1,-9 58 2905,-10-32-2967,0 0 0,0-1 0,0 1 0,1 0-1,-1 0 1,1-1 0,0 1 0,0-1 0,0 1 0,0-1 0,0 0 0,0 0 0,0 0 0,1 0 0,3 2 0,0-3-1097,0 1-1,1-1 1,-1-1-1,1 1 1,9-1 0,-16 0 1263,39 0-8102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46.0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259 0 64,'0'0'22560,"-12"26"-20127,-165 307 4263,165-312-6518,-32 64 128,42-79-311,-1 1 0,1-1 0,0 1-1,1-1 1,0 1 0,0 0 0,0-1 0,1 1-1,0 0 1,0 0 0,2 10 0,-1-16-9,-1 0 1,1 1-1,0-1 1,0 0-1,0 0 1,0 1-1,0-1 1,0 0-1,1 0 1,-1 0-1,0 0 1,1 0-1,-1-1 1,0 1-1,1 0 1,-1-1-1,1 1 1,-1-1-1,1 1 1,-1-1-1,1 0 1,-1 1-1,1-1 1,2 0-1,46 1-533,-40-1 258,-2 0-149,0 0 0,0 0-1,1-1 1,-1 0 0,0-1 0,0 0 0,0 0 0,0 0-1,-1-1 1,15-8 0,-15 6-908,0 0 0,0 0 0,-1 0 0,0-1 1,0 0-1,8-12 0,7-9-7090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46.2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3249,'0'0'13783,"156"7"-13271,-95-5-368,-1 0-144,1 0-352,0 1-2225,-6-3-2978,-1 0-3345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46.4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8148,'0'0'21305,"-14"27"-19480,14-24-672,0-1-817,0 2-336,0-1 0,0 1 0,0 3 0,0 0-2001,0-3-2337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52.4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5 186 2993,'0'0'6099,"-5"9"2638,28-30-8725,1 2 0,42-27-1,22-16-70,-54 31 630,-40 38-479,1 0-1,0 1 1,0-1-1,0 1 0,1 0 1,0 0-1,1 1 0,-1-1 1,-2 12-1,2-3-77,1 0 1,0 0-1,-1 34 1,58-48-31,-49-4-14,0 0-1,0 0 1,-1 0 0,1 0 0,-1-1 0,1 1 0,-1-1 0,1 0 0,-1-1 0,0 1 0,0-1 0,0 0 0,6-6 0,51-54-956,-27 25 408,-26 30 541,3-1 41,-1-1 0,-1 0-1,13-18 1,-83 95 3502,54-57-3249,3-5-184,0 0 0,1 1 1,0-1-1,0 1 0,0-1 0,1 1 0,-1 0 0,1 0 1,1 0-1,-1 0 0,1 1 0,-1 8 0,7-13-83,0-1 0,0 0 0,-1 0 0,1 0 0,0-1 0,0 0 0,0 1 0,0-2 0,7 0 0,-7 1-76,0-1-25,-1 1 0,1-1 1,-1-1-1,1 1 1,-1 0-1,0-1 0,0 0 1,0 0-1,0 0 1,0-1-1,0 0 1,6-5-1,45-46-1247,-36 34 1038,-9 10 212,-4 6 151,-1-1 0,0 0-1,0 0 1,0 0 0,-1 0 0,0 0-1,0-1 1,0 0 0,-1 0 0,4-7-1,-7 12 1853,-3 1-1789,0 1 0,0 0 0,0 0 0,1 1 0,-1-1 0,0 1 0,1-1 0,-1 1 0,1 0 0,-1 0 0,1 0 0,0 0 0,0 0 0,0 0 0,0 1 0,0-1 0,1 1 0,-1-1 0,1 1 0,0 0 0,-1 0 0,0 5 0,-4 5 136,2 1-1,-1-1 0,-3 23 1,7 36 227,2-72-495,0 1 0,0 0-1,0 0 1,0 0-1,0-1 1,0 1 0,0-1-1,0 1 1,0-1-1,0 1 1,0-1 0,0 1-1,1-1 1,-1 0 0,0 0-1,0 0 1,0 1-1,1-1 1,-1 0 0,0 0-1,0-1 1,2 1-1,32-2-3549,-31 1 2656,0 0 0,-1-1 0,1 1 1,-1-1-1,1 0 0,-1 0 0,0 0 0,0 0 0,6-5 0,11-13-6035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52.6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3 3089,'0'0'21402,"-34"-3"-20601,41 3-1970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52.9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0 4674,'0'0'20444,"-7"1"-14928,-6 0-3481,-2-1-3823,8 1-4167,1-1 579,-1 0-2681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53.2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6259,'0'0'25508,"0"0"-25696,0 1 0,0-1 0,0 1 1,1-1-1,-1 1 0,0-1 1,0 1-1,1-1 0,-1 1 0,0-1 1,0 1-1,1-1 0,-1 1 1,1-1-1,-1 0 0,0 1 0,1-1 1,-1 0-1,1 1 0,-1-1 1,1 0-1,-1 1 0,1-1 0,0 0 1,39 7-9941,-14-6-591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53.8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140 1 3153,'0'0'5560,"9"8"-5288,8 9-15,-2 1 0,1 1 0,-2 0 0,-1 1 0,0 0 0,-1 1-1,-1 1 1,-2 0 0,0 0 0,-1 1 0,5 23 0,-8-28 74,-2 1 0,1-1 0,-2 1-1,-1-1 1,0 1 0,-1 0 0,-1-1 0,-1 1 0,0 0 0,-2-1 0,0 0 0,-1 0 0,-1 0 0,0 0 0,-13 22 0,-11 5 712,-3-1 0,-1-2 0,-2-1 0,-2-2 0,-44 36 0,69-60-2083,18-21-6729,8-13 1889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55.5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374 15 2161,'0'0'11232,"0"4"-10045,0 26 3610,-2-66-6377,0 35 1562,0-1-1,0 1 0,0 0 0,0 0 0,0 0 0,-1 0 1,1 0-1,0 0 0,0 0 0,-1 1 0,1-1 0,0 1 1,-1 0-1,1 0 0,0 0 0,-1 0 0,1 0 0,0 0 0,-4 1 1,-47 12-131,33-4 308,0 2 1,1 1-1,0 0 0,1 1 1,0 1-1,1 1 0,1 0 1,-18 21-1,24-25-41,1 0 0,0 1-1,1 0 1,1 0 0,0 0 0,0 1 0,1 0 0,1 1 0,0-1 0,1 1-1,0 0 1,1 0 0,-2 26 0,5-32-26,0 1 0,0 0 0,1-1 0,0 1 0,0-1 0,1 1 0,5 14 0,-6-21-92,1 1 1,0-1-1,0 1 0,-1-1 0,1 0 0,1 0 0,-1 1 0,0-1 0,1-1 0,-1 1 0,1 0 1,-1-1-1,1 1 0,0-1 0,-1 0 0,1 0 0,0 0 0,0 0 0,0 0 0,0-1 0,0 1 1,0-1-1,0 0 0,0 0 0,6-1 0,-5 1-252,1 0-1,0 0 1,-1-1-1,1 1 1,-1-1-1,1 0 1,-1-1 0,7-2-1,-5 1-741,0-1 0,-1 1 0,1-1 0,-1-1 0,8-7 0,20-20-5542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56.0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1 7283,'0'0'10026,"-20"21"-7393,0 0-2090,7-8-250,0 1-1,1 0 1,1 1 0,0 0-1,1 0 1,1 1 0,-15 33-1,-2 14 816,2 1 0,2 0 0,4 2-1,-12 83 1,29-63-1276,10-86-998,-2-3 946,1-1 0,-1 0 0,1 0 0,-1 0 0,0-1 0,-1 0 1,1-1-1,8-9 0,-1 2-193,-1-2 0,20-27 1,-27 32 160,7-7 1231,-11 42-145,-2-24-845,0 2-74,1 0 0,-1 0 0,1 1 0,-1-1 1,1 0-1,0 0 0,1 0 0,-1 0 0,0 0 1,1 0-1,-1-1 0,1 1 0,0 0 0,0-1 0,0 0 1,0 1-1,1-1 0,-1 0 0,1 0 0,-1 0 1,1 0-1,0 0 0,-1-1 0,1 1 0,0-1 1,0 0-1,4 1 0,4 2-1435,1-1-1,0 0 1,0-1 0,0 0 0,0-1-1,13 0 1,20-1-5016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56.3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44 7027,'0'0'13702,"-17"12"-12773,-50 37-371,65-48-546,0 0 0,1 0 0,0 0 0,-1 1 1,1-1-1,0 0 0,-1 1 0,1-1 1,0 1-1,0-1 0,0 1 0,0 0 1,1 0-1,-2 3 0,2-5-10,0 1 0,0 0 0,0-1 0,0 1 0,0-1 1,0 1-1,1-1 0,-1 1 0,0 0 0,0-1 0,1 1 0,-1-1 0,0 1 0,1-1 0,-1 1 0,0-1 0,1 0 0,-1 1 1,1-1-1,-1 0 0,1 1 0,-1-1 0,1 0 0,-1 1 0,1-1 0,-1 0 0,1 0 0,0 1 0,39 4 29,-40-5-28,3 0 5,0 0 0,0 0-1,0-1 1,-1 1 0,1-1 0,0 1-1,0-1 1,-1 0 0,1 0 0,-1-1 0,1 1-1,-1 0 1,1-1 0,-1 0 0,0 1-1,1-1 1,-1 0 0,0 0 0,0 0 0,0 0-1,-1-1 1,1 1 0,-1 0 0,1-1-1,-1 1 1,2-4 0,-1 0 6,-1 1 0,1 0 1,-1-1-1,0 1 0,0-1 0,-1 1 0,0-1 0,0 1 0,0-1 1,0 1-1,-1-1 0,0 1 0,-2-8 0,2 11-313,0 1 0,0-1 0,0 1 0,1 0-1,-1 0 1,-1-1 0,1 1 0,0 0 0,0 0 0,0 0-1,-1 0 1,1 0 0,0 1 0,-1-1 0,1 0 0,-3 0-1,4 0 130,-1 1-1,1 0 1,0 0-1,-1-1 1,1 1-1,-1 0 0,1 0 1,-1 0-1,1 0 1,-1-1-1,1 1 1,-1 0-1,1 0 0,-1 0 1,1 0-1,-1 0 1,1 0-1,-1 0 1,1 1-1,0-1 0,-1 0 1,1 0-1,-1 0 1,1 0-1,-1 1 1,1-1-1,-1 0 0,1 0 1,0 1-1,-1-1 1,1 0-1,-1 1 1,1-1-1,0 0 0,-1 1 1,1-1-1,0 0 1,0 1-1,-1-1 0,1 1 1,0-1-1,0 1 1,0-1-1,0 1 1,-1-1-1,1 1 0,0-1 1,0 1-1,0-1 1,0 1-1,0 6-7424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56.7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153 35 7443,'0'0'10968,"-22"0"-8545,-66 6-892,86-5-1462,0-1 0,0 0 0,1 1 0,-1-1 0,0 1 0,0-1 0,0 1 0,0 0 0,1 0 0,-1 0 0,0 0 1,1 0-1,-1 0 0,1 0 0,-1 1 0,1-1 0,0 0 0,0 1 0,-1-1 0,1 1 0,0 0 0,0-1 0,0 1 0,1 0 0,-1 0 0,-1 2 0,1 1 29,1 1 0,-1-1 1,1 1-1,0-1 0,0 1 0,1 8 0,1 0-80,-2-12-24,0-1 0,0 1 0,0-1 0,1 1 0,-1-1 0,1 0 0,-1 1 0,1-1 0,-1 0 0,1 1 0,0-1 0,0 0 0,-1 0 0,1 0 0,0 1 0,0-1-1,0 0 1,0 0 0,1-1 0,-1 1 0,0 0 0,0 0 0,0 0 0,1-1 0,-1 1 0,0-1 0,1 1 0,-1-1 0,1 1 0,-1-1 0,0 0 0,1 0 0,-1 0 0,1 0 0,-1 0 0,1 0 0,-1 0 0,1 0 0,2-1 0,-1 1-39,1-1 0,-1 1 0,1-1 0,-1 0 0,1 0 0,-1 0 0,0 0 0,0-1 0,1 0 0,-1 1 0,0-1 0,0 0 0,-1 0 0,1 0 0,0-1 0,3-3 0,-4 0 47,0 0 0,0 1-1,-1-1 1,1 0 0,-2 0-1,1 0 1,0 0-1,-1 0 1,0 0 0,-2-11-1,1-5 259,1 20-239,0 1 1,0-1 0,-1 1-1,1 0 1,0-1-1,-1 1 1,1-1-1,-1 1 1,1 0 0,-1-1-1,0 1 1,1 0-1,-1-1 1,0 1-1,0 0 1,0 0 0,0 0-1,0 0 1,0 0-1,-1 0 1,1 0 0,0 0-1,0 1 1,-1-1-1,1 0 1,0 1-1,-2-1 1,-2-1-183,0 1-1,0-1 1,0 1-1,0 1 1,0-1 0,-8 1-1,13 13-9487,13-8-2269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57.1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7 416,'0'0'16805,"-9"-2"-15730,4 1-1146,-3 0 783,0 0 0,-1 0 0,1 0-1,-14 2 1,19-1-561,0 1 0,0-1 0,0 1 1,0 0-1,1 0 0,-1 0 0,0 0 0,1 0 0,-1 1 0,1-1 0,-1 1 0,1-1 0,-1 1 0,1 0 1,0 0-1,0 0 0,0 0 0,0 1 0,-2 3 0,3-2-193,0-1-1,0 0 1,1 1 0,-1-1-1,1 1 1,0-1 0,0 1 0,0-1-1,0 1 1,0-1 0,1 1-1,0-1 1,0 0 0,0 1-1,0-1 1,0 0 0,1 0 0,-1 0-1,1 0 1,3 5 0,42 24-841,-47-32 881,0 0 1,1 0 0,-1 1 0,0-1 0,0 0 0,1 0 0,-1 1 0,0-1 0,0 0 0,0 1 0,1-1 0,-1 1 0,0-1 0,0 0 0,0 1 0,0-1 0,0 1-1,0-1 1,0 0 0,0 1 0,0-1 0,0 1 0,0-1 0,0 0 0,0 1 0,0-1 0,0 1 0,0-1 0,0 0 0,0 1 0,0-1 0,-1 0 0,1 1 0,0-1 0,0 0-1,-1 1 1,1-1 0,0 0 0,0 1 0,-1-1 0,1 0 0,0 0 0,-1 1 0,1-1 0,0 0 0,-1 0 0,1 0 0,0 1 0,-1-1 0,0 0 0,-22 8 175,18-7-209,-121 50-211,116-41-1009,23-8-14409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57.5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90 4930,'0'0'12182,"6"0"-11473,1 0-570,96-4 971,-94 3-1069,0 0 0,1-1 1,-1 0-1,-1 0 1,1-1-1,0 0 0,-1-1 1,1 0-1,10-6 1,-18 9-36,0 1 0,1-1 1,-1 0-1,0 0 0,0 0 1,0 0-1,0 0 0,0 0 1,0 0-1,0 0 0,0-1 1,-1 1-1,1 0 0,0 0 1,-1-1-1,1 1 0,-1 0 0,1-1 1,-1 1-1,1-3 0,-1 3 12,-1 0-1,1 0 0,0 0 0,-1 0 0,1 0 0,-1 0 1,0 1-1,1-1 0,-1 0 0,1 0 0,-1 0 0,0 1 0,0-1 1,0 0-1,1 1 0,-1-1 0,0 1 0,0-1 0,0 1 1,0-1-1,-1 0 0,-6-1 218,1 0 1,0 0-1,-1 0 1,1 1-1,-1 0 0,-9 0 1,-89 1 3019,105 1-3206,0-1 0,0 1 1,-1-1-1,1 1 1,0 0-1,1-1 0,-1 1 1,0 0-1,0 0 0,0 0 1,0 0-1,1 0 0,-1 0 1,0 0-1,1 0 0,-1 0 1,1 0-1,-1 0 1,1 0-1,-1 1 0,1-1 1,0 0-1,0 0 0,-1 0 1,1 1-1,0-1 0,0 0 1,0 0-1,1 0 1,-1 3-1,4 40 27,-2-40-131,0 1-1,0-1 1,0 0 0,1 0 0,-1 0-1,1 0 1,0 0 0,0-1 0,0 1 0,1-1-1,-1 0 1,1 0 0,0 0 0,0 0 0,0 0-1,0-1 1,0 0 0,0 0 0,1 0-1,-1-1 1,1 1 0,8 1 0,9 0-1400,-1 0 1,1-1-1,35-1 1,-43-1 349,60-4-6037,6-19-3754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57.8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394 0 7347,'0'0'11141,"-95"125"-6466,68-71-834,6 0-2000,1 2-656,0-4-145,6-2-608,1-7-320,-8-9-112,8-7-240,-1-11-608,-6-5-881,6-7-1392,-13-4-1265,-7 0-2786,-6-2-4785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58.4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1 423 4066,'22'-6'6149,"390"-101"5761,-140 25-10543,-238 69-1365,0-1 1,0-2-1,-1-2 1,-1-1-1,47-37 1,-78 56-4,3-2-2,-1-1 0,1 0-1,-1 1 1,1-1 0,-1 0-1,0-1 1,0 1 0,0-1-1,-1 1 1,1-1 0,-1 0-1,0 0 1,0 0-1,0 0 1,-1 0 0,1 0-1,-1-1 1,1-6 0,-2 10 6,0 0-1,-1 1 1,1-1 0,0 0 0,-1 0 0,1 0 0,0 1-1,-1-1 1,1 0 0,-1 0 0,1 1 0,-1-1-1,0 0 1,1 1 0,-1-1 0,0 1 0,1-1 0,-1 1-1,0-1 1,0 1 0,1 0 0,-1-1 0,0 1 0,0 0-1,0-1 1,1 1 0,-1 0 0,0 0 0,0 0-1,0 0 1,-1 0 0,-36-1 57,28 1-29,-4 1 97,0 0-1,1 1 1,-1 1 0,0 0-1,1 1 1,0 1 0,0 0-1,0 0 1,0 1 0,1 1-1,0 0 1,1 1-1,-1 0 1,1 1 0,1 0-1,-12 12 1,-2 5 59,2 1-1,0 1 1,2 1-1,1 1 1,-20 41 0,32-52-179,0 0-1,1 0 1,1 0 0,1 1 0,1-1 0,0 1 0,2 0 0,0 0 0,3 25 0,-2-34 3,0-10 21,10-5-144,0 1-1,-1-1 0,0 0 1,1-1-1,-1 0 0,-1-1 1,1 0-1,-1 0 0,9-9 1,19-13-573,18-10 343,-53 37 940,-15 13 162,11-9-698,1 0 0,-1 0-1,1 0 1,0 0 0,0 0-1,0 0 1,0 0 0,1 1-1,-1-1 1,1 1-1,0-1 1,0 1 0,0 0-1,0-1 1,1 1 0,-1 6-1,1-8-120,1-1 1,-1 1-1,0 0 0,1 0 0,-1-1 0,1 1 0,0 0 0,0-1 0,0 1 0,0-1 0,0 1 1,0-1-1,0 1 0,0-1 0,0 0 0,1 0 0,-1 1 0,0-1 0,1 0 0,-1 0 1,1 0-1,-1-1 0,1 1 0,0 0 0,-1-1 0,1 1 0,0-1 0,-1 1 0,1-1 0,0 0 1,0 1-1,0-1 0,-1 0 0,1 0 0,0 0 0,2-1 0,12 2-1192,10-1-2437,-3-3-3290,-8-6-869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58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69 5539,'0'0'11885,"23"1"-10530,10 0-918,3 2 286,0-2 1,38-5-1,-73 4-694,-1 0 1,1-1-1,-1 1 1,1-1-1,0 1 1,-1-1-1,1 1 1,-1-1-1,1 1 1,-1-1-1,1 1 1,-1-1-1,0 0 1,1 1-1,-1-1 0,0 0 1,1 1-1,-1-1 1,0 0-1,0 1 1,0-1-1,1 0 1,-1 0-1,0 1 1,0-1-1,0 0 1,0 1-1,0-1 1,-1 0-1,1 0 1,0-1-1,0 0 2,0 1-1,-1-1 1,1 0-1,0 0 1,-1 0 0,0 1-1,1-1 1,-1 0-1,0 1 1,0-1-1,1 0 1,-1 1 0,-2-3-1,-1 1 107,0 1 0,0-1 0,0 1 0,-1-1 0,1 2 0,-1-1 0,1 0 0,-1 1 0,1 0 0,-1 0 0,0 0 0,0 0 0,0 1 0,1 0 0,-1 0 0,0 0 0,0 1 0,0-1 0,1 1 0,-1 0 0,0 1 0,1-1 0,-1 1 0,1 0 0,-7 3 0,6-2-1,1 0 0,-1-1 0,1 2 1,-1-1-1,1 1 0,0-1 0,0 1 0,1 0 0,-1 0 1,1 1-1,0-1 0,0 1 0,0 0 0,0-1 0,1 1 1,0 1-1,0-1 0,0 0 0,1 0 0,0 1 0,0-1 1,0 10-1,1-15-149,0 1 0,0 0 0,0 0 0,0-1 0,1 1-1,-1 0 1,0-1 0,1 1 0,-1 0 0,0-1 0,1 1 0,-1-1 0,1 1 0,-1-1 0,1 1 0,-1-1 0,1 1 0,0-1 0,-1 1 0,1-1 0,-1 1 0,1-1 0,0 0-1,0 0 1,-1 1 0,1-1 0,0 0 0,-1 0 0,1 0 0,0 0 0,0 0 0,1 0 0,33 1-1026,-23-2 503,2 0-424,1 0 0,-1-2 1,0 1-1,0-2 1,-1 1-1,1-2 1,-1 0-1,23-12 1,56-34-8486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8:59.8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75 1569,'0'0'9954,"11"-2"-7964,21-6-656,-17 3-298,1 1 0,-1 1 0,0 0 0,1 1 0,19 0 0,-35 2-978,1 1 0,-1-1 0,1 0 0,0 1 0,-1-1 0,1 1 1,-1-1-1,1 1 0,-1-1 0,0 1 0,1 0 0,-1-1 0,1 1 0,-1 0 0,0-1 0,0 1 0,1 0 0,-1-1 1,0 1-1,0 0 0,0-1 0,0 1 0,0 0 0,0 0 0,0-1 0,0 2 0,0 27 619,-1-21-331,1 113 1372,0-120-1732,2-2-24,-1 0-1,1 1 0,-1-1 1,1 0-1,-1 1 0,0-1 1,1 0-1,-1 0 0,0 0 1,0 0-1,0-1 0,0 1 1,0 0-1,0 0 0,0 0 1,0-1-1,0 1 0,0-2 1,7-8-140,21-22-306,2 3 1,2 0-1,40-28 1,-72 59 565,-1 0 0,1-1 0,-1 1 0,1 0 0,-1-1 0,1 1 0,-1 0 0,1 0 1,-1-1-1,1 1 0,-1 0 0,0 0 0,0 0 0,1 0 0,-1-1 0,0 1 0,0 0 0,0 0 1,0 0-1,0 0 0,0 0 0,0 0 0,0 0 0,-1 1 0,2 36 839,-1-34-733,-1-2-162,1-1-1,0 1 1,0 0 0,0 0-1,0 0 1,1-1 0,-1 1 0,0 0-1,1-1 1,-1 1 0,1 0-1,0-1 1,-1 1 0,1 0-1,0-1 1,0 1 0,0-1-1,2 3 1,-1-3-39,-1-1 0,1 0 1,-1 1-1,1-1 0,-1 0 0,1 1 1,-1-1-1,1 0 0,0 0 0,-1 0 1,1-1-1,-1 1 0,1 0 0,-1-1 0,1 1 1,-1 0-1,1-1 0,-1 0 0,0 1 1,1-1-1,-1 0 0,0 0 0,2-1 1,172-103-853,-140 79 4291,-35 41-2471,0 1-823,-1-9-108,1 0 1,0-1 0,0 1-1,1 0 1,0-1-1,0 1 1,4 9 0,-4-14-275,0 0 1,0 0-1,1 0 1,-1 0 0,0-1-1,1 1 1,0 0-1,-1-1 1,1 1-1,0-1 1,0 0 0,0 1-1,0-1 1,0 0-1,0 0 1,0-1-1,1 1 1,-1 0 0,0-1-1,0 1 1,1-1-1,-1 1 1,0-1-1,1 0 1,-1 0 0,4-1-1,21 1-4445,6 0-2434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00.0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 5923,'0'0'20073,"-40"93"-19465,40-89-512,13-6-6307,1-23 945,-1-9-5075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00.2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0 10709,'0'0'9764,"-27"129"-10628,48-100-1329,-1-1-2673,7-1-2129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00.7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217 446 4498,'0'0'14799,"-17"-1"-12740,-56-1-284,68 2-1630,0 0 0,-1 0 0,1 1 0,0-1 0,0 1 0,0 0 0,0 1 0,0-1 0,0 1 0,0 0 0,1 0 0,-1 1 0,1-1 0,-1 1 0,1 0 0,0 0 1,0 0-1,0 1 0,0 0 0,1-1 0,0 1 0,-1 0 0,2 1 0,-1-1 0,0 1 0,1-1 0,0 1 0,0 0 0,0-1 0,0 1 0,1 0 0,0 0 0,0 1 1,0 8-1,1-13-150,0-1 0,1 1 0,-1 0-1,1-1 1,-1 1 0,1-1 0,-1 1 0,1-1 0,0 1 0,-1-1 0,1 0 0,0 1 0,-1-1 0,1 1 0,0-1 0,-1 0 0,1 0 0,0 0 0,0 1 0,-1-1 0,1 0 0,0 0 0,0 0 0,0 0 0,-1 0 0,1 0 0,0 0 0,1-1 0,26-3-284,-17-3 86,-1 1 1,0-2-1,-1 1 1,0-1-1,0-1 1,9-10-1,5-5-332,18-16 96,-2-1-1,-3-2 1,-1-1 0,-2-2 0,-2-1 0,-2-2-1,39-89 1,-67 137 637,-1 0 1,1 0-1,0-1 0,-1 1 0,1 0 1,-1 0-1,1-1 0,-1 1 0,0 0 0,1-1 1,-1 1-1,0 0 0,0-1 0,0 1 0,0 0 1,0-1-1,-1-1 0,-14 14 1445,-20 33-454,24-26-902,1 0 0,1 0-1,1 1 1,0 0-1,1 0 1,-4 22-1,-16 121 147,22-125-756,-2 39-4644,7-75 4768,0 0 0,0-1 1,0 1-1,0 0 1,0-1-1,0 1 0,1 0 1,-1-1-1,0 1 1,0 0-1,0-1 1,1 1-1,-1 0 0,1-1 1,-1 1-1,0-1 1,1 1-1,-1-1 0,1 1 1,-1-1-1,1 1 1,-1-1-1,1 1 1,-1-1-1,1 1 0,0-1 1,-1 0-1,1 0 1,0 1-1,0-1 1,24 2-5909,-19-2 4606,32 0-6364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01.3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279 551 5170,'0'0'14287,"-20"-5"-12577,8 1-1447,-63-16 1354,68 19-1302,-1 0 1,0 0-1,0 1 1,1-1-1,-1 2 1,0-1-1,0 1 0,0 0 1,-12 4-1,15-3-193,0 1 1,0 0-1,0 0 0,0 0 0,0 1 0,0-1 0,1 1 0,0 0 0,0 0 0,0 1 1,0-1-1,1 1 0,-1 0 0,1 0 0,1 0 0,-1 0 0,1 1 0,0-1 1,0 1-1,0-1 0,-1 10 0,4-14-127,0 0 0,0 0 0,1-1 0,-1 1-1,0 0 1,1-1 0,-1 1 0,0 0 0,1-1 0,-1 0 0,1 1 0,-1-1 0,0 0 0,1 0 0,-1 0-1,1 0 1,-1 0 0,1 0 0,2 0 0,34-2-128,-32 0 45,0 0-1,0 0 1,0 0-1,0-1 1,-1 0-1,1 0 1,-1 0-1,0-1 1,0 0-1,0 0 1,0 0-1,5-6 0,52-68-1359,-30 35 654,8-9-286,-3-2 1,-2-1-1,-3-2 1,32-77-1,-58 122 1130,-1-1-1,-1-1 1,6-25-1,-7 2 2536,-4 37-2416,0-1 0,-1 1-1,1 0 1,0 0 0,0 0-1,0 0 1,-1 0 0,1 0 0,0 0-1,0 1 1,-1-1 0,1 0 0,0 1-1,0-1 1,-2 2 0,-7 3 122,1 2 1,1 0 0,-1 0-1,1 0 1,1 1-1,-1 0 1,1 1-1,1-1 1,-9 14-1,-46 93 1571,61-114-1853,-13 26 227,1 1-1,1 1 1,2 0 0,1 0-1,1 1 1,1 0 0,2 0-1,-1 54 1,5-22-1148,0-62 771,1 1 0,-1-1 1,0 1-1,1-1 0,-1 1 1,0-1-1,1 1 0,-1-1 1,0 1-1,1-1 0,-1 1 1,1-1-1,-1 1 0,1-1 1,-1 0-1,1 1 0,-1-1 1,1 0-1,-1 0 0,1 1 1,0-1-1,-1 0 0,1 0 1,-1 0-1,1 0 0,0 0 1,-1 0-1,1 0 0,-1 0 1,1 0-1,0 0 0,-1 0 1,1 0-1,-1 0 0,1 0 1,0 0-1,-1-1 0,1 1 1,2-1-566,-1 1 1,1-1-1,-1 0 1,1 1-1,-1-1 1,0 0-1,0 0 1,1-1 0,-1 1-1,3-3 1,14-18-7224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01.6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264 0 5891,'0'0'11256,"-23"21"-7220,-77 69 1,90-79-3537,1 0 0,0 0 0,0 1 1,1 1-1,1-1 0,0 1 1,1 0-1,0 1 0,1-1 0,0 1 1,1 0-1,-3 22 0,-8 22 245,15-56-919,-11 32 471,-7 41 1,14-51-3872,3 0-3723,15-24-3113,-1 0 1619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02.0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27 5635,'0'0'15508,"2"6"-14441,-1-4-991,0 0 0,1 0-1,-1 0 1,1 0 0,-1 0-1,1-1 1,0 1 0,-1 0 0,1-1-1,0 1 1,0-1 0,0 0 0,0 1-1,1-1 1,-1 0 0,0 0-1,0-1 1,1 1 0,-1 0 0,1-1-1,2 1 1,62 2 382,-47-3-416,-19 0 100,-10-25 261,5 21-245,-1 0-1,0 0 1,1 1 0,-1-1 0,-1 1 0,1 0 0,0 1-1,-1-1 1,1 1 0,-1 0 0,0 0 0,0 1 0,-6-1-1,8 1-11,0 1 0,0 0 0,0 0 0,0 0-1,0 0 1,1 1 0,-1 0 0,0 0 0,0 0-1,1 0 1,-1 0 0,0 1 0,1-1 0,-1 1 0,1 0-1,0 0 1,0 1 0,0-1 0,0 1 0,-5 5-1,3-4-18,1 1 0,0 0 0,1 0 0,-1 0 0,1 1-1,0-1 1,1 1 0,-1 0 0,1 0 0,0 0-1,0 0 1,1 0 0,0 0 0,0 0 0,0 1-1,1 9 1,0-15-137,1 0-1,-1 0 0,0 0 1,1 0-1,-1 0 1,1 0-1,0-1 0,-1 1 1,1 0-1,0 0 1,-1 0-1,1-1 0,0 1 1,0 0-1,0-1 1,0 1-1,-1 0 0,1-1 1,0 1-1,0-1 1,0 0-1,0 1 0,0-1 1,0 0-1,0 1 1,0-1-1,1 0 0,-1 0 1,0 0-1,1 0 1,44 2-945,-34-2 485,-3 0 81,122 0-6261,-42-9-1939,4-11-6378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02.8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29 642 3362,'0'0'16034,"-5"7"-14578,-17 23-389,22-30-1037,0 1-1,0-1 0,-1 1 0,1-1 0,0 0 0,0 1 1,0-1-1,0 1 0,0-1 0,0 1 0,0-1 0,0 1 1,0-1-1,0 1 0,0-1 0,0 0 0,0 1 0,0-1 1,0 1-1,0-1 0,0 1 0,1-1 0,-1 0 0,0 1 1,0-1-1,1 1 0,-1-1 0,0 0 0,1 1 0,-1-1 1,0 0-1,1 1 0,-1-1 0,0 0 0,1 0 1,-1 1-1,0-1 0,1 0 0,-1 0 0,1 0 0,-1 1 1,1-1-1,-1 0 0,1 0 0,-1 0 0,1 0 0,23 3 517,-22-3-475,9 1-21,0-1 0,-1 0 0,1 0 0,0-1 0,0-1 1,-1 1-1,15-6 0,-22 6-84,0 0 0,0-1 0,0 0 1,0 1-1,-1-1 0,1 0 0,-1-1 1,1 1-1,-1 0 0,1-1 0,-1 1 1,0-1-1,0 0 0,-1 1 0,1-1 1,0 0-1,-1 0 0,0 0 0,0-1 1,0 1-1,0 0 0,0 0 0,0-1 1,-1 1-1,0 0 0,1-1 0,-2-5 1,1 7 31,0 1 0,0 0 0,0-1-1,0 1 1,0 0 0,0 0 0,0-1 0,-1 1 0,1 0 0,0 0 0,-1 0 0,1-1 0,-1 1 0,1 0 0,-1 0 0,0 0 0,0 0 0,1 0 0,-1 0 0,0 0 0,0 0 0,0 0-1,0 0 1,0 1 0,0-1 0,0 0 0,0 1 0,0-1 0,0 1 0,-1-1 0,1 1 0,0-1 0,0 1 0,-1 0 0,1 0 0,0-1 0,0 1 0,-1 0 0,1 0 0,0 0 0,0 1-1,-1-1 1,1 0 0,0 0 0,0 1 0,-1-1 0,1 0 0,0 1 0,0-1 0,0 1 0,-2 1 0,-1 1 28,1 0 1,0 1-1,0-1 1,0 1-1,0 0 1,1-1-1,-1 1 1,1 0-1,0 1 1,1-1-1,-1 0 1,0 0-1,1 1 0,0-1 1,0 1-1,0 4 1,-4 78 131,5-82-184,1-4-13,-1 0-1,1 0 1,-1-1 0,1 1 0,0-1 0,-1 1 0,1 0 0,0-1 0,0 1 0,-1-1 0,1 0 0,0 1 0,0-1 0,0 0 0,0 1 0,0-1-1,-1 0 1,1 0 0,0 0 0,0 0 0,0 0 0,0 0 0,0 0 0,0 0 0,0 0 0,1-1 0,28-2-897,-15-4 251,-1 0 0,-1-1 0,1 0-1,-1-1 1,21-19 0,-13 11-131,165-138-5150,-153 123 4865,-2-1 0,-1-1 0,35-51 0,114-195 556,-177 278 1053,0-1-1,0 0 0,0 0 0,-1 0 0,1 0 0,-1 0 0,0 0 0,0 0 1,0-1-1,0 1 0,0-6 0,-7 5 5388,-7 8-3849,-11 10-500,7 2-816,0 0 0,1 1 0,0 1 0,2 1-1,0 0 1,1 1 0,1 0 0,-10 24 0,-67 186 1910,66-163-1877,6-19-428,-28 92-83,45-140-385,-1 1-1,1-1 1,0 1-1,0 0 1,-1-1-1,1 1 1,0-1-1,0 1 1,0 0-1,0-1 1,0 1-1,0-1 1,0 1-1,0 0 0,0-1 1,0 1-1,0 0 1,0-1-1,0 1 1,1-1-1,-1 1 1,0 0-1,0-1 1,1 1-1,-1-1 1,0 1-1,1-1 1,-1 1-1,0-1 1,1 1-1,-1-1 0,1 1 1,-1-1-1,1 0 1,-1 1-1,1-1 1,-1 0-1,1 1 1,-1-1-1,1 0 1,0 0-1,-1 1 1,1-1-1,-1 0 1,1 0-1,0 0 1,-1 0-1,1 0 0,0 0 1,34-11-8953,-10-4 907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03.2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7972,'0'0'13761,"10"12"-12446,-6-6-1192,0-1-54,0 0 1,0 0-1,0-1 1,1 1-1,-1-1 1,1 0-1,0 0 1,0-1-1,1 1 1,-1-1-1,1 0 1,-1-1-1,1 1 1,0-1-1,0 0 1,0-1-1,0 1 1,10 0-1,-12-2-59,37-2 183,-40 2-194,0-1 0,-1 1 0,1 0 0,0-1 0,0 1 0,-1 0 0,1-1 0,-1 1 0,1-1 0,0 1 0,-1-1 0,1 1 0,-1-1 0,1 0 0,-1 1 0,1-1 0,-1 0 0,0 1 0,1-1 0,-1 0 0,0 1 0,1-1 0,-1 0 0,0 0 0,0 1 0,0-1 0,0 0 0,0 0 1,0 1-1,0-1 0,0 0 0,0 0 0,0 0 0,0 1 0,0-1 0,0 0 0,-1 0 0,1 1 0,0-1 0,-1 0 0,1 1 0,0-1 0,-1 0 0,1 1 0,-1-1 0,1 1 0,-1-1 0,0 0 0,-3-4 73,-1 0-1,1 1 1,0 0-1,-1 0 1,0 0-1,0 1 1,0 0 0,-1 0-1,1 0 1,-1 0-1,1 1 1,-1 0 0,0 0-1,0 0 1,0 1-1,0 0 1,-11 0 0,15 1-21,1 0 0,0 1 0,0-1 0,0 1 0,0-1 0,0 1 0,0 0 0,1-1 0,-1 1 0,0 0 0,0 0 0,0-1 0,1 1 0,-1 0 0,0 0 0,1 0 0,-1 0 0,0 0 0,1 0 0,0 0 0,-1 0 0,1 0 0,0 0 0,-1 0 1,1 1-1,0-1 0,0 0 0,0 0 0,0 2 0,-2 40 383,2-37-343,-1 15-8,2 30-365,-1-50 184,0 1 0,1-1 0,-1 0 0,0 1 0,1-1 0,0 0 0,-1 1 0,1-1 0,0 0 0,-1 1 0,1-1 0,0 0 0,0 0 0,0 0 0,0 0 0,0 0 0,0 0 0,0 0 0,1 0 0,-1-1 0,0 1 0,0 0 0,1-1-1,-1 1 1,0-1 0,1 1 0,-1-1 0,1 0 0,1 1 0,15 0-3026,1 0-1,-1-1 0,24-3 0,-13-6-4233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03.8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75 3714,'0'0'16074,"-1"4"-13590,-5 16-374,3-12-1433,1 0 1,-1 0 0,2 0-1,-1 0 1,0 16 0,2-8-331,29-20-1161,98-71-2815,-101 63 3110,-10 3 275,0 2 1,1 0-1,-1 0 1,26-5 0,-40 12 2486,-7 31 2263,4-30-4474,1 0 0,-1 0 0,1 0-1,0 0 1,-1 0 0,1 0 0,0 0-1,0 0 1,-1 0 0,1 0-1,0 0 1,0 0 0,0 0 0,0 0-1,1 0 1,-1 0 0,0 0 0,0 0-1,1 0 1,-1 0 0,0 0 0,1-1-1,-1 1 1,1 0 0,-1 0-1,1 0 1,-1 0 0,1 0 0,0-1-1,0 1 1,-1 0 0,1-1 0,0 1-1,0 0 1,1 0 0,2 0-42,0 0 0,0-1 0,1 1 0,-1-1 0,0 0 0,1 0 0,5-1 1,2 0-9,3-2-134,-1-1-1,1 0 0,-1-1 0,1 0 1,-1-2-1,-1 1 0,1-2 1,14-10-1,11-5-303,8-4 219,-46 27 1010,-5 1-202,1 0-470,0 0-1,-1 1 1,1-1-1,0 1 0,0 0 1,0 0-1,0 0 1,0 0-1,0 1 1,1-1-1,-1 1 0,1-1 1,-1 1-1,1 0 1,0 0-1,0 0 1,1 0-1,-3 5 1,1-1-30,1 1 1,0 1 0,0-1 0,1 0 0,0 0 0,0 1 0,1 9 0,0-17-161,1 1 0,-1-1-1,0 1 1,1-1 0,0 1 0,-1-1 0,1 1-1,0-1 1,-1 0 0,1 1 0,0-1-1,0 0 1,0 0 0,0 1 0,1-1 0,-1 0-1,0 0 1,0 0 0,1 0 0,-1-1-1,0 1 1,1 0 0,-1-1 0,1 1 0,-1 0-1,1-1 1,-1 0 0,1 1 0,2-1-1,50 5-10132,-34-5 2154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04.6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55 8196,'0'0'12560,"10"6"-11530,-8-5-995,5 3 29,1 0 0,0 0 1,0-1-1,-1 0 1,2-1-1,-1 0 1,0 0-1,0 0 1,1-1-1,-1-1 0,1 1 1,10-2-1,-18 1-77,0-1 0,-1 1 0,1 0-1,0-1 1,-1 1 0,1-1-1,-1 1 1,1-1 0,-1 1 0,1-1-1,-1 0 1,1 1 0,-1-1-1,0 1 1,1-1 0,-1 0 0,0 1-1,0-1 1,1 0 0,-1 1 0,0-1-1,0 0 1,0 0 0,0 1-1,0-1 1,0 0 0,0 0 0,0 1-1,0-1 1,0 0 0,0 1-1,-1-1 1,1 0 0,0 1 0,0-1-1,-1 0 1,0 0 0,-12-27-3,8 24 187,0 0 0,0 0-1,-1 1 1,1 0 0,-1 0 0,1 0-1,-1 1 1,0 0 0,0 0 0,0 0-1,0 1 1,0-1 0,-1 2 0,1-1-1,0 1 1,0 0 0,-10 1 0,14-1-157,0 1 0,0-1 1,1 1-1,-1 0 1,1 0-1,-1 0 1,0 0-1,1 0 1,0 0-1,-1 0 0,1 0 1,0 1-1,-1-1 1,1 0-1,0 1 1,0-1-1,0 1 1,0-1-1,0 1 0,1 0 1,-1-1-1,0 1 1,1 0-1,-1 0 1,1-1-1,0 1 1,-1 3-1,-2 54 219,3-52-230,-1 0 0,1 0-1,0 0 1,1 0 0,0-1-1,0 1 1,0 0 0,4 8-1,-4-13-32,0 0-1,0 0 0,1 0 1,-1 0-1,1 0 0,-1-1 1,1 1-1,0-1 1,-1 1-1,1-1 0,0 0 1,0 0-1,0 1 0,0-1 1,0-1-1,0 1 0,1 0 1,-1 0-1,0-1 1,0 1-1,0-1 0,1 0 1,-1 0-1,0 0 0,1 0 1,2 0-1,4-1-270,0 1-1,1-2 0,-1 1 1,0-1-1,0-1 1,0 1-1,0-2 1,0 1-1,-1-1 1,0 0-1,15-10 1,-9 3-527,0 0 1,-1-1 0,0 0-1,-1-1 1,15-21 0,-21 22 607,-11 1 4347,4 11-4022,1 0 0,-1 0 0,1 0 0,-1 0 0,0 0 0,1 1 0,-1-1 0,1 0 0,-1 0 0,1 0 0,-1 1 0,1-1 0,-1 0 0,1 0 0,-1 1 0,1-1 0,-1 0 0,1 1 0,0-1 0,-1 1 0,1-1 0,-1 0 0,1 1 0,0-1 0,0 1 0,-1-1 0,1 1 0,0-1 0,0 1 0,-1 0 0,1-1 0,0 1 1,0-1-1,0 1 0,0-1 0,0 1 0,0-1 0,0 1 0,0 0 0,0-1 0,0 1 0,0-1 0,0 1 0,1 0 0,-1 7 220,-1-5-194,1 1-1,0-1 1,0 0 0,0 1-1,1-1 1,-1 0 0,1 1-1,0-1 1,0 0 0,1 5-1,0-6-125,-1-1 0,1 0-1,0 0 1,-1 0-1,1 0 1,0 0-1,0 0 1,0 0 0,0-1-1,-1 1 1,1 0-1,0-1 1,0 0 0,0 1-1,0-1 1,0 0-1,0 0 1,0 0-1,4-1 1,6 0-151,0 0-1,-1-1 1,1 0 0,0-1 0,-1 0-1,0-1 1,0 0 0,19-11 0,31-11 293,-60 26 798,-1 43 1213,0-40-2136,0 0 1,0 0-1,0 1 0,0-1 0,0 0 0,1 1 0,0-1 1,-1 0-1,1 0 0,0 0 0,1 1 0,-1-1 0,1 0 1,-1-1-1,1 1 0,0 0 0,0 0 0,4 3 1,-2-3-416,0-1 1,0 0 0,0 0 0,0 0 0,0-1 0,1 1-1,-1-1 1,1 0 0,-1-1 0,1 1 0,-1-1 0,1 0-1,6 0 1,-8 0-251,0 0 0,0 0 0,0-1-1,0 1 1,-1-1 0,1 1 0,0-1-1,0 0 1,-1 0 0,1 0 0,0 0-1,-1-1 1,1 1 0,-1-1 0,0 0-1,1 1 1,-1-1 0,2-3 0,18-23-10376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04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192 1 6547,'0'0'15957,"-20"25"-13076,-64 83-827,79-100-1828,0 0-1,0 0 1,1 0-1,0 1 1,0-1-1,1 1 1,0 0-1,0 0 1,1 0-1,0 0 1,1 1-1,0-1 1,1 10-1,-3 18 377,-36 231 532,38-265-1206,0 0-1,0 1 0,1-1 1,0 1-1,-1-1 0,1 1 1,1-1-1,-1 0 1,0 1-1,1-1 0,0 1 1,2 5-1,-2-8-179,1 1 0,0-1 0,0 0 0,0 0 0,0 0-1,0 0 1,0 0 0,0 0 0,1 0 0,-1-1 0,0 1 0,0-1-1,1 0 1,-1 1 0,0-1 0,1 0 0,-1 0 0,0-1 0,3 1-1,-2 0-292,1 0 0,0-1 0,-1 1 1,1-1-1,-1 1 0,1-1 0,-1 0 0,0 0 0,1-1 0,-1 1 0,0-1 0,0 0 0,0 1 0,3-4 0,21-18-7125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05.2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1281,'0'0'21449,"162"18"-20840,-108-15-305,-6-3-192,-1 0-112,-13 0-144,-7 0-977,-7 0-1008,-6 0-400,-28 0-12694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06.2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9 848,'0'0'14965,"3"-5"-8199,1 1-5806,-4 6-907,0-2-250,-1 11-9546,-5-2 2494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06.7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80 3522,'0'0'7451,"3"-9"-6621,-2 6-630,0-1 1,1 0-1,-1 0 0,0 1 1,1-1-1,0 1 0,0-1 1,0 1-1,0 0 1,1 0-1,-1 0 0,1 0 1,0 0-1,0 1 1,0-1-1,0 1 0,0 0 1,1 0-1,-1 0 1,1 0-1,-1 0 0,1 1 1,0 0-1,-1 0 0,1 0 1,5-1-1,-8 2 107,-1 1-190,-1 1 1,0-1-1,1 0 0,-1 0 1,1 1-1,0-1 0,0 1 1,-1-1-1,1 0 0,0 1 0,0-1 1,0 1-1,0-1 0,0 0 1,1 1-1,-1-1 0,1 3 1,0-3-42,-1 1 0,0-1 0,1 1 1,-1-1-1,0 1 0,0-1 0,0 1 0,0-1 1,0 1-1,0-1 0,0 1 0,0-1 0,-1 1 1,1-1-1,0 1 0,-1-1 0,0 1 1,1-1-1,-1 0 0,0 1 0,-1 1 0,2-3-26,0 0-1,0 0 1,0 1-1,0-1 1,0 0-1,-1 0 1,1 0-1,0 1 0,0-1 1,-1 0-1,1 0 1,0 0-1,0 1 1,0-1-1,-1 0 0,1 0 1,0 0-1,-1 0 1,1 0-1,0 0 1,0 0-1,-1 0 1,1 0-1,0 0 0,-1 0 1,1 0-1,0 0 1,0 0-1,-1 0 1,1 0-1,0 0 1,-1 0-1,1 0 0,0 0 1,0 0-1,-1 0 1,1 0-1,0-1 1,0 1-1,-1 0 1,1 0-1,0 0 0,0 0 1,0-1-1,-1 1 1,1 0-1,0 0 1,0-1-1,0 1 1,0 0-1,-1 0 0,1-1 1,0 1-1,0 0 1,0 0-1,0-1 1,0 1-1,0-1 0,-1-8-91,1-1-5141,0 6-899,0 10-2258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08.5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70 768,'0'0'3997,"9"-7"-3333,1-3-436,-6 5-70,0 1-1,0 1 1,0-1-1,0 1 1,1 0 0,0 0-1,7-4 1,-11 6 29,-1 1 1,0 0-1,1-1 1,-1 1-1,1 0 1,-1-1-1,1 1 1,-1 0-1,1 0 1,-1-1-1,1 1 1,0 0-1,-1 0 1,1 0-1,-1 0 1,1 0-1,-1 0 0,1 0 1,0 0-1,-1 0 1,1 0-1,-1 0 1,1 0-1,-1 0 1,1 0-1,-1 1 1,1-1-1,0 0 1,-1 0-1,1 1 1,-1-1-1,1 1 1,2 18 4503,-4-13-5399,-14 7 2156,15-13-1439,0 0-1,-1 0 0,1 0 1,0 1-1,-1-1 1,1 0-1,0 0 0,-1 0 1,1 0-1,0 0 1,-1 0-1,1 0 1,-1 0-1,1 0 0,0 0 1,-1 0-1,1 0 1,0 0-1,-1 0 1,1 0-1,0 0 0,-1 0 1,1-1-1,0 1 1,-1 0-1,1 0 0,0 0 1,0-1-1,-1 1 1,1 0-1,0 0 1,0-1-1,-1 1 0,1 0 1,0 0-1,0-1 1,-1 1-1,1 0 1,0-1-1,0 1 0,0 0 1,0-1-1,0 1 1,0 0-1,0-1 0,-1 1 1,1 0-1,0-1 1,0 1-1,0 0 1,0-1-1,1 1 0,-1 0 1,0-1-1,0 1 1,0 0-1,0-1 0,0 1 1,0 0-1,0-1 1,1 1-1,-1 0 1,0-1-1,0 1 0,13-22 479,-2 7-1788,-9 6-4226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09.2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 2465,'0'0'8255,"-26"22"-5876,18-10-397,3-9-1064,3-6-3687,2 7-3306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07.2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 3105,'0'0'8919,"8"-3"-7838,-3 2-840,29-9 1108,-6 8 2498,-51 6 1054,11 0-4798,19-3-10344,0 1-759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09.7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21 2689,'0'0'14780,"-15"0"-12883,-6 2-1418,-1-2 1529,23-1-2026,-1 0 0,0 1 0,1-1 0,-1 0 0,0 1 0,1-1 0,-1 0 1,1 1-1,-1-1 0,1 0 0,0 1 0,-1-1 0,1 1 0,-1-1 0,1 1 0,0 0 1,-1-1-1,1 1 0,0-1 0,0 1 0,-1 0 0,1 0 0,0-1 0,0 1 1,0 0-1,1 0 0,2-2-545,12-5-4306,-9 7-1769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09.0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1 410 3458,'0'0'8358,"22"-2"-6056,-15-2-2069,-1-1 0,0 0 0,0 0-1,0 0 1,7-11 0,11-9-149,-1 3-35,6-4-31,-2-2 0,45-57 0,-65 73 20,0 1 0,0-1 0,-1 0 0,0 0 0,-1-1-1,-1 0 1,0 0 0,-1 0 0,0 0 0,-1-1-1,-1 1 1,1-17 664,-2 33 35,-4 19-484,0 0 0,-1-1 0,-1 1 1,-1-1-1,-1 0 0,-18 33 0,24-48-158,-9 14 177,1 1 0,1 1 1,1 0-1,1 0 0,0 0 0,2 1 0,1 0 0,-2 36 0,6-58-281,1 0 0,-1 0 0,0 1 0,1-1 0,-1 0-1,1-1 1,0 1 0,-1 0 0,1 0 0,0 0 0,-1 0 0,1 0-1,0-1 1,0 1 0,0 0 0,0-1 0,0 1 0,-1 0 0,1-1-1,0 1 1,0-1 0,1 0 0,-1 1 0,0-1 0,0 0 0,0 0-1,0 1 1,0-1 0,2 0 0,44 3-733,-37-3 480,106 1-3097,-37-2-3025,-32-1 120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09.3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 0 4898,'0'0'11659,"0"1"-11621,0-1 0,0 0-1,0 0 1,-1 0 0,1 0 0,0 0 0,0 1-1,0-1 1,0 0 0,0 0 0,0 0 0,0 0-1,0 1 1,0-1 0,0 0 0,0 0 0,0 0-1,0 0 1,0 1 0,0-1 0,0 0 0,0 0-1,0 0 1,0 0 0,0 0 0,0 1 0,0-1 0,1 0-1,-1 0 1,0 0 0,0 0 0,0 0 0,0 1-1,0-1 1,0 0 0,0 0 0,1 0 0,-1 0-1,0 0 1,0 0 0,0 0 0,0 0 0,0 0-1,1 0 1,-1 0 0,0 1 0,0-1 0,0 0-1,0 0 1,1 0 0,-1 0 0,0 0 0,0 0 0,0 0-1,0 0 1,1 0 0,-1-1 0,0 1 0,0 0-1,0 0 1,0 0 0,0 0 0,1 0 0,-1 0-1,0 0 1,0 0 0,0 0 0,0 0 0,1-1-1,-1 11 245,1-1 0,-2 0-1,1 1 1,-1-1-1,0 0 1,-1 0-1,0 1 1,-4 9-1,2-5-149,1 0-1,0 0 1,-1 24 0,-3-3-2697,-12-7-5867,11-17 3360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09.5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50 7235,'0'0'9285,"101"-36"-9285,-67 31-177,0 5-1599,0-2-1538,0-2-1200,-7 1-1729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09.9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1 133 4818,'0'0'13532,"3"13"-12494,0 3-802,17 44 443,-22-72-692,1 0 1,1 0 0,0-1 0,1 1 0,0 0 0,1 0 0,1 0 0,-1 0-1,2 0 1,8-20 0,-7 26-75,0 0-1,0 1 1,0 0-1,1 0 1,-1 0 0,1 1-1,1 0 1,-1 0-1,0 0 1,1 1-1,0 0 1,0 0 0,7-1-1,9-2-3913,-3 4-3742,-13 2 1534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10.2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373 0 5763,'0'0'6355,"67"156"-3586,-40-95-1200,-6 7-737,-14 0 192,-7-5-751,0-14-241,-14-3 16,-6-10-48,-21-5-48,-6-4-257,-14 1-815,-7-6-609,-7 5-1104,-6-2-529,-7-2-1232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10.7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339 1 3490,'0'0'3366,"-27"13"-1511,-90 44 356,103-49-1928,0 0 0,1 1 0,1 0 0,-1 1-1,2 0 1,-1 1 0,1 0 0,1 1-1,0 0 1,1 1 0,0 0 0,1 0 0,0 1-1,1 0 1,1 0 0,0 1 0,1-1 0,1 2-1,0-1 1,1 0 0,0 1 0,1-1 0,1 1-1,2 21 1,-1-28-228,0 0 0,1-1 0,1 1 0,-1-1 0,1 0 1,1 1-1,0-1 0,0 0 0,0 0 0,1-1 0,8 13 0,-4-9-2,1 1 0,0-2 1,1 1-1,1-2 0,-1 1 1,19 12-1,-2-6-136,0 0 0,0-2 0,2-1 0,0-1 0,59 15 0,-46-19-1574,0-1-1,67 2 1,-20-8-3399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11.2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319 0 1681,'0'0'12107,"-22"23"-10210,-1 1-1378,4-6-68,1 0 0,1 1 0,1 2 0,1-1 0,-24 44 0,12-2 445,3 2 0,2 1 0,-16 79 0,7-26-977,24-69-778,6-27-2815,7-21-1461,15-5 1047,6-11-3016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11.6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 6563,'0'0'10754,"23"0"-9921,11-2-556,-14 1-109,1 0 0,-1 1 0,30 5 0,-49-5-163,1 0-1,0 0 1,0 1-1,0-1 1,0 1-1,0-1 1,0 1-1,-1 0 1,1-1-1,0 1 0,0 0 1,-1 0-1,1 0 1,-1 0-1,1 1 1,-1-1-1,1 0 1,-1 1-1,0-1 1,0 1-1,1-1 0,-1 1 1,0 0-1,0-1 1,-1 1-1,1 0 1,0 0-1,-1 0 1,1-1-1,-1 1 1,1 0-1,-1 0 0,0 0 1,0 0-1,0 0 1,0 0-1,0 0 1,0 0-1,-1 3 1,0 1 11,-1 0 1,0 0-1,1 0 1,-2 0-1,1 0 1,-1-1-1,0 1 1,0-1 0,0 0-1,-9 9 1,-63 51 397,52-46 325,-32 31-1,54-49-711,0 0 0,-1 0 0,1 0 0,0 0-1,0 0 1,0 0 0,0 0 0,1 1 0,-1-1 0,0 0 0,1 1 0,-1-1-1,0 1 1,1-1 0,0 1 0,-1-1 0,1 1 0,0-1 0,0 1-1,0-1 1,0 4 0,0-4-10,1 0-1,0 0 1,0 0-1,0 0 1,-1 0-1,1 0 1,0 0-1,0 0 1,0 0-1,1 0 1,-1 0-1,0-1 1,0 1-1,0 0 1,1-1-1,-1 1 1,0-1-1,0 1 1,3-1-1,10 3 104,-1-1 0,1 0 0,25-1 0,-27-1 42,32 1-37,0 1-574,81-6 0,-123 3 75,0 1 0,0 0 1,0-1-1,0 1 0,0-1 1,0 0-1,0 0 1,0 0-1,0 0 0,0 0 1,0 0-1,0 0 0,-1-1 1,1 1-1,0-1 0,2-2 1,-2-7-7284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13.8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5731,'0'0'5362,"11"5"-4594,-6-3-617,1 1-1,-1-1 0,0 1 0,0 0 0,0 1 1,0-1-1,-1 1 0,1 0 0,-1 0 0,0 0 0,0 1 1,-1-1-1,1 1 0,-1 0 0,0 0 0,3 6 1,-4-4 82,1 0-1,-1 0 1,0 0 0,0 0 0,-1 0 0,0 1 0,0-1 0,-1 0 0,0 8 0,0-14-135,28-27-212,-17 13 115,-1 1-31,-1 0 0,2 1 0,-1 0 0,2 1 0,17-14 0,-28 24 68,-1-1-1,1 0 1,0 1-1,-1-1 1,1 0 0,0 1-1,0-1 1,0 1-1,0-1 1,-1 1 0,1 0-1,0-1 1,0 1-1,0 0 1,0 0 0,0 0-1,0-1 1,0 1-1,0 0 1,0 0 0,0 0-1,0 1 1,0-1-1,0 0 1,0 0 0,0 0-1,0 1 1,-1-1-1,1 0 1,0 1 0,0-1-1,0 1 1,0-1 0,-1 1-1,1 0 1,0-1-1,0 1 1,-1 0 0,1-1-1,0 1 1,-1 0-1,1 0 1,-1-1 0,1 1-1,-1 0 1,1 2-1,0-2 12,0 1 0,-1-1 0,1 0 0,0 1 0,0-1 0,0 0 0,0 0 0,1 1 0,-1-1 0,0 0 0,0 0 0,1 0 0,-1-1 0,0 1-1,2 1 1,3-1-27,0 0-34,0-1 0,0 0 0,-1 0 0,1 0 0,0-1 0,0 1 1,0-2-1,-1 1 0,1-1 0,0 1 0,-1-1 0,0-1 0,1 1 0,5-5 0,-6 4 50,0 0-1,1 1 0,0-1 1,-1 1-1,1 0 0,0 1 1,0 0-1,0-1 0,9 1 1,-14 1 17,0 1 0,1-1 0,-1 1 0,0-1 0,0 1 0,0-1 0,0 1 0,0 0 0,0 0 0,0 0 0,0-1 0,0 1 0,0 0 0,0 0 0,0 0 0,-1 0 0,1 0 0,0 1 0,-1-1 0,1 0 0,-1 0 0,1 0 0,-1 1 0,1 1 0,10 42 289,-6-22-380,6-11-1759,13-10-6491,-17-2 6127,14 0-4711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14.0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43 4914,'0'0'8244,"135"-34"-8052,-108 32-192,-6-2-80,-8 1-416,-6 3-1201,-14 7-8724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14.2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5122,'20'154'2690,"28"-166"607,-1-3-304,0 1-1488,1 5-1057,-8 2-448,8 3-32,-21-1-3585,14-4-5091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15.5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3970,'0'0'15143,"7"0"-15015,-7 7-80,0 4-48,7 0-96,-7 5-1057,0 2-1088,0 0-2177,0 0-1216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15.6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156 0 6099,'0'0'8340,"-122"117"-6323,102-92-1601,13-2-416,1-5-577,6-2-2448,0-12-3378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17.2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 2977,'0'0'7740,"14"-6"-5467,-14 6-2128,0 0 1,1-1-1,-1 1 0,0 0 1,1 0-1,-1-1 1,1 1-1,-1 0 0,0 0 1,1 0-1,-1 0 0,1 0 1,-1 0-1,0 0 0,1 0 1,-1 0-1,1 0 0,-1 0 1,0 0-1,1 0 1,-1 0-1,1 0 0,-1 0 1,0 0-1,1 0 0,-1 0 1,1 1-1,-1-1 0,0 0 1,1 0-1,-1 0 1,0 1-1,1-1 0,-1 1 1,-3 256 3266,0 7-4613,-3-267-7285,5-16 2894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17.5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0 6003,'0'0'9868,"18"1"-8707,56 2-163,-72-2-931,0-1 1,-1 0 0,1 1 0,0-1 0,0 1 0,0 0-1,-1 0 1,1-1 0,0 1 0,-1 0 0,1 0 0,0 1-1,-1-1 1,1 0 0,-1 1 0,0-1 0,0 0-1,1 1 1,-1 0 0,0-1 0,0 1 0,0 0 0,0-1-1,-1 1 1,1 0 0,0 0 0,-1 0 0,0-1 0,1 5-1,0-3 18,-1-1 0,0 1-1,0 0 1,0 0 0,0-1-1,0 1 1,-1 0-1,1-1 1,-1 1 0,0 0-1,0-1 1,0 1 0,0-1-1,0 1 1,0-1 0,-3 4-1,-3 0-45,-1 0 0,0-1-1,1 0 1,-2 0 0,-8 4 0,9-6-16,0 1 0,1 1 0,-1 0 0,1 0 1,0 0-1,-12 12 0,15-12-343,1-1-1708,10-5-699,1-1 1524,31-14-4470,-23 7 3017,23-7-3547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17.7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1 4418,'0'0'17320,"-27"76"-16904,27-69-240,0-2-176,0-1-96,0-22-14903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17.9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8100,'0'0'8612,"0"34"-10117,0-13-2033,0-1-2176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18.2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31 7331,'0'0'12361,"-1"20"-11340,-3 65-204,4-83-787,0 0 0,0 0 0,0 0 1,0-1-1,0 1 0,1 0 0,-1 0 0,1 0 0,-1-1 0,1 1 1,-1 0-1,1-1 0,0 1 0,0 0 0,0-1 0,0 1 1,0-1-1,0 0 0,0 1 0,0-1 0,1 0 0,-1 1 1,0-1-1,1 0 0,-1 0 0,1 0 0,0 0 0,-1-1 1,1 1-1,0 0 0,-1-1 0,1 1 0,0-1 0,0 1 0,-1-1 1,1 0-1,0 0 0,2 0 0,0 0-30,-1 0 0,1 0 0,0 0-1,-1-1 1,1 0 0,-1 0 0,1 0 0,-1 0 0,1 0-1,-1 0 1,0-1 0,0 0 0,5-3 0,4-11-11,-1-1 0,-1 0 1,0 0-1,-1-1 0,-1 0 1,8-28-1,-15 31 108,-1 12-3504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18.6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99 8 7652,'0'0'15030,"-16"11"-14024,-47 35-475,61-44-521,1-1 1,-1 1-1,1-1 1,-1 1-1,1 0 0,0 0 1,-1-1-1,1 1 1,0 0-1,0 0 0,1 0 1,-1 0-1,0 1 1,0-1-1,1 0 0,0 0 1,-1 0-1,1 0 1,0 1-1,0-1 0,0 0 1,0 0-1,0 0 1,1 1-1,-1-1 0,1 0 1,-1 0-1,1 0 1,0 0-1,0 0 0,0 0 1,0 0-1,0 0 1,1 0-1,-1 0 0,0-1 1,1 1-1,2 2 1,1-1 5,0 0 1,-1 0-1,1-1 1,1 0-1,-1 0 1,0 0-1,1 0 1,-1-1-1,0 0 0,1 0 1,0-1-1,-1 1 1,1-1-1,-1 0 1,1-1-1,-1 1 1,1-1-1,-1 0 1,6-2-1,-6 1-14,-1 0-1,0 0 1,0 0 0,0 0-1,-1 0 1,1-1-1,-1 0 1,1 0-1,-1 0 1,0 0-1,0 0 1,0-1-1,0 1 1,-1-1-1,1 0 1,-1 1-1,0-1 1,0-1 0,-1 1-1,1 0 1,-1 0-1,0 0 1,0-1-1,1-4 1,-1 5-24,0-1 0,-1 1-1,1-1 1,-1 1 0,0-1 0,0 1 0,-1-1 0,1 1 0,-1-1 0,-2-5 0,2 8-46,0 1 1,0-1 0,-1 1 0,1-1 0,-1 1-1,1 0 1,-1 0 0,0 0 0,1 0 0,-1 0-1,0 0 1,0 1 0,1-1 0,-1 0-1,0 1 1,0-1 0,0 1 0,0 0 0,0 0-1,0 0 1,0 0 0,0 0 0,0 0-1,-2 1 1,-22-2-1918,-21 1-2283,21 6-4382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18.8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 0 10037,'0'0'13366,"-48"131"-11189,41-83-416,7-1-417,0-6-592,0 2-495,0-7-241,7-7-16,0-4-48,0-12-801,-7-8-768,0-12-9556,0-15 2353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19.0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10885,'0'0'7267,"122"0"-5762,-75 0-1217,-13 0-288,7 0-336,-7 0-2385,-7 0-3554,0 0-3794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19.2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37 7123,'0'0'12470,"115"-25"-11334,-81 21-623,-7-1-273,-7 3-240,-13 2-32,-14 0-6403,-27 0 1649,-6 4-2242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19.4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 0 1857,'-54'90'2929,"67"-87"-528,14-3 1009,7 0-785,0 0-1456,7 0-977,-7-5-192,6-4-1585,1 0-2481,0-7-3009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19.8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224 0 8740,'0'0'11269,"-21"3"-9671,-71 11-258,87-13-1248,-1 0 1,1 1 0,-1-1 0,1 1 0,0 0-1,0 1 1,-1-1 0,2 1 0,-1 0 0,0 0-1,1 0 1,-1 1 0,1 0 0,0 0 0,0 0-1,0 0 1,1 1 0,0-1 0,0 1 0,0 0 0,0 0-1,1 0 1,-1 0 0,1 0 0,1 1 0,-1-1-1,1 1 1,0-1 0,0 1 0,0 0 0,1-1-1,1 12 1,0-16-98,0 0-1,0 1 1,0-1-1,0 0 0,1 0 1,-1 0-1,0 0 1,1 0-1,-1 0 1,1 0-1,-1 0 0,1-1 1,-1 1-1,1-1 1,0 1-1,-1-1 1,1 1-1,0-1 0,-1 0 1,1 0-1,0 0 1,-1 0-1,1 0 1,0 0-1,2-1 0,49-3-646,-44 1 502,-1 0 1,0 0 0,-1-1 0,1-1-1,-1 1 1,0-1 0,0-1 0,0 1-1,-1-1 1,0 0 0,0-1 0,0 1-1,-1-1 1,0 0 0,7-14 0,-8 9 2431,-6 33-1424,1-14-888,1 0-1,1 0 1,-1 0 0,1 0 0,0 0 0,1 0-1,3 9 1,-4-13-224,1 0 0,0 0 0,0 0 1,0-1-1,0 1 0,0-1 0,0 0 0,1 1 0,-1-1 0,1 0 0,-1 0 0,1-1 0,0 1 1,0 0-1,0-1 0,0 0 0,0 0 0,0 0 0,6 1 0,4 1-1988,1-2-1,0 1 1,18-2 0,13 0-3318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20.4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407 29 11109,'0'0'12809,"-7"-4"-11860,-5-1-813,-1 1-1,1 0 0,-1 0 1,0 2-1,0 0 0,-1 0 1,1 1-1,0 1 0,0 0 0,-24 3 1,18-1-113,0 1-1,1 0 1,-1 2 0,1 0-1,0 1 1,0 1 0,-25 13-1,40-18-53,0-1 0,1 1-1,-1-1 1,1 1 0,0 0-1,-1 0 1,1 0 0,0 0-1,0 0 1,0 0 0,1 1-1,-1-1 1,0 1-1,1-1 1,0 1 0,-1 0-1,1 0 1,0-1 0,-1 6-1,2-3-48,1 0-1,-1 0 1,1 0-1,0 0 1,0 0 0,0 0-1,1 0 1,0 0-1,0-1 1,0 1-1,3 4 1,1 4 65,0-1 1,-1 1 0,-1 0 0,0 0-1,-1 1 1,0-1 0,-1 1 0,0-1-1,-1 1 1,-1 0 0,-2 21 0,-1-17 22,0 1 0,-1-1 0,-1 0 0,-1-1 0,0 1 0,-2-1 0,0 0 0,-10 15 0,16-27 30,0-1 0,0 1 0,0 0 0,1-1 0,-1 1 0,1 0 0,0 0 0,1 0 0,-1 0 0,1 0 0,1 9 0,-1-11-14,0-2-12,1 0 0,0 1 0,-1-1 0,1 0 0,0 0 0,0 0 0,0 0-1,0 0 1,0 0 0,0 0 0,0 0 0,0 0 0,1 0 0,-1-1 0,0 1 0,0-1 0,1 1-1,-1-1 1,0 1 0,1-1 0,-1 1 0,1-1 0,-1 0 0,0 0 0,1 0 0,-1 0 0,2 0-1,49 2 190,-48-2-169,31 2 70,-21-1-78,-1 0 0,1-1-1,0-1 1,-1 0 0,25-5 0,-37 6-23,0-1-1,0 1 1,0 0-1,0-1 1,0 1-1,0-1 1,0 1-1,0-1 1,0 1-1,-1-1 1,1 0-1,0 0 1,0 1-1,-1-1 1,1 0-1,0 0 1,-1 0-1,1 0 1,-1 1-1,1-1 1,-1 0-1,1 0 1,-1 0-1,0 0 1,1 0-1,-1 0 1,0 0-1,0-2 1,-7-29-5007,3 19-1082,3 0-454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21.0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16 8724,'0'0'13908,"7"29"-10269,-4-24-3502,-1-1 0,0 1 0,-1 0 1,1 0-1,-1 0 0,2 8 0,-3-12-118,22-2-1270,-14-1 1024,-1 0 1,0-1-1,1 0 1,-1 0-1,9-6 1,-10 5 34,1 0 0,0 1 0,0-1 0,0 2 0,10-4 0,-15 10 4519,5 15-3345,21-19-1254,-19-1 144,0-1-1,-1 0 1,1-1-1,-1 0 1,0-1-1,0 1 1,0-2 0,0 1-1,-1-1 1,1 0-1,-1 0 1,-1-1-1,11-10 1,-18 17 364,1 1-1,0 0 1,-1 0 0,1-1 0,0 1-1,0 0 1,0 0 0,0-1 0,0 1-1,0 0 1,0 0 0,0-1 0,1 1-1,0 2 1,7 12-1704,7-9-4557,-3-7 839,2 0-2249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21.6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 0 8308,'0'0'11696,"21"0"-10624,86 0-35,-12 0 2713,-95 37-1285,-2 23-1027,-13 66 1,7-66-870,-1 68 0,9-52-446,-40-75 178,-151-1-7888,179 3-5134,5-2 2519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27.3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 3410,'0'0'9476,"6"-9"-7936,-6 9-1517,0 0 1,0 0-1,0 0 0,0-1 1,0 1-1,0 0 0,0 0 1,0 0-1,0 0 0,0-1 0,0 1 1,0 0-1,0 0 0,0 0 1,0 0-1,0 0 0,0-1 1,0 1-1,0 0 0,1 0 1,-1 0-1,0 0 0,0 0 1,0 0-1,0-1 0,0 1 1,1 0-1,-1 0 0,0 0 1,0 0-1,0 0 0,0 0 1,0 0-1,1 0 0,-1 0 1,0 0-1,0 0 0,0 0 1,0 0-1,1 0 0,-1 0 0,0 0 1,0 0-1,0 0 0,0 0 1,1 0-1,-1 0 0,0 0 1,0 0-1,0 0 0,0 0 1,0 0-1,1 1 0,-1-1 1,0 0-1,0 0 0,0 0 1,0 0-1,0 0 0,0 0 1,0 1-1,1-1 0,3 27 1134,-1 0 0,-2 1 0,-1 28 0,0-28-649,0-2-556,1 168 1813,4-63-7671,-11-139 526,-1 1 3504,-7-21-3276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27.6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0 1201,'0'0'12202,"11"3"-10454,-5-2-1370,25 6 356,-30-6-672,1-1 1,-1 1 0,0-1-1,0 1 1,0 0 0,0 0-1,0-1 1,0 1-1,0 0 1,0 0 0,0 0-1,-1 0 1,1 0-1,0 0 1,0 0 0,-1 0-1,1 0 1,-1 1 0,1-1-1,-1 0 1,0 0-1,1 0 1,-1 1 0,0-1-1,0 3 1,1-1 69,-1 0 0,0 0 0,0 1 1,0-1-1,0 0 0,-1 0 0,0 1 0,1-1 1,-1 0-1,0 0 0,0 0 0,-1 0 0,1 0 1,-1 0-1,1 0 0,-1 0 0,-3 3 0,1-4-146,1 0 0,-1 0 0,0 0-1,1-1 1,-1 1 0,0-1 0,0 0 0,0 0-1,0 0 1,-1-1 0,1 1 0,0-1 0,0 0-1,-5-1 1,7 1-891,-6 0 1140,6 0-3210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27.8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41 1 7235,'0'0'13366,"-20"119"-12677,20-105-337,-7-8-240,7-1-112,0-3-272,-6-2-1169,-1-25-10916,7-2 5473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28.0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5442,'0'0'12102,"0"67"-12102,0-42-864,7-2-2034,-1-5-1904,1-7-1361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28.3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23 4194,'0'0'16029,"0"19"-14495,0 62-441,0-77-979,0 0-1,1 0 1,-1 0-1,0 0 0,1 0 1,0 0-1,0 0 0,3 5 1,-4-8-108,0 0 0,1 0-1,-1 0 1,1-1 0,-1 1 0,1 0 0,0 0 0,-1-1 0,1 1-1,0-1 1,-1 1 0,1 0 0,0-1 0,0 1 0,-1-1 0,1 0-1,0 1 1,0-1 0,0 0 0,0 1 0,-1-1 0,3 0 0,-1 0-37,0 0 0,0-1 1,0 1-1,0-1 1,0 1-1,-1-1 0,1 0 1,0 0-1,0 0 0,0 0 1,-1 0-1,1 0 1,0 0-1,-1-1 0,1 1 1,-1-1-1,0 1 1,1-1-1,-1 1 0,1-4 1,15-21-201,-3 7-14,-2-1 0,13-29 0,-21 33 103,-4 14 97,0 1-1,0-1 0,0 1 1,1 0-1,-1-1 0,0 1 1,1-1-1,-1 1 0,1 0 1,0-1-1,-1 1 0,1 0 1,0 0-1,0 0 0,1-2 1,-1 3-991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28.6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70 12 4114,'0'0'15911,"-11"15"-14750,-34 49-484,43-62-656,1 0 0,0 0 0,0 0 1,-1 0-1,1 0 0,0 0 0,0 0 0,1 0 0,-1 0 0,0 0 0,1 0 0,0 1 0,-1-1 0,1 0 0,0 1 0,0-1 0,0 0 0,0 0 0,1 3 0,0-4-24,-1 1 0,1-1 0,0 0 0,0 0 0,0 0 0,0 0 0,0 0 0,0 0 0,0 0-1,1 0 1,-1 0 0,0-1 0,0 1 0,1 0 0,-1-1 0,1 1 0,-1-1 0,0 1 0,1-1 0,-1 0 0,2 1 0,8-1-86,-1 1-1,1-1 1,-1-1 0,1 0 0,12-2 0,-15 1-16,-1 0-1,1-1 1,-1 1-1,0-1 1,0 0 0,0-1-1,0 0 1,-1 0 0,10-9-1,-12 11 50,-1-1-1,1-1 1,-1 1 0,0 0 0,0-1-1,-1 0 1,1 0 0,-1 0-1,0 0 1,1 0 0,-2 0-1,1 0 1,-1-1 0,1 1-1,-1-1 1,0 1 0,0-9-1,-1 12 61,-1-1 0,1 0-1,-1 1 1,0-1 0,0 1-1,1-1 1,-1 1-1,0-1 1,0 1 0,0 0-1,-1-1 1,1 1 0,0 0-1,0 0 1,-1 0 0,1 0-1,-1 0 1,1 0-1,-1 0 1,1 1 0,-1-1-1,1 0 1,-1 1 0,0-1-1,1 1 1,-1 0 0,0-1-1,0 1 1,1 0 0,-4 0-1,-66-2-580,57 3-28,-16-1-2324,12 0-4350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28.8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95 0 1713,'0'0'16391,"-67"154"-11925,53-103-2145,7-3-1120,1-5-225,6-9-431,0-5-465,0-11-80,0-7-16,6-8-577,8-3-559,0 0-289,6 0-656,7-18-1056,-7-10-1265,-6-5-2898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29.0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37 8836,'0'0'8628,"135"-2"-8052,-80-5-496,-8 3-80,-6-3-1504,-8 0-3987,1-2-3617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29.3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10309,'0'0'10837,"142"0"-10261,-108 0-544,-7 0-32,-6 0-320,-8 0-1793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29.4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39 5603,'0'0'6531,"128"0"-5507,-80 0-992,-1-9-32,7-3-2737,-6-6-4899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30.3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176 1 656,'0'0'17648,"-29"7"-15924,15-2-1618,0 1 1,1 0 0,0 1-1,0 1 1,-20 15-1,29-19-80,0-1 0,0 1 0,1 0 0,-1 1 0,1-1 0,-1 0-1,1 1 1,1 0 0,-1 0 0,1 0 0,0 0 0,0 0 0,0 0 0,1 0 0,0 1-1,0-1 1,0 1 0,0 7 0,1-12-26,1 0 0,-1-1 0,1 1 0,-1 0 1,1 0-1,-1 0 0,1 0 0,-1 0 0,1 0 0,0-1 0,-1 1 0,1 0 0,0-1 0,0 1 1,0 0-1,0-1 0,0 1 0,-1-1 0,1 1 0,0-1 0,0 0 0,0 1 0,0-1 0,0 0 1,0 0-1,0 1 0,0-1 0,1 0 0,0-1 0,40 3-2,-34-2 1,3 0-36,-1 0-1,1-1 1,0-1-1,0 1 1,0-2-1,0 1 1,-1-2-1,12-4 1,-19 6 22,1 1 0,-1-1 1,0 0-1,1 0 1,-1-1-1,0 1 0,0-1 1,-1 0-1,1 1 0,0-1 1,-1 0-1,0-1 1,0 1-1,0 0 0,0-1 1,0 1-1,0-1 0,-1 1 1,0-1-1,0 0 1,0 0-1,0 0 0,-1 1 1,1-1-1,-1-6 2687,4 12-2507,0 0-1,0 0 1,0 0 0,0 1-1,-1 0 1,1 0 0,-1 0 0,0 0-1,0 0 1,0 0 0,0 1-1,0 0 1,-1 0 0,4 6-1,16 18-361,4-8-2283,-22-17 1316,1-1 0,0-1 0,0 1 0,0-1 0,0 0 0,0 0 0,1 0 0,-1-1 0,0 0 0,0 0 0,10-1 0,24-3-6588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30.9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326 13 3922,'0'0'16479,"-1"-1"-16408,1 0-1,0 1 1,0-1-1,-1 0 1,1 1-1,0-1 1,-1 1 0,1-1-1,0 1 1,-1-1-1,1 1 1,-1-1-1,1 1 1,-1-1-1,1 1 1,-1 0-1,1-1 1,-1 1-1,0 0 1,1-1-1,-1 1 1,1 0-1,-1 0 1,0 0-1,1-1 1,-1 1-1,0 0 1,1 0-1,-2 0 1,-23-1 68,0 2-1,1 0 1,-1 2 0,1 0 0,-1 2-1,1 0 1,-30 12 0,43-13-145,-39 21 76,48-24-77,1 1 0,-1-1 0,0 1-1,0 0 1,1 0 0,-1 0-1,1-1 1,0 1 0,-1 0 0,1 1-1,0-1 1,0 0 0,1 0 0,-1 0-1,0 1 1,1-1 0,-1 0 0,1 1-1,0-1 1,-1 4 0,2 1-19,-1 0 0,1-1-1,1 1 1,-1 0 0,1 0 0,0-1 0,0 1 0,1-1 0,0 1 0,0-1 0,8 11-1,10 21-11,-16-27 37,-1 0 0,-1 0 0,0 1 0,0-1 0,-1 1 1,0-1-1,-1 1 0,-1 0 0,0 0 0,0-1 0,-1 1 0,-1 0 1,0-1-1,0 1 0,-1-1 0,-1 0 0,0 0 0,0 0 0,-1 0 1,-1-1-1,-7 13 0,12-23-3,1 1 0,-1-1 0,1 1 0,-1-1 0,1 1 0,0-1 0,-1 1 1,1-1-1,0 1 0,0-1 0,-1 1 0,1 0 0,0-1 0,0 1 0,0-1 0,0 1 0,0 0 0,0-1 0,0 1 0,0 0 0,0-1 1,0 1-1,0-1 0,0 1 0,0 0 0,0-1 0,1 1 0,-1-1 0,0 1 0,0 0 0,1-1 0,-1 1 0,1-1 0,-1 1 0,0-1 1,1 1-1,0 0 0,1 0 3,1 0 0,-1 0 1,0 0-1,1-1 1,-1 1-1,1-1 0,-1 1 1,1-1-1,-1 0 1,4 0-1,66-8 192,106-42 193,-171 48-2117,-2-7-11117,6-5 5495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31.2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127 39 1024,'0'0'19087,"-15"1"-17927,-46 6-149,58-6-950,0 0 0,0 0 0,1 1 0,-1-1 0,0 1-1,1-1 1,-1 1 0,1 0 0,-1 0 0,1 0 0,0 0 0,0 1 0,0-1-1,0 0 1,0 1 0,1 0 0,-1-1 0,1 1 0,0 0 0,0 0 0,0-1-1,0 1 1,0 0 0,0 0 0,1 0 0,-1 0 0,1 1 0,0-1 0,0 3 0,0-3-60,0-1 0,0 1 1,0 0-1,0 0 0,0 0 1,0 0-1,1-1 0,-1 1 0,1 0 1,0-1-1,0 1 0,0 0 1,0-1-1,0 1 0,1-1 1,-1 1-1,1-1 0,0 0 1,0 0-1,-1 0 0,1 0 1,1 0-1,-1 0 0,0 0 1,0-1-1,1 1 0,-1-1 1,4 2-1,0-2-17,0 0-1,0-1 0,0 1 1,0-2-1,1 1 1,-1 0-1,0-1 1,0 0-1,0-1 1,0 1-1,0-1 1,-1 0-1,1-1 0,0 1 1,-1-1-1,0 0 1,1-1-1,-1 1 1,0-1-1,-1 0 1,1 0-1,-1 0 1,0-1-1,0 0 1,0 0-1,-1 0 0,1 0 1,-1 0-1,0-1 1,-1 1-1,1-1 1,-1 0-1,0 0 1,-1 0-1,0 0 1,0 0-1,0 0 1,0 0-1,-1-7 0,0 11-57,0 0-1,0 0 1,1 0-1,-2 0 1,1 0-1,0 1 1,0-1 0,-1 0-1,1 0 1,-1 0-1,1 0 1,-1 0-1,0 0 1,0 1-1,0-1 1,-2-3-1,1 4-322,1 0 1,-1 1-1,0-1 0,0 0 0,0 1 1,1-1-1,-1 1 0,0-1 1,0 1-1,0 0 0,0 0 0,-3 0 1,-20-3-8067,18 1 2137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31.8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37 3698,'0'0'16306,"9"-2"-15503,80-12 1156,145-6 1,-253 59-242,12-22-1390,1 1 1,1-1-1,1 1 1,0 0-1,-1 28 0,1 94 381,4-113-552,0 105 171,-1-131-311,0 0 0,1 0-1,-1 0 1,0 0 0,0 0-1,0 0 1,0 0 0,0-1 0,0 1-1,0 0 1,0-1 0,-1 1-1,1 0 1,0-1 0,0 0-1,-1 1 1,1-1 0,0 0 0,0 1-1,-1-1 1,-1 0 0,-37 5 233,37-5-214,-47-1 139,41 0-172,0 0-1,-1 1 1,1 0 0,0 0 0,-1 1 0,-10 2 0,19-1-424,1-1 1,0 0 0,0 0 0,-1 0 0,1 1-1,0-1 1,0 0 0,0 0 0,0 1 0,1-1-1,-1 0 1,0 0 0,0 0 0,1 1 0,-1-1 0,1 0-1,-1 0 1,1 0 0,-1 0 0,1 0 0,0 0-1,-1 0 1,2 1 0,11 7-7370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41.1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12 3201,'0'0'8639,"8"-8"-6018,-8 8-2579,1 0 1,-1 0-1,0-1 1,0 1-1,0 0 1,0 0-1,1 0 1,-1-1-1,0 1 1,0 0-1,0 0 1,1 0-1,-1 0 1,0 0-1,0-1 1,1 1-1,-1 0 1,0 0-1,0 0 1,1 0-1,-1 0 1,0 0-1,0 0 1,1 0-1,-1 0 1,0 0-1,0 0 1,1 0-1,-1 0 1,0 0-1,0 0 1,1 0-1,-1 0 1,0 0-1,0 1 1,0-1-1,1 0 1,-1 0-1,0 0 1,0 0-1,1 0 1,-1 1-1,0-1 1,0 0-1,0 0 1,0 0-1,1 1 1,5 40 981,-2-1 0,-2 1 0,-4 70-1,0-23-1258,-3-58-2413,5-29 2265,-1 0 0,1 0-1,-1-1 1,1 1 0,-1 0-1,0 0 1,1 0 0,-1-1-1,0 1 1,1 0 0,-1-1-1,0 1 1,0-1 0,0 1-1,1-1 1,-1 1 0,0-1-1,0 0 1,0 1 0,0-1-1,0 0 1,0 0 0,0 0-1,0 1 1,0-1 0,-1 0-1,-12 0-5330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41.4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 2593,'0'0'9631,"20"-3"-7587,0-1-1585,0 2 0,24-1-1,-42 3-406,0 1-1,-1-1 0,1 0 1,0 1-1,0-1 0,0 1 0,0 0 1,-1 0-1,1 0 0,0-1 1,-1 2-1,1-1 0,0 0 0,-1 0 1,0 0-1,1 1 0,-1-1 1,0 1-1,1-1 0,-1 1 0,0-1 1,0 1-1,0 0 0,-1-1 1,1 1-1,0 0 0,-1 0 0,2 3 1,-1 3 144,1 0 0,-1 1 0,-1-1 0,0 15 0,0-15 15,0-5-163,0-1-1,0 1 1,0-1 0,0 1-1,0-1 1,-1 1-1,1-1 1,-1 0 0,0 1-1,0-1 1,0 0 0,0 1-1,0-1 1,0 0 0,0 0-1,-1 0 1,1 0-1,-1 0 1,0 0 0,1-1-1,-1 1 1,-2 1 0,-2 0 2,1 0 1,-1-1 0,0 0 0,1 0 0,-1-1-1,0 1 1,-11 0 0,-32 2-190,40-3-3401,1-1-3631,25 0 1606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41.6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68 0 6435,'0'0'13366,"-47"122"-12902,47-110-336,0-6-128,-7-1-416,7-3-1185,-7-2-2272,1 0-2738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41.7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5042,'0'0'10709,"0"75"-10917,0-53-1409,0-1-2128,0-1-961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42.1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98 7619,'0'0'11838,"6"15"-10731,19 47-333,-24-59-712,1 0 1,-1 0 0,1 0-1,0 0 1,-1-1 0,1 1-1,1 0 1,-1-1 0,0 0 0,6 5-1,-7-7-62,0 1 0,0 0 0,0-1 0,0 0 0,0 1-1,0-1 1,0 0 0,0 1 0,1-1 0,-1 0 0,0 0 0,0 0 0,0 0-1,0 0 1,1 0 0,-1 0 0,0 0 0,0-1 0,0 1 0,2-1 0,-1 0-39,1-1 1,0 0 0,-1 1 0,0-1 0,1 0 0,-1-1 0,0 1 0,0 0 0,0 0 0,-1-1 0,1 1 0,0-1 0,-1 0 0,0 0 0,1 1 0,0-4 0,30-113-250,-29 109 284,8-19-3448,-10 28 2917,0 0 1,0 0-1,0 0 0,0 0 0,0 0 0,0 0 0,0 1 1,1-1-1,-1 0 0,0 1 0,0-1 0,1 1 1,-1 0-1,0-1 0,1 1 0,-1 0 0,1 0 0,-1-1 1,0 1-1,3 1 0,10-1-3963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42.4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112 1 6931,'0'0'13385,"-18"16"-12406,-54 50-336,70-65-622,0 1 0,0 0 0,0 0 1,0 0-1,1 0 0,-1 0 0,1 0 0,-1 1 0,1-1 0,0 0 0,0 1 1,-1 2-1,2-4-22,0-1 0,0 1 1,0-1-1,0 1 1,0-1-1,0 1 0,0 0 1,0-1-1,0 1 0,1-1 1,-1 1-1,0-1 1,0 1-1,1-1 0,-1 1 1,0-1-1,1 1 0,-1-1 1,0 0-1,1 1 1,-1-1-1,1 0 0,-1 1 1,1-1-1,-1 0 0,1 1 1,-1-1-1,1 0 1,-1 0-1,1 1 0,0-1 1,4 1-27,0 0 0,0 0 0,0-1 0,0 1 1,0-1-1,8-1 0,-10 0 59,-1 1-45,1 0 1,-1-1-1,0 1 1,0-1-1,1 1 0,-1-1 1,0 0-1,0 0 1,0 0-1,0-1 1,0 1-1,0 0 1,0-1-1,0 1 0,0-1 1,-1 1-1,1-1 1,-1 0-1,1 0 1,-1 0-1,0 0 1,1 0-1,-1 0 0,0 0 1,0 0-1,-1-1 1,2-2-1,2-31-2767,-4 33 1967,-1 0 1,1 1 0,-1-1 0,1 0-1,-1 1 1,0-1 0,0 1 0,0-1-1,-1 1 1,-1-4 0,-4-3-4164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42.7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78 1 2145,'0'0'18678,"-5"22"-16771,-2 4-1313,1 4 256,-3-1-1,-17 42 1,21-56-687,0 1 1,1 0-1,0 0 0,1 0 1,1 0-1,1 1 0,0-1 0,1 1 1,5 31-1,-4-46-281,-1-1 0,1 1 0,0 0 0,0-1 0,0 1 0,0-1 0,0 1-1,0-1 1,1 0 0,-1 1 0,0-1 0,1 0 0,-1 0 0,1 0 0,-1 0 0,1 0 0,0 0 0,-1-1 0,1 1 0,0 0 0,0-1 0,-1 1 0,1-1-1,0 0 1,0 1 0,0-1 0,3 0 0,2 0-512,0 0 0,-1 0-1,1 0 1,0-1-1,-1 0 1,11-3 0,-10 1-307,-1 0 1,1-1-1,-1 1 1,-1-2 0,1 1-1,0 0 1,-1-1-1,0 0 1,8-10-1,9-20-5868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42.8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27 5218,'0'0'8116,"169"-4"-8116,-108-3-896,0 0-2354,0-2-2352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43.4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39 3890,'0'0'15479,"74"-5"-14070,-40-4-513,7 0-640,-7 3-176,-7 1-80,0 1-96,-7 4-800,-6 0-881,-7 0-688,-1 0-1857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43.5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43 3650,'0'0'11013,"116"7"-10309,-83-16-704,1 0-32,-7 0-1793,0-2-1808,-6-1-2386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44.0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203 1 7860,'0'0'13638,"-12"-1"-12718,3 1-840,0 0-1,-1 1 0,1 0 1,0 1-1,-1 0 0,1 0 1,0 1-1,0 0 1,0 0-1,1 1 0,-1 0 1,1 1-1,0 0 0,0 0 1,1 1-1,-1-1 1,1 2-1,1-1 0,-9 10 1,14-14-86,-1 0 0,1 0 0,-1 0 1,1 0-1,0 0 0,0 0 0,0 1 1,0-1-1,0 0 0,1 1 1,-1-1-1,1 1 0,-1-1 0,1 1 1,0-1-1,0 0 0,0 1 0,0-1 1,0 1-1,1-1 0,-1 1 0,1-1 1,0 0-1,-1 1 0,1-1 0,0 0 1,0 1-1,1-1 0,-1 0 1,0 0-1,1 0 0,-1 0 0,1 0 1,0-1-1,0 1 0,-1 0 0,1-1 1,0 1-1,0-1 0,1 0 0,-1 0 1,0 1-1,0-2 0,1 1 0,-1 0 1,0 0-1,1-1 0,-1 1 0,1-1 1,-1 0-1,0 1 0,4-1 1,2 0-212,1 1 0,0-1 1,-1-1-1,1 1 1,0-1-1,-1-1 1,1 0-1,-1 0 1,1 0-1,-1-1 1,0-1-1,0 1 0,0-1 1,-1-1-1,1 1 1,-1-1-1,0-1 1,0 1-1,-1-1 1,0 0-1,0-1 1,0 1-1,9-15 0,-12 11-980,-3-5 3880,-1 10 509,3 16-2190,-1-7-1003,1-1-1,0 0 1,0 1-1,0-1 1,0 0-1,0 0 1,1 0-1,-1 0 1,1 0-1,0-1 1,-1 1-1,1-1 1,0 0-1,1 1 1,-1-2-1,0 1 1,1 0-1,3 1 1,3 1-591,0 0 0,0 0 0,0-1 0,1-1 0,13 2 0,56-2-9231,-38-2 1763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44.6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298 43 5314,'0'0'10066,"-1"-4"-8900,0 2-1056,-1 0 0,1 0 1,-1 0-1,1 0 0,-1 0 0,0 0 0,0 0 0,0 1 0,0-1 0,0 1 0,0-1 1,-1 1-1,1 0 0,0 0 0,-1 0 0,1 0 0,-1 0 0,1 1 0,-1-1 0,1 1 0,-1 0 1,-4-1-1,-77-3 928,60 4-583,-9-2-143,21 1-217,0 0-1,-1 0 0,1 1 0,0 1 1,-22 3-1,33 30-556,3-13 469,0 0 0,2-1 0,0 1 0,14 37 0,-6-19 14,-6-18-23,-1 1 0,0 0-1,1 29 1,-5-44 2,-1-1 0,0 1 0,0 0 0,-1-1 0,0 1-1,0-1 1,0 1 0,-1-1 0,0 1 0,0-1 0,-1 0 0,0 0 0,0 0 0,0 0 0,-6 7 0,1-4-3,5-6 5,0 0 1,0 0-1,0 0 0,1 0 1,-1 1-1,1-1 0,0 1 1,0-1-1,0 1 0,1 0 1,-1 0-1,1-1 0,0 1 1,0 0-1,-1 8 0,3-11 4,0 0-1,0-1 1,0 1-1,0 0 1,0 0-1,0-1 1,0 1-1,0-1 1,0 1-1,0-1 1,0 1-1,1-1 1,-1 0-1,0 0 1,0 1-1,0-1 1,1 0-1,-1 0 1,0 0-1,0 0 1,0 0-1,1-1 1,-1 1-1,2-1 1,1 1 24,19 0 152,14 1-36,0-1 1,0-2-1,0-1 0,-1-2 0,46-13 1,-81 18-181,0 0 0,0-1 0,0 1 1,-1 0-1,1 0 0,0-1 0,0 1 1,0-1-1,-1 1 0,1 0 0,0-1 1,-1 1-1,1-1 0,0 0 0,-1 1 1,1-1-1,-1 0 0,1 1 0,-1-1 1,1-1-1,0-9-5832,-1 6 2076,0-4-2795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45.1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25 6995,'0'0'13927,"0"-1"-13845,0 1 0,0-1 1,0 1-1,1-1 0,-1 1 1,0-1-1,1 1 0,-1-1 1,0 1-1,1-1 1,-1 1-1,0-1 0,1 1 1,-1 0-1,1-1 0,-1 1 1,1 0-1,-1 0 0,1-1 1,-1 1-1,1 0 1,-1 0-1,1-1 0,-1 1 1,1 0-1,-1 0 0,1 0 1,-1 0-1,1 0 0,0 0 1,1 1 15,0 0-1,0 1 1,0-1 0,-1 1 0,1-1 0,0 1-1,-1-1 1,0 1 0,1 0 0,-1 0 0,0 0-1,0 0 1,0 0 0,0 0 0,0 0 0,0 0-1,-1 0 1,1 0 0,-1 1 0,1-1 0,-1 0-1,0 4 1,2 60 943,-3-49-978,4 2-94,4-18-605,14-30-846,-11 13 1433,-4 8-58,4-9-102,1 2 0,0 0 0,2 0 0,0 1 0,23-20 0,-33 36 430,0 0 0,0 0 0,-1 1 0,1 0 0,-1-1 0,1 1 0,-1 0 0,0 0 0,0 0 0,-1 0-1,1 0 1,2 7 0,6 8-753,4-9-1457,11-7-6717,-17-2 5904,6 0-4924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45.3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59 11253,'0'0'10693,"109"-9"-10693,-75 7-16,-1-3-528,-6-2-1073,1-2-736,-8-2-1937,0-5-1713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45.5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 0 3265,'0'0'18153,"-34"129"-16360,34-102-529,0-4-591,0-3-497,0-4-144,0-3-32,0-4-144,0-2-801,0-2-800,-6-3-1344,-1-2-3202,0 0-4258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5:46.2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18 5202,'0'0'6016,"19"-3"-3681,312-12 3185,-331 17-5277,1 1-1,-1-1 1,1 1 0,-1-1 0,0 1-1,0-1 1,0 1 0,0-1 0,0 1 0,-1 2-1,-11 37 2026,7-27-1931,1 1 0,0-1 0,1 1 0,1 0 0,-1 16 0,-2 54 426,2-62-662,2 0 0,0-1 0,1 1 0,2 0 0,5 31 0,-6-54-87,-1 1 0,1-1-1,-1 1 1,1-1 0,-1 1 0,0 0 0,0-1 0,0 1-1,1 0 1,-2-1 0,1 1 0,0-1 0,0 1 0,0 0 0,-1-1-1,1 1 1,-1-1 0,0 3 0,-1-2 22,-1-1 1,1 1 0,-1-1-1,1 1 1,-1-1-1,1 0 1,-1 0-1,0 0 1,1 0-1,-1-1 1,-3 1 0,-28 7 99,-1-1 1,0-2 0,-53 2-1,85-7-202,8 0-8901,19-4 3359,8-6-2975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44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0 309 14417,'8507'-309'0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57.6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2721,'0'0'0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52.2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0 4514,'0'0'6232,"-12"7"-5728,-34 20 134,42-24-465,1 0 1,-1 0-1,0 0 0,1 0 0,0 1 0,0-1 0,0 1 1,0 0-1,1 0 0,-1 0 0,1 0 0,0 0 1,0 1-1,-2 8 0,-3 5 444,3-10-408,1 1 0,-1 0 0,1-1 0,1 2 0,-2 9 0,4-18-199,-1 0-1,1 1 1,0-1-1,0 1 1,0-1-1,0 1 1,0-1-1,0 0 1,1 1-1,-1-1 1,0 1-1,1-1 1,-1 0-1,1 1 1,-1-1-1,1 0 1,0 1-1,0-1 1,-1 0 0,1 0-1,0 0 1,0 0-1,0 0 1,0 0-1,0 0 1,1 0-1,-1 0 1,0 0-1,0-1 1,0 1-1,1-1 1,-1 1-1,0 0 1,1-1-1,-1 0 1,1 1-1,-1-1 1,0 0-1,1 0 1,-1 0-1,3 0 1,8 1 37,0 0-1,1-1 1,-1-1-1,23-3 1,-30 2-40,-1 1 0,1-1 0,-1 0 0,0 0 0,1 0 0,-1-1 1,0 1-1,0-1 0,0 0 0,-1 0 0,1-1 0,-1 1 0,0-1 1,0 0-1,4-5 0,-1 0 65,-1 0 0,0 0 0,-1 0 1,0 0-1,-1-1 0,1 0 0,-2 1 1,1-1-1,-2 0 0,1-1 0,-1 1 1,-1 0-1,0-17 0,-4 26 74,1 0 1,-1 1-1,1-1 1,-1 1-1,0-1 1,1 1-1,-1 0 1,0 0-1,1 1 1,-8 1-1,9-1-129,-1 1-1,1 0 0,0-1 1,0 1-1,0 0 0,0 1 1,0-1-1,0 0 0,0 0 1,-2 6-1,4-8-86,-1 1 0,1-1 0,-1 1-1,1-1 1,-1 1 0,1-1 0,0 1 0,-1-1 0,1 1 0,0 0-1,0-1 1,-1 1 0,1-1 0,0 1 0,0 0 0,0-1 0,0 1 0,0 0-1,0-1 1,0 1 0,0 0 0,0-1 0,0 1 0,0 0 0,0-1-1,0 1 1,0-1 0,1 1 0,-1 0 0,0-1 0,1 1 0,-1-1-1,0 1 1,1-1 0,-1 1 0,1 0 0,-1-1 0,0 0 0,1 1 0,-1-1-1,1 1 1,0-1 0,-1 0 0,1 1 0,-1-1 0,1 0 0,-1 1-1,1-1 1,0 0 0,-1 0 0,1 0 0,0 0 0,31 1-4228,13-1-2215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38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 2385,'0'0'9733,"0"102"-6215,-1-47-2297,-16 103 0,12-72-2286,6-77-719,-1-11-437,1-46-3202,2 17 1920,8-3-579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39.3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62 1409,'0'0'5520,"18"-1"-1984,74 0-2230,156-16-418,-60 2-602,-72 15-184,-72 1 139,-1-1 0,1-2 0,75-15 1,-99 10 1100,-7 5 1957,-18 24-2351,-10 24-621,1 0 0,3 1 1,-11 94-1,11 148 15,11-167 363,0-122-140,-5 0-556,0-1 0,-1 0 0,1 0 0,0-1 0,0 1-1,0-1 1,0 0 0,1 0 0,-1-1 0,1 0 0,-1 0 0,-4-4 0,-38-19-93,24 21 58,-1 0-1,0 1 1,1 2-1,-1 0 0,-46 4 1,19-2 12,-51 5 1,-140 24 1,140-14 195,-148 4 0,239-19-29,6 0 97,7 0 42,60 0 429,-54-2-758,1 0 1,-1 0-1,1-1 1,-1 0 0,0 0-1,15-9 1,-22 10 27,-1 0 1,1 1 0,-1-1 0,0 0 0,1 0 0,-1 0-1,0 0 1,0 0 0,0 0 0,-1 0 0,1 0-1,-1-2 1,1 4-3,0-7-24,-1 0 1,0 1 0,-1-1 0,1 0 0,-1 1 0,-1 0-1,1-1 1,-6-9 0,5 10-321,0 0 1,0 0-1,0 0 0,1-1 1,0 1-1,1-1 0,0 0 1,-2-11-1,3 4-320,0 8-299,-1 1-1,1-1 1,0 1-1,1-1 1,-1 1 0,1-1-1,0 1 1,1 0-1,-1-1 1,1 1-1,0 0 1,3-5-1,9-9-5061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40.3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39 4482,'0'0'11211,"-3"-6"-10360,2 4-803,0 0 0,0 0 0,0 0 0,0 0 0,-1 0 0,1 0 1,0 1-1,-1-1 0,1 0 0,-1 1 0,0 0 0,0-1 1,1 1-1,-1 0 0,0 0 0,0 0 0,0 0 0,0 0 0,0 0 1,0 1-1,-1-1 0,1 1 0,0-1 0,0 1 0,0 0 1,-1 0-1,1 0 0,0 0 0,0 0 0,0 0 0,-1 1 0,1-1 1,0 1-1,0-1 0,0 1 0,0 0 0,0 0 0,0 0 1,0 0-1,-3 3 0,-5 1-17,0 1 1,0-1 0,1 2-1,0 0 1,0 0-1,1 0 1,0 1-1,0 0 1,0 1 0,1 0-1,1 0 1,0 0-1,0 1 1,0 0-1,1 0 1,1 0-1,0 1 1,0 0 0,1 0-1,1 0 1,0 0-1,0 0 1,0 21-1,2-31-41,0 0-1,-1 0 1,1 1-1,0-1 0,1 0 1,-1 1-1,0-1 1,0 0-1,0 0 0,1 1 1,-1-1-1,1 0 0,-1 0 1,1 1-1,-1-1 1,1 0-1,0 0 0,0 0 1,-1 0-1,1 0 0,2 1 1,-2-1-5,0-1 0,0 0 0,0 1 0,0-1 0,0 0 0,0 0 0,1 0 1,-1 0-1,0 0 0,0 0 0,0 0 0,0 0 0,0-1 0,0 1 0,0 0 0,0-1 0,0 1 0,0-1 0,2 0 1,4-3-25,0-1 0,0 0 0,-1 0 0,1 0 0,7-10 0,4-3-37,-1-2 0,-1 0 0,-1 0 0,-1-2 0,0 0 0,-2 0 0,11-28 0,-11 25 238,-11 24 1164,-1 28-501,0-4-469,-1-17-276,1 1-1,0 0 1,0-1-1,1 1 0,0 0 1,3 10-1,-3-14-144,0-1 0,1 1-1,-1 0 1,1-1 0,0 0-1,0 1 1,0-1 0,0 0-1,0 0 1,0 0 0,0 0 0,1 0-1,-1-1 1,1 1 0,-1-1-1,1 0 1,0 1 0,5 0-1,54 17-3231,4-6-4205,-13-6 80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41.3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0 108 384,'0'0'4858,"54"-4"-677,585-22-3066,600-26 872,-608 37-516,-610 15-1310,-11 0 138,-1 0-1,0-1 1,0 0-1,16-4 1,-22 1 2961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41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3602,'0'0'6600,"3"9"-5882,-1-3-536,0-1 0,0 0 0,1 0 0,0 0 0,0 0 0,0-1 0,0 1 0,1-1 0,0 0 0,0 0 1,0 0-1,0 0 0,0-1 0,1 1 0,9 4 0,13 6 300,-10-6-216,-1 0 0,0 2-1,0 0 1,-1 1 0,0 0 0,19 20-1,-33-30-225,0 0 0,0 0 0,0 1 0,0-1 0,0 0 0,-1 0 0,1 1 0,0-1 0,-1 1 0,1-1 0,-1 1 0,0-1 0,1 0 0,-1 1 1,0-1-1,0 1 0,0-1 0,0 1 0,0 0 0,0-1 0,0 1 0,-1-1 0,1 0 0,0 1 0,-1-1 0,1 1 0,-1-1 0,0 0 0,1 1 0,-1-1 0,0 0 0,0 1 0,0-1 0,0 0 0,0 0 0,0 0 0,0 0 0,0 0 0,-1 0 0,-1 1 0,-7 5 261,1-1 1,-1-1-1,-1 0 1,-13 6 0,15-7-185,-20 7-132,19-7 222,-1 0 0,1 0-1,0 1 1,-18 13 0,6 9-2185,20-23 1330,1 0 1,-1-1-1,1 1 0,0 0 1,0 0-1,1 0 1,-1 0-1,1 6 1,0 5-5492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42.3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0 3265,'0'0'7060,"0"26"-4446,1 8-1893,0 1 92,-2 0-1,-6 42 1,-88 520 4651,82-533-5436,3 1 1,-1 73-1,11-136-596,3-10-1865,35-68-4322,-18 15 114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46.0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5 237 592,'0'0'4858,"-4"-15"2092,693-11-4415,806-72-753,25 50 102,-969 26-1574,312-3 914,-356 22-1166,610 8 310,-259 53-189,-609-24 1239,-105-12 233,205 4 0,-101-26 942,-246 0-2305,-2 0-425,-1 1-1,1-1 1,-1 1-1,1-1 1,-1 1-1,1-1 1,-1 1 0,1-1-1,-1 0 1,0 1-1,1-1 1,-1 0-1,0 1 1,1-1 0,-1 0-1,0 0 1,1 0-1,-1 0 1,0 0 0,1 0-1,-1 0 1,0 0-1,0 0 1,1 0-1,-1 0 1,0 0 0,1 0-1,-1 0 1,0-1-1,1 1 1,-1 0-1,0-1 1,1 1 0,-1 0-1,1-1 1,-2 0-1,-30-14-6116,0-6-1592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46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319 0 768,'0'0'6964,"13"5"562,-15 11-6870,0 0 0,-1-1 1,-1 0-1,-8 24 0,-4 16 996,5 8-305,-4 76 1,0 3-527,-78 267 588,16-87-681,75-314-697,-2 13 244,0-1 0,0 36 0,-11-58-5757,-6-11-1228,-11-10-5237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47.7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3314,'0'0'9092,"0"29"-5749,-1-13-2741,-1 1 1,0-1 0,-2 0 0,0 0 0,-10 29 0,-6 20 558,-62 360 1744,75-368-2793,1-15 76,-1 50 0,-3-48 306,3-30-1135,4-32-3483,3 10 3059,1 0 0,0 0 1,1 0-1,0 0 0,0 0 0,1 1 0,6-15 0,11-25-5839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48.3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1 1873,'0'0'6288,"-1"0"-5914,-1-1-1,0 1 1,1 0 0,-1 0-1,1 0 1,-1 0 0,1 0-1,-1 1 1,1-1 0,-1 0-1,1 1 1,-1-1 0,1 1-1,-1 0 1,1-1 0,0 1-1,-3 2 1,-7 11 250,2 0 0,0 1 0,0 0 0,2 0 0,0 1 0,0 0 1,-7 33-1,-18 124 1639,20-37-877,7 203-1,7-184-1530,-3-155-415,1 0 464,0 0 0,0 0 0,-1 0 0,1 0 0,0 0 0,0 0 0,-1 0 0,1 0 0,0 0 0,0 0 0,-1 0 0,1 0 0,0-1 0,0 1 0,-1 0 0,1 0 0,0 0 0,0 0 0,0 0 0,-1 0 0,1-1 0,0 1 0,0 0 0,0 0 0,0 0 0,0 0 0,-1-1 0,1 1 0,0 0 0,0 0 0,0-1 0,0 1 0,0 0 0,0 0 0,0 0 0,0-1 0,0 1 0,0 0 0,0 0 0,0-1 0,0 1 0,0 0 0,0 0 0,0-1 0,0 1 0,0 0 0,0 0 0,0-1 0,0 1 0,0 0 0,4-71-9869,13 17 2122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48.8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 0 1072,'0'0'12118,"-1"12"-11515,-52 135 4247,39-91-3999,2 1 0,3 0 0,2 0 0,1 65 0,7-67-782,0-13-4,-1-1 0,-2 1-1,-2-1 1,-11 51 0,12-84-783,3-12-1173,2-24-3848,-1 13 2017,5-40-4938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49.3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0 3025,'0'0'11005,"0"6"-9551,-3 27 170,-1-1 0,-1 0 0,-18 56 0,-9 55 308,14 57-1091,8 231 0,10-383-874,0-47-413,14-5-2926,-7-3 2241,0 1-1,-1-1 1,-1 0 0,9-13-1,-5 8-585,24-36-5497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49.9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51 384,'0'0'3012,"-5"-6"-2980,1 2 75,2 2-47,1 1 0,-1-1 0,1 1 0,-1-1 0,1 0 0,0 1 0,0-1 0,0 0-1,0 0 1,0 0 0,0 0 0,0 0 0,1 0 0,-1 0 0,1 0 0,-1 0 0,1 0 0,0-3 0,0 5 32,-1 0-1,1 0 1,0-1 0,0 1-1,0 0 1,0 0-1,0 0 1,0 0 0,-1-1-1,1 1 1,0 0 0,0 0-1,0 0 1,-1 0-1,1 0 1,0 0 0,0 0-1,0 0 1,-1 0-1,1 0 1,0 0 0,0-1-1,0 1 1,-1 0-1,1 0 1,0 0 0,0 0-1,0 1 1,-1-1 0,1 0-1,0 0 1,0 0-1,0 0 1,-1 0 0,1 0-1,0 0 1,0 0-1,0 0 1,-1 0 0,1 1-1,0-1 1,0 0 0,0 0-1,0 0 1,0 0-1,-1 0 1,1 1 0,0-1-1,0 0 1,0 0-1,0 0 1,0 1 0,0-1-1,0 0 1,0 0 0,0 0-1,0 1 1,-12 11 1661,0 12-561,0 0-1,2 0 1,1 1-1,0 0 0,2 0 1,-7 49-1,-4 164 2363,16-179-2925,2 123 270,2-104-581,-11 107-1,1-120-346,8-64-339,1-13-6243,6-16 1526,5-11-2729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6:50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41 480,'0'0'6454,"1"-7"-5059,4-20-122,-4 20 5052,-1 18-5039,-20 302 3645,0-56-3307,18-176-1253,-23 388 840,17-432-1063,6-25 196,5-22 637,4 0-1614,-2 2-1953,-4 1-3266,-1 2-1047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04.8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8 2865,'2'-3'12562,"-5"2"-12971,-7-1 402,0 1 0,1 1 1,-1 0-1,0 0 0,-15 3 1,24-2-29,0 1 1,0-1 0,1 0 0,-1 1 0,0-1 0,0 1 0,1-1 0,-1 1 0,1-1 0,-1 1-1,1-1 1,0 1 0,0 0 0,0-1 0,0 1 0,0 0 0,0-1 0,0 3 0,4 32-202,42 64-41,-28-56 146,-14-35 99,1-1 0,-2 1 0,1 0 0,-1 0 0,0 0 0,-1 1 0,0-1 0,-1 1 0,0-1 0,-1 1 0,1 0 0,-3 12 0,1-19 47,0-1-1,0 1 0,-1-1 1,0 1-1,1-1 1,-1 0-1,0 0 1,0 0-1,0 0 1,0 0-1,0 0 1,-1 0-1,1-1 0,0 1 1,-1-1-1,1 0 1,-1 1-1,0-1 1,1 0-1,-6 0 1,3 1-3,0-1 1,0 1-1,0-2 0,-1 1 1,1 0-1,0-1 1,0 0-1,-1 0 0,1-1 1,-9-1-1,13-1-7,-1 0 0,1 1 0,0-1 0,0 0 0,0 0 0,1 0 0,-1 0 0,1 0 0,-1 0-1,1 0 1,0 0 0,0 0 0,0 0 0,0 0 0,2-5 0,-1-3 39,-2 4-32,2 0-1,-1 0 1,1 0 0,0 0 0,1 1-1,0-1 1,0 0 0,0 1-1,1-1 1,0 1 0,0 0 0,5-8-1,-1 5 4,1 0-1,0 1 1,0 0-1,0 0 1,1 1-1,17-11 0,-19 14 121,-1-1 0,1 1 0,-1-1 0,0 0 0,0-1 0,9-11 0,-13 13 88,1-1 0,-1 1 0,-1-1 1,1 0-1,-1 1 0,1-1 0,-1 0 0,-1 0 1,1 0-1,-1 0 0,0-9 0,0 12-180,-1 0-1,1 1 0,0-1 1,-1 0-1,1 0 1,-1 1-1,0-1 0,1 1 1,-1-1-1,0 1 0,0-1 1,0 1-1,0-1 0,0 1 1,-1 0-1,1-1 0,0 1 1,-1 0-1,1 0 0,0 0 1,-1 0-1,0 0 0,1 0 1,-1 1-1,1-1 1,-1 0-1,-2 0 0,-3-1 7,-1 0 1,1 1-1,0 0 0,-1 0 0,-10 0 0,18 1-280,0 1 0,-1-1 0,1 0 0,0 1 0,0-1 0,0 1 0,0-1 0,0 0 0,0 1 0,0-1 0,0 0 0,0 1 0,0-1 0,0 1 0,0-1 0,0 0 0,0 1 0,0-1 0,0 1 0,0-1 0,1 0 0,-1 1 0,0-1 0,0 0 0,0 1 0,1-1 1,-1 0-1,0 0 0,0 1 0,1-1 0,-1 0 0,0 0 0,1 1 0,-1-1 0,0 0 0,1 0 0,-1 0 0,0 1 0,1-1 0,-1 0 0,0 0 0,1 0 0,-1 0 0,1 0 0,-1 0 0,0 0 0,1 0 0,-1 0 0,1 0 0,23 1-5057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06.5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66 2145,'0'0'11317,"29"-20"-9577,-14 13-1585,0 1 0,0 0 0,0 1 0,1 1 0,0 0 0,19-1 0,8 0-85,48 2-1,-91 29 99,-2-20-103,0-1 1,0 1-1,0 0 0,-1 0 0,0-1 1,-1 0-1,1 1 0,-1-1 0,0-1 0,0 1 1,0 0-1,-1-1 0,1 0 0,-11 6 1,-12 9 109,-46 24 1,39-25-158,28-14 59,-3 2-1270,15-4-334,10 1 1710,-8 0-233,0 0 1,1 0 0,-1 0-1,0 1 1,-1 0 0,1 1-1,-1 0 1,8 6 0,-11-8 36,-1 0 0,0 0 0,0 0 0,0 0 0,-1 1 1,1-1-1,-1 1 0,0 0 0,0 0 0,0 0 0,-1 0 0,1 0 1,-1 0-1,0 0 0,0 0 0,0 1 0,-1-1 0,1 5 0,-2-6 133,1-1-1,0 1 0,-1 0 0,0-1 0,0 1 0,0 0 0,0-1 0,0 1 1,0-1-1,-1 0 0,1 1 0,-1-1 0,0 0 0,0 0 0,0 0 0,0 0 1,0 0-1,0 0 0,0-1 0,0 1 0,-1-1 0,1 1 0,-1-1 0,1 0 1,-1 0-1,1 0 0,-1 0 0,0-1 0,1 1 0,-1-1 0,-4 1 0,-14 2 444,1-1-1,-1-1 0,-25-1 0,25 0-206,11-1 1609,4-1-6927,25 0-5578,13 2 5876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07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3 2913,'0'0'10707,"1"-1"-10562,-1 1 0,0 0 1,0 0-1,1 0 0,-1-1 1,0 1-1,1 0 1,-1 0-1,0 0 0,1 0 1,-1 0-1,0-1 0,1 1 1,-1 0-1,0 0 0,1 0 1,-1 0-1,1 0 1,-1 0-1,0 0 0,1 0 1,-1 1-1,0-1 0,1 0 1,-1 0-1,0 0 1,1 0-1,-1 0 0,0 0 1,1 1-1,-1-1 0,0 0 1,1 0-1,-1 1 0,0-1 1,0 0-1,1 0 1,-1 1-1,0-1 0,0 0 1,0 1-1,1-1 0,-1 26 735,-1 0 0,-2 0 0,-7 36-1,1-7-527,2-6-1362,-3-18-4350,9-20-3802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07.8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23 112,'0'0'6110,"4"-3"-4830,-2 1-688,1 0 0,0 0 0,0 0 0,0 1 0,1-1 0,-1 1 0,0 0 0,0 0-1,1 0 1,-1 0 0,1 1 0,-1-1 0,6 1 0,21-1-139,299-1 1132,-337 41-1497,-36 42 702,34-67-595,2 1 0,-1 0 0,2 0 0,0 1 0,0 0 0,-7 32 1,8-18 89,-2 22-1269,7-51 717,1 0 1,0 0 0,-1 0-1,1 1 1,-1-1 0,1 0-1,-1 0 1,1 0 0,-1 0-1,0 0 1,0 0 0,1 0-1,-1 0 1,0 0 0,0 0 0,0 0-1,0 0 1,0-1 0,0 1-1,-2 0 1,-15 5-9386,12-6 6998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08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2449,'0'0'11966,"9"0"-9579,353 5-842,-361-5-1774,-29 2-7335,9-2 2501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10.5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109 118 704,'0'0'7630,"6"-8"-6111,16-23 73,-16 23 1668,-28 10-626,14 0-2594,2 1 1,-1-1-1,0 2 0,0-1 1,1 1-1,0 0 1,0 0-1,0 1 1,0 0-1,1 0 1,0 0-1,0 1 0,0-1 1,1 1-1,-1 1 1,2-1-1,-1 0 1,1 1-1,0 0 1,0 0-1,0 0 0,1 0 1,0 0-1,-1 13 1,3-14-88,0 0 0,1 0 0,0 0 0,0 0 0,0 0 0,1 0 0,0 0 0,0-1 0,0 1 0,1-1 0,-1 1 0,1-1 0,1 0 0,-1 0 0,6 6 0,-6-8 25,0-1-1,0 1 0,0-1 1,1 1-1,-1-1 1,1 0-1,-1-1 1,1 1-1,-1 0 1,1-1-1,0 0 1,0 0-1,0 0 0,0 0 1,0-1-1,0 0 1,0 0-1,0 0 1,0 0-1,0 0 1,0-1-1,-1 1 1,1-1-1,7-3 0,0-2 31,0 0-1,-1-1 0,0-1 0,0 0 0,0 0 0,-1-1 1,-1 0-1,14-19 0,-1 5 1,-7 8 32,-2 0 1,0 0-1,13-22 1,-21 30 74,0-1 0,-1 0 0,0 0 1,0 0-1,-1 0 0,0 0 0,0-1 1,-1 1-1,0 0 0,-1-10 0,0 17-86,-1-1-1,1 0 0,-1 0 0,0 0 1,0 0-1,0 0 0,0 1 0,0-1 0,0 0 1,0 1-1,-1-1 0,1 1 0,0-1 0,-1 1 1,1 0-1,-1 0 0,0-1 0,1 1 0,-1 0 1,0 0-1,0 1 0,0-1 0,0 0 1,0 1-1,1-1 0,-1 1 0,0-1 0,0 1 1,-4 0-1,-62-5-3913,68 5 3837,6 9-12024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11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1008,'0'1'14671,"0"15"-13980,1 10 100,-2 0 1,-2-1-1,0 1 0,-12 45 1,15-70-1298,-10 16 1063,6-7-4146,19-6-11647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11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53 2145,'0'0'13652,"0"16"-12038,-13 76-174,13-81-1410,-1-8-69,1-1 0,0 1 0,0 0 0,0 0 0,0 0 1,1 0-1,-1-1 0,1 1 0,0 0 0,1 4 0,0-6 21,-1 1 0,0-1 1,1 0-1,0 0 0,-1-1 0,1 1 0,-1 0 0,1 0 1,0-1-1,-1 1 0,1-1 0,0 1 0,0-1 0,-1 0 0,1 0 1,0 0-1,0 0 0,0 0 0,2 0 0,6 0 15,-1-1 0,1 0 0,-1 0 0,0-1 0,0 0 0,0 0 0,0-1 0,0 0 0,0-1 0,-1 0 0,1-1 0,13-9 0,-17 10 60,0 0 1,0 0-1,-1-1 1,0 0-1,1 0 1,-2 0-1,1 0 0,-1-1 1,1 1-1,-2-1 1,1 0-1,0 0 1,-1 0-1,0 0 1,-1 0-1,0-1 1,0 1-1,0 0 1,0-12-1,-1 16-3,-1 0 0,0-1-1,1 1 1,-1 0 0,0-1-1,0 1 1,0 0 0,0 0-1,0 0 1,-1 0 0,1 0-1,-1 0 1,1 0 0,-1 1 0,0-1-1,0 0 1,1 1 0,-1-1-1,0 1 1,0 0 0,-1 0-1,1 0 1,0 0 0,0 0 0,0 0-1,-1 1 1,1-1 0,0 0-1,-1 1 1,-2 0 0,-11-3-157,0 1 0,0 0 1,-17 2-1,31 0-705,3 1 353,-1 0 1,1 0-1,-1 0 1,1 0-1,-1 0 1,1-1-1,0 1 1,-1 0-1,1 0 1,0 0-1,-1-1 1,1 1-1,0 0 1,0-1 0,0 1-1,0-1 1,0 1-1,0-1 1,1 1-1,23 6-5673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13.5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2369,'0'0'8030,"23"-8"-6648,73-26-34,-85 31-1085,1 0 0,0 0 1,0 1-1,0 1 0,0 0 0,0 0 1,0 1-1,13 2 0,14 0 302,-38-2-542,-1 0-1,1 0 1,0 0-1,0 1 1,-1-1 0,1 0-1,0 0 1,0 1-1,-1-1 1,1 0-1,0 1 1,-1-1-1,1 1 1,0-1-1,-1 1 1,1-1-1,-1 1 1,1-1-1,-1 1 1,1 0 0,-1-1-1,0 1 1,1 0-1,-1-1 1,0 1-1,1 0 1,-1 0-1,0-1 1,0 1-1,1 0 1,-1 0-1,0-1 1,0 1-1,0 0 1,0 0 0,0-1-1,0 1 1,-1 0-1,1 0 1,0-1-1,0 1 1,0 0-1,-1 0 1,1-1-1,0 1 1,-1 0-1,0 0 1,0 4 72,-1 0 0,0 0 0,0-1 0,-1 1 1,1-1-1,-7 8 0,-20 18 241,-1-1 0,-59 42 0,85-68-325,0 0-1,0 0 0,0 0 0,1 0 1,-1 1-1,1 0 0,0 0 1,0-1-1,0 2 0,0-1 0,1 0 1,-1 0-1,1 1 0,0 0 1,1-1-1,-1 1 0,1 0 1,0 0-1,0 0 0,0 7 0,3-11 35,1 1-1,-1-1 1,1 0-1,0 0 1,-1 0-1,1-1 1,0 1-1,0-1 1,0 1-1,-1-1 1,1 0-1,5 0 1,-6 0 6,165 3 2355,-166-3-1021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14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63 3025,'0'0'12153,"3"-5"-11030,1 0-907,0 0-1,-1 1 1,1 0 0,1 0 0,-1 0 0,1 0 0,-1 1-1,1-1 1,0 1 0,0 0 0,1 1 0,-1 0 0,0-1-1,1 2 1,0-1 0,-1 1 0,1-1 0,0 1 0,9 0-1,-9 1-178,34 2 216,-39-2-254,1 1 1,-1-1 0,1 1 0,-1 0-1,1 0 1,-1-1 0,0 1-1,1 0 1,-1 0 0,0 0 0,0 1-1,0-1 1,0 0 0,0 0 0,0 0-1,0 1 1,0-1 0,0 1 0,-1-1-1,1 1 1,0-1 0,-1 1-1,1 1 1,2 12 15,-1 0 1,0 0-1,-1 0 0,-2 22 0,1-12-32,-2-12-396,-1-16-664,3 2 1036,0-1 1,0 0 0,0 0 0,0 1 0,1-1 0,-1 0 0,0 0 0,1 1 0,-1-1 0,1 0 0,-1 1 0,1-1 0,0 1-1,0-1 1,1-2 0,7-6 14,0 1 0,0 0 0,1 1 0,0-1 0,0 2-1,1 0 1,0 0 0,1 1 0,-1 0 0,23-7 0,-14 6 332,1 1 1,0 0 0,0 2 0,0 1-1,39-2 1,-59 5 349,-1 25 1022,0 71-405,0-95-2004,7-1-1186,-2 0 1070,0 0 0,0 0 1,-1 0-1,1-1 0,0 0 0,-1 0 0,6-1 0,29-18-5937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14.9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5827,'0'0'10895,"15"0"-10214,315 0 1149,-317 0-2654,-40-1-6767,-8 8 3125,-10 3-1262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15.1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2193,'0'0'10021,"142"0"-7300,-81 0-1264,-7-2-465,7 2-80,-7 0-287,-7 0-241,-19 0-256,-8 0-128,-13 0-192,-21 0-4674,-13 0 1712,-14 5-1536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19.8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1 176,'0'0'3831,"0"2"-2998,0 1 0,0-1 0,1 0 0,-1 1 0,0-1 0,1 0 1,-1 1-1,1-1 0,0 0 0,0 1 0,2 2 0,84-2 509,115 16 0,-179-15-967,0-1 1,1-1 0,-1-1-1,27-3 1,-49 4-361,-1 0 0,-1 0 0,1 0 1,0 0-1,0 1 0,-1-1 0,0 0 0,1 0 1,-1 0-1,0 0 0,0 0 0,-1 3 0,-50 81 173,32-52-117,-29 41 1,31-52-73,-15 18 265,3 0-1,-50 89 1,71-102-30,8-24-151,0 0-1,0 1 1,-1-1 0,0 0 0,0 0 0,0 0-1,0 0 1,-4 5 0,5-39-9845,1 11 4168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7:20.6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19 352,'0'0'1929,"6"-2"-1884,16-7 121,-15 6 7275,-3 3-3721,20-2-2494,428 9 4969,-433-7-5120,-1-9-626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42.6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68 281 4770,'0'0'6777,"2"-7"-5558,7-18 128,-6 19 974,-6 34 227,-4-1-1728,-21 48 1,20-58-700,1 0 0,0 1 1,2-1-1,0 1 1,1 0-1,1 1 0,-2 19 1,5 76-933,22-116-363,-11-3 1040,0 0 0,0 0 0,-1-1 0,0 0 0,0-1 0,0 0 0,15-15 0,7-5-211,42-29-193,88-72-216,-139 107 621,-1-1 0,-2 0 1,0-1-1,28-43 1,-42 56 269,-1-1 1,0 0 0,0-1-1,-1 1 1,-1-1 0,0 0-1,0 1 1,-1-1 0,-1-1-1,0 1 1,-1 0 0,0 0-1,-1 0 1,-2-17 0,3 28-67,-1-1-1,1 1 1,0 0 0,0 0 0,-1 0-1,1 0 1,-1-1 0,1 1 0,-1 0 0,0 0-1,1 0 1,-1 0 0,0 0 0,1 0 0,-1 0-1,0 0 1,0 1 0,0-1 0,0 0-1,0 0 1,0 1 0,0-1 0,0 1 0,0-1-1,-1 1 1,1-1 0,0 1 0,0 0 0,-2-1-1,-1 16 349,-6 30-111,1 1 0,3 1 0,1-1-1,4 92 1,1-116-379,0-22-8,0 1 0,1 0 0,-1 0 1,1-1-1,-1 1 0,1 0 0,-1-1 1,1 1-1,-1 0 0,1-1 1,-1 1-1,1-1 0,0 1 0,-1-1 1,1 1-1,0-1 0,0 1 0,-1-1 1,1 0-1,0 1 0,0-1 0,0 0 1,-1 0-1,1 0 0,0 0 1,0 1-1,0-1 0,1 0 0,33 2-3056,-22-1 1284,28 3-7228,-15-2 4669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43.0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0 496,'0'0'19628,"-10"3"-18308,-5 1-962,0 1-1,0 0 1,0 1-1,1 1 1,0 1-1,0-1 1,-15 13-1,28-19-422,0 1-1,0-1 0,0 0 0,0 1 1,0-1-1,0 1 0,0-1 0,0 1 1,1 0-1,-1-1 0,1 1 0,-1 0 1,1-1-1,-1 1 0,1 0 0,0 0 0,0-1 1,0 1-1,0 0 0,0 0 0,0-1 1,1 1-1,-1 0 0,1-1 0,-1 1 1,1 0-1,0 1 0,2 2-256,-1 0 0,1 0 0,-1 0 0,1-1 0,1 1 0,-1-1 0,4 4-1,-2-4 236,0 0 0,-1 0-1,0 1 1,0-1-1,0 1 1,0 0 0,-1 0-1,0 0 1,0 1-1,0-1 1,-1 1 0,1-1-1,-1 1 1,-1 0-1,1 0 1,-1 0 0,0 0-1,-1 0 1,1 0-1,-1 11 1,-1-15 110,1 1 0,0-1 0,-1 0 1,1 0-1,-1 1 0,0-1 0,0 0 0,0 0 0,0 0 1,0 0-1,0 0 0,0 0 0,-1 0 0,1 0 0,-1-1 1,1 1-1,-1-1 0,-2 3 0,-14 2-3625,17-17-7077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43.1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 9156,'0'0'9797,"-41"99"-10021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43.3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2273,'0'0'10837,"-7"120"-13894,7-95-1393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43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8212,'0'0'12643,"1"6"-11731,0 0-689,0-1-1,0 1 0,0-1 1,1 0-1,0 1 0,0-1 1,1 0-1,4 8 0,-5-11-313,0 0-1,0 1 0,1-1 1,-1 0-1,0-1 1,1 1-1,-1 0 0,1-1 1,0 1-1,-1-1 1,1 0-1,0 0 0,0 0 1,0 0-1,0 0 1,0-1-1,0 0 0,0 1 1,0-1-1,4 0 1,22-5-1092,-28 4 1187,0 1 0,0 0 1,0-1-1,0 1 1,0-1-1,0 1 0,0-1 1,0 1-1,0-1 1,0 0-1,-1 0 0,1 1 1,0-1-1,-1 0 1,1 0-1,0 0 0,-1 1 1,1-1-1,-1 0 0,1 0 1,-1 0-1,0 0 1,1 0-1,-1 0 0,0 0 1,1-2 794,1 3-815,1 0-1,-1 0 1,1 1-1,0-1 1,-1 1-1,1 0 1,-1 0 0,1 0-1,-1 0 1,1 0-1,-1 0 1,0 1-1,0-1 1,0 1-1,3 1 1,-3-1-158,0 0 1,0-1-1,0 1 1,0-1-1,0 0 1,0 0 0,0 0-1,1 0 1,-1 0-1,3 0 1,70 3-9922,-55-5 7232,21 1-3583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44.2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607 0 3314,'0'0'16930,"-15"5"-15460,-45 16-115,59-20-1316,0-1 0,0 0-1,0 0 1,0 0 0,-1 1 0,1-1-1,0 1 1,0-1 0,0 1 0,0-1-1,0 1 1,0-1 0,1 1 0,-1 0-1,0 0 1,0-1 0,0 1 0,0 0-1,1 0 1,-1 0 0,0 0 0,1 0-1,-1 0 1,1 0 0,-1 0 0,1 0-1,0 0 1,-1 0 0,1 0 0,0 1-1,0-1 1,0 0 0,0 0 0,0 0-1,0 0 1,0 3 0,0-4-43,1 1 1,-1-1-1,0 1 1,0 0-1,0-1 1,0 1-1,0 0 1,0-1-1,0 1 1,0 0-1,0-1 1,-1 1-1,1 0 1,0-1-1,0 1 0,0-1 1,-1 1-1,1 0 1,0-1-1,-1 1 1,1-1-1,-1 1 1,2-1-55,0-1 1,0 1-1,-1-1 1,1 1-1,0 0 1,0-1-1,0 1 1,0 0-1,0 0 1,0 0-1,0-1 1,0 1-1,0 0 1,0 0-1,0 0 1,0 1-1,0-1 1,-1 0-1,1 0 1,0 0-1,0 1 1,0-1-1,0 0 1,0 1-1,0-1 0,-1 1 1,1-1-1,0 1 1,0 0-1,0-1 1,-1 1-1,1 0 1,-1-1-1,1 1 1,0 0-1,-1 0 1,1-1-1,-1 1 1,1 0-1,-1 0 1,0 0-1,1 1 1,-1 77-544,-8 219-23,5-263 754,-2 0-1,-2-1 1,0 1 0,-3-1-1,-1-1 1,-19 42-1,25-64 144,-1-1 0,0 0-1,-1 0 1,0 0 0,0-1 0,-1 0-1,-16 15 1,18-20-69,0 0-1,0 0 0,0-1 1,0 1-1,0-1 0,-1-1 1,0 1-1,1-1 0,-1 0 1,0-1-1,0 1 0,0-1 1,-14 0-1,5-1-66,0 0 0,0-1 0,0-1 0,0 0 0,-29-9 0,38 8-156,0 0 0,0-1 1,0 1-1,1-1 0,-1 0 1,1-1-1,0 0 0,0 0 1,1 0-1,0-1 0,0 1 1,0-1-1,0-1 0,-4-8 1,-2-4-645,1-1 0,0 0-1,2-1 1,-7-23 0,12 36-126,1 0 0,0 0-1,1 0 1,0-1-1,0 1 1,1-1 0,0 1-1,0-1 1,1 1-1,0 0 1,0-1 0,1 1-1,0 0 1,4-9 0,18-19-4838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44.5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1 8292,'0'0'13990,"1"14"-12643,2 19-686,-1 0 0,-2 0 0,-1 0-1,-2-1 1,-12 60 0,11-80-888,-3 10 122,-1 0 1,-1 0 0,-11 21 0,16-37-493,0 1 1,0-2 0,-1 1-1,0-1 1,1 1-1,-7 4 1,8-8-316,-1 1 0,1-1 0,-1 0-1,1 0 1,-1 0 0,0 0 0,0-1 0,0 1 0,0-1 0,0 0 0,-6 0-1,-10 0-6962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45.1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0 250 6371,'0'0'6582,"24"-9"-3298,0-1-2520,29-12 1055,60-14 0,12 4 128,-52 15-1608,0-3 0,102-43 0,-172 62-348,0-1 1,1 1-1,-1-1 1,0 0-1,0 1 1,0-1-1,0-1 1,0 1-1,0 0 0,-1-1 1,1 1-1,-1-1 1,0 0-1,3-3 1,-8 5 4,1 0-1,0 0 1,-1 0 0,1 1 0,0-1 0,-1 1-1,1 0 1,-1-1 0,1 1 0,-1 0 0,1 0-1,-1 1 1,-2-1 0,0 1-1,-4-1-10,0 0 1,0 2 0,1-1-1,-1 1 1,0 0 0,1 0-1,0 1 1,-1 1-1,1-1 1,0 1 0,-10 7-1,5-2 8,1 1 1,1 0-1,0 0 0,0 1 0,1 0 0,-11 16 0,4-1 5,1 0-1,1 2 1,1 0 0,2 0-1,-18 60 1,27-76-125,0-1 0,1 1 0,0 0 0,0 22 0,4-33 40,1 0 1,-1 0-1,1-1 0,-1 1 0,1-1 1,0 0-1,-1 0 0,1 0 1,-1 0-1,1 0 0,4-1 1,1 0 20,0-1 1,0 0 0,1-1-1,-1 0 1,-1 0 0,1-1-1,0 0 1,-1 0 0,9-6-1,2-4-73,0 0-1,18-20 0,-37 37 322,1-1 0,0 0 1,0 1-1,-1-1 0,1 0 0,1 1 0,-1-1 0,0 0 1,1 1-1,-1-1 0,1 0 0,-1 0 0,1 1 1,0-1-1,0 0 0,2 3 0,0 1-195,-1 0 0,1-1 0,1 1 0,-1-1 0,1 0 0,-1 0 0,6 5 0,-4-8-284,-1 1 0,1-1 0,0 0 0,0-1 0,-1 1 1,1-1-1,0 0 0,0 0 0,1 0 0,-1-1 0,8 0 0,-8 0-660,-1 0 0,1 0 1,-1-1-1,1 0 0,-1 0 1,0 0-1,1 0 0,4-2 1,12-17-6578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45.5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80 6499,'0'0'8676,"13"1"-7956,108 7 19,-120-8-675,-1-4 91,-1 0 0,0 0 0,0 0 0,0 0 0,0 0 0,-1 0 0,1 1 0,-1-1 1,0 1-1,0-1 0,0 1 0,-1-1 0,1 1 0,-1 0 0,1 0 0,-1 1 0,0-1 0,-7-4 0,7 5 251,0 0 1,-1 0 0,1 0 0,-1 0-1,1 0 1,-1 1 0,0 0 0,0 0-1,0 0 1,0 0 0,0 0 0,-4 1-1,7 30 843,1-23-1203,0 0 1,0 0-1,1 0 1,0-1-1,0 1 1,0 0-1,1 0 1,0 0-1,1-1 0,-1 1 1,8 11-1,-6-14-184,0 1 0,0-1 0,0 1 0,1-1-1,0 0 1,0-1 0,0 1 0,0-1 0,0 0 0,1-1-1,-1 1 1,1-1 0,0 0 0,6 1 0,12 3-1938,0-2 0,0-1 1,45 1-1,18-4-7867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46.5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60 2225,'0'0'15340,"0"43"-11244,14 24-2026,-14-66-2041,2-2-71,0-1-1,0 1 1,0 0-1,-1-1 1,1 1-1,0-1 1,0 0-1,-1 0 0,1 1 1,-1-1-1,2-3 1,2-2-104,6-6-67,-3 1-76,1 0 1,0 1-1,1 0 0,0 1 1,1 0-1,0 1 0,1 0 1,0 0-1,0 2 0,21-11 1,-32 18 1152,2 8-178,0 0 0,0-1 0,1 1 0,0 0 1,7 9-1,-6-17-660,-4 0-55,15-1-596,1-1 189,-1 0 1,0-1-1,1-1 1,-2 0-1,1-1 1,0-1-1,23-12 1,-31 14 318,-4 2 277,22-10-153,-26 12 149,1 0-1,-1-1 1,1 1 0,-1 0 0,1-1-1,-1 1 1,1 0 0,-1-1 0,1 1-1,0 0 1,-1 0 0,1 0 0,-1 0-1,1 0 1,-1 0 0,1 0 0,0 0 0,-1 0-1,1 0 1,-1 0 0,1 0 0,0 0-1,-1 0 1,1 0 0,-1 0 0,1 1-1,-1-1 1,1 0 0,0 1 0,0 2-75,-1 0 0,1 0 0,0 0 0,0 0 0,0 0 0,1 0 0,-1 0 1,1-1-1,-1 1 0,1 0 0,0-1 0,0 0 0,0 1 0,0-1 1,1 0-1,-1 0 0,4 2 0,-4-2-470,0 0-1,1-1 1,-1 1-1,1-1 1,0 0 0,-1 0-1,1 0 1,0 0-1,0 0 1,0 0 0,-1-1-1,5 1 1,19-1-4675,7 0-3686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46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 7347,'0'0'17945,"-41"43"-17945,55-57-11798,-7-11 3843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46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9620,'0'0'9541,"34"68"-9653,-13-41-1633,-1 0-2337,7-2-1697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47.4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176 305 10037,'0'0'13222,"-9"-2"-12299,5 2-856,-7-2 157,1 0 0,-1 1 1,0 0-1,0 1 0,-16 1 0,24 0-199,-1 0 0,0-1 0,1 1-1,-1 1 1,1-1 0,0 0 0,-1 1 0,1 0 0,0-1 0,0 1-1,0 1 1,0-1 0,0 0 0,1 1 0,-1-1 0,1 1 0,0 0-1,-1 0 1,1 0 0,0 0 0,1 0 0,-1 0 0,-1 5 0,0-2-41,1 0 0,0 1 0,0-1 0,1 1 0,-1-1 0,1 1 0,0 9 0,1-14-209,23-16-877,0 0 349,-2-1 0,0-1 0,0-1 0,-2 0 0,0-2 0,27-34 0,98-157-5239,-136 197 5768,-2 4 270,1-10 4753,-15 20-3049,8-1-1681,-6 2 294,1 1 1,-1 0-1,0 0 0,1 0 0,-1 0 1,1 1-1,0 0 0,0 0 1,1 0-1,-1 1 0,-7 9 0,2-1 309,1 0 0,0 1-1,-11 24 1,13-18-318,1-1 0,1 1 0,1 0 0,1 0 0,0 0 0,2 1 0,2 37 0,-1-54-382,0-1-100,0-1 1,0 0-1,0 0 1,1 0-1,-1 0 0,1 1 1,0-1-1,0 0 1,0 0-1,0 0 1,0 0-1,0-1 0,0 1 1,0 0-1,1 0 1,-1-1-1,1 1 0,-1-1 1,1 1-1,0-1 1,0 0-1,-1 1 1,1-1-1,0 0 0,0 0 1,0-1-1,0 1 1,0 0-1,1-1 0,-1 1 1,0-1-1,4 1 1,8 1-2702,1-1-1,-1-1 1,28-2 0,-26 1-407,24-3-6259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48.0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191 332 5122,'0'0'16160,"-6"-2"-14893,-5-2-888,-1 0-1,1 1 1,-1 0 0,0 0 0,0 1-1,0 1 1,-19 0 0,28 1-365,0 0-1,0 0 1,0 1-1,0-1 1,0 1-1,0 0 1,0-1 0,0 1-1,1 0 1,-1 1-1,0-1 1,1 0-1,-1 1 1,1 0 0,-1-1-1,1 1 1,0 0-1,0 0 1,0 0-1,0 1 1,0-1-1,0 0 1,0 1 0,1-1-1,-1 1 1,1 0-1,0-1 1,0 1-1,0 0 1,0 0 0,0 0-1,1 0 1,-1 0-1,1 0 1,0 0-1,0 0 1,0 3 0,0-5-35,0 1 0,0-1 0,0 1 1,0-1-1,0 0 0,0 1 1,0-1-1,0 1 0,1-1 1,-1 0-1,1 1 0,-1-1 0,1 0 1,-1 0-1,1 1 0,0-1 1,-1 0-1,1 0 0,0 0 0,0 0 1,0 0-1,0 0 0,2 2 1,0-2-34,-1-1 0,1 1 1,-1-1-1,1 0 0,0 1 1,-1-1-1,1 0 0,-1-1 1,1 1-1,-1 0 1,1-1-1,-1 1 0,1-1 1,-1 0-1,3-1 0,10-4-309,-1-1 0,0 0 0,-1-1 0,1-1 0,-2 0 0,18-15 0,65-71-2704,-76 75 2332,4-5-671,0 0 0,-2-2 0,0 0-1,19-36 1,-39 59 1427,1 0-1,-1 1 0,1-1 1,-1 0-1,0 0 1,-1 0-1,1 0 0,0-5 1,-1-8 4614,-2 13-512,-7 7-2935,-1 2-797,1 0 0,-1 1 0,1 0 0,1 0 0,-1 1 0,1 0 0,0 1 1,1-1-1,0 2 0,0-1 0,1 1 0,0 0 0,0 0 0,-5 13 0,4-7-83,0 1 0,0 1 0,2-1 0,0 1 0,1 0 0,1 0 1,0 0-1,0 25 0,3-32-319,-1-1-22,1 0 1,0 1 0,1-1 0,0 0-1,1 1 1,4 15 0,-5-23-164,0 1 1,1-1-1,-1 0 0,1 1 1,0-1-1,-1 0 0,1 0 1,0 0-1,0 0 1,1-1-1,-1 1 0,0 0 1,0-1-1,1 0 0,-1 1 1,1-1-1,-1 0 1,1 0-1,0-1 0,-1 1 1,1 0-1,0-1 0,-1 1 1,1-1-1,0 0 0,0 0 1,3-1-1,-5 1 101,5 1-784,-1-1 0,0 0 0,1-1 0,-1 1 0,0-1 0,0 0 0,0-1 0,1 1 0,-1-1 0,8-4 0,21-21-8269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48.2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0 11045,'0'0'6934,"-20"22"-2703,-60 72-408,70-80-3234,0-1 0,1 1 1,1 0-1,0 1 0,1 0 0,0 0 0,1 1 0,-7 28 0,9-27-232,0 1 209,0 0 1,-1 36-1,4-31-2297,0 1-3943,1-1-5484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48.6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42 5330,'0'0'16016,"7"1"-15256,64 22 1004,-49-14-1603,0-1 0,1-2 1,27 5-1,-43-11-126,-6 0 0,-18-27-13,13 18 1,0 2 26,0 1 1,0-1-1,-1 1 1,1 0-1,-1 0 1,-9-8-1,12 12 17,1 1 1,-1 0-1,0 0 0,1 0 1,-1 0-1,0 0 0,0 0 0,0 1 1,0-1-1,0 1 0,0-1 1,0 1-1,0 0 0,0-1 1,0 1-1,0 0 0,0 1 1,0-1-1,0 0 0,0 0 0,0 1 1,1-1-1,-1 1 0,0 0 1,0-1-1,0 1 0,0 0 1,1 0-1,-1 0 0,0 0 0,-2 3 1,-4 4 197,0 0 0,0 0-1,1 1 1,0 0 0,0 0 0,1 0 0,0 1 0,-5 14 0,7-17-228,1-1 0,0 1 0,1 0-1,0 0 1,0 1 0,0-1 0,1 0 0,0 1 0,1-1 0,-1 1 0,2-1-1,-1 0 1,1 1 0,1 8 0,-1-15-77,0 1 0,0 0 0,0-1 0,0 1 0,0-1-1,0 1 1,0-1 0,1 0 0,-1 1 0,0-1 0,1 0 0,-1 0 0,1 0 0,0 0 0,-1 0 0,1 0-1,0-1 1,-1 1 0,1 0 0,0-1 0,0 0 0,3 1 0,48 2-2050,-39-3 1253,52-4-3348,7-13-3198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50.0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62 376 848,'0'0'11638,"2"47"-4067,2-44-7456,0-1-1,0 1 0,0-1 1,0-1-1,0 1 0,0 0 1,0-1-1,1 0 1,-1 0-1,0 0 0,1-1 1,-1 1-1,9-1 1,-6 0-113,0 0 1,0 0-1,-1-1 1,1 1 0,0-2-1,-1 1 1,1-1-1,11-4 1,-17 6-25,1-1 1,-1 1 0,0-1-1,0 0 1,0 1-1,0-1 1,0 0-1,0 0 1,0 1 0,0-1-1,0 0 1,0 0-1,0 0 1,-1 0-1,1 0 1,0 0 0,-1-1-1,1 1 1,-1 0-1,1 0 1,-1 0-1,0-1 1,1 1 0,-1 0-1,0 0 1,0-1-1,0 1 1,0 0-1,0 0 1,0-1 0,0 1-1,0 0 1,0-1-1,-1 1 1,1 0-1,0 0 1,-1 0 0,1-1-1,-1 1 1,0 0-1,1 0 1,-1 0-1,0 0 1,0 0 0,1 0-1,-1 0 1,0 0-1,0 0 1,0 1-1,0-1 1,0 0 0,0 0-1,-1 1 1,1-1-1,0 1 1,0-1-1,0 1 1,-1 0-1,1-1 1,-3 1 0,-26-3-1201,-56 2 1,42 2 772,43-1 450,0 0 1,-1-1 0,1 1 0,0 0-1,0 0 1,-1 0 0,1 0-1,0 1 1,0-1 0,-1 0 0,1 0-1,0 1 1,0-1 0,0 1-1,-1-1 1,1 1 0,0-1 0,0 1-1,0 0 1,0-1 0,0 1-1,0 0 1,0 0 0,0 0-1,1 0 1,-1 0 0,0 0 0,0 0-1,1 0 1,-1 0 0,1 0-1,-1 0 1,1 1 0,-1-1 0,1 0-1,0 0 1,-1 0 0,1 1-1,0-1 1,0 0 0,0 0 0,0 1-1,0-1 1,0 0 0,1 0-1,-1 3 1,2 0 39,-1 1 0,1-1 0,-1 0 0,1 0 0,0 0 0,0 0 0,1-1 0,-1 1 0,1 0 0,0-1 0,0 0 0,5 4 0,2 1 19,1 0 0,0-1 0,0-1 0,1 0-1,0 0 1,25 7 0,-32-12-81,1 1-1,-1-1 1,1 0 0,0 0-1,0-1 1,0 0 0,-1 0-1,1 0 1,0-1 0,0 0-1,-1 0 1,1 0 0,0-1-1,-1 0 1,0 0 0,1 0-1,-1-1 1,7-4 0,22-20-810,0-3 1,-2-1 0,-2-1 0,0-1 0,-3-2-1,0-1 1,-3-1 0,-1-1 0,-1-1 0,19-51-1,-28 43 1001,-12 24 7296,-3 51-6095,-8 12-309,-2-1 0,-19 41 0,14-38 45,-18 68 0,21-58-949,-3 9-202,13-19-2722,11-46-7367,-4 1 8447,21-17-3737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50.4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0,'0'0'13825,"6"10"-12592,-3-2-955,-2-5-211,0 0 0,0 0 0,1-1 0,-1 1 0,0 0 0,1 0 0,0-1 0,0 1 0,-1-1 0,2 0 0,-1 1 0,0-1 0,0 0 0,1 0 0,-1 0 0,1-1 0,-1 1 0,1-1 0,0 1 0,0-1 0,0 0 0,5 2 0,8-1 143,0-1 0,0 0 0,0-1 0,0 0-1,17-4 1,-32 4-193,-1 0 0,0 0 0,1-1 1,-1 1-1,0 0 0,1 0 0,-1-1 0,0 1 0,0-1 0,1 1 0,-1 0 0,0-1 0,0 1 0,0 0 0,0-1 0,1 1 0,-1-1 0,0 1 1,0-1-1,0 1 0,0 0 0,0-1 0,0 1 0,0-1 0,0 1 0,0-1 0,0 1 0,0 0 0,0-1 0,-1 1 0,1-1 0,0 1 0,0 0 0,0-1 1,-1 1-1,1 0 0,0-1 0,0 1 0,-1 0 0,1-1 0,0 1 0,-1-1 0,-13-13 236,5 11-251,1 1 0,-1 0 0,1 1 0,-1 0 1,0 0-1,0 1 0,-15 2 0,21-2 18,0 0 1,0 0 0,0 1 0,0-1 0,0 1 0,0 0 0,0 0 0,1 0 0,-1 1 0,0-1 0,0 1-1,1-1 1,-1 1 0,1 0 0,-1 0 0,1 0 0,0 0 0,0 0 0,0 1 0,0-1 0,0 1 0,0-1-1,1 1 1,-2 3 0,0 3 156,0 1 0,0 0-1,1 0 1,1 0 0,-1 0-1,2 1 1,-1-1-1,2 13 1,0-20-196,-1 0-1,1 0 1,0 0 0,-1 0-1,1 0 1,0-1-1,1 1 1,-1 0 0,0-1-1,1 1 1,0-1-1,-1 1 1,1-1 0,0 0-1,0 1 1,0-1-1,1 0 1,-1-1 0,0 1-1,1 0 1,-1-1-1,1 1 1,0-1 0,-1 0-1,1 0 1,0 0-1,0 0 1,0 0 0,0-1-1,0 1 1,-1-1-1,5 0 1,79 0-3636,-76-1 2601,-1 0 0,0-1 0,1 0-1,-1-1 1,0 0 0,15-7 0,12-12-4298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50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 3650,'0'0'13091,"0"10"-11167,0 108 2027,0-118-4010,2-1-1654,61-48 419,16-11-15,-71 54 1188,0 1 0,1 1 0,0-1-1,0 1 1,0 1 0,0 0 0,14-3 0,-21 5 2605,-2 42 867,0-10-3095,27-31-1460,-13-2 909,-1-1 0,1-1 0,-1 0 0,0-1 0,0 0-1,-1-1 1,22-13 0,0 0 154,-32 31 5211,19 34-4775,-20-44-468,0-1 0,0 1 0,0-1 0,0 1 0,0-1 0,0 0 0,0 0 0,1 1 0,-1-1 0,1 0 0,-1 0 0,1 0 0,-1-1 0,1 1 0,-1 0 0,1-1 0,2 2 0,30 0-7598,-26-2 5658,19 0-7446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51.8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65 7860,'0'0'11223,"15"10"-10235,47 30-73,-58-37-835,0-1 1,0 1 0,1-1 0,-1-1-1,1 1 1,0 0 0,0-1 0,-1 0-1,1 0 1,0-1 0,0 1 0,0-1 0,0 0-1,0 0 1,7-2 0,11 1-10,-22 1-73,-1 0 1,1-1-1,0 1 1,0 0-1,0 0 1,0 0 0,0-1-1,-1 1 1,1 0-1,0-1 1,0 1-1,0-1 1,-1 1-1,1-1 1,0 1-1,-1-1 1,1 1-1,0-1 1,-1 0-1,1 1 1,-1-1-1,1 0 1,-1 0-1,1 1 1,-1-1-1,1-2 1,3-29-246,-4 27 155,0 1 0,0-1 1,-1 1-1,0-1 0,0 1 1,0-1-1,-1 1 0,1 0 1,-1-1-1,0 1 0,-4-5 1,3 6 111,0 1 0,0-1 0,0 1 0,0 0 0,-1 0 0,1 0 0,-1 0 0,0 1 0,1-1 0,-1 1 1,0 0-1,0 0 0,0 1 0,0-1 0,0 1 0,0-1 0,0 1 0,0 1 0,0-1 0,0 0 0,0 1 0,1 0 1,-1 0-1,0 0 0,0 1 0,0-1 0,1 1 0,-1 0 0,1 0 0,-1 0 0,1 0 0,0 0 0,0 1 1,0 0-1,0-1 0,0 1 0,1 0 0,-1 1 0,1-1 0,0 0 0,0 1 0,0-1 0,0 1 0,1-1 0,0 1 1,-1 0-1,1 0 0,0 0 0,1 0 0,-1 0 0,1 0 0,0 8 0,-1-4 13,2 1 0,-1-1-1,1 1 1,0-1 0,1 1-1,-1-1 1,2 0 0,-1 0-1,5 8 1,-5-12-55,0 0 1,1-1-1,0 1 0,-1-1 0,1 0 0,0 0 1,1 0-1,-1 0 0,1-1 0,-1 1 0,1-1 1,0 0-1,-1 0 0,1 0 0,0 0 0,1-1 1,-1 0-1,0 1 0,0-2 0,6 2 0,-1-1-188,0 0 1,1-1-1,-1 0 0,0 0 0,1-1 0,-1-1 0,0 1 0,0-1 1,0-1-1,0 0 0,0 0 0,0 0 0,8-6 0,-4 2 94,-1-1 0,-1 0 0,1-1 0,-1 0 0,-1-1 1,0 0-1,17-22 0,-21 38 5029,2 15-3307,-7-15-1583,1-1-1,0 1 1,1-1-1,-1 0 0,1 0 1,0 0-1,3 4 1,-1-8-83,0 0 0,0 0 1,0-1-1,-1 0 1,1 0-1,0 0 1,0 0-1,7-2 0,-7 1 20,6-1 1,-1-1 0,1 0 0,0-1 1,-1 0-1,0-1 0,0 0 0,0-1 0,14-11 0,-11 9 65,0-1 0,1 2 1,25-11-1,-38 18 1615,-2 29-163,-1-22-1298,1 0-222,-1 0 0,1 0 0,0 0 0,0 0 0,0 1-1,1-1 1,0 0 0,1 0 0,0 0 0,1 7 0,0-13-182,-1 0-1,1 0 1,-1 0 0,1 0 0,-1 0 0,1-1-1,-1 1 1,1-1 0,-1 1 0,1-1-1,0 1 1,0-1 0,-1 0 0,1 0 0,0 0-1,-1 0 1,4 0 0,31-4-4155,-2-8-711,6-12-2353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52.1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 0 10213,'0'0'11312,"-13"17"-9760,-38 52-204,46-60-1093,1 0 1,-1 0-1,1 0 1,1 1-1,0-1 1,0 1-1,1 0 1,0 0-1,1 0 1,0 0-1,0 0 1,1 0 0,2 16-1,-1 3-209,-2-26-57,1 0 1,0 0-1,0 0 1,0-1-1,1 1 1,-1 0-1,1 0 1,0-1-1,-1 1 1,1 0-1,0-1 1,0 1-1,1 0 1,-1-1-1,0 0 1,3 4-1,-1-4-58,0 0-1,0 0 1,0-1-1,0 1 1,1-1 0,-1 1-1,0-1 1,1 0 0,-1 0-1,0-1 1,1 1-1,5-1 1,32 4-1858,72-4-1,-79-1 210,22-4-1990,-31-5 302,-6-8-3401,-16 0-666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52.3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66 8132,'0'0'10164,"169"3"-9715,-108-3-353,0-9-96,7-3-1009,6-1-2673,-6-3-1472,-7-2-3058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09:52.6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6819,'0'0'25820,"14"9"-25692,-7-9-128,-1 0 0,1 0 0,0 0 0,0 0 0,-1 0-1825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03.7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3249,'0'0'8268,"11"6"-1616,-8 0-6823,-3 213 3551,0-218-3399,0-1-538,1 0 290,0 0 0,-1 0 1,1 0-1,-1 0 0,1-1 0,-1 1 1,1 0-1,-1 0 0,1 0 1,-1-1-1,1 1 0,-1 0 1,1-1-1,-1 1 0,1 0 0,-1-1 1,0 1-1,1-1 0,-1 1 1,0-1-1,1 1 0,-1-1 1,0 1-1,0-1 0,1 1 0,-1-1 1,0 1-1,0-2 0,1-7-6285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04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1745,'0'0'10327,"20"0"-7379,3-1-1834,-17 0-978,0 1 0,1-1-1,-1 1 1,1 1 0,11 1 0,-17 33-59,-1-28-32,-1-1-1,-1 1 1,0 0-1,1-1 0,-2 0 1,1 1-1,-1-1 0,0 0 1,0 0-1,-1-1 0,0 1 1,-5 5-1,5-5 27,0-1 0,0 1 1,0 0-1,1 0 0,0 0 0,0 0 0,0 0 1,1 1-1,0-1 0,0 1 0,1 0 0,-1 8 0,49-13 3107,-43-2-3057,48-3 1006,-49 3-1105,0-1 0,0 1-1,0-1 1,0 0 0,0 0 0,0 0 0,-1 0 0,1 0 0,0-1 0,-1 1 0,1-1 0,-1 0 0,0 1 0,5-6 0,-6 2-685,-1-2-3693,0 4-88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05.3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46 544,'0'0'7742,"19"-7"-6562,-17 7-1151,25-9 924,-1 1 1,1 1-1,0 2 1,55-4 0,-81 9-885,0 0 0,0 1 0,0-1 0,-1 1 0,1-1 1,0 1-1,0 0 0,0-1 0,0 1 0,-1 0 0,1 0 1,0-1-1,-1 1 0,1 0 0,-1 0 0,1 0 0,0 0 1,-1 0-1,0 0 0,1 0 0,-1 0 0,0 0 0,1 0 1,-1 0-1,0 0 0,0 0 0,0 0 0,0 0 0,0 0 1,0 1-1,0 1 60,0-1 1,0 0 0,0 0 0,0 1-1,-1-1 1,1 0 0,0 0-1,-1 0 1,0 0 0,1 1-1,-1-1 1,0 0 0,0 0-1,0 0 1,-1 0 0,-1 2-1,-7 5 84,-1-1 0,0 0 0,0 0 0,-24 11 0,34-19-336,36 15-2078,-29-10 2226,0 1 0,-1 0-1,1 1 1,-1-1 0,-1 1 0,1 0 0,-1 0-1,-1 0 1,1 1 0,3 12 0,-2-6 318,-1 0 0,-1 0 0,-1 0 0,0 0 1,1 20-1,-4-33-282,1 0 0,0 0 1,0 0-1,-1 0 0,1 0 1,0-1-1,-1 1 0,1 0 1,-1 0-1,1 0 0,-1 0 1,0-1-1,1 1 0,-1 0 1,0 0-1,1-1 0,-1 1 1,0-1-1,0 1 0,0 0 0,0-1 1,1 0-1,-1 1 0,0-1 1,0 1-1,0-1 0,0 0 1,-2 0-1,-31 4 546,33-5-769,0 0 0,1-1 1,-1 1-1,0-1 0,0 1 1,1 0-1,-1-1 0,1 0 1,-1 1-1,1-1 0,0 1 1,-1-1-1,1 1 0,0-1 1,0 0-1,0 1 0,0-3 0,4-35-9530,7 26 3508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06.0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12 672,'0'0'6617,"6"-2"-4590,17-5 38,-18 5 3583,-12 17-2828,-1 3-2136,0-1 0,-2 1 1,-16 21-1,19-29-681,0-1 0,0 1 1,1 1-1,0-1 0,1 1 1,0 0-1,1 1 0,0-1 1,1 1-1,0-1 0,1 1 1,-2 17-1,5-28-20,-1 0 0,1 0-1,-1-1 1,1 1 0,0 0 0,-1 0 0,1 0 0,0-1-1,0 1 1,-1 0 0,1 0 0,0-1 0,0 1-1,0-1 1,0 1 0,0-1 0,0 1 0,0-1 0,0 0-1,0 0 1,0 1 0,0-1 0,0 0 0,0 0-1,0 0 1,0 0 0,0 0 0,2 0 0,42 0-38,-34 0 66,84 1 105,112-3 732,-189 0-175,-23-1-5540,-8-3-3929,1 0 1008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06.2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0 4370,'0'0'16039,"-54"118"-13926,47-85-512,7-6-544,0-2-609,0-7-432,0 0-16,0 0-144,0-2-833,0 0-800,14-2-1568,-1-3-1761,1-2-3058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07.4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8 1665,'0'0'7152,"-6"-7"2949,-1 6-10370,2 3 314,1 0 1,0 0-1,0 0 0,0 0 1,0 1-1,1-1 1,-1 1-1,0 0 1,1 0-1,0 0 1,0 1-1,0-1 1,0 1-1,0-1 1,1 1-1,0 0 1,0 0-1,0 0 1,0 1-1,-2 7 1,4-11-97,1 0 1,0 0-1,-1 0 1,1-1 0,-1 1-1,1 0 1,0 0-1,0-1 1,-1 1-1,1-1 1,0 1 0,0 0-1,0-1 1,0 1-1,0-1 1,0 0-1,0 1 1,0-1 0,0 0-1,0 0 1,0 1-1,0-1 1,1 0 0,37 6-222,-23-4 156,-15-2 119,7 1-57,-1 1-1,0 0 1,0 0-1,1 0 0,8 5 1,-14-6 79,0 0-1,0 1 1,0-1 0,-1 0-1,1 1 1,-1-1 0,1 1 0,-1-1-1,0 1 1,1 0 0,-1 0-1,0 0 1,0-1 0,0 1 0,0 0-1,-1 0 1,1 0 0,-1 1-1,1-1 1,-1 0 0,1 0 0,-1 0-1,0 4 1,0-3 124,0-1-1,0 1 1,-1-1 0,1 1-1,0-1 1,-1 1 0,0-1-1,0 1 1,0-1 0,0 1-1,0-1 1,0 0 0,0 0-1,-1 0 1,1 0 0,-1 0-1,1 0 1,-1 0 0,0 0-1,0 0 1,0-1 0,0 1-1,0-1 1,0 1 0,0-1-1,-1 0 1,1 0 0,0 0-1,-1 0 1,-2 0 0,-7 2-560,0-1-1,0 0 1,-1-1 0,-22-1 0,24 0-888,10-10-5844,1-15 2433,0 24 3549,0-17-3193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07.6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 3169,'0'0'14983,"67"-13"-14182,-53 13-273,-7 0-272,-1 0-256,1 0-368,0 2-1505,0 5-1585,6 0-2432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14.1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353 0 1697,'0'0'4669,"-28"14"-302,13 1-3892,-19 18-7,2 1 0,-36 51-1,54-65-394,-8 11 394,-31 61 1,47-79-314,1 0 0,0 0 0,1 1 0,0-1 0,1 1 0,1 0-1,0 0 1,1 19 0,1-32-147,1 0 0,-1 0 0,0 0-1,1 0 1,-1 0 0,1 0 0,0 0 0,-1 0-1,1-1 1,0 1 0,0 0 0,-1 0 0,1-1-1,0 1 1,0 0 0,0-1 0,0 1 0,0-1-1,0 1 1,0-1 0,0 1 0,0-1 0,0 0-1,0 0 1,0 1 0,0-1 0,0 0 0,0 0-1,0 0 1,2 0 0,42 1 323,-36-2-177,-6 1-167,18-3 498,-18-21 1215,-4 22-1661,1 1-1,-1-1 1,0 0 0,0 1 0,0-1 0,0 1-1,-1-1 1,1 1 0,0 0 0,-1 0 0,1-1-1,-1 1 1,1 0 0,-1 0 0,1 0 0,-1 1-1,0-1 1,0 0 0,1 1 0,-1-1 0,0 1-1,0-1 1,-2 1 0,-47-9 247,-23 8 2007,73 1-2769,4 6-10118,-1-3 8464,-1 6-4848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15.2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16 1825,'0'0'14361,"0"14"-7856,0 46-5839,0 30 153,1-89-811,-1-1 0,0 0 0,0 0 0,0 1 0,0-1 0,0 0 0,0 0 0,0 1 0,1-1-1,-1 0 1,0 0 0,0 1 0,0-1 0,0 0 0,0 0 0,0 1 0,0-1 0,-1 0 0,1 1 0,0-1-1,0 0 1,0 0 0,0 1 0,0-1 0,0 0 0,0 0 0,0 0 0,-1 1 0,1-1 0,0 0-1,0 0 1,0 0 0,-1 1 0,1-1 0,0 0 0,0 0 0,0 0 0,-1 0 0,1 1 0,0-1 0,0 0-1,-1 0 1,1 0 0,0 0 0,-1 0 0,1-16 154,7-1-154,0 1 0,1 1 0,1-1 0,0 1 0,2 1 0,-1 0 0,2 0 0,-1 1 0,2 1 0,18-15 0,-31 27 2,0 0 0,1 0 0,-1 0 0,1-1 1,-1 1-1,1 0 0,-1 0 0,1 0 0,-1 0 0,1 0 0,-1 0 0,1 0 1,-1 0-1,1 0 0,-1 0 0,1 0 0,-1 1 0,1-1 0,-1 0 0,1 0 1,-1 0-1,0 1 0,1-1 0,-1 0 0,1 1 0,-1-1 0,0 0 0,1 1 0,-1-1 1,0 0-1,1 1 0,14 20 378,3 24 522,-14-23-615,0 0 0,-2 1-1,0 40 1,-2-63-319,0-27-16311,0 12 7408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15.5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 7732,'0'0'13982,"12"-9"-10503,36 10-2446,-10 0-860,-1-2 0,42-6 1,-76 6-222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15.9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7331,'0'0'12603,"0"11"-10562,1 22-710,0-4-192,0-1 0,-2 1-1,-1-1 1,-11 52 0,6-38-881,7-33-4105,0 1-4073,0-9 6546,0 8-6451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26.2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1 4322,'0'0'11461,"0"5"-10375,-2 20-301,-2 0 0,0 0 0,-1-1 1,-1 1-1,-2-1 0,-17 38 0,20-34-252,3-18-1366,2-16-5377,2-24 1405,9-9-1443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26.4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10517,'0'0'6563,"27"63"-7203,-20-35-1057,-7-4-2673,7 4-1569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26.9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4226,'0'0'8876,"6"0"-7659,-3 0-1082,0 0 0,0 1 1,0-1-1,0 1 1,0 0-1,0-1 1,0 1-1,0 1 1,-1-1-1,1 0 1,0 1-1,-1-1 0,1 1 1,-1 0-1,0 0 1,1 0-1,-1 0 1,0 0-1,0 0 1,0 1-1,0-1 1,-1 1-1,1-1 0,-1 1 1,1 0-1,-1-1 1,0 1-1,0 0 1,0 0-1,-1 0 1,1 0-1,-1 0 1,1 0-1,-1 3 0,0 61-161,0-66-377,8-8-1787,14-15 1023,-12 10 1064,1 1 1,0 0 0,1 0-1,0 1 1,0 1 0,1 0-1,1 1 1,-1 0 0,17-6-1,-30 14 130,1-1-1,-1 1 1,1 0-1,-1 0 1,0 0-1,1 0 1,-1 0-1,1 0 1,-1 0-1,0 0 1,1 0-1,-1 0 1,1 0 0,-1 0-1,0 0 1,1 0-1,-1 0 1,0 0-1,1 0 1,-1 1-1,1-1 1,-1 0-1,0 0 1,1 0-1,-1 1 1,0-1-1,1 0 1,-1 0-1,0 1 1,0-1-1,1 0 1,-1 1-1,0-1 1,0 0 0,1 1-1,-1-1 1,0 0-1,0 1 1,0 0-1,2 23 1031,-13 30 603,9-48-1444,1 11-363,7-14-2337,16-21-3054,-2-3 298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27.2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 1 7764,'0'0'9249,"-11"23"-7934,-66 190 2797,70-189-3659,-2 3-141,2 1-1,1 0 1,1 0 0,-2 51-1,7-78-357,1 0-1,-1 0 1,1-1 0,0 1-1,-1-1 1,1 1 0,0 0-1,-1-1 1,1 1-1,0-1 1,0 0 0,-1 1-1,1-1 1,0 1 0,0-1-1,0 0 1,0 0-1,-1 0 1,1 1 0,0-1-1,0 0 1,0 0 0,0 0-1,0 0 1,0 0-1,-1-1 1,2 1 0,32-2-1644,-23 0 756,-1 0 1,0-1-1,0 0 0,0 0 1,14-8-1,20-18-8399,-29 15 2805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27.4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84 5619,'0'0'11653,"135"-36"-11621,-74 27-32,14-2-1473,6-1-3233,7-3-3266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28.8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89 544,'0'0'9362,"11"-3"-7839,3-1-993,-8 2-225,0 0 0,1 1 0,-1-1 0,1 1 0,-1 1 0,12-1 0,-17 1-200,1 1 0,-1-1 0,0 0-1,1 1 1,-1-1 0,0 1 0,0-1-1,1 1 1,-1 0 0,0-1 0,0 1-1,0 0 1,0 0 0,0 0 0,0 0-1,0 0 1,0 0 0,0 0 0,-1 0-1,1 0 1,0 1 0,-1-1 0,1 0-1,-1 0 1,1 1 0,-1-1 0,1 0-1,-1 1 1,0-1 0,0 0 0,0 1-1,0 1 1,1 56 966,-2-41-866,-4 14-40,5-31-180,0 0-1,-1 0 0,1 0 0,0 0 0,0 0 0,-1 0 0,1 0 0,-1 0 0,1 0 0,-1 0 0,1 0 0,-1 0 0,0 0 0,1-1 0,-1 1 0,0 0 0,0 0 0,0-1 0,0 1 0,1 0 0,-1-1 0,-2 2 0,4-14-1030,1 5 921,1 0 1,0 0 0,0 0-1,1 0 1,0 1-1,0 0 1,0-1 0,1 2-1,0-1 1,0 0-1,9-6 1,6-6 14,1 2 0,23-15 1,-17 13 101,-15 9 35,0 1 1,1 0 0,0 1 0,1 0 0,-1 1-1,17-5 1,-29 11 42,0 0 0,0 0 0,0 1-1,0-1 1,-1 0 0,1 1 0,0-1-1,0 1 1,-1-1 0,1 1 0,0-1 0,-1 1-1,1 0 1,0-1 0,-1 1 0,1 0-1,-1-1 1,1 1 0,-1 0 0,1 0-1,-1-1 1,0 1 0,1 0 0,-1 0 0,0 0-1,0 0 1,0-1 0,1 1 0,-1 0-1,0 0 1,0 0 0,0 0 0,0 0 0,-1 0-1,1 1 1,0 48 1304,-1-37-970,1-12-393,0 1 0,-1-1-1,1 0 1,0 0 0,0 1-1,0-1 1,1 0 0,-1 0-1,0 0 1,0 1-1,1-1 1,-1 0 0,1 0-1,-1 0 1,1 0 0,-1 1-1,1-1 1,0 1 0,1-2-31,-1 0 0,0 0 1,1 0-1,-1-1 1,0 1-1,0 0 0,1 0 1,-1-1-1,0 1 0,0-1 1,0 1-1,1-1 0,-1 0 1,0 1-1,0-1 0,0 0 1,0 0-1,1-1 1,10-7-76,10-7-174,0 0-1,1 1 1,1 1 0,46-19 0,-69 33 624,-1 10 450,-3 48 2067,1-29-3915,0 0-7709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29.0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0 3618,'0'0'19433,"-82"84"-19321,82-82-112,0 0 0,0-22-17016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29.2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9220,'0'0'10485,"7"25"-10485,0 0-1537,-1-5-2016,1-4-2178,7 2-2145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29.8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211 455 3778,'0'0'11610,"0"-1"-11335,0 0 0,0 0 0,0-1 0,0 1 0,-1 0 0,1 0 0,0 0 0,-1 0 0,1-1 0,-1 1 0,1 0 0,-1 0 0,0 0 0,1 0 0,-3-2 0,-3 2-149,-1-1 1,0 1 0,0 0 0,0 1-1,1-1 1,-1 1 0,0 1-1,0-1 1,0 1 0,0 0 0,1 1-1,-1 0 1,0 0 0,1 0 0,-1 1-1,1 0 1,0 0 0,-8 5-1,9-4-96,0-1 0,0 1-1,0 0 1,1 0 0,0 0-1,-1 1 1,1-1 0,1 1-1,-1 0 1,1 0 0,0 1-1,0-1 1,0 1 0,1-1-1,0 1 1,0 0 0,0 0-1,1 0 1,0 0 0,-1 10-1,2-14-25,0-1-1,0 1 0,0 0 0,0 0 0,0-1 0,0 1 0,0 0 0,1-1 0,-1 1 0,0 0 0,1-1 0,0 1 0,-1 0 1,1-1-1,0 1 0,0-1 0,0 0 0,0 1 0,0-1 0,0 0 0,0 1 0,0-1 0,1 0 0,-1 0 0,2 2 0,2-2-5,0 0-1,0 0 0,0 0 0,0 0 0,-1-1 1,1 1-1,9-2 0,-4 1 1,-6 0-24,0-1-1,0 0 1,0 0-1,0 0 1,-1 0-1,1 0 1,0-1-1,0 0 1,-1 1-1,1-1 1,-1-1-1,6-3 1,39-40-497,-29 27 265,117-114-1857,124-157 1,-254 282 2187,0 2 42,-1 0 1,0-1-1,0 1 0,0-1 0,-1-1 1,0 1-1,-1 0 0,1-1 1,-1 0-1,-1 0 0,3-14 1,-10 22 1095,-3 3-1006,0 0-1,0 0 1,1 1 0,-1 0 0,1 0 0,0 0-1,0 1 1,0 1 0,1-1 0,0 1 0,0 0-1,-6 8 1,-10 11 585,-35 54 0,35-43-272,1 1 0,-17 44 0,31-62-668,0 0 0,2 0-1,0 0 1,1 1-1,1-1 1,-2 34-1,6-52-9,-1 0 0,1 0-1,-1 0 1,1 0 0,0 0-1,-1 0 1,1 0-1,0 0 1,0 0 0,-1 0-1,1 0 1,0 0 0,0-1-1,0 1 1,0 0-1,0-1 1,0 1 0,1 0-1,-1-1 1,0 0 0,0 1-1,0-1 1,0 0-1,1 1 1,-1-1 0,0 0-1,0 0 1,0 0 0,2 0-1,43 2-4247,-40-2 3345,29 0-4192,4 0-729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30.3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244 493 9492,'0'0'11101,"-19"0"-9817,-97 1 404,112-1-1591,-1 0-1,1 1 1,0 0-1,0 0 1,-1 0-1,1 0 0,0 1 1,0 0-1,0-1 1,0 2-1,1-1 1,-1 0-1,1 1 0,-1-1 1,1 1-1,0 0 1,0 0-1,0 0 1,0 1-1,0-1 0,1 1 1,-3 5-1,1-1-46,0 1-1,1 0 1,0 0-1,0 0 1,1 0 0,0 0-1,1 1 1,0-1-1,1 13 1,0-21-60,1-1 0,-1 1 0,1 0 0,-1-1 1,1 1-1,0 0 0,-1-1 0,1 1 0,0-1 0,-1 1 0,1-1 1,0 0-1,0 1 0,-1-1 0,1 0 0,0 1 0,0-1 1,0 0-1,0 0 0,-1 0 0,1 0 0,0 0 0,0 0 1,0 0-1,0 0 0,0 0 0,0 0 0,-1 0 0,1 0 1,0-1-1,0 1 0,1-1 0,34-9-356,-16-6-9,0 0 0,-1 0 0,-1-2-1,25-31 1,-9 11-300,32-33-330,-4-3 1,-3-2-1,-3-4 0,54-100 1,-101 166 3747,-21 40-858,-72 110 274,55-92-1017,-44 85-1,59-99-1045,2 0 0,1 0 1,1 1-1,2 0 0,1 1 0,1 0 0,-2 44 0,8-75-193,1-1-1,-1 1 1,0-1 0,0 0 0,0 1-1,0-1 1,0 1 0,0-1 0,1 0-1,-1 1 1,0-1 0,0 1 0,1-1-1,-1 0 1,0 1 0,1-1 0,-1 0 0,0 0-1,1 1 1,-1-1 0,0 0 0,1 0-1,-1 1 1,0-1 0,1 0 0,-1 0-1,1 0 1,-1 0 0,1 0 0,-1 0 0,0 0-1,1 1 1,-1-1 0,1 0 0,-1-1-1,1 1 1,20-2-1889,-17 2 1610,4-2-666,0-1 0,0 1 0,0-2 0,0 1 1,-1-1-1,1 0 0,-1 0 0,0-1 0,8-6 1,27-27-7937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30.6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0 1793,'0'0'20156,"-21"27"-18006,-70 93-192,80-104-1463,1-1-1,1 2 1,0-1-1,1 1 1,1 1-1,-9 32 1,2-3 285,-8 22-780,-19 111 0,36-156-4116,5-37-17361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31.1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85 8980,'0'0'12147,"-1"7"-11483,0-5-625,1 0-1,0-1 0,-1 1 0,1 0 1,0-1-1,0 1 0,0 0 1,0 0-1,0-1 0,1 1 0,-1 0 1,1-1-1,-1 1 0,1 0 1,-1-1-1,1 1 0,0-1 0,0 1 1,-1-1-1,1 0 0,0 1 0,1-1 1,0 2-1,2 0 3,1-1-1,-1 0 1,1 0-1,-1 0 1,1 0-1,0 0 1,0-1-1,9 1 1,-6 0-39,0 0 0,0-1 0,0 0 1,0-1-1,0 0 0,12-1 1,-18 0-4,-1 0 1,-1 0 0,1 0 0,0 0 0,0 0 0,0 0-1,0 0 1,-1 0 0,1 0 0,0 0 0,-1-1-1,1 1 1,-1 0 0,0 0 0,1-1 0,-1 1 0,0 0-1,0-1 1,0 1 0,0 0 0,0-2 0,2-33 36,-2 32 20,-1 0 0,0 0 1,0 0-1,0 0 1,0 0-1,0 0 0,-1 0 1,0 1-1,0-1 0,0 0 1,0 1-1,0 0 1,-1-1-1,0 1 0,1 0 1,-1 0-1,0 1 1,0-1-1,-1 1 0,1-1 1,-1 1-1,1 0 0,-1 0 1,0 0-1,1 1 1,-1 0-1,-4-2 0,4 2 59,1 0 0,-1 0 0,1 0-1,-1 0 1,0 1 0,1-1 0,-1 1-1,0 0 1,1 0 0,-1 0 0,0 1-1,1-1 1,-1 1 0,0 0-1,1 0 1,-1 0 0,1 1 0,0-1-1,-1 1 1,1-1 0,0 1 0,0 0-1,0 1 1,0-1 0,0 0 0,1 1-1,-1 0 1,1-1 0,-4 6 0,1 4 76,0 0 1,0 0 0,2 1-1,-1-1 1,2 1 0,0 0-1,0 0 1,1 0 0,1 0-1,1 17 1,-1-28-187,0 0-20,0 0 0,0 0 1,1 0-1,-1 0 0,1 0 1,0 0-1,-1 0 0,1 0 1,0 0-1,0 0 0,0 0 1,0 0-1,0-1 0,1 1 1,-1 0-1,1-1 0,-1 1 1,1-1-1,-1 0 0,1 1 1,0-1-1,-1 0 0,1 0 1,0 0-1,0 0 0,0 0 1,0-1-1,0 1 0,0-1 1,0 1-1,0-1 0,3 1 1,11 1-372,-1-1 0,1 0 1,24-3-1,-14 2-271,8-1-2191,-1-1 1,0-2 0,1-1 0,58-17 0,-17-5-9434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31.4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7299,'0'0'13444,"11"4"-11790,11 2-1230,1 0 0,-1-2 0,1 0 1,0-2-1,0 0 0,34-3 0,-6-2-1670,0-2 0,55-14 1,-102 18 647,-27 0-16815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31.6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6403,'0'0'15783,"81"9"-14566,-54-9-625,7 0-352,0 0-144,-7 0-96,0 0-96,-7 0-1152,-6 0-1522,0 0-2128,-8 0-4594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38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 65 848,'0'0'4330,"0"-6"-3972,0-2-333,2-31 1716,-3 28-411,-1 18 8,-15 65 49,10-46-883,1 0-1,-2 28 0,0 185 2016,7-234-2420,1-1 0,-1 1-1,0-1 1,0 1 0,0-1 0,0 0 0,-3 5 0,2-4-15,0-1-1,1 0 1,-1 1-1,1 0 1,0-1-1,0 1 1,0 5-1,-4-8 28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38.9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3762,'0'0'7563,"35"45"-2163,-20-31-4900,13 10-183,-1 1-1,36 45 0,-62-68-538,0 0 371,5-1-8448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39.2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191 1 3826,'0'0'8801,"-5"0"-7990,-1 1-608,-1 1 0,1-1 0,0 2 0,0-1 0,0 1 0,0-1-1,0 2 1,0-1 0,1 1 0,0-1 0,0 2 0,0-1 0,0 0 0,-7 10 0,-4 3 668,1 2 1,-26 38 0,38-51-1453,-3-2-6929,1-4 4812,-2 0-2505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39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4 160,'0'0'7251,"0"-4"-2865,-2 36-3147,-2-1 0,-2 0-1,0 0 1,-13 34-1,-4 19-737,15-45-2283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40.3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34 3826,'0'0'8548,"35"5"-6603,-33-4-1880,1-1 1,0 1 0,0 0 0,-1-1 0,1 0 0,0 1 0,0-1-1,0 0 1,-1 0 0,1-1 0,0 1 0,5-2 0,-7 1-35,0 0 1,0-1-1,0 1 1,0 0 0,0-1-1,0 1 1,0-1-1,0 1 1,-1-1-1,1 1 1,0-1-1,-1 0 1,1 1 0,-1-1-1,0 0 1,0 1-1,1-1 1,-1 0-1,0 1 1,0-1-1,-1 0 1,1-1 0,-34 0 893,-41 3 866,75 1-1738,-1 0 1,0 0 0,0 0 0,1 0 0,-1 0 0,1 0 0,-1 0 0,1 0 0,-1 0 0,1 0 0,-1 0 0,1 0 0,0 0 0,0 0 0,0 1 0,-1-1 0,1 0 0,0 0 0,0 0 0,1 0-1,-1 2 1,0 38 331,1-30-228,-1-9-197,0 0 0,1-1-1,0 1 1,-1 0 0,1-1-1,0 1 1,0-1-1,0 1 1,0-1 0,0 1-1,0-1 1,0 1 0,1-1-1,-1 0 1,0 0 0,1 0-1,-1 0 1,1 0 0,-1 0-1,1 0 1,-1 0-1,1 0 1,0-1 0,0 1-1,-1-1 1,1 1 0,0-1-1,0 0 1,-1 0 0,5 0-1,66 3-5235,-59-3 3517,21-2-3436,0-9-1445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40.7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21 8132,'0'0'10068,"-19"-3"-9475,-4-3-423,13 3-93,0 1 1,-1 0-1,1 0 1,-1 1-1,-17 0 1,26 1-68,0 1 0,0 0 0,0-1 1,0 1-1,1 0 0,-1 0 0,0 0 1,0 0-1,1 1 0,-1-1 0,0 0 1,1 1-1,0-1 0,-1 1 0,1-1 1,0 1-1,0 0 0,-1-1 0,1 1 1,0 2-1,-22 46 477,18-39-322,-5 14 104,0 2 0,2-1 1,1 1-1,-5 42 0,5 53-2184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40.8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 3009,'0'0'14055,"47"0"-13975,-19 0-80,5 0-160,8 0-1809,6 0-2033,-6-13-1665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41.1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0 7075,'0'0'8882,"-4"21"-6532,-2 8-1960,-31 132 4172,36-159-4677,0-1 0,1 1 1,-1 0-1,0-1 0,1 1 1,-1 0-1,1 0 0,0-1 1,0 1-1,-1 0 0,1 0 1,0-1-1,1 1 1,-1 0-1,0 0 0,0-1 1,1 1-1,-1 0 0,1 0 1,-1-1-1,3 4 0,-1-4-213,-1 0 0,1-1-1,0 1 1,0 0-1,0-1 1,0 1 0,0-1-1,0 0 1,0 0-1,1 1 1,-1-2 0,0 1-1,0 0 1,0 0 0,0 0-1,0-1 1,3-1-1,9-4-4081,-6-5-1235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41.4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4226,'0'0'16007,"54"27"-15270,-27-25-305,7-2-160,0 0-272,-7 0-224,0 0-1745,-13 0-2081,-1 0-4306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42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1249,'0'0'6053,"5"2"562,-4 6-6883,-7 415 5177,6-410-4683,0 1 0,-1-1 0,0 0 0,-1 1 0,-1-1 0,-5 17 0,6-26 841,0-2-3536,0-8-5120,2-4 2267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43.3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3089,'0'0'9349,"11"0"-7741,0-1-1120,-8 0-332,1 1 0,0-1 0,-1 1 0,1 0 0,0 0 0,0 0 0,-1 0 0,1 1 0,0 0 0,5 1 0,-3 1 123,1 1 0,-2 0-1,1 0 1,0 0 0,-1 0 0,0 1-1,0 0 1,7 8 0,26 23 672,10-13-341,-37-21-4226,-2-1-3934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43.7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0 4274,'0'0'10893,"-13"27"-8561,6-19-2153,0 0 0,0-1-1,0 0 1,-1 0 0,0-1 0,-1 0 0,0 0 0,-10 5 0,7-5-201,1 1-1,0 1 1,-15 13-1,37-16-11782,-3-5 6768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44.6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0 144 2801,'0'0'7454,"1"-5"-6394,-1 4-977,0 1 1,0-1 0,0 0 0,0 0-1,0 1 1,0-1 0,0 0 0,1 0 0,-1 1-1,0-1 1,0 0 0,1 1 0,-1-1-1,0 0 1,1 1 0,-1-1 0,1 0 0,-1 1-1,1-1 1,-1 1 0,1-1 0,-1 1-1,1-1 1,-1 1 0,1-1 0,0 1 0,-1 0-1,1-1 1,0 1 0,-1 0 0,1 0-1,0-1 1,-1 1 0,1 0 0,0 0 0,1 0-1,0 1 129,0 0 0,0 1-1,0-1 1,0 1-1,0 0 1,-1 0 0,1-1-1,0 1 1,-1 0-1,1 0 1,-1 0 0,2 4-1,0 0-74,0 1 0,-1-1 0,1 0 0,-1 1 0,0-1 0,-1 1 0,0 0 0,0-1 0,0 1 1,-1 9-1,0-16-185,-1 0 36,-1 0 1,1 1 0,-1-1-1,1-1 1,-1 1 0,1 0 0,-1 0-1,1-1 1,0 1 0,-1 0-1,1-1 1,0 1 0,-1-1 0,1 0-1,0 1 1,-1-1 0,1 0 0,0 0-1,0 0 1,0 0 0,0 0-1,0 0 1,0 0 0,0 0 0,0-1-1,1 1 1,-2-2 0,0-2-34,1-1 1,0 1-1,0-1 1,1 1-1,-1-1 1,1-9 0,0-4 26,4-54 25,-3 70-6,-1-1 1,1 0-1,0 1 0,1-1 0,-1 1 1,1 0-1,-1-1 0,1 1 0,0 0 1,0 0-1,0 0 0,1 0 0,-1 0 1,1 1-1,-1-1 0,6-3 0,-7 5-24,0 0-1,0 0 1,0 0-1,0 0 1,0 1-1,1-1 1,-1 0-1,0 0 1,1 1-1,-1-1 1,0 1-1,1-1 1,-1 1-1,1 0 1,-1-1-1,1 1 1,-1 0-1,1 0 1,-1 0-1,1 0 1,-1 0-1,0 1 1,1-1-1,-1 0 1,1 1-1,-1-1 1,1 1-1,-1-1 1,0 1 0,1 0-1,-1-1 1,0 1-1,0 0 1,0 0-1,2 2 1,-2-3 0,18 13-2607,2-5-3818,-7-7 675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44.8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0 5394,'0'0'12774,"-28"124"-12229,28-105-241,-6-8-256,6-4-48,0-5-272,0-22-17128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45.0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0 704,'0'0'16408,"0"54"-16408,0-38-112,0 0-2161,0-5-2305,0 0-1921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45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122 262 5250,'0'0'12515,"-10"-2"-12120,-53-3 144,62 41-1318,15 111 598,-13-127 148,-1-12-5,1 0 0,-1 1 0,0-1 1,-3 13-1,3-20 7,0 1 0,-1-1 0,1 0 0,-1 1 0,1-1 0,-1 0 0,1 0 0,-1 1 0,0-1 0,1 0 0,-1 0 0,0 0-1,0 0 1,0 0 0,0 0 0,0 0 0,0 0 0,0 0 0,0-1 0,-1 1 0,1 0 0,0-1 0,0 1 0,-1-1 0,1 1 0,0-1 0,-1 1 0,1-1 0,0 0 0,-1 0 0,1 0 0,-2 0 0,2 0-51,0 1-1,0-1 1,-1 0 0,1 0-1,0 0 1,0 0 0,0 0-1,0-1 1,0 1 0,0 0-1,0 0 1,0-1 0,0 1-1,0-1 1,0 1 0,0-1-1,0 1 1,1-1 0,-1 1-1,0-1 1,0 0 0,0 1-1,1-1 1,-1 0 0,0 0-1,1 0 1,-1 0 0,1 1-1,-2-3 1,3-33-2079,0 29 2102,0 1 7,1 0 1,0-1-1,0 1 1,1 0-1,-1 0 1,1 0-1,1 0 1,-1 0 0,1 1-1,0 0 1,0 0-1,1 0 1,-1 0-1,8-5 1,13-10 120,48-30-1,-36 25-74,2 0 43,-2-2-1,-1-2 0,-1-1 1,43-49-1,-74 74 104,-1 0 0,0 0-1,0-1 1,0 1 0,0-1 0,2-9 0,-4 13 63,-1-1 1,1 0-1,0 0 1,-1 1-1,1-1 0,-1 0 1,0 0-1,0 0 1,0 1-1,0-1 1,-1 0-1,1 0 0,-1 0 1,0 1-1,-1-6 1,1 7-213,0 1 0,1-1 1,-1 0-1,0 0 0,0 0 0,0 1 1,0-1-1,0 0 0,1 1 0,-1-1 1,0 1-1,0-1 0,-1 1 0,1-1 1,0 1-1,0 0 0,0 0 1,0-1-1,0 1 0,0 0 0,0 0 1,0 0-1,-1 0 0,1 0 0,0 1 1,0-1-1,0 0 0,0 0 0,0 1 1,0-1-1,0 1 0,0-1 0,0 1 1,-1 0-1,-1 0-8,0 1 0,0-1 0,0 1 0,0 0 0,1 0 1,-1 0-1,1 1 0,-1-1 0,-3 6 0,-7 18 28,1 1 1,1 1 0,2 0-1,1 0 1,-7 39-1,12-45-60,1 1-1,1 34 1,1-53 16,0-3-71,1-1-228,0 0 331,0 0 0,0 0 0,0 1 0,0-1-1,0 0 1,0 0 0,0-1 0,0 1 0,0 0 0,0 0 0,0 0 0,0-1 0,0 1 0,0 0-1,0-1 1,0 1 0,0-1 0,0 1 0,-1-1 0,1 0 0,0 1 0,0-1 0,0 0 0,25-26 136,-9 9-102,-16 18 39,-1-1-1,1 1 0,-1-1 1,1 1-1,0-1 1,-1 1-1,1 0 0,-1-1 1,1 1-1,0 0 0,-1-1 1,1 1-1,0 0 0,0 0 1,-1-1-1,1 1 0,0 0 1,0 0-1,-1 0 0,1 0 1,0 0-1,-1 0 0,1 0 1,0 0-1,0 1 1,-1-1-1,1 0 0,0 0 1,1 1-1,4 19 3134,-1 0-3892,-2-12 628,-3-7-207,0 0-1,0 0 1,1 0-1,-1 0 1,0 0-1,1 0 1,-1 0-1,1 0 1,-1-1-1,1 1 0,0 0 1,-1 0-1,1 0 1,0 0-1,-1-1 1,1 1-1,0 0 1,0-1-1,0 1 1,0-1-1,0 1 1,0-1-1,0 1 1,0-1-1,0 1 0,0-1 1,0 0-1,0 0 1,0 0-1,0 1 1,0-1-1,0 0 1,0 0-1,0 0 1,0 0-1,0-1 1,0 1-1,0 0 0,2-1 1,23 1-5761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46.1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0 8724,'0'0'9450,"-2"24"-6825,-1 31-89,-21 99 0,15-115-1930,0-7-527,2 0 0,1 0 1,-2 47-1,36-77-3179,-20-1 2370,0-2 0,0 1 0,-1-1 0,1 0 0,0 0 0,-1-1 0,12-4 0,-15 4-90,0 0-1,1-1 0,-1 1 1,0-1-1,0 0 1,-1 0-1,1-1 0,4-4 1,13-21-7344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0:46.3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3362,'0'0'7507,"129"0"-3409,-69 0-705,15 0-1648,-7 0-1137,-14 0-608,-13 0 0,-1 0-928,-13 0-1249,-13 0-4066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17.1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25 192,'0'0'1057,"20"-25"-993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17.6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145 157 224,'7'-12'632,"-6"10"-392,0-1-1,0 1 0,0 0 1,0 0-1,1 0 1,-1 0-1,1 0 1,-1 0-1,1 1 0,0-1 1,-1 0-1,1 1 1,0-1-1,1-7 11216,-18 7-8176,-16 9-3831,22-3 653,1 1 0,-1 0 0,1 1-1,0 0 1,0 1 0,1-1 0,0 1 0,0 1 0,1-1 0,0 1 0,0 0 0,1 0 0,-1 1 0,2 0 0,0 0 0,0 0 0,-5 18 0,7-20-82,0 0 1,1 0 0,0 0-1,0 0 1,1 0 0,-1 0-1,2 0 1,-1 1 0,1-1-1,0 0 1,0 0 0,1 0-1,0 0 1,0-1 0,1 1-1,0-1 1,0 1 0,1-1-1,-1 0 1,1 0 0,1 0-1,-1-1 1,1 1-1,0-1 1,0 0 0,6 4-1,-5-4-18,1-1-1,0 0 1,0-1-1,0 1 0,0-1 1,0-1-1,1 1 0,-1-1 1,13 2-1,-15-4-14,-1 1 0,1-1 0,0 0 0,0 0 0,-1 0 0,1-1 0,0 1 0,-1-1 0,1 0 0,0-1 0,-1 1 0,1-1 0,-1 0 0,0 0 0,0 0 0,8-6 0,8-9-32,0-2 1,-1 0 0,-2 0-1,28-40 1,-37 48 92,-1-1 0,-1 1 0,0-2 0,-1 1 1,0-1-1,-1 1 0,0-2 0,-1 1 0,0 0 0,-1 0 0,0-18 1,-1 20 74,-2 0 1,1 0 0,-1 0-1,-1 0 1,0 0 0,-1 0-1,-4-12 1,6 20-103,-1 0-1,0-1 1,0 1-1,0 0 1,0 0 0,0 0-1,-1 1 1,1-1-1,-1 1 1,1-1 0,-1 1-1,0 0 1,0 0 0,0 0-1,-1 0 1,1 1-1,0-1 1,-1 1 0,1 0-1,-1 0 1,1 0-1,-1 0 1,1 1 0,-1-1-1,-6 1 1,4-1-26,0 1 0,0 0 0,-1 0 1,1 0-1,0 1 0,0 0 0,-1 0 0,1 1 0,0-1 1,0 1-1,1 1 0,-1-1 0,0 1 0,1 0 0,-1 0 1,1 1-1,0 0 0,0 0 0,1 0 0,-1 0 0,1 1 1,0-1-1,0 1 0,0 0 0,0 1 0,-2 5 0,5-10-142,1 0 0,-1-1 0,1 1 0,-1 0 0,1 0 0,-1 0-1,1-1 1,0 1 0,0 0 0,-1 0 0,1 0 0,0-1 0,0 1-1,0 0 1,0 0 0,0 0 0,0 0 0,0 0 0,0 0 0,0-1-1,0 1 1,1 0 0,-1 0 0,0 0 0,1-1 0,-1 1 0,0 0-1,1 0 1,-1-1 0,1 1 0,-1 0 0,1 0 0,-1-1 0,1 1-1,0-1 1,-1 1 0,1-1 0,0 1 0,-1-1 0,1 1 0,0-1-1,0 1 1,0-1 0,0 0 0,41 0-8002,-41 0 8098,32-8-6839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18.5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46 0 3057,'0'0'10384,"-8"21"-6887,3 13-2032,-1 65-1,-1 13-1407,1-79 59,-3 41-43,5-70-119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19.4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18 784,'0'0'4656,"56"0"-908,226-13-3652,-187 8 363,-101 5-6088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23.4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355 2 2097,'0'0'5888,"3"-1"-5221,-1 1 1375,-10 7-770,-27 16-334,-42 30-687,46-27-75,1 0 0,2 2 0,-42 52 0,60-66-119,1 0 0,1 1 0,0-1 0,0 1 0,1 1 0,1 0 0,1 0 0,0 0 0,2 0 0,-1 1 0,0 22 0,1-8 282,3 1 0,0 0 1,2-1-1,2 1 1,0-1-1,3 0 1,0 0-1,19 48 0,-21-68-57,0 0 0,1-1 0,0 1 0,1-1 0,0 0 0,0-1-1,1 0 1,17 16 0,-12-15 559,1 0 0,1 0-1,-1-1 1,2-1 0,-1-1-1,1 0 1,0-1 0,0 0-1,22 3 1,-13 0 217,-13-8-4221,-7-20-3867,5-4 304,20-3-2496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21.7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360 1 1681,'0'0'4111,"10"-1"-547,-26 8-3239,1 0 0,0 1 0,1 0 1,0 1-1,0 1 0,-21 19 0,6-2 347,-45 55 1,66-73-592,0 0 1,1 1 0,0 0 0,1 0 0,0 0 0,0 1 0,1 0 0,0 0-1,1 1 1,1-1 0,0 1 0,0 0 0,1 0 0,1 0 0,-1 15 0,1 1-83,0-21 114,0 0-1,1 1 0,-1-1 0,1 0 1,1 0-1,0 1 0,0-1 0,0 0 1,1 0-1,0 0 0,0 0 0,0 0 1,6 10-1,-5-15-92,1-1 0,-1 1 0,0 0 0,1-1 0,-1 0 0,1 0 0,-1 0 0,1 0 0,0 0 0,0-1-1,-1 0 1,1 1 0,0-2 0,-1 1 0,6-1 0,-2 1 48,0-1 0,0 1 0,-1-2-1,1 1 1,0-1 0,-1 0 0,10-4 0,-12 3 31,-1 1 0,-1-1 1,1 0-1,0 0 0,-1 0 1,1 0-1,-1 0 0,0-1 1,3-5-1,-5 7-54,1 1 0,0 0 0,-1 0 0,1 0 0,-1 0-1,0 0 1,1-1 0,-1 1 0,0 0 0,0 0 0,0-1 0,0 1 0,0 0-1,0 0 1,0-1 0,0 1 0,0 0 0,-1 0 0,1-1 0,0 1 0,-1 0 0,1 0-1,-1 0 1,0 0 0,1 0 0,-1 0 0,0 0 0,1 0 0,-1 0 0,0 0-1,0 0 1,0 0 0,0 0 0,0 1 0,-2-2 0,-7-3-45,0 0 0,0 1 1,-1 1-1,0 0 0,0 0 1,-20-2-1,-83 1 31,103 4-13,4-1-362,7-2-249,7-2-575,40-4-9429,-27 2 3919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22.4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0 560,'0'0'6264,"2"18"-3801,5-8-2025,0 0-1,0 0 1,1-1 0,0-1 0,0 1 0,1-1-1,19 13 1,10 10 523,-9-4-429,-1-2-190,-1 1-1,36 46 0,-56-63-323,0 1-1,-1-1 1,-1 1-1,0 0 1,0 1 0,-1-1-1,0 1 1,-1 0 0,0 0-1,-1 0 1,0 1-1,1 20 1,-4-14 173,-1 0 0,-1 0 0,-1 0 0,0-1 0,-1 1 0,-1-1 0,-1 0 0,0-1 0,-1 1 0,-1-2 0,0 1 0,-20 24 0,-15 13 860,-100 93-1,135-137-1002,-1-1-79,1-1 0,-1 1 1,0-2-1,-1 1 0,0-2 0,0 1 1,-18 5-1,28-10-326,-20-2-9336,8-1 3184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24.2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553 0 2065,'0'0'8089,"-17"27"-6752,-2 2-943,-10 15 576,-36 76 0,57-105-782,-346 647 5894,343-645-5851,5-10-147,1 1 1,0 0-1,0 0 1,0 1-1,1 0 1,1-1-1,-1 1 1,2 0-1,-1 1 1,-1 9-1,1-8-27,7-34-850,3 10-497,0 0 0,1 1 0,1 0 0,0 0 0,12-12 0,12-13-4366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25.0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143 71 2561,'0'0'8041,"2"-21"-2390,4 16-5495,-1 0 0,1 0 0,0 1 0,0 0 0,1 0 0,-1 1 0,1-1 0,-1 1 0,1 1 0,0-1 0,0 1 0,0 1 0,1-1 0,-1 1 0,0 0 0,15 1 0,-21 0-156,1 1 0,-1-1 0,1 0 0,-1 1 1,0 0-1,1-1 0,-1 1 0,0 0 0,0 0 0,1 0 1,-1-1-1,0 1 0,0 0 0,0 1 0,0-1 0,0 0 1,0 0-1,-1 0 0,1 1 0,0-1 0,-1 0 0,1 1 1,0-1-1,-1 0 0,0 1 0,1-1 0,-1 3 0,7 43 65,-7-22-44,0 0-1,0-1 0,-6 38 0,4-53-15,0-1 0,-1 1 0,0-1-1,0 0 1,0 0 0,-1 0-1,-1 0 1,1-1 0,-1 1 0,-11 11-1,3-5-51,-1-1 0,0 0-1,-1-1 1,0-1-1,-1 0 1,-1-2 0,1 1-1,-1-2 1,-1 0-1,0-1 1,0-1 0,-24 5-1,26-13-1168,17-8 1051,18-11 452,-9 16-6,0 0 0,0 0 0,1 1-1,-1 0 1,1 1 0,0 1 0,0-1-1,0 2 1,0 0 0,0 0 0,0 1-1,0 0 1,0 0 0,0 2 0,0-1 0,0 1-1,0 1 1,0 0 0,-1 1 0,19 8-1,-10-2 575,0-1-1,1 0 0,0-2 1,1-1-1,-1 0 0,1-1 1,0-2-1,41 3 0,-61-6 205,-49 9-10132,8-9-1036,19 0 3157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28.3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61 896,'0'0'15191,"9"-3"-14350,52-12-215,1 3 0,1 3 1,79-2-1,-141 11-615,0-11-1910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28.6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55 3586,'0'0'9575,"6"0"-8036,171-12 4230,-138 8-5562,0 2-97,21-3-3688,-21-11-4842,-13 0 304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29.3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435 1 1969,'-1'0'12605,"-14"10"-11612,-31 26 756,-126 103 836,144-113-2462,1 1 0,1 1 0,-38 53 0,55-67-125,2-1-1,0 1 1,1 1-1,0-1 1,1 1 0,1 0-1,1 0 1,0 0-1,0 1 1,2-1-1,0 1 1,1 23-1,0-37 1,0-1 0,1 0 1,-1 0-1,0 1 0,0-1 0,1 0 0,-1 0 0,0 0 0,1 0 0,-1 1 0,1-1 0,0 0 0,-1 0 0,1 0 0,0 0 0,0 0 0,-1 0 0,1-1 1,0 1-1,0 0 0,0 0 0,0-1 0,0 1 0,2 0 0,1 1-5,-1 0 0,1-1 0,0 0 1,0 0-1,1 0 0,-1 0 0,6 0 0,6-1 8,-1 0 0,0-1 0,19-4 1,-24 2 2,1 0 0,0 0 1,-1-2-1,0 1 0,0-1 1,0 0-1,0-1 0,13-12 0,-19 16 8,0-1-1,0 0 0,-1 0 0,1-1 0,-1 1 1,0-1-1,0 1 0,0-1 0,0 0 0,-1 0 1,0 0-1,1-1 0,-2 1 0,1 0 0,0-1 0,-1 0 1,0 1-1,0-1 0,0 0 0,-1 1 0,1-1 1,-2-7-1,0 9-2,-1 1 0,1-1 1,-1 0-1,0 1 1,0-1-1,0 1 0,0 0 1,-1 0-1,1 0 0,-1 0 1,1 0-1,-1 0 0,0 1 1,1-1-1,-1 1 0,0 0 1,0-1-1,0 1 0,0 1 1,-4-2-1,-66-13 19,16 8-10,-1 1 161,43 4-1101,18 0-1237,78-10-4444,-28 4 862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29.6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536 0 5907,'0'0'11384,"-22"18"-10072,-3 2-841,6-5-26,0 0 1,1 2-1,1 0 0,0 1 1,-16 24-1,-267 401 4922,256-375-5380,41-65-19,1 1 0,0-1 0,-1 1 0,1 0 0,1 0 0,-1 0 0,0 0 0,1 0 0,0 0 0,0 0 0,0 7 0,1-10-600,1-5-3818,20-44-3957,4 19 1679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30.4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173 15 2817,'0'0'13641,"21"-1"-12256,31-5-1002,-36 3-367,-1 1 0,1 1-1,-1 0 1,19 2-1,-32-1-9,-1 1-1,1-1 0,0 1 1,-1 0-1,1 0 1,-1 0-1,0 0 0,1 0 1,-1 0-1,0 0 0,1 0 1,-1 0-1,0 0 1,0 1-1,0-1 0,0 1 1,0-1-1,0 0 0,-1 1 1,1 0-1,0-1 1,-1 1-1,1-1 0,-1 1 1,0 0-1,1-1 0,-1 1 1,0 0-1,0 0 0,0 3 1,-4 58 382,1-47-261,-1-1 0,-1 0 0,0 0 0,-1 0 0,-1 0 0,-12 20 0,-3 1 152,-35 41-1,49-67-238,-1 0 0,-1-1 0,0 0-1,0-1 1,0 0 0,-1 0 0,-23 11 0,27-16-50,0 1 1,-1-1 0,0 0 0,0-1 0,0 0-1,0 0 1,0-1 0,0 0 0,0 0 0,0-1-1,0 0 1,0 0 0,-15-3 0,23 2-4,-1 0 1,0 1 0,0-1-1,0 0 1,0 0-1,1 0 1,-1 0 0,0 0-1,1 0 1,-1 0-1,0 0 1,1 0 0,0 0-1,-1 0 1,1 0-1,0 0 1,-1 0 0,1-1-1,0 1 1,0 0-1,0 0 1,0 0 0,0 0-1,0-1 1,0 1-1,0 0 1,1-2 0,-1 0-9,1-1 0,-1 0 0,1 1 0,0-1 0,0 1 0,0-1-1,1 1 1,1-5 0,1 5 55,0-1 0,-1 0 0,1 1-1,0 0 1,0 0 0,1 0-1,-1 1 1,1 0 0,-1-1-1,1 1 1,0 1 0,-1-1 0,1 1-1,0 0 1,0 0 0,6 0-1,12-1 750,1 1 0,27 2 0,-35 0-194,1 1 17,0 1-1,-1 1 0,1 1 1,30 12-1,7 1 306,-30-11-341,-10-2 197,1-1 1,0 0-1,0-1 1,24 1 0,-67 2-2088,0 0-2704,-31 3-8046,19-3 1447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31.1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37 1281,'0'0'8665,"10"0"-6968,39 0 1956,82-1 2125,-101 0-5448,1-2 0,37-8-1,-32 5-28,16-4-1961,-52 10 1608,0 0-1,0 0 0,0 0 0,0 0 1,0 0-1,0 0 0,0-1 0,0 1 1,0 0-1,0 0 0,0 0 1,0 0-1,0 0 0,0 0 0,0 0 1,0 0-1,0-1 0,0 1 0,0 0 1,0 0-1,0 0 0,0 0 0,0 0 1,0 0-1,0 0 0,0 0 0,0 0 1,1-1-1,-1 1 0,0 0 1,0 0-1,0 0 0,0 0 0,0 0 1,0 0-1,0 0 0,0 0 0,0 0 1,0 0-1,0 0 0,1 0 0,-1 0 1,-31-2-3498,0 4-417,3 3-1046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31.4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28 1777,'0'0'11256,"16"0"-9845,246-9 6024,-252 8-7784,30-5 180,-16-1-6607,-17 3 1059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43.1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1 768,'0'0'4050,"-5"0"-3031,0 0-704,-24 4 2872,22-2 3759,20 1-6683,0-1-1,1-1 1,-1 0 0,0-1 0,26-3-1,4 2-75,206 10 1006,-248-9-190,-29 4-952,-11 13-470,4-3 467,1 1-1,1 2 1,1 0-1,0 3 1,-45 36-1,74-54 15,1 0 1,-1 1-1,1-1 0,0 1 0,0-1 1,0 1-1,0 0 0,1-1 0,-1 1 1,1 0-1,0 0 0,0 1 0,0-1 1,0 0-1,0 0 0,0 0 0,1 6 1,39-9 294,-24 1-358,-1 0 1,0 1-1,1 1 0,-1 0 0,0 1 0,0 0 0,-1 1 1,1 1-1,-1 0 0,0 1 0,0 0 0,12 10 1,-23-15 13,-1 0 1,1 0-1,0 0 1,-1 0-1,0 0 1,1 0-1,-1 0 1,0 0-1,0 0 0,0 1 1,0-1-1,-1 1 1,1-1-1,-1 0 1,1 1-1,-1-1 1,0 1-1,0-1 1,0 1-1,0-1 1,0 1-1,-1-1 1,1 1-1,-1-1 1,1 1-1,-3 3 1,2-1 72,-1-1 0,0 1 0,0 0 0,0-1 0,-1 1 0,0-1 0,0 0 1,0 0-1,0 0 0,-1 0 0,1 0 0,-6 3 0,-6 2-47,1-1 1,-1-1-1,-1-1 1,1 0-1,-1-1 1,0 0-1,0-1 1,-1-1-1,1-1 1,-1 0-1,1-2 1,-1 1-1,0-2 1,-23-4-1,7-3 366,32 8-306,-1-1 0,1 1 0,0 0 0,-1-1-1,1 1 1,0-1 0,0 1 0,-1-1 0,1 0 0,0 0 0,0 1 0,0-1 0,0 0-1,0 0 1,0 0 0,0 0 0,0 0 0,-1-2 0,2 2 130,18 1 2874,-11 0-5820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47.9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0 320,'0'0'10258,"2"2"-6792,9 11-2508,-3 36-161,-2 1 0,-2 0 1,-2 0-1,-5 59 0,0-3-574,4-97-157,-1 0 0,-1 0 0,0 0-1,0 0 1,0 0 0,-1 0-1,-5 14 1,5-17-49,1 0 1,0 0-1,0 1 0,0-1 1,1 0-1,0 1 0,0-1 0,2 11 1,0 32 293,-3-46-284,-7 51 899,-3 84-1,11-124-881,-1-11 50,1 0 1,0 0-1,0 1 0,0-1 1,0 0-1,0 0 1,0 0-1,1 0 1,0 0-1,-1 0 1,1 0-1,0 0 1,2 3-1,-2-3-23,0 0 0,-1 1 1,1-1-1,-1 1 0,0-1 0,1 1 0,-2-1 1,1 1-1,-1 4 0,0 6-1,1-14-97,0-29-2281,0-23-5591,0 30 1827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49.9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264 1 1505,'0'0'5327,"-20"11"-1471,9 5-2953,1 1 0,-13 29 0,15-28-413,-1-1 1,-18 27-1,-7 4-56,25-33-381,0 0 0,-2-1 0,0 0-1,0-1 1,-1 0 0,-1-1 0,-14 11 0,8-7 1012,32-32-514,-1-2-871,0-1-1,-2 0 1,-1-1-1,0-1 1,6-21-1,-6 16 85,1 1 1,21-39-1,-29 60 238,0 1 0,0-1 0,1 1 0,-1-1 0,1 1 0,0 0 0,0 0 0,0 0 0,1 0 0,-1 1 0,1-1 0,7-3 0,-10 6 567,12 0-343,-7 2-88,0-1-1,0 1 1,0 0-1,0 0 0,-1 1 1,1 0-1,-1 0 0,0 0 1,0 1-1,0 0 0,0-1 1,-1 2-1,1-1 1,-1 1-1,5 7 0,5 2 419,-9-9-230,1 0 1,-1-1 0,1 0-1,0 0 1,8 4-1,20 12 527,4 27 1324,-29-32-2323,-9-9-2882,-2-2-3555,-4-1-20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51.1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3730,'0'0'5031,"7"31"-626,0 9-3122,-1-1 1,-3 1-1,0 1 1,-7 68-1,2-14-153,2-58-8867,0-31 2085,0-25 2386,0 2 793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51.5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92 2721,'0'0'8578,"6"-13"-7823,20-41 21,-24 52-701,0 0 1,0 0-1,0 0 0,0 0 1,0 0-1,0 1 0,1-1 1,-1 1-1,1-1 1,-1 1-1,1 0 0,-1 0 1,1 0-1,0 0 0,0 1 1,-1-1-1,1 1 1,6-1-1,43 5 1281,-49-3-1318,0 0 1,0 0-1,0 0 1,0 0 0,-1 1-1,1 0 1,0 0-1,-1-1 1,1 1-1,-1 1 1,1-1-1,-1 0 1,0 1 0,0-1-1,0 1 1,0-1-1,-1 1 1,1 0-1,-1 0 1,0 0-1,1 0 1,-1 0 0,-1 0-1,2 5 1,1 7 13,-1 0 1,0 0 0,-1 27 0,-1-38-28,-1-2-3,1-1-1,-1 1 0,0-1 0,1 1 1,-1-1-1,0 1 0,0-1 0,0 1 0,0-1 1,0 0-1,0 0 0,0 1 0,-1-1 1,1 0-1,0 0 0,-1 0 0,1 0 1,0 0-1,-1-1 0,0 1 0,1 0 1,-1-1-1,1 1 0,-1-1 0,0 1 0,1-1 1,-1 0-1,0 0 0,1 0 0,-3 0 1,-61 3 531,55-3-492,-71 0 1075,103-7-5767,-4 3 792,-4-1-1187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51.8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 0 6531,'0'0'12432,"0"19"-11698,0 122 314,-8-99-2463,3-29-2152,-1-7-4168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52.0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5 656,'0'0'18025,"20"-4"-17961,-13 11 48,0 2-112,-1 2-321,-6 0-895,0 5-1249,7-2-1617,-7 1-1617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52.7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0 167 1793,'0'0'9919,"4"14"-3954,13 53-4585,5-16-1198,-20-48-186,0 0-1,0 0 0,0 0 1,0-1-1,0 1 0,0 0 1,1-1-1,-1 1 0,1-1 1,0 0-1,0 0 0,0 0 1,4 2-1,-6-4-35,-1 0-34,0 1 74,0-1 1,1 0-1,-1 0 0,0 1 1,0-1-1,0 0 0,1 0 1,-1 0-1,0 1 1,1-1-1,-1 0 0,0 0 1,0 0-1,1 0 0,-1 0 1,0 1-1,1-1 1,-1 0-1,0 0 0,1 0 1,-1 0-1,0 0 0,1 0 1,-1 0-1,0 0 1,1 0-1,-1 0 0,0-1 1,1 1-1,-1 0 0,0 0 1,1 0-1,-1 0 1,0 0-1,1 0 0,-1-1 1,0 1-1,0 0 0,1 0 1,-1-1-1,0 1 1,0 0-1,1 0 0,-1-1 1,0 1-1,0 0 0,0 0 1,1-1-1,11-15 51,-11 14-46,2-4 13,0 0-1,0 0 1,0 0 0,-1 0-1,1 0 1,0-9-1,-1 8 9,0-1 0,1 0 0,0 1-1,0 0 1,4-8 0,6-7 70,-2 0 1,-1 0 0,0-1 0,6-25-1,11-28 957,-26 117 1412,0-9-4492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53.2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95 0 6723,'0'0'10917,"-9"6"-10378,3-3-460,0 1-1,1-1 1,-1 1 0,1 1-1,-1-1 1,1 1-1,1-1 1,-1 2 0,1-1-1,0 0 1,0 1 0,0 0-1,1-1 1,0 2 0,0-1-1,0 0 1,1 0 0,0 1-1,0 0 1,1-1 0,0 1-1,-1 8 1,2-13-78,0-1-1,0 1 1,1 0 0,-1-1 0,0 1 0,0-1-1,1 1 1,-1-1 0,1 1 0,0-1 0,-1 1 0,1-1-1,0 1 1,0-1 0,0 0 0,0 1 0,0-1-1,0 0 1,0 0 0,0 0 0,0 0 0,1 0-1,-1 0 1,0 0 0,1 0 0,-1 0 0,1-1 0,-1 1-1,1-1 1,-1 1 0,1-1 0,-1 1 0,3-1-1,5 1 4,0 0-1,1-1 1,-1 0-1,15-3 0,-19 3 4,-3 0-9,1-1 0,0 1 0,-1-1 0,1 0 0,-1 1 0,1-1 0,-1 0 0,1 0 0,-1-1 0,1 1 0,-1 0 0,0-1 0,0 0 1,0 1-1,0-1 0,0 0 0,0 0 0,0 0 0,-1 0 0,1 0 0,-1-1 0,2-2 0,0-1 169,-1 1 0,0-1 0,-1 0 0,0 0 1,0 0-1,0 0 0,0 0 0,-1-8 0,-1 13-110,0-1 1,1 1-1,-1 0 0,0 0 1,0 0-1,0 0 0,0-1 1,0 1-1,0 1 0,0-1 1,-1 0-1,1 0 0,0 0 1,0 1-1,-1-1 0,1 1 1,0-1-1,-1 1 0,1-1 1,-1 1-1,1 0 0,0-1 1,-1 1-1,-1 0 0,-42-4 391,25 4-340,16 0-3970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53.7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 0 1681,'0'0'12155,"0"7"-10240,0 20-406,-1 0 0,-2-1 0,0 1 0,-12 43 0,5-39-1191,2 1 1,1 1-1,1-1 0,2 1 1,0 39-1,8-70-332,0-1-1,0 0 1,1 0-1,-1 0 1,0-1 0,1 1-1,-1-1 1,1 0-1,-1 0 1,7-2-1,-4 2-55,0 0-311,0-1 0,0-1 0,0 1 0,0-1 0,0 0 0,11-6 0,14-12-6282,-29 9-1877,-3 6 3210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54.2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41 2209,'0'0'11677,"8"-14"-9422,-6 12-2006,1 0 0,0 0-1,0 1 1,1-1 0,-1 1 0,0-1 0,0 1 0,1 0 0,-1 0 0,0 1 0,7-1 0,44-2 1576,-39 3-1310,242-1 4480,-239-4-3118,-16 4-5157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01.7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 3602,'0'0'11338,"11"-7"-10905,-22 5-14237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03.7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0 2049,'0'0'15455,"0"7"-13958,0 14-577,-1 0-1,0 0 1,-2 0 0,-5 21 0,3-28-968,-2 10-4057,5-10-4977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03.9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 1393,'0'0'16791,"-34"43"-17127,34-23-1809,14 2-2353,-7 1-1361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04.3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6227,'0'0'13067,"13"1"-11861,37 4-227,-48-5-944,-1 1 0,1 0 0,-1-1 0,1 1 0,-1 0 0,0 0 0,1 0 0,-1 0 0,0 0-1,0 0 1,0 1 0,0-1 0,0 0 0,0 0 0,0 1 0,0-1 0,0 1 0,-1-1 0,1 1 0,-1-1 0,1 1 0,-1-1-1,1 1 1,-1 0 0,0-1 0,0 1 0,0-1 0,0 1 0,0 0 0,0-1 0,0 1 0,-1-1 0,1 1 0,-1 2 0,0-2-11,1 0 1,0-1-1,0 1 1,-1-1 0,1 1-1,0 0 1,1-1-1,-1 1 1,0-1 0,0 1-1,1 0 1,-1-1-1,1 1 1,-1-1 0,1 1-1,0 1 1,3-5-174,-1 0 0,0 0 0,0 0 0,0 0 0,-1-1 0,1 1 0,-1-1 1,1 0-1,-1 0 0,0 0 0,3-5 0,7-6-212,-8 10 439,0 0 0,1 0 0,0 0-1,0 0 1,0 1 0,0 0 0,0 0 0,1 1-1,-1-1 1,1 1 0,0 0 0,0 1 0,0 0-1,0-1 1,0 2 0,0-1 0,0 1-1,11 0 1,-16 1-42,0-1-1,0 1 1,-1-1 0,1 1-1,0-1 1,0 1-1,0 0 1,0-1-1,-1 1 1,1 0 0,0 0-1,-1 0 1,1-1-1,0 1 1,-1 0-1,1 0 1,-1 0 0,0 0-1,1 0 1,-1 0-1,0 0 1,1 0-1,-1 0 1,0 0 0,0 0-1,0 0 1,0 0-1,0 0 1,0 2-1,0 41 366,-1-34-161,1 32-364,0-25-3912,-5-12-4354,5-5 8030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04.6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1 8932,'0'0'10725,"-7"19"-8433,0 1-1806,-7 19 1469,-19 80 0,29-85-676,1 71 0,3-76-1281,1-27-68,-1-1-1,0 1 1,1 0-1,0-1 1,-1 1-1,1-1 0,0 0 1,-1 1-1,1-1 1,0 1-1,0-1 1,0 0-1,0 0 1,1 1-1,-1-1 1,0 0-1,0 0 0,1 0 1,-1-1-1,1 1 1,-1 0-1,0 0 1,1-1-1,0 1 1,-1-1-1,1 1 1,-1-1-1,1 0 0,-1 1 1,1-1-1,2 0 1,59 3-6400,-52-4 3864,4-1-3517,-7-9-920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04.8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46 7475,'0'0'10725,"115"-7"-9636,-47 3-993,0-1-96,-1-6-1681,-6-7-6483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05.5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 3890,'0'0'12606,"7"2"-11144,-4-1-1346,-1 0 0,0 0 1,1 0-1,-1 0 1,0 0-1,0 0 0,0 0 1,0 1-1,0-1 1,0 1-1,0 0 0,0-1 1,-1 1-1,1 0 1,-1 0-1,1 0 0,-1 0 1,0 1-1,2 3 1,-1 2 240,0 1 1,0-1 0,-1 1-1,0 0 1,-1 16 0,0 18 455,1 0-181,-1 0 1,-2 1-1,-2-1 0,-17 73 1,1-40-256,-8 24-3985,22-92-986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05.9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2545,'0'0'12915,"20"-5"-11359,66-13-222,-80 17-1202,0 1 0,0 1-1,0-1 1,0 1 0,-1 0 0,1 0 0,0 1 0,0-1 0,-1 1 0,1 1-1,-1-1 1,1 1 0,-1 0 0,0 0 0,0 1 0,0-1 0,-1 1 0,1 0 0,-1 0-1,0 1 1,0-1 0,4 7 0,-5-7-110,0 0 0,0 0 0,-1 0 0,1 0-1,-1 0 1,0 0 0,0 1 0,0-1 0,-1 1 0,1-1 0,-1 1-1,0 0 1,0-1 0,-1 1 0,0 0 0,0 0 0,0-1-1,0 1 1,-1 0 0,-1 6 0,1-7-25,0-1 0,0 0 0,-1 0 0,1 0 0,-1 0 0,0 0 0,0 0 0,0 0 0,0 0 0,-1-1 1,1 1-1,-1-1 0,1 0 0,-1 0 0,0 0 0,0 0 0,0 0 0,0-1 0,0 1 0,-1-1 0,1 0 0,0 0 0,0 0 0,-1 0 0,1 0 0,-1-1 0,-6 1 0,-1-1-38,7 1-8,0 0 1,0-1 0,-1 1 0,1-1 0,0 0-1,0 0 1,-1-1 0,1 1 0,0-1 0,0 0-1,0 0 1,0-1 0,0 1 0,0-1 0,0 0-1,0 1 1,0-2 0,1 1 0,-5-4 0,7 5-181,-1 0 1,1-1 0,-1 1 0,1 0 0,-1 0 0,0 0 0,1 0 0,-1 1 0,0-1 0,0 0 0,1 1 0,-1-1 0,0 1 0,0 0 0,0 0 0,0-1 0,0 1 0,0 0 0,1 1 0,-4-1 0,-2 0-2470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06.2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1 2801,'0'0'16784,"0"7"-14983,1 36-182,-3 0 1,-9 54-1,10-89-502,-1 6-6929,-3-41-14616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06.3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5539,'0'0'15607,"27"-9"-15575,-27 32-32,0 2-1505,0-1-2225,0-1-3825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07.1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0 122 2561,'0'0'11926,"5"-9"-10571,14-27-179,-17 34-1015,-1 0-1,1 0 1,0-1-1,0 1 1,0 0-1,1 1 1,-1-1-1,0 0 1,1 1-1,-1-1 1,1 1-1,0 0 1,-1 0-1,1 0 0,0 0 1,0 0-1,0 1 1,5-1-1,-7 0-111,0 1 0,1 0 0,-1-1-1,1 1 1,-1 0 0,0 0 0,1 0 0,-1 0-1,1 0 1,-1 1 0,0-1 0,1 0 0,-1 1-1,0-1 1,1 1 0,-1-1 0,0 1 0,1 0-1,-1-1 1,0 1 0,0 0 0,0 0-1,0 0 1,0 0 0,0 0 0,0 0 0,0 0-1,0 0 1,0 0 0,-1 0 0,2 3 0,1 20 317,-2 0 1,-2 36 0,-1-12-307,2-48-89,22 0 111,0-2 1,0 0 0,0-1 0,31-10-1,-52 13-79,1-1-1,-1 1 1,0 0-1,0-1 0,0 1 1,0-1-1,0 1 1,0-1-1,-1 0 1,1 0-1,0 1 0,0-1 1,0 0-1,-1 0 1,1 0-1,0 0 0,-1 0 1,1 0-1,-1 0 1,1 0-1,-1 0 1,1 0-1,-1 0 0,0 0 1,1 0-1,-1 0 1,0 0-1,0 0 1,0 0-1,0 0 0,0-1 1,0 1-1,0 0 1,0 0-1,-1 0 1,1 0-1,0 0 0,-1 0 1,1 0-1,-1-2 1,-26-48-190,19 38 88,5 7 88,1 0 1,-1 0 0,1-1 0,0 1-1,0-1 1,0-9 0,1 15 16,1-1 0,0 1-1,0 0 1,0-1 0,0 1 0,0-1 0,0 1 0,0-1 0,0 1-1,0 0 1,0-1 0,1 1 0,-1-1 0,1 1 0,-1 0 0,1-1-1,0 1 1,-1 0 0,1 0 0,0 0 0,0-1 0,0 1 0,0 0-1,0 0 1,0 0 0,0 0 0,0 1 0,0-1 0,0 0 0,1 0-1,-1 1 1,0-1 0,1 0 0,1 0 0,21-2 227,0 1 1,0 1-1,26 2 0,-5 0 491,-9 4 554,-22 4-2644,-9 7-7767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07.5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6771,'0'0'16021,"-19"8"-14717,-60 27-349,75-34-895,1 1-1,0 0 1,-1 0-1,1 1 0,0-1 1,0 1-1,0-1 1,1 1-1,-1 0 0,1 0 1,-1 0-1,1 0 1,0 1-1,0-1 0,0 0 1,1 1-1,-1 0 1,1-1-1,0 1 0,0 0 1,0 0-1,1-1 1,-1 1-1,1 0 0,0 0 1,0 0-1,1 7 1,-1-2-40,0-8-21,0 0 1,0 0-1,1 0 0,-1 0 1,0-1-1,0 1 1,1 0-1,-1 0 0,0 0 1,1-1-1,-1 1 1,1 0-1,-1 0 0,1-1 1,-1 1-1,1 0 0,0-1 1,-1 1-1,1-1 1,0 1-1,-1-1 0,1 1 1,0-1-1,0 0 1,-1 1-1,1-1 0,1 1 1,33 4-89,28-13-184,-60 7 243,1 0 0,-1 0-1,0-1 1,0 1 0,0-1 0,1 0 0,-2 0-1,1 0 1,0 0 0,0 0 0,-1-1 0,1 1-1,-1-1 1,0 0 0,0 0 0,0 0 0,0 0 0,3-6-1,-3 1 39,0 0 0,0 0 0,-1 0 0,0 0 0,0-1 0,-1-13 0,0 21 1,-1-1 0,1 1 0,-1-1 0,0 1 0,0 0-1,1-1 1,-1 1 0,0 0 0,0-1 0,0 1 0,0 0-1,-1 0 1,1 0 0,0 0 0,0 0 0,-1 0 0,1 0-1,0 0 1,-1 1 0,1-1 0,-1 1 0,1-1 0,-1 1-1,1-1 1,-1 1 0,0 0 0,1-1 0,-1 1-1,-2 0 1,-58-3-388,54 4 133,-5-1-441,-3 0-863,4 0-10123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07.8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1 5026,'0'0'18753,"-8"21"-17059,-9 29 594,-19 89-1,3 65 45,33-201-2389,-1 0-1,0 1 0,1-1 1,-1 0-1,1 1 0,0-1 1,0 0-1,1 1 0,-1-1 1,0 0-1,1 1 0,1 3 1,-1-6-33,1 1 0,-1-1 1,0 0-1,1 0 1,-1 0-1,0 1 0,1-1 1,0-1-1,-1 1 1,1 0-1,-1 0 0,1-1 1,0 1-1,0 0 1,-1-1-1,1 0 0,0 1 1,0-1-1,0 0 1,0 0-1,-1 0 0,1 0 1,2-1-1,10 1-908,0 0-1,0-2 1,0 1-1,0-2 1,0 0 0,20-7-1,-27 7-101,0 0 0,0 0 0,-1-1 0,1 0-1,-1 0 1,0-1 0,0 0 0,8-8 0,3-14-5631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08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43 8740,'0'0'14215,"156"-4"-13431,-102-1-576,0 0-208,0 3-304,7-5-1473,0-2-1424,7-2-3362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08.5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4882,'0'0'12422,"10"0"-10325,214-2 3512,22 0-4919,-273 0-9302,-6 1 1841,6 1-1561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08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 3153,'0'0'18412,"19"0"-16812,50 0-39,95-14 0,-125 9-1176,55-1 1,-93 6-554,-19 1-2848,7 0-4989,-1-1-869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01.1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28 1425,'0'0'995,"15"-28"1040,-15 28-1891,1 1 0,-1-1 0,0 0 0,1 1 0,-1-1 0,1 0 0,-1 1 0,0-1 0,1 0 0,-1 1 0,0-1 0,0 1 0,1-1 0,-1 1 0,0-1 0,0 1 0,0-1 0,1 1 0,-1-1 0,0 1 0,0-1 0,0 1-1,0-1 1,0 1 0,0-1 0,0 1 0,0-1 0,0 1 0,0-1 0,-1 1 0,2 28 521,-2-20-30,-2 49 1098,-3 1 1,-19 84-1,-3 12 166,20-103-2293,5-47-3526,2-32-2845,1 11 2448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01.6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1473,'0'0'5941,"4"1"-4762,22 13 724,-20-10-1515,0 0-1,0-1 1,0 0-1,0-1 1,0 1-1,1-1 1,-1 0-1,0-1 1,1 1-1,10-1 1,-4 0-199,-10-1-154,1 0 0,0 0 0,-1 0 0,1 0 0,-1-1 0,1 1 0,0-1 0,5-2 0,-7 2-15,-1 0 1,0 0-1,0 0 0,0 0 0,0 0 1,0 0-1,0-1 0,0 1 1,0 0-1,0-1 0,0 1 0,-1-1 1,1 1-1,-1-1 0,1 1 0,-1-1 1,1 1-1,-1-1 0,0 1 1,0-1-1,0 0 0,0 1 0,0-1 1,0-2-1,-1 3 8,1 0 0,-1 0 0,1 0-1,-1-1 1,0 1 0,0 0 0,1 0 0,-1 0 0,0 0 0,0 0 0,0 0 0,0 0-1,0 1 1,0-1 0,0 0 0,0 0 0,-1 1 0,1-1 0,0 1 0,0-1 0,0 1-1,-1 0 1,1-1 0,0 1 0,-1 0 0,1 0 0,0 0 0,-1 0 0,-1 0 0,-50-2 832,44 2-508,7 0-304,1 1 1,0-1 0,-1 0-1,1 1 1,-1-1-1,1 1 1,0-1-1,0 1 1,-1 0 0,1 0-1,0-1 1,0 1-1,0 0 1,0 0-1,0 0 1,0 0 0,0 0-1,0 0 1,0 1-1,0-1 1,0 0-1,1 0 1,-1 1 0,1-1-1,-1 0 1,1 1-1,-1-1 1,1 0-1,0 1 1,0-1 0,-1 1-1,1-1 1,0 1-1,1 1 1,-2 0-18,1 0 1,0 0-1,0 0 0,1 0 1,-1 0-1,1 0 0,-1-1 1,1 1-1,0 0 0,0 0 1,0-1-1,0 1 0,1 0 1,-1-1-1,1 1 0,2 3 1,12 7-184,38 28-2871,-51-39 1775,1 0-1,0 0 0,0 0 1,-1-1-1,1 0 1,0 0-1,0 0 1,6 1-1,9-2-4007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02.0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262 240 3105,'0'0'2036,"2"-19"-747,1 0-955,0-3 569,0-1-1,-1 1 1,-1-1 0,-3-25-1,1 45-735,0 0 0,0-1 0,0 1 0,-1 0 1,1 0-1,-1-1 0,0 1 0,0 1 0,0-1 0,0 0 0,-1 0 0,1 1 0,-1-1 0,1 1 0,-1 0 0,0 0 0,0 0 0,0 0 0,0 0 1,0 1-1,0-1 0,-1 1 0,1 0 0,0 0 0,-1 0 0,1 0 0,-1 1 0,1 0 0,-1-1 0,-3 1 0,-1 0-10,1-1-1,0 1 1,0 1-1,0-1 1,0 1-1,-1 0 1,1 1-1,0-1 1,1 2-1,-1-1 0,0 1 1,0 0-1,1 0 1,-8 6-1,7-3-65,0 1-1,0 1 1,1-1-1,0 1 1,1 0-1,0 0 1,0 1-1,1-1 1,0 1-1,0 0 1,1 0-1,0 1 1,1-1-1,-3 18 1,1 12 134,2 1 0,4 55 0,0-23 199,9 47 1737,-4-69-3999,-5-7-8220,-2-58 4728,0-9-817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02.2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3714,'0'0'14486,"116"11"-13685,-82-8-353,-1-3-352,8 0-96,0 0-192,-1 0-1217,8-9-2000,-8-9-2466,1-7-2017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02.5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0 8340,'0'0'9383,"0"22"-7059,0 70-777,-1-70-1015,-1-1 0,0 0 0,-2 0 1,0 0-1,-9 22 0,8-27-500,0 1 0,1 0 0,1-1 0,-2 34 0,6-49-92,-1 1 1,0-1-1,1 0 0,-1 0 0,1 0 0,-1 0 0,1 0 0,-1 0 0,1 0 0,0 0 0,0 0 0,-1 0 0,1 0 0,0-1 0,0 1 1,0 0-1,0-1 0,0 1 0,0 0 0,0-1 0,0 1 0,0-1 0,0 1 0,1-1 0,-1 0 0,0 0 0,0 1 0,0-1 0,0 0 1,1 0-1,-1 0 0,1 0 0,49 0-2281,-38-1 1502,-6 1 11,1 0 0,-1 0 0,1-1 0,-1 0 0,0-1 0,8-2 0,-13 3 386,0 1 0,0-1 1,0-1-1,0 1 0,0 0 0,0 0 0,0-1 0,0 1 0,0-1 0,0 0 1,-1 1-1,1-1 0,-1 0 0,0 0 0,1 0 0,-1 0 0,0 0 0,0 0 1,0 0-1,0 0 0,-1-1 0,2-3 0,-1-12-2877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02.7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81 3105,'0'0'10229,"0"-11"-8756,27 4-609,7 0-111,6-2-433,14 5-160,7-5-160,0 0-705,0 0-2128,7-7-2930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03.1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1 544,'0'0'18715,"-6"11"-17207,-4 11-682,0 0 1,2 0-1,0 1 1,-4 25-1,8-26-1226,-9 70 3251,10-61-5657,2 1-4749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03.3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80 8820,'0'0'9188,"162"-64"-8531,-114 55-33,-7 5-448,-1 2-96,-6 2-80,-7 0-784,7 0-1682,-7 0-2736,0 0-2690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03.8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0 116 1617,'0'0'15207,"11"14"-13430,1 1-1232,-6-7-250,1-1 0,-1 1 0,-1 0 0,0 1 0,0-1 1,-1 1-1,0 0 0,5 15 0,-4-7 246,0 0-1,-1 1 1,-1-1 0,-1 1-1,0 19 1,-2-36-410,0-32 18,0 5-190,-1-1 15,2-1-1,0 1 0,2-1 1,7-28-1,-8 48 20,0 1 1,0-1-1,1 1 1,0 0-1,1 0 1,0 0-1,0 0 1,0 0-1,1 1 1,0 0-1,0 0 1,1 0 0,-1 1-1,1 0 1,0 0-1,1 0 1,-1 1-1,1 0 1,8-4-1,-9 6-26,-1 0-1,0 0 1,0 0 0,1 1 0,-1 0-1,1 0 1,-1 1 0,1-1-1,-1 1 1,1 0 0,9 2-1,56 19-3447,-59-16 1196,1-1 0,0 0 0,0-1 0,21 3 0,0-5-5622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03.9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8724,'0'0'14166,"0"120"-13653,0-113-449,0-5-64,7-2-352,0 0-1361,6 0-1265,1-18-2464,-1-11-3570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04.1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9284,'0'0'11109,"-7"5"-11285,0 13-1120,7 2-1650,0 1-2064,0-1-1393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05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293 462 5619,'0'0'13958,"-20"-5"-12184,6 1-1492,-2-2 163,0 1-1,0 1 1,-1 1 0,0 0-1,1 1 1,-1 1 0,-28 1-1,44 1-428,0 0 0,-1-1-1,1 1 1,0 0 0,0 0-1,0 0 1,0 0 0,0 0 0,0 0-1,0 0 1,0 1 0,1-1-1,-1 0 1,0 0 0,1 1 0,-1-1-1,0 0 1,1 1 0,0-1-1,-1 1 1,1-1 0,0 1-1,0-1 1,0 0 0,0 1 0,0-1-1,0 3 1,5 41-154,-1-33-59,0-1 1,1 0 0,0 0 0,1 0 0,11 14 0,-10-14 18,0 0 0,0 0 0,-1 1 1,-1-1-1,6 19 0,-8-21 109,-1-1 1,-1 1-1,1 0 1,-2 0-1,1 0 1,-1 0-1,0-1 0,-1 1 1,-3 15-1,3-21 70,0 1 0,0 0-1,-1-1 1,0 1 0,0-1-1,0 1 1,0-1 0,0 0-1,-1 0 1,1 0 0,-1 0-1,0 0 1,0 0 0,0-1-1,0 0 1,0 1 0,-1-1-1,1 0 1,-1-1 0,1 1-1,-1-1 1,0 1 0,-6 0-1,0 1 65,-1-1 0,1-1 0,0 1 0,0-2 0,-1 0 1,1 0-1,-19-3 0,29 3-62,-1-1 1,1 0 0,0 1 0,-1-1 0,1 0 0,0 1 0,0-1-1,0 0 1,-1 1 0,1-1 0,0 0 0,0 0 0,0 1-1,0-1 1,0 0 0,0 1 0,0-1 0,1 0 0,-1 0 0,0 1-1,0-1 1,0 0 0,1 1 0,-1-1 0,0 0 0,1 0 0,11-21-20,11 0-194,1 1 0,47-31 0,9-7-980,-41 25 73,-2-2 1,-2-1-1,-1-1 0,-2-2 1,-2-1-1,-1-2 1,-2-1-1,39-89 0,-60 116 1042,-1 0 0,0 0 0,-1 0-1,2-34 1,-3-29 5195,-3 80-5014,0-1-1,0 1 1,0 0 0,0-1 0,-1 1 0,1-1 0,0 1 0,0-1 0,0 1 0,-1-1 0,1 1-1,0 0 1,-1-1 0,1 1 0,0 0 0,-1-1 0,1 1 0,0 0 0,-1-1 0,1 1 0,-1 0 0,1 0-1,0-1 1,-1 1 0,1 0 0,-1 0 0,1 0 0,-1 0 0,1 0 0,-1 0 0,1 0 0,-1 0-1,1 0 1,-1 0 0,1 0 0,-1 0 0,0 0 0,-19 6 1171,15-1-1040,0 0 0,0 0 0,0 1 0,0 0 0,1 0 0,0 0-1,1 1 1,-1-1 0,-3 12 0,0 0 260,0 1 0,-5 30 0,3 17-126,4-1-1,3 109 0,3-91-294,-1-82-77,0-1-1,0 1 0,0-1 0,0 1 0,0-1 0,0 1 0,0-1 0,0 1 1,0-1-1,1 1 0,-1-1 0,0 1 0,0-1 0,0 0 0,1 1 1,-1-1-1,0 1 0,0-1 0,1 0 0,-1 1 0,0-1 0,1 0 0,-1 1 1,1-1-1,-1 0 0,0 0 0,1 1 0,-1-1 0,1 0 0,-1 0 1,0 0-1,1 0 0,-1 1 0,1-1 0,-1 0 0,1 0 0,-1 0 0,1 0 1,-1 0-1,1 0 0,-1 0 0,1 0 0,-1 0 0,1 0 0,-1-1 1,0 1-1,1 0 0,-1 0 0,1 0 0,-1 0 0,1-1 0,-1 1 0,0 0 1,1-1-1,-1 1 0,0 0 0,1-1 0,-1 1 0,1-1 0,26-19-154,-25 18 134,8-6 23,1 0-1,0 0 1,1 1 0,0 0 0,24-9 0,-35 16 250,1 0-220,-1 1-1,1 0 1,-1 0 0,1 0 0,-1 0-1,1 0 1,-1 0 0,0 0 0,0 0-1,1 0 1,-1 1 0,0-1 0,0 1 0,1 1-1,4 17-441,14 26 262,-6-29-3780,7-10-5420,-8-7 2722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05.3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0 10837,'0'0'11024,"-6"20"-7351,-3 7-2939,-42 134 3388,43-130-3528,1 0 0,2 0 1,-4 54-1,9-64-594,0-12 0,-1-1 0,1 0 0,1 0 0,0 0 0,0 1 0,3 7 0,-3-13 0,0-1 0,0 1 0,0-1 0,1 0 0,-1 1 0,1-1 0,0 0 0,-1 0 0,1 0 0,0 0 0,0 0 0,0-1 0,1 1 0,-1-1 0,0 1 0,1-1 0,-1 0 0,1 0 0,-1 0 0,1 0 0,-1 0 0,5 0 0,2 1-691,1 0-1,0 0 1,0-1 0,1-1-1,-1 0 1,0 0 0,18-4-1,-26 4 432,1 0 0,0-1-1,-1 1 1,1-1 0,0 0-1,-1 0 1,1 0 0,-1 0-1,1 0 1,-1-1-1,0 1 1,0-1 0,1 0-1,-1 1 1,0-1 0,0 0-1,-1 0 1,1 0-1,0 0 1,-1-1 0,1 1-1,-1 0 1,0-1 0,0 1-1,0-1 1,0 1 0,0-1-1,0 0 1,-1 1-1,1-1 1,-1-5 0,0-20-6245,0-2-1477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05.5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8788,'0'0'14983,"122"0"-14151,-95 5-496,-7-3-288,7 0-48,-7 1-944,1-3-1361,13 0-1393,-1 0-3537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06.6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0 144,'-2'6'17008,"7"0"-17328,13 5 1395,2-1 0,32 12 0,-33-14-776,1 0 1,-1 2-1,27 17 1,-21-7-64,-1 0-1,0 2 1,-2 1 0,0 1-1,-2 0 1,0 2-1,-2 0 1,-1 1 0,-1 1-1,-2 1 1,13 32 0,-13-22 106,-2 0 1,-1 1 0,-2 1-1,-2-1 1,-2 2 0,-1-1 0,-2 0-1,-5 49 1,2-81-147,0 0-1,-1 0 1,0 0 0,-1 0-1,0 0 1,0 0-1,-1-1 1,0 0 0,-1 0-1,-10 15 1,-4 0 442,0-1 0,-25 22 1,-3 3 307,22-17-413,21-24-5211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07.9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2 416,'0'0'4165,"-3"-1"-3664,-1 1 0,1-1 1,-1 1-1,1 0 0,-1 0 0,1 1 1,-1-1-1,-3 2 0,-8 6 217,1 1 0,0 0 0,1 1 0,0 1-1,0 0 1,-12 15 0,-64 84 1079,77-92-1667,1 0 1,0 0 0,2 2-1,0-1 1,1 1-1,2 0 1,0 0-1,0 1 1,-2 26-1,2 18 1035,3 109-1,4-100-545,-1-64-404,0 1 0,1 0 1,0 0-1,0-1 1,2 1-1,-1-1 0,1 1 1,1-1-1,0 0 1,0 0-1,1-1 1,0 1-1,0-1 0,1 0 1,1 0-1,0-1 1,0 0-1,0 0 0,1-1 1,0 0-1,1 0 1,-1 0-1,1-2 0,0 1 1,1-1-1,0 0 1,-1-1-1,1 0 0,1 0 1,19 3-1,16 4 951,-47-11-1137,-2 1-2545,2-7-3518,1 0-1273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08.9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386 0 4594,'-15'7'8252,"-10"49"-1983,-2 1-3402,-48 112-1364,-62 233 1854,123-359-2971,5-17 22,-3-1 0,-26 45-1,5-9 1177,57-87-1940,43-30-6479,-37 32 2760,10-12-3505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09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152 97 816,'0'0'8871,"0"-5"-8156,0-5-800,0 8 318,-1 0 0,1 0 0,-1 0-1,1 0 1,0-1 0,0 1-1,0 0 1,1 0 0,-1 0-1,0 0 1,1-1 0,-1 1-1,1 0 1,0 0 0,0 0 0,0 0-1,0 0 1,0 1 0,0-1-1,0 0 1,0 0 0,1 1-1,-1-1 1,1 0 0,-1 1 0,1 0-1,0-1 1,0 1 0,-1 0-1,1 0 1,0 0 0,0 0-1,0 0 1,3 0 0,17-5 201,0 1 0,0 1 1,0 1-1,29 0 0,-50 4-430,0-1 0,0 1 0,1-1 0,-1 1-1,0 0 1,0-1 0,-1 1 0,1 0-1,0 0 1,0 0 0,0 0 0,0 0 0,-1 0-1,1 0 1,0 0 0,-1 0 0,1 0-1,-1 0 1,1 0 0,-1 0 0,0 1 0,1-1-1,-1 0 1,0 0 0,0 0 0,0 1-1,0-1 1,0 0 0,0 0 0,0 0-1,0 1 1,-1-1 0,1 0 0,-1 2 0,1 3 5,0 6 42,0 1 1,-1-1 0,0 1-1,-1-1 1,-1 1 0,0-1-1,0 0 1,-2 0 0,1 0-1,-1-1 1,-1 0 0,0 0-1,-9 13 1,0-2 55,0-1-1,-2-1 1,0 0 0,-35 31-1,43-45-88,0 1 1,0-1-1,-1 0 0,1-1 0,-1 0 0,0-1 0,-1 0 0,1 0 0,-1-1 0,1 0 1,-1-1-1,0 0 0,-21 0 0,31-3-18,1 1-1,-1 0 1,1-1 0,-1 1-1,1 0 1,-1-1 0,1 1 0,-1 0-1,1-1 1,-1 1 0,1-1 0,0 1-1,-1-1 1,1 0 0,0 1-1,-1-1 1,1 1 0,0-1 0,-1 1-1,1-1 1,0 0 0,0 1-1,0-1 1,0 0 0,0 1 0,0-1-1,0 0 1,0 1 0,0-1-1,0 1 1,0-1 0,0 0 0,0 1-1,1-1 1,-1 0 0,0 1 0,0-1-1,1 1 1,0-2 0,-1 0-2,0 1 0,1-1 0,-1 1 0,1-1 0,0 1 0,0 0 0,-1-1 0,1 1 0,0-1 0,0 1 0,0 0 0,0 0 0,0 0 0,1 0 0,-1-1 0,0 1 0,0 1 0,1-1 0,1-1 0,7 0 121,1 0-1,0 1 1,-1 1-1,1-1 1,0 2 0,0 0-1,-1 0 1,1 0-1,0 2 1,-1-1-1,0 1 1,1 1 0,-1 0-1,0 0 1,-1 1-1,1 0 1,10 9-1,0-2 571,0-1-1,1 0 0,36 12 0,-45-19-402,-1-1-1,1 0 1,0-1-1,0 0 1,0-1-1,0-1 1,0 0-1,0 0 1,13-3-1,-25 4-253,0-1-1,0 0 1,1 0-1,-1 0 1,0 0-1,0 0 1,1 0-1,-1 0 1,0 0-1,0 0 1,1 0-1,-1 0 1,0-1-1,0 1 1,1 0-1,-1 0 0,0 0 1,0 0-1,1 0 1,-1 0-1,0-1 1,0 1-1,0 0 1,1 0-1,-1 0 1,0 0-1,0-1 1,0 1-1,0 0 1,1 0-1,-1-1 1,0 1-1,0 0 1,0 0-1,0-1 1,0 1-1,0 0 0,0 0 1,0-1-1,0 1 1,0 0-1,0 0 1,0-1-1,0 1 1,0 0-1,0 0 1,0-1-1,0 1 1,0 0-1,0 0 1,0-1-1,0 1 1,-14-7 378,14 7-556,-1 0 0,1 0 1,0 0-1,-1 0 1,1 0-1,0 0 0,-1 0 1,1 0-1,0 0 1,-1 0-1,1 0 0,0-1 1,-1 1-1,1 0 0,0 0 1,0 0-1,-1 0 1,1-1-1,0 1 0,0 0 1,-1 0-1,1-1 1,0 1-1,0 0 0,0 0 1,-1-1-1,1 1 1,0 0-1,0 0 0,0-1 1,0 1-1,0 0 0,0-1 1,0 1-1,0 0 1,-1-1-1,1 1 0,0 0 1,0-1-1,0 1 1,1 0-1,-1-1 0,0 1 1,0 0-1,0-1 0,0 1 1,0 0-1,0 0 1,0-1-1,0 1 0,1 0 1,-1-1-1,0 1 1,0 0-1,0 0 0,1-1 1,-1 1-1,0 0 1,0 0-1,1 0 0,-1-1 1,0 1-1,0 0 0,1 0 1,-1 0-1,19-18-6352,6 0-2581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10.1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6 3506,'0'-1'22052,"-1"-4"-14979,-23 37-12648,2 1-6453,15-15 2026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1:10.4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657 1 8996,'0'0'14343,"-88"144"-13271,34-99 209,-14 7-481,-6 9-720,-7 5-80,6 6-800,1 18-833,-1-2-2129,7-4-4545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12.7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248 9 2993,'0'0'11451,"-28"-9"-9370,16 10-1968,-1 0 0,1 1-1,-1 0 1,1 0 0,0 2 0,0-1 0,0 2 0,0-1-1,1 2 1,-1-1 0,1 2 0,1-1 0,-1 1 0,1 1-1,1 0 1,-13 14 0,20-21-94,1-1-1,0 2 0,0-1 1,0 0-1,0 0 1,1 0-1,-1 0 1,0 1-1,0-1 1,1 0-1,-1 1 0,0-1 1,1 0-1,0 1 1,-1-1-1,1 1 1,0-1-1,0 1 1,0-1-1,-1 1 1,2-1-1,-1 1 0,0-1 1,0 1-1,0-1 1,1 1-1,-1-1 1,1 0-1,-1 1 1,1-1-1,-1 0 0,1 1 1,0-1-1,1 1 1,0 1-5,0-1 1,0 0-1,0 0 0,1-1 1,-1 1-1,1 0 1,-1-1-1,1 1 0,0-1 1,0 0-1,-1 0 1,1 0-1,0-1 0,6 2 1,-1-1 7,-1 0 1,1-1 0,0 1-1,0-2 1,11 0-1,-16 0-14,0 0-1,0 0 0,0-1 1,0 1-1,-1 0 0,1-1 1,0 0-1,-1 0 1,1 0-1,-1 0 0,0 0 1,1 0-1,-1 0 1,0-1-1,3-4 0,6-9-47,-1 0-1,0-1 1,-1-1-1,10-27 1,-15 38 1648,-2 11-546,1 28-110,-3-19-847,1-1-1,0 1 1,1-1-1,0 0 1,5 15-1,-5-22-108,1-1-1,-1 1 0,1-1 0,0 1 1,0-1-1,1 0 0,-1 0 0,1 0 0,0-1 1,0 0-1,0 1 0,6 2 0,-8-5-232,1 0 0,0 0-1,-1 0 1,1 0 0,0-1-1,0 1 1,0-1-1,0 1 1,5-1 0,-3-1-576,0 1 0,-1-1 0,1 0 0,-1 0-1,0-1 1,1 0 0,5-2 0,28-20-7097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13.6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699 6 3778,'0'0'9175,"9"-2"-7131,-5 0-1416,-6 2 2444,-76-1-2097,1 4 1,-138 22-1,-80 53-188,296-78-781,-1 0 0,0 1-1,0-1 1,0 0 0,0 0 0,0 0-1,0 0 1,1 0 0,-1 0 0,0 0-1,0 0 1,0 0 0,0 0 0,0 0-1,0 0 1,0 1 0,1-1 0,-1 0-1,0 0 1,0 0 0,0 0 0,0 0-1,0 0 1,0 1 0,0-1 0,0 0-1,0 0 1,0 0 0,0 0 0,0 0-1,0 1 1,0-1 0,0 0 0,0 0-1,0 0 1,0 0 0,0 0 0,0 1-1,0-1 1,0 0 0,0 0 0,0 0-1,0 0 1,0 0 0,0 0-1,0 1 1,-1-1 0,1 0 0,0 0-1,0 0 1,0 0 0,0 0 0,0 0-1,0 0 1,0 0 0,-1 0 0,1 1-1,0-1 1,0 0 0,0 0 0,0 0-1,0 0 1,0 0 0,-1 0 0,1 0-1,0 0 1,0 0 0,0 0 0,0 0-1,18 9 857,15 10 198,-30-14-1038,0 0-1,0 0 1,-1 1-1,0-1 1,0 1 0,-1-1-1,1 1 1,-1-1-1,0 1 1,0 7-1,-1 66 19,0-46-24,-3 8 24,-2 0-1,-1-1 0,-2 1 0,-2-2 0,-23 59 0,-10 44 284,40-124-295,0 1-1,2-1 1,0 1-1,1 19 1,0-11-11,1-26-14,0 0-1,0 0 1,0 1 0,0-1 0,0-1 0,0 1-1,0 0 1,0 0 0,0 0 0,1-1 0,-1 1-1,0 0 1,0-1 0,1 1 0,-1-1 0,1 1-1,-1-1 1,0 0 0,1 0 0,-1 0 0,0 0-1,1 0 1,-1 0 0,1 0 0,-1 0 0,3-1-1,42-2 155,-16-5-13,-1-2 0,51-23 1,9-4 254,-66 28-219,16-3 1166,-38 12 172,-16 0-6492,-3-2-2644,17-7 190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14.6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5282,'0'0'11491,"0"6"-9853,14 146 3746,7-173-6182,-7 5 747,1 1-1,1 1 0,0 0 1,1 1-1,0 1 1,1 0-1,1 1 1,22-9-1,-40 20 117,0-1 0,0 1 0,0-1-1,0 1 1,0 0 0,-1 0 0,1-1 0,0 1 0,0 0 0,0 0-1,0 0 1,0 0 0,0 0 0,0 1 0,0-1 0,0 0 0,0 0-1,0 1 1,0-1 0,0 0 0,0 1 0,0-1 0,0 1 0,0-1-1,0 1 1,-1-1 0,1 1 0,0 0 0,1 1 0,-1 0-20,0 0 0,0 1 0,0-1 0,0 1 0,-1-1 0,1 1 0,-1-1 0,1 1 0,-1-1 0,0 1 0,0 4 0,1-7-66,0 1-1,-1-1 1,1 1 0,0-1-1,0 0 1,0 1-1,0-1 1,0 0-1,0 1 1,0-1-1,0 0 1,0 0-1,0 0 1,0 0-1,0 0 1,0 0-1,0 0 1,0 0-1,-1 0 1,1 0-1,0-1 1,0 1-1,0 0 1,0-1-1,1 0 1,28-7-88,0-4 68,-9 4 61,-1-2 0,29-16 0,-48 27 133,-1 0 0,1-1 0,0 1 0,-1-1 0,1 1 0,-1 0 0,1 0 0,-1-1 0,1 1 0,-1 0 0,1 0 0,-1 0 0,0-1 0,0 1 1,1 0-1,-1 0 0,0 0 0,0 0 0,0 0 0,0-1 0,0 1 0,0 0 0,0 0 0,0 0 0,0 0 0,-1 1 0,2 37-2237,-1-36 786,7-3-6283,-1 0-1459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14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8212,'0'0'15015,"0"38"-15015,-14-40-15207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14.9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6563,'0'0'13078,"20"43"-18120,-13-21-3138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15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219 321 9428,'0'0'12838,"-24"-2"-11656,-74-7-139,92 9-954,0-1 1,0 1-1,0 0 0,0 1 1,1-1-1,-1 1 0,-9 3 0,13-3-18,0-1 0,0 1 0,0 0 0,0 0 0,0 1 0,0-1-1,0 0 1,0 1 0,1-1 0,-1 1 0,0 0 0,1-1 0,-3 4-1,2 1 61,0-1 0,0 0 0,0 0 0,1 1 0,0-1 0,0 1-1,1 0 1,-1-1 0,1 1 0,1 8 0,-1-5-107,0-9-28,-1 1 0,1 0 0,0-1 0,0 1 0,0 0-1,0-1 1,0 1 0,0-1 0,0 1 0,1 0 0,-1-1 0,0 1 0,0 0 0,0-1 0,1 1 0,-1-1 0,0 1 0,1 0 0,-1-1 0,0 1 0,1-1 0,-1 1 0,1-1 0,-1 1 0,1-1 0,-1 0 0,1 1 0,-1-1 0,1 1 0,-1-1 0,1 0 0,1 1 0,20-9-311,21-27-354,-43 34 649,165-174-2017,-138 142 1821,-1-2 1,-2 0-1,30-61 0,-49 85 2216,-7 9-778,-15 19-395,-22 34-583,24-28-46,2 0 0,0 0 1,1 1-1,2 1 0,0 0 1,2 0-1,0 1 0,2 0 1,1 0-1,1 1 0,0 28 1,4-53-276,0 0 1,0-1-1,0 1 0,0 0 1,1-1-1,-1 1 1,1 0-1,-1-1 1,1 1-1,0-1 1,-1 1-1,1-1 1,0 1-1,0-1 1,0 1-1,0-1 1,0 0-1,0 0 1,1 1-1,-1-1 1,0 0-1,1 0 1,-1 0-1,0-1 1,1 1-1,-1 0 1,1 0-1,0-1 1,-1 1-1,1-1 1,-1 1-1,1-1 0,2 0 1,6 2-730,1-2 1,0 1-1,0-1 1,14-2-1,-2 0-899,27-2-4594,3-12-3313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16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237 335 10709,'0'0'13121,"-23"-2"-12196,-77-2-156,96 4-686,-1 0 0,1 0 1,0 0-1,-1 1 0,1 0 0,-1 0 1,1 0-1,0 0 0,0 1 1,0 0-1,0 0 0,0 0 1,0 0-1,0 1 0,1-1 0,-1 1 1,1 0-1,0 0 0,0 0 1,0 0-1,0 1 0,-3 4 1,2-1-23,1-1 0,0 0 1,1 1-1,-1-1 0,1 1 1,0 0-1,1 0 0,0 0 1,0 0-1,0 10 0,6-16-66,0 0-1,0 0 0,-1 0 1,1-1-1,0 0 0,0 0 1,9-1-1,-8 0-34,1-1 1,0 1-1,-1-1 1,1-1-1,-1 1 0,0-1 1,0 0-1,0-1 1,0 1-1,7-7 1,55-50-1043,-43 36 566,23-21-113,-2-3 1,-2-1-1,-2-2 1,55-89-1,-94 129 4129,-16 21-2572,-18 24-660,16-17 23,1 2 0,1 0 0,1 0 0,1 1 1,1 1-1,0-1 0,1 2 0,2-1 0,0 1 0,1 1 1,1-1-1,2 1 0,-3 41 0,6-62-358,0 0 0,0 0 1,1 0-1,-1 0 0,0 0 0,1-1 0,-1 1 0,1 0 1,0 0-1,-1 0 0,1-1 0,0 1 0,0 0 0,0-1 0,0 1 1,1-1-1,-1 0 0,0 1 0,1-1 0,-1 0 0,0 1 1,1-1-1,2 1 0,0 0-227,0 0 1,1 0-1,0-1 0,-1 1 1,1-1-1,0 0 0,0 0 1,0-1-1,5 1 0,3-1-975,0-1 0,0 0 0,0-1 0,0 0 0,0-1-1,17-6 1,16-15-6385,-4-4-2212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16.3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213 1 9236,'0'0'11654,"-15"20"-8536,-10 16-1651,1 1 0,1 1-1,-26 61 1,30-48-509,1 0 0,-13 71-1,28-110-1636,-1 1 1792,3-4-3331,1-2-3397,2-1-4847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16.7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29 12966,'0'0'14481,"-1"2"-14349,1-1 1,-1 1-1,1-1 0,0 1 0,0 0 0,0-1 0,0 1 0,0 0 1,0-1-1,0 1 0,0 0 0,1-1 0,-1 1 0,2 2 0,1-1-75,1 0-1,0-1 1,0 0-1,0 0 1,0 0-1,0 0 0,0-1 1,1 1-1,-1-1 1,1 0-1,8 1 1,55-1-82,-40-2-246,-27 1 262,0-1 0,-1 1 0,1 0 0,-1-1 0,1 1-1,-1 0 1,1-1 0,-1 1 0,1 0 0,-1-1 0,0 1 0,1-1 0,-1 1 0,1-1 0,-1 1-1,0-1 1,0 1 0,1-1 0,-1 0 0,0 1 0,0-1 0,0 1 0,1-1 0,-1 0 0,0 1 0,0-1-1,0 1 1,0-1 0,0 0 0,0 1 0,0-1 0,0 1 0,-1-1 0,1 0 0,0 1 0,0-1-1,0 1 1,-1-1 0,1 1 0,0-1 0,-1 0 0,0-2 6,1 1-1,-1 0 1,0-1 0,0 1-1,0-1 1,-1 1 0,1 0-1,0 0 1,-1 0-1,-2-3 1,-3 1 29,0 0 0,-1 1 0,0-1 0,0 1 0,0 1 0,0-1 0,0 1 0,0 1 0,-1 0 0,1 0 0,-1 0 0,1 1 0,-1 1 0,-11 1 0,18-2 43,-1 1 0,1 0 0,-1 0 0,1 0 0,-1 0 0,1 1 0,0-1 0,0 1 0,-1-1 0,1 1 0,0 0 0,1 0 0,-1 0 0,0 0 0,0 0 0,1 0 0,-1 0 0,1 1 0,0-1 0,0 0 0,0 1 0,0-1 1,0 1-1,0 0 0,1-1 0,-1 6 0,-1 1 89,1 0 1,0 0 0,0 0-1,1 0 1,1 1 0,2 14-1,-2-21-203,0 0 0,0 0 0,1-1 0,0 1 0,-1-1 0,1 1 0,0-1 0,0 1 0,0-1 0,0 0 0,1 0 0,-1 0 0,0 0 0,1 0 0,0-1 0,-1 1 0,1-1 0,0 1 0,0-1 0,0 0 0,-1 0 0,1-1 0,6 2-1,5 1-1515,0-1 0,0-1 0,27 0-1,-1-6-4254,0-16-4194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17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0 4610,'0'0'11693,"3"6"-9782,0-2-1688,1 0 1,0 0 0,0-1 0,0 0 0,0 1-1,1-2 1,-1 1 0,1 0 0,-1-1 0,1 0-1,0 0 1,0 0 0,0-1 0,0 1 0,1-1-1,-1 0 1,0-1 0,8 1 0,24 1 310,59-4 1,-43 0-296,3 2-33,0-3 0,0-2 0,59-14 0,-114 20-65,-1-1-1,1 0 1,-1 0 0,0 1-1,1-1 1,-1 0 0,0 0 0,1 1-1,-1-1 1,0 0 0,0 1-1,1-1 1,-1 1 0,0-1 0,0 0-1,0 1 1,1-1 0,-1 1-1,0-1 1,0 0 0,0 1 0,0-1-1,0 1 1,0-1 0,0 1-1,0-1 1,0 1 0,0-1-1,0 0 1,0 1 0,0-1 0,0 1-1,0-1 1,-1 1 0,1-1-1,0 0 1,0 1 0,0-1 0,-1 1-1,1-1 1,0 0 0,-1 1-1,-10 32 1,7-24 607,-72 307 157,30-107-580,5-30-325,41-181 0,-1 0 0,1 1 0,-1-1 0,1 0 0,-1 1 0,0-1 0,0 1 0,0-1 0,0 1 0,0-1 0,0 1 0,0 0 0,-1-1 0,1 1 0,0 0 0,-1 0 0,1 0 0,-1 0 0,1 0 0,-1 0 0,0 1 0,1-1 0,-1 0 0,0 1 0,1-1 0,-1 1 0,0 0 0,0 0 0,1-1 0,-3 1 0,-63-3 0,59 3 0,-314 17 0,247-10-8,74-7-237,10-2-5182,43-26-4295,-19 7-40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17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9444,'0'0'23323,"0"5"-23323,0 1-96,0 4-2577,0 1-1921,0-2-2850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18.2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786 0 15159,'0'0'7747,"-135"68"-3168,67-29-2034,-6 10-1585,-15 8-720,1 6-240,7 9-784,0 7-1745,6 5-2033,-19 8-4306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2:24.3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0 242 816,'0'0'507,"21"0"120,306-9 206,974-65 2883,-753 71-3247,370-15-282,-872 15-57,129-13 274,-156 13 66,0-1 0,0-1 0,0 0 0,-1-2 0,0 0-1,27-15 1,-40 20 75,-1-1-1,1 0 0,-1 0 0,0 0 1,0-1-1,0 0 0,6-7 0,-9 9-38,1 0 0,-1 0-1,0 0 1,0-1 0,0 1-1,-1 0 1,1 0 0,-1-1-1,1 1 1,-1-1 0,0 1-1,1-3 1,-1 5-258,0 2-247,-1 18-1330,-6-11-2865,-7-9 581,-5 0-1626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0 309 14417,'8507'-309'0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2721,'0'0'0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0 4514,'0'0'6232,"-12"7"-5728,-34 20 134,42-24-465,1 0 1,-1 0-1,0 0 0,1 0 0,0 1 0,0-1 0,0 1 1,0 0-1,1 0 0,-1 0 0,1 0 0,0 0 1,0 1-1,-2 8 0,-3 5 444,3-10-408,1 1 0,-1 0 0,1-1 0,1 2 0,-2 9 0,4-18-199,-1 0-1,1 1 1,0-1-1,0 1 1,0-1-1,0 1 1,0-1-1,0 0 1,1 1-1,-1-1 1,0 1-1,1-1 1,-1 0-1,1 1 1,-1-1-1,1 0 1,0 1-1,0-1 1,-1 0 0,1 0-1,0 0 1,0 0-1,0 0 1,0 0-1,0 0 1,1 0-1,-1 0 1,0 0-1,0-1 1,0 1-1,1-1 1,-1 1-1,0 0 1,1-1-1,-1 0 1,1 1-1,-1-1 1,0 0-1,1 0 1,-1 0-1,3 0 1,8 1 37,0 0-1,1-1 1,-1-1-1,23-3 1,-30 2-40,-1 1 0,1-1 0,-1 0 0,0 0 0,1 0 0,-1-1 1,0 1-1,0-1 0,0 0 0,-1 0 0,1-1 0,-1 1 0,0-1 1,0 0-1,4-5 0,-1 0 65,-1 0 0,0 0 0,-1 0 1,0 0-1,-1-1 0,1 0 0,-2 1 1,1-1-1,-2 0 0,1-1 0,-1 1 1,-1 0-1,0-17 0,-4 26 74,1 0 1,-1 1-1,1-1 1,-1 1-1,0-1 1,1 1-1,-1 0 1,0 0-1,1 1 1,-8 1-1,9-1-129,-1 1-1,1 0 0,0-1 1,0 1-1,0 0 0,0 1 1,0-1-1,0 0 0,0 0 1,-2 6-1,4-8-86,-1 1 0,1-1 0,-1 1-1,1-1 1,-1 1 0,1-1 0,0 1 0,-1-1 0,1 1 0,0 0-1,0-1 1,-1 1 0,1-1 0,0 1 0,0 0 0,0-1 0,0 1 0,0 0-1,0-1 1,0 1 0,0 0 0,0-1 0,0 1 0,0 0 0,0-1-1,0 1 1,0-1 0,1 1 0,-1 0 0,0-1 0,1 1 0,-1-1-1,0 1 1,1-1 0,-1 1 0,1 0 0,-1-1 0,0 0 0,1 1 0,-1-1-1,1 1 1,0-1 0,-1 0 0,1 1 0,-1-1 0,1 0 0,-1 1-1,1-1 1,0 0 0,-1 0 0,1 0 0,0 0 0,31 1-4228,13-1-2215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 8964,'0'0'7019,"4"18"-6194,4 7-393,4 21-105,-9 9 3049,-3-54-3013,15-16-91,-10 5-281,2 0 0,-1 0 0,1 1 1,0-1-1,1 2 0,0-1 0,1 1 0,0 0 1,0 1-1,1 0 0,-1 1 0,1 0 0,1 0 0,-1 1 1,1 0-1,0 1 0,0 1 0,0-1 0,1 2 1,-1-1-1,1 2 0,13-1 0,-25 16 614,-1-12-540,1 0-1,0 1 0,-1-1 1,1 0-1,0 1 0,0-1 0,0 0 1,1 1-1,-1-1 0,0 0 0,2 4 1,-2-6-98,24 29-4017,-7-14-5084,-5-12 3313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6339,'0'0'15047,"34"0"-14871,0 0 16,0 0-176,6 0-16,-13 0-368,-6 0-641,-8 0-928,1 0-944,-7-2-1649,-7-5-1313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1 896,'0'0'20698,"-40"140"-19626,40-113-463,-7-2-417,7 0-192,0 0-240,-7 2-1633,0 2-1617,-6 0-3025,-8 5-4530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 2385,'0'0'9733,"0"102"-6215,-1-47-2297,-16 103 0,12-72-2286,6-77-719,-1-11-437,1-46-3202,2 17 1920,8-3-579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62 1409,'0'0'5520,"18"-1"-1984,74 0-2230,156-16-418,-60 2-602,-72 15-184,-72 1 139,-1-1 0,1-2 0,75-15 1,-99 10 1100,-7 5 1957,-18 24-2351,-10 24-621,1 0 0,3 1 1,-11 94-1,11 148 15,11-167 363,0-122-140,-5 0-556,0-1 0,-1 0 0,1 0 0,0-1 0,0 1-1,0-1 1,0 0 0,1 0 0,-1-1 0,1 0 0,-1 0 0,-4-4 0,-38-19-93,24 21 58,-1 0-1,0 1 1,1 2-1,-1 0 0,-46 4 1,19-2 12,-51 5 1,-140 24 1,140-14 195,-148 4 0,239-19-29,6 0 97,7 0 42,60 0 429,-54-2-758,1 0 1,-1 0-1,1-1 1,-1 0 0,0 0-1,15-9 1,-22 10 27,-1 0 1,1 1 0,-1-1 0,0 0 0,1 0 0,-1 0-1,0 0 1,0 0 0,0 0 0,-1 0 0,1 0-1,-1-2 1,1 4-3,0-7-24,-1 0 1,0 1 0,-1-1 0,1 0 0,-1 1 0,-1 0-1,1-1 1,-6-9 0,5 10-321,0 0 1,0 0-1,0 0 0,1-1 1,0 1-1,1-1 0,0 0 1,-2-11-1,3 4-320,0 8-299,-1 1-1,1-1 1,0 1-1,1-1 1,-1 1 0,1-1-1,0 1 1,1 0-1,-1-1 1,1 1-1,0 0 1,3-5-1,9-9-5061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39 4482,'0'0'11211,"-3"-6"-10360,2 4-803,0 0 0,0 0 0,0 0 0,0 0 0,-1 0 0,1 0 1,0 1-1,-1-1 0,1 0 0,-1 1 0,0 0 0,0-1 1,1 1-1,-1 0 0,0 0 0,0 0 0,0 0 0,0 0 0,0 0 1,0 1-1,-1-1 0,1 1 0,0-1 0,0 1 0,0 0 1,-1 0-1,1 0 0,0 0 0,0 0 0,0 0 0,-1 1 0,1-1 1,0 1-1,0-1 0,0 1 0,0 0 0,0 0 0,0 0 1,0 0-1,-3 3 0,-5 1-17,0 1 1,0-1 0,1 2-1,0 0 1,0 0-1,1 0 1,0 1-1,0 0 1,0 1 0,1 0-1,1 0 1,0 0-1,0 1 1,0 0-1,1 0 1,1 0-1,0 1 1,0 0 0,1 0-1,1 0 1,0 0-1,0 0 1,0 21-1,2-31-41,0 0-1,-1 0 1,1 1-1,0-1 0,1 0 1,-1 1-1,0-1 1,0 0-1,0 0 0,1 1 1,-1-1-1,1 0 0,-1 0 1,1 1-1,-1-1 1,1 0-1,0 0 0,0 0 1,-1 0-1,1 0 0,2 1 1,-2-1-5,0-1 0,0 0 0,0 1 0,0-1 0,0 0 0,0 0 0,1 0 1,-1 0-1,0 0 0,0 0 0,0 0 0,0 0 0,0-1 0,0 1 0,0 0 0,0-1 0,0 1 0,0-1 0,2 0 1,4-3-25,0-1 0,0 0 0,-1 0 0,1 0 0,7-10 0,4-3-37,-1-2 0,-1 0 0,-1 0 0,-1-2 0,0 0 0,-2 0 0,11-28 0,-11 25 238,-11 24 1164,-1 28-501,0-4-469,-1-17-276,1 1-1,0 0 1,0-1-1,1 1 0,0 0 1,3 10-1,-3-14-144,0-1 0,1 1-1,-1 0 1,1-1 0,0 0-1,0 1 1,0-1 0,0 0-1,0 0 1,0 0 0,0 0 0,1 0-1,-1-1 1,1 1 0,-1-1-1,1 0 1,0 1 0,5 0-1,54 17-3231,4-6-4205,-13-6 80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0 108 384,'0'0'4858,"54"-4"-677,585-22-3066,600-26 872,-608 37-516,-610 15-1310,-11 0 138,-1 0-1,0-1 1,0 0-1,16-4 1,-22 1 2961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3602,'0'0'6600,"3"9"-5882,-1-3-536,0-1 0,0 0 0,1 0 0,0 0 0,0 0 0,0-1 0,0 1 0,1-1 0,0 0 0,0 0 1,0 0-1,0 0 0,0-1 0,1 1 0,9 4 0,13 6 300,-10-6-216,-1 0 0,0 2-1,0 0 1,-1 1 0,0 0 0,19 20-1,-33-30-225,0 0 0,0 0 0,0 1 0,0-1 0,0 0 0,-1 0 0,1 1 0,0-1 0,-1 1 0,1-1 0,-1 1 0,0-1 0,1 0 0,-1 1 1,0-1-1,0 1 0,0-1 0,0 1 0,0 0 0,0-1 0,0 1 0,-1-1 0,1 0 0,0 1 0,-1-1 0,1 1 0,-1-1 0,0 0 0,1 1 0,-1-1 0,0 0 0,0 1 0,0-1 0,0 0 0,0 0 0,0 0 0,0 0 0,0 0 0,-1 0 0,-1 1 0,-7 5 261,1-1 1,-1-1-1,-1 0 1,-13 6 0,15-7-185,-20 7-132,19-7 222,-1 0 0,1 0-1,0 1 1,-18 13 0,6 9-2185,20-23 1330,1 0 1,-1-1-1,1 1 0,0 0 1,0 0-1,1 0 1,-1 0-1,1 6 1,0 5-5492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0 3265,'0'0'7060,"0"26"-4446,1 8-1893,0 1 92,-2 0-1,-6 42 1,-88 520 4651,82-533-5436,3 1 1,-1 73-1,11-136-596,3-10-1865,35-68-4322,-18 15 114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5 237 592,'0'0'4858,"-4"-15"2092,693-11-4415,806-72-753,25 50 102,-969 26-1574,312-3 914,-356 22-1166,610 8 310,-259 53-189,-609-24 1239,-105-12 233,205 4 0,-101-26 942,-246 0-2305,-2 0-425,-1 1-1,1-1 1,-1 1-1,1-1 1,-1 1-1,1-1 1,-1 1 0,1-1-1,-1 0 1,0 1-1,1-1 1,-1 0-1,0 1 1,1-1 0,-1 0-1,0 0 1,1 0-1,-1 0 1,0 0 0,1 0-1,-1 0 1,0 0-1,0 0 1,1 0-1,-1 0 1,0 0 0,1 0-1,-1 0 1,0-1-1,1 1 1,-1 0-1,0-1 1,1 1 0,-1 0-1,1-1 1,-2 0-1,-30-14-6116,0-6-1592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319 0 768,'0'0'6964,"13"5"562,-15 11-6870,0 0 0,-1-1 1,-1 0-1,-8 24 0,-4 16 996,5 8-305,-4 76 1,0 3-527,-78 267 588,16-87-681,75-314-697,-2 13 244,0-1 0,0 36 0,-11-58-5757,-6-11-1228,-11-10-5237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3314,'0'0'9092,"0"29"-5749,-1-13-2741,-1 1 1,0-1 0,-2 0 0,0 0 0,-10 29 0,-6 20 558,-62 360 1744,75-368-2793,1-15 76,-1 50 0,-3-48 306,3-30-1135,4-32-3483,3 10 3059,1 0 0,0 0 1,1 0-1,0 0 0,0 0 0,1 1 0,6-15 0,11-25-5839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1 1873,'0'0'6288,"-1"0"-5914,-1-1-1,0 1 1,1 0 0,-1 0-1,1 0 1,-1 0 0,1 0-1,-1 1 1,1-1 0,-1 0-1,1 1 1,-1-1 0,1 1-1,-1 0 1,1-1 0,0 1-1,-3 2 1,-7 11 250,2 0 0,0 1 0,0 0 0,2 0 0,0 1 0,0 0 1,-7 33-1,-18 124 1639,20-37-877,7 203-1,7-184-1530,-3-155-415,1 0 464,0 0 0,0 0 0,-1 0 0,1 0 0,0 0 0,0 0 0,-1 0 0,1 0 0,0 0 0,0 0 0,-1 0 0,1 0 0,0-1 0,0 1 0,-1 0 0,1 0 0,0 0 0,0 0 0,0 0 0,-1 0 0,1-1 0,0 1 0,0 0 0,0 0 0,0 0 0,0 0 0,-1-1 0,1 1 0,0 0 0,0 0 0,0-1 0,0 1 0,0 0 0,0 0 0,0 0 0,0-1 0,0 1 0,0 0 0,0 0 0,0-1 0,0 1 0,0 0 0,0 0 0,0-1 0,0 1 0,0 0 0,0 0 0,0-1 0,0 1 0,0 0 0,4-71-9869,13 17 2122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 0 1072,'0'0'12118,"-1"12"-11515,-52 135 4247,39-91-3999,2 1 0,3 0 0,2 0 0,1 65 0,7-67-782,0-13-4,-1-1 0,-2 1-1,-2-1 1,-11 51 0,12-84-783,3-12-1173,2-24-3848,-1 13 2017,5-40-4938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0 3025,'0'0'11005,"0"6"-9551,-3 27 170,-1-1 0,-1 0 0,-18 56 0,-9 55 308,14 57-1091,8 231 0,10-383-874,0-47-413,14-5-2926,-7-3 2241,0 1-1,-1-1 1,-1 0 0,9-13-1,-5 8-585,24-36-5497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51 384,'0'0'3012,"-5"-6"-2980,1 2 75,2 2-47,1 1 0,-1-1 0,1 1 0,-1-1 0,1 0 0,0 1 0,0-1 0,0 0-1,0 0 1,0 0 0,0 0 0,0 0 0,1 0 0,-1 0 0,1 0 0,-1 0 0,1 0 0,0-3 0,0 5 32,-1 0-1,1 0 1,0-1 0,0 1-1,0 0 1,0 0-1,0 0 1,0 0 0,-1-1-1,1 1 1,0 0 0,0 0-1,0 0 1,-1 0-1,1 0 1,0 0 0,0 0-1,0 0 1,-1 0-1,1 0 1,0 0 0,0-1-1,0 1 1,-1 0-1,1 0 1,0 0 0,0 0-1,0 1 1,-1-1 0,1 0-1,0 0 1,0 0-1,0 0 1,-1 0 0,1 0-1,0 0 1,0 0-1,0 0 1,-1 0 0,1 1-1,0-1 1,0 0 0,0 0-1,0 0 1,0 0-1,-1 0 1,1 1 0,0-1-1,0 0 1,0 0-1,0 0 1,0 1 0,0-1-1,0 0 1,0 0 0,0 0-1,0 1 1,-12 11 1661,0 12-561,0 0-1,2 0 1,1 1-1,0 0 0,2 0 1,-7 49-1,-4 164 2363,16-179-2925,2 123 270,2-104-581,-11 107-1,1-120-346,8-64-339,1-13-6243,6-16 1526,5-11-2729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41 480,'0'0'6454,"1"-7"-5059,4-20-122,-4 20 5052,-1 18-5039,-20 302 3645,0-56-3307,18-176-1253,-23 388 840,17-432-1063,6-25 196,5-22 637,4 0-1614,-2 2-1953,-4 1-3266,-1 2-1047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8 2865,'2'-3'12562,"-5"2"-12971,-7-1 402,0 1 0,1 1 1,-1 0-1,0 0 0,-15 3 1,24-2-29,0 1 1,0-1 0,1 0 0,-1 1 0,0-1 0,0 1 0,1-1 0,-1 1 0,1-1 0,-1 1-1,1-1 1,0 1 0,0 0 0,0-1 0,0 1 0,0 0 0,0-1 0,0 3 0,4 32-202,42 64-41,-28-56 146,-14-35 99,1-1 0,-2 1 0,1 0 0,-1 0 0,0 0 0,-1 1 0,0-1 0,-1 1 0,0-1 0,-1 1 0,1 0 0,-3 12 0,1-19 47,0-1-1,0 1 0,-1-1 1,0 1-1,1-1 1,-1 0-1,0 0 1,0 0-1,0 0 1,0 0-1,0 0 1,-1 0-1,1-1 0,0 1 1,-1-1-1,1 0 1,-1 1-1,0-1 1,1 0-1,-6 0 1,3 1-3,0-1 1,0 1-1,0-2 0,-1 1 1,1 0-1,0-1 1,0 0-1,-1 0 0,1-1 1,-9-1-1,13-1-7,-1 0 0,1 1 0,0-1 0,0 0 0,0 0 0,1 0 0,-1 0 0,1 0 0,-1 0-1,1 0 1,0 0 0,0 0 0,0 0 0,0 0 0,2-5 0,-1-3 39,-2 4-32,2 0-1,-1 0 1,1 0 0,0 0 0,1 1-1,0-1 1,0 0 0,0 1-1,1-1 1,0 1 0,0 0 0,5-8-1,-1 5 4,1 0-1,0 1 1,0 0-1,0 0 1,1 1-1,17-11 0,-19 14 121,-1-1 0,1 1 0,-1-1 0,0 0 0,0-1 0,9-11 0,-13 13 88,1-1 0,-1 1 0,-1-1 1,1 0-1,-1 1 0,1-1 0,-1 0 0,-1 0 1,1 0-1,-1 0 0,0-9 0,0 12-180,-1 0-1,1 1 0,0-1 1,-1 0-1,1 0 1,-1 1-1,0-1 0,1 1 1,-1-1-1,0 1 0,0-1 1,0 1-1,0-1 0,0 1 1,-1 0-1,1-1 0,0 1 1,-1 0-1,1 0 0,0 0 1,-1 0-1,0 0 0,1 0 1,-1 1-1,1-1 1,-1 0-1,-2 0 0,-3-1 7,-1 0 1,1 1-1,0 0 0,-1 0 0,-10 0 0,18 1-280,0 1 0,-1-1 0,1 0 0,0 1 0,0-1 0,0 1 0,0-1 0,0 0 0,0 1 0,0-1 0,0 0 0,0 1 0,0-1 0,0 1 0,0-1 0,0 0 0,0 1 0,0-1 0,0 1 0,0-1 0,1 0 0,-1 1 0,0-1 0,0 0 0,0 1 0,1-1 1,-1 0-1,0 0 0,0 1 0,1-1 0,-1 0 0,0 0 0,1 1 0,-1-1 0,0 0 0,1 0 0,-1 0 0,0 1 0,1-1 0,-1 0 0,0 0 0,1 0 0,-1 0 0,1 0 0,-1 0 0,0 0 0,1 0 0,-1 0 0,1 0 0,23 1-5057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66 2145,'0'0'11317,"29"-20"-9577,-14 13-1585,0 1 0,0 0 0,0 1 0,1 1 0,0 0 0,19-1 0,8 0-85,48 2-1,-91 29 99,-2-20-103,0-1 1,0 1-1,0 0 0,-1 0 0,0-1 1,-1 0-1,1 1 0,-1-1 0,0-1 0,0 1 1,0 0-1,-1-1 0,1 0 0,-11 6 1,-12 9 109,-46 24 1,39-25-158,28-14 59,-3 2-1270,15-4-334,10 1 1710,-8 0-233,0 0 1,1 0 0,-1 0-1,0 1 1,-1 0 0,1 1-1,-1 0 1,8 6 0,-11-8 36,-1 0 0,0 0 0,0 0 0,0 0 0,-1 1 1,1-1-1,-1 1 0,0 0 0,0 0 0,0 0 0,-1 0 0,1 0 1,-1 0-1,0 0 0,0 0 0,0 1 0,-1-1 0,1 5 0,-2-6 133,1-1-1,0 1 0,-1 0 0,0-1 0,0 1 0,0 0 0,0-1 0,0 1 1,0-1-1,-1 0 0,1 1 0,-1-1 0,0 0 0,0 0 0,0 0 0,0 0 1,0 0-1,0 0 0,0-1 0,0 1 0,-1-1 0,1 1 0,-1-1 0,1 0 1,-1 0-1,1 0 0,-1 0 0,0-1 0,1 1 0,-1-1 0,-4 1 0,-14 2 444,1-1-1,-1-1 0,-25-1 0,25 0-206,11-1 1609,4-1-6927,25 0-5578,13 2 5876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3 2913,'0'0'10707,"1"-1"-10562,-1 1 0,0 0 1,0 0-1,1 0 0,-1-1 1,0 1-1,1 0 1,-1 0-1,0 0 0,1 0 1,-1 0-1,0-1 0,1 1 1,-1 0-1,0 0 0,1 0 1,-1 0-1,1 0 1,-1 0-1,0 0 0,1 0 1,-1 1-1,0-1 0,1 0 1,-1 0-1,0 0 1,1 0-1,-1 0 0,0 0 1,1 1-1,-1-1 0,0 0 1,1 0-1,-1 1 0,0-1 1,0 0-1,1 0 1,-1 1-1,0-1 0,0 0 1,0 1-1,1-1 0,-1 26 735,-1 0 0,-2 0 0,-7 36-1,1-7-527,2-6-1362,-3-18-4350,9-20-3802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23 112,'0'0'6110,"4"-3"-4830,-2 1-688,1 0 0,0 0 0,0 0 0,0 1 0,1-1 0,-1 1 0,0 0 0,0 0-1,1 0 1,-1 0 0,1 1 0,-1-1 0,6 1 0,21-1-139,299-1 1132,-337 41-1497,-36 42 702,34-67-595,2 1 0,-1 0 0,2 0 0,0 1 0,0 0 0,-7 32 1,8-18 89,-2 22-1269,7-51 717,1 0 1,0 0 0,-1 0-1,1 1 1,-1-1 0,1 0-1,-1 0 1,1 0 0,-1 0-1,0 0 1,0 0 0,1 0-1,-1 0 1,0 0 0,0 0 0,0 0-1,0 0 1,0-1 0,0 1-1,-2 0 1,-15 5-9386,12-6 6998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2449,'0'0'11966,"9"0"-9579,353 5-842,-361-5-1774,-29 2-7335,9-2 2501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109 118 704,'0'0'7630,"6"-8"-6111,16-23 73,-16 23 1668,-28 10-626,14 0-2594,2 1 1,-1-1-1,0 2 0,0-1 1,1 1-1,0 0 1,0 0-1,0 1 1,0 0-1,1 0 1,0 0-1,0 1 0,0-1 1,1 1-1,-1 1 1,2-1-1,-1 0 1,1 1-1,0 0 1,0 0-1,0 0 0,1 0 1,0 0-1,-1 13 1,3-14-88,0 0 0,1 0 0,0 0 0,0 0 0,0 0 0,1 0 0,0 0 0,0-1 0,0 1 0,1-1 0,-1 1 0,1-1 0,1 0 0,-1 0 0,6 6 0,-6-8 25,0-1-1,0 1 0,0-1 1,1 1-1,-1-1 1,1 0-1,-1-1 1,1 1-1,-1 0 1,1-1-1,0 0 1,0 0-1,0 0 0,0 0 1,0-1-1,0 0 1,0 0-1,0 0 1,0 0-1,0 0 1,0-1-1,-1 1 1,1-1-1,7-3 0,0-2 31,0 0-1,-1-1 0,0-1 0,0 0 0,0 0 0,-1-1 1,-1 0-1,14-19 0,-1 5 1,-7 8 32,-2 0 1,0 0-1,13-22 1,-21 30 74,0-1 0,-1 0 0,0 0 1,0 0-1,-1 0 0,0 0 0,0-1 1,-1 1-1,0 0 0,-1-10 0,0 17-86,-1-1-1,1 0 0,-1 0 0,0 0 1,0 0-1,0 0 0,0 1 0,0-1 0,0 0 1,0 1-1,-1-1 0,1 1 0,0-1 0,-1 1 1,1 0-1,-1 0 0,0-1 0,1 1 0,-1 0 1,0 0-1,0 1 0,0-1 0,0 0 1,0 1-1,1-1 0,-1 1 0,0-1 0,0 1 1,-4 0-1,-62-5-3913,68 5 3837,6 9-12024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1008,'0'1'14671,"0"15"-13980,1 10 100,-2 0 1,-2-1-1,0 1 0,-12 45 1,15-70-1298,-10 16 1063,6-7-4146,19-6-11647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53 2145,'0'0'13652,"0"16"-12038,-13 76-174,13-81-1410,-1-8-69,1-1 0,0 1 0,0 0 0,0 0 0,0 0 1,1 0-1,-1-1 0,1 1 0,0 0 0,1 4 0,0-6 21,-1 1 0,0-1 1,1 0-1,0 0 0,-1-1 0,1 1 0,-1 0 0,1 0 1,0-1-1,-1 1 0,1-1 0,0 1 0,0-1 0,-1 0 0,1 0 1,0 0-1,0 0 0,0 0 0,2 0 0,6 0 15,-1-1 0,1 0 0,-1 0 0,0-1 0,0 0 0,0 0 0,0-1 0,0 0 0,0-1 0,-1 0 0,1-1 0,13-9 0,-17 10 60,0 0 1,0 0-1,-1-1 1,0 0-1,1 0 1,-2 0-1,1 0 0,-1-1 1,1 1-1,-2-1 1,1 0-1,0 0 1,-1 0-1,0 0 1,-1 0-1,0-1 1,0 1-1,0 0 1,0-12-1,-1 16-3,-1 0 0,0-1-1,1 1 1,-1 0 0,0-1-1,0 1 1,0 0 0,0 0-1,0 0 1,-1 0 0,1 0-1,-1 0 1,1 0 0,-1 1 0,0-1-1,0 0 1,1 1 0,-1-1-1,0 1 1,0 0 0,-1 0-1,1 0 1,0 0 0,0 0 0,0 0-1,-1 1 1,1-1 0,0 0-1,-1 1 1,-2 0 0,-11-3-157,0 1 0,0 0 1,-17 2-1,31 0-705,3 1 353,-1 0 1,1 0-1,-1 0 1,1 0-1,-1 0 1,1-1-1,0 1 1,-1 0-1,1 0 1,0 0-1,-1-1 1,1 1-1,0 0 1,0-1 0,0 1-1,0-1 1,0 1-1,0-1 1,1 1-1,23 6-5673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29.0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2369,'0'0'8030,"23"-8"-6648,73-26-34,-85 31-1085,1 0 0,0 0 1,0 1-1,0 1 0,0 0 0,0 0 1,0 1-1,13 2 0,14 0 302,-38-2-542,-1 0-1,1 0 1,0 0-1,0 1 1,-1-1 0,1 0-1,0 0 1,0 1-1,-1-1 1,1 0-1,0 1 1,-1-1-1,1 1 1,0-1-1,-1 1 1,1-1-1,-1 1 1,1-1-1,-1 1 1,1 0 0,-1-1-1,0 1 1,1 0-1,-1-1 1,0 1-1,1 0 1,-1 0-1,0-1 1,0 1-1,1 0 1,-1 0-1,0-1 1,0 1-1,0 0 1,0 0 0,0-1-1,0 1 1,-1 0-1,1 0 1,0-1-1,0 1 1,0 0-1,-1 0 1,1-1-1,0 1 1,-1 0-1,0 0 1,0 4 72,-1 0 0,0 0 0,0-1 0,-1 1 1,1-1-1,-7 8 0,-20 18 241,-1-1 0,-59 42 0,85-68-325,0 0-1,0 0 0,0 0 0,1 0 1,-1 1-1,1 0 0,0 0 1,0-1-1,0 2 0,0-1 0,1 0 1,-1 0-1,1 1 0,0 0 1,1-1-1,-1 1 0,1 0 1,0 0-1,0 0 0,0 7 0,3-11 35,1 1-1,-1-1 1,1 0-1,0 0 1,-1 0-1,1-1 1,0 1-1,0-1 1,0 1-1,-1-1 1,1 0-1,5 0 1,-6 0 6,165 3 2355,-166-3-1021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3:31.2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3 4434,'0'0'5232,"-5"-3"-4698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5:26.7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2431 1713,'0'0'2774,"-6"-7"-2373,5 6-420,-2-5 137,-1 1-1,0 0 1,-1 0-1,1 0 1,-1 0-1,0 1 1,0 0 0,0 0-1,-1 0 1,0 0-1,1 1 1,-13-4 0,13 5 33,4 2-235,0 0 0,0 0 0,0-1 0,0 1 0,0 0 0,0 0 0,0-1-1,0 1 1,1-1 0,-1 1 0,0 0 0,0-1 0,0 0 0,0 1-1,1-1 1,-1 1 0,0-1 0,0 0 0,1 0 0,-1 1 0,1-1-1,-1 0 1,1 0 0,-1 0 0,1 0 0,-1 0 0,1 0 0,0 1 0,-1-1-1,1 0 1,0 0 0,0 0 0,0 0 0,0 0 0,0 0 0,0 0-1,0 0 1,0-2 0,0 3 261,0 0 0,0 0 0,0-1-1,0 1 1,0 0 0,0 0 0,0 0 0,0 0 0,0-1-1,0 1 1,0 0 0,0 0 0,0 0 0,0-1-1,0 1 1,0 0 0,0 0 0,0 0 0,0-1 0,0 1-1,0 0 1,0 0 0,0 0 0,0 0 0,0-1 0,0 1-1,0 0 1,1 0 0,-1 0 0,0 0 0,0-1-1,0 1 1,0 0 0,0 0 0,1 0 0,-1 0 0,0 0-1,0 0 1,0 0 0,0 0 0,1-1 0,-1 1-1,0 0 1,0 0 0,0 0 0,1 0 0,-1 0 0,9 9 1964,5 17-1221,23 100 1839,-27-85-2323,2 0 0,2 0-1,1-1 1,2-1 0,34 56 0,-27-55 206,18 41 0,-28-52-267,-10-17-265,-1 0 1,0 1-1,-1 0 1,-1-1-1,0 1 0,-1 0 1,0 0-1,-4 21 1,2 11-51,0-38-54,3 4-18,27-6 18,-11-6 4,0-1 0,0 0 0,-1-1 1,1-1-1,-1-1 0,0 0 0,29-13 0,104-67 129,-86 47-116,124-60 24,236-87 1,-24 13-2,-199 72-257,231-101-325,-273 134 663,103-37 109,-128 62-212,217-71 64,-241 72-63,118-62 1,-115 49 3,2 5 0,169-49 1,250-30 58,-514 124-64,-1 0 0,-1-2 0,1 0 1,-1-1-1,0 0 0,0-2 0,-1 0 1,0 0-1,-1-2 0,20-16 0,-13 12 21,0 0 0,2 2 0,-1 1 0,2 0 0,0 2 0,0 1 0,32-7 0,52-20 49,251-132-110,-348 162 16,382-179 208,-303 147-199,-35 16 14,0-2-1,-2-3 0,62-41 1,-70 38 48,2 1 1,1 3-1,54-21 1,163-49-39,14-5 267,-203 70-6,75-35 540,-106 44-658,0 2 0,2 3 0,76-19 1,10 15 196,-102 18-117,-1-1 1,0-2 0,-1-1 0,44-16-1,-38 11-18,1 0 0,0 3 0,57-8 0,-70 13-200,-6 0 26,-25 4-500,-29 6-1268,7 3-658,-46 10-8193,30-15 1606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5:42.485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2434 1 2289,'-7'9'2865,"-19"24"-1803,-2-1 0,-2-1-1,-56 46 1,-123 80 634,183-139-1500,-645 423 1057,-19-34-767,633-375-400,-22 13 12,7-4 361,-113 82 0,160-97-66,25-26-391,0 0 0,-1 0 0,1 0 0,0 0 0,0 1 0,0-1 1,0 0-1,-1 0 0,1 1 0,0-1 0,0 0 0,0 0 0,0 1 1,0-1-1,0 0 0,0 0 0,0 1 0,0-1 0,-1 0 0,1 0 0,0 1 1,0-1-1,1 0 0,-1 1 0,0-1 0,0 0 0,0 0 0,0 1 1,0-1-1,0 0 0,0 0 0,0 1 0,0-1 0,1 0 0,-1 0 1,0 0-1,0 1 0,0-1 0,0 0 0,1 0 0,-1 0 0,0 1 0,0-1 1,0 0-1,1 0 0,-1 0 0,0 0 0,0 0 0,1 0 0,-1 1 1,0-1-1,1 0 0,-1 0 0,0 0 0,7-1-11,0 1 0,-1-1 0,1 0 0,-1-1 0,0 1 0,1-1 0,-1-1 0,0 1 0,0-1 0,0 0 0,-1 0 0,1-1 0,9-8 0,-4 5-1,611-400-962,426-264 135,-1024 657 789,142-94-109,-128 75 167,-30 20 48,-9 13-44,1 0 0,0-1 1,0 1-1,-1-1 1,1 1-1,0 0 1,-1-1-1,1 1 0,-1 0 1,1-1-1,0 1 1,-1 0-1,1 0 0,-1-1 1,1 1-1,-1 0 1,1 0-1,-1 0 1,1 0-1,-1 0 0,1 0 1,-1 0-1,1 0 1,-1 0-1,1 0 0,-1 0 1,1 0-1,-1 0 1,1 0-1,-1 0 1,1 0-1,-1 0 0,1 1 1,-1-1-1,0 0 1,-26 7 269,0 1 0,0 1 1,1 1-1,0 1 0,1 2 1,-40 25-1,8-6-44,-418 236 690,-437 227-705,760-423-219,-197 102-57,368-192-147,543-358-2257,36 50 2403,-372 212 42,386-135 1,-1328 530 1929,663-258-1874,-1041 472 1691,1091-493-1732,-198 100 436,178-82-313,23-20-128,0 1 1,0-1-1,0 0 1,0 1-1,0-1 1,0 0-1,0 1 0,1-1 1,-1 0-1,0 1 1,0-1-1,0 0 1,1 0-1,-1 1 1,0-1-1,0 0 1,1 0-1,-1 1 1,0-1-1,1 0 1,-1 0-1,0 0 1,1 0-1,-1 1 1,0-1-1,1 0 1,-1 0-1,0 0 1,1 0-1,-1 0 1,0 0-1,1 0 1,-1 0-1,0 0 1,1 0-1,-1 0 1,0 0-1,1 0 1,0 0-1,57-7-94,-13-6-88,-1-2 0,77-38-1,-73 31 15,551-270-1008,78-36 1055,-543 271 60,160-77-185,-245 104 201,-49 30 45,0 0 0,1 0 0,-1 0 0,0 0 0,1 0 0,-1 0 0,0-1 0,1 1 0,-1 0 0,0 0 0,0 0 0,1 0 0,-1-1-1,0 1 1,0 0 0,1 0 0,-1-1 0,0 1 0,0 0 0,0 0 0,0-1 0,1 1 0,-1 0 0,0-1 0,0 1 0,0 0 0,0-1 0,0 1 0,0 0 0,0 0 0,0-1 0,0 1 0,0 0 0,0-1 0,0 1-1,0 0 1,0-1 0,0 1 0,0 0 0,0-1 0,0 1 0,0 0 0,-1-1 0,1 1 0,0 0 0,0 0 0,0-1 0,0 1 0,-1 0 0,1 0 0,0-1 0,0 1 0,-1 0 0,1 0 0,0 0 0,0-1 0,-1 1 0,1 0-1,0 0 1,-1 0 0,1 0 0,0 0 0,0 0 0,-1-1 0,1 1 0,0 0 0,-1 0 0,1 0 0,-1 0 0,-31 0 29,30 0-26,-49 7 86,2 1-1,-1 3 1,1 2-1,-84 35 0,56-21 97,-1308 556 1528,1348-565-1646,18-10 9,0 0 1,1 2-1,1 0 0,-1 1 0,2 0 0,-18 17 0,33-28-71,1 0-1,-1 0 0,1 0 0,0 0 1,-1 1-1,1-1 0,0 0 0,-1 0 0,1 0 1,0 1-1,0-1 0,-1 0 0,1 0 0,0 1 1,-1-1-1,1 0 0,0 1 0,0-1 0,0 0 1,-1 1-1,1-1 0,0 0 0,0 1 1,0-1-1,0 0 0,0 1 0,0-1 0,0 0 1,0 1-1,0-1 0,0 1 0,0-1 0,0 0 1,0 1-1,0-1 0,0 0 0,0 1 0,0-1 1,0 1-1,0-1 0,0 0 0,1 1 1,-1-1-1,0 0 0,0 1 0,0-1 0,1 0 1,-1 0-1,0 1 0,1-1 0,-1 0 0,0 0 1,0 1-1,1-1 0,-1 0 0,0 0 0,1 0 1,-1 1-1,0-1 0,1 0 0,-1 0 1,1 0-1,0 0 0,17 2 10,0-2-1,0 0 1,1-1 0,-1-1-1,0 0 1,0-2 0,31-9-1,474-165-334,-384 124 186,-112 44 109,1344-519-1770,-1342 517 1680,112-49-488,-125 49 567,-41 11 66,-15 6 125,-1 2 0,1 1 0,1 2-1,0 2 1,-46 21 0,22-10 104,44-16-185,-632 237 1540,21 44-999,564-248-587,53-27-19,15-6-6,32-6-20,-2-4-19,0-1 1,-1-1-1,58-19 0,96-46-279,-106 39 125,1427-605-2565,-1425 596 2393,-80 39 359,0 1 0,1-1 0,-1 0 0,1 1 0,-1-1 0,0 0 0,0 0 0,0 0 0,1 0 0,-1 0-1,0 0 1,0 0 0,0-1 0,-1 1 0,1 0 0,1-2 0,-3 2 11,-1 0-1,1 0 1,0 1 0,-1-1-1,1 1 1,-1-1 0,1 1-1,-1-1 1,1 1 0,0 0-1,-1 0 1,1 0 0,-1 0-1,1 0 1,-1 0 0,0 0-1,-1 1 1,-27 0 277,1 1 1,0 2-1,-50 12 0,-93 37 806,126-37-830,-1069 421 3304,1089-426-3541,-21 8 40,2 3-1,-58 35 1,67-26-5,36-31-57,0 1-1,-1-1 1,1 0-1,0 0 0,0 0 1,-1 1-1,1-1 1,0 0-1,0 0 0,0 1 1,-1-1-1,1 0 1,0 0-1,0 1 0,0-1 1,0 0-1,-1 1 1,1-1-1,0 0 0,0 1 1,0-1-1,0 0 1,0 1-1,0-1 0,0 0 1,0 1-1,0-1 1,0 0-1,0 1 0,0-1 1,0 0-1,0 1 1,1-1-1,-1 0 0,0 0 1,0 1-1,0-1 1,0 0-1,1 1 0,-1-1 1,0 0-1,0 0 1,0 1-1,1-1 0,-1 0 1,0 0-1,0 0 1,1 1-1,-1-1 0,0 0 1,1 0-1,-1 0 1,0 0-1,1 0 0,-1 0 1,0 1-1,0-1 1,1 0-1,0 0 0,15 1-24,1 0-1,0-1 0,0-1 1,-1 0-1,1-1 0,-1-1 1,26-7-1,82-26-593,146-64-1,-187 67 357,661-270-942,-698 286 1188,-80 34 142,-4 0 15,-979 417 2948,856-370-2806,-110 36 31,-124 54 101,375-141-429,20-13 12,0 0-1,0 0 1,0 1 0,0-1-1,0 0 1,0 0-1,0 1 1,1-1-1,-1 0 1,0 0 0,0 1-1,0-1 1,0 0-1,0 0 1,0 0 0,1 1-1,-1-1 1,0 0-1,0 0 1,0 0-1,1 0 1,-1 1 0,0-1-1,0 0 1,0 0-1,1 0 1,-1 0 0,0 0-1,0 0 1,1 0-1,-1 0 1,0 0 0,0 0-1,1 0 1,-1 0-1,0 0 1,0 0-1,1 0 1,-1 0 0,0 0-1,1 0 1,46 0-266,-36-1 216,44-5-138,-1-2 0,0-3 1,101-34-1,-32 9-460,-43 17-201,48-14-1509,-51 0-3209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5:58.871"/>
    </inkml:context>
    <inkml:brush xml:id="br0">
      <inkml:brushProperty name="width" value="0.5" units="cm"/>
      <inkml:brushProperty name="height" value="1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271 1292 1617,'-9'8'5600,"7"-7"-5496,-183 112 3351,205-115-3182,-5 2-178,1-5-22,-1-1 0,1 0 0,-1-2 0,0 1 0,22-16 0,6-3 46,599-298 653,14 31-983,-653 292 211,535-260-10,-193 89 1743,-297 149-1133,1 2 0,1 2-1,1 2 1,70-13 243,-125 39-787,-20 12-31,-1-2 0,-1 0 1,-30 15-1,-14 11-28,-592 430-360,-243 164-1587,837-591 1651,-12 6-13,2 4 0,-85 83 0,160-140 311,1 1 0,0 0 0,0 0 0,0 1 0,0-1 0,1 0 0,-1 0 0,0 1 1,1-1-1,0 1 0,-1 0 0,1-1 0,0 1 0,1 0 0,-1 0 0,0 5 0,1-8-14,1 1-1,-1-1 1,1 1-1,-1-1 1,1 1-1,0-1 1,-1 0-1,1 1 1,0-1-1,-1 0 1,1 1-1,0-1 1,-1 0-1,1 0 1,0 0-1,0 0 1,-1 1-1,1-1 1,0 0-1,0 0 1,-1-1-1,1 1 1,0 0-1,0 0 1,-1 0 0,2-1-1,3 1-60,6 0 55,-1-2-1,0 1 0,0-1 0,0 0 0,0-1 1,0 0-1,-1-1 0,17-8 0,76-52 116,-45 27-74,377-197 258,19 31-8,-362 163-279,662-253-326,-618 244 229,21-13 69,49-17 1998,-210 81-1796,0 0 0,0 0 0,1 1 0,-1 0-1,1 0 1,0 0 0,-5 4 0,-20 15-65,-394 222 139,-18-24-264,-9 3 59,-202 161 375,627-368-363,17-11-7,0-1 0,0 2 0,0-1 1,1 1-1,0 0 0,0 1 0,0-1 0,1 1 0,-6 10 0,11-17-40,1 0 1,-1 1-1,1-1 1,0 1-1,-1-1 0,1 1 1,0-1-1,0 1 0,-1-1 1,1 1-1,0-1 0,0 1 1,0-1-1,0 1 0,0-1 1,0 1-1,-1-1 0,1 1 1,0-1-1,0 1 0,1-1 1,-1 1-1,0 0 0,0-1 1,0 1-1,0-1 0,0 1 1,1-1-1,-1 1 0,0-1 1,0 1-1,1-1 0,-1 0 1,0 1-1,1-1 0,-1 1 1,0-1-1,1 0 0,-1 1 1,1-1-1,-1 0 0,1 1 1,-1-1-1,1 0 1,-1 0-1,1 1 0,-1-1 1,1 0-1,0 0 0,30 2-148,-24-2 139,5-1-69,0-1-1,0 1 1,0-2 0,-1 0-1,1 0 1,0-1 0,-1 0-1,0-1 1,18-11-1,11-9-201,44-36 1,-43 31 296,86-58-18,4 7 1,3 5 0,212-85 0,458-115 496,-823 277-155,-34 8-76,-233 96 257,120-39-287,-119 39 37,-853 338 984,1099-426-1230,-158 61 22,170-71-105,20-9 9,15-5-63,48-53-102,3 3 0,2 3 0,72-50 0,-40 39 162,186-95 1,119-25 61,-386 180-14,217-89-6,64-29-137,-253 99 14,-39 24 132,-1 0 1,0 0 0,0 0 0,1 0-1,-1 0 1,0 0 0,0 0-1,1 0 1,-1 0 0,0-1 0,0 1-1,1 0 1,-1 0 0,0 0 0,0 0-1,0-1 1,1 1 0,-1 0-1,0 0 1,0 0 0,0-1 0,0 1-1,0 0 1,1 0 0,-1-1 0,0 1-1,0 0 1,0 0 0,0-1-1,0 1 1,0 0 0,0 0 0,0-1-1,0 1 1,0 0 0,0 0-1,0-1 1,0 1 0,0 0 0,0 0-1,0-1 1,0 1 0,0 0 0,-1 0-1,1-1 1,0 1 0,0 0-1,0 0 1,0-1 0,0 1 0,-1 0-1,1 0 1,0 0 0,0 0 0,0-1-1,-1 1 1,1 0 0,0 0-1,0 0 1,-1 0 0,1 0 0,0-1-1,0 1 1,-1 0 0,1 0-1,-24-1 49,18 1-35,-34 2 89,0 1 0,1 2 0,-52 14 0,-125 43 288,134-37-243,-154 45 255,-684 221 1151,898-283-1496,-89 36 70,136-48-770,30-18 376,82-48-1,-46 21 78,77-37-15,581-318 50,-732 394 158,0 0 7,0 0 0,-1-1 0,0-1 0,-1 0 1,21-22-1,-35 33 6,0 0 0,0 1 0,-1-1 0,1 0 0,0 0 0,-1 0 0,1 0 0,-1 0 0,1 0 0,-1 0 0,1-1 0,-1 1 0,0 0 0,1 0 0,-1 0 0,0 0 0,0-1 0,0 1 0,0 0 0,0-2 0,0 2 7,-1 1 0,1-1 0,-1 0 0,0 0 0,1 1-1,-1-1 1,1 1 0,-1-1 0,0 0 0,0 1 0,1-1 0,-1 1 0,0-1 0,0 1 0,0 0 0,1-1 0,-1 1 0,0 0 0,0 0 0,-1-1 0,-57 0 663,49 2-694,-45 4 267,0 2-1,-88 24 1,-113 46 128,157-45-280,-783 284 133,857-306-240,15-7 0,0 1-1,1 0 1,0 1-1,-10 6 1,34-5-1166,17-9 862,-3-7 199,-1-2 1,0-1-1,49-32 1,-16 9-23,193-95-95,424-155-1,-646 275 183,-6 2-50,0-1 0,45-25 0,-70 34 90,0 1 0,0-1 0,0 1 0,0-1-1,0 0 1,0 1 0,0-1 0,0 0 0,0 0-1,-1 0 1,1 0 0,0 1 0,0-1 0,-1 0-1,1 0 1,-1-1 0,2 0 0,-3 1 1,1 1 1,0-1-1,0 1 1,-1-1 0,1 1-1,0-1 1,0 1-1,-1 0 1,1-1-1,0 1 1,-1-1-1,1 1 1,-1 0-1,1-1 1,0 1 0,-1 0-1,1 0 1,-1 0-1,1-1 1,-1 1-1,1 0 1,-1 0-1,1 0 1,-1 0 0,1 0-1,-2 0 1,-48-3 108,43 3-98,-89 4 254,1 3 1,-184 40 0,-184 78-1,348-92-244,41-12 31,-239 75 457,270-77-241,43-19-268,0 0-1,1 0 0,-1 0 0,0 0 0,0 0 0,0 0 0,1 0 1,-1 0-1,0 0 0,0 0 0,0 0 0,1 0 0,-1 1 0,0-1 0,0 0 1,0 0-1,0 0 0,1 0 0,-1 0 0,0 0 0,0 0 0,0 0 1,0 1-1,1-1 0,-1 0 0,0 0 0,0 0 0,0 0 0,0 1 1,0-1-1,0 0 0,0 0 0,0 0 0,0 0 0,0 1 0,1-1 1,-1 0-1,0 0 0,0 0 0,0 1 0,0-1 0,0 0 0,0 0 1,0 0-1,-1 1 0,1-1 0,0 0 0,0 0 0,0 0 0,0 0 0,0 1 1,0-1-1,0 0 0,0 0 0,0 0 0,0 0 0,-1 1 0,1-1 1,0 0-1,0 0 0,26 1-71,-25-1 69,40-1-67,1-3 0,71-15 0,93-33-108,-96 22 68,272-66 62,901-257-1480,-1193 319 1497,-126 33 409,4 6-255,-1 0 0,1 2 0,-34 13 0,-100 41 389,117-42-404,-713 297 329,735-304-452,1 1 1,0 2 0,-44 31-1,44-16-20,25-30 19,1 0 0,-1 1-1,1-1 1,-1 1 0,1-1-1,-1 1 1,1-1 0,0 1-1,-1-1 1,1 1 0,0 0-1,0-1 1,-1 1 0,1-1-1,0 1 1,0 0 0,0-1-1,0 1 1,0 0-1,-1-1 1,1 1 0,1 0-1,-1-1 1,0 1 0,0 0-1,0-1 1,0 1 0,0-1-1,0 1 1,1 0 0,-1-1-1,0 1 1,1-1 0,-1 1-1,0 0 1,1-1 0,-1 1-1,1-1 1,-1 1 0,1-1-1,-1 0 1,1 1 0,-1-1-1,1 1 1,-1-1 0,1 0-1,-1 0 1,1 1 0,0-1-1,-1 0 1,1 0 0,0 0-1,-1 1 1,1-1 0,-1 0-1,1 0 1,0 0 0,0 0-1,21 0-142,0 0-1,0-1 1,0-1 0,-1-1-1,1-1 1,-1-1-1,26-9 1,156-68-420,-149 58 342,519-262-963,-21-31 736,-529 303 476,5-1 108,-1-1 1,-1-2-1,35-29 1,-59 44-17,1 1 1,-1-1-1,0 0 0,1 0 1,-1 0-1,0 0 0,-1 0 0,1 0 1,-1 0-1,1-1 0,-1 1 1,0 0-1,0-1 0,1-5 0,-2 7-36,0 1 0,0-1 0,0 1-1,-1-1 1,1 1 0,0-1-1,-1 1 1,1-1 0,-1 1-1,1-1 1,-1 1 0,0 0 0,1-1-1,-1 1 1,0 0 0,0 0-1,0 0 1,0-1 0,0 1-1,0 0 1,0 0 0,-1 0 0,1 1-1,0-1 1,0 0 0,-1 0-1,1 1 1,0-1 0,-1 1-1,1-1 1,-4 0 0,-6-2 41,-1 1 0,0 1 0,0 0 0,1 0 1,-1 1-1,0 0 0,0 1 0,0 1 0,0 0 1,1 0-1,-16 6 0,-10 6 3,1 2 0,-39 23 0,45-23-21,-65 34 35,-378 205 168,22 29-229,422-265-72,1 2 1,0 1 0,2 1-1,1 1 1,-40 49 0,62-70-10,0 1 0,0-1 0,1 1 1,-1 0-1,1 0 0,0 1 0,0-1 1,1 0-1,-1 1 0,1-1 0,0 1 1,0-1-1,0 1 0,1-1 0,-1 1 1,1 0-1,1-1 0,-1 1 0,2 6 1,0-7-19,0-1 0,0 0 0,0 0 0,1 0 0,0 0 0,0 0 0,0 0 1,0-1-1,0 0 0,0 1 0,0-1 0,1 0 0,-1 0 0,1-1 1,0 1-1,-1-1 0,1 0 0,0 0 0,0 0 0,0-1 0,0 1 0,5-1 1,44 6-283,0-3 1,0-2 0,0-2 0,84-14-1,214-56-737,-339 68 1016,625-158-965,-19-42 57,-600 195 931,-3 3 28,0 0 1,-1-2-1,0 1 1,0-2-1,21-15 1,-35 23-3,-1 0 1,1 0-1,0 1 0,-1-1 0,1 0 1,0 0-1,0 0 0,-1 0 1,1 0-1,0-1 0,0 1 1,-1 0-1,1 0 0,0 0 1,-1 0-1,1 0 0,0 0 1,0 0-1,-1 0 0,1-1 0,0 1 1,0 0-1,0 0 0,-1 0 1,1-1-1,0 1 0,0 0 1,0 0-1,0 0 0,-1-1 1,1 1-1,0 0 0,0 0 0,0-1 1,0 1-1,0 0 0,0 0 1,0-1-1,0 1 0,0 0 1,0-1-1,0 1 0,0 0 1,0 0-1,0-1 0,0 1 1,0 0-1,0 0 0,0-1 0,0 1 1,0 0-1,0 0 0,0-1 1,0 1-1,1 0 0,-1 0 1,0-1-1,0 1 0,0 0 1,0 0-1,1 0 0,-1-1 1,0 1-1,0 0 0,1 0 0,-1 0 1,0 0-1,0-1 0,1 1 1,-29-1 687,25 1-608,-36 3 303,1 1 0,0 2-1,-71 21 1,-117 51 462,176-60-668,-772 342 1143,780-339-1318,0 1 0,2 3 0,-45 35-1,84-60-15,-37 38 3,36-37-13,1 1-1,0 0 1,0 0-1,-1 0 1,1 0-1,0 0 1,1 0-1,-1 0 1,0 0-1,1 0 1,-1 0-1,1 0 0,-1 1 1,1-1-1,0 0 1,0 0-1,0 0 1,0 1-1,1 2 1,0-4-11,-1 0 1,0 0-1,1 0 1,-1 0 0,1 0-1,-1 0 1,1-1-1,-1 1 1,1 0-1,-1 0 1,1 0 0,0-1-1,0 1 1,-1 0-1,1-1 1,0 1-1,0-1 1,0 1-1,0-1 1,0 1 0,-1-1-1,1 0 1,0 1-1,0-1 1,0 0-1,0 0 1,0 1 0,2-1-1,25 3-296,0 0 0,0-2 0,1-1-1,-1-2 1,0 0 0,48-11 0,177-57-1231,-191 51 1177,808-248-1816,-887 266 3012,-1 1-1,1 1 1,-22 4 0,-85 30 566,-236 100 1,216-76-1003,-647 253 242,762-300-626,-5 0-11,0 2 1,1 2-1,1 1 0,-31 22 0,48-23-398,55-7-1761,-21-12 2063,1-1 0,-1 0 0,0-2 0,-1 0 0,1-1 1,21-13-1,25-8-60,34-12 51,1 5 1,2 4-1,115-19 1,-325 92 567,-594 173 1190,74-25-539,792-275-1611,-125 66 427,1 1 0,1 2 0,0 2 0,1 2 0,1 2 0,80-9 0,-123 19 74,0 0 0,0 0 0,0 0 0,1 0 0,-1-1 0,0 1 0,0 0 0,0 0 0,1 0 0,-1 0 0,0 0 0,0 0 0,0 0 0,1 0 0,-1 0 0,0 0 1,0 0-1,0 0 0,1 1 0,-1-1 0,0 0 0,0 0 0,0 0 0,0 0 0,1 0 0,-1 0 0,0 0 0,0 0 0,0 1 0,0-1 0,0 0 0,1 0 0,-1 0 0,0 0 0,0 0 0,0 1 0,0-1 0,0 0 0,0 0 0,0 0 0,0 1 0,1-1 0,-1 0 0,0 0 0,0 0 0,0 0 0,0 1 0,0-1 0,0 0 0,0 0 0,0 0 0,0 1 0,0-1 0,-1 0 0,1 0 0,0 0 0,0 1 0,0-1 0,0 0 0,0 0 0,0 0 0,0 0 0,0 1 0,0-1 0,-1 0 0,1 0 0,0 0 0,-18 19-17,-29 16 113,-78 38 563,-199 85 0,306-150-824,60-26-878,-28 2 1040,-24 12 70,-36 17-4,-181 92 254,73-31-57,115-56-156,31-12 22,14-4-107,17-3-46,27-16 3,0-2 0,-1-1 0,56-35 0,-35 19-46,-33 18 21,-21 12 19,0-2 0,-1 0 0,0 0 0,-1-1 0,0-1 0,22-20 0,-23 12-73,-17 8 84,0 9 29,0 0 0,0 0 0,0 0 0,0 1 0,0-1 0,0 1 0,-7 1 0,-6 0 13,-1 1 1,1 0-1,-1 1 0,1 1 0,0 1 1,-17 7-1,-105 51 446,63-27-68,45-23-227,8-4 84,1 2 0,-40 23 0,62-34-253,0 0 0,0 0 0,-1 0 0,1 0-1,0 0 1,0 0 0,0 0 0,-1 0 0,1 1-1,0-1 1,0 0 0,0 0 0,0 0-1,-1 0 1,1 0 0,0 0 0,0 0 0,0 1-1,0-1 1,0 0 0,-1 0 0,1 0 0,0 0-1,0 1 1,0-1 0,0 0 0,0 0 0,0 0-1,0 1 1,0-1 0,0 0 0,0 0 0,0 0-1,0 1 1,0-1 0,0 0 0,0 0 0,0 0-1,0 1 1,0-1 0,0 0 0,0 0-1,0 0 1,0 1 0,0-1 0,0 0 0,0 0-1,0 0 1,1 0 0,-1 1 0,0-1 0,0 0-1,0 0 1,0 0 0,0 0 0,1 0 0,-1 1-1,4 0-3,0 0-1,0 0 0,0 0 1,1-1-1,-1 1 1,0-1-1,0 0 0,0 0 1,1-1-1,-1 1 0,0-1 1,6-2-1,51-18-43,-9-5-84,-1-2-1,84-62 0,-131 88 122,-1 0 1,1 0-1,-1 0 0,0-1 0,0 0 1,0 1-1,0-1 0,0-1 0,-1 1 1,1 0-1,-1 0 0,0-1 0,0 1 0,0-1 1,0 0-1,-1 0 0,1 0 0,-1 0 1,0 0-1,1-5 0,-3 8 10,1 0 0,0 0 0,-1 1 0,1-1 0,-1 0 0,0 0 0,1 0 0,-1 1 0,0-1-1,1 0 1,-1 1 0,0-1 0,0 1 0,1-1 0,-1 1 0,0-1 0,0 1 0,0-1 0,0 1 0,0 0 0,0 0 0,1-1 0,-1 1 0,0 0 0,0 0-1,0 0 1,0 0 0,0 0 0,0 0 0,0 0 0,-1 1 0,-42 0 13,36 0-18,-29 5 6,0 2 0,0 1 0,1 2 0,-48 20 0,-37 12 135,81-32-46,60-19-131,-1-1 0,0-1 1,31-21-1,67-52-418,-81 56 321,-8 7 106,0-2 1,27-27-1,-54 48 33,0 0 0,0 0-1,0 0 1,0 0 0,0 0 0,-1 0 0,1 0 0,0 0 0,0-1-1,-1 1 1,1 0 0,-1-1 0,1 1 0,-1 0 0,0-1-1,1-1 1,-1 3 1,0-1 0,-1 1 0,1-1 0,0 1 0,0-1 0,-1 1 0,1 0-1,0-1 1,-1 1 0,1-1 0,0 1 0,-1 0 0,1-1 0,-1 1 0,1 0 0,0-1 0,-1 1-1,1 0 1,-1-1 0,1 1 0,-1 0 0,1 0 0,-1 0 0,1 0 0,-1 0 0,0-1 0,0 1-1,-50 2 128,47-1-129,-29 5 50,0 2 1,1 1-1,0 1 1,-44 22-1,30-12 235,-56 15 0,156-54-363,-1-3 0,96-53 0,-59 27-151,-86 47 216,-1-1-1,0 0 1,0 1-1,1-1 1,-1 0-1,-1 0 0,1-1 1,0 1-1,2-3 1,-5 4 10,0 1 1,0 0 0,0-1-1,0 1 1,0 0-1,0-1 1,0 1 0,0 0-1,0-1 1,-1 1 0,1 0-1,0-1 1,0 1-1,0 0 1,-1-1 0,1 1-1,0 0 1,0 0 0,0-1-1,-1 1 1,1 0-1,0 0 1,-1-1 0,1 1-1,0 0 1,-1 0 0,1 0-1,0 0 1,-1 0-1,1-1 1,0 1 0,-1 0-1,1 0 1,0 0 0,-1 0-1,1 0 1,0 0-1,-1 0 1,1 0 0,0 0-1,-1 0 1,1 0 0,0 1-1,-1-1 1,0 0-1,-71 7-30,22 5 36,-62 24 1,35-11 50,-30 10 148,167-49-200,-44 9-68,25-11-470,0 2 0,1 2 1,0 1-1,1 3 0,63-5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6:11.636"/>
    </inkml:context>
    <inkml:brush xml:id="br0">
      <inkml:brushProperty name="width" value="0.5" units="cm"/>
      <inkml:brushProperty name="height" value="1" units="cm"/>
      <inkml:brushProperty name="color" value="#A2D762"/>
      <inkml:brushProperty name="tip" value="rectangle"/>
      <inkml:brushProperty name="rasterOp" value="maskPen"/>
    </inkml:brush>
  </inkml:definitions>
  <inkml:trace contextRef="#ctx0" brushRef="#br0">3231 18 3714,'-29'-17'11328,"25"18"-11268,-1 2-1,1-1 1,-1 0 0,1 1-1,0 0 1,0 0-1,-6 7 1,-89 106 620,100-115-721,1 0-1,0 0 1,0-1-1,0 1 0,0 0 1,0-1-1,1 0 1,-1 1-1,0-1 0,0 0 1,0 0-1,0 0 1,4-1-1,-5 1 5,27-3-112,-1-2 0,0 0 0,0-2 0,-1-1 0,0-1 0,45-23 0,-26 13 120,75-30 109,-118 48-37,-8 5 189,-499 327 3938,349-228-4022,-201 97 0,-183 50-28,387-184-153,-3-8 0,-195 46 0,351-103 28,0-1-1,0 0 1,0 0 0,0 0-1,-1 0 1,1 1 0,0-1-1,0 0 1,0 0 0,0 0-1,-1 0 1,1 0 0,0 0-1,0 1 1,0-1-1,-1 0 1,1 0 0,0 0-1,0 0 1,0 0 0,-1 0-1,1 0 1,0 0 0,0 0-1,0 0 1,-1 0 0,1 0-1,0 0 1,0 0-1,0 0 1,-1 0 0,1 0-1,0 0 1,0 0 0,0-1-1,-1 1 1,1 0 0,0 0-1,0 0 1,0 0 0,0 0-1,-1 0 1,1-1-1,0 1 1,0 0 0,0 0-1,0 0 1,0 0 0,0-1-1,0 1 1,-1 0 0,1 0-1,0 0 1,0-1 0,0 1-1,0 0 1,0 0-1,0 0 1,0-1 0,0 1-1,0 0 1,0 0 0,15-16-317,29-16-309,2 1 0,2 3 0,82-37 0,-72 37 351,137-59-628,4 9 0,391-98 0,-560 169 619,-21 6 104,-1 0 0,0-1 1,1-1-1,-1 0 1,0 0-1,13-7 0,-48 11 1062,12-2-486,-26 8 34,0 2 1,0 2 0,1 1 0,0 2 0,-50 26 0,24-12 33,-583 257 1889,226-97-1849,351-157-445,-219 101 92,219-95-55,-129 87-1,346-222-641,4 7-1,4 6 1,4 6-1,3 8 1,3 6-1,274-69 1,-356 116-745,-72 17 722,-51 17-64,-615 220 3930,563-200-2886,-637 272 2287,332-134-192,372-163-2034,43-20-376,24-14-222,-1-4 62,67-50-290,4 5 1,200-98 0,-240 140-325,0 3 0,1 3 0,2 4 0,0 2 0,81-7 0,-174 34 118,5-1 575,-536 248 2487,23 37-715,511-283-1690,9-6-27,-1 1-1,1 0 1,1 0-1,-1 1 0,1 0 1,0 0-1,0 1 1,1 0-1,-6 8 0,11-14-60,1-1-1,0 0 0,-1 0 1,1 1-1,0-1 1,-1 0-1,1 1 0,0-1 1,0 1-1,0-1 0,-1 0 1,1 1-1,0-1 0,0 1 1,0-1-1,0 0 0,0 1 1,0-1-1,0 1 1,0-1-1,0 1 0,0-1 1,0 1-1,0-1 0,0 0 1,0 1-1,0-1 0,0 1 1,0-1-1,0 0 0,1 1 1,-1-1-1,0 1 0,0-1 1,1 0-1,-1 1 1,0-1-1,0 0 0,1 1 1,-1-1-1,0 0 0,1 1 1,23 1-11,-17-2-3,23-2-88,-1 0 0,0-2 0,0-2 0,48-14 0,121-53-293,-74 26 229,22-3-54,186-37 0,-234 68-621,1 5 1,197-3-1,-293 17 747,0 0 1,0 0 0,1 0 0,-1 0 0,0 0 0,0 1-1,0-1 1,1 1 0,-1 0 0,0 0 0,0 0 0,0 1-1,0-1 1,-1 1 0,1-1 0,0 1 0,4 3 0,-7-4 61,1 0 0,-1 0 1,1 0-1,-1 0 0,0 0 1,1 0-1,-1 1 0,0-1 0,0 0 1,0 0-1,1 0 0,-1 0 1,0 0-1,-1 0 0,1 0 1,0 1-1,0-1 0,0 0 1,-1 0-1,1 1 0,-2 2-1,0 0 1,0 0-1,-1 0 0,1 0 0,-1 0 0,1-1 0,-5 5 1,-23 19 206,-1 0 1,-1-2 0,-1-2-1,-53 29 1,23-14 331,-285 188 2279,24 26-653,311-240-2062,-35 34 182,45-43-240,1 0 1,-1 0-1,1 0 0,0 0 1,0 0-1,0 1 1,1-1-1,-1 0 1,1 1-1,0-1 1,0 1-1,0 0 1,-1 6-1,3-9-19,0-1-1,-1 1 1,1 0-1,0 0 1,-1 0 0,1-1-1,0 1 1,0 0-1,0-1 1,0 1 0,0-1-1,0 1 1,0-1-1,0 1 1,0-1 0,0 0-1,0 0 1,0 1-1,0-1 1,0 0 0,0 0-1,0 0 1,0 0-1,0 0 1,0 0 0,0 0-1,0-1 1,0 1 0,0 0-1,0 0 1,2-2-1,4 2-44,14-4-53,0-1 0,0 0 1,0-1-1,-1-2 0,1 0 1,-2-1-1,29-17 0,-4 3 21,-27 14 5,506-235-565,-441 211 184,2 5 1,2 3 0,0 4 0,131-16 0,-220 46-254,-20 6 871,-311 166 2162,67-41-1262,100-47-633,-178 107-183,334-190-262,23-12 2,33-13-162,197-115-1045,-104 51 802,874-383-456,-947 437 806,15-5-307,-2-4 1,125-73-1,-187 95 572,0 0 0,-2-1 0,23-25 0,-29 28 65,0 1 1,0 1 0,1-1 0,0 1 0,0 1-1,1 0 1,0 0 0,1 1 0,-1 0 0,16-6-1,-3 5-304,0 1 0,0 1 0,0 1 0,1 2 0,36-1 0,-45-13 421,24-10-371,0 1 0,2 3 1,49-21-1,-67 33 4,39-18-28,118-35 0,-7 34-63,-152 22-63,-18 5 98,1 1 0,0 0 1,0-1-1,0 1 1,1 1-1,-1-1 1,0 1-1,5-1 0,20-24 272,-22 21-231,0 0 0,1 0 1,-1 1-1,1 0 0,-1 1 0,1-1 0,0 1 0,0 1 0,0 0 0,9-1 1,-16 2 24,-2 0 40,0-1 0,-1 1 1,1-1-1,0 1 0,-1 0 1,1-1-1,0 1 0,-1 0 0,1 0 1,0 0-1,-6 1 517,21-6-547,94-37-186,-116 43 278,0-1-1,0 1 1,0-1-1,-16-3 0,-7 1 272,-212 22 596,226-19-994,13-1 6,0 0 0,0 1 0,0-2 1,0 1-1,0 0 0,0-1 0,0 0 0,-7-2 1,10 2-2,0 0 0,-1 0 0,1 0 0,0 0 0,0-1 1,0 1-1,0 0 0,0-1 0,0 1 0,0-1 1,0 1-1,1-1 0,-1 1 0,0-1 0,1 0 1,0 1-1,-1-1 0,1 0 0,0 1 0,0-1 1,0 0-1,0 0 0,0 1 0,0-3 0,0-157-958,0 160 918,0 0 0,0 0 0,0 0 1,0 1-1,-1-1 0,1 0 1,0 0-1,-1 0 0,1 1 0,0-1 1,-1 0-1,1 0 0,-1 1 1,1-1-1,-1 0 0,0 1 0,1-1 1,-1 1-1,0-1 0,1 1 1,-1-1-1,0 1 0,0-1 1,1 1-1,-1 0 0,0-1 0,0 1 1,0 0-1,1 0 0,-1-1 1,0 1-1,-2 0 0,-34-1-655,24 2 270,-189 13-1833,118-6 1955,60-6 245,16 0 39,0-1 0,-1 0 1,1-1-1,0 0 1,-1 0-1,1 0 0,0-1 1,-10-3-1,18 3 6,-1-1 1,0 1-1,1-1 0,-1 1 1,1-1-1,-1 0 0,1 1 0,0-1 1,-1 0-1,1 1 0,0-1 0,0 0 1,1 1-1,-1-1 0,0 0 1,0 1-1,2-4 0,-2 1-44,3-10-215,1 0-1,1 0 1,0 0 0,1 1-1,0-1 1,1 1-1,14-20 1,9-18-391,56-141 123,-82 174 930,0 0-1,-1 0 1,-2-1-1,1 1 1,-2-1-1,-3-31 1,1-5 431,-12-13-10,14 65-814,1 1 0,-1-1 0,0 1 1,1 0-1,0-1 0,-1 1 1,1 0-1,0 0 0,0-1 1,0 1-1,1 0 0,-1 0 1,0 0-1,1 0 0,0 0 1,-1 1-1,1-1 0,0 0 1,0 1-1,0-1 0,0 1 1,0 0-1,3-2 0,7-3 7,1 0 0,0 1 0,18-4 0,-21 7 3,38-8 4141,-29 16-4293,4 2-306,-22-7 442,-1-1 0,0 0 0,0 0 0,0 0 0,0 1 0,0-1 0,0 0 0,1 0 0,-1 1 0,0-1 0,0 0 0,0 0 0,0 1 0,0-1 0,0 0 0,0 0-1,0 0 1,0 1 0,0-1 0,0 0 0,0 0 0,0 1 0,0-1 0,0 0 0,-1 0 0,1 1 0,0-1 0,0 0 0,0 0 0,0 0 0,0 1 0,0-1 0,-1 0-1,1 0 1,0 0 0,0 1 0,0-1 0,0 0 0,-1 0 0,1 0 0,0 0 0,0 0 0,-1 0 0,1 1 0,0-1 0,0 0 0,0 0 0,-1 0 0,-36 12 18,-59 12 1,92-23-11,-10 1-879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6:30.2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0 752,'0'0'16056,"0"30"-16456,0 2-2206,0 1-4721,0-15 996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6:30.4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5859,'0'0'13894,"0"84"-13398,0-75-416,0 2-80,0-2-288,0 5-1152,0-1-898,0 8-1295,0-1-641,0 5 624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6:30.6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0 2465,'0'0'14087,"-13"98"-13591,13-80-384,0 2-112,0 0-192,0 3-897,0 2-1584,0 0-1057,0-1-768,0 1-432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6:30.8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5 2305,'0'0'16600,"0"30"-14840,0-42-10147,-14-10 623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6:32.1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244 6 320,'0'0'3074,"5"-6"3355,-91 103-1131,-35 61-2461,80-103-1229,78-102-1486,41-57-217,-49 63-1,14-26 107,-42 65-8,0 1 8,0-1 0,0 0 0,0 1-1,0-1 1,0 1 0,0-1 0,0 1 0,1 0-1,-1-1 1,0 1 0,1 0 0,-1 0 0,4-2-1,-5 3 53,1 0 0,-1 0 0,1 0 1,0 0-1,-1 0 0,1 0 0,0 0 0,-1 0 0,1 0 0,0 0 0,-1 0 0,1 0 0,0 0 0,-1 0 0,1 0 0,0 1 0,-1-1 0,1 0 0,0 1 0,-1-1 0,1 0 0,-1 1 0,1-1 0,-1 0 1,1 1-1,0 0 0,21 21 671,14 10 63,-15-20 6,0 1-1,35 29 1,3 3 1751,-58-44-2526,0-1 1,-1 1-1,1-1 0,0 1 0,0-1 1,-1 1-1,1-1 0,0 1 1,-1 0-1,1-1 0,-1 1 0,1 0 1,-1 0-1,1-1 0,-1 1 0,1 0 1,-1 0-1,0 0 0,1 0 1,-1 7-4040,0 3-5115,0-11 8833,0 6-8346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6:33.9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17 112,'0'0'8316,"7"-3"-1013,0 6-5935,-1 12-844,0-1 1,-1 1 0,-1 0 0,0 0-1,-1 0 1,0 0 0,-1 1 0,-1-1-1,-1 24 1,0-39-330,5-33-178,-5 28-35,1-1 0,0 1 1,0-1-1,0 1 1,1 0-1,-1 0 1,1-1-1,4-5 1,-2 3 2,26-38 10,-29 44-2,1 0 0,-1 0-1,1 0 1,-1 0-1,1 1 1,0-1 0,0 0-1,0 1 1,0 0 0,0-1-1,0 1 1,0 0-1,1 0 1,-1 0 0,0 0-1,1 1 1,3-2 0,-4 5 9,0 0 1,0 0-1,-1 0 1,1 1-1,-1-1 1,0 0-1,0 1 1,1 3-1,-1-4 18,0 2-9,2 2 32,-1 0 0,0 0 0,0 0 0,-1 1 1,1 12-1,-1-20-45,-1 0 1,0 1 0,0-1 0,1 0-1,-1 1 1,0-1 0,0 0 0,1 0-1,-1 1 1,0-1 0,1 0-1,-1 0 1,0 1 0,1-1 0,-1 0-1,0 0 1,1 0 0,-1 0 0,1 0-1,-1 1 1,0-1 0,1 0 0,-1 0-1,1 0 1,-1 0 0,0 0 0,1 0-1,-1 0 1,1-1 0,-1 1-1,0 0 1,1 0 0,-1 0 0,0 0-1,1 0 1,-1 0 0,1-1 0,53-72-237,-1 24 201,-52 49 57,-1 0 1,1-1-1,-1 1 1,1 0-1,-1 0 1,1 0-1,0-1 1,-1 1-1,1 0 1,-1 0-1,1 0 1,-1 0-1,1 0 1,0 0-1,-1 0 0,1 1 1,-1-1-1,1 0 1,-1 0-1,1 0 1,-1 0-1,1 1 1,0-1-1,-1 0 1,1 1-1,-1-1 1,0 0-1,1 1 1,-1-1-1,1 0 1,-1 1-1,0-1 1,1 1-1,-1-1 1,0 1-1,1-1 1,-1 1-1,0-1 0,0 1 1,1-1-1,-1 1 1,0 0-1,0-1 1,0 1-1,0-1 1,0 1-1,0 0 1,13 37 417,-12-32-357,0 7-122,0 2-209,6-11-9576,-1-4 3119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6:34.1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0 1457,'0'0'19625,"0"109"-18905,0-105-480,0-6-3858,-7-16-1360,-6-9-2017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6:34.3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7059,'0'0'14199,"0"56"-14567,14-28-2018,-8-1-2336,8-3-2401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6:35.0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184 382 6787,'0'0'14351,"-5"-3"-13428,1 1-871,0 0 1,0 0-1,0 0 0,-1 0 1,1 1-1,-1-1 1,1 1-1,-1 0 1,1 1-1,-1-1 0,0 1 1,1 0-1,-1 0 1,0 0-1,1 1 1,-1-1-1,1 1 0,-1 0 1,1 1-1,-1-1 1,1 1-1,0 0 1,-1 0-1,-5 4 0,6-4-11,-1 2-1,1-1 1,0 0-1,-1 1 1,2 0-1,-1 0 1,0 0-1,1 1 1,0-1-1,0 1 1,0 0-1,0 0 1,1 0-1,0 0 0,0 0 1,0 0-1,1 0 1,-1 1-1,1-1 1,1 1-1,-1 7 1,1-11-51,-1-1-1,1 1 1,0 0 0,0-1 0,1 1 0,-1 0 0,0 0-1,0-1 1,1 1 0,-1 0 0,1-1 0,-1 1 0,1 0 0,0-1-1,0 1 1,1 2 0,0-4 1,0 1-1,-1-1 1,1 1 0,0-1 0,-1 1-1,1-1 1,0 0 0,-1 0-1,1 0 1,0 0 0,0 0-1,-1 0 1,1 0 0,0 0-1,-1-1 1,1 1 0,0-1 0,2 0-1,0-2-5,1 1-1,0-1 1,-1 0-1,0 0 1,1 0-1,-1 0 1,-1-1-1,1 1 1,0-1-1,-1 0 1,0-1-1,0 1 1,0 0-1,4-9 1,30-70-1044,-22 32 613,-2 0 0,12-99-1,-9 45 407,-14 88 402,-3 35 548,-1 4-687,0 0 0,-2-1 0,-8 31 0,6-29-62,1 0 1,1 1-1,-2 34 0,4-10-66,1-30-99,0-1 0,1 1 0,1 0 0,3 19 0,-3-36-110,0 0 0,-1 1 0,1-1 0,0 0 1,0 0-1,0 0 0,0 0 0,0 1 0,0-1 0,0 0 1,0-1-1,0 1 0,0 0 0,1 0 0,-1 0 0,0-1 1,1 1-1,-1-1 0,0 1 0,1-1 0,-1 1 0,1-1 1,-1 0-1,0 0 0,1 0 0,2 0 0,46-1-5413,-39 0 4022,31-5-4218,10-7-973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6:35.5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190 379 4130,'0'0'13462,"-4"-2"-11928,-1-1-1216,-1 0 0,1 0 0,-1 0 1,0 1-1,0 0 0,0 0 0,0 1 0,0-1 0,0 1 0,-1 1 1,1-1-1,0 1 0,-1 0 0,1 1 0,0-1 0,-1 1 0,-8 3 0,11-3-308,1 0 0,-1 1 0,0-1 0,1 1 0,-1 0 0,1 0 0,-1 0 0,1 1 0,0-1 0,0 1 0,0 0 0,0 0-1,0 0 1,1 0 0,0 0 0,-1 0 0,1 1 0,0-1 0,1 1 0,-1 0 0,0 0 0,1-1 0,0 1 0,0 0 0,0 0 0,1 0-1,-1 0 1,1 0 0,0 5 0,0-4-29,0 0 0,1 0 0,0 0 0,0 0 0,0 0 0,0 0 0,1 0 0,0 0-1,0 0 1,0-1 0,4 7 0,-5-10-9,0 1 0,0-1-1,1 0 1,-1 1 0,0-1 0,1 0 0,-1 0-1,1 0 1,-1 0 0,1 0 0,0 0-1,-1-1 1,1 1 0,0 0 0,-1-1-1,1 1 1,0-1 0,0 0 0,-1 0-1,1 1 1,0-1 0,0 0 0,0-1 0,0 1-1,-1 0 1,1 0 0,0-1 0,0 1-1,-1-1 1,1 0 0,0 1 0,-1-1-1,1 0 1,-1 0 0,1 0 0,-1 0-1,3-3 1,3-1-66,0-1-1,-1 1 1,0-2-1,0 1 1,0-1-1,-1 0 1,7-12 0,30-61-783,-31 57 564,-1 0-243,-1 0 0,-1-1 0,0 1 0,-2-1 0,4-35 0,-2-31 275,-6-2 4349,-4 107-3840,0 1 1,-1-1-1,-9 29 0,-2 8 308,4 14 58,3 1 0,2 121 1,5-149-945,1-38 151,-1 0 0,0 1 1,0-1-1,0 1 1,1-1-1,-1 0 1,1 1-1,-1-1 1,1 0-1,-1 1 1,1-1-1,0 0 1,0 0-1,-1 0 1,1 0-1,0 0 1,0 0-1,0 0 0,0 0 1,0 0-1,1 0 1,-1 0-1,0-1 1,0 1-1,0 0 1,1-1-1,-1 1 1,2 0-1,1 0-956,-1 0 1,1-1-1,-1 1 1,1-1-1,0 1 0,-1-1 1,1 0-1,0-1 0,6 0 1,11-7-4185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6:35.8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85 1 96,'0'0'19561,"-9"25"-17822,-56 191 2703,61-188-4059,0 0 0,2 1 0,1-1-1,3 32 1,0 1-1192,-2-60-328,32-8-7522,-15-9 3352,8-6-1859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6:36.3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6755,'0'0'12086,"4"11"-11385,16 34 1,-17-41-649,0-1-1,0 0 1,0 0 0,0 0 0,0 0-1,1 0 1,-1-1 0,1 1 0,0-1-1,0 0 1,0 0 0,0-1 0,0 1-1,0-1 1,0 0 0,1 0 0,-1 0-1,0-1 1,1 1 0,-1-1-1,0 0 1,1 0 0,7-2 0,-2 2-49,-9-38 132,-2 37-118,1-1 0,-1 1 0,0 0 0,0-1 0,1 1 0,-1 0 0,0 0 0,0 0 0,-1 0 0,1 0 0,0 0 0,0 0 0,0 0 0,-1 0 0,1 0 0,0 1 0,-1-1 0,1 1 0,0-1 0,-1 1-1,1-1 1,-1 1 0,1 0 0,-3-1 0,-40-4 507,42 4-452,0 1 0,-1 0 0,1 0 0,-1 0 0,1 0 0,0 1 0,-1-1 0,1 1 0,-1-1 0,1 1 0,0 0 0,0 0 0,-1 0 1,1 0-1,0 0 0,0 1 0,0-1 0,-2 3 0,2-1 23,0 0 0,0 1 0,0 0 0,1-1 0,0 1 0,0 0 0,0 0 0,0-1 0,0 1 0,1 7-1,-1-5 6,0 0-1,1 1 1,0-1-1,0 0 1,0 1-1,1-1 1,0 0-1,0 1 1,1-1-1,0 0 1,0 0-1,0 0 1,1 0-1,3 6 1,-3-8-180,0-1 0,-1 0 0,1 0 0,0 0 1,1 0-1,-1 0 0,0 0 0,1-1 0,0 0 1,0 0-1,-1 0 0,1 0 0,0 0 0,0-1 0,1 0 1,-1 0-1,0 0 0,0 0 0,1-1 0,-1 1 1,7-1-1,-10 0-259,0 0 1,0 0 0,0 0-1,0-1 1,0 1 0,0 0-1,0 0 1,0 0-1,-1-1 1,1 1 0,0-1-1,0 1 1,0-1 0,0 1-1,0-1 1,-1 1-1,1-1 1,0 0 0,0 1-1,-1-1 1,2-1 0,6-13-7558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6:38.4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1 2609,'0'0'16688,"7"21"-15042,9 34-225,-3 1 0,11 101 0,-22-117-985,-4 71 0,0-97-442,0 0 1,0 0 0,-2 0 0,0-1-1,0 1 1,-1-1 0,-1 0 0,-10 18 0,6-12-716,-3 3 211,9-18-4132,3-40-12619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6:38.7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20 3506,'0'0'8131,"24"-4"-5081,77-11-1172,-97 15-1780,1-1 0,0 1 0,0 1 0,-1-1 0,1 1 0,0-1 1,-1 1-1,1 1 0,0-1 0,-1 1 0,0 0 0,1 0 0,-1 0 0,0 0 0,0 1 0,0-1 0,0 1 0,5 5 1,-3-1 35,0 1 1,0-1 0,-1 1-1,0 0 1,0 1 0,5 11 0,-7-9 33,1 0 1,-1-1-1,-1 1 1,0 0-1,-1 0 1,0 1-1,0-1 1,-1 0 0,-1 0-1,-2 13 1,2-21-72,0-1 0,0 1 0,0-1 0,0 0-1,0 0 1,-1 1 0,1-1 0,-1 0 0,0 0 0,1 0 0,-1 0 0,0-1 0,0 1 0,0-1 0,0 1 0,-1-1 0,1 1 0,0-1 0,-1 0 0,1 0 0,0 0 0,-1-1 0,1 1-1,-1 0 1,-4 0 0,-11 2 233,1-1 0,-29 0 0,38-1-281,-113-1-241,121 0 131,0 0 0,-1 1 1,1-1-1,0 0 0,-1 0 1,1 0-1,-1 0 1,1 0-1,0 0 0,-1 0 1,1 0-1,0 0 0,-1 0 1,1 0-1,0 0 1,-1 0-1,1 0 0,0 0 1,-1 0-1,1 0 1,0 0-1,-1 0 0,1-1 1,0 1-1,-1 0 0,1 0 1,0 0-1,-1-1 1,1 1-1,0 0 0,0 0 1,-1-1-1,1 1 0,0 0 1,0 0-1,0-1 1,-1 1-1,1 0 0,0-1 1,0 1-1,0 0 0,0-1 1,0 1-1,0 0 1,-1-1-1,1 1 0,0-1 1,0 1-1,0 0 0,0-1 1,0 1-1,1 0 1,-1-1-1,0 1 0,0 0 1,0-1-1,0 1 0,0 0 1,0-1-1,1 1 1,19-19-5847,12 2-901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6:38.9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1 10437,'0'0'15831,"-68"128"-15383,68-103-400,-6-7-48,6-4-1056,6-30-13975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6:39.1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1 9156,'0'0'9669,"-20"128"-14440,34-103-1055,-1-2-1410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6:39.5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0 115 5923,'0'0'10018,"2"20"-6889,0-4-2657,-2-1 187,1 1 1,1 0-1,1-1 1,0 1 0,1-1-1,0 0 1,1 0 0,9 17-1,9-4 522,-22-28-1190,0 1 0,0-1 0,-1 0 0,1 0 0,0 0 0,0 0 0,0 0 0,-1 0 0,1 0 0,0 0 0,0 0 0,0 0 0,0 0 0,-1 0 0,1 0 0,0-1 0,0 1 0,-1 0 0,1 0 0,0-1 0,0 1 0,-1-1 0,1 1 0,0-1 0,-1 1 0,1-1 0,-1 1 0,1-1 0,-1 0 0,1 1 0,-1-1 0,1 0 0,-1 1 0,1-1 0,-1 0 0,0 1 0,0-1 0,1 0 0,-1 0 0,0 0 0,0 0 0,94-216-1866,-48 116 1557,-54 126-862,4 13-10293,4-28 4632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6:39.8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147 1 5507,'0'0'17520,"-19"9"-15629,-60 30-693,76-38-1146,0 0-1,0 1 1,0-1 0,0 1-1,1 0 1,-1 0 0,1 0 0,-1 0-1,1 0 1,0 1 0,0-1-1,0 1 1,0 0 0,0-1-1,0 1 1,1 0 0,-1 0 0,1 0-1,0 0 1,0 0 0,0 0-1,0 0 1,1 1 0,-1-1-1,1 0 1,0 0 0,0 1 0,0-1-1,0 0 1,1 0 0,-1 1-1,1-1 1,1 4 0,-1-1-60,-1-4 4,1 0 0,0 0 0,0 0 0,0 0 0,-1 0 0,2 0 0,-1 0 0,0 0 0,0 0 0,1-1 0,-1 1 0,1-1 0,-1 1 0,1-1 0,0 1 0,-1-1 0,1 0 0,0 0 0,0 1 0,0-2 0,0 1-1,0 0 1,0 0 0,0-1 0,1 1 0,2 0 0,7 1-155,0-1 1,0 1-1,19-2 0,-22 0-36,-6-1 164,1 1-1,0-1 1,0 0 0,-1 0 0,1 0-1,0 0 1,-1 0 0,0-1-1,1 0 1,-1 0 0,0 0 0,1 0-1,-1 0 1,-1-1 0,1 1-1,0-1 1,0 0 0,-1 0 0,0 0-1,1 0 1,-1 0 0,-1 0-1,1-1 1,0 1 0,-1-1 0,1 1-1,-1-1 1,0 0 0,0-5-1,0 6 48,0-1-1,0 1 1,-1-1-1,1 0 1,-1 1-1,0-1 1,0 0-1,-1 1 1,1-1-1,-1 1 1,1-1-1,-1 1 1,0-1-1,-1 1 1,1-1-1,-1 1 1,1 0-1,-1 0 1,0 0-1,0 0 1,0 0-1,-1 0 1,1 0-1,-1 1 1,1-1-1,-1 1 1,0 0-1,0 0 1,0 0-1,0 0 1,-5-2-1,1 2-144,0 0 0,-1 0 0,1 1 0,-1 0 0,-10 0 0,-6 1-7362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6:40.1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0 7523,'0'0'17184,"0"22"-15228,1 8-1308,-3 124 2434,-10-67-2400,7-53-1887,-4 61-1,10-94 1060,0 1 1,0-1-1,0 0 1,0 0-1,0 0 1,0 1-1,0-1 1,0 0-1,0 0 0,1-1 1,-1 1-1,0 0 1,1 0-1,-1-1 1,0 1-1,1 0 1,-1-1-1,1 0 1,-1 1-1,1-1 1,-1 0-1,1 0 0,-1 1 1,1-1-1,0 0 1,-1-1-1,1 1 1,1 0-1,52-3-4368,-21-6-349,0-14-1959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6:40.2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60 8148,'0'0'2449,"122"0"848,-47-5-2432,20-8-865,-1-5-1121,1-5-4721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6:42.29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433 165 1617,'0'0'7841,"6"16"3796,-132-19-11118,39 1-458,-95 8-1,179-6-51,0 0-1,0 1 0,0-1 1,1 1-1,-1 0 1,0-1-1,1 1 0,-1 1 1,0-1-1,1 0 0,-1 1 1,1-1-1,-3 3 1,5-4-6,-1 1 1,1-1 0,0 0 0,-1 1-1,1-1 1,0 1 0,0-1 0,0 1-1,-1-1 1,1 0 0,0 1 0,0-1 0,0 1-1,0-1 1,0 1 0,0-1 0,0 1-1,0-1 1,0 1 0,0-1 0,0 1-1,0-1 1,0 1 0,1-1 0,-1 0 0,0 2-1,17 12 320,-15-12-117,0-1 0,-1 1 0,1-1 0,0 1 0,-1 0 1,1 0-1,-1 0 0,0-1 0,1 2 0,-1-1 0,0 0 0,0 0 0,0 0 1,-1 0-1,1 1 0,0-1 0,-1 0 0,1 4 0,2 52 154,-2-24 86,3 28-46,-5 74 1,-1-44-41,-1-23 164,-14 81 1,7-80-195,-1 81 1,11 47 493,4-204-760,-1 0 1,1 0-1,0 0 1,0 1-1,0 0 1,10-9-1,0 4-241,0 0 1,1 1-1,0 1 0,0 0 0,1 1 1,17-6-1,106-26-1114,-109 32 938,142-30-1577,306-27 0,181 34 1609,-585 26 1995,-4-11 4530,-69 15-5657,-35-2-288,29-4-259,0 1 0,1-1 0,0 0 0,0 0 0,0 0 0,1 0 0,-1-1 0,2 1 0,-1-1 0,-3-14 0,-11-73 0,7 6-543,2-97-1,9 150 335,1-1-1,2 1 0,1 0 0,2 0 1,20-57-1,-9 45-7,-7 22 276,-1 1-1,-2-1 0,0-1 1,-2 0-1,-1 0 1,3-31-1,-8 56 409,-12 2-350,1 0 0,-1 1 0,1 0 0,0 1 0,0 0 1,-19 9-1,17-7-144,0 0 1,0-1 0,-1-1 0,-19 4-1,-676 59-1552,643-58 1544,1 4 1,-103 32-1,60-15 408,83-23 81,0-2-1,0-1 1,-49 1-1,73-4-415,1 33-6776,0-26 2975,0 2-4041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6:43.1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4578,'0'0'11389,"6"0"-10500,101 1 2757,-74-3-3113,0 2 0,0 1 0,0 2 1,34 7-1,0 8 667,-66-18-911,-2 4-98,0 0 1,0-1 0,0 1-1,-1-1 1,1 1 0,-1-1 0,0 0-1,0 1 1,0-1 0,0 0-1,-1 0 1,1-1 0,-1 1-1,0 0 1,1-1 0,-1 0 0,-4 3-1,-22 24 307,8 6-300,1 0 0,2 1 1,1 1-1,3 1 0,0 0 0,-10 53 0,20-76-167,2-8-8,0 1-1,0 0 1,1 0 0,-1 14-1,1-18-604,-2-9-2252,0-10-1372,3-19-7583,0 12 2633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6:43.7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 47 2689,'0'0'4234,"-1"-4"-3546,1 4-540,-1-1 0,1 1 0,0-1 0,0 1-1,0-1 1,-1 1 0,1-1 0,0 0-1,0 1 1,0-1 0,0 1 0,0-1-1,0 0 1,0 1 0,0-1 0,0 1-1,0-1 1,1 1 0,-1-1 0,0 0 0,0 1-1,0-1 1,1 1 0,-1-1 0,0 1-1,1-1 1,-1 1 0,0-1 0,1 1-1,-1 0 1,1-1 0,-1 1 0,1-1-1,-1 1 1,1 0 0,0-1 0,27-1 5751,-15 3-7248,176-13 1407,-79 3 2274,-35 7 7209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4:46.2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3217,'0'0'3709,"15"14"1098,16 40-85,3 42-2553,1 3-578,92 222 2104,9-81-1287,-88-160-1177,-30-69-453,-12-11-1266,-10-10-3604,-36-61-8268,20 34 4383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4:48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3374 960,'0'0'5816,"2"4"-5261,-1-3-293,0 1 0,0-1 0,0 0 0,0 0 0,0 1 0,0-1 0,0 0 0,1 0 0,-1 0 0,0 0 0,1-1 0,-1 1 0,0 0 0,1 0 0,-1-1 0,1 1 0,-1-1 0,3 1 0,35 2 3695,-31-3-4853,5-1 951,1 0 0,-1-1 1,1-1-1,-1 0 0,0 0 1,17-8-1,76-38 232,-38 15-60,142-60 662,435-180 453,55-27-1367,-540 228 4,22-10 4,455-220 98,53-18-19,34 44-188,-350 105-307,-273 120 376,15-6-269,2 5 1,174-52-1,-217 79 158,-1-2 0,116-63 0,30-14 189,-106 60 102,249-106-59,-187 57 17,-19 8 265,-61 42-24,1 5 0,2 4 0,144-30 0,-218 59-282,-1-1 0,0-1 1,0-1-1,40-22 0,82-60 1364,-26 15-997,-10 4 65,-99 69-475,-10 3 89,-1 0 1,1 0 0,-1 0 0,1 0 0,0 0 0,-1 0 0,1 0 0,-1 0 0,1-1 0,0 1 0,-1 0-1,1 0 1,-1-1 0,1 1 0,-1 0 0,1 0 0,-1-1 0,1 1 0,-1-1 0,1 1 0,-1 0 0,0-1 0,1 1-1,-1-1 1,0 1 0,1-1 0,-1 1 0,0-1 0,1 1 0,-1-1 0,0 0 0,0 1 0,0-1 0,0 1 0,0-1-1,1 0 1,-30 23-1949,13-11 487,-23 12-6043,7-16-124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4:55.5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2696 60 208,'0'0'3772,"-12"-27"3488,11 27-6273,1-2-648,-1 0 1,1 0-1,0 1 0,0-1 1,0 0-1,1 0 0,-1 0 1,0 0-1,1 0 0,-1 1 0,1-1 1,0 0-1,-1 0 0,1 1 1,2-4-1,-3 5-216,1 0 0,-1 0 0,0 0 0,1 0 0,-1-1 0,1 1 0,-1 0 1,1 0-1,-1 0 0,0 0 0,1 0 0,-1 0 0,1 0 0,-1 0 0,1 0 0,-1 0 0,1 0 0,-1 1 0,0-1 0,1 0 0,-1 0 0,1 0 0,-1 0 0,0 1 1,1-1-1,-1 0 0,1 1 0,-1-1 0,0 0 0,0 0 0,1 1 0,-1-1 0,0 0 0,1 1 0,-1-1 0,0 1 0,1 0 0,-4 23 1836,1-19-1889,-1 1 0,0-1 0,-1 0 1,1 0-1,-1 0 0,0-1 0,0 1 0,0-1 0,-6 5 0,-52 35 218,30-22-111,-27 22-8,0-2-67,-94 87 0,-231 225 37,351-325-118,-12 8 46,2 2 0,2 2 0,-56 71-1,50-53 85,-2-1 0,-3-3 0,-3-2-1,-1-2 1,-110 75 0,51-35-157,-196 200 1,99-85 2,-32 12 86,21-6 253,203-193-261,4-4 13,2 0 1,0 0 0,1 1-1,-12 18 1,23-30-72,2-3-7,-1 0 0,1 0 0,-1-1 0,1 1 0,-1 0 0,1 0 0,-1 0-1,0 0 1,0 0 0,0-1 0,1 1 0,-1 0 0,0-1 0,0 1 0,0-1 0,0 1 0,0-1 0,0 1 0,-2 0 0,2-1 708,14-23-540,18-9-4129,13-21-7294,-17 14 2174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4:57.0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24 80,'0'0'6528,"-4"-3"-5837,0 0-400,-1 0 0,0 1 0,0 0-1,-1-1 1,1 2 0,0-1 0,-1 1 0,1-1-1,-1 1 1,0 1 0,1-1 0,-1 1-1,0 0 1,-9 2 0,0-2 3578,16 2-3665,-1-1 0,1 1 0,0 0 0,0-1 0,-1 1 0,1-1 0,0 1-1,0-1 1,0 0 0,0 1 0,1-1 0,-1 0 0,0 1 0,1-1 0,-1 0 0,0 0 0,1 0 0,-1-1 0,4 2 0,18 17 1319,-10-1-896,0 1 0,-2 0 0,0 0 0,16 41 0,21 90 1620,-36-105-1620,2 0 0,40 84-1,5-31 530,100 125 0,-133-188-1045,-12-14-59,-1 0 0,0 1 0,-2 0 0,0 1 1,8 27-1,29 126 179,-27-90-132,-10-52-33,1-1 1,2 0-1,2-1 1,0-1 0,2-1-1,2 0 1,0-1-1,2-1 1,41 40-1,20 11 255,148 108 0,-189-153-321,-2 2 0,-1 1 0,56 70 0,82 139 0,-164-226 0,5 3 0,1-1 0,0-1 0,2-1 0,0-1 0,28 20 0,21 20 0,-57-46 0,-1 1 0,0 0 0,-1 1 0,-1 1 0,-1 0 0,0 0 0,-1 0 0,7 21 0,28 51 0,-33-66-624,-26-30-1334,-13-6-609,-12-4-4041,-17-4-2717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4:58.8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519 0 864,'0'0'3218,"0"26"3019,-1-21-5757,1 0-1,-1 0 1,0-1-1,0 1 0,0 0 1,-1 0-1,0-1 0,1 1 1,-2-1-1,1 1 1,-1-1-1,1 0 0,-6 6 1,-51 49 742,11-13-314,30-23-470,1 2 1,0 0-1,2 1 1,1 1-1,1 0 1,1 0 0,-11 44-1,12-37-61,-2 0 0,-1-1 0,-1-1 0,-2 0 0,-29 41 0,41-68-307,-2 0 0,1-1 0,0 0 0,-1-1 0,0 1-1,0-1 1,0 0 0,0-1 0,0 0 0,-1 0 0,1 0 0,-9 0-1,-21 7 5,32-7-20,8-1-18,17-2 1,29-7 58,103-22 399,1 6 1,185-4-1,315 24 119,-347 6-311,-229-2-282,1211-24-75,-130-53 93,-983 69-62,102-7 39,-213 8 28,-1-3 0,80-22 0,-95 22 197,1 2-1,0 2 1,0 2 0,0 3 0,56 5 0,1-2 607,-105-2 706,-24 4-1281,-82 19-2200,67-14-182,1-1 0,-1-1 0,-53 1 1,44-8-4988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4:59.3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1489 0 3009,'0'0'4384,"-21"26"-1732,11-13-2300,-39 45 2775,-91 86-1,-210 125 936,-21-31-3586,-17 12-398,359-231-160,-50 38 116,74-53-155,0 1 0,0 0-1,1 0 1,-1 0 0,1 0 0,0 0 0,1 1-1,-1 0 1,1 0 0,0 0 0,-2 9 0,4-15 48,1 1 1,0-1 0,0 1-1,0 0 1,0-1 0,0 1-1,0 0 1,0-1 0,0 1-1,0-1 1,0 1 0,0 0-1,0-1 1,0 1 0,0 0-1,0-1 1,1 1 0,-1-1-1,0 1 1,0-1 0,1 1-1,-1-1 1,1 1 0,-1-1-1,0 1 1,1-1 0,-1 1-1,1-1 1,-1 1 0,1-1-1,-1 0 1,1 1 0,-1-1-1,1 0 1,-1 1 0,1-1-1,0 0 1,-1 0 0,1 0-1,0 1 1,32 0-1835,-21-2 817,5 1-660,1 0 0,31-6 0,66-28-4128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4:59.5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1145 1 7123,'0'0'4818,"-102"129"-592,21-69-256,-27 10-1457,-14 10-848,-21 3-512,-12 10-465,19-5-416,14-7-192,27-11-80,41-18-160,27-12-512,27-12-1041,27-17-1200,48-11-913,33-11-1649,34-35-2080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4:59.7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793 1 8996,'0'0'4162,"-149"119"-1713,60-47 1537,-12 3 32,-7-1-1985,-1-1-1249,8-3 145,26-9-785,28-9-144,33-10-689,14-17-1360,48-16-1712,46-9-2098,28-24-4274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4:59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698 1 13606,'0'0'4418,"-176"77"-736,54-30-160,0 1-625,7-6-1392,34-1-1089,26-5-416,35-6-1761,13-15-3217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5:01.2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1 3394,'0'0'4908,"-3"25"-2021,-35 193 3906,26-131-5003,-5 27-1679,-2-4-4454,16-102 3347,1-2-1065,1-2-3798,1-7 2901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5:01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71 896,'0'0'13302,"17"-14"-11671,51-40-167,-67 54-1436,-1-1 0,1 1 0,-1 0 0,1 0 0,-1-1 0,1 1 0,-1 0 0,1 0 0,0 0 0,-1-1 0,1 1 0,-1 0 0,1 0 0,-1 0 0,1 0 0,0 0 0,-1 0 0,1 0-1,-1 0 1,1 0 0,-1 1 0,1-1 0,0 0 0,-1 0 0,1 0 0,-1 1 0,1-1 0,-1 0 0,1 1 0,-1-1 0,1 0 0,-1 1 0,0-1 0,1 1 0,-1-1 0,1 0 0,-1 1 0,0-1 0,0 1 0,1-1 0,-1 1 0,0-1 0,0 1-1,1 0 1,-1-1 0,0 1 0,0-1 0,0 1 0,0-1 0,0 2 0,1 34 1003,-1-28-748,2 45 985,-1-35-1034,0 0 1,0 0-1,-2 0 1,0 0-1,-2 0 0,0 0 1,-9 30-1,12-48-247,-1 1 0,1 0 0,-1-1-1,1 1 1,-1 0 0,0-1 0,1 1 0,-1-1 0,0 1 0,1-1-1,-1 1 1,0-1 0,0 0 0,1 1 0,-1-1 0,0 0 0,0 0 0,0 1-1,0-1 1,1 0 0,-1 0 0,0 0 0,0 0 0,0 0 0,0 0 0,0 0-1,0 0 1,1-1 0,-1 1 0,0 0 0,0 0 0,0-1 0,1 1-1,-1-1 1,0 1 0,0 0 0,1-1 0,-1 1 0,-1-2 0,-26-20-1343,21 16 672,1 1 0,0 0 0,-1 0-1,0 0 1,-13-5 0,-8-7-6907,20 11 3114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5:01.7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1 3810,'0'0'17288,"-47"119"-15736,47-96-1055,-7-7-353,7-5-144,0-4-176,0-5-1073,0-9-6226,0-27-1842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5:01.9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10117,'0'0'9444,"0"103"-9860,0-66-2113,0-1-2370,0-5-2720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5:02.2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7 3554,'0'0'11797,"0"22"-8049,0-5-3158,-2 1 21,2 0 0,0-1 0,1 1 0,0-1 0,2 1 0,0-1 0,1 0 0,8 22 0,-10-35-552,0 0 0,0-1 1,0 0-1,1 1 1,0-1-1,0 0 1,0 0-1,0-1 0,0 1 1,0 0-1,1-1 1,-1 0-1,7 3 0,-9-4-65,1-1-1,-1 1 0,1-1 0,-1 1 0,1-1 0,-1 0 0,1 0 0,-1 1 0,1-1 0,-1 0 0,1 0 0,-1-1 0,1 1 0,-1 0 0,1 0 0,-1-1 0,0 1 1,1-1-1,-1 1 0,1-1 0,-1 0 0,0 1 0,1-1 0,-1 0 0,0 0 0,0 0 0,0 0 0,0 0 0,0 0 0,0 0 0,0-1 0,0 1 0,0 0 1,0 0-1,-1-1 0,1 1 0,1-3 0,6-14-115,0-1 1,-2 0 0,0 0-1,0 0 1,-2-1-1,-1 0 1,2-23 0,2-27 142,-7 69-74,1 1-292,0 0 1,0 0 0,0 1 0,1-1 0,-1 0 0,0 0-1,0 0 1,0 1 0,0-1 0,1 1 0,-1-1 0,0 1-1,0-1 1,0 1 0,0 0 0,1 1 0,13 6-8292,-3-5 1267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5:02.6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119 0 7892,'0'0'15124,"-19"13"-14276,-58 43-378,76-55-462,-1 0-1,0 0 1,1 0 0,-1 0-1,1 1 1,-1-1 0,1 1 0,0-1-1,0 1 1,-1-1 0,1 1-1,0 0 1,1 0 0,-1-1 0,0 1-1,0 0 1,1 0 0,-1 0-1,1 0 1,0 0 0,-1 0 0,1 0-1,0 0 1,0 0 0,0 0-1,0 0 1,1 0 0,-1 0 0,1 0-1,-1-1 1,1 1 0,-1 0-1,1 0 1,0 0 0,0 0 0,0-1-1,0 1 1,2 1 0,0 1-15,0-1 1,0-1-1,0 1 1,0 0 0,1-1-1,-1 0 1,1 0-1,0 0 1,-1 0-1,1 0 1,0-1-1,0 1 1,5 0 0,-2-1-82,-1 0 0,1-1 1,0 0-1,-1 0 1,1 0-1,0-1 0,-1 1 1,1-2-1,-1 1 0,1-1 1,-1 0-1,11-5 1,-14 5 39,0 0 0,0-1 0,0 1 0,0-1 0,-1 0 0,1 0 0,-1 0 0,0 0 0,1 0 0,-1 0 1,-1-1-1,1 1 0,0-1 0,-1 1 0,0-1 0,0 0 0,0 0 0,0 1 0,-1-1 0,1 0 0,-1 0 0,0 0 0,-1-4 1,2 6 48,-1-1 0,0 1 0,0-1 0,-1 1 0,1-1 0,0 1 0,-1-1 0,0 1 0,1-1 0,-1 1 0,0 0 0,0-1 0,0 1 0,-1 0 0,1 0 0,-1 0 0,1 0 0,-1 0 0,1 0 0,-3-2 0,0 2 5,0 0 0,0 0 0,0 0 0,0 1-1,0-1 1,0 1 0,-1 0 0,1 0-1,0 1 1,-9-1 0,1 0-250,-35-2 371,25 7-4319,21 1-1911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5:02.9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138 1 7523,'0'0'14791,"-10"23"-12320,-16 41-1129,-7 11 1344,-26 94 1,56-160-2673,1 0 0,0 1 0,1-1 1,0 1-1,0-1 0,1 1 0,1-1 1,1 15-1,-1-22-101,0-1-1,1 1 1,-1-1 0,0 0 0,1 0 0,-1 0-1,1 1 1,-1-1 0,1-1 0,0 1 0,-1 0-1,1 0 1,0-1 0,0 1 0,-1 0 0,1-1-1,0 0 1,0 1 0,0-1 0,0 0 0,-1 0-1,4-1 1,48 1-3915,-46-1 2657,-6 2 949,0-1 0,1 0 0,-1 0 1,0-1-1,1 1 0,-1 0 0,0 0 0,0-1 0,1 1 0,-1-1 0,0 1 1,0-1-1,1 1 0,-1-1 0,0 0 0,0 0 0,0 1 0,0-1 0,0 0 1,0 0-1,0 0 0,0 0 0,-1 0 0,1 0 0,0-1 0,0 1 0,-1 0 0,1 0 1,-1 0-1,1-2 0,2-22-9606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5:03.0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10677,'0'0'4322,"122"-14"-1073,-68 9-2656,0 3-593,-7-2-2209,-26-5-4771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5:05.0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37 80,'0'0'3324,"-2"-6"-2913,1 3-389,1 2 35,0 0 0,-1-1 0,1 1-1,-1 0 1,1-1 0,-1 1 0,0 0 0,1-1 0,-1 1-1,0 0 1,0 0 0,0 0 0,0 0 0,0 0-1,0 0 1,0 0 0,0 0 0,0 0 0,-1 0-1,1 1 1,0-1 0,-1 0 0,1 1 0,0-1-1,-1 1 1,1 0 0,0-1 0,-1 1 0,1 0 0,-1 0-1,1 0 1,-3 0 0,3 0 255,-37 1 593,28 1 6765,15 91-540,-4-79-6648,2-1 0,-1 1-1,2-1 1,0 0 0,1 0 0,0 0 0,1-1-1,7 13 1,13 24 1131,27 70 0,-25-52-770,-11-26-484,-1 2 0,-3 0 1,-1 1-1,-2 0 0,6 68 0,17 102 119,-29-201-478,1 0 0,0 0 0,1 0 0,1 0 0,0-1 0,9 13 0,21 40 0,-6 0 0,-20-45 0,-2 1 0,0 0 0,0 0 0,-2 1 0,6 35 0,21 102 0,-28-144 0,1 11 0,-7-25-2,0 0-1,0 0 1,0 0-1,0 0 1,1 0-1,-1 0 1,0 0-1,0 0 1,1 0 0,-1 0-1,1-1 1,-1 1-1,1 0 1,-1 0-1,1 0 1,0-1-1,-1 1 1,1 0 0,0 0-1,0-1 1,-1 1-1,1-1 1,1 2-1,-1-31-7971,-1 5 800,0-5-4863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5:06.0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9 1521,'0'0'7913,"-14"-6"-4334,14 6-3456,0 0 0,-1-1 0,1 1 0,0 0 0,-1 0 0,1 0 0,0-1 0,-1 1 0,1 0 0,-1 0 0,1 0 0,0 0 0,-1 0 0,1 0 0,-1 0 0,1 0 0,0 0 0,-1 0 0,1 0 0,-1 0 0,1 0 0,0 0 0,-1 0-1,1 0 1,-1 0 0,1 1 0,0-1 0,-1 0 0,1 0 0,0 0 0,-1 1 0,1-1 0,0 0 0,-1 1 0,2 14 643,1 0 0,0 0 0,1 0 0,1-1 0,8 21 0,5 20 195,6 21 346,5-1 0,2-2 0,55 95 0,25 59 487,-96-185-1479,-2 0 0,-1 2 0,-3-1-1,-1 1 1,1 69 0,-4-49 176,20 100 0,-11-93-491,-10-47 0,2 0 0,0 0 0,11 27 0,52 147 0,-47-114 0,-11-69-1500,-7-9-1676,-18-1-525,-16 4-3449,-18 4-3895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5:08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 1056,'0'0'8058,"13"-12"-4893,-3 6 1892,-6 10-4908,0 0 0,0 0 0,-1 0-1,0 1 1,1-1 0,-1 1 0,-1 0 0,1-1 0,-1 1 0,0 1-1,0-1 1,2 8 0,1 0 29,18 45 831,20 46 189,-4 2 1,25 118 0,-24-59-29,-16-75-427,14 116 1,-31-142-408,0 13 75,3-1 0,27 96 0,-23-141-528,-10-34-412,-2-17-221,-3 4-132,0-6-761,3 8-2726,-9 19 717,4 3 2723,0 0 0,0 0-1,0 0 1,1 0 0,0 0-1,0 0 1,1 1 0,0 8-1,1 2-2818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5:09.4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66 512,'0'0'3935,"1"-10"-3078,5-45 2592,-6 55-3359,0 0-1,1 0 0,-1-1 0,0 1 1,0 0-1,1 0 0,-1 0 0,0 0 1,1 0-1,-1 0 0,0 1 0,0-1 0,1 0 1,-1 0-1,0 0 0,0 0 0,1 0 1,-1 0-1,0 0 0,0 0 0,0 1 1,1-1-1,-1 0 0,0 0 0,0 0 1,0 0-1,1 1 0,-1-1 0,0 0 1,0 0-1,0 1 0,0-1 0,0 0 1,0 0-1,1 1 0,-1-1 0,0 0 0,0 0 1,0 1-1,28 83 3534,4-2 1,80 150-1,116 138-638,-203-331-2788,9 12 26,-3 2 0,-2 0 0,-3 3 0,-2 0 0,-2 1-1,20 90 1,-38-122 33,-1 1 0,-2 0 0,-3 48 0,1-48-40,0 0 0,2 0 1,4 32-1,1-42-1314,-4-36-699,-6-40-7569,-8 39 895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5:09.9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96,'0'0'2289,"47"18"-2753,-40-18-449,0 5-47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5:10.2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0 720,'0'0'4666,"3"3"-3321,2 6-273,-1 1 1,0 0-1,0-1 0,-1 2 0,0-1 0,0 0 1,-1 0-1,-1 1 0,1 14 0,5 25 606,3-10-697,2 0 0,28 63 0,-35-99-1153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5:36.6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66 1873,'0'0'5015,"-16"14"-3729,12-10 2449,45-6-3516,-1-2 0,0-1 0,-1-3 0,1-1-1,44-17 1,11-3 3007,-110 61-2317,-33 101 533,8-30-771,36-90-578,-17 49 327,2 2 0,-9 70 0,27-109-286,2-22-111,-1 1 0,0-1-1,0 0 1,0 0 0,0 0 0,-1 1 0,1-1 0,-1 0-1,0 0 1,0 0 0,-2 5 0,-2 11-356,1-34-4342,-2 1 535,-1-3-1684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5:37.2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2961,'0'0'4154,"7"-1"1143,27-3-3988,70 0 85,141-23 0,-220 24-1323,-15 3 3632,-9 0-2982,0 0-590,-8 19-4626,-1-6-81,-4 0-2270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10.4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324 30 1217,'0'0'5605,"4"-5"-4394,9-13 136,-13 18-1147,0 0 0,0-1 0,1 1 0,-1 0 0,0-1 0,0 1 0,0 0 0,1-1-1,-1 1 1,0 0 0,0-1 0,0 1 0,1 0 0,-1 0 0,0-1 0,1 1 0,-1 0 0,0 0-1,1 0 1,-1-1 0,0 1 0,1 0 0,-1 0 0,0 0 0,1 0 0,-1 0 0,0 0 0,1 0-1,-1 0 1,0 0 0,1 0 0,-1 0 0,1 0 0,-1 0 0,0 0 0,1 0 0,-1 0 0,0 0 0,1 0-1,-1 0 1,0 1 0,1-1 0,-1 0 0,0 0 0,1 0 0,-1 1 0,0-1 0,1 0 0,-1 0-1,0 1 1,0-1 0,1 0 0,-1 1 0,0-1 0,0 0 0,0 1 0,3 9 2336,-6-3-3375,-3-1 983,0 1 0,0-1 0,1 1 0,-1 0 0,-4 11 0,-11 12 270,-157 160 1203,133-145-1487,28-30 170,0-1-1,-23 14 1,183-90 955,-116 51-1107,-12 5-153,2 1 0,-1 0 0,0 1 0,1 1 0,0 0 0,0 1 0,22 1 0,75-8 104,-113 9-67,1 0-798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10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 4002,'0'0'10122,"0"7"-8364,-2 52 1192,0-30-2153,1-1 1,2 0-1,0 0 0,2 0 1,9 39-1,-2-40-971,5 14 255,-12-15-7610,-7-24 586,-9-2 3157,10 0 2574,-10 0-2841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11.1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1 120 3298,'0'0'7659,"17"-20"-5010,53-58-669,-69 76-1874,0 1 1,1-1-1,-1 0 1,0 1-1,1 0 1,-1-1-1,1 1 0,-1 0 1,1 0-1,0 0 1,0 0-1,-1 0 1,1 0-1,0 0 1,0 1-1,0-1 0,0 1 1,0-1-1,0 1 1,0 0-1,0 0 1,0 0-1,0 0 1,0 0-1,0 0 1,0 0-1,0 1 0,0-1 1,0 1-1,0-1 1,3 3-1,-1-1 0,-1 1 0,1 0 0,-1 0 0,0 1 0,0-1-1,-1 1 1,1-1 0,4 9 0,-5-9 4,1 3-17,-1 0 0,1 1 0,-1-1 0,0 1 0,0-1 0,1 14 0,-3-18-59,1 0 0,-1 0 0,0 0 1,1 0-1,-1 1 0,0-1 0,-1 0 1,1 0-1,0 0 0,-1 0 0,1 1 1,-1-1-1,1 0 0,-1 0 0,0 0 1,0 0-1,0 0 0,0 0 0,0-1 1,-1 1-1,1 0 0,-1-1 0,1 1 1,-2 1-1,-3 0 10,0-1-1,0 0 1,1 0 0,-2-1 0,1 1 0,0-1-1,0 0 1,-10-1 0,-13 0-2476,16 0-252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11.4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11909,'0'0'9861,"-27"81"-9861,27-92-11765,0-14 4257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11.5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4690,'0'0'12198,"14"111"-13911,-7-80-2977,6-3-2145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11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1 174 2257,'0'0'18529,"6"11"-17300,7 11-783,2 4 626,1-1 1,34 42-1,-49-66-1064,0 0 0,0 0 0,-1 0 0,1 0 0,0 0 0,0 0 0,0-1 0,1 1 0,-1 0 0,0-1 0,0 1 0,0-1 0,0 1 0,1-1 0,-1 0-1,0 1 1,0-1 0,1 0 0,-1 0 0,0 0 0,1 0 0,-1 0 0,0 0 0,0 0 0,1 0 0,-1-1 0,0 1 0,2-1 0,0-1-9,-1 1 0,1-1 1,-1 0-1,0 0 0,1 0 1,-1-1-1,0 1 1,0-1-1,0 1 0,-1-1 1,3-3-1,3-9-39,0 1 1,-1-2-1,6-20 0,-7 10 131,0 0 0,-2 0-1,-1-1 1,-2-47-1,-1 30 394,1 44-567,22 4-13224,-3-2 6517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12.3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26 3954,'0'0'14623,"-3"10"-12985,-6 11-882,2-7-218,1 0-1,1 0 0,-4 18 0,8-29-525,0 0-1,0 0 1,1-1-1,-1 1 1,1 0 0,0 0-1,0 0 1,0 0 0,0 0-1,0 0 1,0-1 0,1 1-1,0 0 1,-1 0 0,1-1-1,0 1 1,1 0 0,-1-1-1,0 1 1,1-1-1,-1 1 1,1-1 0,0 0-1,0 1 1,0-1 0,0 0-1,0 0 1,0-1 0,0 1-1,6 3 1,0-2-58,1-1 0,0 0 1,1 0-1,-1-1 0,0 0 0,0 0 1,1-1-1,12-1 0,-19 1 42,0-1-1,1 1 0,-1-1 0,0 1 1,0-1-1,0 0 0,0 0 1,0 0-1,0-1 0,0 1 1,-1-1-1,1 0 0,0 0 1,-1 1-1,1-2 0,-1 1 1,0 0-1,0 0 0,0-1 1,0 1-1,0-1 0,0 0 0,-1 1 1,1-1-1,-1 0 0,0 0 1,0 0-1,2-6 0,-1-2 45,0 0-1,0 0 0,-1 0 1,-1 0-1,0 0 0,0 0 1,-2-13-1,1 21-70,0-1 0,-1 1 1,1 0-1,0-1 0,-1 1 0,0 0 0,0 0 0,0 0 1,0 0-1,0 0 0,-1 1 0,1-1 0,-1 1 1,0-1-1,0 1 0,1 0 0,-2 0 0,1 0 1,0 0-1,0 1 0,0-1 0,-1 1 0,1 0 1,-1 0-1,1 0 0,-1 1 0,1-1 0,-1 1 0,0 0 1,-3 0-1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12.5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14311,'0'0'8649,"1"24"-6907,5 340 3260,-6-363-5178,0 1 0,1 0 0,-1-1 0,1 1 0,-1 0 0,1-1-1,0 1 1,-1-1 0,1 1 0,0-1 0,0 1 0,0-1 0,0 0 0,1 1-1,-1-1 1,0 0 0,0 0 0,1 0 0,-1 0 0,1 0 0,-1 0 0,1 0-1,-1-1 1,1 1 0,-1 0 0,1-1 0,0 1 0,-1-1 0,1 0 0,0 1-1,3-1 1,-1 0-664,1 1-1,0-1 0,-1 0 0,1 0 1,0 0-1,-1-1 0,1 1 1,0-1-1,-1 0 0,1-1 0,4-1 1,6-11-5553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12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1 156 7507,'0'0'13831,"129"-47"-13079,-68 29-640,0-3-112,6 3-1953,-13-7-3985,-13-2-5652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5:11.6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1072,'0'0'4194,"0"-9"-3228,0-37 608,7 52 376,17 61 1741,-7-12-2011,58 120 1689,-25-62-1001,69 233 0,-89-216-1470,12 139-1,-32-183-229,23 96-1,-24-147-341,2 1 0,1-2-1,1 0 1,2 0 0,25 40 0,-31-56-181,-8-15-123,0 1-1,0-1 1,1 0-1,0 0 0,-1 0 1,1 0-1,0 0 1,1 0-1,-1-1 1,0 1-1,6 4 1,-4-7-36,-3-1-167,-1 1 0,0-1 0,0 0 0,0 0 0,1 0 0,-1 0 0,0 1 0,0-1 0,0 0 0,0 0 0,0 0 0,-1 0 0,1 1 0,0-1 0,0 0 0,0 0 0,-1 0 0,1 1 0,-1-1 0,1 0 0,0 0 0,-1 1 0,1-1 0,-1 0 0,1 1 0,-1-1 0,0 0-1,-18 1-4751,-2-1-7563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5:12.9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61 2945,'0'0'5000,"2"-4"-4466,0-1-221,0 0 0,0 0 0,-1 0 0,1 0 0,-1 0 0,-1-1 0,1 1 0,-1-11 0,2 16-137,0 0 0,0 0 0,0 0 0,1 0 0,-1 0 0,0 1 0,0-1 0,0 1 1,-1-1-1,1 1 0,0 0 0,0-1 0,0 1 0,0 0 0,0 0 0,1 2 0,9 12 359,-1 0 0,-1 1-1,0 0 1,-1 0 0,12 32-1,8 14 562,65 106 1695,41 81-558,-110-196-1775,-2 1 0,28 106-1,-6 71 628,-6-25 469,-31-179-1297,1 0 1,2-1-1,1-1 0,0 0 1,2 0-1,17 22 1,27 50 637,-49-79-722,0 1 0,-1 0 0,-1 0 0,-1 1 0,4 21 0,-7-22-47,1 1 1,1-1 0,9 23 0,-11-36-409,0 0 1,0 0 0,-1 0 0,0 0 0,0 1 0,-1-1 0,1 0 0,-1 1 0,-1 0 0,0 12 0,-1-18 18,0 0 1,-1 0 0,1 0 0,-1 0 0,0 0 0,1 0 0,-1-1 0,0 1 0,1 0 0,-1-1 0,0 0 0,0 1 0,0-1 0,1 0 0,-1 0 0,0 0 0,0 0 0,-2-1 0,-3 1-1013,-40 1-5592,-6-1-2596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5:47.7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1 1793,'-11'4'1113,"0"0"0,0 1 0,0 1 0,1 0 0,-12 9 1,14-10-1317,1 1 1,0 1 0,0-1 0,1 1 0,-1 0 0,1 1-1,1-1 1,0 1 0,0 0 0,0 1 0,-5 14-1,9-9-3777,1-9 1915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5:50.0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130 417 272,'0'0'12873,"-20"14"-12145,12-8-677,0 0 0,0 0 1,-1 0-1,0-1 0,-1-1 0,1 0 1,-1 0-1,1-1 0,-19 4 0,27-7 1168,28 0-162,-12 1-879,0-1 1,-1-1-1,1 0 1,0-1-1,-1 0 1,1-1-1,-1-1 1,0-1-1,18-7 1,246-131 928,-180 98-964,135-58 10,-176 81-141,89-40 29,-93 37 218,-53 26-189,0 0 0,-1-1 0,1 1 0,0 0 0,0-1 0,-1 1 0,1 0 0,0 0 0,0-1 0,0 1 0,0 0 0,0 0 0,0-1 0,0 1 0,0 0-1,0-1 1,0 1 0,1 0 0,-1 0 0,0-1 0,0 1 0,1 0 0,-1-1 0,0 1 0,1-1 0,-1 1 0,1 0 0,-1-1 0,1 1 0,-1-1 0,1 1 0,-1-1 0,1 1 0,-1-1 0,2 1 0,0 1-18,-1-1 0,1 1 0,-1-1 0,1 1 0,0-1 0,0 0 0,0 0 1,0 0-1,0 0 0,0 0 0,0 0 0,0 0 0,0-1 0,3 1 0,15-3-14,0-1-1,-1-1 0,1-1 0,-1-1 0,0-1 1,22-10-1,40-13-7,-46 16-22,-34 14 75,-1 0-65,0 0 0,0-1 0,0 1 0,0 0 0,0 0 0,0-1-1,0 1 1,0 0 0,0 0 0,0 0 0,0-1 0,1 1 0,-1 0 0,0 0 0,0 0 0,0-1 0,0 1 0,0 0 0,0 0 0,1 0 0,-1 0-1,0-1 1,0 1 0,0 0 0,0 0 0,1 0 0,-1 0 0,0 0 0,0 0 0,0 0 0,1-1 0,-1 1 0,0 0 0,0 0 0,1 0 0,-1 0-1,0 0 1,0 0 0,0 0 0,1 0 0,-1 0 0,0 0 0,0 0 0,1 0 0,-1 1 24,1-1-1,-1 0 1,1 1 0,-1-1-1,1 0 1,-1 1-1,0-1 1,1 1 0,-1-1-1,0 0 1,1 1 0,-1-1-1,0 1 1,1-1 0,-1 1-1,0-1 1,0 1 0,0-1-1,0 1 1,1 0 0,-1-1-1,0 1 1,0-1 0,0 1-1,0-1 1,0 2-1,-6 115 113,2-89-150,2-1 0,1 1 1,1 0-1,1 0 0,2-1 1,0 1-1,2-1 0,10 32 1,21 25 0,4-1 0,4-3 1,91 130-1,-122-190-4,0 0 1,-2 1-1,-1 1 1,0-1-1,-2 2 1,0-1-1,-2 1 0,0 1 1,-2-1-1,-1 1 1,0-1-1,-2 31 1,0 2 162,1-1 0,3 1 0,20 86 0,9 35 92,-17-108-108,-10-49-112,-2 1 0,0 0 0,-2 0 0,2 28 0,2 33 186,-6-76-221,0 0 1,1 1 0,0-1 0,0 0 0,1 0 0,0 0 0,3 6-1,-1-2 1,-2 2-2,2 3 0,-2-12-34,-1 1 0,0-1 1,0 1-1,0 0 1,0 0-1,0-1 0,-1 1 1,0 0-1,0 0 0,0 0 1,0 0-1,-1 1 1,1-1-1,-1 5 0,0-9-27,-64 0-294,-113 4 201,151-1 149,1 1-1,-1 1 1,1 1-1,-48 19 1,-100 53-29,-126 47 393,267-114-332,-166 60 482,196-70-485,2-1-3,-1 0 0,0 0 0,1 0 0,-1 1 0,0-1 0,1 0 0,-1 1 0,1-1 0,-1 0 0,1 1 0,-1-1 0,0 1 0,1-1 0,-1 1 0,1-1 0,0 1 0,-1-1 0,1 1 0,-1-1 0,1 1 0,0 0 0,0-1 0,-1 1 0,1 0 0,0-1 0,0 1 0,0 0 0,-1-1 0,1 1 0,0 0 0,0-1 0,0 1 0,0 0 0,1 0 0,-1-1 0,0 1 1,0 0-1,1 0 0,-10 0-5683,-8-1-591,2 0-4173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14.7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 1553,'0'0'11216,"7"0"-10131,159-1 7924,95-7-7410,-180 7-1468,-46 3 245,-28 0 130,-10 2 303,-16 6-794,1 1 0,1 1 0,-1 1 0,2 1 0,0 0 0,-20 23 0,13-13-17,-36 28 0,45-40 31,13-10 10,-1 0 1,0 0 0,0 0-1,0 0 1,-1 0-1,1-1 1,0 1 0,-1-1-1,1 0 1,-4 2 0,0 0 287,-1 1 1,1 0-1,0 1 1,1 0-1,-1 0 1,-9 11-1,6-7-18,22-23-4182,14-20-9451,-14 15 3343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15.0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4562,'0'0'10840,"3"9"-8543,13 33-80,-1-6-409,-2 1 0,15 68 0,-26-92-1771,4 46-1930,-6-57 1298,0 1 1,0-1-1,0 1 0,0-1 1,-1 0-1,0 1 1,1-1-1,-1 0 1,0 1-1,0-1 0,-2 3 1,-3-3-8573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15.4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82 1072,'0'0'15269,"18"-13"-14069,59-41-167,-74 52-924,0 0-1,0 0 1,0 1 0,0-1-1,0 1 1,1 0 0,-1 0 0,0 0-1,1 0 1,-1 1 0,1-1 0,-1 1-1,7 0 1,-8 1-56,0-1-1,0 1 1,0-1-1,0 1 1,0 0-1,0 0 1,0 0-1,0 0 1,0 0-1,-1 0 1,1 0-1,0 1 1,-1-1-1,1 1 1,-1-1-1,3 4 1,-2-1-22,0 1 0,0-1 0,0 0 0,0 1 0,0-1 0,-1 1 1,0 0-1,0-1 0,0 1 0,-1 0 0,0 0 0,1 0 0,-2-1 0,0 8 0,0-9-24,0 0 1,-1 0-1,1-1 0,-1 1 1,0-1-1,1 1 0,-1-1 1,0 0-1,-1 1 0,1-1 1,0 0-1,-1 0 0,1-1 1,-1 1-1,1 0 0,-1-1 0,0 0 1,0 0-1,1 1 0,-7 0 1,-60 13 36,-46-10-261,114-5-108,10 0-10251,9 0 3707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15.6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1 8500,'0'0'15431,"-41"124"-15319,41-117-112,0-3-352,7-4-7316,-7-25 545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15.8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11989,'0'0'5971,"0"93"-13030,7-73-368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16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0 143 9716,'0'0'12724,"10"17"-11929,34 53-347,-41-65-408,0-1 0,1 0 1,-1 0-1,1 0 0,0 0 0,0 0 1,0-1-1,0 1 0,0-1 0,1 0 1,0-1-1,0 1 0,-1-1 0,1 0 1,1 0-1,-1 0 0,0-1 1,0 0-1,1 0 0,-1 0 0,11 0 1,-15-2-47,0 1 0,1-1 0,-1 1 1,0-1-1,0 1 0,1-1 1,-1 0-1,0 0 0,0 0 0,0 1 1,0-1-1,0 0 0,0 0 1,0-1-1,0 1 0,0 0 0,-1 0 1,1 0-1,0 0 0,-1-1 0,1 1 1,-1 0-1,1-1 0,-1-1 1,13-46 50,-9 29-38,3-10 443,-2 0 1,0 0-1,-3 0 0,0-44 1,-2 74-478,1 19-10613,4-13 3317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16.5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32 4866,'0'0'17507,"-18"9"-16829,-55 29-348,72-37-329,0 0 0,-1-1 0,1 1 0,0 0-1,0 0 1,0 0 0,-1 0 0,1 0-1,0 0 1,0 0 0,0 0 0,0 0 0,1 0-1,-1 1 1,0-1 0,0 0 0,1 0 0,-1 1-1,1-1 1,-1 1 0,1-1 0,-1 1-1,1-1 1,0 1 0,0-1 0,0 1 0,0-1-1,0 0 1,0 1 0,0-1 0,0 1-1,1-1 1,-1 1 0,1-1 0,-1 1 0,1-1-1,-1 0 1,1 1 0,0-1 0,0 0 0,-1 0-1,1 1 1,0-1 0,0 0 0,0 0-1,1 0 1,-1 0 0,0 0 0,0 0 0,2 0-1,5 1-31,-1-2 1,1 1-1,0-1 0,0-1 0,-1 1 0,1-1 0,0 0 0,-1-1 0,1 0 0,-1 0 0,0-1 1,11-5-1,-15 7 74,0-1 0,0 1 0,0-1 1,0 0-1,0 0 0,-1 0 0,1 0 1,-1 0-1,0-1 0,1 1 0,-1-1 0,0 1 1,0-1-1,-1 0 0,1 0 0,-1 0 1,1 0-1,-1 0 0,0 0 0,0 0 1,0-1-1,-1 1 0,1 0 0,-1-1 1,1 1-1,-1 0 0,0-1 0,-1 1 0,1 0 1,-1-1-1,0-4 0,0 7-18,0-1 0,0 0 0,0 1 0,0-1 0,0 0 0,0 1 0,0-1-1,-1 1 1,1 0 0,-1 0 0,1-1 0,-1 1 0,1 0 0,-1 0 0,1 0 0,-1 0 0,0 1 0,0-1 0,1 0-1,-1 1 1,-3-1 0,-40-5-3590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16.9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6243,'0'0'16824,"3"12"-14818,6 34-12,-3 1 1,1 51-1,-5-11-1828,-2-86-225,0 1 0,0-1 0,0 0 0,0 1 1,0-1-1,0 0 0,0 1 0,0-1 0,1 0 0,-1 1 0,1-1 0,-1 0 0,1 0 0,-1 1 0,1-1 0,0 0 0,-1 0 0,1 0 0,0 0 0,0 0 0,0 0 0,0 0 0,0 0 0,0 0 0,2 1 0,0-1-136,-1-1 0,0 1 0,0-1 0,1 0 0,-1 0 0,0 0-1,1 0 1,-1 0 0,0 0 0,0 0 0,1-1 0,-1 1-1,4-3 1,4 0-807,-1-1-1,1-1 1,-1 0 0,-1 0-1,16-12 1,-17 11-874,-1 0 0,0 0 0,0-1 0,8-12 0,-5-4-4693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17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59 8836,'0'0'10949,"116"-20"-9380,-69 16-609,7-3-480,-6 2-480,-15 1-240,1-3-2129,-20 2-2993,-7-1-6163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24.1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14 1697,'0'0'13993,"3"-4"-12777,4-6-521,-3 11 32,-5 21 724,-11 41 730,12-62-2166,-1 7 174,-61 324 2915,62-326-3205,-1-1 0,0 0 0,0 0 0,0 0 0,-1 0 0,0 0 0,-3 8 0,-11 2-3921,-8-9-6529,11-6 4954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24.4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1 227 6019,'0'0'4597,"24"-1"-1711,3 0-2214,142-16 1903,400-97 3203,-379 72-5132,-119 28-592,-17 4-22,54-18 0,-156 72-9896,21-23 2952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24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0 3954,'0'0'13964,"-1"8"-11422,-2 0-2205,-1 0-1,0 0 1,0-1 0,0 0-1,-11 13 1,-12 20 362,23-32-680,0 0 0,0 0 1,1 0-1,1 0 1,-1 1-1,1-1 0,1 1 1,-1 0-1,1-1 1,1 14-1,1-21-42,-1 1 0,1-1 1,0 0-1,0 0 0,0 0 0,0 0 0,0 0 0,0 0 1,0 0-1,0 0 0,0-1 0,0 1 0,1 0 0,-1 0 1,0-1-1,0 1 0,1-1 0,-1 0 0,1 1 0,-1-1 1,0 0-1,1 0 0,-1 1 0,0-1 0,1 0 0,-1-1 1,1 1-1,2-1 0,48-4-129,-43 2 155,-1 0 0,0-1 0,0 0 0,0 0 0,-1-1 0,1 0 0,-1 0-1,0 0 1,-1-1 0,1 0 0,-1-1 0,0 0 0,-1 0 0,1 0 0,-1 0-1,-1-1 1,0 0 0,0 0 0,0 0 0,-1 0 0,0-1 0,-1 1 0,1-1-1,0-14 1,-3 21 11,0 1-1,-1-1 0,1 0 0,-1 0 0,1 0 1,-1 0-1,0 1 0,0-1 0,0 0 0,0 1 1,0-1-1,0 1 0,0-1 0,-1 1 0,1-1 1,0 1-1,-1 0 0,1 0 0,-1 0 0,0 0 1,1 0-1,-1 0 0,0 0 0,1 0 0,-1 1 1,0-1-1,0 1 0,0-1 0,0 1 0,-3-1 1,-8-1-220,0 1 0,-1 0 0,-15 1 0,21 0-343,5 0-1596,10 4-8929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25.5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271 1 2721,'0'0'13094,"-10"0"-11640,4 0-1282,-6-1 201,1 1 0,0 1 1,-1 0-1,1 0 1,0 1-1,0 1 1,0 0-1,-19 8 1,15-4 106,-1 1 0,2 1 0,0 0 0,-20 17 1,30-22-443,0 0 1,1 0 0,-1 0 0,1 1 0,0 0 0,0-1-1,0 1 1,1 0 0,-1 0 0,1 1 0,0-1 0,1 0-1,0 1 1,-1-1 0,2 1 0,-1 0 0,1 8 0,-1-13-64,1 1 0,0-1 0,0 1 0,1-1 0,-1 1 0,0-1 0,0 1 0,1-1 0,-1 1 0,1-1 0,-1 1 0,1-1 0,0 0 0,-1 1 0,1-1 0,0 0 0,0 0 0,0 0 0,0 1 0,0-1 0,0 0 0,0 0 0,0 0 0,2 1 0,0-1-44,0-1 0,-1 1 1,1 0-1,0 0 0,-1-1 0,1 0 0,0 1 1,0-1-1,-1 0 0,1 0 0,0-1 0,4 0 1,1-1-91,0 0 1,0 0 0,-1-1 0,1 0 0,0 0-1,-1-1 1,0 0 0,9-6 0,-3 0 80,-1-1 0,0-1 0,-1 0 1,0 0-1,-1-1 0,0 0 0,-1-1 0,-1 0 0,0 0 0,11-28 1,-20 46 494,1 0 0,0 0 0,0 0 1,0 0-1,0-1 0,0 1 1,1 0-1,0 0 0,0 0 1,0 0-1,0 0 0,1-1 1,3 7-1,-3-6-488,0 1 0,1-1 0,-1 1 0,1-1 0,1 0 0,-1 0 0,0-1 0,1 1 0,0-1 0,0 1 0,0-1 0,0 0 0,0 0 0,1-1 0,-1 0 0,1 1 0,0-2 0,0 1 0,0 0 0,0-1 0,0 0 0,8 1 0,35-1-4105,-2-2-4005,-18-3-76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25.9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 5 5955,'0'0'16399,"-69"-4"-13107,62 6-3248,1 1-1,0 0 0,-1 0 0,1 1 0,0-1 0,0 1 0,1 0 1,-1 1-1,1 0 0,0 0 0,0 0 0,1 0 0,0 1 1,-1-1-1,2 1 0,-1 0 0,1 0 0,0 1 0,0-1 0,1 1 1,-1-1-1,0 9 0,3-14-78,1 0-1,-1 1 1,1-1 0,-1 0 0,1 1-1,0-1 1,-1 0 0,1 0 0,0 0 0,0 0-1,0 0 1,0 0 0,0 0 0,0 0-1,0 0 1,0 0 0,1-1 0,-1 1 0,0 0-1,0-1 1,1 1 0,-1-1 0,0 1-1,1-1 1,-1 0 0,1 1 0,-1-1-1,0 0 1,1 0 0,-1 0 0,3 0 0,58 0-2212,-45-1 907,21-3-2676,-34 4 2974,0-1 0,0-1 0,-1 1 0,1 0 0,-1-1 0,1 0-1,5-4 1,6-7-4960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26.3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319 1 6515,'0'0'13641,"-19"28"-10237,-8 10-2545,2-3-29,1 0 0,-34 71-1,-91 233 2704,146-333-3628,0 0 0,1 0-1,0 0 1,0 0 0,1 0 0,0 1 0,-1 10 0,12-18-956,3-3 873,0 0 0,-1-1 0,1-1 0,-1 0-1,-1 0 1,1-2 0,16-12 0,-4 3 82,-22 16 44,4-2 1213,-6 8 503,0 4-1835,-1 9 64,1 35 774,0-52-853,1 0-1,-1 1 1,0-1-1,0 1 1,1-1-1,-1 0 1,1 0-1,-1 1 1,1-1-1,0 0 1,-1 0-1,1 0 0,0 1 1,0-1-1,0 0 1,0 0-1,0 0 1,0-1-1,0 1 1,0 0-1,0 0 1,0 0-1,1-1 1,-1 1-1,0-1 1,1 1-1,-1-1 1,0 1-1,1-1 1,-1 0-1,2 1 1,6-1-2368,1 1-1,-1-2 1,0 1 0,12-3 0,7-10-8353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26.5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 7043,'0'0'20730,"-6"38"-19690,-8-22-928,7-5-112,1 0-848,6-2-1105,-7-4-1745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26.6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 14887,'0'0'8484,"-55"103"-12054,55-64-1200,0-3-3378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27.1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81 672,'0'0'23166,"0"7"-21947,0-5-1072,4 51 2040,-4-50-2131,0-1 0,0 1 0,1-1 0,-1 1 1,1-1-1,-1 1 0,1-1 0,0 1 0,0-1 0,0 0 1,0 0-1,1 1 0,-1-1 0,0 0 0,1 0 1,0 0-1,-1 0 0,1-1 0,0 1 0,3 2 0,-2-4-77,-1 0-1,1 1 1,0-1-1,0 0 1,0 0-1,0-1 0,0 1 1,0-1-1,0 1 1,0-1-1,-1 0 1,1 0-1,0 0 0,-1-1 1,1 1-1,0-1 1,-1 1-1,0-1 0,1 0 1,-1 0-1,0 0 1,0 0-1,0 0 1,3-4-1,6-8 28,0-1 0,15-26-1,-22 34 24,29-74 203,-28 77-7191,1 9 990,0 2 1129,12 0-3620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27.4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82 3730,'0'0'16786,"20"3"-15199,-16-2-1529,35 6 468,1-3 1,0 0-1,47-4 1,-84 0-516,-1 0-1,1-1 0,0 0 1,-1 0-1,1 0 0,-1 0 1,1 0-1,-1 0 1,1-1-1,-1 1 0,0-1 1,0 1-1,0-1 1,0 0-1,0 0 0,0 0 1,0 0-1,0 0 1,-1-1-1,1 1 0,-1 0 1,0-1-1,0 1 0,0-1 1,0 1-1,0-1 1,0 0-1,-1 1 0,1-1 1,-1 0-1,0 0 1,0 1-1,0-1 0,0 0 1,0 0-1,0 1 1,-2-5-1,2 5-4,-1 1 1,1 0-1,-1 0 0,0 0 0,1 0 1,-1 0-1,0-1 0,0 1 1,0 0-1,1 1 0,-1-1 1,0 0-1,0 0 0,0 0 0,-1 0 1,1 1-1,0-1 0,0 1 1,0-1-1,0 1 0,-1-1 1,1 1-1,0 0 0,-1-1 0,1 1 1,-2 0-1,-42-1 202,30 2-173,7-1 106,0 1 0,0 0-1,0 1 1,0 0 0,1 0-1,-1 0 1,1 1 0,-1 0-1,1 1 1,0 0-1,0 0 1,1 0 0,-1 1-1,-5 5 1,9-8-94,1 1 0,0-1-1,-1 0 1,1 0 0,0 1 0,1-1 0,-1 1-1,0 0 1,1 0 0,-1-1 0,1 1 0,0 0 0,0 0-1,0 0 1,1 0 0,-1 0 0,1 0 0,-1 1-1,1-1 1,0 0 0,0 0 0,0 0 0,1 0-1,-1 0 1,1 0 0,0 1 0,0-1 0,0-1-1,0 1 1,0 0 0,1 0 0,-1 0 0,1-1 0,0 1-1,-1 0 1,1-1 0,0 0 0,3 3 0,6 6-452,0-1 0,0 0 0,1-1 1,0-1-1,0 1 0,25 10 0,-23-12-794,1-1 0,0-1-1,0 0 1,0-1-1,1-1 1,17 2-1,35-3-4624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27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339 1 13942,'0'0'11334,"-101"160"-8245,81-88-1552,-1 5-17,8-2-543,-8-5-609,8-7-368,-1-13 0,1-8-208,-1-10-592,1-7-609,-1-7-720,-13-4-1201,7-5-1488,-14-5-3650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28.2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1 490 12070,'26'-9'2980,"179"-54"2723,38-12-2637,-171 51-2963,73-37 1,-122 50-369,-1-1 1,0-1-1,0-1 0,-2-1 1,0-1-1,0-1 0,17-20 1,-32 32 211,-1 1-1,0-1 1,0-1 0,0 1 0,-1-1 0,0 1-1,0-1 1,0 0 0,-1 0 0,0 0 0,0 0 0,0-1-1,-1 1 1,1-13 0,-2 18 94,0 0 1,-1-1-1,1 1 1,0 0-1,-1 0 1,1 0-1,-1 0 1,1 0-1,-1 0 1,1 0-1,-1 0 1,0 0-1,0 0 1,1 1-1,-1-1 1,0 0-1,0 0 1,0 1-1,0-1 1,0 0-1,0 1 0,0-1 1,0 1-1,0-1 1,0 1-1,0 0 1,0-1-1,-1 1 1,1 0-1,0 0 1,-2 0-1,-46-2 855,36 2-617,3 1-35,-1-1-1,1 2 1,0-1-1,-1 1 1,1 1-1,0 0 0,0 0 1,1 1-1,-1 0 1,1 1-1,-9 5 1,3 0-15,2 1 0,-1 0 0,1 0 1,1 1-1,0 1 0,-10 14 1,-7 15-83,2 1 1,2 1 0,-30 74-1,26-52-136,8-25 3,3 2 0,1 0 0,-18 78 0,34-120-18,1 0-1,0 0 0,-1 0 1,1 0-1,0 0 1,0 0-1,0 0 1,0 0-1,0 0 0,0 0 1,0 0-1,0 0 1,0 0-1,0 0 0,1 0 1,-1 0-1,0 0 1,1 0-1,-1 0 1,1 0-1,-1 0 0,1 0 1,-1 0-1,2 1 1,24 1-183,-16-3 152,0-1-2,1 0-1,-1 0 1,0-1 0,0 0-1,0-1 1,0 0 0,0-1-1,16-8 1,-5 0-59,0-1 0,31-25 0,-39 26 791,-13 12-646,0 0 0,0 1 1,0-1-1,0 0 0,0 0 1,0 0-1,0 0 0,0 0 1,0 0-1,0 0 0,0 0 1,0 1-1,0-1 0,0 0 1,0 0-1,0 0 1,0 0-1,0 0 0,1 0 1,-1 0-1,0 0 0,0 0 1,0 0-1,0 0 0,0 1 1,0-1-1,0 0 0,0 0 1,0 0-1,1 0 0,-1 0 1,0 0-1,0 0 0,0 0 1,0 0-1,0 0 0,1 0 1,-2 18 328,0 0-915,1-11-61,-1-1 0,1 1 0,1 0 0,-1 0 0,4 12 0,8 0-4689,-10-18 4571,0 0 0,-1 0 0,1 0 0,0 0 0,0-1 0,-1 1 0,1 0 0,0-1-1,0 0 1,0 1 0,0-1 0,3 0 0,20 1-9379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28.4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0 14727,'0'0'15943,"-95"115"-15879,95-106-64,0-7-560,0 1-961,7-3-5618,6 0 416,1-18-3554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28.6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8676,'0'0'14295,"0"5"-15672,0 10-1969,0 1-3889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28.9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257 0 4530,'0'0'12665,"-25"4"-8490,-80 13-790,46-2-828,57-14-2499,1-1 0,0 1 0,0-1 1,0 1-1,-1 0 0,1-1 0,0 1 0,0 0 0,0 0 0,0 0 0,0 0 0,0 0 0,1 0 0,-1 0 0,0 0 0,0 0 0,1 1 0,-1-1 0,1 0 0,-1 0 1,1 1-1,0-1 0,-1 0 0,1 1 0,0-1 0,0 3 0,0-3-71,1 1 1,-1-1-1,1 1 0,0-1 1,-1 0-1,1 1 1,0-1-1,0 0 0,0 0 1,0 0-1,0 0 1,0 0-1,0 0 0,1 0 1,-1 0-1,0 0 1,0 0-1,1 0 0,-1-1 1,1 1-1,-1-1 1,3 1-1,42 13-797,-37-12 552,0 1-83,0 0 0,0 0 0,0 1 0,10 6 0,-18-9 303,0 0-1,0-1 1,0 1 0,0 0-1,0 0 1,0-1 0,0 1-1,0 0 1,0 0 0,0 0-1,-1 0 1,1 0 0,0 1-1,-1-1 1,1 0 0,-1 0-1,1 0 1,0 2 0,-2-1 41,1-1 0,0 0 0,-1 0 1,1 0-1,-1 0 0,1 1 0,-1-1 0,0 0 1,1 0-1,-1 0 0,0 0 0,0 0 0,1 0 1,-1-1-1,0 1 0,0 0 0,0 0 0,0-1 1,0 1-1,-1 0 0,1-1 0,0 1 0,0-1 1,-1 1-1,-17 7 280,0-2-1,0 0 1,-1 0 0,0-2 0,0-1 0,0 0-1,-21-1 1,61-13-14076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29.1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0 7043,'0'0'19353,"-122"68"-18489,88-45-864,14 1-1072,-7-6-2354,0-9-303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30.2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28 163 880,'-1'4'21187,"-2"6"-16601,-13 58-2762,13-58-1754,2 0 0,-1 0 0,1 1 0,1 9 0,0-19-75,1 0 1,0 0-1,0 1 1,0-1 0,0 0-1,0 0 1,0-1 0,0 1-1,0 0 1,0 0 0,0 0-1,0-1 1,0 1-1,0 0 1,1-1 0,-1 1-1,0-1 1,1 0 0,-1 1-1,0-1 1,1 0 0,-1 0-1,0 0 1,1 0 0,-1 0-1,0 0 1,1 0-1,1-1 1,42 0-270,-39-1 180,1 0 0,-1 0 0,0 0 0,0-1 0,0 1 0,-1-1 0,1-1-1,-1 1 1,1-1 0,-1 0 0,0 0 0,-1-1 0,1 1 0,7-11 0,1-2-76,-1 0 0,-1 0 0,12-24 0,-23 42 178,0 1 0,0 0 1,0-1-1,0 1 0,0 0 1,0-1-1,1 1 0,-1-1 1,0 1-1,1 0 0,0-1 1,-1 1-1,1-1 0,0 0 1,0 1-1,-1-1 0,1 1 0,1-1 1,-1 0-1,0 0 0,0 0 1,0 1-1,0-1 0,1 0 1,-1-1-1,1 1 0,-1 0 1,0 0-1,1-1 0,1 2 1,3 1-37,1 1 1,-1-1 0,0 0-1,1-1 1,0 0 0,10 3-1,-14-4 7,0-1-1,0 0 0,0 1 0,0-1 0,0 0 1,0 0-1,0-1 0,0 1 0,0-1 1,-1 1-1,1-1 0,0 0 0,0 0 0,0 0 1,-1 0-1,1-1 0,-1 1 0,1-1 1,-1 0-1,1 1 0,-1-1 0,0 0 0,3-4 1,0-1 29,-1-1 0,-1 0 0,1 0 0,-1 0 0,-1-1 0,1 1 0,0-10 0,0-3 177,0 0 1,-2 1 0,-1-28 0,0 25 506,0 23-752,0-1 1,-1 1-1,1 0 0,0 0 1,0 0-1,0 0 1,-1 0-1,1 0 0,0 0 1,0 0-1,-1 0 1,1 0-1,0 0 0,0 0 1,0 0-1,-1 0 0,1 0 1,0 0-1,0 0 1,0 0-1,-1 0 0,1 1 1,0-1-1,0 0 1,0 0-1,-1 0 0,1 0 1,0 0-1,0 1 0,0-1 1,0 0-1,0 0 1,-1 0-1,1 0 0,0 1 1,0-1-1,0 0 1,0 0-1,0 0 0,0 1 1,0-1-1,0 0 0,0 0 1,0 0-1,0 1 1,0-1-1,0 0 0,0 0 1,0 1-1,0-1 1,0 0-1,0 0 0,0 0 1,0 1-1,0-1 1,0 0-1,0 0 0,1 27-9651,5-17 1361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30.6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68 6931,'0'0'15060,"13"2"-13936,-3 0-951,14 3 92,0-1 1,30 1 0,-49-5-265,0 0 1,0 1 0,0-1 0,0-1 0,0 1-1,0-1 1,-1 0 0,1 0 0,0 0-1,0-1 1,-1 0 0,1 0 0,-1 0 0,1 0-1,-1 0 1,0-1 0,0 0 0,0 0 0,5-6-1,-8 8-9,0 1 0,0-1-1,0 0 1,-1 0 0,1 0-1,0 1 1,0-1 0,-1 0-1,1 0 1,-1 0-1,1 0 1,-1 0 0,1 0-1,-1 0 1,0-1 0,0 1-1,1 0 1,-1 0 0,0 0-1,0 0 1,0 0 0,0 0-1,0 0 1,0-1-1,-1 1 1,1 0 0,0 0-1,0 0 1,-1 0 0,1 0-1,-1 0 1,1 0 0,-1 0-1,1 0 1,-1 0 0,0 0-1,1 0 1,-1 0-1,0 1 1,0-1 0,0 0-1,0 1 1,0-1 0,1 0-1,-1 1 1,0-1 0,0 1-1,0-1 1,-1 1 0,1 0-1,0-1 1,0 1-1,0 0 1,-2 0 0,-8-2 21,-1 0 0,1 1 0,-1 1 0,-14 1 0,13-1 16,1 0 177,-1 0 1,1 1-1,0 1 0,-1-1 1,-18 7-1,28-7-145,1 0-1,0-1 0,-1 1 0,1 0 1,0 0-1,0 1 0,0-1 1,0 0-1,0 1 0,0 0 0,0-1 1,0 1-1,0 0 0,1 0 0,-1 0 1,1 0-1,-1 0 0,1 0 1,0 0-1,0 0 0,0 1 0,0-1 1,0 0-1,1 1 0,-1-1 1,1 1-1,-1-1 0,1 1 0,0-1 1,0 1-1,0-1 0,0 0 1,0 1-1,2 2 0,-1-2-65,0 1 1,0-1-1,1 0 0,0 0 0,-1 0 0,1-1 1,1 1-1,-1 0 0,0-1 0,0 1 1,1-1-1,-1 0 0,1 0 0,0 0 0,4 2 1,54 28-647,-44-24 255,75 31-2646,-70-32 903,0-1-1,31 5 1,27-4-5753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31.2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0 6227,'0'0'18726,"0"10"-16048,0 104 2399,-2-113-5474,-1-1 0,1 1-1,-1-1 1,1 1 0,-1-1 0,1 0-1,0 0 1,-1 0 0,1 0-1,-1-1 1,-4 0 0,-2-12-1624,9 12 1989,-1 0 1,1 0-1,-1 0 1,1 1-1,-1-1 1,1 0-1,-1 0 1,0 1-1,1-1 1,-1 0-1,0 1 1,0-1-1,1 1 1,-1-1-1,0 1 1,0-1 0,0 1-1,1 0 1,-1-1-1,0 1 1,0 0-1,0 0 1,0-1-1,0 1 1,0 0-1,0 0 1,0 0-1,0 0 1,0 0-1,0 1 1,1-1-1,-3 0 1,-3 1 167,-1 1 1,1-1-1,0 1 1,0 0 0,0 1-1,0-1 1,0 1-1,0 0 1,1 1-1,-1-1 1,1 1-1,0 0 1,0 1 0,-6 7-1,8-10-75,0 1 0,1-1-1,-1 1 1,1 0 0,-1 0-1,1 0 1,0 0 0,0 1 0,1-1-1,-1 1 1,1-1 0,-1 1-1,1-1 1,0 1 0,1 0 0,-1 0-1,1-1 1,-1 1 0,1 0-1,0 0 1,0-1 0,1 1 0,-1 0-1,1 0 1,0-1 0,0 1-1,2 4 1,-2-7-87,1 1-1,-1-1 1,1 0 0,0 1-1,-1-1 1,1 0 0,0 0-1,0 0 1,0 0 0,0 0-1,0-1 1,0 1 0,0-1-1,0 1 1,0-1-1,0 0 1,0 1 0,4-1-1,49-1-1171,-37 0 453,-13 1 590,99-2-6587,-84 0 3704,0-1 0,0 0 0,21-7 1,0-4-2323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31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0 4418,'0'0'19481,"-13"0"-18144,1 0-1050,1 1 1,-1 0-1,1 1 1,-1 0-1,1 1 1,0 0-1,0 0 1,0 2 0,1-1-1,-1 1 1,1 1-1,0 0 1,-10 8-1,15-11-222,1 0-1,0 0 1,-1 1 0,1-1-1,0 1 1,1 0-1,-1 1 1,1-1-1,0 0 1,0 1-1,0 0 1,0 0-1,1 0 1,0 0-1,0 0 1,0 0 0,1 0-1,0 1 1,0-1-1,-1 9 1,3-13-71,0 0 0,0 0 1,0 0-1,-1 0 0,1 0 1,0 0-1,1-1 0,-1 1 0,0 0 1,0-1-1,0 1 0,0-1 1,0 1-1,1-1 0,-1 1 1,0-1-1,1 0 0,-1 0 0,0 1 1,0-1-1,1 0 0,-1 0 1,0 0-1,1-1 0,-1 1 1,2 0-1,39-5-208,-36 2 353,0 0 1,0 0 0,0-1 0,-1 0 0,1 0 0,-1 0 0,0-1 0,0 1 0,0-1 0,-1-1 0,0 1 0,0-1-1,0 1 1,0-1 0,-1 0 0,0 0 0,4-13 0,-8 23-293,1 0 1,0 0-1,1 0 0,-1 0 1,1 0-1,-1-1 0,1 1 1,0 0-1,1 0 0,-1-1 1,1 1-1,-1 0 0,1-1 1,0 0-1,1 1 0,-1-1 1,0 0-1,1 0 0,0 0 1,0 0-1,0-1 0,0 1 1,0-1-1,0 0 0,0 0 1,1 0-1,-1 0 0,1 0 1,0-1-1,6 2 0,0 1-1046,0-1 0,1 1 0,0-2 0,12 2 0,45 0-8330,-26-4 1629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31.9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58 162 7764,'0'0'20214,"-9"14"-18709,-27 41-347,24-32 525,15-40-1536,-3-2-471,0 0 1,2 0-1,0 0 0,8-31 1,-6 40 0,0-1-1,0 1 1,1 0 0,0 1 0,0-1-1,1 1 1,0 0 0,1 0 0,13-12 0,-16 20-1109,0 0 1,0 1 0,0-1-1,0 1 1,0 0 0,0 1-1,0-1 1,0 0 0,0 1-1,0 0 1,7 3 0,10 2-6933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32.2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88 7443,'0'0'18409,"8"20"-16475,25 58-605,-19-47-149,-15-35-762,-12-31-794,11 30 296,0 0 1,0 0 0,1 0 0,-1-1 0,1 1 0,0-1 0,1 1-1,-1-1 1,1 1 0,0-1 0,1 1 0,-1-1 0,1 1 0,0-1 0,1 1-1,-1 0 1,1-1 0,0 1 0,0 0 0,1 0 0,-1 0 0,1 1-1,0-1 1,1 0 0,-1 1 0,1 0 0,-1 0 0,1 0 0,8-5 0,-7 6-488,0 0 1,0 1 0,0-1-1,0 1 1,1 0 0,-1 0-1,1 1 1,-1 0 0,1 0 0,0 0-1,9 0 1,19 1-9567,-14 0 2124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32.4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2785,'0'0'24988,"20"65"-23964,-6-56-303,-1-2-417,1 0-272,-1-5-32,-6 3-160,0-3-1409,0 2-1328,-1 1-1938,1-5-3809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32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970 1 1265,'0'0'25550,"-16"21"-22984,-215 309 820,57-68-3953,95-137-697,-5-3 0,-119 131 0,175-225-1281,-32 27-1,-34 13-4700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33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245 7 3169,'0'0'10549,"-5"-2"-8991,1 1-1365,-1 0-1,1 0 0,0 1 0,0-1 0,-1 1 0,1 0 1,0 0-1,0 0 0,-1 1 0,1 0 0,0-1 1,0 1-1,0 1 0,0-1 0,0 1 0,0-1 1,0 1-1,0 0 0,1 1 0,-1-1 0,1 1 1,-1-1-1,1 1 0,-4 5 0,-10 7 467,0 1 0,1 0 1,1 1-1,-13 20 0,22-29-544,1 1 0,0-1 0,1 1-1,0 0 1,0 1 0,1-1 0,0 1 0,0-1 0,1 1 0,1 0-1,-2 16 1,3-23-115,0 1 0,0-1 0,0 0-1,0 0 1,0 0 0,0 1 0,1-1-1,0 0 1,-1 0 0,1 0 0,0 0-1,1 0 1,-1 0 0,0 0 0,1-1-1,0 1 1,0 0 0,2 2 0,0-3-3,0 0 1,0 0-1,0 0 1,1-1-1,-1 1 1,0-1-1,1 0 0,-1-1 1,1 1-1,-1-1 1,1 0-1,0 0 1,4 0-1,-1-1 5,1 0-1,-1 0 0,0-1 0,0 0 0,0-1 0,0 1 1,0-2-1,0 1 0,-1-1 0,1 0 0,-1 0 1,0-1-1,-1 0 0,1-1 0,-1 1 0,0-1 1,7-9-1,-6 7-5,-1 0 1,0 0-1,0-1 0,-1 1 1,0-1-1,0-1 0,-1 1 1,-1-1-1,1 1 1,-2-1-1,1 0 0,-1 0 1,1-19-1,-3 25 9,1 1-1,-1 0 1,0 0-1,-1 0 1,1 0-1,0 0 1,-1-1-1,0 1 1,1 0 0,-1 0-1,0 0 1,-1 0-1,1 1 1,-1-1-1,1 0 1,-1 1-1,0-1 1,0 0 0,0 1-1,0 0 1,0 0-1,0-1 1,-1 1-1,1 1 1,-1-1-1,0 0 1,1 0 0,-1 1-1,0 0 1,0 0-1,0 0 1,0 0-1,0 0 1,0 0-1,0 1 1,0-1-1,0 1 1,-1 0 0,1 0-1,-4 1 1,3-2-44,0 1 1,0 0-1,0 0 1,1 0 0,-1 1-1,0-1 1,0 1-1,1 0 1,-1 0 0,0 0-1,1 1 1,-1-1-1,1 1 1,-5 3 0,6-3-312,0 0 1,0 1-1,0-1 1,0 0-1,0 1 1,1 0-1,0-1 1,-1 1-1,1 0 1,0 0-1,0-1 1,0 1-1,1 0 1,-1 0-1,1 0 1,-1 0-1,1 0 1,0 6-1,3 8-5394,8-4-1558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34.1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7235,'0'0'15661,"1"15"-14106,4 163 1457,-3-177-3035,0 0 1,0-1-1,-1 1 0,1-1 0,0 1 0,0-1 0,0 0 1,0 0-1,0 0 0,0 0 0,-1 0 0,1 0 1,0-1-1,0 1 0,0-1 0,0 1 0,1-2 0,8-4-187,0 0-1,-1-1 0,0 0 1,15-14-1,8-7-166,54-41-359,-92 108 3089,3-32-2337,0 1 1,0-1-1,1 0 1,0 0-1,1 1 0,0-1 1,1 15-1,-1-20-70,1 0 0,-1 0-1,1 0 1,-1 0 0,1 0 0,0-1 0,0 1-1,0 0 1,0 0 0,1 0 0,-1-1 0,0 1-1,1-1 1,-1 1 0,1-1 0,0 0 0,-1 1-1,1-1 1,0 0 0,0 0 0,-1 0 0,1 0-1,0 0 1,0-1 0,0 1 0,0-1 0,0 1 0,0-1-1,1 0 1,-1 1 0,3-2 0,4 2-707,0-1 0,1 0 0,-1 0 0,0-1-1,0-1 1,0 1 0,0-2 0,0 1 0,0-1 0,-1 0 0,1-1 0,-1 0 0,0 0 0,8-6 0,38-30-8321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34.4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0 13430,'0'0'4018,"-135"108"512,101-58-2561,7 2-704,7 4 175,6-6-479,14-3-497,0-4-320,0-4-144,14-10-64,13-9-608,0-8-417,7-12-608,0 0-528,0 0-1232,-7-7-2898,-14-9-2321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34.5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78 8036,'0'0'7379,"176"-34"-6082,-95 25-705,7 0-592,-13 2-912,6 0-4291,-7-4-5634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35.0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266 0 11685,'0'0'5688,"-21"4"-1995,-72 14-1266,83-15-2049,0 0-1,-1 0 0,2 1 1,-1 0-1,0 1 0,1 0 1,0 0-1,0 1 0,0 0 1,1 1-1,0 0 0,0 0 1,-7 10-1,12-13-308,1 0 1,0 0-1,0 0 1,1 0-1,-1 0 0,1 0 1,0 1-1,0-1 1,0 0-1,1 1 1,-1-1-1,1 0 0,0 1 1,2 8-1,-2 3-94,0-15 23,0-1 0,0 1 0,1 0 0,-1 0 0,0 0 0,1-1-1,-1 1 1,0 0 0,1-1 0,-1 1 0,1 0 0,-1-1 0,1 1 0,-1-1 0,1 1-1,-1 0 1,1-1 0,0 0 0,-1 1 0,1-1 0,0 1 0,-1-1 0,1 0-1,0 1 1,0-1 0,-1 0 0,1 0 0,0 0 0,0 1 0,0-1 0,-1 0 0,1 0-1,0 0 1,0 0 0,0 0 0,-1-1 0,1 1 0,0 0 0,0 0 0,-1 0 0,2-1-1,33-12-4,13-29 57,19-14 2565,-61 89-2209,6 7-2660,-10-36 1722,0-1 0,0 0 0,0 1 0,0-1 1,0 0-1,1 0 0,-1 0 0,1-1 0,0 1 1,0 0-1,0-1 0,0 0 0,0 0 0,1 0 1,-1 0-1,1 0 0,-1-1 0,1 1 0,-1-1 1,1 0-1,0 0 0,0-1 0,5 1 0,11 0-8605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35.4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87 7123,'0'0'15858,"6"2"-13956,-4-2-1700,1 1-1,0 0 0,0 0 1,0 0-1,0 1 0,-1-1 0,1 0 1,-1 1-1,1 0 0,-1 0 1,0 0-1,1 0 0,-1 0 0,0 0 1,0 0-1,0 1 0,-1-1 1,1 1-1,1 3 0,-2-4-215,0 0-1,0 0 1,1 0-1,-1 0 0,0 0 1,1 0-1,0-1 1,-1 1-1,1-1 0,0 1 1,0-1-1,0 1 1,0-1-1,0 0 1,0 0-1,0 0 0,0 0 1,0 0-1,1-1 1,-1 1-1,0-1 1,0 1-1,1-1 0,-1 0 1,0 0-1,1 0 1,-1 0-1,0 0 1,1-1-1,-1 1 0,0-1 1,0 1-1,1-1 1,-1 0-1,0 0 1,4-2-1,7-4-449,0 0-1,0-1 1,0 0 0,15-14-1,-22 17 464,83-77-218,-79 72 286,-9 57 3281,0-17-3794,-1-29 336,1 0 1,-1 0-1,0 1 0,0-1 0,1 0 0,-1 0 0,1 0 1,-1 0-1,1 0 0,-1 0 0,1 0 0,0 0 1,0 0-1,-1 0 0,1 0 0,0 0 0,0 0 1,0 0-1,0 0 0,0-1 0,0 1 0,0-1 0,0 1 1,0 0-1,0-1 0,1 0 0,-1 1 0,0-1 1,2 1-1,41 4-3925,-37-5 3123,46 1-6646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39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27 4674,'0'0'11760,"21"-6"-10015,68-14 312,-88 20-1947,1 0 1,0 0-1,-1 0 0,1 0 1,0 0-1,0 1 1,-1-1-1,1 0 0,0 1 1,-1 0-1,1-1 1,-1 1-1,1 0 0,-1 0 1,1 0-1,-1 0 0,1 0 1,-1 0-1,0 0 1,0 1-1,1-1 0,-1 0 1,0 1-1,0-1 1,0 1-1,-1-1 0,1 1 1,1 2-1,8 43 2251,-10-43-2126,8 105 3746,-8-108-3941,0-20-312,7-107-1583,-7 125 1852,0 1 0,0-1 0,0 1 0,0-1 0,0 1 0,0-1 0,0 0 0,-1 1 0,1-1 0,0 1 0,0-1-1,-1 1 1,1-1 0,0 1 0,0-1 0,-1 1 0,1 0 0,-1-1 0,1 1 0,0-1 0,-1 1 0,1 0 0,-1-1-1,1 1 1,-1 0 0,1 0 0,-1-1 0,1 1 0,-1 0 0,1 0 0,-2 0 0,-22 0-71,-23 17-39,33-8 136,2 1 0,-1 0-1,1 1 1,1 0 0,0 1 0,-11 14-1,18-21-12,0 1 0,1 0 0,-1 0 0,1 0 0,0 0 0,0 1 0,1-1 0,0 1 0,0-1 0,1 1 0,0 0 0,0 0 0,0 0 0,1 0 0,0 0 0,1 0 0,0 7 0,0-11-8,1 0 0,-1-1-1,1 1 1,-1-1 0,1 1 0,0-1 0,0 0 0,0 1-1,0-1 1,0 0 0,1 0 0,-1-1 0,0 1 0,1 0 0,0-1-1,-1 0 1,1 1 0,0-1 0,0 0 0,-1 0 0,7 1-1,4 1-31,1 0-1,-1-1 0,22 1 0,-6-2-1802,1-2 0,43-6 0,-46 2-402,-1-1 0,0-2 0,0 0-1,0-2 1,26-13 0,4-9-3055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40.3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1 3089,'0'0'13407,"-11"3"-11321,-9 3-711,0 1 0,0 1 0,-33 18 0,48-24-1200,0 1 1,1 0-1,-1 0 1,0 1-1,1-1 1,0 1 0,0 0-1,0 0 1,0 1-1,1-1 1,0 1-1,0-1 1,0 1 0,0 0-1,1 0 1,-1 1-1,1-1 1,1 0-1,-1 1 1,1-1-1,0 1 1,0 5 0,1-10-175,0 1 1,1-1 0,-1 1 0,1-1 0,0 0 0,-1 1 0,1-1-1,0 0 1,0 0 0,0 1 0,0-1 0,0 0 0,0 0 0,0 0-1,0 0 1,1 0 0,-1-1 0,0 1 0,0 0 0,1 0 0,-1-1-1,0 1 1,1-1 0,-1 1 0,1-1 0,-1 0 0,1 0 0,-1 1-1,1-1 1,-1 0 0,1 0 0,2-1 0,51-1-21,-47 1-5,-1-1-1,1 0 1,-1-1 0,0 0-1,0 0 1,0 0-1,0-1 1,-1 0 0,1 0-1,5-5 1,2-3-41,0-1 1,-1 0 0,11-15 0,-13 12 1973,-19 41-1276,7-23-676,0 0 1,1 0-1,0 0 0,-1 0 1,1 0-1,0 1 0,0-1 1,0 0-1,0 0 0,1 0 0,-1 0 1,1 1-1,-1-1 0,1 0 1,0 0-1,-1 0 0,1 0 1,0 0-1,0 0 0,1-1 1,-1 1-1,0 0 0,1 0 0,-1-1 1,1 1-1,-1-1 0,1 1 1,0-1-1,0 0 0,-1 0 1,1 0-1,0 0 0,0 0 0,0 0 1,3 1-1,6 0-811,0 1 0,0-2 0,1 1 0,-1-2 0,18 0 0,-14 0-438,26-4-3873,-1-15-2452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40.6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 0 7940,'0'0'14358,"-18"24"-12063,-57 80-665,69-94-1348,0 0 1,1 0 0,0 0 0,1 0-1,0 1 1,1-1 0,0 1-1,0 0 1,-1 20 0,0-4 329,2-7-432,0-1 1,3 37-1,0-20-3344,3-36-3215,6-2 4370,-4-3 663,-1 1 0,1-1 0,-1 0-1,-1-1 1,9-10 0,-4 4-771,23-29-4963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40.8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0 4706,'0'0'17208,"-122"145"-15095,95-93-656,14 2-337,-1-7-207,8-4-545,6-9-368,0-9-48,0-7-865,6-7-655,8-4-1090,-1-5-1824,1-2-2497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41.2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49 9156,'0'0'7820,"23"-1"-5689,196-4 335,-185 5-2274,-32 0-144,-2-2-16,0 1 0,0-1 1,0 1-1,0 0 1,0-1-1,0 1 1,-1 0-1,1-1 0,0 1 1,-1 0-1,1-1 1,-1 1-1,0 0 0,1 0 1,-1 0-1,0 0 1,0-1-1,0 1 1,-1-1-1,-5-1 93,-1 0 1,1 1 0,-1 0-1,1 0 1,-1 1-1,0 0 1,0 0-1,1 1 1,-1 0-1,0 0 1,0 1-1,1 0 1,-1 0-1,0 1 1,1 0-1,-14 5 1,16-5-67,1 0-1,-1 1 1,0-1 0,1 1 0,0 0 0,-1 0 0,1 1-1,0-1 1,1 1 0,-1 0 0,1 0 0,-1 0-1,1 0 1,1 1 0,-1-1 0,0 1 0,1 0-1,0-1 1,0 1 0,1 0 0,-1 1 0,1-1 0,0 0-1,1 0 1,-1 10 0,1-12-146,1 0-1,0 0 1,0-1 0,0 1 0,0 0-1,1 0 1,-1 0 0,1-1 0,-1 1-1,1-1 1,0 1 0,0-1-1,0 0 1,0 0 0,1 0 0,-1 0-1,0 0 1,1 0 0,0-1 0,-1 1-1,1-1 1,0 0 0,0 0 0,0 0-1,4 1 1,11 4-1932,1 0 0,30 3 0,-48-8 1912,55 5-6221,10-5-2074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41.6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224 408 7059,'0'0'10706,"-21"-1"-8096,-70-4-1314,85 5-1069,0 0 0,0 0-1,-1 0 1,1 1 0,0-1-1,-1 1 1,1 1 0,0 0 0,0-1-1,0 2 1,-9 3 0,13-4-159,0-1 0,0 1 1,0 0-1,0-1 0,0 1 1,0 0-1,1 0 1,-1 0-1,1 1 0,-1-1 1,1 0-1,0 0 0,0 1 1,0-1-1,0 1 0,0-1 1,0 1-1,1-1 0,-1 1 1,1-1-1,0 1 1,0 3-1,0-5-71,0 0-1,0-1 1,0 1 0,1-1 0,-1 1-1,0-1 1,1 1 0,-1-1-1,0 1 1,1-1 0,-1 1 0,0-1-1,1 1 1,-1-1 0,1 0 0,-1 1-1,1-1 1,-1 0 0,1 1-1,-1-1 1,1 0 0,0 0 0,-1 1-1,1-1 1,-1 0 0,1 0 0,-1 0-1,1 0 1,0 0 0,-1 0-1,1 0 1,0 0 0,25 0-64,-19 0 50,4-1-24,-1-1 1,0 0 0,0 0-1,0-1 1,0 0 0,0 0-1,-1-1 1,1-1 0,14-9-1,80-60-796,-93 66 715,21-18-473,-1-1 1,52-60-1,-67 67 463,0 0 1,-1-2-1,-2 1 0,0-2 0,17-41 0,-28 59 297,-1-1 0,1 1 0,-1-1 0,0 1 0,0-1 0,0-7 0,-1 13-105,-1-1-1,1 1 1,0 0-1,0-1 1,-1 1 0,1 0-1,0-1 1,-1 1-1,1 0 1,0 0-1,-1-1 1,1 1 0,0 0-1,-1 0 1,1 0-1,0-1 1,-1 1-1,1 0 1,-1 0-1,1 0 1,0 0 0,-1 0-1,1 0 1,-1 0-1,1 0 1,-1 0-1,1 0 1,0 0 0,-1 0-1,1 0 1,-1 0-1,1 0 1,0 0-1,-1 1 1,1-1-1,-1 0 1,1 0 0,0 0-1,-1 1 1,-1 0 150,-6 1-16,1 1 0,0 1 0,0 0 0,0 0-1,0 0 1,0 0 0,1 1 0,0 1 0,0-1-1,1 1 1,-1 0 0,1 0 0,-5 7 0,-7 12 435,1 0 1,-16 34-1,23-40-525,1 0 0,1 0 0,1 1 0,0 0 0,2 0-1,0 0 1,1 0 0,2 1 0,0 0 0,1-1 0,3 33-1,-2-48-230,0 0-1,0 0 1,1 0 0,-1 0-1,1 0 1,0 0-1,0 0 1,1 0-1,-1-1 1,1 1-1,0-1 1,0 0-1,0 0 1,1 0 0,0 0-1,0-1 1,0 0-1,0 1 1,0-1-1,0-1 1,1 1-1,9 4 1,-1-3-873,1 0 1,0 0-1,0-2 1,0 1-1,1-2 1,-1 0-1,15-1 1,51 0-6618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35.8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234 43 11221,'0'0'6406,"-19"-1"-2602,-64-7-1024,79 7-2643,-1 1 1,0-1-1,0 1 1,0 0-1,1 0 0,-1 0 1,0 1-1,0 0 0,1 0 1,-1 0-1,0 0 0,1 1 1,0 0-1,-1 0 1,1 0-1,0 0 0,0 1 1,0 0-1,0 0 0,0 0 1,1 0-1,-1 0 1,1 1-1,0-1 0,0 1 1,0 0-1,1 0 0,-1 0 1,1 1-1,0-1 0,0 0 1,0 1-1,1-1 1,0 1-1,0 0 0,0-1 1,0 1-1,1 0 0,-1 0 1,1-1-1,1 1 0,-1 0 1,1 0-1,2 9 1,-3-12-140,1-1 1,-1 1 0,1 0 0,0 0 0,0-1-1,0 1 1,0-1 0,0 1 0,0 0 0,0-1-1,1 0 1,-1 1 0,0-1 0,1 0 0,-1 0-1,1 0 1,-1 0 0,1 0 0,0 0 0,-1 0 0,1 0-1,0-1 1,0 1 0,0-1 0,-1 1 0,4-1-1,56 4-47,-51-4 35,-3 0-4,-1 0 1,1 0 0,-1-1-1,1 0 1,-1-1 0,0 1-1,1-1 1,-1 0 0,0-1 0,0 1-1,-1-1 1,1-1 0,0 1-1,6-6 1,-9 6 18,0 0 0,-1 0 0,1 0 0,-1-1 0,1 1-1,-1-1 1,0 1 0,0-1 0,-1 0 0,1 0 0,-1 0 0,0 0 0,0 0-1,0 0 1,0 0 0,-1 0 0,1 0 0,-1-1 0,0 1 0,-1 0 0,1 0-1,-1 0 1,0 0 0,-2-7 0,2 8 28,0-1 0,0 0 0,-1 1 0,0 0-1,0-1 1,0 1 0,0 0 0,0 0 0,-1 0 0,1 0 0,-1 0 0,0 1 0,1-1-1,-1 1 1,-1 0 0,1 0 0,0 0 0,0 0 0,-5-2 0,0 1-42,0 1 0,-1-1 0,1 1 0,-1 0 0,1 1 1,-1 0-1,-11 1 0,19 0-151,0 0 0,1 0 1,-1 0-1,0 1 0,0-1 0,0 1 1,0-1-1,0 0 0,0 1 1,1 0-1,-1-1 0,0 1 0,0-1 1,1 1-1,-1 0 0,0 0 0,1-1 1,-1 1-1,1 0 0,-1 0 0,1 0 1,-1-1-1,1 1 0,0 0 0,-1 0 1,1 0-1,0 0 0,0 0 0,0 0 1,0 0-1,-1 0 0,1 0 0,1 0 1,-1 0-1,0 0 0,0 0 0,0 0 1,0 0-1,1-1 0,0 3 0,-1 0-752,1 1 1,-1-1-1,1 0 0,0 0 0,0 0 0,1 0 0,-1 0 0,1 0 0,-1 0 1,1 0-1,2 3 0,21 8-8232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36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1 6435,'0'0'10055,"-3"21"-6021,-18 226 3743,9-87-5405,-23 55-1903,14-125-2925,13-55 318,7-28 1381,8-35-19495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36.3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44 9957,'0'0'9540,"20"-8"-7070,65-22-840,-84 29-1575,1 0 0,0 1 0,0-1-1,0 0 1,0 1 0,-1-1-1,1 1 1,0 0 0,0-1-1,0 1 1,0 0 0,0 0 0,0 0-1,0 1 1,0-1 0,0 0-1,0 1 1,0-1 0,-1 1 0,1 0-1,0-1 1,0 1 0,-1 0-1,1 0 1,0 0 0,-1 0-1,1 1 1,-1-1 0,1 0 0,-1 1-1,0-1 1,1 1 0,-1-1-1,0 1 1,0-1 0,1 3-1,0 3 78,0 0 0,-1 0-1,1-1 1,-2 1-1,1 0 1,-1 0 0,0 9-1,0-8 63,0-4-132,-1 0-1,1 0 0,-1 1 0,0-1 0,0 0 1,0 0-1,-1 0 0,1-1 0,-1 1 1,0 0-1,0-1 0,0 1 0,-1-1 1,1 1-1,-1-1 0,0 0 0,0 0 1,0 0-1,0-1 0,0 1 0,-1-1 1,1 0-1,-1 1 0,0-2 0,-6 4 1,-3 0-149,1-1 0,-1 0 1,0-1-1,0-1 0,0 0 1,0 0-1,-17-1 0,24-5-3794,13-3 752,14-5-1407,13 1-1632,6 0-876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36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88 4562,'0'0'13566,"8"0"-11717,151-1 2372,-158 1-4209,-1-1 1,1 0 0,0 1-1,0-1 1,-1 0-1,1 0 1,0 1-1,-1-1 1,1 0 0,0 0-1,-1 0 1,0 0-1,1 0 1,-1 0 0,1 0-1,-1 0 1,0 0-1,0 0 1,0 0-1,1 0 1,-1 0 0,0 0-1,0 0 1,-1-2-1,2 1 3,-1 0 0,0 0 0,0-1 0,0 1 0,-1 0 0,1-1 0,0 1 0,-1 0 0,0 0-1,1 0 1,-3-4 0,0 3-11,-1 0 0,1 0 0,-1 0 0,0 0 0,0 1 0,0 0 0,-1 0 0,1 0 0,0 0 0,-1 1 0,1 0 0,-1 0 0,0 0 0,-7-1 0,-4 1 139,1 0 0,-1 1 0,-19 2 1,33-1-92,0-1 1,1 0 0,-1 1-1,0-1 1,0 1 0,1 0 0,-1-1-1,1 1 1,-1 0 0,0 0-1,1 0 1,-1 0 0,1 0 0,0 0-1,-1 1 1,1-1 0,0 0-1,0 1 1,0-1 0,0 1 0,0-1-1,0 1 1,0-1 0,1 1-1,-1 0 1,0-1 0,1 1 0,-1 0-1,1 0 1,0-1 0,0 1-1,0 0 1,0 0 0,0 0 0,0-1-1,0 1 1,1 3 0,-1 0-14,1 0 0,0 0 0,1 0 1,-1 0-1,1 0 0,0 0 0,0 0 1,0-1-1,1 1 0,-1-1 0,1 1 1,5 4-1,2 2-990,1-2 0,0 1 0,22 13 1,-27-19-144,0-1 1,1 0-1,0 0 1,0-1 0,0 0-1,0 0 1,0 0-1,0-1 1,8 0-1,20 0-6563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37.0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1 178 4770,'0'0'19492,"6"6"-17553,-5-5-1864,5 3 402,-1 1 1,0 0-1,0 0 0,-1 0 0,1 1 0,6 11 0,-16-27-419,1-1 0,0 1 0,0-1-1,1 0 1,0-1 0,1 1 0,1 0 0,-1-18-1,2 17-207,-1 8 8,1 1 1,0-1-1,0 0 0,0 1 0,0-1 0,1 1 0,0-1 1,-1 0-1,1 1 0,1 0 0,-1-1 0,2-4 0,0 5-434,-1 1 1,1-1-1,-1 1 0,1 0 0,0 0 0,-1 0 0,1 0 0,0 0 0,7-2 1,30-14-12271,-14 7 3308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37.4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1 368,'0'0'25268,"-10"10"-23241,1-2-1594,3-1-160,0-1 0,-1 0 0,0 0 0,-1-1 0,1 1 0,-1-1 0,0-1 0,-11 5 0,12-6-53,-41 19 668,47-22-884,0 1 0,0-1 0,0 1 0,1-1 0,-1 1 0,0-1 1,0 1-1,0 0 0,0-1 0,1 1 0,-1 0 0,0 0 0,1-1 0,-1 1 0,1 0 0,-1 0 0,1 0 0,-1 0 0,1 0 0,-1 0 0,1 0 1,0 0-1,0 0 0,-1 0 0,1 0 0,0 0 0,0 0 0,0 0 0,0 0 0,0 0 0,0 0 0,1 0 0,-1 0 0,0 0 0,0 0 0,1 0 0,-1 0 1,0 0-1,1 0 0,-1 0 0,1 0 0,1 1 0,2 0-34,1 0 1,0 0-1,0 0 0,0-1 0,0 0 1,0 0-1,0 0 0,0 0 1,0-1-1,1 0 0,-1 0 1,0-1-1,9-1 0,7 1-240,-13 1 105,0-1-1,0 0 1,-1 0 0,1-1-1,0 0 1,-1 0-1,0-1 1,1 0 0,-1 0-1,0-1 1,0 0-1,-1 0 1,1 0 0,-1-1-1,0 0 1,0 0-1,6-9 1,-11 17 330,0 0 0,-1-1 0,1 1 0,0-1 0,0 1 0,0-1-1,1 1 1,-1-1 0,1 0 0,-1 0 0,1 0 0,0 0 0,0 0 0,0 0 0,0 0 0,0 0 0,3 1 0,50 39-2027,-4-25-2034,6-12-4235,-11-5-1967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37.6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1 8948,'0'0'18793,"-108"151"-17016,108-103-305,0-1-335,0-4-497,0-5-640,0-8 0,0-5-272,0-5-913,0-7-447,-7-1-1426,0-8-1616,-7-4-3154,-6 0-3297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37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53 5138,'0'0'6777,"19"-4"-3010,183-23 4063,-51 15-5653,50 3-264,-199 9-1446,-3 6-175,0 0 1,-1 1 0,1-1-1,-1 0 1,-1 0-1,1-1 1,-1 1-1,0-1 1,-1 1 0,-6 8-1,-19 36 1095,26-25-1300,-1 3-599,-1-18-2978,-4-6-3798,-3-4 160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38.1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12374,'0'0'11429,"0"79"-12806,0-57-1872,7 3-2034,0-2-3681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38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92 12934,'0'0'11987,"-23"7"-9085,-71 23-1127,91-29-1677,-1 0 0,0 1 0,0 0 0,1-1 1,-1 1-1,1 1 0,-1-1 0,1 0 1,0 1-1,0 0 0,0 0 0,0 0 0,1 0 1,-1 0-1,-3 6 0,5-6-79,0 0 0,0 0 0,0 0-1,0 1 1,1-1 0,-1 0 0,1 0 0,0 1 0,0-1 0,0 0-1,0 0 1,1 1 0,1 4 0,-1-6-34,0 0 0,1 0 0,0 0 0,-1-1-1,1 1 1,0-1 0,-1 1 0,1-1 0,0 0 0,0 0 0,0 1 0,0-1 0,0-1-1,1 1 1,-1 0 0,0 0 0,0-1 0,1 0 0,-1 1 0,0-1 0,0 0-1,1 0 1,-1 0 0,4-1 0,63-2-810,-65 3 754,1-1-1,-1 1 1,0-1 0,1 0 0,-1-1 0,0 1-1,0-1 1,1 1 0,-1-1 0,-1-1-1,1 1 1,0 0 0,0-1 0,-1 0 0,1 0-1,-1 0 1,0 0 0,4-6 0,-3 3 68,-1-1 0,0 1-1,-1 0 1,1-1 0,-1 1 0,-1-1 0,1 0 0,-1 0 0,0 0 0,-1 1 0,0-12 0,1 12 25,-1 0 0,0 0-1,0 0 1,0 0 0,-1-1 0,0 1 0,0 0 0,0 0-1,-1 0 1,0 0 0,0 1 0,-1-1 0,1 0 0,-1 1 0,-5-6-1,8 10-25,0 1 0,0-1 0,0 1 0,1 0-1,-1-1 1,0 1 0,0 0 0,0-1 0,0 1 0,0 0-1,0-1 1,1 1 0,-1 0 0,0-1 0,0 1-1,0 0 1,1 0 0,-1-1 0,0 1 0,1 0 0,-1 0-1,0-1 1,0 1 0,1 0 0,-1 0 0,0 0-1,1 0 1,-1 0 0,0-1 0,1 1 0,-1 0 0,1 0-1,-1 0 1,0 0 0,1 0 0,-1 0 0,0 0-1,1 0 1,-1 0 0,0 0 0,1 0 0,-1 1 0,0-1-1,1 0 1,-1 0 0,1 0 0,25 0-75,-24 0 74,18-1-22,-6 1-74,0 0 1,0 0-1,1 2 1,24 4-1,-35-5 71,-1 1-1,1-1 1,0 1-1,-1-1 1,0 1-1,1 0 1,-1 0 0,0 0-1,0 1 1,0-1-1,0 1 1,0 0 0,0 0-1,-1 0 1,0 0-1,1 0 1,-1 0-1,0 1 1,-1-1 0,1 1-1,-1-1 1,3 7-1,-2 2 146,0 1 0,0-1 0,-1 1 0,-2 18-1,1-16 545,0-15-638,1 0 0,-1 1 0,0-1 0,0 0 0,0 0 0,0 1 0,0-1 0,0 0 1,0 0-1,0 1 0,0-1 0,0 0 0,0 0 0,0 1 0,-1-1 0,1 0 0,0 0 0,0 1 0,0-1 0,0 0 0,0 0 0,0 1 0,-1-1 0,1 0 1,0 0-1,0 0 0,0 1 0,-1-1 0,1 0 0,0 0 0,0 0 0,0 0 0,-1 0 0,1 1 0,0-1 0,0 0 0,-1 0 0,1 0 0,0 0 1,0 0-1,-1 0 0,1 0 0,0 0 0,0 0 0,-1 0 0,1 0 0,0 0 0,-1 0 0,1 0 0,0 0 0,0 0 0,-1 0 0,1 0 0,0-1 1,0 1-1,-1 0 0,1 0 0,-18 1 211,28-16-1016,8 2 83,1 0 1,0 1-1,0 1 0,1 1 1,0 1-1,31-10 2013,-51 44 1820,0-14-3016,0 58 1599,0-23-7826,-2-40 466,-9-5-3991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42.1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0 9204,'0'0'12859,"-5"28"-11172,-31 182 671,7 26-512,23-178-2195,-2-15-1260,-2-21-4994,3-22-4634,6-8 3577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42.4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66 6515,'0'0'7001,"22"-11"-4859,69-33-632,-87 42-1333,-1 1-1,1-1 1,0 1 0,0 0-1,0 0 1,0 0 0,-1 1 0,1-1-1,0 1 1,0 0 0,0 0 0,0 0-1,0 1 1,0-1 0,6 3 0,-8-2-69,0 0 1,0 0 0,0 0 0,0 0 0,-1 1-1,1-1 1,0 0 0,-1 1 0,1 0 0,-1-1-1,0 1 1,1 0 0,-1 0 0,0 0 0,0 0-1,0 0 1,0 0 0,-1 0 0,1 0 0,0 2 0,0 1 74,0 1 1,-1-1 0,1 1 0,-1-1 0,-1 1 0,1-1 0,-1 1 0,0-1-1,0 0 1,0 1 0,-1-1 0,0 0 0,0 0 0,0 0 0,0 0 0,-1 0 0,-3 4-1,-4 1-25,0-1-1,0-1 0,-1 1 0,0-1 1,-1-1-1,0 0 0,0-1 0,0 0 0,-1-1 1,0 0-1,0-1 0,0-1 0,0 0 1,-23 2-1,35-5-883,9-11-4411,32-9-1152,-39 19 5859,38-12-6309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42.8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0 8836,'0'0'13809,"-20"5"-12326,17-5-1429,-14 3 392,-1 1 0,1 1-1,1 0 1,-1 1 0,1 1 0,0 1 0,0 0-1,-16 12 1,27-17-351,0 0 0,1 1 0,-1 0 0,1 0 0,0 0 0,0 0 0,1 0 0,-1 1 0,1 0 1,0 0-1,0 0 0,0 0 0,1 0 0,0 0 0,0 1 0,0-1 0,1 1 0,0 0 0,0-1 0,-1 11 0,3-15-96,-1 0 1,0 0-1,0 0 1,0 0 0,1 0-1,-1-1 1,0 1-1,1 0 1,-1 0-1,1 0 1,-1-1-1,1 1 1,-1 0 0,1 0-1,0-1 1,-1 1-1,1-1 1,0 1-1,-1 0 1,1-1-1,0 1 1,0-1-1,0 0 1,-1 1 0,1-1-1,0 0 1,0 1-1,0-1 1,0 0-1,0 0 1,0 0-1,1 0 1,38 1-39,-27-2 18,-3 1-90,-1-1 1,1 0-1,-1-1 0,0 1 0,1-2 0,-1 0 1,0 0-1,0 0 0,-1-1 0,1 0 1,-1-1-1,0 0 0,0 0 0,0-1 0,-1 0 1,0-1-1,0 1 0,0-1 0,-1 0 1,10-15-1,-8-2 848,-5 18 952,7 24-1551,-6-11-551,1-1 1,-1 0 0,1 0 0,0-1-1,1 1 1,-1-1 0,1 0 0,0-1 0,0 1-1,11 4 1,-10-5-1549,0-1 1,0 0-1,0 0 1,1-1-1,14 3 0,6-3-9516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43.1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73 13206,'0'0'10642,"3"16"-10106,12 51-255,-9-48-165,-6-19-106,0 0 1,0 0-1,0 0 1,0 0-1,0 0 1,0 0-1,-1 0 1,1 0-1,0 1 1,0-1-1,0 0 1,0 0-1,0 0 1,0 0-1,0 0 1,0 0-1,0 0 1,0 0-1,0 0 1,0 0-1,0 0 1,0 0-1,0 0 1,0 0-1,0 0 1,0 0-1,0 1 1,0-1-1,0 0 1,0 0-1,0 0 1,0 0-1,0 0 1,0 0-1,0 0 1,-4-2-17,1-1-25,0 0 0,1 0 1,-1 0-1,1 0 0,0-1 0,0 1 0,0-1 1,0 1-1,1-1 0,0 0 0,-1 0 1,1 1-1,0-1 0,1 0 0,-1 0 1,1 0-1,0 0 0,0 0 0,0 0 1,0 0-1,1 0 0,0 0 0,-1 0 0,1 0 1,1 0-1,-1 1 0,1-1 0,-1 0 1,1 1-1,0-1 0,3-2 0,3-1-379,0 1 0,0 1-1,1-1 1,14-5-1,19-6-6421,-34 15 720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43.5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298 0 2193,'0'0'13011,"-18"20"-8225,1-3-3837,7-9-357,1 1 0,0 1-1,1 0 1,0 0 0,0 0-1,1 1 1,1 0 0,0 1-1,0-1 1,1 1 0,-5 19-1,1 17 268,3 1 0,2 0-1,2 0 1,6 62-1,-2-7-423,-2-91-516,0-8-170,1 0 0,-1 0 0,-1 0 0,1 1-1,-1-1 1,0 0 0,-3 9 0,3-13 111,0 1-1,0-1 1,0 1 0,0 0 0,-1-1-1,1 0 1,-1 1 0,1-1-1,-1 0 1,1 0 0,-1 0 0,0 0-1,1 0 1,-1 0 0,0 0-1,0-1 1,0 1 0,0-1 0,1 1-1,-1-1 1,0 0 0,0 0-1,0 0 1,-4 0 0,-3 1-1193,3-1-263,0 1-1,-1-1 1,1-1-1,0 1 0,-1-1 1,1 0-1,-7-2 1,-27-20-9564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43.8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5603,'0'0'7558,"19"-4"-4229,-6 1-2751,25-4 1340,63-4-1,-62 8-1185,323-23 2786,-359 26-2262,-4 19 30,-1 1 0,-1-1-1,-6 19 1,-2 16-687,10-44-855,-6 30 566,6-39-596,1 0 0,0 0-1,-1 0 1,1 0 0,0 0 0,-1 0 0,1 0 0,-1 0 0,1-1 0,-1 1 0,0 0 0,1 0 0,-1-1-1,0 1 1,0 0 0,1-1 0,-3 2 0,-4-12-11613,6-16-1768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44.0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14439,'0'0'10484,"21"16"-11252,-8-3-2161,-6-4-2082,7-4-3857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44.2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14279,'0'0'7427,"-54"129"-1985,40-68-2384,1 2-1185,6 0-1185,0-6-688,7-10 0,0-9 0,0-8 0,0-8 0,-13-8 0,13-3 0,-14-6-1409,1-5-1040,6 0-2241,-7-5-1361,1-20-3249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44.6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43 9748,'0'0'6241,"22"0"-2392,153-7 145,-52-9-2453,-66 7-1010,78-2 1,-133 11-225,-2 6-24,-1-1 0,-1 0 0,1 0 0,-1 1 1,0-1-1,0 0 0,0 0 0,-1-1 0,1 1 0,-7 8 0,5-9-18,1 1-1,0-1 1,0 1-1,1 0 1,-1 0-1,1 1 1,0-1-1,1 0 1,-1 1-1,-1 10 1,0 6-2834,3-22 2375,-1 1-1,1 0 1,-1-1-1,1 1 1,-1-1-1,0 1 1,1-1-1,-1 0 0,0 1 1,1-1-1,-1 0 1,0 1-1,1-1 1,-1 0-1,0 0 1,0 0-1,0 0 0,1 1 1,-1-1-1,0 0 1,0 0-1,1-1 1,-2 1-1,2-9-13278,0-9 3834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44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 8436,'0'0'20729,"0"-22"-20136,0 26-1666,0 14-1488,0 3-1649,0-3-3602,0-2-2608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45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40 3265,'0'0'26215,"-16"17"-25321,-49 53-590,61-65-293,-1 0 0,2 0 0,-1 0 0,0 0 0,1 1 0,0 0 0,0 0 0,1 0 0,-3 7 0,5-9-43,-1-1 0,0 0 0,1 1-1,0-1 1,0 0 0,0 1-1,0-1 1,0 0 0,1 1 0,0-1-1,-1 0 1,1 0 0,2 5 0,-2-6-7,0-1 1,0 0-1,1 1 1,-1-1 0,0 0-1,0 0 1,1 0-1,-1 0 1,1 0 0,-1 0-1,1 0 1,-1 0-1,1 0 1,-1-1 0,1 1-1,0-1 1,-1 1-1,1-1 1,0 1 0,3-1-1,39 1-601,-30-2 411,-9 1 160,1-1-1,-1 0 1,1-1 0,-1 1-1,0-1 1,0 0 0,0 0-1,0-1 1,0 0-1,0 0 1,0 0 0,-1 0-1,0 0 1,0-1 0,0 0-1,0 0 1,0 0 0,-1-1-1,4-5 1,-2 3 167,0 0 0,0-1 0,-1 1 0,0-1 0,-1 0 0,0 0 0,0-1 0,-1 1 0,0-1 0,0 1 0,0-14 0,-1 17 48,-1 0 0,0-1 0,-1 1 0,1 0 0,-1-1 0,0 1 0,0 0 0,-1 0 0,-2-7 0,2 10-116,0-1-1,1 1 1,-1 0-1,0 0 1,0 1-1,0-1 1,0 0 0,-1 1-1,1-1 1,0 1-1,-1 0 1,1 0 0,-1-1-1,1 2 1,-1-1-1,0 0 1,1 1 0,-1-1-1,0 1 1,-3-1-1,-2 0-6,-1 0-1,1 1 1,-1-1-1,0 2 1,1-1-1,-1 1 0,1 0 1,-1 1-1,1 0 1,-1 1-1,-13 5 1,19-6-242,-1 0 1,1 0-1,-1 1 0,1 0 1,0-1-1,0 1 1,0 0-1,0 0 1,0 0-1,-3 7 1,3-6-524,1 1 1,0-1-1,1 1 1,-1 0 0,1 0-1,0-1 1,0 1-1,0 0 1,0 0 0,1 7-1,5 7-7467,17-7-3215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7:45.6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5346,'0'0'15653,"22"-4"-13916,0 0-1311,-4-1 14,0 2 0,0 0 1,0 1-1,1 1 0,28 1 1,-45 1-340,1-1 0,-1 1 0,0 0 0,0 0 1,1 0-1,-1 0 0,0 0 0,0 0 0,0 1 0,0-1 0,0 1 1,0-1-1,-1 1 0,1 0 0,0 0 0,-1 0 0,1 0 0,-1 0 1,0 0-1,0 0 0,0 0 0,0 0 0,0 1 0,1 2 0,2 9 417,0 0-1,-1 0 1,1 15 0,-2-14 45,-1 44 451,-3-59-940,2 0-81,0 0-1,-1 0 1,1 0 0,-1 0-1,1 1 1,-1-1 0,1 0 0,-1 0-1,1 0 1,0 0 0,-1 0-1,1 0 1,-1 0 0,1-1 0,-1 1-1,1 0 1,-1 0 0,1 0 0,0 0-1,-1-1 1,1 1 0,-1 0-1,1 0 1,0 0 0,-1-1 0,0 0-1,2-4-85,1-1 1,-1 1-1,1-1 0,0 1 0,0-1 1,1 1-1,-1 0 0,1 0 0,0 0 1,1 1-1,-1-1 0,1 1 0,0 0 1,0 0-1,0 0 0,1 0 0,-1 1 1,1-1-1,8-3 0,12-8-237,0 1-1,43-17 1,-58 27-159,14-3 1869,-24 7-1299,1 1 0,0-1 0,-1 1 0,1-1 0,-1 1 0,1-1 1,0 1-1,-1 0 0,0-1 0,1 1 0,-1 0 0,1-1 0,-1 1 1,0 0-1,1-1 0,-1 1 0,0 0 0,0 0 0,0-1 0,0 1 1,1 0-1,-1 0 0,0 0 0,0-1 0,0 1 0,-1 0 0,1 0 1,0 1-1,0 7 197,0 0 0,1-1 0,0 1 0,0 0 0,3 8 1,10 8-2221,-12-23 949,-1 0 0,1-1-1,0 0 1,0 1 0,-1-1-1,1 0 1,0 0 0,0 0-1,0 0 1,0 0 0,4 1-1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04.4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16 12582,'0'0'80,"-115"0"-1601,101 0 1409,7 0 96,7-5-6211,0-6 1521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24.6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8 6339,'0'0'12792,"-4"-4"-11314,4 4-1444,0-1-1,0 1 0,0 0 0,-1 0 0,1 0 0,0-1 0,0 1 1,-1 0-1,1 0 0,0 0 0,0 0 0,0-1 0,-1 1 1,1 0-1,0 0 0,-1 0 0,1 0 0,0 0 0,0 0 0,-1 0 1,1 0-1,0 0 0,0 0 0,-1 0 0,1 0 0,0 0 1,-1 0-1,1 0 0,0 0 0,0 0 0,-1 0 0,1 1 0,0-1 1,0 0-1,-1 0 0,1 0 0,0 0 0,0 0 0,0 1 0,-1-1 1,1 0-1,0 0 0,0 0 0,0 1 0,-1-1 0,1 0 1,0 0-1,0 1 0,0-1 0,0 0 0,0 0 0,0 1 0,0-1 1,0 0-1,0 1 0,0-1 0,0 0 0,0 0 0,0 1 1,0-1-1,0 1 0,-6 37 1478,6 70 279,0-76-1400,-1 4-369,-10 67 0,2-58-2846,-2-3-3994,9-35 3839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25.0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285 92 4530,'0'0'11029,"15"-16"-10012,46-48-217,-61 63-773,1 0 0,-1 0 0,1 0 1,0 1-1,-1-1 0,1 0 0,0 1 0,0-1 0,0 0 1,-1 1-1,1-1 0,0 1 0,0 0 0,0-1 0,0 1 1,0 0-1,0-1 0,0 1 0,0 0 0,0 0 0,0 0 1,0 0-1,0 0 0,0 0 0,0 0 0,0 0 0,0 0 1,0 0-1,2 1 0,7 17 411,-9-13-288,6 10-20,0 0 1,-2 0-1,1 0 0,-2 1 0,0 0 0,-1 0 1,-1 0-1,0 1 0,-1 16 0,-1-31-122,0 0-1,-1-1 1,1 1-1,0 0 1,-1-1-1,1 1 1,-1 0-1,1-1 1,-1 1-1,0-1 1,0 1-1,0-1 1,0 1-1,0-1 1,0 0-1,0 0 1,0 1-1,0-1 1,-1 0-1,-1 1 1,-2 1 12,1 0 0,-1-1 0,0 1 0,0-1 0,0 0 0,-8 1 0,-7 1 35,0-1 1,-30 1-1,-239-3-567,288-1-840,8 4-7525,2-1 7238,-4-1 440,21 7-2966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25.4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1 384,'0'0'20164,"-10"6"-18654,-118 83 1388,114-78-2767,0 1 1,1 0-1,0 0 0,1 2 1,1-1-1,0 2 0,-12 21 1,21-32-161,1 0 0,0-1 0,-1 1 0,2 0 0,-1 0 0,0 0 0,1 0 0,0-1 0,0 9 0,0-6-196,4-5-18,-1 0 1,1 0 0,0-1 0,0 1 0,0-1 0,0 0-1,0 0 1,5-2 0,-3 1 142,0-1 0,-1 1 0,1-2 0,-1 1 0,0 0 0,0-1 0,0 0 0,0-1 0,0 1 0,5-6 0,48-46 103,-44 41 182,-5 17 2254,9 21-3439,-8-9-762,-6-12 1012,-1-1-1,1 1 1,0-1 0,0 1 0,0-1 0,0 0 0,1-1-1,-1 1 1,0-1 0,1 0 0,-1 0 0,1 0-1,0-1 1,-1 1 0,6-1 0,23 0-6123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25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14 125 5394,'0'0'18449,"-1"18"-17310,-4 103 1078,-2-135-1750,6-2-618,1 0-1,1-1 1,0 1 0,1 0-1,1 0 1,0 1 0,1-1-1,1 1 1,1 0 0,12-25-1,-17 37 11,1 1 1,-1 0-1,1 0 0,0 0 0,0 0 0,0 0 1,0 0-1,0 0 0,0 1 0,0-1 0,1 1 0,4-3 1,31-8-5442,-14 6-495,-9 0-304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26.0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9108,'0'0'10405,"-14"129"-5731,8-73-1552,-1 3-1122,7-5-655,-7-2-753,7-7-464,-7-6-128,-6-10-208,6-6-720,0-10-945,-13-4-1104,6-2-577,-13-7-2721,-13 0-3233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26.3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6147,'0'0'8817,"27"0"-5239,177 0 584,177 0-830,-379 0-3330,-1 1 0,1-1 0,-1 1 0,1-1 0,-1 1-1,0 0 1,1-1 0,-1 1 0,0 0 0,0 0 0,1 0 0,-1 0 0,0 0 0,0 0 0,0 0 0,0 1 0,-1-1 0,1 0-1,0 1 1,0-1 0,-1 0 0,1 1 0,-1-1 0,1 1 0,-1-1 0,1 0 0,-1 1 0,0-1 0,0 1 0,0 0-1,0-1 1,0 1 0,-1 2 0,-3 57 338,-8-21-53,9-33-920,0-1 0,1 1 0,1-1 0,-1 1 0,-1 13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26.5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6835,'0'0'17848,"27"18"-17816,-20-7-32,7 0-1152,-1 1-1794,1 3-1744,-1-1-1569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27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 0 4402,'0'0'19049,"0"169"-17096,0-110 0,0-7-801,0-5-800,-7-6-320,1-7-64,6-5-432,-14-4-929,1 0-720,-8-7-1360,-6-2-2242,0-12-3249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27.5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10597,'0'0'7240,"24"-2"-3982,392-17 1694,-415 21-4952,0-1 0,0 0 0,0 0 0,0 1 0,-1-1 0,1 1 0,0-1 0,-1 1 0,1-1 1,-1 1-1,0-1 0,0 1 0,1-1 0,-1 1 0,0-1 0,0 1 0,0 0 0,0-1 0,-1 3 1,-1 35 461,-11 12-476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27.7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14006,'0'0'13014,"0"-4"-13190,13 15-10180,-6 5 3264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28.3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99 3618,'0'0'22941,"-21"20"-22320,-57 65-476,78-85-144,-1 1 1,1-1-1,-1 1 1,0-1 0,1 1-1,-1 0 1,1-1-1,-1 1 1,1-1 0,-1 1-1,1 0 1,0 0-1,-1-1 1,1 1 0,0 0-1,-1 0 1,1-1-1,0 1 1,0 0 0,0 0-1,0 0 1,0-1-1,0 1 1,0 0 0,0 0-1,0 0 1,0-1-1,0 1 1,0 0 0,1 0-1,-1-1 1,0 1-1,1 0 1,-1 0 0,0-1-1,1 1 1,-1 0-1,1-1 1,-1 1 0,1-1-1,-1 1 1,1 0-1,0-1 1,-1 1 0,1-1-1,0 0 1,-1 1-1,1-1 1,0 1 0,0-1-1,-1 0 1,1 0-1,0 1 1,0-1 0,0 0-1,45 3 25,-41-3-19,5 0-134,-1-1-1,1 0 1,-1 0 0,1-1-1,-1 0 1,0-1-1,0 0 1,0 0-1,0-1 1,-1 0 0,1 0-1,-1-1 1,15-11-1,-18 11-44,1 0 1,-1-1-1,0 1 0,-1-1 0,1 0 0,-1 0 0,0 0 0,-1-1 0,1 1 0,-1-1 0,0 0 0,-1 0 0,0 0 1,0 0-1,-1 0 0,1-1 0,-2 1 0,1-11 0,-1 16 184,0 1-1,0-1 1,0 0 0,0 0 0,0 1 0,-1-1-1,1 0 1,-1 1 0,1-1 0,-1 0 0,0 1-1,0-1 1,1 1 0,-1-1 0,0 1-1,0-1 1,-1 1 0,1 0 0,0-1 0,0 1-1,-1 0 1,1 0 0,0 0 0,-1 0-1,1 0 1,-1 0 0,-2 0 0,-16-14 661,61 12-590,-34 5-74,0 0 0,0 0 0,0 1 0,0 0 0,-1 0 0,1 1 0,-1 0 0,0 0 0,0 1 0,0-1 0,-1 1 0,1 0 0,-1 1 0,0-1 0,-1 1 0,8 11 0,-8-11 177,0 0 1,0 1-1,-1-1 0,0 0 0,0 1 0,0 0 0,-1 0 0,0 0 0,-1 0 1,1 0-1,-1 0 0,0 0 0,-1 0 0,0 8 0,1-19-309,1 1-1,0-1 1,-1 1-1,1 0 1,1 0-1,-1 0 1,0 0-1,1 0 1,0 0-1,-1 0 0,1 1 1,0-1-1,0 1 1,5-3-1,53-27-276,-55 29 367,8-4 88,-7 3 43,1 0-1,-1 1 1,1-1-1,0 2 0,0-1 1,0 1-1,0 0 1,0 1-1,10-1 1,-18 36 3789,-1-27-3403,0 1 1,0-1 0,-1 0 0,0 1 0,0-1 0,-1 0-1,-6 12 1,-5 15-3020,8 1-9816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28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41 4530,'0'0'16232,"74"0"-14664,-40 0-655,0 0-593,6-7-256,-6 0-64,0 3-608,-7-1-1089,0 1-1729,7-1-3425,-7-4-2833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29.0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0 14134,'0'0'16504,"-27"127"-15960,27-107-384,0-2-160,0 5-176,0 4-1360,0 2-2386,-14 5-2001,-20 4-4418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41.1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156 153 64,'0'0'12971,"0"-4"-11322,0 4-1602,0 0-1,0-1 1,1 1-1,-1-1 1,0 1-1,0-1 1,0 1-1,-1-1 1,1 1-1,0-1 1,0 1-1,0-1 1,0 1-1,0-1 1,0 1-1,-1 0 1,1-1-1,0 1 1,0-1-1,-1 1 1,1-1-1,0 1 1,-1 0-1,1-1 1,0 1-1,-1 0 1,1 0-1,0-1 1,-1 1-1,1 0 1,-1 0-1,1-1 1,-1 1-1,1 0 1,0 0-1,-1 0 1,1 0-1,-1 0 1,1 0-1,-1-1 1,1 1-1,-1 0 1,1 0-1,-1 1 1,0-1-1,-29 14 789,-28 37 537,52-45-1268,0 1-1,1-1 1,0 1 0,1 1 0,-1-1-1,2 0 1,-1 1 0,1 0-1,0 0 1,0 0 0,1 0 0,0 0-1,1 1 1,0-1 0,-1 17-1,3-23-108,-1 0 0,1 0 0,-1 0 0,1 0 0,0-1 0,0 1 0,0 0 0,0-1 0,0 1 0,0-1 0,0 1 0,0-1-1,1 0 1,-1 1 0,1-1 0,-1 0 0,1 0 0,-1 0 0,1 0 0,-1 0 0,1 0 0,0 0 0,0-1 0,0 1 0,-1-1-1,1 1 1,0-1 0,0 1 0,0-1 0,2 0 0,66 4 52,-62-4-30,-3 0-11,-1 0 0,0 0 1,1 0-1,-1 0 0,0-1 0,1 0 0,-1 0 0,0 0 0,0 0 0,0-1 1,0 1-1,0-1 0,0 0 0,0 0 0,0-1 0,-1 1 0,1-1 1,-1 0-1,0 0 0,0 0 0,0 0 0,0 0 0,0-1 0,-1 1 1,0-1-1,0 0 0,0 0 0,0 0 0,2-7 0,4-11 57,-2 1 0,0-1 1,-2 0-1,0-1 0,-2 1 0,0-1 0,-2 1 0,-3-42 0,3 61 18,0 0 0,0 1 0,-1-1 0,1 0 0,-1 0-1,1 1 1,-1-1 0,0 1 0,0-1 0,0 1 0,0-1-1,0 1 1,0-1 0,-1 1 0,0 0 0,1 0-1,-1 0 1,0 0 0,0 0 0,0 0 0,0 0 0,0 1-1,0-1 1,0 1 0,-1-1 0,1 1 0,-1 0 0,1 0-1,-1 0 1,1 0 0,-1 1 0,0-1 0,1 0-1,-5 1 1,3 0-64,-1 1-1,1-1 1,0 1 0,0 0-1,0 1 1,0-1-1,0 1 1,0-1-1,1 1 1,-1 0 0,0 1-1,1-1 1,0 1-1,-1-1 1,1 1-1,0 0 1,0 0 0,1 0-1,-1 1 1,1-1-1,-3 5 1,-14 38-939,14-19-1647,8-8-3899,9-13-191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41.4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0 7812,'0'0'9844,"-102"127"-9364,75-96-480,0-1-112,0 1-2161,0-10-3617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43.3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 4418,'0'0'9396,"21"-5"-8937,5-2-312,-14 3-54,0 1 0,0 0-1,1 1 1,-1 0-1,0 1 1,15 1-1,-25 0-28,0 1-1,0-1 1,0 1 0,0-1-1,0 1 1,0 0-1,-1 0 1,1 0-1,0 0 1,-1 0 0,1 0-1,-1 0 1,1 1-1,-1-1 1,1 0-1,-1 1 1,0-1-1,0 1 1,0 0 0,0-1-1,0 1 1,0 0-1,0 0 1,0 0-1,-1-1 1,1 1 0,-1 0-1,0 0 1,1 0-1,-1 0 1,0 2-1,2 13 435,-1-1 0,0 29 0,-2-31-413,1-9-43,1 0-4,-1 0-1,1 0 1,-1 0 0,0 1 0,-1-1-1,1 0 1,-1 0 0,0 0-1,0 0 1,-1 0 0,0 0-1,0 0 1,0-1 0,0 1-1,-1-1 1,1 1 0,-1-1 0,0 0-1,-1 0 1,1 0 0,-1 0-1,1-1 1,-6 4 0,8-6-108,1-3 61,-1-1 1,1 0-1,1 1 0,-1-1 0,0 1 0,0-1 0,1 1 1,0-1-1,-1 1 0,1-1 0,0 1 0,0 0 0,0-1 1,1 1-1,1-3 0,18-25-48,2 1-1,1 1 1,1 1 0,1 2 0,1 0 0,2 2-1,0 1 1,45-26 0,-74 48 89,0 0-1,1-1 1,-1 1-1,0 0 1,0 0-1,1 0 1,-1 0-1,0 0 1,1 0-1,-1-1 1,0 1-1,1 0 1,-1 0-1,0 0 1,1 0 0,-1 0-1,0 0 1,1 0-1,-1 0 1,0 0-1,1 1 1,-1-1-1,0 0 1,0 0-1,1 0 1,-1 0-1,0 0 1,1 0-1,-1 1 1,0-1-1,0 0 1,1 0 0,-1 0-1,0 1 1,0-1-1,1 0 1,-1 1-1,5 17 971,-5 33 805,0-37-1025,0 105 64,0-118-1079,0-1 0,1 1 0,-1-1 0,0 1 0,1-1 0,-1 1 0,0-1 0,1 1 0,-1-1 0,1 0 1,-1 1-1,1-1 0,-1 0 0,1 1 0,-1-1 0,1 0 0,0 0 0,-1 1 0,1-1 0,-1 0 1,1 0-1,0 0 0,-1 0 0,1 0 0,-1 0 0,1 0 0,0 0 0,-1 0 0,1 0 0,-1 0 0,1 0 1,1-1-1,1 1-1006,16 0-5137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43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2769,'0'0'11758,"0"0"-11691,0 0 0,0 1 1,0-1-1,0 0 0,0 0 1,0 0-1,0 0 0,0 0 0,0 1 1,0-1-1,0 0 0,0 0 1,0 0-1,0 0 0,0 1 1,0-1-1,0 0 0,0 0 1,0 0-1,0 0 0,0 1 1,0-1-1,0 0 0,0 0 0,0 0 1,0 0-1,0 1 0,0-1 1,0 0-1,0 0 0,1 0 1,-1 0-1,0 0 0,0 1 1,0-1-1,0 0 0,0 0 1,0 0-1,1 0 0,-1 0 0,0 0 1,0 0-1,0 0 0,0 0 1,1 0-1,-1 0 0,0 0 1,0 0-1,0 0 0,0 0 1,1 0-1,28 1 574,1-1 0,-1-2 0,0 0 0,1-3-1,44-11 1,-16 3-570,-8 3-127,-51 10-923,1-13-16407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44.0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 5138,'0'0'14772,"-2"23"-13206,-3 13-965,-1 13 996,-1 55-1,8-74-640,0-20-724,0-1 1,-1 0 0,0 1 0,0-1-1,-1 1 1,-1-1 0,-4 18 0,5-21 441,1-22-25738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44.6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2401,'0'0'7017,"19"19"-764,31 33-4487,-23-24-1291,-2 2 0,0 0 0,-2 2 0,-2 0 1,29 58-1,-43-75-342,0 0 0,-2 0 0,1 0 0,-2 1 0,0 0 0,-1 0 0,-1 0 0,0 1 0,-1-1 0,-1 0 0,0 1 0,-1-1 0,-1 0 0,-1 0 0,0 1 0,-6 15 0,4-22 133,0 1 0,-1-1 0,0 0 0,0 0-1,-1-1 1,-1 0 0,1 0 0,-2 0 0,-12 10 0,-15 9 1134,-42 26 1,51-36-656,14-7-1230,14-8-4905,21-13-4921,-13 0 1457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34.8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0 6451,'0'0'9148,"-3"21"-7713,-28 302 2341,31-291-3473,1 49 43,-4 0 0,-14 91 0,11-114-550,6-44-721,-2 0 0,1 0 1,-6 17-1,3-25-649,3-22-10410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35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204 0 7075,'0'0'7257,"19"5"-6187,62 15-195,-76-19-802,-1 1-1,0 0 1,0 0 0,0 0 0,0 1 0,0-1-1,-1 1 1,1 0 0,-1 0 0,0 0 0,1 0-1,-1 1 1,-1 0 0,1-1 0,0 1 0,-1 0-1,0 0 1,0 0 0,0 0 0,1 6 0,-2-7-47,0 0-1,0 0 1,-1 0 0,1 0 0,-1 1 0,0-1 0,0 0-1,0 0 1,0 0 0,0 0 0,-1 0 0,1 0 0,-1 0 0,0 0-1,0 0 1,0 0 0,0 0 0,-1 0 0,1-1 0,-1 1 0,0 0-1,0-1 1,0 1 0,0-1 0,-3 3 0,-4 2 10,-1-2 1,0 0-1,0 0 1,0-1-1,0 0 1,0 0-1,-12 1 1,-80 14 95,73-15-81,-8 1-532,-52 1 1,86-6-955,6 0-3057,11-4 684,16-12-2560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35.6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1 8036,'0'0'8662,"-20"10"-7635,9-5-849,-9 4 252,1 1 1,0 1-1,1 0 0,0 1 1,1 1-1,0 1 0,-20 21 1,34-31-417,1 1-1,-1-1 1,1 1 0,0-1 0,0 1 0,0 0 0,1 0-1,-1 0 1,1 0 0,0 0 0,1 0 0,-1 0 0,1 0 0,0 0-1,1 6 1,0-10-75,-1 0-1,1 0 0,0 0 1,-1-1-1,1 1 1,0 0-1,0-1 0,0 1 1,-1-1-1,1 1 1,0-1-1,0 1 0,0-1 1,0 0-1,0 1 1,0-1-1,0 0 0,0 0 1,0 0-1,0 0 1,0 0-1,0 0 1,0 0-1,0 0 0,0 0 1,0 0-1,0 0 1,0-1-1,0 1 0,1-1 1,37-8-1213,-27 0 886,1 1 0,-1-2 0,-1 1-1,0-2 1,18-20 0,25-24 1111,-54 55-590,1 0-1,-1 0 0,1 0 0,-1 0 1,1 0-1,-1 0 0,1 0 0,-1 1 1,0-1-1,1 0 0,-1 0 1,1 0-1,-1 0 0,0 1 0,1-1 1,-1 0-1,1 0 0,-1 1 0,0-1 1,1 0-1,-1 1 0,0-1 0,0 0 1,1 1-1,-1-1 0,0 1 1,0-1-1,1 0 0,-1 1 0,0-1 1,0 1-1,0-1 0,0 1 0,14 28 171,3 4-1007,-15-31 195,1 0 1,-1 0 0,1 0-1,0-1 1,-1 1 0,1-1-1,0 0 1,0 0 0,0 0-1,0 0 1,0 0 0,0-1 0,1 0-1,-1 1 1,0-1 0,0 0-1,0 0 1,4-1 0,0 1-1546,14 0-4355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35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31 121 8388,'0'0'9980,"2"16"-9347,3 95 482,-5-110-1102,0 0 0,-1 0 0,1 0 0,0 0 0,-1 0 0,1 0 0,-1-1 0,1 1 0,-1 0 0,1 0 0,-1-1 0,0 1 0,1 0 0,-1-1 0,0 1 0,0 0 0,1-1 0,-1 1 0,0-1 0,0 0 0,0 1 0,-1-1 0,2 1-7,-1-1 0,1 0 1,0 1-1,-1-1 0,1 0 1,-1 0-1,1 0 0,-1 1 0,1-1 1,-1 0-1,1 0 0,-1 0 0,0 0 1,1 0-1,-1 0 0,1 0 0,-1 0 1,1 0-1,-1 0 0,1 0 1,-1-1-1,1 1 0,-1 0 0,1 0 1,-1 0-1,1-1 0,-1 1 0,1 0 1,-1 0-1,1-1 0,0 1 0,-1 0 1,1-1-1,0 1 0,-1-1 0,1 0 1,-3-17-77,2-1 0,0 1 0,1-1-1,4-28 1,-3 41 39,0-3 4,1-1-1,0 0 0,1 1 1,0 0-1,7-17 0,13-9-1815,-21 33 1070,0-1 0,1 1 0,-1 0 0,0 0 1,1 0-1,-1 1 0,1-1 0,0 1 0,5-3 0,4 0-4616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36.1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1 5042,'0'0'12742,"-21"160"-10005,8-99-848,-1-2-592,-6-5-481,13-9-496,-13-4-240,13-12-80,0-2 0,-6-7-688,6-4-977,-13-4-1536,-1-6-1121,-6-6-2721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36.4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 5651,'0'0'4226,"20"-2"-419,299-8 4210,-318 11-8013,0-1 1,0 0 0,1 0-1,-1 1 1,0-1 0,0 0 0,0 1-1,0-1 1,-1 1 0,1-1-1,0 1 1,0 0 0,0-1-1,0 1 1,0 0 0,-1 0 0,1-1-1,0 1 1,-1 0 0,1 0-1,-1 0 1,1 0 0,-1 0-1,1 0 1,-1 0 0,1 0 0,-1 1-1,7 43 122,-7-30-84,0-1-1,-1 1 0,-1-1 1,-5 18-1,1 2-142,6-20-2655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36.6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 12726,'0'0'6371,"-27"56"-7556,27-45-1520,0-4-2353,20-7-993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36.8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245 1 7155,'0'0'6979,"-54"180"-2897,40-96-1152,-6 2-1202,6-3 97,-6-6-864,-1-11-481,8-10-352,-1-9-96,1-8-32,6-12-736,-6-7-401,6-9-1056,0-8-1264,-7-3-1474,1 0-2400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37.1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8036,'0'0'7347,"20"0"-3881,11-2-2428,-7 1-281,-1 1-1,34 4 1,-48-3-645,-1 1 0,0 0 0,0 0 0,0 1 0,0 0 0,-1 0 0,1 1 0,-1 0 0,0 0 0,0 1 0,0 0 0,0 0 0,-1 1 1,0 0-1,10 12 0,-15-13-105,1 1 1,-1 0-1,0 0 1,-1 0-1,1 0 1,-1 0-1,0 0 1,-1 0-1,0 5 1,-1 11-30,2 28-687,0-33-1830,0-1-3383,7-16-5501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37.3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0 17112,'0'0'5762,"-61"138"-7074,61-108-1281,0-3-1841,0-7-2722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37.9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95 108 17128,'0'0'7918,"-16"22"-6592,-47 69-1019,61-89-305,0 1 0,1 0 0,-1-1-1,1 1 1,-1 0 0,1 0 0,0 0 0,0 0 0,0 0 0,0 0 0,1 0-1,-1 0 1,1 0 0,0 0 0,0 6 0,1-7-5,-1-1 0,1 0 1,0 1-1,-1-1 0,1 0 1,0 1-1,0-1 0,0 0 0,0 0 1,0 0-1,0 0 0,0 0 1,0 0-1,0 0 0,1 0 0,-1 0 1,0-1-1,1 1 0,-1 0 0,0-1 1,4 2-1,4-1-62,0 1-1,0-1 1,0 0-1,0-1 1,0 0-1,14-2 1,-19 1-13,4 0-90,-1-1 0,1 0 0,-1 0 0,0 0-1,1-1 1,-1 0 0,-1-1 0,1 0 0,0 0 0,-1 0-1,0-1 1,0 1 0,0-2 0,-1 1 0,0 0 0,0-1-1,0 0 1,0-1 0,-1 1 0,0-1 0,-1 1 0,1-1-1,-1 0 1,-1-1 0,1 1 0,-1 0 0,0-1 0,1-10-1,-3 13 166,0 0-1,0 0 0,-1 0 1,1 0-1,-1 0 1,0 0-1,-1 0 0,1 1 1,-1-1-1,0 1 0,-2-6 1,-2 3 50,1 0 0,-1 0 1,-1 1-1,1 0 0,-9-6 0,14 11-27,0 1 0,0-1 0,0 1 0,0-1-1,0 0 1,1 1 0,-1-1 0,0 0-1,0 1 1,1-1 0,-1 0 0,0 0-1,1 0 1,-1 0 0,1 0 0,-1 0 0,1 0-1,0 0 1,-1 0 0,1 0 0,0 0-1,0 0 1,-1 0 0,1 0 0,0 0-1,0-2 1,1 2-15,0 1 0,0-1 0,0 0 0,0 0 0,0 1 0,0-1 0,0 0 0,0 1 0,0-1 0,0 1 0,0-1 0,1 1 0,-1 0 0,0-1 0,0 1-1,0 0 1,1 0 0,1 0 0,4 0 28,1-1-1,0 2 0,-1-1 0,1 1 1,0 0-1,10 4 0,-12-3 20,0 1 0,-1 0 0,1 1-1,-1 0 1,1 0 0,-1 0 0,-1 0 0,1 1-1,0-1 1,-1 1 0,0 0 0,0 1 0,-1-1 0,0 1-1,0 0 1,0-1 0,3 11 0,-1 0 219,-1 0 1,-1-1-1,0 1 0,-1 1 1,0 29-1,-2-44-243,0-2-25,0 1 0,0 0 0,0 0-1,0-1 1,0 1 0,0 0 0,0 0 0,0 0 0,0-1 0,0 1 0,-1 0 0,1 0 0,0-1-1,0 1 1,-1 0 0,1-1 0,0 1 0,-1 0 0,1-1 0,-1 1 0,1 0 0,-1-1 0,1 1 0,-1-1-1,0 1 1,1-1 0,-1 1 0,1-1 0,-1 0 0,0 1 0,1-1 0,-1 0 0,0 1 0,0-1-1,1 0 1,-1 0 0,0 0 0,0 0 0,1 1 0,-1-1 0,-2-1 0,3-22-510,2 17 414,0 0 1,1 0 0,0 1-1,-1-1 1,2 1-1,-1 0 1,0 0 0,1 0-1,0 0 1,1 0-1,-1 1 1,6-5 0,-3 3 55,0 0 1,0 1 0,0 0 0,1 0 0,0 1 0,0-1 0,0 2 0,9-4 0,-17 8 89,1-1 0,-1 0-1,1 0 1,-1 0 0,1 1 0,-1-1 0,1 0 0,-1 1-1,1-1 1,-1 0 0,1 1 0,-1-1 0,1 1 0,-1-1 0,0 1-1,1-1 1,-1 1 0,0-1 0,0 1 0,1-1 0,-1 1 0,0-1-1,0 1 1,0-1 0,0 1 0,1 0 0,-1-1 0,0 1-1,0-1 1,0 1 0,0-1 0,0 1 0,-1 0 0,1 0 0,0 31 724,0-25-269,0 116 1324,0-122-2101,0 0 0,0 0 0,0-1 0,1 1-1,-1 0 1,0 0 0,0-1 0,1 1-1,-1 0 1,1-1 0,-1 1 0,0 0 0,1-1-1,-1 1 1,1-1 0,0 1 0,-1-1-1,1 1 1,-1-1 0,1 1 0,0-1-1,-1 0 1,1 1 0,0-1 0,0 0 0,-1 1-1,1-1 1,0 0 0,-1 0 0,1 0-1,0 0 1,0 0 0,0 0 0,-1 0-1,1 0 1,0 0 0,0 0 0,-1 0 0,1 0-1,0 0 1,0-1 0,-1 1 0,1 0-1,1-1 1,0 1-443,30-4-9250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38.5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257 0 3426,'0'0'12685,"-5"8"-11807,-56 105 1234,-56 146-1,101-218-1653,2 1 0,2 0 0,2 1 0,2 0 0,2 1 0,1-1 0,3 70-1,2-107-602,1 0-1,1 0 0,-1 0 0,1 0 0,0 0 1,0 0-1,1 0 0,-1 0 0,1-1 1,1 0-1,-1 1 0,1-1 0,0-1 0,0 1 1,0 0-1,1-1 0,-1 0 0,1 0 1,0 0-1,1-1 0,-1 1 0,0-1 0,1-1 1,0 1-1,0-1 0,0 0 0,0 0 1,0-1-1,11 2 0,-6-1-330,0 0-1,0-1 1,0-1-1,0 1 1,0-2 0,0 0-1,0 0 1,0-1-1,0 0 1,-1-1-1,1 0 1,-1-1 0,1 0-1,-1 0 1,0-1-1,12-8 1,19-24-7941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39.0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3 8660,'0'0'12011,"0"0"-11974,0 0 1,0-1-1,0 1 0,0 0 1,-1 0-1,1 0 0,0 0 1,0-1-1,0 1 0,0 0 1,-1 0-1,1 0 0,0 0 1,0 0-1,0 0 0,0 0 1,-1-1-1,1 1 0,0 0 1,0 0-1,0 0 1,-1 0-1,1 0 0,0 0 1,0 0-1,0 0 0,-1 0 1,1 0-1,0 0 0,0 0 1,0 0-1,-1 0 0,1 0 1,0 0-1,0 1 0,0-1 1,-1 0-1,1 0 0,0 0 1,0 0-1,0 0 1,0 0-1,-1 0 0,1 1 1,0-1-1,0 0 0,0 0 1,0 0-1,0 0 0,0 1 1,-1-1-1,1 0 0,0 0 1,0 0-1,0 0 0,0 1 1,0-1-1,0 0 0,0 0 1,0 1-1,-10 7 122,0 0-1,0 1 1,1 1-1,0-1 0,1 2 1,0-1-1,1 1 1,0 0-1,0 0 1,1 1-1,1 0 0,0 0 1,1 0-1,0 1 1,1 0-1,0-1 1,-2 24-1,40-35-417,-29-1 217,0-1-1,-1 0 1,1 0-1,0-1 0,-1 1 1,0-1-1,1-1 0,-1 1 1,0-1-1,0 0 1,7-5-1,54-47-503,-35 28 272,-25 21 296,1 1 1,0-1-1,-1-1 0,0 1 1,-1-1-1,0 0 0,8-13 1,-10 41 6681,6 43-6864,-6-55 37,0 0-1,0 0 1,1 0 0,0-1-1,1 0 1,5 9 0,17 7-3752,-24-23 2962,0 1 0,-1-1 0,1 0 0,0 0 0,0 0 0,0 0 0,1-1 0,-1 1 0,6-1 0,11 0-8950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39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1 18921,'0'0'6435,"-136"135"-6435,103-105-433,5-1-3456,-5-9-4387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48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3 800,'0'0'3314,"-54"-2"-3906,40 2-129,1 0-479,-1 0 47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48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38 80,'0'0'5208,"0"-4"1526,4 10-5611,0 2-624,-17-5 2763,11-3-3254,9-22 24,-1 16-93,-5 4 169,1 0 0,0 0 0,0 1 0,0-1 0,0 0 0,0 1 0,0-1 0,0 1 0,1 0 0,-1 0 0,0 0 0,1 0 0,-1 0 0,1 0 0,-1 1 0,1-1 0,-1 1 0,1 0 0,0 0 0,-1 0 0,1 0 0,3 1 0,5-1 24,25 0 2281,-49 29-12794,5-18 4659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51.3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4 1969,'0'0'12883,"0"-3"-10463,1 6-1244,3 23-318,-1-1 0,-1 1 0,-2 0 0,-2 27 0,1 7-2578,-6-60-7645,0 0 3907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51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7571,'0'0'9973,"7"2"-9973,-7 12 0,0-1-384,0 3-1105,0 4-1824,0-2-1778,0 5-1104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52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 1361,'0'0'9767,"1"0"-9436,1-1-1,0 1 1,-1 0 0,1 0 0,0 0 0,-1 0-1,1 0 1,-1 1 0,1-1 0,0 0 0,-1 1 0,1-1-1,-1 1 1,4 1 0,6 21 1004,-9-18-1261,0 0 0,0 0 0,1 0 0,-1 0 0,1 0 0,1-1 0,5 7 0,-9-10-91,1-1 0,0 1 1,-1-1-1,1 1 0,0-1 1,0 1-1,-1-1 0,1 0 0,0 0 1,0 1-1,0-1 0,-1 0 1,1 0-1,0 0 0,0 0 0,0 0 1,0 0-1,0 0 0,-1 0 1,1 0-1,2-1 0,-1 0-31,0 0 0,0 0 0,0 0 0,0 0 0,0-1-1,0 1 1,-1-1 0,1 0 0,0 1 0,-1-1 0,3-4 0,2-2-34,0 0 0,1 0 0,0 1 1,0 0-1,0 0 0,1 1 0,0-1 0,16-8 0,-23 15 1211,-1 1-907,0 0 0,0 0 0,1 0 0,-1 1 0,0-1 0,0 0 0,1 0 0,-1 0 0,1 0 0,-1 0 0,1 0 0,-1 0 0,1 0 0,-1 0 0,1 0 0,0 0 0,0 0 0,1 0 0,20 10-33,7-7-3699,-2-7-3366,-6-2-911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53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122 328 2481,'0'0'17339,"0"-2"-17281,0-1 0,0 0 0,0 1 0,0-1 0,-1 0 0,0 1-1,1-1 1,-1 0 0,0 1 0,-3-5 0,0 6-86,-1 1 0,0-1 1,1 1-1,-1 1 0,0-1 0,0 0 0,1 1 0,-1 0 0,0 0 0,1 1 0,-1-1 0,1 1 0,-1 0 0,1 0 0,0 0 0,-5 4 0,6-3 23,0 0 0,1 0 0,-1 0 0,0 0 0,1 1 0,0-1 0,0 1 0,0 0 0,0-1 0,1 1 0,-1 0 0,1 0 0,0 0-1,0 0 1,0 0 0,1 1 0,-1-1 0,1 0 0,0 4 0,0-2 33,0 1-1,1-1 1,0 0 0,-1 0 0,2-1-1,-1 1 1,1 0 0,0 0-1,0 0 1,0-1 0,7 11-1,-7-13-19,0-1 0,1 1 0,-1 0 0,1-1-1,0 0 1,0 1 0,0-1 0,0 0 0,0 0-1,0-1 1,0 1 0,1-1 0,-1 0 0,1 1-1,-1-2 1,1 1 0,-1 0 0,1-1 0,-1 1-1,8-1 1,-7 0-32,0 0 0,0 0 0,0-1-1,0 1 1,-1-1 0,1 0 0,0 0-1,0 0 1,-1 0 0,1-1 0,0 1 0,-1-1-1,0 0 1,1 0 0,2-3 0,1-1-138,-1-1 1,0-1 0,0 1-1,-1-1 1,5-9-1,-8 14 123,18-31-211,-2 0-1,-2-1 1,-1 0-1,-1-1 1,-2-1-1,-2-1 1,-1 1-1,3-44 1,-10 17 1365,-2 64-1055,0 0 0,0 1 0,0-1 0,0 0 1,0 0-1,0 0 0,0 0 0,0 0 0,0 0 0,0 0 1,0 0-1,1 0 0,-1 0 0,0 0 0,0 0 0,0 0 0,0 0 1,0 0-1,0 0 0,0 0 0,0 0 0,0 0 0,1 0 1,-1 0-1,0 0 0,0 0 0,0 0 0,0 0 0,0 0 1,0 0-1,0 0 0,0 0 0,0 0 0,0 0 0,1 0 0,-1 0 1,0 0-1,0 0 0,0 0 0,0 0 0,3 14 222,-2 50 660,0-8-199,-1 0 1,-4 0 0,-13 74-1,17-129-859,0-1 0,-1 1 0,1 0 0,0-1 0,0 1 0,0 0 0,0-1 0,0 1 0,-1 0 0,1-1 0,1 1 0,-1 0 0,0 0 0,0-1 0,0 1 0,0 0 0,0-1 0,1 1 0,-1 0 0,0-1 0,0 1 0,1-1 0,-1 1 0,1 0 0,-1-1-1,0 1 1,1-1 0,-1 1 0,1-1 0,-1 1 0,1-1 0,0 0 0,-1 1 0,1-1 0,-1 0 0,1 1 0,0-1 0,-1 0 0,1 1 0,1-1 0,31-2-8141,-25 1 7628,19-4-5705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53.5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 5859,'0'0'12312,"11"7"-11688,-5-2-519,-1 0 3,0-1 0,1 0 0,-1 0 0,1-1 0,0 0 0,0 0 0,0 0 1,0-1-1,1 0 0,-1 0 0,1 0 0,8 0 0,64-1-196,-79-40-379,-1 36 512,0 1-1,0-1 1,-1 1-1,1 0 1,-1-1-1,0 1 1,1 0-1,-1 0 1,0 0-1,0 0 1,0 0-1,0 1 1,-1-1-1,1 1 1,0-1-1,-1 1 0,1 0 1,-1 0-1,0 0 1,1 0-1,-1 0 1,0 1-1,1-1 1,-1 1-1,-4-1 1,4 1 53,0 0 0,0-1 1,-1 1-1,1 0 0,0 1 1,0-1-1,0 1 0,0-1 1,0 1-1,0 0 0,0 0 0,0 0 1,0 1-1,0-1 0,0 1 1,1-1-1,-1 1 0,0 0 1,1 0-1,0 0 0,-1 0 1,-1 4-1,-2 5 53,2 1-1,-1 0 1,2 1-1,0-1 1,0 1 0,1-1-1,1 1 1,0 0-1,0 0 1,2 14 0,-1-25-252,1 0 1,-1 0-1,0 0 1,0 0 0,1 0-1,-1 0 1,1 0-1,0 0 1,0 0-1,-1 0 1,1 0 0,0 0-1,1-1 1,-1 1-1,0 0 1,0-1-1,1 1 1,-1-1 0,1 1-1,-1-1 1,1 0-1,0 1 1,-1-1-1,1 0 1,0 0 0,0-1-1,0 1 1,0 0-1,0 0 1,3 0-1,2 0-972,-1 0 0,1 0 0,0 0 0,0-1 0,0 0 0,0 0 0,0-1 0,7-1 0,20-10-6211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53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 1 7732,'0'0'15158,"-68"131"-13989,55-102-129,-1-2-591,0-4-401,8-1 0,-1-4-48,-7-4-240,8 0-641,-1-8-864,0-3-1360,0-3-769,0 0-1984,1-3-2306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53.9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7764,'0'0'14662,"129"56"-13909,-102-44-513,-7-1-240,7 0 0,-13 3-1057,-1-3-1280,1-2-656,-7-2-2354,6-7-2000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54.3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 48,'0'0'18793,"136"3"-17129,-75-3-591,-7 0-545,0 0-352,-13 0-112,-8 0-64,-12 0-432,-14-7-688,-7 2-433,0 1-512,-28 4-2273,-5 0-2161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4:54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18 144,'0'0'19033,"122"0"-17625,-81-2-655,-7-3-273,-7-1-288,7 1-128,-14 5-48,-6 0-16,-8 0-368,-6 5-3474,0 6-256,-20 0-3041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35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8 2849,'0'0'12750,"20"-7"-8150,-20 8-4482,1 1 0,0 0 0,-1 0 0,1 0 0,-1 0 0,0 0 0,1 0 0,-1 0 0,0 0 0,0 0 0,0 0 0,-1 0 0,1 3 0,-1 11 359,4 25 178,-2-1 1,-2 0-1,-1 1 1,-2-1-1,-2 0 1,-12 44-1,0 8-517,4-9-2069,-3-32-4293,9-38 835,-4-5-1686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35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0 320,'0'0'16165,"23"3"-14764,-5-2-1123,-11-1-180,0 0 0,0 0 0,0 1 0,-1 0 0,1 0 0,0 0 0,0 1 1,-1 0-1,1 1 0,-1 0 0,1-1 0,-1 2 0,0-1 0,0 1 0,-1 0 0,1 0 1,-1 1-1,9 8 0,4 10 338,25 41 1,-40-59-428,1 1-1,-1-1 1,0 1 0,-1 0-1,0 0 1,1 0 0,-2 0-1,1 1 1,-1-1 0,0 0-1,0 1 1,-1-1 0,0 1-1,-1 7 1,1-12-10,-1-1-1,0 0 1,0 1-1,0-1 1,0 0-1,0 0 1,0 0-1,0 0 1,0 0 0,0 0-1,0 0 1,-1 0-1,1-1 1,0 1-1,-1 0 1,1-1-1,0 1 1,-1-1 0,1 1-1,-1-1 1,-2 0-1,-36 5-184,34-4 129,-119 1-1168,69-3-5255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36.3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1 4162,'0'0'15719,"-13"1"-14340,8-1-1218,-1 0-1,1 0 0,-1 1 0,1 0 0,0 0 1,-1 0-1,1 1 0,0 0 0,0 0 0,0 0 0,0 0 1,0 1-1,0 0 0,1 0 0,-1 0 0,1 1 1,0-1-1,0 1 0,0 0 0,0 0 0,1 1 0,0-1 1,-5 9-1,6-8-61,-4 3-46,1 0 1,1 1-1,0 0 1,0 0 0,0 0-1,1 0 1,1 1-1,0-1 1,0 1 0,0 14-1,2-23-101,1-1 0,-1 1 0,1 0 0,0-1 0,-1 1 0,1 0 0,0-1 0,0 1 0,-1-1 1,1 0-1,0 1 0,0-1 0,0 1 0,0-1 0,-1 0 0,1 0 0,0 0 0,0 1 0,0-1 0,0 0 0,0 0 0,0 0 0,0 0 0,0 0 0,1-1 0,31-2-815,-23 0 830,0-1 0,-1-1-1,0 0 1,1 0 0,-1-1 0,-1 0 0,1 0 0,-1-1-1,-1 0 1,1-1 0,-1 1 0,0-1 0,8-14 0,-8 31 4509,10 16-7072,-15-22 1901,0-1-1,0 1 1,0-1 0,0 0 0,0 0 0,1 0-1,-1 0 1,1 0 0,-1 0 0,1-1 0,-1 1-1,1-1 1,0 1 0,4 0 0,19-1-4812,1-1-1096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36.6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3 111 4210,'0'0'15330,"0"20"-13244,0 65-195,0-69 2175,-1-51-3893,-1 14-107,2 0-1,3-33 1,-2 50-135,-1-1-1,1 1 1,0-1-1,1 1 1,-1-1-1,1 1 1,-1 0-1,1 0 1,1 0 0,-1 0-1,1 0 1,-1 0-1,1 1 1,0-1-1,0 1 1,0 0-1,6-4 1,-4 5-1069,1 0 1,-1 0-1,1 0 1,0 1-1,-1 0 0,1 1 1,0-1-1,9 1 1,25-4-6956,-6-7 201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36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366 0 8884,'0'0'8948,"0"145"-3970,-20-75-1968,0 4-289,-1-6-752,1-14-1057,0-11-736,6-14-144,1-6-32,-1-7-544,-6-7-784,-7-5-1186,-7-4-943,-7 0-1521,-6-4-2754,-7-19-3345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37.1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 3986,'0'0'3879,"32"-3"176,7-1-2761,162-10 3700,-118 11-3178,196 3 2339,-278 0-4105,0 1 0,0 0-1,0-1 1,-1 1 0,1-1 0,0 1-1,-1 0 1,1 0 0,0-1 0,-1 1-1,1 0 1,-1 0 0,1 0 0,-1 0-1,0 0 1,1 0 0,-1 0 0,0-1-1,0 1 1,1 0 0,-1 0 0,0 0-1,0 0 1,0 0 0,0 0 0,0 0-1,0 0 1,-1 0 0,1 0 0,0 0 0,0 0-1,-1 1 1,-8 34 1715,-9-9-285,1-2-1144,13-7-3990,-2-18-3234,-2 0-1119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37.3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17176,'0'0'11109,"13"0"-11301,-6 7-1345,6 0-1376,15-3-2065,-1-4-1329,13 0-1665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37.5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292 1 14791,'0'0'6019,"-41"153"-1281,35-94-1601,-1-1-1088,-7-8-624,14-7-817,-13-11-608,6-8 0,-6-3 0,-8-3-416,1-2-897,-14-5-784,0-4-1568,-6-7-1634,-1 0-3201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37.8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 9764,'0'0'4122,"22"-1"-72,4-1-2703,3-1 438,0 2 1,0 1 0,39 4-1,-54-2-1273,-1 2 0,0-1 0,0 1 0,0 1 0,-1 0 0,1 1 0,-1 1 0,21 14 0,-31-19-470,-1 0-1,1 0 1,0 1 0,-1-1 0,1 1-1,-1-1 1,0 1 0,0-1 0,0 1-1,0 0 1,-1-1 0,1 1 0,-1 0-1,0 0 1,1 0 0,-1-1 0,0 1-1,-1 0 1,1 0 0,0 0-1,-1-1 1,-1 5 0,0 3 10,-1-1-1,0 1 1,-1-1 0,0 0-1,-6 10 1,18-44-18239,10-1 10698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38.0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 16808,'0'0'14054,"-54"54"-14054,54-36-512,0 5-1217,0-1-2049,0 3-1936,0-5-2754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38.6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37 136 10085,'0'0'18021,"-7"19"-17642,-19 57-206,26-75-170,0-1-1,-1 1 1,1 0 0,-1-1-1,1 1 1,0 0-1,0 0 1,-1-1-1,1 1 1,0 0-1,0 0 1,0-1-1,0 1 1,0 0-1,0 0 1,0 0-1,0-1 1,0 1-1,0 0 1,0 0-1,1-1 1,-1 1-1,0 0 1,0 0-1,1-1 1,-1 1-1,0 0 1,1-1 0,-1 1-1,1 0 1,-1-1-1,1 1 1,-1-1-1,1 1 1,0-1-1,-1 1 1,1-1-1,0 1 1,-1-1-1,1 0 1,0 1-1,-1-1 1,1 0-1,0 0 1,0 1-1,-1-1 1,1 0-1,0 0 1,0 0-1,-1 0 1,1 0-1,0 0 1,0 0 0,0 0-1,-1 0 1,1 0-1,0-1 1,0 1-1,-1 0 1,2-1-1,0 1 10,-1 0-1,6 0-42,-1 1-1,0-1 0,0 0 0,0-1 0,0 1 0,0-1 1,9-3-1,-13 3-12,0 0-1,-1 0 1,1 0 0,-1 0-1,1-1 1,-1 1 0,1 0-1,-1-1 1,0 1 0,0-1 0,0 0-1,0 1 1,0-1 0,0 0-1,0 0 1,0 1 0,-1-1-1,1 0 1,-1 0 0,1 0 0,-1 0-1,0 0 1,0 0 0,0 0-1,0 0 1,0 0 0,0-2 0,1-35-805,0 21 646,-1-1-1,-1 0 1,0 0 0,-5-21 0,6 38 240,-1 1 0,1-1 0,0 0 0,0 1 0,0-1 0,0 0 0,0 0 0,0 1 1,0-1-1,1 0 0,-1 1 0,1-1 0,-1 0 0,1 1 0,-1-1 0,1 1 0,0-1 0,0 1 1,0-1-1,0 1 0,0 0 0,0-1 0,0 1 0,0 0 0,1 0 0,-1 0 0,0 0 0,1 0 1,-1 0-1,1 0 0,-1 0 0,1 1 0,-1-1 0,1 0 0,0 1 0,-1-1 0,1 1 0,0 0 1,-1 0-1,4 0 0,0-1-27,-1 0-1,0 1 1,1 0 0,-1 0-1,1 1 1,-1-1 0,0 1-1,0 0 1,1 0 0,-1 0 0,0 0-1,0 1 1,0 0 0,0 0-1,0 0 1,3 3 0,-2-1 99,-1 1 1,0 0-1,-1 0 0,1 0 1,-1 1-1,0-1 1,0 1-1,0 0 0,-1 0 1,0 0-1,0 0 1,-1 0-1,2 10 0,0 10 1348,0 50 0,-3-63-807,0-12-580,0-7-140,1 1-60,0 0 0,1-1 0,0 1 0,0 0 0,1 0 0,-1 0 0,1 0 0,0 0 0,1 1-1,-1-1 1,9-7 0,-9 8 146,1 0 0,0 0 0,0 0 0,0 0 0,1 1 1,-1 0-1,1 0 0,0 0 0,-1 0 0,1 1 0,1 0 0,-1 0 0,7-2 0,-12 39 1737,0 61-1660,0-95-150,0-1 1,0 1-1,0 0 1,0-1-1,0 1 1,0-1-1,0 1 0,0-1 1,0 1-1,1-1 1,-1 1-1,0 0 1,0-1-1,1 1 0,-1-1 1,0 0-1,1 1 1,-1-1-1,0 1 1,1-1-1,-1 1 0,1-1 1,-1 0-1,0 1 1,1-1-1,-1 0 0,1 1 1,-1-1-1,1 0 1,0 0-1,21 2-4431,-16-2 3212,31 0-6125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39.0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 7988,'0'0'15255,"128"4"-14711,-87-4-416,0 0-128,-8 0-704,1 0-1361,-13-2-1777,-1-9-5026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39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5491,'0'0'14075,"21"7"-12597,18 3-952,118 37 1555,-134-39-1879,-13-5-168,0 0-1,0 0 0,0 2 1,0-1-1,-1 1 1,1 0-1,12 10 0,-21-14-26,0 0 0,0 0 0,-1 0 0,1 0 0,0 0 0,0 1 0,-1-1 1,1 0-1,0 0 0,-1 1 0,1-1 0,-1 0 0,0 1 0,1-1 0,-1 0 0,0 1 0,0-1 0,0 0 0,0 1 0,0-1 0,0 1 0,0-1 0,0 0 0,-1 1 0,1-1 0,-1 0 0,1 0 0,-1 1 0,1-1 0,-1 0 0,0 0 0,1 1 0,-1-1 0,0 0 0,0 0 0,0 0 0,0 0 0,-2 1 0,-4 5 170,-1 0 0,-1-1 0,1 0 0,-12 5-1,8-3 155,-1 0-44,-2 1 183,1 0 0,0 1 0,-12 12 0,23-19-374,0 0 0,0 0-1,0 1 1,1-1 0,-1 1 0,1-1 0,0 1 0,0 0 0,0 0-1,0 0 1,1 0 0,0 0 0,0 1 0,0-1 0,0 0 0,0 8-1,1-11-86,1 1 0,-1-1-1,1 0 1,-1 0-1,1 1 1,0-1-1,0 0 1,-1 0-1,1 1 1,0-1-1,0 0 1,0 0-1,0 0 1,0 0-1,1-1 1,-1 1-1,0 0 1,0 0-1,0-1 1,1 1-1,-1 0 1,0-1 0,1 0-1,-1 1 1,1-1-1,1 1 1,45 6 166,-7-3 21,0-3-1,72-6 1,-92 3-480,1-1 0,-1-2 0,-1 0 1,1-1-1,-1-1 0,0-1 0,22-12 1,-23 6-1838,-19 14 1959,0-1-1,1 1 1,-1 0 0,0-1 0,0 1-1,1-1 1,-1 1 0,0 0-1,0-1 1,0 1 0,0-1-1,1 1 1,-1-1 0,0 1 0,0-1-1,0 1 1,0-1 0,0 1-1,0 0 1,0-1 0,0 1-1,-1-1 1,1 1 0,0-1 0,0 1-1,0-1 1,0 1 0,-1 0-1,1-1 1,0 1 0,0-1 0,-1 1-1,1 0 1,0-1 0,-1 1-1,1 0 1,0-1 0,-1 1-1,1 0 1,-1 0 0,1-1 0,0 1-1,-1 0 1,1 0 0,-1 0-1,1-1 1,-1 1 0,1 0-1,0 0 1,-1 0 0,1 0 0,-1 0-1,-29-7-10807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0 309 14417,'8507'-309'0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2721,'0'0'0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0 4514,'0'0'6232,"-12"7"-5728,-34 20 134,42-24-465,1 0 1,-1 0-1,0 0 0,1 0 0,0 1 0,0-1 0,0 1 1,0 0-1,1 0 0,-1 0 0,1 0 0,0 0 1,0 1-1,-2 8 0,-3 5 444,3-10-408,1 1 0,-1 0 0,1-1 0,1 2 0,-2 9 0,4-18-199,-1 0-1,1 1 1,0-1-1,0 1 1,0-1-1,0 1 1,0-1-1,0 0 1,1 1-1,-1-1 1,0 1-1,1-1 1,-1 0-1,1 1 1,-1-1-1,1 0 1,0 1-1,0-1 1,-1 0 0,1 0-1,0 0 1,0 0-1,0 0 1,0 0-1,0 0 1,1 0-1,-1 0 1,0 0-1,0-1 1,0 1-1,1-1 1,-1 1-1,0 0 1,1-1-1,-1 0 1,1 1-1,-1-1 1,0 0-1,1 0 1,-1 0-1,3 0 1,8 1 37,0 0-1,1-1 1,-1-1-1,23-3 1,-30 2-40,-1 1 0,1-1 0,-1 0 0,0 0 0,1 0 0,-1-1 1,0 1-1,0-1 0,0 0 0,-1 0 0,1-1 0,-1 1 0,0-1 1,0 0-1,4-5 0,-1 0 65,-1 0 0,0 0 0,-1 0 1,0 0-1,-1-1 0,1 0 0,-2 1 1,1-1-1,-2 0 0,1-1 0,-1 1 1,-1 0-1,0-17 0,-4 26 74,1 0 1,-1 1-1,1-1 1,-1 1-1,0-1 1,1 1-1,-1 0 1,0 0-1,1 1 1,-8 1-1,9-1-129,-1 1-1,1 0 0,0-1 1,0 1-1,0 0 0,0 1 1,0-1-1,0 0 0,0 0 1,-2 6-1,4-8-86,-1 1 0,1-1 0,-1 1-1,1-1 1,-1 1 0,1-1 0,0 1 0,-1-1 0,1 1 0,0 0-1,0-1 1,-1 1 0,1-1 0,0 1 0,0 0 0,0-1 0,0 1 0,0 0-1,0-1 1,0 1 0,0 0 0,0-1 0,0 1 0,0 0 0,0-1-1,0 1 1,0-1 0,1 1 0,-1 0 0,0-1 0,1 1 0,-1-1-1,0 1 1,1-1 0,-1 1 0,1 0 0,-1-1 0,0 0 0,1 1 0,-1-1-1,1 1 1,0-1 0,-1 0 0,1 1 0,-1-1 0,1 0 0,-1 1-1,1-1 1,0 0 0,-1 0 0,1 0 0,0 0 0,31 1-4228,13-1-2215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 8964,'0'0'7019,"4"18"-6194,4 7-393,4 21-105,-9 9 3049,-3-54-3013,15-16-91,-10 5-281,2 0 0,-1 0 0,1 1 1,0-1-1,1 2 0,0-1 0,1 1 0,0 0 1,0 1-1,1 0 0,-1 1 0,1 0 0,1 0 0,-1 1 1,1 0-1,0 1 0,0 1 0,0-1 0,1 2 1,-1-1-1,1 2 0,13-1 0,-25 16 614,-1-12-540,1 0-1,0 1 0,-1-1 1,1 0-1,0 1 0,0-1 0,0 0 1,1 1-1,-1-1 0,0 0 0,2 4 1,-2-6-98,24 29-4017,-7-14-5084,-5-12 3313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6339,'0'0'15047,"34"0"-14871,0 0 16,0 0-176,6 0-16,-13 0-368,-6 0-641,-8 0-928,1 0-944,-7-2-1649,-7-5-1313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1 896,'0'0'20698,"-40"140"-19626,40-113-463,-7-2-417,7 0-192,0 0-240,-7 2-1633,0 2-1617,-6 0-3025,-8 5-4530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 2385,'0'0'9733,"0"102"-6215,-1-47-2297,-16 103 0,12-72-2286,6-77-719,-1-11-437,1-46-3202,2 17 1920,8-3-579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62 1409,'0'0'5520,"18"-1"-1984,74 0-2230,156-16-418,-60 2-602,-72 15-184,-72 1 139,-1-1 0,1-2 0,75-15 1,-99 10 1100,-7 5 1957,-18 24-2351,-10 24-621,1 0 0,3 1 1,-11 94-1,11 148 15,11-167 363,0-122-140,-5 0-556,0-1 0,-1 0 0,1 0 0,0-1 0,0 1-1,0-1 1,0 0 0,1 0 0,-1-1 0,1 0 0,-1 0 0,-4-4 0,-38-19-93,24 21 58,-1 0-1,0 1 1,1 2-1,-1 0 0,-46 4 1,19-2 12,-51 5 1,-140 24 1,140-14 195,-148 4 0,239-19-29,6 0 97,7 0 42,60 0 429,-54-2-758,1 0 1,-1 0-1,1-1 1,-1 0 0,0 0-1,15-9 1,-22 10 27,-1 0 1,1 1 0,-1-1 0,0 0 0,1 0 0,-1 0-1,0 0 1,0 0 0,0 0 0,-1 0 0,1 0-1,-1-2 1,1 4-3,0-7-24,-1 0 1,0 1 0,-1-1 0,1 0 0,-1 1 0,-1 0-1,1-1 1,-6-9 0,5 10-321,0 0 1,0 0-1,0 0 0,1-1 1,0 1-1,1-1 0,0 0 1,-2-11-1,3 4-320,0 8-299,-1 1-1,1-1 1,0 1-1,1-1 1,-1 1 0,1-1-1,0 1 1,1 0-1,-1-1 1,1 1-1,0 0 1,3-5-1,9-9-5061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39 4482,'0'0'11211,"-3"-6"-10360,2 4-803,0 0 0,0 0 0,0 0 0,0 0 0,-1 0 0,1 0 1,0 1-1,-1-1 0,1 0 0,-1 1 0,0 0 0,0-1 1,1 1-1,-1 0 0,0 0 0,0 0 0,0 0 0,0 0 0,0 0 1,0 1-1,-1-1 0,1 1 0,0-1 0,0 1 0,0 0 1,-1 0-1,1 0 0,0 0 0,0 0 0,0 0 0,-1 1 0,1-1 1,0 1-1,0-1 0,0 1 0,0 0 0,0 0 0,0 0 1,0 0-1,-3 3 0,-5 1-17,0 1 1,0-1 0,1 2-1,0 0 1,0 0-1,1 0 1,0 1-1,0 0 1,0 1 0,1 0-1,1 0 1,0 0-1,0 1 1,0 0-1,1 0 1,1 0-1,0 1 1,0 0 0,1 0-1,1 0 1,0 0-1,0 0 1,0 21-1,2-31-41,0 0-1,-1 0 1,1 1-1,0-1 0,1 0 1,-1 1-1,0-1 1,0 0-1,0 0 0,1 1 1,-1-1-1,1 0 0,-1 0 1,1 1-1,-1-1 1,1 0-1,0 0 0,0 0 1,-1 0-1,1 0 0,2 1 1,-2-1-5,0-1 0,0 0 0,0 1 0,0-1 0,0 0 0,0 0 0,1 0 1,-1 0-1,0 0 0,0 0 0,0 0 0,0 0 0,0-1 0,0 1 0,0 0 0,0-1 0,0 1 0,0-1 0,2 0 1,4-3-25,0-1 0,0 0 0,-1 0 0,1 0 0,7-10 0,4-3-37,-1-2 0,-1 0 0,-1 0 0,-1-2 0,0 0 0,-2 0 0,11-28 0,-11 25 238,-11 24 1164,-1 28-501,0-4-469,-1-17-276,1 1-1,0 0 1,0-1-1,1 1 0,0 0 1,3 10-1,-3-14-144,0-1 0,1 1-1,-1 0 1,1-1 0,0 0-1,0 1 1,0-1 0,0 0-1,0 0 1,0 0 0,0 0 0,1 0-1,-1-1 1,1 1 0,-1-1-1,1 0 1,0 1 0,5 0-1,54 17-3231,4-6-4205,-13-6 80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0 108 384,'0'0'4858,"54"-4"-677,585-22-3066,600-26 872,-608 37-516,-610 15-1310,-11 0 138,-1 0-1,0-1 1,0 0-1,16-4 1,-22 1 2961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3602,'0'0'6600,"3"9"-5882,-1-3-536,0-1 0,0 0 0,1 0 0,0 0 0,0 0 0,0-1 0,0 1 0,1-1 0,0 0 0,0 0 1,0 0-1,0 0 0,0-1 0,1 1 0,9 4 0,13 6 300,-10-6-216,-1 0 0,0 2-1,0 0 1,-1 1 0,0 0 0,19 20-1,-33-30-225,0 0 0,0 0 0,0 1 0,0-1 0,0 0 0,-1 0 0,1 1 0,0-1 0,-1 1 0,1-1 0,-1 1 0,0-1 0,1 0 0,-1 1 1,0-1-1,0 1 0,0-1 0,0 1 0,0 0 0,0-1 0,0 1 0,-1-1 0,1 0 0,0 1 0,-1-1 0,1 1 0,-1-1 0,0 0 0,1 1 0,-1-1 0,0 0 0,0 1 0,0-1 0,0 0 0,0 0 0,0 0 0,0 0 0,0 0 0,-1 0 0,-1 1 0,-7 5 261,1-1 1,-1-1-1,-1 0 1,-13 6 0,15-7-185,-20 7-132,19-7 222,-1 0 0,1 0-1,0 1 1,-18 13 0,6 9-2185,20-23 1330,1 0 1,-1-1-1,1 1 0,0 0 1,0 0-1,1 0 1,-1 0-1,1 6 1,0 5-5492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0 3265,'0'0'7060,"0"26"-4446,1 8-1893,0 1 92,-2 0-1,-6 42 1,-88 520 4651,82-533-5436,3 1 1,-1 73-1,11-136-596,3-10-1865,35-68-4322,-18 15 114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5 237 592,'0'0'4858,"-4"-15"2092,693-11-4415,806-72-753,25 50 102,-969 26-1574,312-3 914,-356 22-1166,610 8 310,-259 53-189,-609-24 1239,-105-12 233,205 4 0,-101-26 942,-246 0-2305,-2 0-425,-1 1-1,1-1 1,-1 1-1,1-1 1,-1 1-1,1-1 1,-1 1 0,1-1-1,-1 0 1,0 1-1,1-1 1,-1 0-1,0 1 1,1-1 0,-1 0-1,0 0 1,1 0-1,-1 0 1,0 0 0,1 0-1,-1 0 1,0 0-1,0 0 1,1 0-1,-1 0 1,0 0 0,1 0-1,-1 0 1,0-1-1,1 1 1,-1 0-1,0-1 1,1 1 0,-1 0-1,1-1 1,-2 0-1,-30-14-6116,0-6-1592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319 0 768,'0'0'6964,"13"5"562,-15 11-6870,0 0 0,-1-1 1,-1 0-1,-8 24 0,-4 16 996,5 8-305,-4 76 1,0 3-527,-78 267 588,16-87-681,75-314-697,-2 13 244,0-1 0,0 36 0,-11-58-5757,-6-11-1228,-11-10-5237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3314,'0'0'9092,"0"29"-5749,-1-13-2741,-1 1 1,0-1 0,-2 0 0,0 0 0,-10 29 0,-6 20 558,-62 360 1744,75-368-2793,1-15 76,-1 50 0,-3-48 306,3-30-1135,4-32-3483,3 10 3059,1 0 0,0 0 1,1 0-1,0 0 0,0 0 0,1 1 0,6-15 0,11-25-5839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1 1873,'0'0'6288,"-1"0"-5914,-1-1-1,0 1 1,1 0 0,-1 0-1,1 0 1,-1 0 0,1 0-1,-1 1 1,1-1 0,-1 0-1,1 1 1,-1-1 0,1 1-1,-1 0 1,1-1 0,0 1-1,-3 2 1,-7 11 250,2 0 0,0 1 0,0 0 0,2 0 0,0 1 0,0 0 1,-7 33-1,-18 124 1639,20-37-877,7 203-1,7-184-1530,-3-155-415,1 0 464,0 0 0,0 0 0,-1 0 0,1 0 0,0 0 0,0 0 0,-1 0 0,1 0 0,0 0 0,0 0 0,-1 0 0,1 0 0,0-1 0,0 1 0,-1 0 0,1 0 0,0 0 0,0 0 0,0 0 0,-1 0 0,1-1 0,0 1 0,0 0 0,0 0 0,0 0 0,0 0 0,-1-1 0,1 1 0,0 0 0,0 0 0,0-1 0,0 1 0,0 0 0,0 0 0,0 0 0,0-1 0,0 1 0,0 0 0,0 0 0,0-1 0,0 1 0,0 0 0,0 0 0,0-1 0,0 1 0,0 0 0,0 0 0,0-1 0,0 1 0,0 0 0,4-71-9869,13 17 2122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 0 1072,'0'0'12118,"-1"12"-11515,-52 135 4247,39-91-3999,2 1 0,3 0 0,2 0 0,1 65 0,7-67-782,0-13-4,-1-1 0,-2 1-1,-2-1 1,-11 51 0,12-84-783,3-12-1173,2-24-3848,-1 13 2017,5-40-4938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0 3025,'0'0'11005,"0"6"-9551,-3 27 170,-1-1 0,-1 0 0,-18 56 0,-9 55 308,14 57-1091,8 231 0,10-383-874,0-47-413,14-5-2926,-7-3 2241,0 1-1,-1-1 1,-1 0 0,9-13-1,-5 8-585,24-36-5497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51 384,'0'0'3012,"-5"-6"-2980,1 2 75,2 2-47,1 1 0,-1-1 0,1 1 0,-1-1 0,1 0 0,0 1 0,0-1 0,0 0-1,0 0 1,0 0 0,0 0 0,0 0 0,1 0 0,-1 0 0,1 0 0,-1 0 0,1 0 0,0-3 0,0 5 32,-1 0-1,1 0 1,0-1 0,0 1-1,0 0 1,0 0-1,0 0 1,0 0 0,-1-1-1,1 1 1,0 0 0,0 0-1,0 0 1,-1 0-1,1 0 1,0 0 0,0 0-1,0 0 1,-1 0-1,1 0 1,0 0 0,0-1-1,0 1 1,-1 0-1,1 0 1,0 0 0,0 0-1,0 1 1,-1-1 0,1 0-1,0 0 1,0 0-1,0 0 1,-1 0 0,1 0-1,0 0 1,0 0-1,0 0 1,-1 0 0,1 1-1,0-1 1,0 0 0,0 0-1,0 0 1,0 0-1,-1 0 1,1 1 0,0-1-1,0 0 1,0 0-1,0 0 1,0 1 0,0-1-1,0 0 1,0 0 0,0 0-1,0 1 1,-12 11 1661,0 12-561,0 0-1,2 0 1,1 1-1,0 0 0,2 0 1,-7 49-1,-4 164 2363,16-179-2925,2 123 270,2-104-581,-11 107-1,1-120-346,8-64-339,1-13-6243,6-16 1526,5-11-2729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41 480,'0'0'6454,"1"-7"-5059,4-20-122,-4 20 5052,-1 18-5039,-20 302 3645,0-56-3307,18-176-1253,-23 388 840,17-432-1063,6-25 196,5-22 637,4 0-1614,-2 2-1953,-4 1-3266,-1 2-1047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8 2865,'2'-3'12562,"-5"2"-12971,-7-1 402,0 1 0,1 1 1,-1 0-1,0 0 0,-15 3 1,24-2-29,0 1 1,0-1 0,1 0 0,-1 1 0,0-1 0,0 1 0,1-1 0,-1 1 0,1-1 0,-1 1-1,1-1 1,0 1 0,0 0 0,0-1 0,0 1 0,0 0 0,0-1 0,0 3 0,4 32-202,42 64-41,-28-56 146,-14-35 99,1-1 0,-2 1 0,1 0 0,-1 0 0,0 0 0,-1 1 0,0-1 0,-1 1 0,0-1 0,-1 1 0,1 0 0,-3 12 0,1-19 47,0-1-1,0 1 0,-1-1 1,0 1-1,1-1 1,-1 0-1,0 0 1,0 0-1,0 0 1,0 0-1,0 0 1,-1 0-1,1-1 0,0 1 1,-1-1-1,1 0 1,-1 1-1,0-1 1,1 0-1,-6 0 1,3 1-3,0-1 1,0 1-1,0-2 0,-1 1 1,1 0-1,0-1 1,0 0-1,-1 0 0,1-1 1,-9-1-1,13-1-7,-1 0 0,1 1 0,0-1 0,0 0 0,0 0 0,1 0 0,-1 0 0,1 0 0,-1 0-1,1 0 1,0 0 0,0 0 0,0 0 0,0 0 0,2-5 0,-1-3 39,-2 4-32,2 0-1,-1 0 1,1 0 0,0 0 0,1 1-1,0-1 1,0 0 0,0 1-1,1-1 1,0 1 0,0 0 0,5-8-1,-1 5 4,1 0-1,0 1 1,0 0-1,0 0 1,1 1-1,17-11 0,-19 14 121,-1-1 0,1 1 0,-1-1 0,0 0 0,0-1 0,9-11 0,-13 13 88,1-1 0,-1 1 0,-1-1 1,1 0-1,-1 1 0,1-1 0,-1 0 0,-1 0 1,1 0-1,-1 0 0,0-9 0,0 12-180,-1 0-1,1 1 0,0-1 1,-1 0-1,1 0 1,-1 1-1,0-1 0,1 1 1,-1-1-1,0 1 0,0-1 1,0 1-1,0-1 0,0 1 1,-1 0-1,1-1 0,0 1 1,-1 0-1,1 0 0,0 0 1,-1 0-1,0 0 0,1 0 1,-1 1-1,1-1 1,-1 0-1,-2 0 0,-3-1 7,-1 0 1,1 1-1,0 0 0,-1 0 0,-10 0 0,18 1-280,0 1 0,-1-1 0,1 0 0,0 1 0,0-1 0,0 1 0,0-1 0,0 0 0,0 1 0,0-1 0,0 0 0,0 1 0,0-1 0,0 1 0,0-1 0,0 0 0,0 1 0,0-1 0,0 1 0,0-1 0,1 0 0,-1 1 0,0-1 0,0 0 0,0 1 0,1-1 1,-1 0-1,0 0 0,0 1 0,1-1 0,-1 0 0,0 0 0,1 1 0,-1-1 0,0 0 0,1 0 0,-1 0 0,0 1 0,1-1 0,-1 0 0,0 0 0,1 0 0,-1 0 0,1 0 0,-1 0 0,0 0 0,1 0 0,-1 0 0,1 0 0,23 1-5057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66 2145,'0'0'11317,"29"-20"-9577,-14 13-1585,0 1 0,0 0 0,0 1 0,1 1 0,0 0 0,19-1 0,8 0-85,48 2-1,-91 29 99,-2-20-103,0-1 1,0 1-1,0 0 0,-1 0 0,0-1 1,-1 0-1,1 1 0,-1-1 0,0-1 0,0 1 1,0 0-1,-1-1 0,1 0 0,-11 6 1,-12 9 109,-46 24 1,39-25-158,28-14 59,-3 2-1270,15-4-334,10 1 1710,-8 0-233,0 0 1,1 0 0,-1 0-1,0 1 1,-1 0 0,1 1-1,-1 0 1,8 6 0,-11-8 36,-1 0 0,0 0 0,0 0 0,0 0 0,-1 1 1,1-1-1,-1 1 0,0 0 0,0 0 0,0 0 0,-1 0 0,1 0 1,-1 0-1,0 0 0,0 0 0,0 1 0,-1-1 0,1 5 0,-2-6 133,1-1-1,0 1 0,-1 0 0,0-1 0,0 1 0,0 0 0,0-1 0,0 1 1,0-1-1,-1 0 0,1 1 0,-1-1 0,0 0 0,0 0 0,0 0 0,0 0 1,0 0-1,0 0 0,0-1 0,0 1 0,-1-1 0,1 1 0,-1-1 0,1 0 1,-1 0-1,1 0 0,-1 0 0,0-1 0,1 1 0,-1-1 0,-4 1 0,-14 2 444,1-1-1,-1-1 0,-25-1 0,25 0-206,11-1 1609,4-1-6927,25 0-5578,13 2 5876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3 2913,'0'0'10707,"1"-1"-10562,-1 1 0,0 0 1,0 0-1,1 0 0,-1-1 1,0 1-1,1 0 1,-1 0-1,0 0 0,1 0 1,-1 0-1,0-1 0,1 1 1,-1 0-1,0 0 0,1 0 1,-1 0-1,1 0 1,-1 0-1,0 0 0,1 0 1,-1 1-1,0-1 0,1 0 1,-1 0-1,0 0 1,1 0-1,-1 0 0,0 0 1,1 1-1,-1-1 0,0 0 1,1 0-1,-1 1 0,0-1 1,0 0-1,1 0 1,-1 1-1,0-1 0,0 0 1,0 1-1,1-1 0,-1 26 735,-1 0 0,-2 0 0,-7 36-1,1-7-527,2-6-1362,-3-18-4350,9-20-3802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23 112,'0'0'6110,"4"-3"-4830,-2 1-688,1 0 0,0 0 0,0 0 0,0 1 0,1-1 0,-1 1 0,0 0 0,0 0-1,1 0 1,-1 0 0,1 1 0,-1-1 0,6 1 0,21-1-139,299-1 1132,-337 41-1497,-36 42 702,34-67-595,2 1 0,-1 0 0,2 0 0,0 1 0,0 0 0,-7 32 1,8-18 89,-2 22-1269,7-51 717,1 0 1,0 0 0,-1 0-1,1 1 1,-1-1 0,1 0-1,-1 0 1,1 0 0,-1 0-1,0 0 1,0 0 0,1 0-1,-1 0 1,0 0 0,0 0 0,0 0-1,0 0 1,0-1 0,0 1-1,-2 0 1,-15 5-9386,12-6 6998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2449,'0'0'11966,"9"0"-9579,353 5-842,-361-5-1774,-29 2-7335,9-2 2501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109 118 704,'0'0'7630,"6"-8"-6111,16-23 73,-16 23 1668,-28 10-626,14 0-2594,2 1 1,-1-1-1,0 2 0,0-1 1,1 1-1,0 0 1,0 0-1,0 1 1,0 0-1,1 0 1,0 0-1,0 1 0,0-1 1,1 1-1,-1 1 1,2-1-1,-1 0 1,1 1-1,0 0 1,0 0-1,0 0 0,1 0 1,0 0-1,-1 13 1,3-14-88,0 0 0,1 0 0,0 0 0,0 0 0,0 0 0,1 0 0,0 0 0,0-1 0,0 1 0,1-1 0,-1 1 0,1-1 0,1 0 0,-1 0 0,6 6 0,-6-8 25,0-1-1,0 1 0,0-1 1,1 1-1,-1-1 1,1 0-1,-1-1 1,1 1-1,-1 0 1,1-1-1,0 0 1,0 0-1,0 0 0,0 0 1,0-1-1,0 0 1,0 0-1,0 0 1,0 0-1,0 0 1,0-1-1,-1 1 1,1-1-1,7-3 0,0-2 31,0 0-1,-1-1 0,0-1 0,0 0 0,0 0 0,-1-1 1,-1 0-1,14-19 0,-1 5 1,-7 8 32,-2 0 1,0 0-1,13-22 1,-21 30 74,0-1 0,-1 0 0,0 0 1,0 0-1,-1 0 0,0 0 0,0-1 1,-1 1-1,0 0 0,-1-10 0,0 17-86,-1-1-1,1 0 0,-1 0 0,0 0 1,0 0-1,0 0 0,0 1 0,0-1 0,0 0 1,0 1-1,-1-1 0,1 1 0,0-1 0,-1 1 1,1 0-1,-1 0 0,0-1 0,1 1 0,-1 0 1,0 0-1,0 1 0,0-1 0,0 0 1,0 1-1,1-1 0,-1 1 0,0-1 0,0 1 1,-4 0-1,-62-5-3913,68 5 3837,6 9-12024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1008,'0'1'14671,"0"15"-13980,1 10 100,-2 0 1,-2-1-1,0 1 0,-12 45 1,15-70-1298,-10 16 1063,6-7-4146,19-6-11647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53 2145,'0'0'13652,"0"16"-12038,-13 76-174,13-81-1410,-1-8-69,1-1 0,0 1 0,0 0 0,0 0 0,0 0 1,1 0-1,-1-1 0,1 1 0,0 0 0,1 4 0,0-6 21,-1 1 0,0-1 1,1 0-1,0 0 0,-1-1 0,1 1 0,-1 0 0,1 0 1,0-1-1,-1 1 0,1-1 0,0 1 0,0-1 0,-1 0 0,1 0 1,0 0-1,0 0 0,0 0 0,2 0 0,6 0 15,-1-1 0,1 0 0,-1 0 0,0-1 0,0 0 0,0 0 0,0-1 0,0 0 0,0-1 0,-1 0 0,1-1 0,13-9 0,-17 10 60,0 0 1,0 0-1,-1-1 1,0 0-1,1 0 1,-2 0-1,1 0 0,-1-1 1,1 1-1,-2-1 1,1 0-1,0 0 1,-1 0-1,0 0 1,-1 0-1,0-1 1,0 1-1,0 0 1,0-12-1,-1 16-3,-1 0 0,0-1-1,1 1 1,-1 0 0,0-1-1,0 1 1,0 0 0,0 0-1,0 0 1,-1 0 0,1 0-1,-1 0 1,1 0 0,-1 1 0,0-1-1,0 0 1,1 1 0,-1-1-1,0 1 1,0 0 0,-1 0-1,1 0 1,0 0 0,0 0 0,0 0-1,-1 1 1,1-1 0,0 0-1,-1 1 1,-2 0 0,-11-3-157,0 1 0,0 0 1,-17 2-1,31 0-705,3 1 353,-1 0 1,1 0-1,-1 0 1,1 0-1,-1 0 1,1-1-1,0 1 1,-1 0-1,1 0 1,0 0-1,-1-1 1,1 1-1,0 0 1,0-1 0,0 1-1,0-1 1,0 1-1,0-1 1,1 1-1,23 6-5673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2369,'0'0'8030,"23"-8"-6648,73-26-34,-85 31-1085,1 0 0,0 0 1,0 1-1,0 1 0,0 0 0,0 0 1,0 1-1,13 2 0,14 0 302,-38-2-542,-1 0-1,1 0 1,0 0-1,0 1 1,-1-1 0,1 0-1,0 0 1,0 1-1,-1-1 1,1 0-1,0 1 1,-1-1-1,1 1 1,0-1-1,-1 1 1,1-1-1,-1 1 1,1-1-1,-1 1 1,1 0 0,-1-1-1,0 1 1,1 0-1,-1-1 1,0 1-1,1 0 1,-1 0-1,0-1 1,0 1-1,1 0 1,-1 0-1,0-1 1,0 1-1,0 0 1,0 0 0,0-1-1,0 1 1,-1 0-1,1 0 1,0-1-1,0 1 1,0 0-1,-1 0 1,1-1-1,0 1 1,-1 0-1,0 0 1,0 4 72,-1 0 0,0 0 0,0-1 0,-1 1 1,1-1-1,-7 8 0,-20 18 241,-1-1 0,-59 42 0,85-68-325,0 0-1,0 0 0,0 0 0,1 0 1,-1 1-1,1 0 0,0 0 1,0-1-1,0 2 0,0-1 0,1 0 1,-1 0-1,1 1 0,0 0 1,1-1-1,-1 1 0,1 0 1,0 0-1,0 0 0,0 7 0,3-11 35,1 1-1,-1-1 1,1 0-1,0 0 1,-1 0-1,1-1 1,0 1-1,0-1 1,0 1-1,-1-1 1,1 0-1,5 0 1,-6 0 6,165 3 2355,-166-3-1021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0 752,'0'0'16056,"0"30"-16456,0 2-2206,0 1-4721,0-15 996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5859,'0'0'13894,"0"84"-13398,0-75-416,0 2-80,0-2-288,0 5-1152,0-1-898,0 8-1295,0-1-641,0 5 624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0 2465,'0'0'14087,"-13"98"-13591,13-80-384,0 2-112,0 0-192,0 3-897,0 2-1584,0 0-1057,0-1-768,0 1-432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5 2305,'0'0'16600,"0"30"-14840,0-42-10147,-14-10 623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244 6 320,'0'0'3074,"5"-6"3355,-91 103-1131,-35 61-2461,80-103-1229,78-102-1486,41-57-217,-49 63-1,14-26 107,-42 65-8,0 1 8,0-1 0,0 0 0,0 1-1,0-1 1,0 1 0,0-1 0,0 1 0,1 0-1,-1-1 1,0 1 0,1 0 0,-1 0 0,4-2-1,-5 3 53,1 0 0,-1 0 0,1 0 1,0 0-1,-1 0 0,1 0 0,0 0 0,-1 0 0,1 0 0,0 0 0,-1 0 0,1 0 0,0 0 0,-1 0 0,1 0 0,0 1 0,-1-1 0,1 0 0,0 1 0,-1-1 0,1 0 0,-1 1 0,1-1 0,-1 0 1,1 1-1,0 0 0,21 21 671,14 10 63,-15-20 6,0 1-1,35 29 1,3 3 1751,-58-44-2526,0-1 1,-1 1-1,1-1 0,0 1 0,0-1 1,-1 1-1,1-1 0,0 1 1,-1 0-1,1-1 0,-1 1 0,1 0 1,-1 0-1,1-1 0,-1 1 0,1 0 1,-1 0-1,0 0 0,1 0 1,-1 7-4040,0 3-5115,0-11 8833,0 6-8346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17 112,'0'0'8316,"7"-3"-1013,0 6-5935,-1 12-844,0-1 1,-1 1 0,-1 0 0,0 0-1,-1 0 1,0 0 0,-1 1 0,-1-1-1,-1 24 1,0-39-330,5-33-178,-5 28-35,1-1 0,0 1 1,0-1-1,0 1 1,1 0-1,-1 0 1,1-1-1,4-5 1,-2 3 2,26-38 10,-29 44-2,1 0 0,-1 0-1,1 0 1,-1 0-1,1 1 1,0-1 0,0 0-1,0 1 1,0 0 0,0-1-1,0 1 1,0 0-1,1 0 1,-1 0 0,0 0-1,1 1 1,3-2 0,-4 5 9,0 0 1,0 0-1,-1 0 1,1 1-1,-1-1 1,0 0-1,0 1 1,1 3-1,-1-4 18,0 2-9,2 2 32,-1 0 0,0 0 0,0 0 0,-1 1 1,1 12-1,-1-20-45,-1 0 1,0 1 0,0-1 0,1 0-1,-1 1 1,0-1 0,0 0 0,1 0-1,-1 1 1,0-1 0,1 0-1,-1 0 1,0 1 0,1-1 0,-1 0-1,0 0 1,1 0 0,-1 0 0,1 0-1,-1 1 1,0-1 0,1 0 0,-1 0-1,1 0 1,-1 0 0,0 0 0,1 0-1,-1 0 1,1-1 0,-1 1-1,0 0 1,1 0 0,-1 0 0,0 0-1,1 0 1,-1 0 0,1-1 0,53-72-237,-1 24 201,-52 49 57,-1 0 1,1-1-1,-1 1 1,1 0-1,-1 0 1,1 0-1,0-1 1,-1 1-1,1 0 1,-1 0-1,1 0 1,-1 0-1,1 0 1,0 0-1,-1 0 0,1 1 1,-1-1-1,1 0 1,-1 0-1,1 0 1,-1 0-1,1 1 1,0-1-1,-1 0 1,1 1-1,-1-1 1,0 0-1,1 1 1,-1-1-1,1 0 1,-1 1-1,0-1 1,1 1-1,-1-1 1,0 1-1,1-1 1,-1 1-1,0-1 0,0 1 1,1-1-1,-1 1 1,0 0-1,0-1 1,0 1-1,0-1 1,0 1-1,0 0 1,13 37 417,-12-32-357,0 7-122,0 2-209,6-11-9576,-1-4 3119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0 1457,'0'0'19625,"0"109"-18905,0-105-480,0-6-3858,-7-16-1360,-6-9-2017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7059,'0'0'14199,"0"56"-14567,14-28-2018,-8-1-2336,8-3-2401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184 382 6787,'0'0'14351,"-5"-3"-13428,1 1-871,0 0 1,0 0-1,0 0 0,-1 0 1,1 1-1,-1-1 1,1 1-1,-1 0 1,1 1-1,-1-1 0,0 1 1,1 0-1,-1 0 1,0 0-1,1 1 1,-1-1-1,1 1 0,-1 0 1,1 1-1,-1-1 1,1 1-1,0 0 1,-1 0-1,-5 4 0,6-4-11,-1 2-1,1-1 1,0 0-1,-1 1 1,2 0-1,-1 0 1,0 0-1,1 1 1,0-1-1,0 1 1,0 0-1,0 0 1,1 0-1,0 0 0,0 0 1,0 0-1,1 0 1,-1 1-1,1-1 1,1 1-1,-1 7 1,1-11-51,-1-1-1,1 1 1,0 0 0,0-1 0,1 1 0,-1 0 0,0 0-1,0-1 1,1 1 0,-1 0 0,1-1 0,-1 1 0,1 0 0,0-1-1,0 1 1,1 2 0,0-4 1,0 1-1,-1-1 1,1 1 0,0-1 0,-1 1-1,1-1 1,0 0 0,-1 0-1,1 0 1,0 0 0,0 0-1,-1 0 1,1 0 0,0 0-1,-1-1 1,1 1 0,0-1 0,2 0-1,0-2-5,1 1-1,0-1 1,-1 0-1,0 0 1,1 0-1,-1 0 1,-1-1-1,1 1 1,0-1-1,-1 0 1,0-1-1,0 1 1,0 0-1,4-9 1,30-70-1044,-22 32 613,-2 0 0,12-99-1,-9 45 407,-14 88 402,-3 35 548,-1 4-687,0 0 0,-2-1 0,-8 31 0,6-29-62,1 0 1,1 1-1,-2 34 0,4-10-66,1-30-99,0-1 0,1 1 0,1 0 0,3 19 0,-3-36-110,0 0 0,-1 1 0,1-1 0,0 0 1,0 0-1,0 0 0,0 0 0,0 1 0,0-1 0,0 0 1,0-1-1,0 1 0,0 0 0,1 0 0,-1 0 0,0-1 1,1 1-1,-1-1 0,0 1 0,1-1 0,-1 1 0,1-1 1,-1 0-1,0 0 0,1 0 0,2 0 0,46-1-5413,-39 0 4022,31-5-4218,10-7-973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190 379 4130,'0'0'13462,"-4"-2"-11928,-1-1-1216,-1 0 0,1 0 0,-1 0 1,0 1-1,0 0 0,0 0 0,0 1 0,0-1 0,0 1 0,-1 1 1,1-1-1,0 1 0,-1 0 0,1 1 0,0-1 0,-1 1 0,-8 3 0,11-3-308,1 0 0,-1 1 0,0-1 0,1 1 0,-1 0 0,1 0 0,-1 0 0,1 1 0,0-1 0,0 1 0,0 0 0,0 0-1,0 0 1,1 0 0,0 0 0,-1 0 0,1 1 0,0-1 0,1 1 0,-1 0 0,0 0 0,1-1 0,0 1 0,0 0 0,0 0 0,1 0-1,-1 0 1,1 0 0,0 5 0,0-4-29,0 0 0,1 0 0,0 0 0,0 0 0,0 0 0,0 0 0,1 0 0,0 0-1,0 0 1,0-1 0,4 7 0,-5-10-9,0 1 0,0-1-1,1 0 1,-1 1 0,0-1 0,1 0 0,-1 0-1,1 0 1,-1 0 0,1 0 0,0 0-1,-1-1 1,1 1 0,0 0 0,-1-1-1,1 1 1,0-1 0,0 0 0,-1 0-1,1 1 1,0-1 0,0 0 0,0-1 0,0 1-1,-1 0 1,1 0 0,0-1 0,0 1-1,-1-1 1,1 0 0,0 1 0,-1-1-1,1 0 1,-1 0 0,1 0 0,-1 0-1,3-3 1,3-1-66,0-1-1,-1 1 1,0-2-1,0 1 1,0-1-1,-1 0 1,7-12 0,30-61-783,-31 57 564,-1 0-243,-1 0 0,-1-1 0,0 1 0,-2-1 0,4-35 0,-2-31 275,-6-2 4349,-4 107-3840,0 1 1,-1-1-1,-9 29 0,-2 8 308,4 14 58,3 1 0,2 121 1,5-149-945,1-38 151,-1 0 0,0 1 1,0-1-1,0 1 1,1-1-1,-1 0 1,1 1-1,-1-1 1,1 0-1,-1 1 1,1-1-1,0 0 1,0 0-1,-1 0 1,1 0-1,0 0 1,0 0-1,0 0 0,0 0 1,0 0-1,1 0 1,-1 0-1,0-1 1,0 1-1,0 0 1,1-1-1,-1 1 1,2 0-1,1 0-956,-1 0 1,1-1-1,-1 1 1,1-1-1,0 1 0,-1-1 1,1 0-1,0-1 0,6 0 1,11-7-4185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85 1 96,'0'0'19561,"-9"25"-17822,-56 191 2703,61-188-4059,0 0 0,2 1 0,1-1-1,3 32 1,0 1-1192,-2-60-328,32-8-7522,-15-9 3352,8-6-1859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3.2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6755,'0'0'12086,"4"11"-11385,16 34 1,-17-41-649,0-1-1,0 0 1,0 0 0,0 0 0,0 0-1,1 0 1,-1-1 0,1 1 0,0-1-1,0 0 1,0 0 0,0-1 0,0 1-1,0-1 1,0 0 0,1 0 0,-1 0-1,0-1 1,1 1 0,-1-1-1,0 0 1,1 0 0,7-2 0,-2 2-49,-9-38 132,-2 37-118,1-1 0,-1 1 0,0 0 0,0-1 0,1 1 0,-1 0 0,0 0 0,0 0 0,-1 0 0,1 0 0,0 0 0,0 0 0,0 0 0,-1 0 0,1 0 0,0 1 0,-1-1 0,1 1 0,0-1 0,-1 1-1,1-1 1,-1 1 0,1 0 0,-3-1 0,-40-4 507,42 4-452,0 1 0,-1 0 0,1 0 0,-1 0 0,1 0 0,0 1 0,-1-1 0,1 1 0,-1-1 0,1 1 0,0 0 0,0 0 0,-1 0 1,1 0-1,0 0 0,0 1 0,0-1 0,-2 3 0,2-1 23,0 0 0,0 1 0,0 0 0,1-1 0,0 1 0,0 0 0,0 0 0,0-1 0,0 1 0,1 7-1,-1-5 6,0 0-1,1 1 1,0-1-1,0 0 1,0 1-1,1-1 1,0 0-1,0 1 1,1-1-1,0 0 1,0 0-1,0 0 1,1 0-1,3 6 1,-3-8-180,0-1 0,-1 0 0,1 0 0,0 0 1,1 0-1,-1 0 0,0 0 0,1-1 0,0 0 1,0 0-1,-1 0 0,1 0 0,0 0 0,0-1 0,1 0 1,-1 0-1,0 0 0,0 0 0,1-1 0,-1 1 1,7-1-1,-10 0-259,0 0 1,0 0 0,0 0-1,0-1 1,0 1 0,0 0-1,0 0 1,0 0-1,-1-1 1,1 1 0,0-1-1,0 1 1,0-1 0,0 1-1,0-1 1,-1 1-1,1-1 1,0 0 0,0 1-1,-1-1 1,2-1 0,6-13-7558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8:54.2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8 3826,'0'0'6002,"0"-7"-5889,-13 7-97,-8 4 16,8 5-32,-1-2 0,7 4-48,1-1-593,-8 1-975,7-7-818,1-1-2672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0 309 14417,'8507'-309'0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2721,'0'0'0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0 4514,'0'0'6232,"-12"7"-5728,-34 20 134,42-24-465,1 0 1,-1 0-1,0 0 0,1 0 0,0 1 0,0-1 0,0 1 1,0 0-1,1 0 0,-1 0 0,1 0 0,0 0 1,0 1-1,-2 8 0,-3 5 444,3-10-408,1 1 0,-1 0 0,1-1 0,1 2 0,-2 9 0,4-18-199,-1 0-1,1 1 1,0-1-1,0 1 1,0-1-1,0 1 1,0-1-1,0 0 1,1 1-1,-1-1 1,0 1-1,1-1 1,-1 0-1,1 1 1,-1-1-1,1 0 1,0 1-1,0-1 1,-1 0 0,1 0-1,0 0 1,0 0-1,0 0 1,0 0-1,0 0 1,1 0-1,-1 0 1,0 0-1,0-1 1,0 1-1,1-1 1,-1 1-1,0 0 1,1-1-1,-1 0 1,1 1-1,-1-1 1,0 0-1,1 0 1,-1 0-1,3 0 1,8 1 37,0 0-1,1-1 1,-1-1-1,23-3 1,-30 2-40,-1 1 0,1-1 0,-1 0 0,0 0 0,1 0 0,-1-1 1,0 1-1,0-1 0,0 0 0,-1 0 0,1-1 0,-1 1 0,0-1 1,0 0-1,4-5 0,-1 0 65,-1 0 0,0 0 0,-1 0 1,0 0-1,-1-1 0,1 0 0,-2 1 1,1-1-1,-2 0 0,1-1 0,-1 1 1,-1 0-1,0-17 0,-4 26 74,1 0 1,-1 1-1,1-1 1,-1 1-1,0-1 1,1 1-1,-1 0 1,0 0-1,1 1 1,-8 1-1,9-1-129,-1 1-1,1 0 0,0-1 1,0 1-1,0 0 0,0 1 1,0-1-1,0 0 0,0 0 1,-2 6-1,4-8-86,-1 1 0,1-1 0,-1 1-1,1-1 1,-1 1 0,1-1 0,0 1 0,-1-1 0,1 1 0,0 0-1,0-1 1,-1 1 0,1-1 0,0 1 0,0 0 0,0-1 0,0 1 0,0 0-1,0-1 1,0 1 0,0 0 0,0-1 0,0 1 0,0 0 0,0-1-1,0 1 1,0-1 0,1 1 0,-1 0 0,0-1 0,1 1 0,-1-1-1,0 1 1,1-1 0,-1 1 0,1 0 0,-1-1 0,0 0 0,1 1 0,-1-1-1,1 1 1,0-1 0,-1 0 0,1 1 0,-1-1 0,1 0 0,-1 1-1,1-1 1,0 0 0,-1 0 0,1 0 0,0 0 0,31 1-4228,13-1-2215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 8964,'0'0'7019,"4"18"-6194,4 7-393,4 21-105,-9 9 3049,-3-54-3013,15-16-91,-10 5-281,2 0 0,-1 0 0,1 1 1,0-1-1,1 2 0,0-1 0,1 1 0,0 0 1,0 1-1,1 0 0,-1 1 0,1 0 0,1 0 0,-1 1 1,1 0-1,0 1 0,0 1 0,0-1 0,1 2 1,-1-1-1,1 2 0,13-1 0,-25 16 614,-1-12-540,1 0-1,0 1 0,-1-1 1,1 0-1,0 1 0,0-1 0,0 0 1,1 1-1,-1-1 0,0 0 0,2 4 1,-2-6-98,24 29-4017,-7-14-5084,-5-12 3313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6339,'0'0'15047,"34"0"-14871,0 0 16,0 0-176,6 0-16,-13 0-368,-6 0-641,-8 0-928,1 0-944,-7-2-1649,-7-5-1313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1 896,'0'0'20698,"-40"140"-19626,40-113-463,-7-2-417,7 0-192,0 0-240,-7 2-1633,0 2-1617,-6 0-3025,-8 5-4530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 2385,'0'0'9733,"0"102"-6215,-1-47-2297,-16 103 0,12-72-2286,6-77-719,-1-11-437,1-46-3202,2 17 1920,8-3-579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62 1409,'0'0'5520,"18"-1"-1984,74 0-2230,156-16-418,-60 2-602,-72 15-184,-72 1 139,-1-1 0,1-2 0,75-15 1,-99 10 1100,-7 5 1957,-18 24-2351,-10 24-621,1 0 0,3 1 1,-11 94-1,11 148 15,11-167 363,0-122-140,-5 0-556,0-1 0,-1 0 0,1 0 0,0-1 0,0 1-1,0-1 1,0 0 0,1 0 0,-1-1 0,1 0 0,-1 0 0,-4-4 0,-38-19-93,24 21 58,-1 0-1,0 1 1,1 2-1,-1 0 0,-46 4 1,19-2 12,-51 5 1,-140 24 1,140-14 195,-148 4 0,239-19-29,6 0 97,7 0 42,60 0 429,-54-2-758,1 0 1,-1 0-1,1-1 1,-1 0 0,0 0-1,15-9 1,-22 10 27,-1 0 1,1 1 0,-1-1 0,0 0 0,1 0 0,-1 0-1,0 0 1,0 0 0,0 0 0,-1 0 0,1 0-1,-1-2 1,1 4-3,0-7-24,-1 0 1,0 1 0,-1-1 0,1 0 0,-1 1 0,-1 0-1,1-1 1,-6-9 0,5 10-321,0 0 1,0 0-1,0 0 0,1-1 1,0 1-1,1-1 0,0 0 1,-2-11-1,3 4-320,0 8-299,-1 1-1,1-1 1,0 1-1,1-1 1,-1 1 0,1-1-1,0 1 1,1 0-1,-1-1 1,1 1-1,0 0 1,3-5-1,9-9-5061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39 4482,'0'0'11211,"-3"-6"-10360,2 4-803,0 0 0,0 0 0,0 0 0,0 0 0,-1 0 0,1 0 1,0 1-1,-1-1 0,1 0 0,-1 1 0,0 0 0,0-1 1,1 1-1,-1 0 0,0 0 0,0 0 0,0 0 0,0 0 0,0 0 1,0 1-1,-1-1 0,1 1 0,0-1 0,0 1 0,0 0 1,-1 0-1,1 0 0,0 0 0,0 0 0,0 0 0,-1 1 0,1-1 1,0 1-1,0-1 0,0 1 0,0 0 0,0 0 0,0 0 1,0 0-1,-3 3 0,-5 1-17,0 1 1,0-1 0,1 2-1,0 0 1,0 0-1,1 0 1,0 1-1,0 0 1,0 1 0,1 0-1,1 0 1,0 0-1,0 1 1,0 0-1,1 0 1,1 0-1,0 1 1,0 0 0,1 0-1,1 0 1,0 0-1,0 0 1,0 21-1,2-31-41,0 0-1,-1 0 1,1 1-1,0-1 0,1 0 1,-1 1-1,0-1 1,0 0-1,0 0 0,1 1 1,-1-1-1,1 0 0,-1 0 1,1 1-1,-1-1 1,1 0-1,0 0 0,0 0 1,-1 0-1,1 0 0,2 1 1,-2-1-5,0-1 0,0 0 0,0 1 0,0-1 0,0 0 0,0 0 0,1 0 1,-1 0-1,0 0 0,0 0 0,0 0 0,0 0 0,0-1 0,0 1 0,0 0 0,0-1 0,0 1 0,0-1 0,2 0 1,4-3-25,0-1 0,0 0 0,-1 0 0,1 0 0,7-10 0,4-3-37,-1-2 0,-1 0 0,-1 0 0,-1-2 0,0 0 0,-2 0 0,11-28 0,-11 25 238,-11 24 1164,-1 28-501,0-4-469,-1-17-276,1 1-1,0 0 1,0-1-1,1 1 0,0 0 1,3 10-1,-3-14-144,0-1 0,1 1-1,-1 0 1,1-1 0,0 0-1,0 1 1,0-1 0,0 0-1,0 0 1,0 0 0,0 0 0,1 0-1,-1-1 1,1 1 0,-1-1-1,1 0 1,0 1 0,5 0-1,54 17-3231,4-6-4205,-13-6 80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0 108 384,'0'0'4858,"54"-4"-677,585-22-3066,600-26 872,-608 37-516,-610 15-1310,-11 0 138,-1 0-1,0-1 1,0 0-1,16-4 1,-22 1 2961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3602,'0'0'6600,"3"9"-5882,-1-3-536,0-1 0,0 0 0,1 0 0,0 0 0,0 0 0,0-1 0,0 1 0,1-1 0,0 0 0,0 0 1,0 0-1,0 0 0,0-1 0,1 1 0,9 4 0,13 6 300,-10-6-216,-1 0 0,0 2-1,0 0 1,-1 1 0,0 0 0,19 20-1,-33-30-225,0 0 0,0 0 0,0 1 0,0-1 0,0 0 0,-1 0 0,1 1 0,0-1 0,-1 1 0,1-1 0,-1 1 0,0-1 0,1 0 0,-1 1 1,0-1-1,0 1 0,0-1 0,0 1 0,0 0 0,0-1 0,0 1 0,-1-1 0,1 0 0,0 1 0,-1-1 0,1 1 0,-1-1 0,0 0 0,1 1 0,-1-1 0,0 0 0,0 1 0,0-1 0,0 0 0,0 0 0,0 0 0,0 0 0,0 0 0,-1 0 0,-1 1 0,-7 5 261,1-1 1,-1-1-1,-1 0 1,-13 6 0,15-7-185,-20 7-132,19-7 222,-1 0 0,1 0-1,0 1 1,-18 13 0,6 9-2185,20-23 1330,1 0 1,-1-1-1,1 1 0,0 0 1,0 0-1,1 0 1,-1 0-1,1 6 1,0 5-5492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0 3265,'0'0'7060,"0"26"-4446,1 8-1893,0 1 92,-2 0-1,-6 42 1,-88 520 4651,82-533-5436,3 1 1,-1 73-1,11-136-596,3-10-1865,35-68-4322,-18 15 114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5 237 592,'0'0'4858,"-4"-15"2092,693-11-4415,806-72-753,25 50 102,-969 26-1574,312-3 914,-356 22-1166,610 8 310,-259 53-189,-609-24 1239,-105-12 233,205 4 0,-101-26 942,-246 0-2305,-2 0-425,-1 1-1,1-1 1,-1 1-1,1-1 1,-1 1-1,1-1 1,-1 1 0,1-1-1,-1 0 1,0 1-1,1-1 1,-1 0-1,0 1 1,1-1 0,-1 0-1,0 0 1,1 0-1,-1 0 1,0 0 0,1 0-1,-1 0 1,0 0-1,0 0 1,1 0-1,-1 0 1,0 0 0,1 0-1,-1 0 1,0-1-1,1 1 1,-1 0-1,0-1 1,1 1 0,-1 0-1,1-1 1,-2 0-1,-30-14-6116,0-6-1592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319 0 768,'0'0'6964,"13"5"562,-15 11-6870,0 0 0,-1-1 1,-1 0-1,-8 24 0,-4 16 996,5 8-305,-4 76 1,0 3-527,-78 267 588,16-87-681,75-314-697,-2 13 244,0-1 0,0 36 0,-11-58-5757,-6-11-1228,-11-10-5237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3314,'0'0'9092,"0"29"-5749,-1-13-2741,-1 1 1,0-1 0,-2 0 0,0 0 0,-10 29 0,-6 20 558,-62 360 1744,75-368-2793,1-15 76,-1 50 0,-3-48 306,3-30-1135,4-32-3483,3 10 3059,1 0 0,0 0 1,1 0-1,0 0 0,0 0 0,1 1 0,6-15 0,11-25-5839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1 1873,'0'0'6288,"-1"0"-5914,-1-1-1,0 1 1,1 0 0,-1 0-1,1 0 1,-1 0 0,1 0-1,-1 1 1,1-1 0,-1 0-1,1 1 1,-1-1 0,1 1-1,-1 0 1,1-1 0,0 1-1,-3 2 1,-7 11 250,2 0 0,0 1 0,0 0 0,2 0 0,0 1 0,0 0 1,-7 33-1,-18 124 1639,20-37-877,7 203-1,7-184-1530,-3-155-415,1 0 464,0 0 0,0 0 0,-1 0 0,1 0 0,0 0 0,0 0 0,-1 0 0,1 0 0,0 0 0,0 0 0,-1 0 0,1 0 0,0-1 0,0 1 0,-1 0 0,1 0 0,0 0 0,0 0 0,0 0 0,-1 0 0,1-1 0,0 1 0,0 0 0,0 0 0,0 0 0,0 0 0,-1-1 0,1 1 0,0 0 0,0 0 0,0-1 0,0 1 0,0 0 0,0 0 0,0 0 0,0-1 0,0 1 0,0 0 0,0 0 0,0-1 0,0 1 0,0 0 0,0 0 0,0-1 0,0 1 0,0 0 0,0 0 0,0-1 0,0 1 0,0 0 0,4-71-9869,13 17 2122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 0 1072,'0'0'12118,"-1"12"-11515,-52 135 4247,39-91-3999,2 1 0,3 0 0,2 0 0,1 65 0,7-67-782,0-13-4,-1-1 0,-2 1-1,-2-1 1,-11 51 0,12-84-783,3-12-1173,2-24-3848,-1 13 2017,5-40-4938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0 3025,'0'0'11005,"0"6"-9551,-3 27 170,-1-1 0,-1 0 0,-18 56 0,-9 55 308,14 57-1091,8 231 0,10-383-874,0-47-413,14-5-2926,-7-3 2241,0 1-1,-1-1 1,-1 0 0,9-13-1,-5 8-585,24-36-5497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51 384,'0'0'3012,"-5"-6"-2980,1 2 75,2 2-47,1 1 0,-1-1 0,1 1 0,-1-1 0,1 0 0,0 1 0,0-1 0,0 0-1,0 0 1,0 0 0,0 0 0,0 0 0,1 0 0,-1 0 0,1 0 0,-1 0 0,1 0 0,0-3 0,0 5 32,-1 0-1,1 0 1,0-1 0,0 1-1,0 0 1,0 0-1,0 0 1,0 0 0,-1-1-1,1 1 1,0 0 0,0 0-1,0 0 1,-1 0-1,1 0 1,0 0 0,0 0-1,0 0 1,-1 0-1,1 0 1,0 0 0,0-1-1,0 1 1,-1 0-1,1 0 1,0 0 0,0 0-1,0 1 1,-1-1 0,1 0-1,0 0 1,0 0-1,0 0 1,-1 0 0,1 0-1,0 0 1,0 0-1,0 0 1,-1 0 0,1 1-1,0-1 1,0 0 0,0 0-1,0 0 1,0 0-1,-1 0 1,1 1 0,0-1-1,0 0 1,0 0-1,0 0 1,0 1 0,0-1-1,0 0 1,0 0 0,0 0-1,0 1 1,-12 11 1661,0 12-561,0 0-1,2 0 1,1 1-1,0 0 0,2 0 1,-7 49-1,-4 164 2363,16-179-2925,2 123 270,2-104-581,-11 107-1,1-120-346,8-64-339,1-13-6243,6-16 1526,5-11-2729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41 480,'0'0'6454,"1"-7"-5059,4-20-122,-4 20 5052,-1 18-5039,-20 302 3645,0-56-3307,18-176-1253,-23 388 840,17-432-1063,6-25 196,5-22 637,4 0-1614,-2 2-1953,-4 1-3266,-1 2-1047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8 2865,'2'-3'12562,"-5"2"-12971,-7-1 402,0 1 0,1 1 1,-1 0-1,0 0 0,-15 3 1,24-2-29,0 1 1,0-1 0,1 0 0,-1 1 0,0-1 0,0 1 0,1-1 0,-1 1 0,1-1 0,-1 1-1,1-1 1,0 1 0,0 0 0,0-1 0,0 1 0,0 0 0,0-1 0,0 3 0,4 32-202,42 64-41,-28-56 146,-14-35 99,1-1 0,-2 1 0,1 0 0,-1 0 0,0 0 0,-1 1 0,0-1 0,-1 1 0,0-1 0,-1 1 0,1 0 0,-3 12 0,1-19 47,0-1-1,0 1 0,-1-1 1,0 1-1,1-1 1,-1 0-1,0 0 1,0 0-1,0 0 1,0 0-1,0 0 1,-1 0-1,1-1 0,0 1 1,-1-1-1,1 0 1,-1 1-1,0-1 1,1 0-1,-6 0 1,3 1-3,0-1 1,0 1-1,0-2 0,-1 1 1,1 0-1,0-1 1,0 0-1,-1 0 0,1-1 1,-9-1-1,13-1-7,-1 0 0,1 1 0,0-1 0,0 0 0,0 0 0,1 0 0,-1 0 0,1 0 0,-1 0-1,1 0 1,0 0 0,0 0 0,0 0 0,0 0 0,2-5 0,-1-3 39,-2 4-32,2 0-1,-1 0 1,1 0 0,0 0 0,1 1-1,0-1 1,0 0 0,0 1-1,1-1 1,0 1 0,0 0 0,5-8-1,-1 5 4,1 0-1,0 1 1,0 0-1,0 0 1,1 1-1,17-11 0,-19 14 121,-1-1 0,1 1 0,-1-1 0,0 0 0,0-1 0,9-11 0,-13 13 88,1-1 0,-1 1 0,-1-1 1,1 0-1,-1 1 0,1-1 0,-1 0 0,-1 0 1,1 0-1,-1 0 0,0-9 0,0 12-180,-1 0-1,1 1 0,0-1 1,-1 0-1,1 0 1,-1 1-1,0-1 0,1 1 1,-1-1-1,0 1 0,0-1 1,0 1-1,0-1 0,0 1 1,-1 0-1,1-1 0,0 1 1,-1 0-1,1 0 0,0 0 1,-1 0-1,0 0 0,1 0 1,-1 1-1,1-1 1,-1 0-1,-2 0 0,-3-1 7,-1 0 1,1 1-1,0 0 0,-1 0 0,-10 0 0,18 1-280,0 1 0,-1-1 0,1 0 0,0 1 0,0-1 0,0 1 0,0-1 0,0 0 0,0 1 0,0-1 0,0 0 0,0 1 0,0-1 0,0 1 0,0-1 0,0 0 0,0 1 0,0-1 0,0 1 0,0-1 0,1 0 0,-1 1 0,0-1 0,0 0 0,0 1 0,1-1 1,-1 0-1,0 0 0,0 1 0,1-1 0,-1 0 0,0 0 0,1 1 0,-1-1 0,0 0 0,1 0 0,-1 0 0,0 1 0,1-1 0,-1 0 0,0 0 0,1 0 0,-1 0 0,1 0 0,-1 0 0,0 0 0,1 0 0,-1 0 0,1 0 0,23 1-5057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66 2145,'0'0'11317,"29"-20"-9577,-14 13-1585,0 1 0,0 0 0,0 1 0,1 1 0,0 0 0,19-1 0,8 0-85,48 2-1,-91 29 99,-2-20-103,0-1 1,0 1-1,0 0 0,-1 0 0,0-1 1,-1 0-1,1 1 0,-1-1 0,0-1 0,0 1 1,0 0-1,-1-1 0,1 0 0,-11 6 1,-12 9 109,-46 24 1,39-25-158,28-14 59,-3 2-1270,15-4-334,10 1 1710,-8 0-233,0 0 1,1 0 0,-1 0-1,0 1 1,-1 0 0,1 1-1,-1 0 1,8 6 0,-11-8 36,-1 0 0,0 0 0,0 0 0,0 0 0,-1 1 1,1-1-1,-1 1 0,0 0 0,0 0 0,0 0 0,-1 0 0,1 0 1,-1 0-1,0 0 0,0 0 0,0 1 0,-1-1 0,1 5 0,-2-6 133,1-1-1,0 1 0,-1 0 0,0-1 0,0 1 0,0 0 0,0-1 0,0 1 1,0-1-1,-1 0 0,1 1 0,-1-1 0,0 0 0,0 0 0,0 0 0,0 0 1,0 0-1,0 0 0,0-1 0,0 1 0,-1-1 0,1 1 0,-1-1 0,1 0 1,-1 0-1,1 0 0,-1 0 0,0-1 0,1 1 0,-1-1 0,-4 1 0,-14 2 444,1-1-1,-1-1 0,-25-1 0,25 0-206,11-1 1609,4-1-6927,25 0-5578,13 2 5876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3 2913,'0'0'10707,"1"-1"-10562,-1 1 0,0 0 1,0 0-1,1 0 0,-1-1 1,0 1-1,1 0 1,-1 0-1,0 0 0,1 0 1,-1 0-1,0-1 0,1 1 1,-1 0-1,0 0 0,1 0 1,-1 0-1,1 0 1,-1 0-1,0 0 0,1 0 1,-1 1-1,0-1 0,1 0 1,-1 0-1,0 0 1,1 0-1,-1 0 0,0 0 1,1 1-1,-1-1 0,0 0 1,1 0-1,-1 1 0,0-1 1,0 0-1,1 0 1,-1 1-1,0-1 0,0 0 1,0 1-1,1-1 0,-1 26 735,-1 0 0,-2 0 0,-7 36-1,1-7-527,2-6-1362,-3-18-4350,9-20-3802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23 112,'0'0'6110,"4"-3"-4830,-2 1-688,1 0 0,0 0 0,0 0 0,0 1 0,1-1 0,-1 1 0,0 0 0,0 0-1,1 0 1,-1 0 0,1 1 0,-1-1 0,6 1 0,21-1-139,299-1 1132,-337 41-1497,-36 42 702,34-67-595,2 1 0,-1 0 0,2 0 0,0 1 0,0 0 0,-7 32 1,8-18 89,-2 22-1269,7-51 717,1 0 1,0 0 0,-1 0-1,1 1 1,-1-1 0,1 0-1,-1 0 1,1 0 0,-1 0-1,0 0 1,0 0 0,1 0-1,-1 0 1,0 0 0,0 0 0,0 0-1,0 0 1,0-1 0,0 1-1,-2 0 1,-15 5-9386,12-6 6998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2449,'0'0'11966,"9"0"-9579,353 5-842,-361-5-1774,-29 2-7335,9-2 2501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109 118 704,'0'0'7630,"6"-8"-6111,16-23 73,-16 23 1668,-28 10-626,14 0-2594,2 1 1,-1-1-1,0 2 0,0-1 1,1 1-1,0 0 1,0 0-1,0 1 1,0 0-1,1 0 1,0 0-1,0 1 0,0-1 1,1 1-1,-1 1 1,2-1-1,-1 0 1,1 1-1,0 0 1,0 0-1,0 0 0,1 0 1,0 0-1,-1 13 1,3-14-88,0 0 0,1 0 0,0 0 0,0 0 0,0 0 0,1 0 0,0 0 0,0-1 0,0 1 0,1-1 0,-1 1 0,1-1 0,1 0 0,-1 0 0,6 6 0,-6-8 25,0-1-1,0 1 0,0-1 1,1 1-1,-1-1 1,1 0-1,-1-1 1,1 1-1,-1 0 1,1-1-1,0 0 1,0 0-1,0 0 0,0 0 1,0-1-1,0 0 1,0 0-1,0 0 1,0 0-1,0 0 1,0-1-1,-1 1 1,1-1-1,7-3 0,0-2 31,0 0-1,-1-1 0,0-1 0,0 0 0,0 0 0,-1-1 1,-1 0-1,14-19 0,-1 5 1,-7 8 32,-2 0 1,0 0-1,13-22 1,-21 30 74,0-1 0,-1 0 0,0 0 1,0 0-1,-1 0 0,0 0 0,0-1 1,-1 1-1,0 0 0,-1-10 0,0 17-86,-1-1-1,1 0 0,-1 0 0,0 0 1,0 0-1,0 0 0,0 1 0,0-1 0,0 0 1,0 1-1,-1-1 0,1 1 0,0-1 0,-1 1 1,1 0-1,-1 0 0,0-1 0,1 1 0,-1 0 1,0 0-1,0 1 0,0-1 0,0 0 1,0 1-1,1-1 0,-1 1 0,0-1 0,0 1 1,-4 0-1,-62-5-3913,68 5 3837,6 9-12024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1008,'0'1'14671,"0"15"-13980,1 10 100,-2 0 1,-2-1-1,0 1 0,-12 45 1,15-70-1298,-10 16 1063,6-7-4146,19-6-11647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53 2145,'0'0'13652,"0"16"-12038,-13 76-174,13-81-1410,-1-8-69,1-1 0,0 1 0,0 0 0,0 0 0,0 0 1,1 0-1,-1-1 0,1 1 0,0 0 0,1 4 0,0-6 21,-1 1 0,0-1 1,1 0-1,0 0 0,-1-1 0,1 1 0,-1 0 0,1 0 1,0-1-1,-1 1 0,1-1 0,0 1 0,0-1 0,-1 0 0,1 0 1,0 0-1,0 0 0,0 0 0,2 0 0,6 0 15,-1-1 0,1 0 0,-1 0 0,0-1 0,0 0 0,0 0 0,0-1 0,0 0 0,0-1 0,-1 0 0,1-1 0,13-9 0,-17 10 60,0 0 1,0 0-1,-1-1 1,0 0-1,1 0 1,-2 0-1,1 0 0,-1-1 1,1 1-1,-2-1 1,1 0-1,0 0 1,-1 0-1,0 0 1,-1 0-1,0-1 1,0 1-1,0 0 1,0-12-1,-1 16-3,-1 0 0,0-1-1,1 1 1,-1 0 0,0-1-1,0 1 1,0 0 0,0 0-1,0 0 1,-1 0 0,1 0-1,-1 0 1,1 0 0,-1 1 0,0-1-1,0 0 1,1 1 0,-1-1-1,0 1 1,0 0 0,-1 0-1,1 0 1,0 0 0,0 0 0,0 0-1,-1 1 1,1-1 0,0 0-1,-1 1 1,-2 0 0,-11-3-157,0 1 0,0 0 1,-17 2-1,31 0-705,3 1 353,-1 0 1,1 0-1,-1 0 1,1 0-1,-1 0 1,1-1-1,0 1 1,-1 0-1,1 0 1,0 0-1,-1-1 1,1 1-1,0 0 1,0-1 0,0 1-1,0-1 1,0 1-1,0-1 1,1 1-1,23 6-5673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2369,'0'0'8030,"23"-8"-6648,73-26-34,-85 31-1085,1 0 0,0 0 1,0 1-1,0 1 0,0 0 0,0 0 1,0 1-1,13 2 0,14 0 302,-38-2-542,-1 0-1,1 0 1,0 0-1,0 1 1,-1-1 0,1 0-1,0 0 1,0 1-1,-1-1 1,1 0-1,0 1 1,-1-1-1,1 1 1,0-1-1,-1 1 1,1-1-1,-1 1 1,1-1-1,-1 1 1,1 0 0,-1-1-1,0 1 1,1 0-1,-1-1 1,0 1-1,1 0 1,-1 0-1,0-1 1,0 1-1,1 0 1,-1 0-1,0-1 1,0 1-1,0 0 1,0 0 0,0-1-1,0 1 1,-1 0-1,1 0 1,0-1-1,0 1 1,0 0-1,-1 0 1,1-1-1,0 1 1,-1 0-1,0 0 1,0 4 72,-1 0 0,0 0 0,0-1 0,-1 1 1,1-1-1,-7 8 0,-20 18 241,-1-1 0,-59 42 0,85-68-325,0 0-1,0 0 0,0 0 0,1 0 1,-1 1-1,1 0 0,0 0 1,0-1-1,0 2 0,0-1 0,1 0 1,-1 0-1,1 1 0,0 0 1,1-1-1,-1 1 0,1 0 1,0 0-1,0 0 0,0 7 0,3-11 35,1 1-1,-1-1 1,1 0-1,0 0 1,-1 0-1,1-1 1,0 1-1,0-1 1,0 1-1,-1-1 1,1 0-1,5 0 1,-6 0 6,165 3 2355,-166-3-1021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0 752,'0'0'16056,"0"30"-16456,0 2-2206,0 1-4721,0-15 996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5859,'0'0'13894,"0"84"-13398,0-75-416,0 2-80,0-2-288,0 5-1152,0-1-898,0 8-1295,0-1-641,0 5 624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0 2465,'0'0'14087,"-13"98"-13591,13-80-384,0 2-112,0 0-192,0 3-897,0 2-1584,0 0-1057,0-1-768,0 1-432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5 2305,'0'0'16600,"0"30"-14840,0-42-10147,-14-10 623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244 6 320,'0'0'3074,"5"-6"3355,-91 103-1131,-35 61-2461,80-103-1229,78-102-1486,41-57-217,-49 63-1,14-26 107,-42 65-8,0 1 8,0-1 0,0 0 0,0 1-1,0-1 1,0 1 0,0-1 0,0 1 0,1 0-1,-1-1 1,0 1 0,1 0 0,-1 0 0,4-2-1,-5 3 53,1 0 0,-1 0 0,1 0 1,0 0-1,-1 0 0,1 0 0,0 0 0,-1 0 0,1 0 0,0 0 0,-1 0 0,1 0 0,0 0 0,-1 0 0,1 0 0,0 1 0,-1-1 0,1 0 0,0 1 0,-1-1 0,1 0 0,-1 1 0,1-1 0,-1 0 1,1 1-1,0 0 0,21 21 671,14 10 63,-15-20 6,0 1-1,35 29 1,3 3 1751,-58-44-2526,0-1 1,-1 1-1,1-1 0,0 1 0,0-1 1,-1 1-1,1-1 0,0 1 1,-1 0-1,1-1 0,-1 1 0,1 0 1,-1 0-1,1-1 0,-1 1 0,1 0 1,-1 0-1,0 0 0,1 0 1,-1 7-4040,0 3-5115,0-11 8833,0 6-8346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17 112,'0'0'8316,"7"-3"-1013,0 6-5935,-1 12-844,0-1 1,-1 1 0,-1 0 0,0 0-1,-1 0 1,0 0 0,-1 1 0,-1-1-1,-1 24 1,0-39-330,5-33-178,-5 28-35,1-1 0,0 1 1,0-1-1,0 1 1,1 0-1,-1 0 1,1-1-1,4-5 1,-2 3 2,26-38 10,-29 44-2,1 0 0,-1 0-1,1 0 1,-1 0-1,1 1 1,0-1 0,0 0-1,0 1 1,0 0 0,0-1-1,0 1 1,0 0-1,1 0 1,-1 0 0,0 0-1,1 1 1,3-2 0,-4 5 9,0 0 1,0 0-1,-1 0 1,1 1-1,-1-1 1,0 0-1,0 1 1,1 3-1,-1-4 18,0 2-9,2 2 32,-1 0 0,0 0 0,0 0 0,-1 1 1,1 12-1,-1-20-45,-1 0 1,0 1 0,0-1 0,1 0-1,-1 1 1,0-1 0,0 0 0,1 0-1,-1 1 1,0-1 0,1 0-1,-1 0 1,0 1 0,1-1 0,-1 0-1,0 0 1,1 0 0,-1 0 0,1 0-1,-1 1 1,0-1 0,1 0 0,-1 0-1,1 0 1,-1 0 0,0 0 0,1 0-1,-1 0 1,1-1 0,-1 1-1,0 0 1,1 0 0,-1 0 0,0 0-1,1 0 1,-1 0 0,1-1 0,53-72-237,-1 24 201,-52 49 57,-1 0 1,1-1-1,-1 1 1,1 0-1,-1 0 1,1 0-1,0-1 1,-1 1-1,1 0 1,-1 0-1,1 0 1,-1 0-1,1 0 1,0 0-1,-1 0 0,1 1 1,-1-1-1,1 0 1,-1 0-1,1 0 1,-1 0-1,1 1 1,0-1-1,-1 0 1,1 1-1,-1-1 1,0 0-1,1 1 1,-1-1-1,1 0 1,-1 1-1,0-1 1,1 1-1,-1-1 1,0 1-1,1-1 1,-1 1-1,0-1 0,0 1 1,1-1-1,-1 1 1,0 0-1,0-1 1,0 1-1,0-1 1,0 1-1,0 0 1,13 37 417,-12-32-357,0 7-122,0 2-209,6-11-9576,-1-4 3119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0 1457,'0'0'19625,"0"109"-18905,0-105-480,0-6-3858,-7-16-1360,-6-9-2017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7059,'0'0'14199,"0"56"-14567,14-28-2018,-8-1-2336,8-3-2401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184 382 6787,'0'0'14351,"-5"-3"-13428,1 1-871,0 0 1,0 0-1,0 0 0,-1 0 1,1 1-1,-1-1 1,1 1-1,-1 0 1,1 1-1,-1-1 0,0 1 1,1 0-1,-1 0 1,0 0-1,1 1 1,-1-1-1,1 1 0,-1 0 1,1 1-1,-1-1 1,1 1-1,0 0 1,-1 0-1,-5 4 0,6-4-11,-1 2-1,1-1 1,0 0-1,-1 1 1,2 0-1,-1 0 1,0 0-1,1 1 1,0-1-1,0 1 1,0 0-1,0 0 1,1 0-1,0 0 0,0 0 1,0 0-1,1 0 1,-1 1-1,1-1 1,1 1-1,-1 7 1,1-11-51,-1-1-1,1 1 1,0 0 0,0-1 0,1 1 0,-1 0 0,0 0-1,0-1 1,1 1 0,-1 0 0,1-1 0,-1 1 0,1 0 0,0-1-1,0 1 1,1 2 0,0-4 1,0 1-1,-1-1 1,1 1 0,0-1 0,-1 1-1,1-1 1,0 0 0,-1 0-1,1 0 1,0 0 0,0 0-1,-1 0 1,1 0 0,0 0-1,-1-1 1,1 1 0,0-1 0,2 0-1,0-2-5,1 1-1,0-1 1,-1 0-1,0 0 1,1 0-1,-1 0 1,-1-1-1,1 1 1,0-1-1,-1 0 1,0-1-1,0 1 1,0 0-1,4-9 1,30-70-1044,-22 32 613,-2 0 0,12-99-1,-9 45 407,-14 88 402,-3 35 548,-1 4-687,0 0 0,-2-1 0,-8 31 0,6-29-62,1 0 1,1 1-1,-2 34 0,4-10-66,1-30-99,0-1 0,1 1 0,1 0 0,3 19 0,-3-36-110,0 0 0,-1 1 0,1-1 0,0 0 1,0 0-1,0 0 0,0 0 0,0 1 0,0-1 0,0 0 1,0-1-1,0 1 0,0 0 0,1 0 0,-1 0 0,0-1 1,1 1-1,-1-1 0,0 1 0,1-1 0,-1 1 0,1-1 1,-1 0-1,0 0 0,1 0 0,2 0 0,46-1-5413,-39 0 4022,31-5-4218,10-7-973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190 379 4130,'0'0'13462,"-4"-2"-11928,-1-1-1216,-1 0 0,1 0 0,-1 0 1,0 1-1,0 0 0,0 0 0,0 1 0,0-1 0,0 1 0,-1 1 1,1-1-1,0 1 0,-1 0 0,1 1 0,0-1 0,-1 1 0,-8 3 0,11-3-308,1 0 0,-1 1 0,0-1 0,1 1 0,-1 0 0,1 0 0,-1 0 0,1 1 0,0-1 0,0 1 0,0 0 0,0 0-1,0 0 1,1 0 0,0 0 0,-1 0 0,1 1 0,0-1 0,1 1 0,-1 0 0,0 0 0,1-1 0,0 1 0,0 0 0,0 0 0,1 0-1,-1 0 1,1 0 0,0 5 0,0-4-29,0 0 0,1 0 0,0 0 0,0 0 0,0 0 0,0 0 0,1 0 0,0 0-1,0 0 1,0-1 0,4 7 0,-5-10-9,0 1 0,0-1-1,1 0 1,-1 1 0,0-1 0,1 0 0,-1 0-1,1 0 1,-1 0 0,1 0 0,0 0-1,-1-1 1,1 1 0,0 0 0,-1-1-1,1 1 1,0-1 0,0 0 0,-1 0-1,1 1 1,0-1 0,0 0 0,0-1 0,0 1-1,-1 0 1,1 0 0,0-1 0,0 1-1,-1-1 1,1 0 0,0 1 0,-1-1-1,1 0 1,-1 0 0,1 0 0,-1 0-1,3-3 1,3-1-66,0-1-1,-1 1 1,0-2-1,0 1 1,0-1-1,-1 0 1,7-12 0,30-61-783,-31 57 564,-1 0-243,-1 0 0,-1-1 0,0 1 0,-2-1 0,4-35 0,-2-31 275,-6-2 4349,-4 107-3840,0 1 1,-1-1-1,-9 29 0,-2 8 308,4 14 58,3 1 0,2 121 1,5-149-945,1-38 151,-1 0 0,0 1 1,0-1-1,0 1 1,1-1-1,-1 0 1,1 1-1,-1-1 1,1 0-1,-1 1 1,1-1-1,0 0 1,0 0-1,-1 0 1,1 0-1,0 0 1,0 0-1,0 0 0,0 0 1,0 0-1,1 0 1,-1 0-1,0-1 1,0 1-1,0 0 1,1-1-1,-1 1 1,2 0-1,1 0-956,-1 0 1,1-1-1,-1 1 1,1-1-1,0 1 0,-1-1 1,1 0-1,0-1 0,6 0 1,11-7-4185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85 1 96,'0'0'19561,"-9"25"-17822,-56 191 2703,61-188-4059,0 0 0,2 1 0,1-1-1,3 32 1,0 1-1192,-2-60-328,32-8-7522,-15-9 3352,8-6-1859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0.7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6755,'0'0'12086,"4"11"-11385,16 34 1,-17-41-649,0-1-1,0 0 1,0 0 0,0 0 0,0 0-1,1 0 1,-1-1 0,1 1 0,0-1-1,0 0 1,0 0 0,0-1 0,0 1-1,0-1 1,0 0 0,1 0 0,-1 0-1,0-1 1,1 1 0,-1-1-1,0 0 1,1 0 0,7-2 0,-2 2-49,-9-38 132,-2 37-118,1-1 0,-1 1 0,0 0 0,0-1 0,1 1 0,-1 0 0,0 0 0,0 0 0,-1 0 0,1 0 0,0 0 0,0 0 0,0 0 0,-1 0 0,1 0 0,0 1 0,-1-1 0,1 1 0,0-1 0,-1 1-1,1-1 1,-1 1 0,1 0 0,-3-1 0,-40-4 507,42 4-452,0 1 0,-1 0 0,1 0 0,-1 0 0,1 0 0,0 1 0,-1-1 0,1 1 0,-1-1 0,1 1 0,0 0 0,0 0 0,-1 0 1,1 0-1,0 0 0,0 1 0,0-1 0,-2 3 0,2-1 23,0 0 0,0 1 0,0 0 0,1-1 0,0 1 0,0 0 0,0 0 0,0-1 0,0 1 0,1 7-1,-1-5 6,0 0-1,1 1 1,0-1-1,0 0 1,0 1-1,1-1 1,0 0-1,0 1 1,1-1-1,0 0 1,0 0-1,0 0 1,1 0-1,3 6 1,-3-8-180,0-1 0,-1 0 0,1 0 0,0 0 1,1 0-1,-1 0 0,0 0 0,1-1 0,0 0 1,0 0-1,-1 0 0,1 0 0,0 0 0,0-1 0,1 0 1,-1 0-1,0 0 0,0 0 0,1-1 0,-1 1 1,7-1-1,-10 0-259,0 0 1,0 0 0,0 0-1,0-1 1,0 1 0,0 0-1,0 0 1,0 0-1,-1-1 1,1 1 0,0-1-1,0 1 1,0-1 0,0 1-1,0-1 1,-1 1-1,1-1 1,0 0 0,0 1-1,-1-1 1,2-1 0,6-13-7558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0 309 14417,'8507'-309'0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2721,'0'0'0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0 4514,'0'0'6232,"-12"7"-5728,-34 20 134,42-24-465,1 0 1,-1 0-1,0 0 0,1 0 0,0 1 0,0-1 0,0 1 1,0 0-1,1 0 0,-1 0 0,1 0 0,0 0 1,0 1-1,-2 8 0,-3 5 444,3-10-408,1 1 0,-1 0 0,1-1 0,1 2 0,-2 9 0,4-18-199,-1 0-1,1 1 1,0-1-1,0 1 1,0-1-1,0 1 1,0-1-1,0 0 1,1 1-1,-1-1 1,0 1-1,1-1 1,-1 0-1,1 1 1,-1-1-1,1 0 1,0 1-1,0-1 1,-1 0 0,1 0-1,0 0 1,0 0-1,0 0 1,0 0-1,0 0 1,1 0-1,-1 0 1,0 0-1,0-1 1,0 1-1,1-1 1,-1 1-1,0 0 1,1-1-1,-1 0 1,1 1-1,-1-1 1,0 0-1,1 0 1,-1 0-1,3 0 1,8 1 37,0 0-1,1-1 1,-1-1-1,23-3 1,-30 2-40,-1 1 0,1-1 0,-1 0 0,0 0 0,1 0 0,-1-1 1,0 1-1,0-1 0,0 0 0,-1 0 0,1-1 0,-1 1 0,0-1 1,0 0-1,4-5 0,-1 0 65,-1 0 0,0 0 0,-1 0 1,0 0-1,-1-1 0,1 0 0,-2 1 1,1-1-1,-2 0 0,1-1 0,-1 1 1,-1 0-1,0-17 0,-4 26 74,1 0 1,-1 1-1,1-1 1,-1 1-1,0-1 1,1 1-1,-1 0 1,0 0-1,1 1 1,-8 1-1,9-1-129,-1 1-1,1 0 0,0-1 1,0 1-1,0 0 0,0 1 1,0-1-1,0 0 0,0 0 1,-2 6-1,4-8-86,-1 1 0,1-1 0,-1 1-1,1-1 1,-1 1 0,1-1 0,0 1 0,-1-1 0,1 1 0,0 0-1,0-1 1,-1 1 0,1-1 0,0 1 0,0 0 0,0-1 0,0 1 0,0 0-1,0-1 1,0 1 0,0 0 0,0-1 0,0 1 0,0 0 0,0-1-1,0 1 1,0-1 0,1 1 0,-1 0 0,0-1 0,1 1 0,-1-1-1,0 1 1,1-1 0,-1 1 0,1 0 0,-1-1 0,0 0 0,1 1 0,-1-1-1,1 1 1,0-1 0,-1 0 0,1 1 0,-1-1 0,1 0 0,-1 1-1,1-1 1,0 0 0,-1 0 0,1 0 0,0 0 0,31 1-4228,13-1-2215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 8964,'0'0'7019,"4"18"-6194,4 7-393,4 21-105,-9 9 3049,-3-54-3013,15-16-91,-10 5-281,2 0 0,-1 0 0,1 1 1,0-1-1,1 2 0,0-1 0,1 1 0,0 0 1,0 1-1,1 0 0,-1 1 0,1 0 0,1 0 0,-1 1 1,1 0-1,0 1 0,0 1 0,0-1 0,1 2 1,-1-1-1,1 2 0,13-1 0,-25 16 614,-1-12-540,1 0-1,0 1 0,-1-1 1,1 0-1,0 1 0,0-1 0,0 0 1,1 1-1,-1-1 0,0 0 0,2 4 1,-2-6-98,24 29-4017,-7-14-5084,-5-12 3313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6339,'0'0'15047,"34"0"-14871,0 0 16,0 0-176,6 0-16,-13 0-368,-6 0-641,-8 0-928,1 0-944,-7-2-1649,-7-5-1313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1 896,'0'0'20698,"-40"140"-19626,40-113-463,-7-2-417,7 0-192,0 0-240,-7 2-1633,0 2-1617,-6 0-3025,-8 5-4530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 2385,'0'0'9733,"0"102"-6215,-1-47-2297,-16 103 0,12-72-2286,6-77-719,-1-11-437,1-46-3202,2 17 1920,8-3-579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62 1409,'0'0'5520,"18"-1"-1984,74 0-2230,156-16-418,-60 2-602,-72 15-184,-72 1 139,-1-1 0,1-2 0,75-15 1,-99 10 1100,-7 5 1957,-18 24-2351,-10 24-621,1 0 0,3 1 1,-11 94-1,11 148 15,11-167 363,0-122-140,-5 0-556,0-1 0,-1 0 0,1 0 0,0-1 0,0 1-1,0-1 1,0 0 0,1 0 0,-1-1 0,1 0 0,-1 0 0,-4-4 0,-38-19-93,24 21 58,-1 0-1,0 1 1,1 2-1,-1 0 0,-46 4 1,19-2 12,-51 5 1,-140 24 1,140-14 195,-148 4 0,239-19-29,6 0 97,7 0 42,60 0 429,-54-2-758,1 0 1,-1 0-1,1-1 1,-1 0 0,0 0-1,15-9 1,-22 10 27,-1 0 1,1 1 0,-1-1 0,0 0 0,1 0 0,-1 0-1,0 0 1,0 0 0,0 0 0,-1 0 0,1 0-1,-1-2 1,1 4-3,0-7-24,-1 0 1,0 1 0,-1-1 0,1 0 0,-1 1 0,-1 0-1,1-1 1,-6-9 0,5 10-321,0 0 1,0 0-1,0 0 0,1-1 1,0 1-1,1-1 0,0 0 1,-2-11-1,3 4-320,0 8-299,-1 1-1,1-1 1,0 1-1,1-1 1,-1 1 0,1-1-1,0 1 1,1 0-1,-1-1 1,1 1-1,0 0 1,3-5-1,9-9-5061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39 4482,'0'0'11211,"-3"-6"-10360,2 4-803,0 0 0,0 0 0,0 0 0,0 0 0,-1 0 0,1 0 1,0 1-1,-1-1 0,1 0 0,-1 1 0,0 0 0,0-1 1,1 1-1,-1 0 0,0 0 0,0 0 0,0 0 0,0 0 0,0 0 1,0 1-1,-1-1 0,1 1 0,0-1 0,0 1 0,0 0 1,-1 0-1,1 0 0,0 0 0,0 0 0,0 0 0,-1 1 0,1-1 1,0 1-1,0-1 0,0 1 0,0 0 0,0 0 0,0 0 1,0 0-1,-3 3 0,-5 1-17,0 1 1,0-1 0,1 2-1,0 0 1,0 0-1,1 0 1,0 1-1,0 0 1,0 1 0,1 0-1,1 0 1,0 0-1,0 1 1,0 0-1,1 0 1,1 0-1,0 1 1,0 0 0,1 0-1,1 0 1,0 0-1,0 0 1,0 21-1,2-31-41,0 0-1,-1 0 1,1 1-1,0-1 0,1 0 1,-1 1-1,0-1 1,0 0-1,0 0 0,1 1 1,-1-1-1,1 0 0,-1 0 1,1 1-1,-1-1 1,1 0-1,0 0 0,0 0 1,-1 0-1,1 0 0,2 1 1,-2-1-5,0-1 0,0 0 0,0 1 0,0-1 0,0 0 0,0 0 0,1 0 1,-1 0-1,0 0 0,0 0 0,0 0 0,0 0 0,0-1 0,0 1 0,0 0 0,0-1 0,0 1 0,0-1 0,2 0 1,4-3-25,0-1 0,0 0 0,-1 0 0,1 0 0,7-10 0,4-3-37,-1-2 0,-1 0 0,-1 0 0,-1-2 0,0 0 0,-2 0 0,11-28 0,-11 25 238,-11 24 1164,-1 28-501,0-4-469,-1-17-276,1 1-1,0 0 1,0-1-1,1 1 0,0 0 1,3 10-1,-3-14-144,0-1 0,1 1-1,-1 0 1,1-1 0,0 0-1,0 1 1,0-1 0,0 0-1,0 0 1,0 0 0,0 0 0,1 0-1,-1-1 1,1 1 0,-1-1-1,1 0 1,0 1 0,5 0-1,54 17-3231,4-6-4205,-13-6 80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0 108 384,'0'0'4858,"54"-4"-677,585-22-3066,600-26 872,-608 37-516,-610 15-1310,-11 0 138,-1 0-1,0-1 1,0 0-1,16-4 1,-22 1 2961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3602,'0'0'6600,"3"9"-5882,-1-3-536,0-1 0,0 0 0,1 0 0,0 0 0,0 0 0,0-1 0,0 1 0,1-1 0,0 0 0,0 0 1,0 0-1,0 0 0,0-1 0,1 1 0,9 4 0,13 6 300,-10-6-216,-1 0 0,0 2-1,0 0 1,-1 1 0,0 0 0,19 20-1,-33-30-225,0 0 0,0 0 0,0 1 0,0-1 0,0 0 0,-1 0 0,1 1 0,0-1 0,-1 1 0,1-1 0,-1 1 0,0-1 0,1 0 0,-1 1 1,0-1-1,0 1 0,0-1 0,0 1 0,0 0 0,0-1 0,0 1 0,-1-1 0,1 0 0,0 1 0,-1-1 0,1 1 0,-1-1 0,0 0 0,1 1 0,-1-1 0,0 0 0,0 1 0,0-1 0,0 0 0,0 0 0,0 0 0,0 0 0,0 0 0,-1 0 0,-1 1 0,-7 5 261,1-1 1,-1-1-1,-1 0 1,-13 6 0,15-7-185,-20 7-132,19-7 222,-1 0 0,1 0-1,0 1 1,-18 13 0,6 9-2185,20-23 1330,1 0 1,-1-1-1,1 1 0,0 0 1,0 0-1,1 0 1,-1 0-1,1 6 1,0 5-5492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0 3265,'0'0'7060,"0"26"-4446,1 8-1893,0 1 92,-2 0-1,-6 42 1,-88 520 4651,82-533-5436,3 1 1,-1 73-1,11-136-596,3-10-1865,35-68-4322,-18 15 114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5 237 592,'0'0'4858,"-4"-15"2092,693-11-4415,806-72-753,25 50 102,-969 26-1574,312-3 914,-356 22-1166,610 8 310,-259 53-189,-609-24 1239,-105-12 233,205 4 0,-101-26 942,-246 0-2305,-2 0-425,-1 1-1,1-1 1,-1 1-1,1-1 1,-1 1-1,1-1 1,-1 1 0,1-1-1,-1 0 1,0 1-1,1-1 1,-1 0-1,0 1 1,1-1 0,-1 0-1,0 0 1,1 0-1,-1 0 1,0 0 0,1 0-1,-1 0 1,0 0-1,0 0 1,1 0-1,-1 0 1,0 0 0,1 0-1,-1 0 1,0-1-1,1 1 1,-1 0-1,0-1 1,1 1 0,-1 0-1,1-1 1,-2 0-1,-30-14-6116,0-6-1592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319 0 768,'0'0'6964,"13"5"562,-15 11-6870,0 0 0,-1-1 1,-1 0-1,-8 24 0,-4 16 996,5 8-305,-4 76 1,0 3-527,-78 267 588,16-87-681,75-314-697,-2 13 244,0-1 0,0 36 0,-11-58-5757,-6-11-1228,-11-10-5237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3314,'0'0'9092,"0"29"-5749,-1-13-2741,-1 1 1,0-1 0,-2 0 0,0 0 0,-10 29 0,-6 20 558,-62 360 1744,75-368-2793,1-15 76,-1 50 0,-3-48 306,3-30-1135,4-32-3483,3 10 3059,1 0 0,0 0 1,1 0-1,0 0 0,0 0 0,1 1 0,6-15 0,11-25-5839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1 1873,'0'0'6288,"-1"0"-5914,-1-1-1,0 1 1,1 0 0,-1 0-1,1 0 1,-1 0 0,1 0-1,-1 1 1,1-1 0,-1 0-1,1 1 1,-1-1 0,1 1-1,-1 0 1,1-1 0,0 1-1,-3 2 1,-7 11 250,2 0 0,0 1 0,0 0 0,2 0 0,0 1 0,0 0 1,-7 33-1,-18 124 1639,20-37-877,7 203-1,7-184-1530,-3-155-415,1 0 464,0 0 0,0 0 0,-1 0 0,1 0 0,0 0 0,0 0 0,-1 0 0,1 0 0,0 0 0,0 0 0,-1 0 0,1 0 0,0-1 0,0 1 0,-1 0 0,1 0 0,0 0 0,0 0 0,0 0 0,-1 0 0,1-1 0,0 1 0,0 0 0,0 0 0,0 0 0,0 0 0,-1-1 0,1 1 0,0 0 0,0 0 0,0-1 0,0 1 0,0 0 0,0 0 0,0 0 0,0-1 0,0 1 0,0 0 0,0 0 0,0-1 0,0 1 0,0 0 0,0 0 0,0-1 0,0 1 0,0 0 0,0 0 0,0-1 0,0 1 0,0 0 0,4-71-9869,13 17 2122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 0 1072,'0'0'12118,"-1"12"-11515,-52 135 4247,39-91-3999,2 1 0,3 0 0,2 0 0,1 65 0,7-67-782,0-13-4,-1-1 0,-2 1-1,-2-1 1,-11 51 0,12-84-783,3-12-1173,2-24-3848,-1 13 2017,5-40-4938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0 3025,'0'0'11005,"0"6"-9551,-3 27 170,-1-1 0,-1 0 0,-18 56 0,-9 55 308,14 57-1091,8 231 0,10-383-874,0-47-413,14-5-2926,-7-3 2241,0 1-1,-1-1 1,-1 0 0,9-13-1,-5 8-585,24-36-5497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51 384,'0'0'3012,"-5"-6"-2980,1 2 75,2 2-47,1 1 0,-1-1 0,1 1 0,-1-1 0,1 0 0,0 1 0,0-1 0,0 0-1,0 0 1,0 0 0,0 0 0,0 0 0,1 0 0,-1 0 0,1 0 0,-1 0 0,1 0 0,0-3 0,0 5 32,-1 0-1,1 0 1,0-1 0,0 1-1,0 0 1,0 0-1,0 0 1,0 0 0,-1-1-1,1 1 1,0 0 0,0 0-1,0 0 1,-1 0-1,1 0 1,0 0 0,0 0-1,0 0 1,-1 0-1,1 0 1,0 0 0,0-1-1,0 1 1,-1 0-1,1 0 1,0 0 0,0 0-1,0 1 1,-1-1 0,1 0-1,0 0 1,0 0-1,0 0 1,-1 0 0,1 0-1,0 0 1,0 0-1,0 0 1,-1 0 0,1 1-1,0-1 1,0 0 0,0 0-1,0 0 1,0 0-1,-1 0 1,1 1 0,0-1-1,0 0 1,0 0-1,0 0 1,0 1 0,0-1-1,0 0 1,0 0 0,0 0-1,0 1 1,-12 11 1661,0 12-561,0 0-1,2 0 1,1 1-1,0 0 0,2 0 1,-7 49-1,-4 164 2363,16-179-2925,2 123 270,2-104-581,-11 107-1,1-120-346,8-64-339,1-13-6243,6-16 1526,5-11-2729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41 480,'0'0'6454,"1"-7"-5059,4-20-122,-4 20 5052,-1 18-5039,-20 302 3645,0-56-3307,18-176-1253,-23 388 840,17-432-1063,6-25 196,5-22 637,4 0-1614,-2 2-1953,-4 1-3266,-1 2-1047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66 2145,'0'0'11317,"29"-20"-9577,-14 13-1585,0 1 0,0 0 0,0 1 0,1 1 0,0 0 0,19-1 0,8 0-85,48 2-1,-91 29 99,-2-20-103,0-1 1,0 1-1,0 0 0,-1 0 0,0-1 1,-1 0-1,1 1 0,-1-1 0,0-1 0,0 1 1,0 0-1,-1-1 0,1 0 0,-11 6 1,-12 9 109,-46 24 1,39-25-158,28-14 59,-3 2-1270,15-4-334,10 1 1710,-8 0-233,0 0 1,1 0 0,-1 0-1,0 1 1,-1 0 0,1 1-1,-1 0 1,8 6 0,-11-8 36,-1 0 0,0 0 0,0 0 0,0 0 0,-1 1 1,1-1-1,-1 1 0,0 0 0,0 0 0,0 0 0,-1 0 0,1 0 1,-1 0-1,0 0 0,0 0 0,0 1 0,-1-1 0,1 5 0,-2-6 133,1-1-1,0 1 0,-1 0 0,0-1 0,0 1 0,0 0 0,0-1 0,0 1 1,0-1-1,-1 0 0,1 1 0,-1-1 0,0 0 0,0 0 0,0 0 0,0 0 1,0 0-1,0 0 0,0-1 0,0 1 0,-1-1 0,1 1 0,-1-1 0,1 0 1,-1 0-1,1 0 0,-1 0 0,0-1 0,1 1 0,-1-1 0,-4 1 0,-14 2 444,1-1-1,-1-1 0,-25-1 0,25 0-206,11-1 1609,4-1-6927,25 0-5578,13 2 5876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3 2913,'0'0'10707,"1"-1"-10562,-1 1 0,0 0 1,0 0-1,1 0 0,-1-1 1,0 1-1,1 0 1,-1 0-1,0 0 0,1 0 1,-1 0-1,0-1 0,1 1 1,-1 0-1,0 0 0,1 0 1,-1 0-1,1 0 1,-1 0-1,0 0 0,1 0 1,-1 1-1,0-1 0,1 0 1,-1 0-1,0 0 1,1 0-1,-1 0 0,0 0 1,1 1-1,-1-1 0,0 0 1,1 0-1,-1 1 0,0-1 1,0 0-1,1 0 1,-1 1-1,0-1 0,0 0 1,0 1-1,1-1 0,-1 26 735,-1 0 0,-2 0 0,-7 36-1,1-7-527,2-6-1362,-3-18-4350,9-20-3802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23 112,'0'0'6110,"4"-3"-4830,-2 1-688,1 0 0,0 0 0,0 0 0,0 1 0,1-1 0,-1 1 0,0 0 0,0 0-1,1 0 1,-1 0 0,1 1 0,-1-1 0,6 1 0,21-1-139,299-1 1132,-337 41-1497,-36 42 702,34-67-595,2 1 0,-1 0 0,2 0 0,0 1 0,0 0 0,-7 32 1,8-18 89,-2 22-1269,7-51 717,1 0 1,0 0 0,-1 0-1,1 1 1,-1-1 0,1 0-1,-1 0 1,1 0 0,-1 0-1,0 0 1,0 0 0,1 0-1,-1 0 1,0 0 0,0 0 0,0 0-1,0 0 1,0-1 0,0 1-1,-2 0 1,-15 5-9386,12-6 6998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2449,'0'0'11966,"9"0"-9579,353 5-842,-361-5-1774,-29 2-7335,9-2 2501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109 118 704,'0'0'7630,"6"-8"-6111,16-23 73,-16 23 1668,-28 10-626,14 0-2594,2 1 1,-1-1-1,0 2 0,0-1 1,1 1-1,0 0 1,0 0-1,0 1 1,0 0-1,1 0 1,0 0-1,0 1 0,0-1 1,1 1-1,-1 1 1,2-1-1,-1 0 1,1 1-1,0 0 1,0 0-1,0 0 0,1 0 1,0 0-1,-1 13 1,3-14-88,0 0 0,1 0 0,0 0 0,0 0 0,0 0 0,1 0 0,0 0 0,0-1 0,0 1 0,1-1 0,-1 1 0,1-1 0,1 0 0,-1 0 0,6 6 0,-6-8 25,0-1-1,0 1 0,0-1 1,1 1-1,-1-1 1,1 0-1,-1-1 1,1 1-1,-1 0 1,1-1-1,0 0 1,0 0-1,0 0 0,0 0 1,0-1-1,0 0 1,0 0-1,0 0 1,0 0-1,0 0 1,0-1-1,-1 1 1,1-1-1,7-3 0,0-2 31,0 0-1,-1-1 0,0-1 0,0 0 0,0 0 0,-1-1 1,-1 0-1,14-19 0,-1 5 1,-7 8 32,-2 0 1,0 0-1,13-22 1,-21 30 74,0-1 0,-1 0 0,0 0 1,0 0-1,-1 0 0,0 0 0,0-1 1,-1 1-1,0 0 0,-1-10 0,0 17-86,-1-1-1,1 0 0,-1 0 0,0 0 1,0 0-1,0 0 0,0 1 0,0-1 0,0 0 1,0 1-1,-1-1 0,1 1 0,0-1 0,-1 1 1,1 0-1,-1 0 0,0-1 0,1 1 0,-1 0 1,0 0-1,0 1 0,0-1 0,0 0 1,0 1-1,1-1 0,-1 1 0,0-1 0,0 1 1,-4 0-1,-62-5-3913,68 5 3837,6 9-12024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1008,'0'1'14671,"0"15"-13980,1 10 100,-2 0 1,-2-1-1,0 1 0,-12 45 1,15-70-1298,-10 16 1063,6-7-4146,19-6-11647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53 2145,'0'0'13652,"0"16"-12038,-13 76-174,13-81-1410,-1-8-69,1-1 0,0 1 0,0 0 0,0 0 0,0 0 1,1 0-1,-1-1 0,1 1 0,0 0 0,1 4 0,0-6 21,-1 1 0,0-1 1,1 0-1,0 0 0,-1-1 0,1 1 0,-1 0 0,1 0 1,0-1-1,-1 1 0,1-1 0,0 1 0,0-1 0,-1 0 0,1 0 1,0 0-1,0 0 0,0 0 0,2 0 0,6 0 15,-1-1 0,1 0 0,-1 0 0,0-1 0,0 0 0,0 0 0,0-1 0,0 0 0,0-1 0,-1 0 0,1-1 0,13-9 0,-17 10 60,0 0 1,0 0-1,-1-1 1,0 0-1,1 0 1,-2 0-1,1 0 0,-1-1 1,1 1-1,-2-1 1,1 0-1,0 0 1,-1 0-1,0 0 1,-1 0-1,0-1 1,0 1-1,0 0 1,0-12-1,-1 16-3,-1 0 0,0-1-1,1 1 1,-1 0 0,0-1-1,0 1 1,0 0 0,0 0-1,0 0 1,-1 0 0,1 0-1,-1 0 1,1 0 0,-1 1 0,0-1-1,0 0 1,1 1 0,-1-1-1,0 1 1,0 0 0,-1 0-1,1 0 1,0 0 0,0 0 0,0 0-1,-1 1 1,1-1 0,0 0-1,-1 1 1,-2 0 0,-11-3-157,0 1 0,0 0 1,-17 2-1,31 0-705,3 1 353,-1 0 1,1 0-1,-1 0 1,1 0-1,-1 0 1,1-1-1,0 1 1,-1 0-1,1 0 1,0 0-1,-1-1 1,1 1-1,0 0 1,0-1 0,0 1-1,0-1 1,0 1-1,0-1 1,1 1-1,23 6-5673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0 752,'0'0'16056,"0"30"-16456,0 2-2206,0 1-4721,0-15 996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5859,'0'0'13894,"0"84"-13398,0-75-416,0 2-80,0-2-288,0 5-1152,0-1-898,0 8-1295,0-1-641,0 5 624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0 2465,'0'0'14087,"-13"98"-13591,13-80-384,0 2-112,0 0-192,0 3-897,0 2-1584,0 0-1057,0-1-768,0 1-432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5 2305,'0'0'16600,"0"30"-14840,0-42-10147,-14-10 623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244 6 320,'0'0'3074,"5"-6"3355,-91 103-1131,-35 61-2461,80-103-1229,78-102-1486,41-57-217,-49 63-1,14-26 107,-42 65-8,0 1 8,0-1 0,0 0 0,0 1-1,0-1 1,0 1 0,0-1 0,0 1 0,1 0-1,-1-1 1,0 1 0,1 0 0,-1 0 0,4-2-1,-5 3 53,1 0 0,-1 0 0,1 0 1,0 0-1,-1 0 0,1 0 0,0 0 0,-1 0 0,1 0 0,0 0 0,-1 0 0,1 0 0,0 0 0,-1 0 0,1 0 0,0 1 0,-1-1 0,1 0 0,0 1 0,-1-1 0,1 0 0,-1 1 0,1-1 0,-1 0 1,1 1-1,0 0 0,21 21 671,14 10 63,-15-20 6,0 1-1,35 29 1,3 3 1751,-58-44-2526,0-1 1,-1 1-1,1-1 0,0 1 0,0-1 1,-1 1-1,1-1 0,0 1 1,-1 0-1,1-1 0,-1 1 0,1 0 1,-1 0-1,1-1 0,-1 1 0,1 0 1,-1 0-1,0 0 0,1 0 1,-1 7-4040,0 3-5115,0-11 8833,0 6-8346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17 112,'0'0'8316,"7"-3"-1013,0 6-5935,-1 12-844,0-1 1,-1 1 0,-1 0 0,0 0-1,-1 0 1,0 0 0,-1 1 0,-1-1-1,-1 24 1,0-39-330,5-33-178,-5 28-35,1-1 0,0 1 1,0-1-1,0 1 1,1 0-1,-1 0 1,1-1-1,4-5 1,-2 3 2,26-38 10,-29 44-2,1 0 0,-1 0-1,1 0 1,-1 0-1,1 1 1,0-1 0,0 0-1,0 1 1,0 0 0,0-1-1,0 1 1,0 0-1,1 0 1,-1 0 0,0 0-1,1 1 1,3-2 0,-4 5 9,0 0 1,0 0-1,-1 0 1,1 1-1,-1-1 1,0 0-1,0 1 1,1 3-1,-1-4 18,0 2-9,2 2 32,-1 0 0,0 0 0,0 0 0,-1 1 1,1 12-1,-1-20-45,-1 0 1,0 1 0,0-1 0,1 0-1,-1 1 1,0-1 0,0 0 0,1 0-1,-1 1 1,0-1 0,1 0-1,-1 0 1,0 1 0,1-1 0,-1 0-1,0 0 1,1 0 0,-1 0 0,1 0-1,-1 1 1,0-1 0,1 0 0,-1 0-1,1 0 1,-1 0 0,0 0 0,1 0-1,-1 0 1,1-1 0,-1 1-1,0 0 1,1 0 0,-1 0 0,0 0-1,1 0 1,-1 0 0,1-1 0,53-72-237,-1 24 201,-52 49 57,-1 0 1,1-1-1,-1 1 1,1 0-1,-1 0 1,1 0-1,0-1 1,-1 1-1,1 0 1,-1 0-1,1 0 1,-1 0-1,1 0 1,0 0-1,-1 0 0,1 1 1,-1-1-1,1 0 1,-1 0-1,1 0 1,-1 0-1,1 1 1,0-1-1,-1 0 1,1 1-1,-1-1 1,0 0-1,1 1 1,-1-1-1,1 0 1,-1 1-1,0-1 1,1 1-1,-1-1 1,0 1-1,1-1 1,-1 1-1,0-1 0,0 1 1,1-1-1,-1 1 1,0 0-1,0-1 1,0 1-1,0-1 1,0 1-1,0 0 1,13 37 417,-12-32-357,0 7-122,0 2-209,6-11-9576,-1-4 3119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49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0 1457,'0'0'19625,"0"109"-18905,0-105-480,0-6-3858,-7-16-1360,-6-9-2017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5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7059,'0'0'14199,"0"56"-14567,14-28-2018,-8-1-2336,8-3-2401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5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184 382 6787,'0'0'14351,"-5"-3"-13428,1 1-871,0 0 1,0 0-1,0 0 0,-1 0 1,1 1-1,-1-1 1,1 1-1,-1 0 1,1 1-1,-1-1 0,0 1 1,1 0-1,-1 0 1,0 0-1,1 1 1,-1-1-1,1 1 0,-1 0 1,1 1-1,-1-1 1,1 1-1,0 0 1,-1 0-1,-5 4 0,6-4-11,-1 2-1,1-1 1,0 0-1,-1 1 1,2 0-1,-1 0 1,0 0-1,1 1 1,0-1-1,0 1 1,0 0-1,0 0 1,1 0-1,0 0 0,0 0 1,0 0-1,1 0 1,-1 1-1,1-1 1,1 1-1,-1 7 1,1-11-51,-1-1-1,1 1 1,0 0 0,0-1 0,1 1 0,-1 0 0,0 0-1,0-1 1,1 1 0,-1 0 0,1-1 0,-1 1 0,1 0 0,0-1-1,0 1 1,1 2 0,0-4 1,0 1-1,-1-1 1,1 1 0,0-1 0,-1 1-1,1-1 1,0 0 0,-1 0-1,1 0 1,0 0 0,0 0-1,-1 0 1,1 0 0,0 0-1,-1-1 1,1 1 0,0-1 0,2 0-1,0-2-5,1 1-1,0-1 1,-1 0-1,0 0 1,1 0-1,-1 0 1,-1-1-1,1 1 1,0-1-1,-1 0 1,0-1-1,0 1 1,0 0-1,4-9 1,30-70-1044,-22 32 613,-2 0 0,12-99-1,-9 45 407,-14 88 402,-3 35 548,-1 4-687,0 0 0,-2-1 0,-8 31 0,6-29-62,1 0 1,1 1-1,-2 34 0,4-10-66,1-30-99,0-1 0,1 1 0,1 0 0,3 19 0,-3-36-110,0 0 0,-1 1 0,1-1 0,0 0 1,0 0-1,0 0 0,0 0 0,0 1 0,0-1 0,0 0 1,0-1-1,0 1 0,0 0 0,1 0 0,-1 0 0,0-1 1,1 1-1,-1-1 0,0 1 0,1-1 0,-1 1 0,1-1 1,-1 0-1,0 0 0,1 0 0,2 0 0,46-1-5413,-39 0 4022,31-5-4218,10-7-973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5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190 379 4130,'0'0'13462,"-4"-2"-11928,-1-1-1216,-1 0 0,1 0 0,-1 0 1,0 1-1,0 0 0,0 0 0,0 1 0,0-1 0,0 1 0,-1 1 1,1-1-1,0 1 0,-1 0 0,1 1 0,0-1 0,-1 1 0,-8 3 0,11-3-308,1 0 0,-1 1 0,0-1 0,1 1 0,-1 0 0,1 0 0,-1 0 0,1 1 0,0-1 0,0 1 0,0 0 0,0 0-1,0 0 1,1 0 0,0 0 0,-1 0 0,1 1 0,0-1 0,1 1 0,-1 0 0,0 0 0,1-1 0,0 1 0,0 0 0,0 0 0,1 0-1,-1 0 1,1 0 0,0 5 0,0-4-29,0 0 0,1 0 0,0 0 0,0 0 0,0 0 0,0 0 0,1 0 0,0 0-1,0 0 1,0-1 0,4 7 0,-5-10-9,0 1 0,0-1-1,1 0 1,-1 1 0,0-1 0,1 0 0,-1 0-1,1 0 1,-1 0 0,1 0 0,0 0-1,-1-1 1,1 1 0,0 0 0,-1-1-1,1 1 1,0-1 0,0 0 0,-1 0-1,1 1 1,0-1 0,0 0 0,0-1 0,0 1-1,-1 0 1,1 0 0,0-1 0,0 1-1,-1-1 1,1 0 0,0 1 0,-1-1-1,1 0 1,-1 0 0,1 0 0,-1 0-1,3-3 1,3-1-66,0-1-1,-1 1 1,0-2-1,0 1 1,0-1-1,-1 0 1,7-12 0,30-61-783,-31 57 564,-1 0-243,-1 0 0,-1-1 0,0 1 0,-2-1 0,4-35 0,-2-31 275,-6-2 4349,-4 107-3840,0 1 1,-1-1-1,-9 29 0,-2 8 308,4 14 58,3 1 0,2 121 1,5-149-945,1-38 151,-1 0 0,0 1 1,0-1-1,0 1 1,1-1-1,-1 0 1,1 1-1,-1-1 1,1 0-1,-1 1 1,1-1-1,0 0 1,0 0-1,-1 0 1,1 0-1,0 0 1,0 0-1,0 0 0,0 0 1,0 0-1,1 0 1,-1 0-1,0-1 1,0 1-1,0 0 1,1-1-1,-1 1 1,2 0-1,1 0-956,-1 0 1,1-1-1,-1 1 1,1-1-1,0 1 0,-1-1 1,1 0-1,0-1 0,6 0 1,11-7-4185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5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85 1 96,'0'0'19561,"-9"25"-17822,-56 191 2703,61-188-4059,0 0 0,2 1 0,1-1-1,3 32 1,0 1-1192,-2-60-328,32-8-7522,-15-9 3352,8-6-1859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18.5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6755,'0'0'12086,"4"11"-11385,16 34 1,-17-41-649,0-1-1,0 0 1,0 0 0,0 0 0,0 0-1,1 0 1,-1-1 0,1 1 0,0-1-1,0 0 1,0 0 0,0-1 0,0 1-1,0-1 1,0 0 0,1 0 0,-1 0-1,0-1 1,1 1 0,-1-1-1,0 0 1,1 0 0,7-2 0,-2 2-49,-9-38 132,-2 37-118,1-1 0,-1 1 0,0 0 0,0-1 0,1 1 0,-1 0 0,0 0 0,0 0 0,-1 0 0,1 0 0,0 0 0,0 0 0,0 0 0,-1 0 0,1 0 0,0 1 0,-1-1 0,1 1 0,0-1 0,-1 1-1,1-1 1,-1 1 0,1 0 0,-3-1 0,-40-4 507,42 4-452,0 1 0,-1 0 0,1 0 0,-1 0 0,1 0 0,0 1 0,-1-1 0,1 1 0,-1-1 0,1 1 0,0 0 0,0 0 0,-1 0 1,1 0-1,0 0 0,0 1 0,0-1 0,-2 3 0,2-1 23,0 0 0,0 1 0,0 0 0,1-1 0,0 1 0,0 0 0,0 0 0,0-1 0,0 1 0,1 7-1,-1-5 6,0 0-1,1 1 1,0-1-1,0 0 1,0 1-1,1-1 1,0 0-1,0 1 1,1-1-1,0 0 1,0 0-1,0 0 1,1 0-1,3 6 1,-3-8-180,0-1 0,-1 0 0,1 0 0,0 0 1,1 0-1,-1 0 0,0 0 0,1-1 0,0 0 1,0 0-1,-1 0 0,1 0 0,0 0 0,0-1 0,1 0 1,-1 0-1,0 0 0,0 0 0,1-1 0,-1 1 1,7-1-1,-10 0-259,0 0 1,0 0 0,0 0-1,0-1 1,0 1 0,0 0-1,0 0 1,0 0-1,-1-1 1,1 1 0,0-1-1,0 1 1,0-1 0,0 1-1,0-1 1,-1 1-1,1-1 1,0 0 0,0 1-1,-1-1 1,2-1 0,6-13-7558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0 309 14417,'8507'-309'0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2721,'0'0'0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0 4514,'0'0'6232,"-12"7"-5728,-34 20 134,42-24-465,1 0 1,-1 0-1,0 0 0,1 0 0,0 1 0,0-1 0,0 1 1,0 0-1,1 0 0,-1 0 0,1 0 0,0 0 1,0 1-1,-2 8 0,-3 5 444,3-10-408,1 1 0,-1 0 0,1-1 0,1 2 0,-2 9 0,4-18-199,-1 0-1,1 1 1,0-1-1,0 1 1,0-1-1,0 1 1,0-1-1,0 0 1,1 1-1,-1-1 1,0 1-1,1-1 1,-1 0-1,1 1 1,-1-1-1,1 0 1,0 1-1,0-1 1,-1 0 0,1 0-1,0 0 1,0 0-1,0 0 1,0 0-1,0 0 1,1 0-1,-1 0 1,0 0-1,0-1 1,0 1-1,1-1 1,-1 1-1,0 0 1,1-1-1,-1 0 1,1 1-1,-1-1 1,0 0-1,1 0 1,-1 0-1,3 0 1,8 1 37,0 0-1,1-1 1,-1-1-1,23-3 1,-30 2-40,-1 1 0,1-1 0,-1 0 0,0 0 0,1 0 0,-1-1 1,0 1-1,0-1 0,0 0 0,-1 0 0,1-1 0,-1 1 0,0-1 1,0 0-1,4-5 0,-1 0 65,-1 0 0,0 0 0,-1 0 1,0 0-1,-1-1 0,1 0 0,-2 1 1,1-1-1,-2 0 0,1-1 0,-1 1 1,-1 0-1,0-17 0,-4 26 74,1 0 1,-1 1-1,1-1 1,-1 1-1,0-1 1,1 1-1,-1 0 1,0 0-1,1 1 1,-8 1-1,9-1-129,-1 1-1,1 0 0,0-1 1,0 1-1,0 0 0,0 1 1,0-1-1,0 0 0,0 0 1,-2 6-1,4-8-86,-1 1 0,1-1 0,-1 1-1,1-1 1,-1 1 0,1-1 0,0 1 0,-1-1 0,1 1 0,0 0-1,0-1 1,-1 1 0,1-1 0,0 1 0,0 0 0,0-1 0,0 1 0,0 0-1,0-1 1,0 1 0,0 0 0,0-1 0,0 1 0,0 0 0,0-1-1,0 1 1,0-1 0,1 1 0,-1 0 0,0-1 0,1 1 0,-1-1-1,0 1 1,1-1 0,-1 1 0,1 0 0,-1-1 0,0 0 0,1 1 0,-1-1-1,1 1 1,0-1 0,-1 0 0,1 1 0,-1-1 0,1 0 0,-1 1-1,1-1 1,0 0 0,-1 0 0,1 0 0,0 0 0,31 1-4228,13-1-2215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 8964,'0'0'7019,"4"18"-6194,4 7-393,4 21-105,-9 9 3049,-3-54-3013,15-16-91,-10 5-281,2 0 0,-1 0 0,1 1 1,0-1-1,1 2 0,0-1 0,1 1 0,0 0 1,0 1-1,1 0 0,-1 1 0,1 0 0,1 0 0,-1 1 1,1 0-1,0 1 0,0 1 0,0-1 0,1 2 1,-1-1-1,1 2 0,13-1 0,-25 16 614,-1-12-540,1 0-1,0 1 0,-1-1 1,1 0-1,0 1 0,0-1 0,0 0 1,1 1-1,-1-1 0,0 0 0,2 4 1,-2-6-98,24 29-4017,-7-14-5084,-5-12 3313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6339,'0'0'15047,"34"0"-14871,0 0 16,0 0-176,6 0-16,-13 0-368,-6 0-641,-8 0-928,1 0-944,-7-2-1649,-7-5-1313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1 896,'0'0'20698,"-40"140"-19626,40-113-463,-7-2-417,7 0-192,0 0-240,-7 2-1633,0 2-1617,-6 0-3025,-8 5-4530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 2385,'0'0'9733,"0"102"-6215,-1-47-2297,-16 103 0,12-72-2286,6-77-719,-1-11-437,1-46-3202,2 17 1920,8-3-579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62 1409,'0'0'5520,"18"-1"-1984,74 0-2230,156-16-418,-60 2-602,-72 15-184,-72 1 139,-1-1 0,1-2 0,75-15 1,-99 10 1100,-7 5 1957,-18 24-2351,-10 24-621,1 0 0,3 1 1,-11 94-1,11 148 15,11-167 363,0-122-140,-5 0-556,0-1 0,-1 0 0,1 0 0,0-1 0,0 1-1,0-1 1,0 0 0,1 0 0,-1-1 0,1 0 0,-1 0 0,-4-4 0,-38-19-93,24 21 58,-1 0-1,0 1 1,1 2-1,-1 0 0,-46 4 1,19-2 12,-51 5 1,-140 24 1,140-14 195,-148 4 0,239-19-29,6 0 97,7 0 42,60 0 429,-54-2-758,1 0 1,-1 0-1,1-1 1,-1 0 0,0 0-1,15-9 1,-22 10 27,-1 0 1,1 1 0,-1-1 0,0 0 0,1 0 0,-1 0-1,0 0 1,0 0 0,0 0 0,-1 0 0,1 0-1,-1-2 1,1 4-3,0-7-24,-1 0 1,0 1 0,-1-1 0,1 0 0,-1 1 0,-1 0-1,1-1 1,-6-9 0,5 10-321,0 0 1,0 0-1,0 0 0,1-1 1,0 1-1,1-1 0,0 0 1,-2-11-1,3 4-320,0 8-299,-1 1-1,1-1 1,0 1-1,1-1 1,-1 1 0,1-1-1,0 1 1,1 0-1,-1-1 1,1 1-1,0 0 1,3-5-1,9-9-5061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39 4482,'0'0'11211,"-3"-6"-10360,2 4-803,0 0 0,0 0 0,0 0 0,0 0 0,-1 0 0,1 0 1,0 1-1,-1-1 0,1 0 0,-1 1 0,0 0 0,0-1 1,1 1-1,-1 0 0,0 0 0,0 0 0,0 0 0,0 0 0,0 0 1,0 1-1,-1-1 0,1 1 0,0-1 0,0 1 0,0 0 1,-1 0-1,1 0 0,0 0 0,0 0 0,0 0 0,-1 1 0,1-1 1,0 1-1,0-1 0,0 1 0,0 0 0,0 0 0,0 0 1,0 0-1,-3 3 0,-5 1-17,0 1 1,0-1 0,1 2-1,0 0 1,0 0-1,1 0 1,0 1-1,0 0 1,0 1 0,1 0-1,1 0 1,0 0-1,0 1 1,0 0-1,1 0 1,1 0-1,0 1 1,0 0 0,1 0-1,1 0 1,0 0-1,0 0 1,0 21-1,2-31-41,0 0-1,-1 0 1,1 1-1,0-1 0,1 0 1,-1 1-1,0-1 1,0 0-1,0 0 0,1 1 1,-1-1-1,1 0 0,-1 0 1,1 1-1,-1-1 1,1 0-1,0 0 0,0 0 1,-1 0-1,1 0 0,2 1 1,-2-1-5,0-1 0,0 0 0,0 1 0,0-1 0,0 0 0,0 0 0,1 0 1,-1 0-1,0 0 0,0 0 0,0 0 0,0 0 0,0-1 0,0 1 0,0 0 0,0-1 0,0 1 0,0-1 0,2 0 1,4-3-25,0-1 0,0 0 0,-1 0 0,1 0 0,7-10 0,4-3-37,-1-2 0,-1 0 0,-1 0 0,-1-2 0,0 0 0,-2 0 0,11-28 0,-11 25 238,-11 24 1164,-1 28-501,0-4-469,-1-17-276,1 1-1,0 0 1,0-1-1,1 1 0,0 0 1,3 10-1,-3-14-144,0-1 0,1 1-1,-1 0 1,1-1 0,0 0-1,0 1 1,0-1 0,0 0-1,0 0 1,0 0 0,0 0 0,1 0-1,-1-1 1,1 1 0,-1-1-1,1 0 1,0 1 0,5 0-1,54 17-3231,4-6-4205,-13-6 80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0 108 384,'0'0'4858,"54"-4"-677,585-22-3066,600-26 872,-608 37-516,-610 15-1310,-11 0 138,-1 0-1,0-1 1,0 0-1,16-4 1,-22 1 2961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3602,'0'0'6600,"3"9"-5882,-1-3-536,0-1 0,0 0 0,1 0 0,0 0 0,0 0 0,0-1 0,0 1 0,1-1 0,0 0 0,0 0 1,0 0-1,0 0 0,0-1 0,1 1 0,9 4 0,13 6 300,-10-6-216,-1 0 0,0 2-1,0 0 1,-1 1 0,0 0 0,19 20-1,-33-30-225,0 0 0,0 0 0,0 1 0,0-1 0,0 0 0,-1 0 0,1 1 0,0-1 0,-1 1 0,1-1 0,-1 1 0,0-1 0,1 0 0,-1 1 1,0-1-1,0 1 0,0-1 0,0 1 0,0 0 0,0-1 0,0 1 0,-1-1 0,1 0 0,0 1 0,-1-1 0,1 1 0,-1-1 0,0 0 0,1 1 0,-1-1 0,0 0 0,0 1 0,0-1 0,0 0 0,0 0 0,0 0 0,0 0 0,0 0 0,-1 0 0,-1 1 0,-7 5 261,1-1 1,-1-1-1,-1 0 1,-13 6 0,15-7-185,-20 7-132,19-7 222,-1 0 0,1 0-1,0 1 1,-18 13 0,6 9-2185,20-23 1330,1 0 1,-1-1-1,1 1 0,0 0 1,0 0-1,1 0 1,-1 0-1,1 6 1,0 5-5492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0 3265,'0'0'7060,"0"26"-4446,1 8-1893,0 1 92,-2 0-1,-6 42 1,-88 520 4651,82-533-5436,3 1 1,-1 73-1,11-136-596,3-10-1865,35-68-4322,-18 15 114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5 237 592,'0'0'4858,"-4"-15"2092,693-11-4415,806-72-753,25 50 102,-969 26-1574,312-3 914,-356 22-1166,610 8 310,-259 53-189,-609-24 1239,-105-12 233,205 4 0,-101-26 942,-246 0-2305,-2 0-425,-1 1-1,1-1 1,-1 1-1,1-1 1,-1 1-1,1-1 1,-1 1 0,1-1-1,-1 0 1,0 1-1,1-1 1,-1 0-1,0 1 1,1-1 0,-1 0-1,0 0 1,1 0-1,-1 0 1,0 0 0,1 0-1,-1 0 1,0 0-1,0 0 1,1 0-1,-1 0 1,0 0 0,1 0-1,-1 0 1,0-1-1,1 1 1,-1 0-1,0-1 1,1 1 0,-1 0-1,1-1 1,-2 0-1,-30-14-6116,0-6-1592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319 0 768,'0'0'6964,"13"5"562,-15 11-6870,0 0 0,-1-1 1,-1 0-1,-8 24 0,-4 16 996,5 8-305,-4 76 1,0 3-527,-78 267 588,16-87-681,75-314-697,-2 13 244,0-1 0,0 36 0,-11-58-5757,-6-11-1228,-11-10-5237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3314,'0'0'9092,"0"29"-5749,-1-13-2741,-1 1 1,0-1 0,-2 0 0,0 0 0,-10 29 0,-6 20 558,-62 360 1744,75-368-2793,1-15 76,-1 50 0,-3-48 306,3-30-1135,4-32-3483,3 10 3059,1 0 0,0 0 1,1 0-1,0 0 0,0 0 0,1 1 0,6-15 0,11-25-5839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1 1873,'0'0'6288,"-1"0"-5914,-1-1-1,0 1 1,1 0 0,-1 0-1,1 0 1,-1 0 0,1 0-1,-1 1 1,1-1 0,-1 0-1,1 1 1,-1-1 0,1 1-1,-1 0 1,1-1 0,0 1-1,-3 2 1,-7 11 250,2 0 0,0 1 0,0 0 0,2 0 0,0 1 0,0 0 1,-7 33-1,-18 124 1639,20-37-877,7 203-1,7-184-1530,-3-155-415,1 0 464,0 0 0,0 0 0,-1 0 0,1 0 0,0 0 0,0 0 0,-1 0 0,1 0 0,0 0 0,0 0 0,-1 0 0,1 0 0,0-1 0,0 1 0,-1 0 0,1 0 0,0 0 0,0 0 0,0 0 0,-1 0 0,1-1 0,0 1 0,0 0 0,0 0 0,0 0 0,0 0 0,-1-1 0,1 1 0,0 0 0,0 0 0,0-1 0,0 1 0,0 0 0,0 0 0,0 0 0,0-1 0,0 1 0,0 0 0,0 0 0,0-1 0,0 1 0,0 0 0,0 0 0,0-1 0,0 1 0,0 0 0,0 0 0,0-1 0,0 1 0,0 0 0,4-71-9869,13 17 2122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 0 1072,'0'0'12118,"-1"12"-11515,-52 135 4247,39-91-3999,2 1 0,3 0 0,2 0 0,1 65 0,7-67-782,0-13-4,-1-1 0,-2 1-1,-2-1 1,-11 51 0,12-84-783,3-12-1173,2-24-3848,-1 13 2017,5-40-4938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0 3025,'0'0'11005,"0"6"-9551,-3 27 170,-1-1 0,-1 0 0,-18 56 0,-9 55 308,14 57-1091,8 231 0,10-383-874,0-47-413,14-5-2926,-7-3 2241,0 1-1,-1-1 1,-1 0 0,9-13-1,-5 8-585,24-36-5497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51 384,'0'0'3012,"-5"-6"-2980,1 2 75,2 2-47,1 1 0,-1-1 0,1 1 0,-1-1 0,1 0 0,0 1 0,0-1 0,0 0-1,0 0 1,0 0 0,0 0 0,0 0 0,1 0 0,-1 0 0,1 0 0,-1 0 0,1 0 0,0-3 0,0 5 32,-1 0-1,1 0 1,0-1 0,0 1-1,0 0 1,0 0-1,0 0 1,0 0 0,-1-1-1,1 1 1,0 0 0,0 0-1,0 0 1,-1 0-1,1 0 1,0 0 0,0 0-1,0 0 1,-1 0-1,1 0 1,0 0 0,0-1-1,0 1 1,-1 0-1,1 0 1,0 0 0,0 0-1,0 1 1,-1-1 0,1 0-1,0 0 1,0 0-1,0 0 1,-1 0 0,1 0-1,0 0 1,0 0-1,0 0 1,-1 0 0,1 1-1,0-1 1,0 0 0,0 0-1,0 0 1,0 0-1,-1 0 1,1 1 0,0-1-1,0 0 1,0 0-1,0 0 1,0 1 0,0-1-1,0 0 1,0 0 0,0 0-1,0 1 1,-12 11 1661,0 12-561,0 0-1,2 0 1,1 1-1,0 0 0,2 0 1,-7 49-1,-4 164 2363,16-179-2925,2 123 270,2-104-581,-11 107-1,1-120-346,8-64-339,1-13-6243,6-16 1526,5-11-2729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41 480,'0'0'6454,"1"-7"-5059,4-20-122,-4 20 5052,-1 18-5039,-20 302 3645,0-56-3307,18-176-1253,-23 388 840,17-432-1063,6-25 196,5-22 637,4 0-1614,-2 2-1953,-4 1-3266,-1 2-1047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66 2145,'0'0'11317,"29"-20"-9577,-14 13-1585,0 1 0,0 0 0,0 1 0,1 1 0,0 0 0,19-1 0,8 0-85,48 2-1,-91 29 99,-2-20-103,0-1 1,0 1-1,0 0 0,-1 0 0,0-1 1,-1 0-1,1 1 0,-1-1 0,0-1 0,0 1 1,0 0-1,-1-1 0,1 0 0,-11 6 1,-12 9 109,-46 24 1,39-25-158,28-14 59,-3 2-1270,15-4-334,10 1 1710,-8 0-233,0 0 1,1 0 0,-1 0-1,0 1 1,-1 0 0,1 1-1,-1 0 1,8 6 0,-11-8 36,-1 0 0,0 0 0,0 0 0,0 0 0,-1 1 1,1-1-1,-1 1 0,0 0 0,0 0 0,0 0 0,-1 0 0,1 0 1,-1 0-1,0 0 0,0 0 0,0 1 0,-1-1 0,1 5 0,-2-6 133,1-1-1,0 1 0,-1 0 0,0-1 0,0 1 0,0 0 0,0-1 0,0 1 1,0-1-1,-1 0 0,1 1 0,-1-1 0,0 0 0,0 0 0,0 0 0,0 0 1,0 0-1,0 0 0,0-1 0,0 1 0,-1-1 0,1 1 0,-1-1 0,1 0 1,-1 0-1,1 0 0,-1 0 0,0-1 0,1 1 0,-1-1 0,-4 1 0,-14 2 444,1-1-1,-1-1 0,-25-1 0,25 0-206,11-1 1609,4-1-6927,25 0-5578,13 2 5876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3 2913,'0'0'10707,"1"-1"-10562,-1 1 0,0 0 1,0 0-1,1 0 0,-1-1 1,0 1-1,1 0 1,-1 0-1,0 0 0,1 0 1,-1 0-1,0-1 0,1 1 1,-1 0-1,0 0 0,1 0 1,-1 0-1,1 0 1,-1 0-1,0 0 0,1 0 1,-1 1-1,0-1 0,1 0 1,-1 0-1,0 0 1,1 0-1,-1 0 0,0 0 1,1 1-1,-1-1 0,0 0 1,1 0-1,-1 1 0,0-1 1,0 0-1,1 0 1,-1 1-1,0-1 0,0 0 1,0 1-1,1-1 0,-1 26 735,-1 0 0,-2 0 0,-7 36-1,1-7-527,2-6-1362,-3-18-4350,9-20-3802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1008,'0'1'14671,"0"15"-13980,1 10 100,-2 0 1,-2-1-1,0 1 0,-12 45 1,15-70-1298,-10 16 1063,6-7-4146,19-6-11647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53 2145,'0'0'13652,"0"16"-12038,-13 76-174,13-81-1410,-1-8-69,1-1 0,0 1 0,0 0 0,0 0 0,0 0 1,1 0-1,-1-1 0,1 1 0,0 0 0,1 4 0,0-6 21,-1 1 0,0-1 1,1 0-1,0 0 0,-1-1 0,1 1 0,-1 0 0,1 0 1,0-1-1,-1 1 0,1-1 0,0 1 0,0-1 0,-1 0 0,1 0 1,0 0-1,0 0 0,0 0 0,2 0 0,6 0 15,-1-1 0,1 0 0,-1 0 0,0-1 0,0 0 0,0 0 0,0-1 0,0 0 0,0-1 0,-1 0 0,1-1 0,13-9 0,-17 10 60,0 0 1,0 0-1,-1-1 1,0 0-1,1 0 1,-2 0-1,1 0 0,-1-1 1,1 1-1,-2-1 1,1 0-1,0 0 1,-1 0-1,0 0 1,-1 0-1,0-1 1,0 1-1,0 0 1,0-12-1,-1 16-3,-1 0 0,0-1-1,1 1 1,-1 0 0,0-1-1,0 1 1,0 0 0,0 0-1,0 0 1,-1 0 0,1 0-1,-1 0 1,1 0 0,-1 1 0,0-1-1,0 0 1,1 1 0,-1-1-1,0 1 1,0 0 0,-1 0-1,1 0 1,0 0 0,0 0 0,0 0-1,-1 1 1,1-1 0,0 0-1,-1 1 1,-2 0 0,-11-3-157,0 1 0,0 0 1,-17 2-1,31 0-705,3 1 353,-1 0 1,1 0-1,-1 0 1,1 0-1,-1 0 1,1-1-1,0 1 1,-1 0-1,1 0 1,0 0-1,-1-1 1,1 1-1,0 0 1,0-1 0,0 1-1,0-1 1,0 1-1,0-1 1,1 1-1,23 6-5673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0 752,'0'0'16056,"0"30"-16456,0 2-2206,0 1-4721,0-15 996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5859,'0'0'13894,"0"84"-13398,0-75-416,0 2-80,0-2-288,0 5-1152,0-1-898,0 8-1295,0-1-641,0 5 624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0 2465,'0'0'14087,"-13"98"-13591,13-80-384,0 2-112,0 0-192,0 3-897,0 2-1584,0 0-1057,0-1-768,0 1-432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5 2305,'0'0'16600,"0"30"-14840,0-42-10147,-14-10 623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244 6 320,'0'0'3074,"5"-6"3355,-91 103-1131,-35 61-2461,80-103-1229,78-102-1486,41-57-217,-49 63-1,14-26 107,-42 65-8,0 1 8,0-1 0,0 0 0,0 1-1,0-1 1,0 1 0,0-1 0,0 1 0,1 0-1,-1-1 1,0 1 0,1 0 0,-1 0 0,4-2-1,-5 3 53,1 0 0,-1 0 0,1 0 1,0 0-1,-1 0 0,1 0 0,0 0 0,-1 0 0,1 0 0,0 0 0,-1 0 0,1 0 0,0 0 0,-1 0 0,1 0 0,0 1 0,-1-1 0,1 0 0,0 1 0,-1-1 0,1 0 0,-1 1 0,1-1 0,-1 0 1,1 1-1,0 0 0,21 21 671,14 10 63,-15-20 6,0 1-1,35 29 1,3 3 1751,-58-44-2526,0-1 1,-1 1-1,1-1 0,0 1 0,0-1 1,-1 1-1,1-1 0,0 1 1,-1 0-1,1-1 0,-1 1 0,1 0 1,-1 0-1,1-1 0,-1 1 0,1 0 1,-1 0-1,0 0 0,1 0 1,-1 7-4040,0 3-5115,0-11 8833,0 6-8346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17 112,'0'0'8316,"7"-3"-1013,0 6-5935,-1 12-844,0-1 1,-1 1 0,-1 0 0,0 0-1,-1 0 1,0 0 0,-1 1 0,-1-1-1,-1 24 1,0-39-330,5-33-178,-5 28-35,1-1 0,0 1 1,0-1-1,0 1 1,1 0-1,-1 0 1,1-1-1,4-5 1,-2 3 2,26-38 10,-29 44-2,1 0 0,-1 0-1,1 0 1,-1 0-1,1 1 1,0-1 0,0 0-1,0 1 1,0 0 0,0-1-1,0 1 1,0 0-1,1 0 1,-1 0 0,0 0-1,1 1 1,3-2 0,-4 5 9,0 0 1,0 0-1,-1 0 1,1 1-1,-1-1 1,0 0-1,0 1 1,1 3-1,-1-4 18,0 2-9,2 2 32,-1 0 0,0 0 0,0 0 0,-1 1 1,1 12-1,-1-20-45,-1 0 1,0 1 0,0-1 0,1 0-1,-1 1 1,0-1 0,0 0 0,1 0-1,-1 1 1,0-1 0,1 0-1,-1 0 1,0 1 0,1-1 0,-1 0-1,0 0 1,1 0 0,-1 0 0,1 0-1,-1 1 1,0-1 0,1 0 0,-1 0-1,1 0 1,-1 0 0,0 0 0,1 0-1,-1 0 1,1-1 0,-1 1-1,0 0 1,1 0 0,-1 0 0,0 0-1,1 0 1,-1 0 0,1-1 0,53-72-237,-1 24 201,-52 49 57,-1 0 1,1-1-1,-1 1 1,1 0-1,-1 0 1,1 0-1,0-1 1,-1 1-1,1 0 1,-1 0-1,1 0 1,-1 0-1,1 0 1,0 0-1,-1 0 0,1 1 1,-1-1-1,1 0 1,-1 0-1,1 0 1,-1 0-1,1 1 1,0-1-1,-1 0 1,1 1-1,-1-1 1,0 0-1,1 1 1,-1-1-1,1 0 1,-1 1-1,0-1 1,1 1-1,-1-1 1,0 1-1,1-1 1,-1 1-1,0-1 0,0 1 1,1-1-1,-1 1 1,0 0-1,0-1 1,0 1-1,0-1 1,0 1-1,0 0 1,13 37 417,-12-32-357,0 7-122,0 2-209,6-11-9576,-1-4 3119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0 1457,'0'0'19625,"0"109"-18905,0-105-480,0-6-3858,-7-16-1360,-6-9-2017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7059,'0'0'14199,"0"56"-14567,14-28-2018,-8-1-2336,8-3-2401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184 382 6787,'0'0'14351,"-5"-3"-13428,1 1-871,0 0 1,0 0-1,0 0 0,-1 0 1,1 1-1,-1-1 1,1 1-1,-1 0 1,1 1-1,-1-1 0,0 1 1,1 0-1,-1 0 1,0 0-1,1 1 1,-1-1-1,1 1 0,-1 0 1,1 1-1,-1-1 1,1 1-1,0 0 1,-1 0-1,-5 4 0,6-4-11,-1 2-1,1-1 1,0 0-1,-1 1 1,2 0-1,-1 0 1,0 0-1,1 1 1,0-1-1,0 1 1,0 0-1,0 0 1,1 0-1,0 0 0,0 0 1,0 0-1,1 0 1,-1 1-1,1-1 1,1 1-1,-1 7 1,1-11-51,-1-1-1,1 1 1,0 0 0,0-1 0,1 1 0,-1 0 0,0 0-1,0-1 1,1 1 0,-1 0 0,1-1 0,-1 1 0,1 0 0,0-1-1,0 1 1,1 2 0,0-4 1,0 1-1,-1-1 1,1 1 0,0-1 0,-1 1-1,1-1 1,0 0 0,-1 0-1,1 0 1,0 0 0,0 0-1,-1 0 1,1 0 0,0 0-1,-1-1 1,1 1 0,0-1 0,2 0-1,0-2-5,1 1-1,0-1 1,-1 0-1,0 0 1,1 0-1,-1 0 1,-1-1-1,1 1 1,0-1-1,-1 0 1,0-1-1,0 1 1,0 0-1,4-9 1,30-70-1044,-22 32 613,-2 0 0,12-99-1,-9 45 407,-14 88 402,-3 35 548,-1 4-687,0 0 0,-2-1 0,-8 31 0,6-29-62,1 0 1,1 1-1,-2 34 0,4-10-66,1-30-99,0-1 0,1 1 0,1 0 0,3 19 0,-3-36-110,0 0 0,-1 1 0,1-1 0,0 0 1,0 0-1,0 0 0,0 0 0,0 1 0,0-1 0,0 0 1,0-1-1,0 1 0,0 0 0,1 0 0,-1 0 0,0-1 1,1 1-1,-1-1 0,0 1 0,1-1 0,-1 1 0,1-1 1,-1 0-1,0 0 0,1 0 0,2 0 0,46-1-5413,-39 0 4022,31-5-4218,10-7-973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190 379 4130,'0'0'13462,"-4"-2"-11928,-1-1-1216,-1 0 0,1 0 0,-1 0 1,0 1-1,0 0 0,0 0 0,0 1 0,0-1 0,0 1 0,-1 1 1,1-1-1,0 1 0,-1 0 0,1 1 0,0-1 0,-1 1 0,-8 3 0,11-3-308,1 0 0,-1 1 0,0-1 0,1 1 0,-1 0 0,1 0 0,-1 0 0,1 1 0,0-1 0,0 1 0,0 0 0,0 0-1,0 0 1,1 0 0,0 0 0,-1 0 0,1 1 0,0-1 0,1 1 0,-1 0 0,0 0 0,1-1 0,0 1 0,0 0 0,0 0 0,1 0-1,-1 0 1,1 0 0,0 5 0,0-4-29,0 0 0,1 0 0,0 0 0,0 0 0,0 0 0,0 0 0,1 0 0,0 0-1,0 0 1,0-1 0,4 7 0,-5-10-9,0 1 0,0-1-1,1 0 1,-1 1 0,0-1 0,1 0 0,-1 0-1,1 0 1,-1 0 0,1 0 0,0 0-1,-1-1 1,1 1 0,0 0 0,-1-1-1,1 1 1,0-1 0,0 0 0,-1 0-1,1 1 1,0-1 0,0 0 0,0-1 0,0 1-1,-1 0 1,1 0 0,0-1 0,0 1-1,-1-1 1,1 0 0,0 1 0,-1-1-1,1 0 1,-1 0 0,1 0 0,-1 0-1,3-3 1,3-1-66,0-1-1,-1 1 1,0-2-1,0 1 1,0-1-1,-1 0 1,7-12 0,30-61-783,-31 57 564,-1 0-243,-1 0 0,-1-1 0,0 1 0,-2-1 0,4-35 0,-2-31 275,-6-2 4349,-4 107-3840,0 1 1,-1-1-1,-9 29 0,-2 8 308,4 14 58,3 1 0,2 121 1,5-149-945,1-38 151,-1 0 0,0 1 1,0-1-1,0 1 1,1-1-1,-1 0 1,1 1-1,-1-1 1,1 0-1,-1 1 1,1-1-1,0 0 1,0 0-1,-1 0 1,1 0-1,0 0 1,0 0-1,0 0 0,0 0 1,0 0-1,1 0 1,-1 0-1,0-1 1,0 1-1,0 0 1,1-1-1,-1 1 1,2 0-1,1 0-956,-1 0 1,1-1-1,-1 1 1,1-1-1,0 1 0,-1-1 1,1 0-1,0-1 0,6 0 1,11-7-4185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3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85 1 96,'0'0'19561,"-9"25"-17822,-56 191 2703,61-188-4059,0 0 0,2 1 0,1-1-1,3 32 1,0 1-1192,-2-60-328,32-8-7522,-15-9 3352,8-6-1859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22.9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 0 6755,'0'0'12086,"4"11"-11385,16 34 1,-17-41-649,0-1-1,0 0 1,0 0 0,0 0 0,0 0-1,1 0 1,-1-1 0,1 1 0,0-1-1,0 0 1,0 0 0,0-1 0,0 1-1,0-1 1,0 0 0,1 0 0,-1 0-1,0-1 1,1 1 0,-1-1-1,0 0 1,1 0 0,7-2 0,-2 2-49,-9-38 132,-2 37-118,1-1 0,-1 1 0,0 0 0,0-1 0,1 1 0,-1 0 0,0 0 0,0 0 0,-1 0 0,1 0 0,0 0 0,0 0 0,0 0 0,-1 0 0,1 0 0,0 1 0,-1-1 0,1 1 0,0-1 0,-1 1-1,1-1 1,-1 1 0,1 0 0,-3-1 0,-40-4 507,42 4-452,0 1 0,-1 0 0,1 0 0,-1 0 0,1 0 0,0 1 0,-1-1 0,1 1 0,-1-1 0,1 1 0,0 0 0,0 0 0,-1 0 1,1 0-1,0 0 0,0 1 0,0-1 0,-2 3 0,2-1 23,0 0 0,0 1 0,0 0 0,1-1 0,0 1 0,0 0 0,0 0 0,0-1 0,0 1 0,1 7-1,-1-5 6,0 0-1,1 1 1,0-1-1,0 0 1,0 1-1,1-1 1,0 0-1,0 1 1,1-1-1,0 0 1,0 0-1,0 0 1,1 0-1,3 6 1,-3-8-180,0-1 0,-1 0 0,1 0 0,0 0 1,1 0-1,-1 0 0,0 0 0,1-1 0,0 0 1,0 0-1,-1 0 0,1 0 0,0 0 0,0-1 0,1 0 1,-1 0-1,0 0 0,0 0 0,1-1 0,-1 1 1,7-1-1,-10 0-259,0 0 1,0 0 0,0 0-1,0-1 1,0 1 0,0 0-1,0 0 1,0 0-1,-1-1 1,1 1 0,0-1-1,0 1 1,0-1 0,0 1-1,0-1 1,-1 1-1,1-1 1,0 0 0,0 1-1,-1-1 1,2-1 0,6-13-7558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31.8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3506,'0'0'3228,"14"25"-2617,-15 77 3060,7 184-1310,-2-4-1096,-7-148-137,4-101-791,-1 8-85,-1-14-6350,-5-27-1666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32.4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 2417,'0'0'5138,"-5"4"1746,5 1-6751,3 4 252,0 0-1,1-1 1,0 1 0,0-1-1,1 0 1,1 0 0,-1-1-1,1 1 1,0-1 0,13 11-1,2 4 424,-19-20-677,0 1 0,-1-1 0,1 0 0,1 0 0,-1 0 0,0 0 0,0 0 0,1 0 0,-1-1 0,3 2 0,9 7 767,-5-2-2973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32.8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1 1969,'0'0'8911,"-20"29"-6412,-15 11-915,27-31-1219,0-1-1,0 1 1,0 1 0,1-1-1,1 1 1,0 0 0,-9 20-1,14-11-49,2-18-291,-1 0-1,0 0 1,0 0 0,0 0-1,0 0 1,0-1 0,0 1-1,0 0 1,0 0 0,0 0 0,0 0-1,0 0 1,0 0 0,-1 0-1,1 0 1,0 0 0,-1-1-1,1 1 1,-1 0 0,1 0-1,-1 0 1,1-1 0,-1 1 0,-1 1-1,-3 6 529,5-7-591,0 0 0,0-1 0,0 1 0,-1 0 0,1 0 0,-1 0 0,1-1 0,0 1 1,-1 0-1,1 0 0,-1-1 0,0 1 0,1 0 0,-1-1 0,1 1 0,-1-1 0,0 1 0,0-1 0,0 1 1,-13 4-6803,2-3-109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34.4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21 106 3057,'0'0'4707,"1"-3"-4649,6-16-71,-5 14 213,0-1 0,0 0 0,0 0 0,-1 0 0,0 0 1,0 0-1,0-12 0,-1-6 3395,0 34-1937,0 53-856,0-40 31,-7 370 2891,1-258-1904,-1-102-1139,2-9-2149,3-7-4343,-5-23-1635,1 4 1825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34.8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4130,'0'0'6984,"27"6"-1752,-12 6-4546,0 1 0,-1 0 1,0 1-1,20 28 0,15 14 747,-48-55-1964,6-13-15234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35.3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264 0 1072,'0'0'16736,"-34"10"-15338,4 9-667,1 3-1,-27 25 1,-12 8 473,29-24 354,33-26-5024,4-18-12794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37.5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1 413 272,'0'0'6544,"42"-7"-1984,-14-11-4302,-1-1 0,-1-2 0,-1-1 1,0 0-1,27-35 0,29-25-188,-64 66-62,-12 13 26,-1 0 1,0 0 0,0 0-1,0-1 1,0 1 0,-1-1 0,0 0-1,1-1 1,-1 1 0,-1 0 0,1-1-1,-1 1 1,0-1 0,0 0-1,0 0 1,0 0 0,-1 0 0,1-7-1,5-51 1164,-41 67-880,-52 105 31,83-104-343,-1 0 0,1 1 0,0 0 0,1 0 0,-1 0 0,1 0 0,1 0 0,-1 0 0,1 0 0,0 1 0,-1 11 0,-6 30 442,6-36-185,-1 0 0,2 1 0,0-1 0,0 19 0,-4 37 559,3-60-753,1 0 0,0 0 0,1 1 0,-1-1 0,2 0 1,-1 0-1,4 15 0,-1-22 20,0 0 0,1 0 1,-1 0-1,1 0 1,-1 0-1,1 0 1,-1-1-1,1 0 0,0 0 1,-1 0-1,1 0 1,-1 0-1,5-2 0,6 1 444,-8 1-433,0-1 0,0-1 0,0 1 0,0-1 0,-1 0 0,1 0 0,-1 0 0,0-1 0,1 0 0,-1 0 0,0-1 0,-1 1 0,1-1 0,-1 0 0,7-7 0,-6 6 7,2-1 0,-1 1 0,1 0 1,-1 0-1,1 1 0,0 0 0,11-5 1,-17 9 292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39.2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1 192 4258,'0'0'6688,"7"-4"-6384,-5 2-467,36-15 1579,-37 17-1358,0 0 1,0 0-1,1-1 0,-1 1 0,0 0 1,0 0-1,0 1 0,0-1 0,0 0 1,1 0-1,-1 0 0,0 1 0,0-1 1,0 1-1,0-1 0,0 1 0,0-1 1,0 1-1,0-1 0,0 1 1,0 0-1,0 0 0,0-1 0,-1 1 1,1 0-1,0 0 0,-1 0 0,1 0 1,0 0-1,-1 0 0,1 0 0,-1 0 1,1 0-1,-1 0 0,0 0 0,1 0 1,-1 1-1,0-1 0,0 2 0,4 20 698,-2 0 0,0 39 0,-1-64-396,0 2-349,-1 0-1,0 0 1,0 0 0,0 0-1,0 0 1,1 0 0,-1-1 0,0 1-1,0 0 1,0 0 0,0 0-1,0 0 1,0 0 0,0-1-1,0 1 1,1 0 0,-1 0-1,0 0 1,0 0 0,0-1-1,0 1 1,0 0 0,0 0-1,0 0 1,0 0 0,0-1-1,0 1 1,0 0 0,0 0-1,0 0 1,0-1 0,0 1-1,0 0 1,-1 0 0,1 0-1,0 0 1,0 0 0,0-1-1,0 1 1,0 0 0,0 0-1,0 0 1,0 0 0,-1 0 0,1-1-1,0 1 1,0 0 0,0 0-1,0 0 1,0 0 0,-1 0-1,1 0 1,0 0 0,0 0-1,0 0 1,0 0 0,-1 0-1,1 0 1,-3-5 3,1 1-1,0 0 1,0-1 0,0 1 0,0-1 0,0 1-1,1-1 1,0 0 0,0 0 0,1 1-1,-1-1 1,1 0 0,0 0 0,0 0-1,1 0 1,-1 0 0,3-9 0,0 5-6,0-1 1,0 1 0,0 0 0,1 0-1,1 1 1,0-1 0,11-15-1,-9 14 197,0 0 0,1 1 0,0 0 0,1 0 1,0 1-1,0 0 0,1 0 0,0 1 0,0 1 0,0 0 0,1 0 0,22-8 0,-32 13-101,-1 1 0,1 0 0,-1 0 0,1-1 0,-1 1 0,1 0 0,0 0 0,-1 0 1,1 0-1,-1 0 0,1 0 0,-1 0 0,1 0 0,0 0 0,-1 0 0,1 0 0,-1 0 1,1 0-1,0 1 0,-1-1 0,1 0 0,-1 0 0,1 0 0,-1 1 0,1-1 0,-1 0 1,1 1-1,-1-1 0,0 1 0,1-1 0,0 1 0,3 20 252,-4-21-279,14 6 444,-11-2-3247,-14-3-12720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46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5923,'0'0'9060,"20"-2"-8708,-13 2-11765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47.0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 4130,'0'0'8212,"14"-6"-8212,-7 6-753,-1-3-671,1 3-1025,7 0-65,-1-2-687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47.2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3 784,'0'0'10309,"7"-3"-8740,0 3-9285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47.3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96,'0'0'15735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47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3169,'0'0'5590,"3"8"-2821,10 9-1573,1-1 0,25 23 0,-24-26-1081,0-1-1,1 0 1,1-1 0,0-1 0,0-1-1,1 0 1,0-1 0,0-1 0,31 7-1,-31-11-93,19 8 76,-36-11-57,-1 0 1,0 1 0,1-1-1,-1 0 1,0 1 0,0-1-1,0 1 1,1-1 0,-1 0-1,0 1 1,0-1 0,0 1-1,0-1 1,0 0 0,1 1-1,-1-1 1,0 1-1,0-1 1,0 1 0,0-1-1,-1 1 1,1-1 0,0 0-1,0 1 1,0-1 0,0 1-1,0-1 1,0 1 0,-1-1-1,1 0 1,0 1 0,0-1-1,-1 0 1,1 1-1,0-1 1,0 0 0,-1 1-1,1-1 1,0 0 0,-1 1-1,1-1 1,-1 0 0,1 0-1,-1 1 1,-17 11 667,-20 7-483,13-8-610,0 1 0,1 1 0,1 2 0,-42 32 1,50-35-4669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48.9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0 3282,'0'0'10788,"0"3"-10788,0-1-96,0 2-208,0 5-528,-13 1-1281,-7-1-1585,-8-3-1312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49.1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 14 7668,'0'0'8307,"-95"-13"-9731,68 13-929,0 0-1441,0 0-928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49.3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1 4290,'0'0'8404,"-41"0"-8500,28 0-721,-1 4-1007,-6 1-722,0-3 481,6 0-160,7 0 48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49.4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 1 800,'-142'15'14359,"128"-15"-17529,-6-4-2448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19:50.3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433 0 864,'0'0'5032,"4"2"-4048,-4-2-926,1 0-1,-1 0 1,1 0-1,-1 0 0,0 0 1,1 0-1,-1 0 1,1 0-1,-1 0 0,0 0 1,1 1-1,-1-1 1,1 0-1,-1 0 0,0 0 1,1 1-1,-1-1 1,0 0-1,1 0 0,-1 1 1,0-1-1,0 0 0,1 1 1,-1-1-1,0 0 1,0 1-1,1-1 0,-1 0 1,0 1-1,0-1 1,0 1-1,0-1 0,0 0 1,1 1-1,-1-1 1,0 1-1,0-1 0,0 0 1,0 1-1,0-1 1,0 1-1,0-1 0,-1 0 1,1 1-1,0 0 1,-23 12 1896,18-10-2138,-358 145 1280,330-135-957,32-13-149,-1 1 1,1 0-1,-1-1 0,1 1 1,0 0-1,-1-1 0,1 1 0,0 0 1,0 0-1,-1 0 0,1 0 1,0 1-1,0-1 0,0 0 0,0 0 1,1 0-1,-1 1 0,-1 1 1,30 6 2322,261 59 4842,-261-56-8879,-26-10 1013,1-1-1,-1 1 0,1-1 0,0 1 0,0-1 0,-1 0 1,1 0-1,0-1 0,0 1 0,4 0 0,14-1-5205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05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1 220 3522,'0'0'5055,"21"-14"-4513,6-5-365,-11 8-4,1 0 0,0 1 0,1 0 1,21-8-1,-28 13 221,-7 3-24,0 0 0,1 0 0,-1 1 0,0-1 0,1 1 0,-1 0 0,10-1 0,-14 30 886,0 97-311,0-125-974,0 1 0,0 0 0,0-1 0,0 1 0,0-1 0,0 1 0,0-1 0,0 1 0,0-1 0,0 1 0,0 0 0,1-1 0,-1 1 0,0-1 0,0 1 0,1-1 0,-1 1 0,0-1 0,1 1 0,-1-1 0,1 0 0,-1 1 0,0-1 0,1 1 0,-1-1 0,1 0 0,-1 1 0,1-1 0,-1 0 0,1 0 0,-1 0 0,1 1 0,-1-1 0,1 0 0,0 0 0,0 0 0,26-6-439,23-24 325,-40 23 132,68-46 28,-70 47-16,1 2 0,0-1 0,0 1 0,0 1 0,1-1 0,-1 2 0,14-3-1,-22 5-9,0 1 0,0-1 0,0 1-1,0-1 1,0 1 0,0 0 0,0 0-1,0-1 1,0 1 0,0 0 0,-1 0-1,1 0 1,0 0 0,0 0 0,-1 0-1,1 0 1,-1 0 0,1 0 0,-1 0-1,1 0 1,-1 0 0,0 0 0,0 1-1,1-1 1,-1 0 0,0 0 0,0 0-1,0 0 1,-1 3 0,6 15 36,-2-16-28,-1 0 0,0-1 0,1 1 0,0 0 0,0-1 0,-1 0 0,1 1 0,1-1 0,-1 0 0,0-1 0,0 1 0,1-1-1,-1 1 1,1-1 0,-1 0 0,1 0 0,0 0 0,-1-1 0,1 1 0,0-1 0,-1 0 0,1 0 0,0 0 0,-1-1 0,1 1 0,0-1 0,-1 0 0,5-1 0,-6 0 8,-1 1 0,1-1 0,-1 0 0,1 0 0,-1 1 0,0-1 0,0 0 0,0 0 0,0 0 0,0 0 0,0 0 0,0 0 0,-1-1 0,1 1 0,-1 0 0,1 0 0,-1-1 0,0-2 0,3-44 445,-3 43-426,1 3 104,-1 0 0,1 0 0,-1 0 0,0 0 0,0 0 0,0 0 0,0 0 0,-1 0 0,1 0 0,-1 0 0,0 0 0,0 0 0,0 0 0,0 0 0,-1 0 0,1 1 0,-1-1 0,1 0 0,-1 1 0,0 0 0,0-1-1,0 1 1,0 0 0,-1 0 0,1 0 0,0 0 0,-5-2 0,5 3-200,0 0 0,1-1 0,-1 1 0,0 0 0,0-1 0,1 0 0,-1 1 0,1-1 0,-1 0 0,1 0 0,0 0 0,-2-3 0,-2-18-6674,5 16 2193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05.4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201 0 7972,'0'0'4949,"-12"21"-2412,-3 4-1835,3-7-196,1 0 0,0 1 1,2 1-1,-14 40 0,-35 143 3853,12 2-3646,45-204-830,1-1-1,0 1 1,-1 0 0,1 0 0,0-1-1,0 1 1,-1 0 0,1 0-1,0 0 1,0 0 0,0-1 0,0 1-1,0 0 1,0 0 0,0 0 0,0 0-1,0 0 1,1-1 0,-1 1 0,0 0-1,1 0 1,-1 0 0,0-1-1,1 1 1,-1 0 0,1-1 0,-1 1-1,1 0 1,-1-1 0,1 1 0,-1 0-1,2 0 1,0-1-30,1-1 0,-1 1 0,0-1 0,0 1 0,0-1 0,0 0 0,0 0 0,0 0 0,0 0 0,0 0 0,0-1 0,0 1 0,2-3 0,30-29-402,-29 26 725,1 0 1,0 1-1,0 0 0,1 0 1,0 1-1,16-10 2772,-21 34-2729,1-11-202,0 1-203,0-1-1,1 1 0,0-1 1,8 12-1,8-2-3028,10-11-3501,-3-7-1147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05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0 10453,'0'0'11221,"-41"109"-11125,41-107-96,0-11-13558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05.8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7027,'0'0'10373,"0"54"-12230,0-38-2449,0-5-2017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06.0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0 6195,'0'0'7347,"-88"143"-3377,68-94-1601,-7-4-672,20 0-48,-13-6-881,13-5-496,0-5-224,0-9-48,7-6-176,0-3-912,0-9-1105,0 1-1153,7-3-1408,14 0-2401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06.4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6867,'0'0'9959,"9"8"-9049,-3-2-789,-2-1-45,0-1 0,1 0 1,0 0-1,0 0 0,0 0 0,0-1 1,0 1-1,1-1 0,-1-1 0,1 1 1,0-1-1,0 0 0,0 0 0,9 1 1,4-2-21,-8 0-36,0 0 0,0 0 0,-1-1 0,1-1 0,15-2 0,-25-42 345,-2 41-301,0 1-1,0 0 1,-1 0-1,1 1 1,-1-1 0,1 0-1,-1 0 1,0 1-1,0-1 1,0 1-1,-1 0 1,1-1-1,-1 1 1,1 0-1,-1 0 1,0 1 0,1-1-1,-5-1 1,4 1 89,1 0 0,-1 1 0,1-1 0,-1 1 0,0 0 1,0 0-1,0 0 0,1 0 0,-1 0 0,0 1 0,0-1 0,0 1 1,0 0-1,0 0 0,0 0 0,0 0 0,0 1 0,0-1 0,0 1 1,-5 1-1,6 2-81,0 0 0,1 0 0,0 0 0,-1 0 0,1 0 0,1 0 1,-1 0-1,1 1 0,-1-1 0,1 0 0,1 0 0,-1 1 0,1 5 0,0 2 93,-2 10 31,1 36 169,0-57-400,1 1 0,-1 0 0,0 0 0,1-1 0,0 1 1,-1 0-1,1 0 0,0-1 0,0 1 0,0-1 1,0 1-1,0-1 0,0 1 0,0-1 0,0 0 1,1 1-1,-1-1 0,0 0 0,1 0 0,-1 0 1,1 0-1,-1 0 0,1 0 0,0-1 0,-1 1 0,3 0 1,15 2-1303,0-1 1,-1-1 0,1 0 0,0-2 0,0 0-1,31-7 1,41-15-7524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09.6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175 7 496,'0'0'4026,"7"-1"-3236,20-4 96,-20 4 1613,-22 6-586,-4 10-1401,2 0 1,-1 1-1,2 1 0,0 0 0,1 1 1,1 1-1,1 0 0,-19 37 0,25-44-436,1 0 0,1 0 0,0 1 0,1-1 0,0 1 0,1 0 0,0 1 0,2-1-1,-1 0 1,1 1 0,2 15 0,-1-23-75,1 0-1,0 1 1,0-1-1,0 0 1,1 0-1,0-1 1,0 1 0,1 0-1,0-1 1,0 1-1,0-1 1,0 0-1,1 0 1,0 0-1,0-1 1,0 1 0,1-1-1,0 0 1,-1 0-1,1 0 1,1-1-1,-1 0 1,0 0-1,1 0 1,0-1 0,7 3-1,-3-2-368,0-1 1,1 0-1,-1 0 0,20 0 0,19-5-4388,-8-4-2378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16.1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5 48,'0'0'3129,"-5"0"-2606,-24 0 6809,33 0-337,26-2-6437,205 0-113,-234 2-445,0 0 0,-1 1 0,1-1 1,-1 0-1,1 1 0,-1-1 0,1 1 0,-1-1 0,0 0 0,1 1 0,-1-1 1,0 1-1,1 0 0,-1-1 0,0 1 0,1-1 0,-1 1 0,0-1 0,0 1 1,0 0-1,1-1 0,-1 1 0,0-1 0,0 1 0,0 0 0,0-1 1,0 1-1,0 0 0,-1 23 115,1-20-79,0 6-21,-1 1 0,0-1-1,-1 0 1,0 0 0,-1 0 0,0 0 0,-1 0 0,-7 15-1,-6 5 66,-25 36-1,-13 20-11,46-69-45,1 0 1,1 0-1,0 0 1,2 1-1,-1 0 1,2 0-1,1 1 1,0-1-1,0 31 1,4-46-2,0-1 1,0 0-1,0 1 0,0-1 1,0 0-1,1 1 1,-1-1-1,1 0 0,0 0 1,-1 0-1,1 0 1,0-1-1,0 1 1,0 0-1,1-1 0,-1 0 1,0 1-1,0-1 1,1 0-1,-1 0 0,5 1 1,58 20 940,-51-19-716,0 0 0,0-1 0,19 0 0,-34 7-778,-5 24 393,1 0-1,2 0 1,1 35 0,-3 30 210,5-93-36,0-1 0,0 0-1,-1 0 1,0 0 0,0 0 0,0 0-1,0 0 1,-1 0 0,1 0-1,-1 0 1,0 0 0,0-1-1,-1 1 1,1-1 0,-1 1 0,1-1-1,-1 0 1,0 0 0,-1 0-1,1-1 1,0 1 0,-8 3-1,2-2 137,-1-1 0,0 0 0,0-1 0,-1 0 0,1 0 0,0-1 0,-1-1 0,-11 0 0,-71-3 1232,91-29-15480,2 15 6977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19.6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0 687 2897,'0'0'5648,"11"-8"-4842,19-16 20,1 1 0,2 2 0,0 1 0,59-25 0,-92 45-818,1 0 0,0 0 0,0 0 0,0 0 0,-1 0 0,1 0 0,0 0 1,0 1-1,-1-1 0,1 0 0,0 0 0,0 1 0,-1-1 0,1 0 0,0 1 0,0-1 0,-1 0 0,1 1 0,-1-1 1,1 1-1,0 0 0,-1-1 0,1 1 0,-1-1 0,1 1 0,-1 0 0,0-1 0,1 1 0,-1 0 0,0 0 0,1-1 1,-1 1-1,0 0 0,0 0 0,1-1 0,-1 1 0,0 0 0,0 0 0,0 1 0,5 42 422,-4-30-295,1 14-51,-2-21-90,0-1-1,0 0 0,1 1 1,0-1-1,0 0 0,0 1 1,1-1-1,3 8 0,-3-13-23,0 0-1,0 0 1,-1 0 0,1-1-1,0 1 1,0 0-1,0-1 1,0 1 0,0-1-1,0 0 1,0 0-1,0 0 1,0 0 0,0 0-1,0 0 1,0 0-1,0-1 1,0 1 0,0-1-1,0 1 1,0-1-1,3-1 1,47-20 165,-49 21-166,164-74-246,-166 75 305,0 0 1,0 0 0,0 0-1,0 0 1,0 0-1,0 0 1,0 0-1,0 1 1,-1-1-1,1 0 1,0 1 0,0-1-1,0 0 1,0 1-1,0-1 1,-1 1-1,1 0 1,0-1 0,0 1-1,-1 0 1,1-1-1,-1 1 1,1 0-1,0 0 1,-1-1-1,1 1 1,-1 0 0,0 0-1,1 0 1,-1 0-1,0 0 1,1 0-1,-1 1 1,1 0-35,0 0 0,0 0 1,0 0-1,0 0 0,1 0 0,-1 0 0,1 0 1,-1 0-1,1-1 0,0 1 0,2 1 1,-1-1 5,0 0 0,-1-1 0,1 1 0,1-1 1,-1 0-1,0 0 0,0 0 0,0 0 0,1-1 1,-1 1-1,0-1 0,0 0 0,1 0 0,-1 0 0,0 0 1,1-1-1,-1 1 0,0-1 0,0 0 0,1 0 1,-1 0-1,0 0 0,0 0 0,0-1 0,0 0 1,0 1-1,-1-1 0,1 0 0,-1 0 0,1-1 1,-1 1-1,1 0 0,-1-1 0,0 1 0,0-1 1,0 0-1,-1 0 0,1 0 0,-1 0 0,2-6 0,2-3 76,-1 0 0,-1 0-1,0 0 1,0-1-1,-2 1 1,1-1-1,-2 0 1,1 1-1,-4-23 1,2 31-25,0-1 1,-1 1 0,0-1 0,0 1 0,0-1 0,0 1 0,-1 0 0,0 0-1,0 0 1,0 1 0,0-1 0,0 1 0,-1-1 0,1 1 0,-1 0-1,0 0 1,0 1 0,0-1 0,-1 1 0,1 0 0,0 0 0,-1 0-1,1 1 1,-7-2 0,10 3-76,10 0-2550,8-1 1311,-1 0 1,1-1-1,-1-1 1,30-8-1,-19 2 639,-1-1-1,31-18 1,10-12 1026,67-51 0,-87 57-883,-32 24 781,3-2-341,0-2-1,18-16 0,-9-5 1827,-26 32-1273,1 0 0,-1 0 0,0-1 0,1 1 0,-1 0 0,-1-1 1,1 1-1,0-1 0,-1-5 0,0 8-282,0 1 0,0-1 0,0 0 0,0 0 0,-1 0 0,1 0 0,0 0 0,0 1 0,-1-1 0,1 0 0,-1 0 0,1 0 0,-1 1 0,1-1 0,-1 0 0,1 1 0,-1-1 0,0 0 0,1 1 0,-1-1 0,0 1 0,1-1 0,-1 1 0,0-1 0,-1 0 0,-29-4 1890,26 5-2084,0 0 0,0 1-1,0-1 1,0 1 0,0 0-1,0 1 1,0-1 0,0 1 0,-6 3-1,2 3-31,1 0-1,0 1 0,0 0 1,1 0-1,0 1 0,1 0 1,0 0-1,-7 16 1,-32 90 27,30-69-141,2 1 1,3 0-1,1 1 1,2 0 0,0 74-1,23-122-434,-9-2 525,0 0 1,0 0-1,0-1 1,-1 0-1,1 0 0,0 0 1,-1-1-1,11-5 1,53-37-153,-37 24 63,-10 4 840,0 3 1574,-23 14-2263,1 1-1,0-1 1,-1 1 0,1-1 0,0 1-1,-1-1 1,1 1 0,-1 0 0,1-1-1,-1 1 1,1 0 0,-1-1-1,1 1 1,-1 0 0,0 0 0,1 0-1,-1-1 1,0 1 0,0 0-1,1 0 1,-1 0 0,0 0 0,0-1-1,0 1 1,0 0 0,0 0 0,0 0-1,-1 0 1,1-1 0,0 1-1,-1 1 1,1 76-2455,0-78 2234,0 1-1,1-1 0,-1 1 0,0-1 0,0 1 1,0-1-1,1 1 0,-1-1 0,0 1 0,0-1 0,1 0 1,-1 1-1,0-1 0,1 0 0,-1 1 0,1-1 1,-1 0-1,0 1 0,1-1 0,-1 0 0,1 0 1,-1 0-1,1 1 0,-1-1 0,1 0 0,-1 0 0,0 0 1,1 0-1,-1 0 0,1 0 0,0 0 0,23 1-4836,-17-1 2400,25 0-6000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19.8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0 8132,'0'0'13718,"-6"34"-13718,-1-25-288,0 0-1649,7-4-1329,-7-5-3248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20.0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 7363,'0'0'11462,"-27"25"-11959,27-12-1263,0-6-994,0 2-1328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20.2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 5859,'0'0'10581,"-55"153"-8404,49-110-737,-8 0-127,7-4-481,0-3-480,1-9-272,-1-2-80,7-7 0,-7-5-304,7-4-1040,0-2-1025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20.6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44 6419,'0'0'11026,"11"6"-10287,-3-1-642,1 0 0,0 0 0,0-1-1,0 0 1,1-1 0,-1 0 0,1-1 0,0 0-1,0 0 1,14 0 0,-23-2 63,-1-4-108,1 0-1,-1-1 1,-1 1-1,1 0 1,-1 0 0,1 0-1,-1 0 1,-1 0 0,1 0-1,0 0 1,-1 0 0,0 0-1,0 0 1,-3-4 0,2 6 12,1-1 1,-1 1 0,0 0 0,0 1 0,0-1 0,0 0 0,0 1-1,0 0 1,0 0 0,-1 0 0,1 0 0,0 0 0,-1 0 0,1 1 0,-1 0-1,1 0 1,-7 0 0,9 0 6,0 0-1,0 0 0,0 0 1,0 1-1,0-1 1,-1 0-1,1 1 0,0-1 1,0 0-1,0 1 1,1-1-1,-1 1 0,0 0 1,0-1-1,0 1 1,0 0-1,0-1 1,1 1-1,-1 0 0,0 0 1,1 0-1,-1 0 1,0 0-1,0 1 0,-7 33 517,12 37-492,-4-70-74,0 0-64,1 1 1,0 0 0,0 0 0,0 0 0,1 0 0,-1-1 0,0 1 0,1-1 0,0 1-1,-1-1 1,1 1 0,0-1 0,0 0 0,1 0 0,-1 0 0,0 0 0,1-1-1,-1 1 1,1 0 0,-1-1 0,1 0 0,0 0 0,0 1 0,5 0 0,5 1-692,1 1 1,0-2 0,-1 0-1,18 0 1,49-1-4371,12-1-3508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21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307 21 304,'0'0'9351,"4"-4"-8100,14-9 17,-13 9 2400,-21 9-3094,-4 4-484,1 1 0,1 1 0,0 1 0,0 0 0,1 1 0,1 1 1,0 1-1,1 0 0,0 1 0,2 0 0,0 2 0,0-1 0,2 1 1,-10 21-1,8-10 81,1 2 0,1 0 1,1 0-1,2 1 1,1-1-1,2 2 0,1-1 1,1 53-1,3-59-62,-1-2 141,1 1-1,2-1 1,6 36-1,-6-52-77,0 0-1,0-1 0,1 0 0,0 1 1,1-1-1,0 0 0,0-1 1,0 1-1,1-1 0,0 1 0,0-1 1,0-1-1,1 1 0,12 9 1,-12-12 264,0 0 0,-1 0 0,2-1 1,-1 1-1,0-1 0,0-1 0,1 1 1,-1-1-1,1 0 0,-1 0 0,1-1 1,-1 0-1,10-1 0,-5 1 2954,-12 1-3994,-1 0-1,0-1 1,0 1-1,0 0 1,0-1 0,0 0-1,0 1 1,0-1-1,0 0 1,0 0-1,0 0 1,0 0-1,0 0 1,0-1 0,-4 0-1,-20-7-7865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27.6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0 3378,'0'0'9924,"1"10"-9265,12 345 4265,-13-312-4744,-5 23-56,5-61-478,-1 0 0,0 0 0,0-1 0,-1 1 0,1 0 0,-1 0 0,0-1 0,0 1 0,0-1 0,-5 7 0,6-19-11339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27.9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1 198 2689,'0'0'1614,"17"-23"310,59-77 488,-70 93-2085,0 1 0,0 0 0,1 0 0,0 0 0,0 1 0,0 0 0,0 0 0,1 1 0,0 0 0,0 0 0,0 1 0,0 0 0,0 0 0,1 1 0,-1 0 0,18-1 0,-24 3-230,0-1 0,0 1 0,0 0 0,1 0 0,-1 0-1,0 1 1,0-1 0,0 0 0,1 1 0,-1-1-1,0 1 1,0 0 0,0 0 0,0 0 0,0 0-1,0 0 1,-1 0 0,1 1 0,0-1 0,-1 0 0,1 1-1,0 0 1,-1-1 0,0 1 0,1 0 0,-1-1-1,0 1 1,0 0 0,0 0 0,0 0 0,0 0-1,-1 0 1,1 0 0,0 1 0,-1 1 0,3 10 217,-2 0 0,0 0 1,0 0-1,-3 22 0,1-7 123,1-18-311,0 0-1,-1-1 1,0 1 0,0-1 0,-1 1 0,0-1 0,-1 0 0,-6 14-1,7-19-91,-1 0 0,-1-1-1,1 1 1,0-1-1,-1 1 1,0-1-1,0 0 1,0-1-1,-1 1 1,1-1 0,-1 1-1,0-1 1,0-1-1,0 1 1,0-1-1,-1 0 1,-5 2-1,2-2-84,0 0 0,0-1 0,0 0 0,0 0 0,-15-1 0,20 0-309,0-1-1,0 1 1,0-1 0,1 1 0,-1-1 0,0 0 0,1 0-1,-7-4 1,3-6-5968,7 6 1083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28.1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 1 10965,'0'0'11573,"-7"86"-11573,7-84-736,-7 0-1553,0-2-1089,1 0-2336,-1 0-1810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28.3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3954,'0'0'15127,"14"111"-15127,-14-79-496,6-1-2018,-6-1-2432,0-1-1857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28.7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1 138 6547,'0'0'14052,"5"21"-13036,43 142 1625,-48-162-2643,0-1 0,0 1 0,0-1 0,0 1 0,0-1 0,0 1 0,0-1 0,0 0 0,0 1 0,1-1 0,-1 1 0,0-1 0,0 1 0,0-1 0,1 0 0,-1 1 0,0-1 0,0 0 0,1 1 0,-1-1 0,0 0 0,1 1 0,-1-1 0,1 0 0,-1 1 0,0-1 0,1 0 0,-1 0 0,1 0 0,-1 0 0,1 1 0,-1-1 0,1 0 0,-1 0 0,0 0 0,1 0 0,-1 0-1,1 0 1,-1 0 0,1 0 0,-1 0 0,1 0 0,-1 0 0,1-1 0,-1 1 0,0 0 0,1 0 0,-1 0 0,1 0 0,-1-1 0,0 1 0,1 0 0,-1-1 0,1 1 0,-1 0 0,0 0 0,1-1 0,-1 1 0,0-1 0,0 1 0,1 0 0,-1-2 0,17-25-257,23-51-109,-16 34 178,24-63 1,-35 47 631,-14 49-556,-10 41-1855,-2 9-5861,12-26 1461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29.0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133 2 9668,'0'0'13439,"-20"7"-12089,-62 23-406,80-29-911,0 0-1,0 0 1,0 1-1,0-1 1,0 0-1,0 1 1,1-1 0,-1 1-1,1 0 1,-1-1-1,1 1 1,0 0-1,-1 0 1,1 0-1,0 0 1,0 0 0,0 0-1,1 0 1,-1 0-1,0 1 1,1-1-1,0 0 1,-1 0 0,1 1-1,0-1 1,0 0-1,0 0 1,0 1-1,1-1 1,-1 0 0,1 0-1,0 4 1,1 6 4,-2-9-55,1-1 0,0 1 0,0 0 0,0-1-1,0 0 1,1 1 0,-1-1 0,1 1 0,-1-1 0,1 0-1,0 0 1,0 0 0,0 0 0,0 0 0,0-1-1,0 1 1,0 0 0,1-1 0,-1 0 0,0 1-1,1-1 1,0 0 0,-1 0 0,1-1 0,-1 1-1,1 0 1,0-1 0,0 0 0,-1 0 0,1 0-1,3 0 1,-2 0-48,0 1-1,0-2 1,0 1 0,0 0-1,0-1 1,0 0 0,0 1-1,0-2 1,-1 1 0,5-2-1,-7 2 45,1 1 0,-1-1-1,0 0 1,1 0 0,-1 0-1,0 0 1,0 0 0,0 0-1,0 0 1,0 0 0,0 0-1,0-1 1,0 1 0,0 0 0,0 0-1,-1-1 1,1 1 0,-1-1-1,1 1 1,-1-1 0,1 1-1,-1-1 1,0 1 0,0-3-1,1-18 69,-1 16-12,1 0 0,-1 0-1,-1 0 1,1 0 0,-1 0 0,-2-11-1,2 15-29,0 0 0,0 0 0,0 1 0,-1-1 0,1 0-1,0 1 1,0-1 0,-1 1 0,1-1 0,-1 1 0,1 0 0,-1 0 0,0-1-1,0 1 1,1 1 0,-1-1 0,0 0 0,0 0 0,0 1 0,0-1 0,0 1-1,0-1 1,0 1 0,-3 0 0,-5-1-602,-12-1 671,15-1-4234,18-14-14750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29.3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1 11429,'0'0'7260,"-6"22"-3115,2-6-3414,-5 15 638,2 0 1,1 0-1,-3 54 1,6 34 530,1-60-2978,0 0-4018,2-58 4901,0 0 0,0-1 0,0 1 0,0 0 0,0 0 0,1-1 0,-1 1 0,0 0 0,0-1 0,0 1 0,1 0 0,-1-1 0,0 1 0,1-1 0,-1 1 0,0 0 0,1-1 0,-1 1 0,1-1 0,-1 1 0,1-1 0,-1 1 0,1-1 0,-1 0 0,1 1 0,-1-1 0,1 1 0,0-1 0,10 2-6140,-4-2-137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29.5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34 8148,'0'0'13958,"40"0"-13654,8 0-288,13 0-16,6 0-736,1-4-1873,7-7-1729,-8-7-3618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31.5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626 142 2113,'0'0'8262,"13"-1"-6840,42 0 91,-42 0 3815,-34 1-2916,-324 14-689,257-6-1213,41-5-268,0 2 1,1 2 0,-62 17 0,108-24-230,-1 1 0,1-1 0,0 0 0,0 0 0,-1 0 0,1 1 1,0-1-1,0 0 0,-1 0 0,1 1 0,0-1 0,0 0 0,0 0 0,0 1 1,-1-1-1,1 0 0,0 1 0,0-1 0,0 0 0,0 1 0,0-1 0,0 0 0,0 1 1,0-1-1,0 0 0,0 1 0,0-1 0,0 0 0,0 1 0,0-1 0,0 0 1,0 1-1,0-1 0,0 0 0,1 1 0,-1-1 0,0 0 0,0 0 0,0 1 0,0-1 1,1 0-1,-1 0 0,0 1 0,0-1 0,1 0 0,-1 0 0,0 1 0,1-1 0,-1 0 1,0 0-1,0 0 0,1 0 0,-1 0 0,0 1 0,1-1 0,-1 0 0,1 0 1,19 14 975,-18-13-773,-1 0-170,1 1-1,-1-1 1,1 1-1,-1 0 1,0 0-1,0 0 1,0-1 0,0 1-1,0 0 1,0 0-1,-1 1 1,1-1 0,-1 0-1,1 0 1,-1 0-1,0 0 1,0 4-1,-1 46-104,0-29 125,1 479-63,1-503-12,-1 0 0,1-1 0,0 1 0,-1 0 1,1 0-1,0 0 0,0 0 0,-1-1 0,1 1 0,0 1 1,0-1-1,0 0 0,0 0 0,1 0 0,-1 0 1,0 1-1,0-1 0,0 0 0,1 1 0,-1-1 0,0 1 1,2-1-1,42-13-23,-24 8 19,33-12-418,1 3 0,1 2 0,98-11 0,173 7-312,-304 17 736,137-13 192,-157 13 2165,-25 24-1427,21-24-919,0 0-1,-1-1 0,1 1 1,0-1-1,0 0 1,0 0-1,-1 1 1,1-1-1,0 0 1,0 0-1,0 0 0,0 0 1,1 0-1,-1 0 1,0 0-1,0 0 1,1 0-1,-1-1 1,0 1-1,1 0 1,-1 0-1,1-1 0,0 1 1,-1 0-1,1-1 1,0 1-1,0 0 1,0-3-1,-4-43-260,4 21 111,-1-8-144,2 1 0,0-1 0,3 0 0,10-47 0,76-248-1268,-81 303 1564,2-13 28,-8 29 363,-2 7 463,-12 8-660,-26 15-81,0-2-1,-1-1 1,-1-2 0,-1-2-1,-74 15 1,-181 21-137,293-49 8,1 0 1,-1 0-1,1 1 1,-1-1-1,1 0 1,-1 1-1,1-1 1,0 0-1,-1 1 1,1 0-1,-1-1 1,1 1 0,0 0-1,0 0 1,0-1-1,-1 1 1,1 0-1,-1 2 1,-1 10-3277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32.3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 2577,'0'0'14164,"28"18"-9402,-20-16-4559,1 0-1,-1-1 0,1 0 1,0 0-1,-1-1 0,1 0 1,15-2-1,-1 1 33,-3-1-120,0-1 0,0 0 0,27-10 0,-30 8-91,1 1 0,0 0 0,0 1-1,19 0 1,-35 3 184,-28 29 1977,13-8-1510,1 1 0,-10 23 0,-21 38 408,20-46-937,3 1-1,1 1 1,-13 41-1,18-46-76,14-33-58,0-24-2345,9-20-3506,-4 29 2390,2-10-3772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32.7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36 2449,'0'0'13137,"0"-1"-12994,0 0 1,0 0-1,0 0 1,0 0-1,0 0 1,0 1-1,0-1 1,1 0-1,-1 0 1,0 0-1,1 0 1,-1 0-1,0 0 1,1 1-1,-1-1 1,1 0-1,-1 0 1,1 1-1,-1-1 1,1 0 0,0 1-1,-1-1 1,2 0-1,72 3 4327,-45 0-4076,0-1-1,0-1 0,1-2 0,-1 0 1,53-13-1,-81 13-17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35.5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0 816,'0'0'3474,"7"0"-3474,-14 0-2817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36.7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232 38 1105,'5'-1'9444,"5"-2"-5309,38-16-7303,-37 13 4514,-22 4 3954,-39-3-5158,39 4-110,0 1-1,0 0 1,0 1-1,1 0 1,-1 0-1,0 1 1,1 1-1,-1 0 1,1 0 0,0 1-1,0 1 1,0-1-1,1 1 1,0 1-1,-13 9 1,11-6-26,7-7 32,0 1 1,0-1-1,1 1 1,-1 0-1,1 0 1,0 0-1,-1 0 1,1 1-1,1-1 1,-1 1-1,1 0 1,-1 0-1,1 0 1,0 0-1,0 0 1,1 0-1,-1 0 1,1 1-1,0-1 1,0 1-1,1-1 1,-1 1-1,1-1 1,0 5-1,-1-5-1,1-1 0,0 0-1,0 0 1,0 1 0,0-1-1,1 0 1,-1 1 0,1-1 0,0 0-1,0 0 1,0 0 0,0 0 0,0 0-1,1 0 1,-1 0 0,1 0 0,0-1-1,0 1 1,0 0 0,0-1-1,1 0 1,-1 1 0,0-1 0,1 0-1,0 0 1,-1-1 0,1 1 0,0 0-1,0-1 1,0 0 0,0 0 0,0 1-1,1-2 1,-1 1 0,0 0 0,0-1-1,0 0 1,5 1 0,-3 0-9,0-1 0,0 1 0,1-1 0,-1 0 0,0 0 0,1 0 0,-1-1 0,0 1 0,0-2 0,1 1 0,-1 0 0,0-1 0,0 0 1,0 0-1,-1-1 0,1 1 0,0-1 0,-1 0 0,0 0 0,0 0 0,0-1 0,0 0 0,0 0 0,-1 0 0,1 0 0,-1 0 0,0-1 0,3-5 0,1-1-70,-5 8 20,0 1 1,0-1-1,0 0 1,0 0-1,-1 1 1,1-1-1,-1 0 1,0-1-1,0 1 0,0 0 1,0 0-1,-1 0 1,1-5 1280,1 10-1170,-1 0 0,1-1 0,-1 1 0,1 0 0,-1 0 1,0 0-1,0 0 0,0 0 0,0 0 0,0 1 0,0-1 0,-1 0 0,1 0 0,-1 1 1,0-1-1,1 0 0,-1 1 0,0 2 0,4 18 464,-1-15-424,1 0-1,-1 0 0,2-1 1,-1 1-1,1-1 0,9 12 1,-11-16-131,0 0-1,0-1 1,1 1 0,-1-1 0,1 0 0,-1 0-1,1 0 1,0-1 0,0 1 0,-1-1 0,1 0-1,0 0 1,0 0 0,0 0 0,1-1 0,-1 0-1,5 0 1,6 0-604,0 0-1,-1-1 0,1-1 0,0 0 1,14-5-1,-22 4-634,1 1 0,-1-1 0,0-1 0,0 0 0,-1 0-1,1 0 1,6-6 0,9-14-7861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37.9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292 3 1857,'0'0'9287,"-5"0"-4943,-25-2-3115,-181 17 1808,209-14-3017,-40 3 39,41 29 299,3 42 154,3 0 0,28 137 0,-28-183-346,-2 0 1,-2 0-1,-2 41 0,0-17 146,-12 74 1835,21-127-1979,1 0-1,-1 0 1,1 0 0,12-3-1,50-2-34,-52 5-86,-1-1 1,1-1 0,0-1-1,23-6 4856,-42 8-5409,0 0 73,0 0-1,0 1 0,0-1 0,0 0 0,-1 0 0,1 0 0,0 0 0,-1 1 0,1-1 0,-1 0 0,1 0 0,-1 1 0,1-1 0,-1 0 0,1 1 0,-1-1 0,1 0 0,-1 1 0,-1-1 0,-15-8-8258,3-2-4330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39.4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1 663 3265,'0'0'8877,"10"-15"-7944,70-116 927,4 5-1468,-47 74-563,57-109 1,-90 151 245,0 0 0,-1-1 0,0 0 0,0 1 0,-1-1 0,-1 0 0,1 0 0,-2 0 0,0 0 0,0 0 0,-1 0 1,0 0-1,-5-16 0,6 27-67,0-1 1,0 1 0,0-1-1,0 1 1,0-1-1,0 1 1,0-1 0,0 1-1,-1 0 1,1-1-1,0 1 1,0-1 0,-1 1-1,1 0 1,0-1 0,0 1-1,-1 0 1,1-1-1,0 1 1,-1 0 0,1-1-1,-1 1 1,1 0 0,0 0-1,-1-1 1,1 1-1,-1 0 1,1 0 0,0 0-1,-1 0 1,-7 11 41,-2 31-67,9-36 93,-6 33 48,5-25-56,0 0 1,-2 0-1,-9 27 0,9-28 117,0 1 1,2 0-1,-1 0 0,2 0 0,-1 1 0,2-1 0,2 23 0,-1-1 357,-1-25-312,2-1 0,0 0 0,0 0 0,0-1 1,2 1-1,5 14 0,-7-20-130,0 1-1,0-1 1,0 1 0,0-1-1,1 0 1,0 0 0,0 0-1,0 0 1,0 0 0,0-1 0,1 1-1,0-1 1,0 0 0,0 0-1,0-1 1,0 1 0,0-1-1,1 0 1,-1 0 0,1 0-1,0 0 1,0-1 0,-1 0-1,1 0 1,0 0 0,0-1-1,0 0 1,0 0 0,0 0 0,0 0-1,0-1 1,5-1 0,-9 2-74,0 0 0,-1 0 0,1 0 0,0 0 0,-1 0 0,1-1 0,0 1 0,-1 0 0,1 0 0,-1-1 1,1 1-1,0 0 0,-1-1 0,1 1 0,-1 0 0,1-1 0,-1 1 0,1-1 0,-1 1 0,0-1 0,1 1 1,-1-1-1,1 1 0,-1-1 0,0 0 0,1 1 0,-1-1 0,0 1 0,0-1 0,0 0 0,0 1 1,1-1-1,-1 0 0,0 1 0,0-2 0,-1-7-4058,0 2-5188,1 1-1385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40.8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96,'0'0'7833,"4"0"-6368,161 11 6914,-9-11-2450,-156 22-6002,14 382 1650,-7-239 1200,-9-165-2720,-44 0-119,29-2 56,-1 2 1,0 0 0,0 0-1,1 2 1,-1 0 0,0 1 0,1 1-1,0 1 1,-21 8 0,32-8-1748,5 3-9910,1-5 9637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47.4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426 0 48,'0'0'6208,"-14"8"2746,-53 30-8680,-46 20 436,83-44-437,1 0 1,1 2-1,-50 37 1,71-48 64,0 0-1,-1-1 1,1 1 0,-1-2-1,0 1 1,-14 4 0,22-8-328,0 0-1,0 0 1,0 1 0,0-1 0,0 0 0,0 0 0,0 1 0,0-1 0,0 0 0,0 0 0,0 1 0,0-1-1,0 0 1,0 0 0,0 1 0,0-1 0,0 0 0,1 0 0,-1 1 0,0-1 0,0 0 0,0 0 0,0 0-1,0 1 1,1-1 0,-1 0 0,0 0 0,0 0 0,0 0 0,1 1 0,-1-1 0,0 0 0,0 0-1,0 0 1,1 0 0,-1 0 0,0 0 0,0 0 0,1 0 0,-1 1 0,0-1 0,0 0 0,1 0 0,-1 0-1,0 0 1,0 0 0,1-1 0,12 8 32,24 2 207,0 0-1,1-3 1,58 4-1,25 3 111,-89-4 555,5 0 1261,-36-9-1761,0 1-398,-1-1 1,1 1-1,-1 0 1,1 0 0,-1-1-1,1 1 1,0-1-1,-1 1 1,1 0-1,0-1 1,-1 0-1,1 1 1,0-1 0,0 1-1,-1-1 1,1 0-1,0 1 1,0-1-1,0 0 1,0 0-1,0 0 1,-1 0 0,3 0-1,22 3 459,-22-2-440,8 4-4084,-27-4-1400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47.8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115 1 16,'0'0'6795,"-1"12"-3481,-40 143 5914,24-101-8321,3 0 0,-13 98 0,20-99-728,1-14-992,4-15-2485,2-37-7982,0 8 9994,0-26-3698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48.2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37 4802,'0'0'11019,"12"-7"-10080,41-19-107,-51 25-765,0 0 1,0 1-1,0-1 0,0 1 0,0 0 1,0 0-1,0 0 0,0 0 1,0 0-1,0 0 0,0 0 0,0 1 1,0-1-1,-1 0 0,1 1 0,0 0 1,0 0-1,0-1 0,0 1 1,-1 0-1,1 0 0,0 1 0,-1-1 1,1 0-1,-1 0 0,1 1 0,-1-1 1,1 3-1,4 3 239,0 1-1,-1 0 1,0 0 0,5 11-1,-6-9-6,-2-7-229,0 0 0,-1 0 0,0 1-1,0-1 1,0 1 0,0-1 0,0 1 0,-1-1 0,1 1 0,-1 0 0,0-1 0,0 1 0,0-1 0,-1 1-1,1 0 1,-1-1 0,0 1 0,0-1 0,0 1 0,-1-1 0,1 0 0,-1 0 0,1 1 0,-1-1 0,0 0-1,-3 2 1,0 1-18,-1 0 0,1 0 0,-1-1-1,-1 0 1,1 0 0,-1-1 0,1 0 0,-1 0-1,0 0 1,-15 4 0,-3-5-1989,24-3 1595,0-1-1,0 1 0,0-1 0,1 1 1,-1 0-1,0-1 0,0 0 0,0 1 1,1-1-1,-1 1 0,0-1 0,0 0 1,1 0-1,-1 1 0,1-1 0,-1 0 1,1 0-1,-1 0 0,1 0 0,-1 1 1,1-1-1,0 0 0,-1 0 0,1 0 1,0 0-1,0 0 0,0 0 0,0 0 1,0 0-1,0 0 0,0-2 0,0-14-5505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48.4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 0 4738,'0'0'18104,"0"72"-16807,-6-49-545,-1-5-656,-7-4-96,8-5-48,-1-3-1056,0-6-1297,0 0-1713,0-31-13206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48.5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 1 11541,'0'0'8900,"-27"103"-9572,20-73-1025,7-3-1632,0-2-1313,0-3-2097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49.0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91 8196,'0'0'12048,"0"17"-11109,0-8-850,-1 4 182,1 1-1,1-1 1,0 0-1,0 0 1,1 1-1,1-1 1,1-1-1,4 15 1,-8-26-234,7 5 17,1-32-116,5-13 30,2-1 0,1 2 0,27-47 0,-36 73 524,4-4-2939,-9 20-2188,-1 11-3392,-1-8 1357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49.4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121 0 5795,'0'0'15633,"-17"7"-14837,-52 25-114,66-31-668,1 1 0,-1 0-1,1 0 1,0 1-1,-1-1 1,1 0 0,0 1-1,0 0 1,1-1-1,-1 1 1,0 0 0,1 0-1,0 0 1,-1 0-1,1 0 1,0 0-1,1 0 1,-1 0 0,1 0-1,-1 0 1,1 1-1,0-1 1,0 0 0,0 0-1,1 0 1,-1 1-1,1-1 1,0 3-1,1 11 15,-1-16-41,-1 0 0,1 0 0,0 0 0,0 0 0,0 0 0,0 0 0,0 0 0,1 0 0,-1 0 0,0-1 0,0 1 0,1 0 0,-1-1 0,0 1 0,1-1 0,-1 0 0,0 1 0,1-1 0,-1 0 0,0 0 0,1 0 0,-1 0 0,1 0 0,-1 0 0,0 0 0,3-1 0,1 1 40,-1 0 0,1 0 0,-1 0 0,1-1-1,-1 0 1,1 0 0,-1 0 0,6-3 0,-7 3 3,-1-2 1,0 1-1,1 0 1,-1 0-1,0-1 1,0 1-1,0-1 1,0 0-1,-1 0 1,1 0-1,-1 1 1,0-1-1,1 0 0,-1-1 1,-1 1-1,2-3 1,2-53 1127,-4 58-1135,-1 0-48,1-1 0,0 1 0,-1 0-1,0 0 1,1 0 0,-1 0 0,0 0 0,1 0 0,-1 0 0,0 0-1,0 1 1,0-1 0,0 0 0,0 0 0,0 1 0,0-1 0,0 0-1,0 1 1,0-1 0,0 1 0,-1 0 0,0-1 0,-17-3-5480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49.7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105 1 1825,'0'0'21471,"-8"23"-19966,-1 3-1050,-7 17 1374,-18 81 1,18-59-949,11-51-1062,1 1 1,0 0-1,1 1 0,1-1 1,0 0-1,1 1 0,1-1 0,0 1 1,4 21-1,-4-35 74,1-1 0,0 0 0,-1 0 0,1 0 1,0 0-1,0 0 0,0 0 0,0 0 0,0 0 1,0 0-1,0 0 0,0 0 0,1 0 0,-1-1 0,0 1 1,0-1-1,1 1 0,-1-1 0,0 1 0,0-1 0,1 0 1,-1 1-1,1-1 0,1 0 0,41 0-2503,-31 0 1314,-9 0 548,0 0 0,0 0-1,0 0 1,0-1-1,0 0 1,0 1-1,0-1 1,0-1-1,0 1 1,0-1 0,0 1-1,6-5 1,7-15-6197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49.9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 5491,'0'0'8804,"142"0"-7076,-81 0-767,-7 0-529,0 0-304,-6 0-128,-1 0-1024,-6 0-2306,-7-9-3441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50.4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 7 5090,'0'0'10397,"0"0"-10383,0 0 0,0-1 0,0 1 0,1-1 0,-1 1 0,0 0 0,0-1 0,1 1 0,-1 0 0,0-1 0,1 1 0,-1 0 0,1 0 0,-1-1 0,0 1 0,1 0 0,-1 0 0,1 0 0,-1-1 0,0 1 0,1 0 0,-1 0 0,1 0 0,-1 0 0,1 0 0,-1 0 0,1 0 0,-1 0 0,0 0 0,1 0 0,-1 0 0,1 0 0,-1 0 0,1 1 0,-1-1 0,1 0 0,-1 0 0,0 0 0,1 1 0,14 6 262,0 2 1,-1-1-1,0 2 0,-1 0 0,0 0 0,0 2 0,-1-1 0,-1 1 0,16 22 1,-12-14-160,-1 0 0,-1 1 0,0 1 0,-2 0 0,-1 0 0,0 1 0,-2 0 0,-1 1 0,0-1 0,-2 2 0,-1-1 0,-1 0 0,-1 1 0,-1 0 0,-4 48 0,1-59 45,-1 0-1,-1-1 1,0 1-1,0-1 0,-1 0 1,-1 0-1,0-1 0,-1 0 1,-1 0-1,1 0 1,-2-1-1,-12 13 0,-16 14 1942,-80 64 0,75-67-1110,37-31-799,0-1-1,1 0 1,-1 0-1,0 0 1,-1 0 0,1-1-1,0 1 1,-7 0-1,9-2 165,33-1-17809,-5 0 9866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52.1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0 662 5507,'0'0'9532,"14"-5"-8918,16-8-119,0-2 0,-1-1 1,-1-1-1,-1-1 0,27-24 1,51-52-694,180-211 1,-277 295 131,0 0 0,0-1 1,8-16-1,-15 23 66,1 0 1,0 1 0,-1-1-1,0 0 1,0 1-1,0-1 1,0 0 0,-1 0-1,1 0 1,-1 0-1,0 0 1,0 1-1,-1-1 1,1 0 0,-3-7-1,2 10 6,0 0 0,0 0 0,-1 0-1,1 0 1,-1 0 0,1 0 0,-1 1 0,1-1-1,-1 0 1,1 1 0,-1-1 0,1 1 0,-1 0-1,0 0 1,1-1 0,-1 1 0,1 0-1,-1 0 1,0 1 0,-1-1 0,-38 4 62,35-2-1,1 0 1,-1 1 0,1-1-1,0 1 1,-1 0 0,2 1-1,-1-1 1,0 1 0,1 0-1,-1 0 1,1 0 0,0 0-1,0 1 1,1 0 0,-1 0-1,1 0 1,0 0 0,1 0-1,-5 11 1,-1 9 432,0 1 0,2-1 0,-4 33 0,5-33-321,0 21 133,2 1 0,3 60 0,0-44 11,0-54-226,1 0 0,0 1 0,0-1 0,1 0 0,0 0 0,0 0-1,5 12 1,-5-18-44,-1 0-1,0 0 1,1 0-1,0-1 1,-1 1-1,1 0 0,1-1 1,-1 1-1,0-1 1,0 0-1,1 0 1,-1 0-1,1 0 1,0 0-1,0 0 0,-1-1 1,1 1-1,0-1 1,0 0-1,0 0 1,1 0-1,-1 0 1,0-1-1,5 1 0,7 0 180,1-2 0,-1 1 0,0-2-1,1 0 1,-1-1 0,0 0-1,0-2 1,-1 1 0,1-2-1,-1 0 1,0-1 0,21-13 0,-19-2-1165,-14 9-1561,-10 3-3505,-20 5-2450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52.5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88 0 2657,'0'0'14172,"-3"8"-13147,-9 19 506,2 2 0,1-1 0,1 1 0,-8 58 1,11-40-793,1 49 0,-1-70-1425,1-19-3268,-2-5-5263,0-2 1833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52.7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 8644,'0'0'10901,"115"-9"-10901,-95 9-144,-6 0-1393,6 0-2929,0 0-2865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53.02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41 0 6035,'0'0'17699,"0"21"-16216,0 146 1225,-7-112-2220,2-27-1312,3-1-3344,2-27 3695,0 0-1,-1 1 0,1-1 1,-1 0-1,1 1 0,0-1 1,-1 0-1,1 0 1,-1 1-1,1-1 0,0 0 1,-1 0-1,1 0 0,-1 0 1,1 0-1,-1 0 0,1 1 1,-1-1-1,1 0 0,-1 0 1,1 0-1,-1 0 1,1-1-1,0 1 0,-1 0 1,1 0-1,-1 0 0,0-1 1,-1 1-1033,-10-2-5121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53.2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 10661,'0'0'11317,"143"-9"-10805,-110 9-384,-5 0-128,-1 0-544,0 0-2177,-7 0-2033,14-2-2978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53.5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10309,'0'0'17768,"7"7"-17768,-7 2-16,0 2-977,0 0-1184,0 1-2193,0-3-3025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0:53.7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359 1 16119,'0'0'2466,"-128"99"911,80-61-2112,1-4-1265,6 0-785,7 0-1840,1-7-3826,5-2-3954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17.5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89 18 2321,'0'0'4938,"6"-18"4837,1 64-8222,-7-6-622,1 23 898,-14 118 0,8-143-1675,4-25-1,-1 0-1,0-1 0,-1 1 0,0-1 0,-1 0 0,-5 14 0,2-11 160,1 0-1,1 0 0,1 1 1,0-1-1,1 1 0,1 0 1,0 0-1,1 0 0,2 21 1,-1 82 1131,0-119-1456,0 0-128,1 0 64,-1 0 0,0 0 0,1 0 0,-1 0 0,0-1 0,1 1 0,-1 0 0,0 0 0,1-1 0,-1 1 0,0 0 0,1 0 0,-1-1 0,0 1 0,0 0 0,1-1 0,-1 1 0,0-1 0,0 1 0,0 0 0,0-1 0,1 1 0,-1 0 0,0-1 0,0 1 0,0-1 0,0 1 0,0-1 0,0 1 0,0 0 0,0-2 0,0 2-470,0-1 1,0 0-1,0 0 0,0 0 1,0 0-1,-1 0 1,1 0-1,0 0 0,0 0 1,-1 0-1,1 1 0,0-1 1,-1 0-1,1 0 0,-1 0 1,1 0-1,-1 1 1,0-1-1,1 0 0,-1 1 1,0-1-1,1 1 0,-1-1 1,0 0-1,0 1 0,1-1 1,-1 1-1,0 0 1,0-1-1,-1 1 0,-16-3-6744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18.1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80,'0'0'9330,"4"14"146,20 42-6058,-17-47-3091,0 0 0,1-1 0,0 0 0,0 0 0,1-1 1,0 0-1,0-1 0,1 0 0,-1 0 0,13 4 1,-18-8-238,1 0 0,-1 0 1,0 0-1,0 1 1,0-1-1,-1 1 1,1 0-1,-1 0 1,1 0-1,-1 1 1,0-1-1,0 1 1,0 0-1,-1 0 1,1 0-1,-1 0 1,0 0-1,0 0 1,-1 1-1,1-1 1,-1 1-1,2 8 0,-2-3 210,1-11-2242,2-16-4283,2-6-4420,1 12 3319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19.2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211 1 1569,'0'0'9722,"0"4"-7695,0-1-2457,0-1 1048,0-1-1,1 1 0,-1 0 1,0 0-1,0-1 1,0 1-1,-1 0 0,1 0 1,0-1-1,-1 1 1,1 0-1,-1-1 0,1 1 1,-1 0-1,0-1 1,-1 3-1,-33 44 2542,6-10-1521,-43 41 0,18-23 131,47-37-1632,6 20-7416,0-21 2685,-4 8-3893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21.8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14 387 208,'0'0'5451,"-2"6"-4534,0-4-414,-6 14-518,6-4 4378,3-11-4256,0-1 0,0 0 0,-1 1 0,1-1 1,0 0-1,0 0 0,-1 0 0,1 0 0,0 0 1,0 0-1,0 0 0,0 0 0,-1 0 1,1 0-1,0 0 0,0 0 0,0-1 0,-1 1 1,1 0-1,0 0 0,0-1 0,-1 1 0,1-1 1,1 0-1,18-9 446,3-8-381,-1-2 0,-1-1-1,-1-1 1,-1 0 0,-1-1 0,19-32-1,-6 12-87,-30 41-83,10-13 56,0 0 1,-1-1-1,0 0 1,13-35-1,-16 36-62,8-21 71,-15 35-66,0 0 1,1 1 0,-1-1 0,0 1 0,0-1 0,0 0 0,0 1 0,0-1 0,0 0 0,0 1 0,0-1-1,0 1 1,0-1 0,-1 0 0,1 1 0,0-1 0,0 1 0,0-1 0,-1 0 0,1 1 0,0-1 0,-1 1-1,1-1 1,0 1 0,-1-1 0,1 1 0,-1 0 0,1-1 0,-1 1 0,1-1 0,-1 1 0,1 0 0,-1-1-1,1 1 1,-1 0 0,0 0 0,1-1 0,-1 1 0,1 0 0,-1 0 0,0 0 0,1 0 0,-1 0 0,1 0-1,-1 0 1,0 0 0,0 0 0,-2 0-11,0 0 0,0 0 0,0 0 0,0 1 0,0-1 0,0 1 0,0 0 0,0 0 0,0 0 0,0 0 0,0 0 0,0 1 0,1-1 0,-1 1 0,1 0 0,-1 0-1,1 0 1,-3 2 0,0 3 48,0-1-1,1 1 1,0 0 0,0 1-1,1-1 1,-3 9-1,1 5 47,0 0 0,1 0-1,2 1 1,0-1 0,1 1 0,1 0 0,3 24-1,-1 19 306,-2 154 3602,1-218-3946,0 0 0,0-1 0,0 1 0,0 0 0,0 0 0,0-1 0,1 1 0,-1 0 0,0-1 0,0 1 0,0-1 0,1 0 0,-1 1 0,0-1 0,0 0 0,1 0 0,-1 1 0,0-1 0,1 0 0,-1-1 0,0 1 0,0 0 0,1 0 0,-1 0 0,0-1 0,2 0 0,37-7 1499,-39 8-1510,8-5 218,0 0 1,0 0-1,0-1 1,8-8 0,-17 14-303,0 0 1,0 0 0,0 0 0,0 0 0,0 0-1,0 0 1,0 0 0,0-1 0,0 1 0,0 0-1,0 0 1,0 0 0,0 0 0,0 0 0,0 0-1,0 0 1,0 0 0,0-1 0,0 1 0,0 0-1,0 0 1,0 0 0,0 0 0,0 0-1,0 0 1,0 0 0,0 0 0,0 0 0,0-1-1,0 1 1,0 0 0,0 0 0,0 0 0,0 0-1,0 0 1,-1 0 0,1 0 0,0 0 0,0 0-1,0 0 1,0 0 0,0 0 0,0 0 0,0 0-1,0 0 1,-1 0 0,1 0 0,0 0 0,0 0-1,0 0 1,0 0 0,0 0 0,0 0-1,0 0 1,0 0 0,-1 0 0,1 0 0,0 0-1,0 0 1,0 0 0,0 0 0,0 0 0,0 0-1,0 0 1,0 0 0,0 0 0,0 0 0,-1 0-1,1 1 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28.4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1 646 1105,'0'0'9583,"5"-6"-5265,18-24-2834,-17 23-1418,1 1 1,0 0-1,0 0 0,1 0 1,0 1-1,-1 0 0,14-6 0,63-22-9,-74 30-80,0 0-1,0 1 0,0 0 1,1 1-1,-1 0 0,17 1 1,-26 1 18,0-1 1,0 1-1,0-1 1,0 1-1,1 0 1,-1-1-1,0 1 1,0 0-1,0 0 1,-1-1-1,1 1 1,0 0-1,0 0 1,0 0 0,-1 0-1,1 0 1,0 0-1,-1 1 1,1-1-1,-1 0 1,1 0-1,-1 0 1,0 0-1,1 1 1,-1-1-1,0 0 1,0 0-1,0 1 1,0 1-1,1 48 100,-2-35-5,0 13 117,-1 0 0,-1 1 1,-2-1-1,-10 37 0,14-57-173,1-8-47,3-3-14,47-33 140,-28 18-127,1 1-1,1 0 0,0 3 1,46-21-1,-69 34-51,0 1 55,0 0 1,0 1 0,0-1 0,0 0 0,-1 1 0,1-1 0,0 1 0,-1-1 0,1 1 0,-1-1 0,1 1 0,-1-1 0,1 1 0,-1 0 0,0-1 0,0 3-1,4 14 38,-1-13-54,1 0-1,-1 0 0,1-1 0,-1 1 0,1-1 1,1 0-1,-1 0 0,1 0 0,-1 0 1,1-1-1,0 0 0,0 0 0,1 0 0,-1-1 1,0 0-1,1 0 0,0 0 0,-1 0 0,1-1 1,0 0-1,0-1 0,0 1 0,0-1 0,0 0 1,-1 0-1,1-1 0,0 0 0,0 0 0,0 0 1,9-4-1,-13 4 9,-1 0-1,1-1 1,-1 1 0,1 0 0,-1-1 0,0 1 0,0-1 0,0 0-1,0 1 1,0-1 0,0 0 0,0 0 0,0 0 0,-1 1 0,1-1-1,-1 0 1,1 0 0,-1 0 0,0 0 0,0 0 0,0 0-1,0 0 1,0 0 0,0 0 0,0 0 0,-2-3 0,2-1 90,-1 0 1,0 1 0,0-1-1,-1 0 1,1 0 0,-2 1-1,1-1 1,-4-6 0,-3 1 343,0 0 1,-1 1-1,0 0 0,-1 0 1,0 1-1,-1 0 1,0 1-1,0 0 0,-17-6 1,27 11-315,2 3-376,10-9-5119,73-27-1575,50-24 1610,-90 34 4895,0-1 0,-2-3 0,58-52 0,-62 46 1420,-2-2 0,-1-1 0,41-62 0,-75 101-953,28-47 2717,-20 13 10242,-16 38-11660,0 3-982,0 1 0,0 0 0,1 0 0,0 1 0,1 0 0,-11 18 0,-28 65 628,7-4-405,4 2 0,4 1 0,-22 113 0,51-203-587,1-1 1,0 1-1,0 0 1,0 0-1,-1-1 1,1 1-1,0 0 1,0-1-1,0 1 1,0 0-1,0 0 1,0-1-1,1 1 1,-1 0-1,0-1 1,0 1-1,0 0 1,1 0-1,-1-1 1,0 1-1,1-1 1,-1 1-1,1 0 1,-1-1-1,1 1 1,-1-1-1,1 1 1,-1-1-1,1 1 1,-1-1-1,1 1 1,-1-1-1,1 0 1,0 1-1,-1-1 1,1 0-1,0 0 0,-1 1 1,1-1-1,0 0 1,0 0-1,-1 0 1,1 0-1,0 0 1,-1 0-1,1 0 1,0 0-1,0 0 1,-1 0-1,1 0 1,0 0-1,-1-1 1,1 1-1,0 0 1,-1-1-1,1 1 1,0 0-1,-1-1 1,2 0-1,48-23-10,-45 21-45,129-80-416,-132 86 692,-1 0-1,0 0 1,0 0 0,0 0 0,0 0 0,-1 0 0,1 1-1,-1-1 1,0 0 0,0 0 0,0 0 0,0 1-1,-1 2 1,2 18-1019,8-7-1801,-8-16 2066,0 0 1,1 0 0,-1 0-1,1 0 1,-1 0 0,1 0-1,-1-1 1,1 1 0,-1 0-1,1-1 1,0 0 0,-1 1-1,4-1 1,15 1-7812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28.6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1 6003,'0'0'18824,"-102"79"-18824,102-75-752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28.8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12214,'0'0'6306,"0"13"-13477,34-13 912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29.0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1 8836,'0'0'7732,"-94"137"-3587,80-98-879,1-8-2578,13-6-560,-7-9-128,7-7-144,0-7-1248,0 1-1410,20-12-16166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29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13830,'0'0'11312,"7"0"-10525,31 6 29,65 6-1280,-102-12 403,-1-2 122,-1 0 1,0 0-1,0 0 1,0 0-1,0 0 0,0 0 1,-1 0-1,1 0 1,-1 1-1,1-1 0,-1 1 1,1-1-1,-1 1 0,0-1 1,0 1-1,0 0 1,0 0-1,0 0 0,0 0 1,0 0-1,0 1 1,-3-2-1,2 1 53,1 0-1,-1 0 1,1 0 0,-1 1-1,1-1 1,-1 1 0,0-1-1,1 1 1,-1 0 0,0 0-1,1 0 1,-1 1 0,0-1-1,1 0 1,-1 1 0,0 0-1,1 0 1,-1-1 0,1 2-1,-4 0 1,4 1-71,-1 0 0,0 0 0,1 0 0,0 1-1,0-1 1,0 1 0,0-1 0,0 1 0,1-1 0,0 1 0,-1 0-1,1 0 1,1 0 0,-1 0 0,0 0 0,1-1 0,0 1 0,0 0-1,0 0 1,1 6 0,-1-3-87,1-6-11,-1 0-1,1 1 0,-1-1 1,1 0-1,-1 0 0,1 0 0,0 0 1,-1 1-1,1-1 0,0 0 1,0 0-1,0 0 0,0-1 0,0 1 1,0 0-1,0 0 0,0 0 1,0-1-1,1 1 0,-1-1 0,0 1 1,0-1-1,0 1 0,1-1 1,-1 0-1,0 1 0,1-1 1,-1 0-1,2 0 0,48 4-3016,-43-4 2418,100 0-9406,-41-4 5655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29.8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590 1 7203,'0'0'14143,"-26"6"-12356,17-4-1643,-15 3 238,1 2 0,0 0 0,0 1 1,1 1-1,0 2 0,1 0 0,-23 15 1,4 4 338,2 0 1,1 3 0,1 1-1,2 1 1,-38 53 0,60-72-642,0 1 0,2 1 0,0 0 1,1 1-1,1 0 0,0 0 0,2 0 0,0 1 1,2 0-1,0 0 0,1 1 0,1-1 0,0 1 1,2-1-1,3 29 0,-2-41-185,1 1 0,-1-1 0,2 0-1,-1 0 1,1 0 0,0-1 0,1 1 0,0-1 0,0 1-1,1-1 1,-1 0 0,1-1 0,1 1 0,0-1 0,0 0 0,8 6-1,-9-8-346,1 0 0,0-1 0,0 0 0,0 0 0,0 0 0,1-1 0,-1 1 0,1-2 0,-1 1-1,1-1 1,0 0 0,12 0 0,-4-1-939,-2 1-863,1-1 0,0-1 0,25-5 0,15-15-6484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30.4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286 1 7379,'0'0'13617,"-23"7"-11693,-73 27-286,84-29-1233,0 0 0,-1 1-1,2 0 1,-1 1 0,1 0 0,0 1 0,-12 11 0,12-10-96,6-4-224,0 0-1,1 0 0,0 0 0,0 1 1,0-1-1,0 1 0,1 0 1,0 0-1,0 1 0,1-1 1,0 1-1,0-1 0,0 1 0,1 0 1,0 0-1,0-1 0,1 1 1,-1 0-1,2 10 0,0-17-90,-1 1 0,0 0 0,0-1 0,1 1 0,-1 0 0,0-1 0,1 1 0,-1-1 0,1 1 0,-1 0 0,0-1 0,1 1 0,-1-1 0,1 1 0,0-1 0,-1 0 0,1 1-1,-1-1 1,1 1 0,0-1 0,-1 0 0,1 0 0,0 1 0,-1-1 0,1 0 0,0 0 0,-1 0 0,1 0 0,0 0 0,0 0 0,-1 0 0,2 0 0,31 0-232,-22-1 136,-1 1-3,1-1 0,-1-1 0,1 0 0,-1 0 0,0-1 0,1-1 0,-2 0 0,1 0 0,0 0 0,16-12 0,-18 11 110,-1 0 0,0 0 0,0-1-1,-1 0 1,1-1 0,-1 1 0,-1-1-1,1 0 1,-1 0 0,-1-1 0,1 0-1,-1 1 1,5-15 0,-5 9 1742,-4 22 487,-2 21-1666,3-27-648,-1 1-1,1-1 1,0 0 0,-1 0 0,1 0 0,1 0 0,-1-1 0,0 1 0,1 0 0,-1 0 0,1-1 0,0 1 0,0-1-1,0 0 1,0 1 0,1-1 0,-1 0 0,0 0 0,1 0 0,0-1 0,-1 1 0,1-1 0,5 3 0,1-2-1230,-1 1 1,1-2-1,0 1 1,-1-1-1,1-1 1,0 1-1,13-2 1,23-3-6633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31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515 0 6243,'0'0'15471,"-20"9"-13067,-33 15-581,-2-2 0,-81 20 0,73-31-1209,39-8-525,-1 2 1,1 0-1,-42 16 0,65-19-111,0-1 0,0 1 0,0-1 0,0 1 0,0-1 1,0 1-1,0 0 0,1-1 0,-1 1 0,0 0 0,1 0 0,0 0 0,-1-1 0,1 1 0,0 0 1,0 0-1,0 0 0,0 0 0,0-1 0,1 1 0,0 3 0,7 41-19,-2-21 68,-2 0-1,0 1 1,-2 0 0,-1-1-1,-1 1 1,-4 39 0,-1-30 146,-1 0 1,-16 52-1,-4 24 561,25-84-523,2-26-213,0 0 1,0-1-1,0 1 1,0 0-1,0-1 1,0 1-1,1-1 1,-1 0-1,0 1 1,0-1-1,1 0 1,-1 1-1,0-1 1,1 0-1,-1 0 1,0 0-1,0 0 1,1-1-1,-1 1 1,2-1-1,-1 1-1,39-3 0,-1-1 0,0-3 0,0-1 0,48-17 0,-30 9-193,-46 14 121,-10 1 53,1 1 0,0-1-1,-1 0 1,1 0 0,-1 0-1,0 0 1,1 0 0,-1 0-1,0-1 1,4-2 0,-13 4-1176,-16-2-898,14 1-5538,8-7 119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31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0 118 15847,'0'0'11357,"15"-2"-10666,-10 4-610,0-1-1,0 1 1,0 1-1,0-1 1,0 1-1,0 0 0,-1 0 1,0 0-1,1 0 1,-1 1-1,0 0 0,-1 0 1,5 5-1,0 1-1,0 0 0,-1 0 0,0 1 0,9 18 0,-16-28-68,0-1 1,0 0-1,0 0 0,0 1 0,0-1 0,0 0 0,0 1 1,0-1-1,0 0 0,0 0 0,0 1 0,0-1 1,0 0-1,0 1 0,0-1 0,0 0 0,0 0 0,0 1 1,0-1-1,0 0 0,-1 0 0,1 1 0,0-1 1,0 0-1,0 0 0,0 1 0,-1-1 0,1 0 0,0 0 1,0 0-1,0 1 0,-1-1 0,1 0 0,0 0 1,-1 0-1,1 0 0,0 0 0,0 0 0,-1 1 0,1-1 1,0 0-1,0 0 0,-1 0 0,1 0 0,0 0 1,-1 0-1,1 0 0,0 0 0,0 0 0,-1 0 0,1 0 1,0-1-1,-1 1 0,-14-3 145,12 0-118,0-1-1,1 1 0,-1-1 0,1 0 0,0 0 1,0 0-1,0 0 0,1 0 0,-1 0 0,1 0 0,0-1 1,0 1-1,1-1 0,-1 1 0,1 0 0,0-10 0,0 9-46,0-1 0,1 0 0,-1 1 0,1-1 0,0 1 0,1-1 0,-1 1 0,1-1 0,0 1 0,1 0 0,-1 0 0,7-9 0,-2 6-341,0 0-1,1 1 0,0 0 1,18-11-1,18-1-7129,-29 14 111,-1-3-3663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32.3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5891,'0'0'13131,"10"0"-11069,69 0 1011,109 0-2333,-72 0 5012,-116 29-5456,0-24-294,1 116 908,-22 168 0,14-236-910,0 69 0,7-124 0,-1 1 0,0 0 0,1 0 0,-1-1 0,0 1 0,0 0 0,0 0 0,0 0 0,0 0 0,0 0 0,0 0 0,-1 1 0,1-1 0,0 0 0,0 1 0,-1-1 0,1 0 0,0 1 0,-1-1 0,1 1 0,0 0 0,-3-1 0,-38-6 0,32 7 0,-9-2 0,-1 1 0,1 0 0,-1 2 0,1 0 0,-1 2 0,1 0 0,0 1 0,0 1 0,-23 9 0,55-22-17315,12-13 5433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33.1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2401,'0'0'21028,"29"0"-18450,-8 4-2233,-1 1 0,0 1 0,0 1 0,35 16 0,-3-1 0,246 73 146,-293-94-285,12 3-585,-15-3 1077,-8 0 1423,-42 1-2040,1 2 0,0 1 0,0 3 0,0 2 0,1 2 1,1 2-1,-45 21 0,2 8 1,87-43-108,67-3-8231,-24-7-940,-8-4-2355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33.6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1 2497,'0'0'14353,"0"4"-12114,-15 185 6086,2-54-6179,8-86-2041,-17 82 1,-11-16-4068,22-98 1670,8-38-18808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33.9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3 5330,'0'0'18043,"8"-2"-17485,-5 2-490,0 0 1,1-1-1,-1 1 0,0 0 0,1 1 1,-1-1-1,0 1 0,1-1 0,-1 1 1,0 0-1,0 0 0,0 0 1,1 1-1,-1-1 0,3 3 0,1 1 99,-1 0 0,1 0 0,-1 0-1,0 1 1,0 0 0,6 9 0,-10-13-146,0 0 1,0 1-1,0-1 0,0 1 1,-1-1-1,1 1 1,-1 0-1,1 0 1,-1 0-1,0-1 1,0 1-1,0 1 1,-1-1-1,1 0 0,-1 0 1,1 0-1,-1 0 1,0 0-1,0 0 1,-1 0-1,1 0 1,-1 1-1,1-1 0,-1 0 1,-2 5-1,0-4 0,0 0 0,0 0-1,0-1 1,-1 1 0,1-1-1,-1 0 1,0 0 0,0 0-1,0 0 1,-1-1 0,1 0-1,0 0 1,-1 0 0,0 0-1,-7 1 1,-7 3-124,0-2 0,0 0 0,-1-1 0,1-1 0,-1-1 0,0-1 0,-30-4 0,50 4 21,0 0 0,-1 0 0,1-1 0,0 1 0,-1-1 0,1 1 0,0 0 0,0-1-1,-1 1 1,1-1 0,0 1 0,0 0 0,0-1 0,-1 1 0,1-1 0,0 1 0,0-1 0,0 1 0,0-1 0,0 1 0,0-1 0,0 1 0,0-1 0,0 1 0,1 0 0,-1-1 0,0 1 0,0-1 0,0 1 0,0-1 0,1 1 0,-1 0 0,0-1 0,0 1 0,1-1 0,-1 1 0,0 0 0,1-1 0,-1 1 0,1-1 0,13-18-3529,20-1-2571,17-2-2611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34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 15335,'0'0'15831,"-41"68"-15527,34-64-304,7-2-16,0-35-23434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34.3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0 8212,'0'0'8980,"-28"75"-10773,28-55-1408,0-4-1938,0-3-1072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34.7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93 6659,'0'0'16442,"5"20"-14302,-1-2-1526,-3-8-300,1-1 0,0 1-1,0-1 1,1 1 0,0-1-1,1 0 1,0 0-1,1-1 1,-1 1 0,2-1-1,9 13 1,-14-20-305,0 0 1,-1 0-1,1-1 1,0 1-1,0 0 1,-1-1-1,1 1 1,0-1-1,0 1 1,0-1-1,0 1 1,0-1-1,0 0 1,0 0-1,-1 1 1,1-1-1,0 0 1,0 0-1,0 0 1,0 0-1,0 0 1,0 0-1,0 0 1,0 0-1,0 0 1,0 0-1,0-1 1,0 1-1,0 0 1,0-1-1,0 1 1,0-1-1,-1 1 1,1-1-1,0 1 1,0-1-1,0 0 1,-1 1-1,1-1 1,0 0-1,-1 1 1,1-1-1,-1 0 1,1 0-1,-1 0 1,1 0-1,-1 1 1,1-1-1,-1 0 0,1-1 1,18-53-44,-18 49 48,12-35-55,-7 20 135,1-1 1,-2 1 0,-1-1 0,2-33-1,-6 54 379,15 14-9977,5-6 3139,6-4-1967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35.0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32 10309,'0'0'17931,"-11"8"-16376,-4-1-1118,10-5-312,0 0 1,0 1-1,0 0 1,0 0-1,1 0 1,-1 1-1,1 0 1,0-1-1,-8 10 0,11-10-100,-1 1 0,1 0 0,-1-1 0,1 1 0,0 0 0,1 0 0,-1-1 0,0 8-1,1-9-50,0 0 0,0-1 0,-1 1 0,1-1-1,0 1 1,0 0 0,0-1 0,1 1 0,-1-1-1,0 1 1,1 0 0,-1-1 0,1 1-1,-1-1 1,1 1 0,0-1 0,-1 0 0,1 1-1,0-1 1,0 0 0,0 1 0,2 1 0,0-2-43,0 0-1,0 0 1,-1 0 0,1 0 0,0 0 0,0-1 0,0 0 0,0 1 0,0-1 0,0 0 0,0 0 0,0-1 0,0 1 0,0-1 0,-1 1-1,1-1 1,0 0 0,0 0 0,0 0 0,-1-1 0,1 1 0,-1-1 0,1 1 0,-1-1 0,1 0 0,-1 0 0,0 0 0,0 0 0,0 0 0,0 0-1,0-1 1,-1 1 0,1-1 0,-1 1 0,3-6 0,-1-1 112,-1-1 0,-1 1 1,1-1-1,-1 1 0,-1-1 0,0-10 0,0 18-47,0 0 0,0 0-1,0 0 1,0 0 0,0 0 0,-1 0-1,1 0 1,-1 0 0,1 0 0,-1 1-1,0-1 1,1 0 0,-1 0 0,0 1-1,0-1 1,0 1 0,-1-1 0,1 1 0,0-1-1,-1 1 1,1 0 0,0-1 0,-1 1-1,0 0 1,1 0 0,-1 0 0,0 0-1,1 0 1,-1 1 0,0-1 0,0 0-1,0 1 1,0 0 0,1-1 0,-4 1 0,4 0-1659,11 6-13864,14-5 7612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35.3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0 9236,'0'0'17133,"-6"16"-15001,-25 61-467,-47 136 936,76-210-2660,1-1-1,0 1 1,1 0 0,-1-1 0,0 1-1,1 0 1,-1-1 0,1 1-1,0 0 1,0 0 0,0 0 0,0-1-1,1 1 1,-1 0 0,1 0 0,-1-1-1,1 1 1,0 0 0,0-1-1,0 1 1,1-1 0,-1 1 0,1-1-1,3 4 1,-1-3-125,1 0 1,0 0-1,0-1 1,0 0-1,0 0 1,0-1-1,0 1 0,1-1 1,-1 0-1,0-1 1,1 1-1,7-1 1,3 1-894,51 1-3011,-36-9-756,-30 7 4316,0-1 1,1 0-1,-1 1 0,0-1 1,0 0-1,1 0 0,-1 0 1,0 0-1,0 0 0,0 0 1,0 0-1,0 0 0,0 0 1,-1-1-1,2-1 0,6-23-9919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35.5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9300,'0'0'12326,"129"0"-12326,-102 0-1073,7 0-1760,0 0-3026,-7 0-2993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36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24 6739,'0'0'9370,"12"-5"-8578,-4 1-572,-6 2-152,1 0-1,-1 1 1,1 0 0,-1-1-1,1 1 1,0 0-1,0 0 1,-1 0 0,1 0-1,0 1 1,0-1-1,0 1 1,0 0 0,0 0-1,0 0 1,0 0-1,0 0 1,-1 1 0,1-1-1,0 1 1,0 0-1,0 0 1,0 0 0,-1 0-1,1 0 1,0 1-1,3 2 1,4 7 314,0 0 0,-2 0-1,1 1 1,-1 0 0,-1 0-1,0 1 1,-1 0 0,0 0 0,-1 1-1,5 20 1,1 17 609,7 81 1,-11-72-438,5 31 565,-4 1-1,-5-1 1,-8 101 0,4-180-1027,-1 0 1,-1-1 0,0 1 0,-1-1 0,0 0 0,-1 0 0,0 0 0,0-1-1,-1 0 1,-1 0 0,0 0 0,0-1 0,-1 0 0,-15 14 0,-2-1 194,-2-2 0,0-1 1,-57 30-1,29-15-287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37.2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3298,'0'0'13035,"20"0"-9212,-12 1-3529,-1 0-1,1 1 1,0 0 0,-1 0 0,1 0-1,-1 1 1,0 0 0,0 1 0,0 0 0,0 0-1,-1 0 1,0 1 0,0-1 0,0 2-1,0-1 1,-1 1 0,1 0 0,-1 0-1,-1 0 1,6 10 0,-2-5-226,-1 1 1,-1 1 0,0-1-1,0 1 1,-1 0-1,-1 0 1,0 1-1,-1-1 1,-1 1 0,2 23-1,-4-36-49,1 1 0,-1-1-1,0 1 1,-1-1 0,1 0 0,0 1-1,0-1 1,-1 1 0,1-1 0,0 1 0,-1-1-1,0 0 1,1 1 0,-1-1 0,0 0-1,1 0 1,-1 0 0,0 1 0,0-1-1,0 0 1,0 0 0,0 0 0,-2 1-1,1-1-3,0-1 0,0 1 0,-1-1 0,1 1 0,0-1 0,0 0 0,0 1 0,0-1 0,0-1 0,-1 1 0,1 0 0,0 0 0,0-1 0,0 1 0,0-1-1,-3-1 1,1-2 1,-1-1 1,1 0-1,0 0 0,0-1 0,0 1 0,1-1 0,0 0 0,-3-7 0,3 7 53,1 2-23,0 0 1,0 0-1,1 0 1,0 1-1,0-1 1,0 0-1,0-1 1,1 1-1,-1 0 1,1 0-1,0 0 0,0 0 1,1 0-1,-1 0 1,1 0-1,0 0 1,0 0-1,0 0 1,1 0-1,-1 0 1,1 0-1,0 1 1,0-1-1,0 1 1,1-1-1,-1 1 0,1 0 1,0 0-1,6-5 1,8-7-108,0 1 1,2 1-1,0 1 0,26-13 1,-13 7-60,-22 13-36,5-3-1208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37.7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 3362,'0'0'14486,"7"0"-13197,149-2 6039,-67 0-8338,-45 2-3868,1 0-4136,-34 0 2942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38.1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8580,'0'0'9783,"87"16"-4218,-5-13-5162,-56-4-1593,-24 1 684,-1 0 1,0 0-1,0-1 0,0 1 0,0 0 0,0-1 0,0 1 1,0-1-1,0 1 0,0-1 0,0 0 0,0 1 1,0-1-1,0 0 0,-1 1 0,2-3 0,2 0-1814,9-9-5644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38.3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5795,'0'0'25707,"0"5"-25290,0 4-353,0 4-64,-7 3-353,7 0-1199,-7 0-1938,7-3-2112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38.5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373 1 17752,'0'0'5443,"-129"83"-737,95-51-2161,-7-3-1761,14-2-704,0-2-80,0 0-1008,0-2-1841,0-1-1665,-7-6-4002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53.1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 2049,'0'0'7329,"4"-1"-6260,-3 0-913,0 1 0,1-1-1,-1 1 1,1 0-1,0 0 1,-1 0-1,1-1 1,-1 1 0,1 0-1,-1 1 1,1-1-1,-1 0 1,1 0-1,-1 1 1,1-1 0,-1 1-1,1-1 1,-1 1-1,1 0 1,-1 0-1,0-1 1,0 1 0,1 0-1,-1 0 1,0 0-1,0 0 1,0 0-1,0 1 1,0-1 0,0 0-1,0 0 1,0 1-1,-1-1 1,1 0-1,0 1 1,-1-1-1,1 1 1,0 2 0,2 9 1010,0 1 1,0-1 0,0 26-1,0-10-806,1 19 466,-2 1 0,-5 53 0,1-8-2,2 192 3541,0-286-4389,0-27-10475,0 16 3523,0 4 213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53.6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5426,'0'0'11747,"5"2"-2592,25 8-8412,-8 2-217,-11-8-389,-1 1 1,-1 0-1,1 1 1,-1 0-1,0 0 0,0 1 1,-1 0-1,0 1 0,0-1 1,-1 2-1,7 8 0,1 4 316,-14-20-466,-1-1 0,0 1-1,1 0 1,-1-1 0,1 1-1,-1 0 1,1-1 0,-1 1-1,1-1 1,-1 1 0,1-1-1,-1 1 1,1-1 0,0 0 0,-1 1-1,1-1 1,0 0 0,-1 1-1,1-1 1,0 0 0,-1 0-1,1 1 1,0-1 0,0 0-1,-1 0 1,1 0 0,0 0-1,0 0 1,0 0 0,-1 7-13119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177 0 6931,'0'0'14257,"-8"8"-12672,-34 29 53,19-18-832,1 0 1,1 1-1,-31 39 1,51-56-807,-1 0 1,1-1 0,0 1-1,0 0 1,0 0-1,1 0 1,-1 1 0,1-1-1,0 0 1,-1 0 0,2 0-1,-1 4 1,0 2-412,17-6-7412,-13-3 4270,2 0-4750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1:54.6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0 163 1313,'0'0'9978,"5"-3"-7796,-4 2-1949,1 0 1,-1 0-1,1 0 1,-1 0-1,1 0 1,0 1-1,-1-1 1,1 0-1,0 1 1,0-1-1,-1 1 1,1 0-1,0 0 1,0-1-1,0 1 0,-1 0 1,1 1-1,0-1 1,0 0-1,0 0 1,-1 1-1,1-1 1,0 1-1,0-1 1,-1 1-1,1 0 1,-1 0-1,1 0 1,0 0-1,-1 0 1,0 0-1,1 0 1,-1 0-1,0 1 1,1-1-1,1 3 0,7 17 789,-3-10-737,-1 1 0,0 0-1,-1 0 1,0 0 0,-1 1-1,-1-1 1,0 1 0,0 0-1,0 16 1,-3-28-13,0-10 91,0-174-315,1 178-60,0 0 1,0 0-1,0 1 1,1-1-1,0 0 1,0 1-1,0-1 1,0 1-1,1-1 1,-1 1-1,1 0 1,0 0-1,1 0 1,-1 1-1,1-1 1,-1 1-1,1 0 1,0 0-1,0 0 1,8-4-1,7-3-526,-1 0-1,1 1 1,30-10-1,-42 18-436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2:04.509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81 0 3265,'0'0'6406,"-13"5"-5744,-55 49 4421,70-52-4992,2 3 99,0-1-1,0 0 1,1 0 0,-1 0-1,10 5 1,-11-7-113,7 2 33,0 1 0,1-2 0,0 1 0,-1-1 0,1-1 0,0 0-1,0-1 1,1 0 0,-1 0 0,0-1 0,18-3 0,6 2 201,-27 1-181,1-1 0,-1-1-1,0 0 1,0 0-1,9-3 1,-17 4-123,-84 0 2864,0-1-2968,84 2 115,-1 0-1,1 0 0,-1 0 1,1-1-1,-1 1 0,1 0 1,-1-1-1,1 1 0,-1 0 1,1-1-1,0 1 0,-1-1 1,1 1-1,0-1 0,-1 1 1,1-1-1,0 1 0,0-1 1,-1 1-1,1-1 0,0 1 0,0-1 1,0 1-1,0-1 0,0 1 1,0-1-1,0 0 0,0 1 1,0-1-1,0 1 0,0-1 1,0 1-1,0-1 0,0 1 1,0-1-1,0 0 0,1 1 1,-1-1-1,0 1 0,0-1 1,1 1-1,-1 0 0,0-1 1,1 1-1,-1-1 0,1 1 1,0-1-1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2:06.017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0 4386,'35'2'14740,"-8"2"-14652,0-1 1,0-2-1,51-4 0,-10 3 1768,-105 6-928,-53 6-357,62-8-462,28-3-162,1 0 1,-1 0-1,1-1 1,0 1 0,-1 0-1,1-1 1,-1 1 0,1 0-1,0-1 1,0 1 0,-1-1-1,1 1 1,0-1 0,0 1-1,0-1 1,0 0 0,-1 1-1,1-1 1,0 0 0,0 0-1,0 0 1,0 0 0,0 0-1,2 0 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2:36.6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331 30 656,'0'0'8129,"4"-5"-6595,14-15 203,-13 15 4802,-16 6-6204,1 0 1,-1 1-1,1 0 0,-1 1 0,1 0 1,0 0-1,0 1 0,-17 10 0,-74 51-553,83-52 415,7-6-201,-38 30 34,48-35-39,-1-1 1,1 0 0,0 0-1,-1 1 1,1-1-1,0 0 1,0 1-1,0-1 1,0 1-1,0 0 1,1-1 0,-1 1-1,0 0 1,1-1-1,-1 1 1,1 0-1,-1 0 1,1 0-1,0-1 1,0 1 0,0 0-1,0 0 1,0 0-1,0 0 1,1-1-1,-1 1 1,1 2-1,2-2-17,1 0-1,-1-1 0,1 1 0,-1-1 0,1 1 0,-1-1 0,1 0 0,0-1 1,0 1-1,-1-1 0,1 1 0,7-2 0,3 3-37,12 1-8,61 13-164,-82-15 183,0 0-1,-1 1 1,1 0-1,0 0 1,-1 0-1,1 1 1,-1 0-1,1-1 1,-1 1-1,0 1 1,-1-1-1,1 1 1,0-1 0,2 5-1,-4-5 65,-1-1-1,0 0 0,0 1 1,0-1-1,-1 0 1,1 1-1,-1-1 1,1 1-1,-1-1 1,0 1-1,0-1 0,0 1 1,0-1-1,0 1 1,0-1-1,-1 1 1,0-1-1,1 1 0,-1-1 1,0 0-1,0 1 1,0-1-1,0 0 1,0 0-1,-1 1 1,1-1-1,-1 0 0,0-1 1,1 1-1,-1 0 1,0 0-1,-2 1 1,-9 8 323,-1 0-1,0-1 1,-25 14 0,21-14-50,0 1 60,0 0 0,-1-1 0,0-1 0,-1-1 0,0 0 1,-41 8-1,49-15-278,38-28-3027,-11 17 400,-1 1 0,2 1 0,32-12-1,-14 6-3102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2:37.2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6 127 6515,'0'0'11963,"0"7"-11398,-2 51 1446,-1-27-1084,3 0 0,6 61 0,-6-91-933,0 1 1,1-1-1,-1 1 0,1-1 0,-1 1 1,1-1-1,0 1 0,-1-1 1,1 0-1,0 1 0,0-1 1,0 0-1,0 0 0,0 0 0,0 0 1,0 1-1,1-2 0,-1 1 1,0 0-1,1 0 0,-1 0 1,0-1-1,1 1 0,-1 0 1,1-1-1,-1 1 0,1-1 0,-1 0 1,1 0-1,0 1 0,-1-1 1,1 0-1,-1 0 0,1 0 1,-1-1-1,1 1 0,0 0 0,2-1 1,3-1-42,0 0 1,-1 0-1,1-1 0,-1 0 1,1 0-1,-1 0 1,8-6-1,-11 7 31,16-11-135,0-1-1,-1 0 1,-1-1 0,-1-1-1,0-1 1,16-21 0,23 106 1079,-49-63-929,1 0 0,-1 0-1,1 0 1,0-1 0,0 0 0,0 0-1,0-1 1,1 0 0,-1-1 0,1 1-1,0-1 1,0-1 0,0 1 0,0-1-1,0-1 1,0 0 0,0 0-1,15-2 1,-21 1 2,0 0 0,0 0-1,-1 0 1,1 0 0,0-1-1,-1 1 1,1 0-1,-1-1 1,1 1 0,-1-1-1,1 0 1,-1 1 0,0-1-1,0 0 1,0 0 0,0 0-1,0 0 1,-1 0 0,1 0-1,-1 0 1,1 0 0,-1 0-1,0 0 1,1 0 0,-1-4-1,-1-67 186,0 46-71,1 18-51,-2 1 1,1-1 0,-1 0-1,0 1 1,-1-1 0,0 1-1,0 0 1,-1 0 0,0 0-1,-7-11 1,4 7 204,0 0 0,1 0 0,-5-18 0,10 30-413,1-1-1,0 1 1,0 0-1,0-1 1,-1 1-1,1-1 1,0 1-1,0-1 1,0 1-1,0-1 1,0 1-1,0-1 1,0 1-1,0-1 1,0 1-1,0-1 1,0 1-1,0-1 1,0 1-1,1-1 1,-1 1-1,0-1 1,0 1-1,0-1 1,1 1-1,-1 0 1,0-1-1,1 1 1,-1-1-1,0 1 1,1 0-1,-1-1 1,0 1-1,1 0 1,-1-1-1,1 1 1,-1 0-1,1 0 1,-1 0-1,1-1 1,-1 1-1,0 0 1,1 0-1,-1 0 1,1 0-1,-1 0 1,1 0-1,-1 0 1,1 0 0,-1 0-1,2 0 1,30 6-3281,-22-3 1984,38 4-3380,11 2 353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2:37.6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245 1 5859,'0'0'14139,"-23"4"-12503,-73 16-452,90-19-1069,-1 1 0,1 0 0,0 0-1,0 1 1,0-1 0,0 1 0,0 1-1,0-1 1,1 1 0,0 0 0,-1 0-1,2 1 1,-1-1 0,0 1 0,1 0-1,0 0 1,0 1 0,-4 8 0,4-4-73,0 1 0,1-1 1,0 1-1,1 0 0,0 0 1,1 0-1,0 0 0,1 17 1,0-27-72,1 0 1,0 0 0,-1 0-1,1 0 1,0 0 0,0-1 0,0 1-1,0 0 1,0 0 0,0 0-1,0-1 1,0 1 0,0-1-1,0 1 1,0-1 0,0 1-1,0-1 1,0 1 0,0-1 0,1 0-1,-1 0 1,0 0 0,0 1-1,1-1 1,-1 0 0,0-1-1,0 1 1,0 0 0,1 0 0,-1 0-1,0-1 1,1 0 0,44-8-263,-39 6 324,0-1 1,-1 0-1,1 0 0,-1-1 0,0 0 0,0 0 1,0 0-1,-1 0 0,0-1 0,0 0 1,0 0-1,-1-1 0,0 1 0,0-1 0,-1 0 1,0 0-1,0 0 0,0 0 0,-1-1 1,0 1-1,1-9 0,-3 15 589,1 20-710,0-10-13,1 0 0,0-1 1,0 1-1,1-1 0,0 1 0,1-1 1,0 0-1,0 0 0,1-1 1,0 1-1,0-1 0,1 0 1,-1 0-1,2-1 0,7 8 0,-5-8-700,-1 0 0,1-1 0,1 0 0,-1 0-1,1-1 1,0 0 0,0-1 0,0 0 0,0 0-1,1-1 1,-1-1 0,20 1 0,32-1-5650,-11-1-491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2:37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0 7732,'0'0'13056,"-9"24"-11260,6-17-1672,-5 11 233,1 1 1,1 0 0,1-1-1,0 2 1,1-1 0,1 1-1,2-1 1,-1 1-1,3 20 1,3-17-40,2-1 0,1 0-1,0 0 1,18 33 0,-17-38-370,0-1 0,-1 1 0,-1 1 0,0-1 1,-2 1-1,0 0 0,3 34 0,-7-5-1032,0 12-1748,0-18-6335,-13-41-1686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2:38.3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44 3970,'0'0'14569,"8"-10"-13083,-8 9-1466,2-2 112,1 0 1,-1 0 0,1 0 0,-1 0-1,1 0 1,0 1 0,0-1 0,0 1-1,7-4 1,-9 5-91,0 1 0,0 0 0,-1 0-1,1 0 1,0 0 0,0 0 0,0 0 0,0 0-1,-1 0 1,1 0 0,0 0 0,0 0 0,0 1-1,-1-1 1,1 0 0,0 0 0,0 1 0,-1-1-1,1 0 1,0 1 0,-1-1 0,1 1-1,1 0 1,0 2 77,0 0-1,0-1 0,0 1 0,0 0 0,-1 0 1,1 0-1,-1 1 0,0-1 0,2 4 0,4 19 261,-1-1 0,0 1 0,-2 0 0,1 51 0,-5-76-372,0 1 0,-1-1 1,1 0-1,-1 1 0,1-1 1,-1 0-1,1 1 0,-1-1 1,0 0-1,1 0 0,-1 0 0,0 0 1,0 0-1,0 1 0,0-2 1,0 1-1,0 0 0,0 0 1,0 0-1,-1 0 0,1-1 1,0 1-1,0 0 0,-1-1 1,1 1-1,0-1 0,-1 0 1,1 1-1,0-1 0,-1 0 1,1 0-1,-3 0 0,-58 0 117,43-1-119,3 0 20,0 0-1,0-2 0,0 0 0,-27-9 1,29 7-23,-1 1 1,-1 0-1,1 1 0,-27-1 1,41 4-96,9 6-1028,1-1 1,0 0 0,0 0 0,1-1 0,-1 0 0,1-1 0,0 0 0,0 0 0,0-1 0,19 1 0,-21-1-22,57 7-8889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2:39.8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0 2305,'-1'2'16082,"-12"18"-15447,-3 2-194,0 1-1,2 0 1,1 1 0,1 1-1,1 0 1,1 1-1,2 0 1,0 0 0,-6 40-1,4 12 40,4 0 0,3 80-1,2-150-409,2 1 0,-1-1-1,1 1 1,0-1 0,1 1 0,0-1-1,0 0 1,1 0 0,0 0-1,1 0 1,-1 0 0,2 0 0,-1-1-1,1 0 1,7 8 0,-6-8-9,2-1 0,-1 0 0,1 0 0,0 0 0,0-1 1,0-1-1,1 1 0,0-1 0,0-1 0,0 1 0,0-2 1,0 1-1,15 1 0,19 1 1417,73-2 0,-101-3 189,-18 0-1579,0 1 0,0-1-1,0 1 1,1 0 0,-1 0-1,0 0 1,1 0-1,-1 1 1,1-1 0,-1 1-1,-3 2 1,-12 7-989,-3-6-5018,21-9 32,0-8 3009,0 9 785,0-23-7829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2:40.5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25 1969,'0'0'10762,"2"-4"-8769,-2 4-1892,1 0 0,-1-1 0,1 1 0,-1-1 0,0 1 1,0 0-1,1-1 0,-1 1 0,0-1 0,0 1 0,1-1 0,-1 1 0,0-1 0,0 1 0,0-1 0,0 1 0,1-1 1,-1 1-1,0-1 0,0 1 0,0-1 0,0 1 0,0-1 0,-1 1 0,1-1 0,0 1 0,0-1 0,0 1 0,0-1 0,0 1 1,-1 0-1,1-1 0,0 1 0,0-1 0,-1 1 0,1-1 0,0 1 0,-1 0 0,1-1 0,-1 1 0,1 0 0,0-1 0,-1 1 1,-30-2 4118,11 3-4732,9-1 704,-1 0-1,1 1 1,0 1 0,0 0 0,0 1-1,0 0 1,-14 5 0,21-6-149,0 0 0,0 0 1,0 0-1,0 1 0,0-1 1,1 1-1,-1 0 0,1 0 0,0 0 1,0 0-1,0 0 0,0 1 1,0 0-1,1-1 0,-1 1 1,1 0-1,0 0 0,1 0 0,-1 1 1,1-1-1,-2 7 0,1 1-34,0 0 0,1 0 1,0 0-1,1 0 0,0 0 0,4 18 0,-4-28-12,1 1 0,-1 0 0,1-1 0,0 1 0,0 0 0,0-1 0,0 0 0,1 1 0,-1-1 0,1 0 0,-1 1 0,1-1 0,0 0 0,0 0 0,0 0 0,0-1 1,0 1-1,0 0 0,0-1 0,1 1 0,-1-1 0,1 0 0,-1 0 0,1 0 0,-1 0 0,1 0 0,-1-1 0,1 1 0,0-1 0,0 1 0,-1-1 0,1 0 0,0 0 0,4-1 0,-4 0-19,0 1 0,-1-1-1,1 0 1,0-1 0,0 1 0,-1 0-1,1-1 1,-1 0 0,1 1-1,-1-1 1,1 0 0,-1 0-1,0 0 1,0-1 0,0 1 0,2-4-1,33-51-485,-18 24 221,-16 30 371,-1 0 0,0 1 0,0-1-1,-1 0 1,1 0 0,0-1 0,-1 1 0,0 0-1,0 0 1,0-1 0,0 1 0,0 0-1,-1-1 1,1-4 1267,12 42-916,-10-25-281,0 0-1,0 0 0,1-1 1,0 1-1,0-1 1,1 0-1,0 0 0,9 11 1,-11-16-439,0-1 0,0 1 0,0-1 0,0 1-1,1-1 1,-1 0 0,1-1 0,-1 1 0,6 1 0,-4-1-778,0-1 0,1 0-1,-1-1 1,0 1 0,0-1-1,1 0 1,-1 0 0,7-2-1,21-5-6955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2:41.4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475 12 3185,'0'0'13596,"0"0"-13479,0-1 1,0 1-1,1 0 1,-1 0-1,0-1 0,0 1 1,0 0-1,0-1 0,0 1 1,0 0-1,0-1 1,0 1-1,0 0 0,0 0 1,0-1-1,0 1 1,0 0-1,0-1 0,0 1 1,0 0-1,0-1 1,0 1-1,0 0 0,-1-1 1,1 1-1,0 0 0,0 0 1,0-1-1,0 1 1,-1 0-1,1 0 0,0-1 1,0 1-1,-1 0 1,1 0-1,0 0 0,0 0 1,-1-1-1,1 1 0,0 0 1,-1 0-1,1 0 1,-1 0-1,-98 0 1180,0 5-1,-151 26 1,250-31-1304,-1 0 1,0 0-1,0 0 0,0 0 1,0 0-1,1 0 0,-1 0 1,0 0-1,0 1 0,1-1 1,-1 0-1,0 0 1,0 1-1,1-1 0,-1 0 1,0 1-1,0-1 0,1 1 1,-1-1-1,1 1 0,-1-1 1,0 1-1,1 0 1,-1-1-1,1 1 0,-1 0 1,1-1-1,0 1 0,-1 0 1,1-1-1,0 1 0,-1 0 1,1 0-1,0 0 0,0-1 1,0 1-1,0 0 1,0 0-1,0 0 0,0-1 1,0 1-1,0 1 0,8 24 213,-4 3 71,-1 1-1,-1-1 1,-4 52 0,0-16-114,-3 26 264,2-65-237,1 0 1,1 0-1,2 0 1,4 32-1,-4-56-185,-1 1 0,1-1 0,0 1 0,0-1 0,1 0 0,-1 0 0,0 0 0,1 0 0,0 0 0,-1 0 0,1 0-1,0 0 1,0 0 0,0-1 0,0 1 0,0-1 0,0 1 0,1-1 0,-1 0 0,0 0 0,1 0 0,-1 0 0,1-1 0,-1 1 0,1-1 0,-1 1 0,1-1 0,-1 0 0,4 0 0,10 1 23,0-1 0,0-1 0,23-4 0,-32 4-20,29-6 22,-1-2 0,59-23-1,-35 11 2625,-60 21-2821,1 0 1,-1 0-1,1-1 0,-1 1 1,1 0-1,-1-1 1,1 1-1,0-1 0,-1 1 1,1 0-1,0-1 0,-1 1 1,1-1-1,0 1 0,-1-1 1,1 1-1,0-1 0,0 1 1,-1-1-1,1 0 1,0 1-1,0-1 0,0 1 1,0-1-1,0 1 0,0-1 1,0 0-1,0 1 0,0-1 1,0 0-1,3-24-11659,9 4 314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2:42.1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1 361 2881,'0'0'9658,"-1"12"-7106,5-10 1971,23-21-3934,0-1-1,44-43 1,-50 44-519,44-36-244,-43 38 54,0-2 0,-1 0 0,-1-1 0,-1-1 0,26-36 0,-43 53 110,11-23 20,-12 27-12,-1-1 0,0 1 0,0-1 0,0 1 0,0-1 0,0 1 0,0-1 0,0 1 0,0-1 0,-1 1 0,1-1 0,0 1 0,0-1 0,0 1 1,0-1-1,-1 1 0,1 0 0,0-1 0,0 1 0,-1-1 0,1 1 0,0 0 0,-1-1 0,1 1 0,0 0 0,-1-1 0,1 1 0,-1 0 0,1-1 1,-1 1-1,1 0 0,-1 0 0,1 0 0,-1-1 0,1 1 0,0 0 0,-1 0 0,1 0 0,-1 0 0,0 0 0,1 0 0,-1 0 0,1 0 0,-1 0 0,1 0 1,-1 0-1,0 1 0,-4-1 32,-1 0 1,0 1 0,1 0-1,-1 0 1,1 0 0,-1 1-1,1 0 1,0 0-1,-1 0 1,1 1 0,0 0-1,1 0 1,-1 0 0,0 0-1,1 1 1,0 0 0,0 0-1,0 0 1,0 0 0,1 1-1,-1-1 1,1 1-1,0 0 1,1 0 0,-1 0-1,1 0 1,0 1 0,-2 9-1,-1 3 278,1 0 0,0 1 0,2-1-1,0 1 1,1 0 0,1-1 0,4 35 0,-3-48-287,0 0 0,-1 0 0,2 1 0,-1-1 1,1 0-1,-1 0 0,1-1 0,1 1 0,-1 0 1,6 7-1,-6-10-24,0 0 1,0 0-1,1 0 1,-1 0-1,1 0 1,-1 0 0,1-1-1,0 1 1,0-1-1,0 0 1,0 0-1,0 0 1,0 0-1,0 0 1,0-1-1,0 1 1,0-1 0,0 0-1,4 0 1,16 1-351,-17 0-357,1-1-1,0 0 0,0 0 0,0 0 0,0-1 0,-1 0 0,11-2 0,10-14-6842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2:42.8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7619,'0'0'7785,"16"1"-5613,103 6 1744,-82-6-3665,0-2-1,-1-2 0,1-1 1,0-2-1,54-16 1,-70 10 936,-13 9 3012,-6 17-2828,-5 36-634,-15 86 0,5-52-212,-29 164 302,41-243-820,1-1 1,-1 1-1,-1-1 1,1 0 0,-1 0-1,1 0 1,-1 0 0,0 0-1,-1 0 1,1 0-1,-1-1 1,1 1 0,-1-1-1,0 0 1,0 0 0,-1 0-1,1 0 1,-1 0-1,1-1 1,-1 1 0,0-1-1,0 0 1,0 0 0,0-1-1,0 1 1,0-1-1,-8 2 1,-10 0-23,-1 0 1,0-2-1,0 0 1,-33-4-1,-1 1-67,72 11-10864,12-9 4199,11 0-2497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2:43.5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204 1 1745,'0'0'12261,"27"23"-10020,-27-3-464,0 5 256,-20 4-448,-14 3-785,0-1-448,-7-1-352,7-1-672,-6-9-3074,13-8-7139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2:44.5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14 5731,'0'0'12587,"-10"-2"-11240,-5-2-835,0 1 0,0 1 0,0 0 0,0 2 0,0-1 0,-19 3 0,29-2-436,0 1 0,1-1 0,-1 1 1,0 0-1,0 1 0,1-1 0,-1 1 0,1 0 0,-1 0 0,1 0 0,0 1 0,-1-1 0,1 1 0,1 0 1,-1 0-1,0 0 0,1 1 0,-1 0 0,1-1 0,0 1 0,1 0 0,-1 0 0,0 1 0,1-1 0,-3 8 1,1 5-54,0 0 0,2-1 0,0 1 0,1 0 0,0 18 0,4-35-150,0 1 0,0-1-1,0 0 1,0 0 0,0 0-1,-1-1 1,1 1 0,0-1-1,0 1 1,3-2 0,5-6-249,-1 0 1,0 0 0,-1-1 0,0 0-1,0-1 1,-1 0 0,-1 0 0,1-1 0,10-21-1,17-22 1106,-37 66 3313,4 23-3417,-1-12-146,-1-13-403,-1-4-13,1 1-1,0 0 0,1-1 1,0 1-1,0-1 0,0 1 1,2 6-1,-1-11-125,-1 0-1,0 0 1,0 0 0,1 0 0,-1 0 0,1-1-1,-1 1 1,1 0 0,0-1 0,0 1 0,0-1-1,0 0 1,0 1 0,0-1 0,0 0 0,0 0-1,0 0 1,1-1 0,-1 1 0,0 0 0,0-1-1,1 0 1,-1 1 0,4-1 0,20 1-2465,-1 0 1,30-4-1,12-9-7250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2:45.4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480 9 6403,'0'0'15055,"-8"-2"-13639,-59-3 653,-102 4-1,48 2-1947,121 27-358,13 193 493,-13-192-227,2-5-9,-2 0 0,-1 0 0,0-1 1,-2 1-1,-1-1 0,-1 1 0,-1-1 1,-10 26-1,-77 125 860,93-173-879,0-1-1,0 0 0,0 0 0,0 1 1,0-1-1,0 0 0,0 1 1,0-1-1,0 0 0,0 0 0,0 1 1,0-1-1,0 0 0,1 0 1,-1 1-1,0-1 0,0 0 0,0 0 1,0 1-1,1-1 0,-1 0 1,0 0-1,0 0 0,1 1 0,-1-1 1,0 0-1,0 0 0,1 0 1,-1 0-1,0 0 0,0 0 0,1 1 1,-1-1-1,0 0 0,1 0 1,-1 0-1,0 0 0,1 0 0,-1 0 1,0 0-1,0 0 0,1 0 1,-1 0-1,0-1 0,1 1 0,-1 0 1,22 0 12,-18 0-2,27-1 13,1-2 1,-1-1-1,0-1 0,0-2 1,38-13-1,-67 19-23,-1 1 1,1 0-1,-1-1 0,0 1 0,1-1 0,-1 1 0,0-1 0,1 0 0,-1 0 1,0 0-1,0 1 0,1-1 0,-1 0 0,0 0 0,0-1 0,0 1 0,0 0 1,-1 0-1,1 0 0,0-1 0,0 1 0,-1 0 0,1-1 0,-1 1 0,1 0 0,-1-1 1,0 1-1,1-3 0,1-2-1509,18-28-6866,-1 8 170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2:45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1 104 2561,'0'0'16821,"4"2"-15148,-2-1-1562,0 0-1,-1 0 1,1 0-1,-1 0 1,1 0-1,-1 0 1,1 1-1,-1-1 1,0 0-1,0 1 1,0-1 0,0 1-1,0-1 1,0 1-1,0 0 1,0 0-1,0-1 1,0 4-1,11 46 1022,1 2-696,-20-80-191,0-1-1,3 0 0,0-1 1,0-40-1,4 68-245,1 0 0,-1 0-1,1 0 1,0 0 0,-1 0-1,1 0 1,0 0 0,-1 1-1,1-1 1,0 0 0,0 0-1,0 1 1,0-1 0,0 1 0,0-1-1,0 1 1,0-1 0,0 1-1,0-1 1,0 1 0,0 0-1,0 0 1,0 0 0,1-1-1,38-6-555,-26 6-400,13-8-2035,-8 0-2030,1-7-5375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2:46.6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5699,'0'0'9503,"24"0"-8908,-6 0-477,190-7 1375,-11-14 1853,-197 22-3182,1-1 0,-1 0 1,0 0-1,1 1 1,-1-1-1,1 0 1,-1 1-1,1-1 1,-1 0-1,0 1 0,1-1 1,-1 1-1,0-1 1,1 1-1,-1-1 1,0 1-1,0-1 1,0 1-1,1-1 1,-1 1-1,0-1 0,0 1 1,0-1-1,0 1 1,0-1-1,0 1 1,0-1-1,0 1 1,0-1-1,0 1 1,0 0-1,0 29-752,-1-18 1143,-1 34 331,-3 0 1,-17 73 0,-3 20 108,12 161 1873,-16-300-2607,-34-5-254,-107-3-62,167 8-321,14-1-5926,15-3 1668,12-9-3295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2:47.2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7 2145,'0'0'3900,"-3"-1"-3105,-11-3 281,11 2 298,-24 3 4849,20 2 61,7 1-6147,1-1 0,-1 1 0,1-1 1,0 1-1,0-1 0,0 1 0,0-1 1,1 0-1,-1 1 0,1-1 0,0 0 1,0 0-1,0 0 0,0 0 0,3 2 1,46 39 898,-25-23-635,-10-8-292,-1 1 1,0 0-1,-2 2 0,1-1 0,-2 2 0,0-1 0,-1 2 0,-1-1 0,-1 2 0,0-1 0,-1 1 1,-1 0-1,-1 1 0,-1 0 0,0 0 0,-2 0 0,0 0 0,-1 40 0,-2-48-7,-2-1 0,0 0 0,0 0 0,-1 1 0,0-2-1,-1 1 1,0 0 0,-1-1 0,0 0 0,-1 0 0,0 0 0,0-1 0,-1 1-1,-8 7 1,-12 11 751,-2-2 0,-58 41 0,55-43-461,0 1 1,-31 33-1,57-51-392,0 1 0,1-1 0,0 1 0,-5 12 0,-15 20 0,24-38-43,1-1-458,-8-8-9565,-4-7 1691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2:48.5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7475,'0'2'23233,"1"5"-22352,5 16-7560,0-9 33,1 3-4271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2:48.7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549 1 11029,'0'0'10053,"-121"126"-6564,73-81-1264,1-4-1248,6 0-785,-6 4-192,-1 0-1201,-6 7-1632,-14 2-3010,-6 0-6002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3:02.7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113 27 160,'0'0'8697,"10"-6"-7669,31-15 20,-62 27 5039,7-3-5933,0 1 0,1 0 0,0 1 0,0 0 0,0 1 0,0 0 0,1 1 0,-13 10 0,24-15-155,-1-1 0,1 1 0,0-1 0,0 1 0,0-1 0,0 1 0,0 0 1,0-1-1,1 1 0,-1 0 0,1 0 0,-1 0 0,1 0 0,-1 0 0,1-1 0,0 1 0,0 0 0,0 0 1,0 0-1,1 0 0,-1 0 0,0 0 0,1 0 0,-1-1 0,1 1 0,0 2 0,1-1 1,-1 0 0,1 0-1,-1-1 1,1 1 0,0-1-1,0 1 1,0-1 0,0 0-1,0 1 1,1-1 0,-1 0-1,1-1 1,-1 1 0,6 3-1,99 31 68,-87-32-32,-1 2 0,1 0 1,-1 1-1,0 1 0,0 1 0,-1 0 1,0 2-1,-1 0 0,23 19 0,-37-28-27,-1 1-1,1-1 1,-1 1-1,0 0 1,0-1-1,0 1 1,0 0 0,0 0-1,-1 0 1,1 0-1,-1 0 1,0 1-1,0-1 1,0 0-1,0 1 1,-1-1-1,1 1 1,-1-1-1,0 0 1,0 1-1,0-1 1,0 1 0,-1-1-1,0 1 1,0 3-1,-1-3 44,-1 1-1,1-1 1,-1 0-1,0 0 0,0 0 1,0 0-1,0 0 1,-1-1-1,0 1 1,1-1-1,-1 0 1,0 0-1,-1 0 1,1-1-1,0 1 1,-9 2-1,0-1-24,0 0 0,0-1 0,-1-1 0,1 0 0,-1-1 0,1 0 0,-18-2 0,21 1-20,9 0-1,-1 0 1,1 0 0,0 0 0,0-1 0,0 1-1,-1 0 1,1-1 0,0 1 0,0-1 0,0 1-1,0-1 1,-1 0 0,1 1 0,0-1 0,0 0-1,0 0 1,1 0 0,-1 0 0,0 1 0,0-1 0,0-1-1,1 1 1,-1 0 0,0-2 0,-1-1 0,0 0 0,1 0 0,0-1-1,0 1 1,0 0 0,0-1 0,1-7 0,-1 4 9,1 0-1,1-1 0,0 1 1,0 0-1,1 0 1,0 0-1,0 0 1,6-14-1,17-29 150,-22 41-150,1 0 1,1 0 0,0 1 0,0 0-1,1-1 1,0 2 0,1-1 0,0 1-1,0 0 1,14-12 0,-11 13 206,-1 0 1,0-1-1,-1 0 1,9-10-1,-16 16-122,0 1 1,0-1-1,0 0 0,0 1 1,0-1-1,0 0 1,0 0-1,0 0 0,-1 0 1,1 1-1,-1-1 0,1 0 1,-1 0-1,0-3 0,0 4-49,0-1 0,-1 1 0,1 0 0,-1 0 0,1 0 0,-1-1 0,0 1 0,1 0 0,-1 0 0,0 0 0,0 0 1,0 0-1,0 0 0,0 1 0,0-1 0,0 0 0,0 0 0,0 1 0,0-1 0,0 0 0,0 1 0,-1-1 0,1 1 0,0 0 0,-2-1 0,-4 0 72,1-1 0,-1 1 0,0 1 1,0-1-1,1 1 0,-1 1 1,0-1-1,1 1 0,-1 0 0,0 1 1,1-1-1,-1 1 0,1 1 0,0-1 1,-1 1-1,1 0 0,-10 7 1,15-8-110,1-2-37,-1 19-10800,-5-11 4437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3:05.9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272 129 976,'0'0'10349,"-6"-29"-4231,11 20-6004,1 0 1,0 1 0,1 0 0,0 1-1,0-1 1,0 1 0,1 0-1,0 1 1,1 0 0,-1 0 0,1 1-1,0 0 1,10-3 0,-18 8-115,-1 0 1,1 0-1,-1-1 0,1 1 1,-1 0-1,0 1 1,1-1-1,-1 0 1,1 0-1,-1 0 1,1 0-1,-1 0 0,1 0 1,-1 1-1,1-1 1,-1 0-1,1 0 1,-1 1-1,0-1 1,1 0-1,-1 1 0,0-1 1,1 0-1,-1 1 1,0-1-1,1 0 1,-1 1-1,0-1 0,0 1 1,1-1-1,-1 1 1,0-1-1,0 1 1,0-1-1,0 1 1,0-1-1,1 1 0,-1-1 1,0 0-1,0 1 1,0-1-1,0 1 1,-1-1-1,1 1 0,0 33 254,-1-23-172,2 6-57,0 0 1,-2 0 0,0-1-1,-1 1 1,-1 0 0,0-1 0,-1 0-1,-1 0 1,-1 0 0,-11 24-1,6-22-12,-1 5-3,-1-2 0,-1 0 1,-24 27-1,23-32 1,0 0 1,-32 25-1,40-36-4,0-1 0,1-1-1,-1 1 1,-1-1 0,1 0-1,0 0 1,-1-1 0,1 0-1,-1-1 1,0 1 0,-10-1-1,-70 4 232,87-5-62,1-4-167,1-1 1,1 1 0,-1 0-1,0 0 1,1 0-1,0 0 1,0 0-1,0 0 1,0 1-1,1-1 1,0 1 0,-1-1-1,1 1 1,0 0-1,6-4 1,53-39 58,-53 41-39,0 0-1,0 1 0,0 1 0,1-1 1,-1 2-1,1-1 0,0 1 0,13-1 0,-17 2 2,-1 1 0,1 0-1,-1 0 1,1 1 0,-1-1-1,1 1 1,-1 0 0,1 1-1,-1-1 1,0 1 0,1 0-1,-1 0 1,0 1-1,0-1 1,8 8 0,0 1 323,0 0 1,1-1-1,19 11 1,-26-17-242,1-1 1,-1 0 0,1 0-1,0-1 1,0 0-1,0 0 1,0-1-1,0 0 1,12-1 0,-12 0 98,-5 1-126,0 0 0,1-1-1,-1 0 1,1 0-1,-1 0 1,1 0-1,-1-1 1,1 1 0,-1-1-1,0 0 1,1 0-1,-1 0 1,0 0-1,0 0 1,0-1 0,0 0-1,0 1 1,0-1-1,0 0 1,0-1-1,-1 1 1,1 0 0,-1-1-1,0 1 1,0-1-1,0 0 1,2-3-1,9-12 176,1 1 0,26-25-1,-31 29 835,-11 11 281,-4 8-1034,-2 9-259,5-11-4245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3:20.8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0 439 192,'0'0'6643,"21"-5"-2019,28-57-4508,-3-1 0,-2-2 0,46-95 0,-49 77 834,-47 85 1683,-22 17-2673,16-8 115,1-1 1,1 2 0,0 0-1,1 0 1,0 0 0,0 1 0,2 1-1,-1-1 1,2 1 0,0 1-1,1-1 1,0 1 0,1 0-1,1 0 1,0 0 0,1 0-1,1 1 1,0 21 0,0-2 181,0-20-104,0-1-1,1 0 1,1 0-1,0 1 1,1-1-1,1 0 1,0 0-1,9 26 1,-11-37-107,1-1 1,-1 1 0,1 0-1,-1 0 1,1-1 0,0 1-1,0-1 1,0 1-1,0-1 1,0 0 0,1 0-1,-1 0 1,1 0-1,2 2 1,1-3 199,-1 0 1,0 1-1,1-2 1,-1 1-1,1 0 1,-1-1-1,8-1 0,-8 1-134,1-1-1,-1 0 0,0 0 0,1-1 0,-1 1 0,0-1 1,0 0-1,0 0 0,0-1 0,0 0 0,0 0 0,4-3 0,36-18-905,-44 24 452,2-1-748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3:21.2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3394,'0'0'10124,"28"2"-4919,-12 2-3884,0-2-1,0 0 0,30-1 0,-5-2-2702,5 0-8938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3:21.7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27 4130,'0'0'9679,"20"0"-6390,128-18 940,-147 18-4214,-1 0-1,0 0 1,0 0-1,1 0 1,-1 0 0,0 0-1,0-1 1,1 1-1,-1 0 1,0 0-1,0 0 1,1 0 0,-1 0-1,0 0 1,0 0-1,0 0 1,1-1 0,-1 1-1,0 0 1,0 0-1,0 0 1,1 0-1,-1-1 1,0 1 0,0 0-1,0 0 1,0-1-1,0 1 1,1 0-1,-1 0 1,0 0 0,0-1-1,0 1 1,0 0-1,0 0 1,0-1 0,0 1-1,0 0 1,0-1-1,0-1-2803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3:22.1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 1905,'0'0'22618,"0"-2"-18872,0 11-7604,0 2-768,0 0-3426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3:22.2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319 0 12854,'0'0'3650,"-122"95"-273,88-61-2096,0 0-1281,0 2-112,0-4-1809,0 2-2305,7-3-3410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3:22.9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0 159 1969,'0'0'15065,"12"-2"-13450,-10 1-1487,1 0 0,0 0 1,0 0-1,0 1 0,0-1 1,-1 1-1,1 0 0,0 0 1,0 0-1,0 0 1,0 0-1,0 1 0,0-1 1,0 1-1,-1 0 0,1 0 1,0 0-1,0 0 0,-1 1 1,1-1-1,-1 1 1,1-1-1,-1 1 0,0 0 1,0 0-1,1 0 0,-1 0 1,-1 0-1,1 1 0,0-1 1,0 0-1,-1 1 1,0-1-1,3 6 0,4 10 800,-2-8-519,-1 1 0,0-1 0,-1 1 0,0 0 0,-1 1 0,0-1 0,2 15 0,-5-25-263,-3-7-31,-3-6-219,0-1 0,1 1 0,0-1 0,1-1 0,0 1 0,1 0 0,0-1 0,1 0 0,1 1-1,1-1 1,-1 0 0,4-21 0,-2 31 99,0-1 0,0 1 1,1 0-1,0 0 0,-1 0 0,1 0 0,1 0 0,-1 0 0,1 0 0,-1 1 0,1-1 0,0 1 0,0 0 0,1 0 0,-1 0 0,1 0 0,-1 0 0,1 1 0,0 0 0,0-1 0,0 2 0,0-1 1,8-2-1,11-4-30,1 2 0,0 0 1,27-2-1,-26 4-36,-21 4-861,17-3 1879,-14 2-4734,1 1-5519,-14 0-127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3:23.4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38 5923,'0'0'13779,"6"-2"-12893,17-5 124,0 0 0,0 1 0,1 2 0,38-3 0,-20 4-1932,4 1-3904,-2 2-5508,-25 0 2027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3:23.8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39 4162,'0'0'9386,"5"-1"-7639,245-14 6844,-236 10-8592,-13 0-3719,-1-1-5253,0-1-426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3:24.1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0 12950,'0'0'17528,"20"34"-16648,-20-32-223,0 3-449,0-3-176,0 2-32,0 1-32,0 2-641,0 0-799,-7 2-1666,0 0-2528,-6-5-4419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3:24.3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299 1 17864,'0'0'3250,"-122"101"95,95-74-2080,0 0-1265,-1 1-993,8 3-2448,-14 3-2834,-6 2-5026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4:15.6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85 560,'0'0'4037,"2"-10"-3584,2-2-318,-2 7-61,-1 0 0,0 0-1,0 0 1,0 0 0,0 0 0,-1-10-1,4-3 4336,-1 40-2233,4 348 4976,-21-294-6714,14-75-526,-6-1-9567,-1 0 4548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4:16.0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 2 1921,'0'0'9124,"0"0"-9050,0 0-1,0 0 1,0 0-1,-1-1 1,1 1-1,0 0 1,0 0-1,0 0 1,0 0-1,0 0 1,0 0-1,0 0 1,0 0-1,0 0 1,-1 0 0,1-1-1,0 1 1,0 0-1,0 0 1,0 0-1,0 0 1,0 0-1,-1 0 1,1 0-1,0 0 1,0 0-1,0 0 1,0 0-1,0 0 1,0 0 0,-1 0-1,1 0 1,0 0-1,0 0 1,0 0-1,0 0 1,0 0-1,0 1 1,-1-1-1,1 0 1,0 0-1,0 0 1,0 0-1,0 0 1,0 0-1,0 0 1,0 0 0,0 0-1,0 0 1,-1 1-1,1-1 1,0 0-1,0 0 1,0 0-1,0 0 1,0 0-1,-1 3 98,0-1-1,1 1 1,-1-1-1,1 1 1,-1-1 0,1 1-1,0-1 1,0 1-1,0-1 1,0 1-1,0-1 1,1 1-1,-1-1 1,1 1-1,-1-1 1,1 1 0,0-1-1,0 0 1,2 4-1,32 39 1140,-14-19-818,53 55 122,-38-54-370,-28-24-3367,-4-3-3400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4:16.3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162 0 1217,'0'0'14211,"-5"14"-13066,2 2-812,2-10-225,-1 0 0,1-1 0,-1 1 0,0-1 0,0 1 0,-1-1 0,0 0 0,0 1 0,0-1 0,0-1 0,-1 1 0,-8 8 0,-100 99 1623,112-112-1863,0 0 1,0 0-1,0-1 0,0 1 0,0 0 0,0 0 0,0 0 1,1 0-1,-1 0 0,0 0 0,0 0 0,0 0 0,0-1 1,1 1-1,-1 0 0,0 0 0,0 0 0,0 0 1,0 0-1,1 0 0,-1 0 0,0 0 0,0 0 0,0 0 1,0 0-1,1 0 0,-1 0 0,0 0 0,0 0 0,0 0 1,0 0-1,0 0 0,1 1 0,-1-1 0,0 0 0,0 0 1,0 0-1,0 0 0,0 0 0,1 0 0,-1 0 1,0 1-1,0-1 0,0 0 0,0 0 0,0 0 0,0 0 1,0 0-1,0 1 0,1-1 0,-1 0 0,0 0 0,0 0 1,0 0-1,0 0 0,0 1 0,0-1 0,0 0 1,0 0-1,0 0 0,0 0 0,0 1 0,0-1 0,0 0 1,0 0-1,0 0 0,-1 1 0,14-7-6319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4:19.1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0 210 2513,'0'0'7361,"8"-1"-2530,25-8-4655,-23 1-148,0 0-1,0 0 0,-1-1 0,-1-1 0,1 0 0,-2 0 0,1 0 0,-1-1 1,-1 0-1,0 0 0,5-13 0,-10 21-11,2-3 31,0-2-1,0 1 0,0 0 1,-1-1-1,0 1 0,0-1 0,0-8 1,-29 18 332,20 1-372,1 0 1,0 0 0,0 1-1,0 0 1,1 0 0,-1 0 0,1 1-1,-6 6 1,-38 43 51,46-48 11,0 0 0,0-1 1,1 1-1,0 0 1,0 0-1,0 0 0,1 0 1,0 1-1,0-1 0,1 0 1,0 0-1,1 11 0,-1-10 31,0 0 0,1 0 0,-1 0 0,2 0 0,-1-1 0,1 1 0,0 0 0,1-1 0,-1 1 0,1-1 0,5 8 0,-7-12-90,0-1-1,1 0 1,-1 0-1,0 0 1,0 0-1,1 0 1,-1 0-1,1 0 1,-1-1-1,1 1 1,-1 0-1,1-1 1,-1 1-1,1-1 1,-1 1-1,1-1 1,0 0-1,-1 0 1,1 0-1,0 0 1,-1 0-1,1 0 1,1 0-1,-1-1-18,0 1 1,0 0-1,0 0 1,0 0-1,0 0 1,-1 1-1,1-1 1,0 0-1,0 1 1,0-1-1,0 1 0,-1 0 1,1-1-1,2 2 1,-3 15-4822,-1-6-256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4:37.3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41 624,'0'0'4146,"2"-6"-3794,-1 4-194,-1 0-98,0 1 0,0-1 0,1 1 0,-1-1 0,1 1 0,-1-1 0,1 1-1,-1-1 1,1 1 0,0-1 0,0 1 0,-1 0 0,1 0 0,0-1 0,0 1 0,0 0 0,1 0 0,-1 0-1,0 0 1,0 0 0,0 0 0,1 0 0,-1 1 0,1-1 0,1-1 0,4 38 2984,1 16-2270,-2-1 0,-2 2 0,-6 100 0,0-43-76,2 115 1639,0-225-1958,0-38-3960,0 4-2611,0 20 2022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4:37.6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3394,'0'0'7913,"8"4"-5699,-3 2-1759,0 0-1,-1 1 1,1-1 0,-1 1 0,4 10 0,14 19 252,-19-30-673,1-1-1,0 1 0,0-1 1,1-1-1,0 1 1,0-1-1,0 1 0,0-1 1,0-1-1,1 1 1,0-1-1,0 0 0,0 0 1,0-1-1,0 1 1,0-1-1,1-1 0,-1 1 1,1-1-1,-1 0 1,1-1-1,-1 0 0,1 0 1,9-1-1,-9 1-348,10-3-723,-14-12-9038,-3 11 5378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4:37.9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183 1 1985,'0'0'9327,"-4"1"-8177,-11 5-627,-1 1 1,2 0 0,-1 1-1,1 1 1,0 0 0,1 1-1,0 1 1,1-1-1,0 2 1,-14 17 0,14 3-1506,10-10-5669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4:38.53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0 113 1953,'0'0'7582,"3"3"-6048,5 5-1033,-1 0 1,0 1-1,-1 0 1,0 0-1,0 1 1,-1 0-1,0 0 0,-1 0 1,0 0-1,-1 1 1,0 0-1,0-1 0,-1 1 1,-1 0-1,0 0 1,0 15-1,-22-42-240,18 10-251,1 0 0,0-1-1,0 1 1,0 0-1,0-1 1,1 0 0,0 1-1,1-1 1,0 0 0,0 1-1,0-1 1,1 0-1,-1 1 1,2-1 0,-1 1-1,1-1 1,0 1-1,0 0 1,1-1 0,5-8-1,4-7 6,1 1-1,1 1 1,1 0 0,21-22-1,-35 41-35,0 0 0,0 0-1,1 0 1,-1 0 0,0 0 0,0 0-1,1 0 1,-1 0 0,0 0-1,1 1 1,-1-1 0,1 0 0,-1 1-1,1 0 1,-1-1 0,1 1-1,-1 0 1,1 0 0,2-1 0,7 10-5650,-6-5-390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4:45.423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123 16 2785,'1'0'7940,"45"-8"-7577,-40 6-251,0 0 0,-1 1 0,1 0 0,0 0 0,0 1 0,-1-1 0,1 1 0,0 0 0,0 1 0,10 1 0,-15-1-87,0 0-1,1 0 0,-1 0 1,0 0-1,0 0 0,1 0 1,-1 0-1,0 0 0,0 0 1,0 1-1,0-1 0,0 1 1,-1-1-1,1 0 0,0 1 1,-1-1-1,1 1 0,-1-1 1,1 3-1,-1-3 8,1-1-1,-1 1 0,0 0 1,0-1-1,1 1 1,-1 0-1,0-1 1,0 1-1,0 0 1,0 0-1,0-1 1,0 1-1,0 0 1,0-1-1,-1 1 0,1 0 1,0 0-1,0-1 1,0 1-1,-1 0 1,1-1-1,0 1 1,-1-1-1,1 1 1,-1 0-1,1-1 1,-1 1-1,1-1 1,-1 1-1,1-1 0,-1 1 1,1-1-1,-1 0 1,0 1-1,1-1 1,-1 0-1,1 1 1,-1-1-1,0 0 1,-1 1-1,-47 2 1131,19-2-881,0 2 1,0 1-1,1 1 1,-33 11-1,42-10 618,23-6-661,90-5-11,-87 4-642,1 0 0,-1-1-1,1 1 1,-1-1 0,1-1 0,-1 1 0,0-1-1,0 0 1,0-1 0,-1 1 0,1-1 0,4-5-1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4:46.328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136 3 3650,'0'0'1331,"-20"-1"-37,-95-1 1766,129 11-2700,153-1 1606,-158-4-1442,-18 2 37,-17 3-16,-8-5 1068,-67-1 1131,101-1-2759,0-1 0,0 0 0,0 0 0,0 0 1,0 1-1,0-1 0,1 0 0,-1 0 0,0 0 0,1 1 0,-1-1 0,1 0 0,-1 0 1,1 0-1,-1 0 0,1 0 0,0 0 0,0 0 0,0 0 0,-1 0 0,1-1 0,0 1 0,0 0 1,0 0-1,0-1 0,2 2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03.2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44 126 3506,'0'0'6269,"1"-4"-5084,0 0-603,2-4-236,-2-1 4411,-1 9-4648,3-3-61,0 0 0,0 0 0,0-1 1,-1 1-1,1 0 0,-1-1 0,0 0 0,0 0 0,3-7 0,1-1-32,-3 8-22,-1 0 1,1 1-1,0 0 1,0-1-1,0 1 1,1 0-1,-1 1 1,1-1 0,0 1-1,-1-1 1,1 1-1,0 0 1,0 1-1,1-1 1,-1 1-1,0-1 1,0 1 0,1 1-1,-1-1 1,1 0-1,-1 1 1,0 0-1,1 0 1,6 1 0,-10 0 4,0 0 1,0 0 0,1 0 0,-1-1-1,0 1 1,0 0 0,0 0 0,0 1 0,0-1-1,0 0 1,-1 0 0,1 0 0,0 1-1,-1-1 1,1 0 0,-1 1 0,1-1 0,-1 0-1,1 1 1,-1-1 0,0 0 0,0 1 0,0-1-1,0 1 1,0 1 0,3 41 54,-3-24-31,1-11-10,0-1 1,-1 1-1,0-1 0,-1 1 0,0-1 0,0 1 0,-1-1 1,0 0-1,0 1 0,-1-1 0,0 0 0,0-1 0,-8 13 1,6-14 5,-4 8 19,-1-1 0,-1-1 1,-19 18-1,26-26-30,-1-1 1,1 0 0,-1 0-1,0 0 1,0-1 0,0 0-1,0 0 1,-1 0-1,1 0 1,0-1 0,-1 0-1,1 0 1,-1 0-1,-7-1 1,12 0-7,-1 0 0,1-1 0,-1 1-1,1 0 1,0-1 0,-1 1 0,1-1 0,0 0 0,0 1 0,-1-1-1,1 0 1,0 0 0,0 0 0,0 1 0,0-1 0,0 0-1,0-1 1,0 1 0,0 0 0,0 0 0,1 0 0,-1 0 0,0-1-1,1 1 1,-1 0 0,1-1 0,-1 1 0,1 0 0,0-1-1,0 1 1,-1-1 0,1 1 0,0-1 0,1-2 0,-2 2-3,1 0 0,0 0 1,0 0-1,1 0 1,-1 0-1,0 0 1,1-1-1,-1 1 0,1 0 1,0 0-1,-1 1 1,1-1-1,0 0 1,0 0-1,0 0 0,1 0 1,-1 1-1,0-1 1,1 1-1,-1-1 1,1 1-1,-1-1 0,4-1 1,9-1 388,-1 2 0,1-1 1,0 2-1,0 0 0,0 0 0,-1 1 1,1 1-1,0 0 0,23 6 0,26 0 1423,-60-7-1684,-1 0 0,1 0 0,0 0 0,0 1 0,0-1 0,-1 1 0,1-1 0,0 1 0,-1 0 0,1 0 0,0 0 0,-1 0 0,1 1 0,-1-1 0,1 1 0,-1-1 0,0 1 0,0 0 1,0 0-1,4 4 0,-4-1 104,0 0 1,-1 0 0,1 0-1,-1 1 1,0-1-1,0 1 1,0-1 0,-1 0-1,0 1 1,-1 5 0,1-10-21,4 0-639,-1-1-2706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04.7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253 18 272,'0'0'7339,"16"-11"-5539,-13 8 3676,-30 5-5115,0 0 1,0 2-1,0 1 1,1 1-1,0 1 1,0 2-1,-42 19 1,67-28-357,0 0 0,1 0 0,-1 1-1,0-1 1,0 0 0,0 1 0,0-1 0,1 1 0,-1-1 0,0 1 0,0-1 0,1 1 0,-1-1 0,0 1 0,1 0 0,-1-1-1,1 1 1,-1 0 0,1 0 0,-1-1 0,1 1 0,-1 0 0,1 0 0,0 0 0,0 0 0,-1-1 0,1 1 0,0 0-1,0 0 1,0 0 0,0 0 0,0 0 0,0 0 0,0 0 0,0-1 0,0 1 0,0 0 0,1 0 0,-1 0 0,1 1 0,0 0-5,0 0 0,1 0 0,-1 0 1,1 0-1,0 0 0,-1-1 1,1 1-1,0-1 0,0 1 0,0-1 1,0 0-1,5 3 0,8 2 17,0 1-1,-1 1 0,0 0 0,0 1 1,-1 0-1,16 15 0,-24-19-13,0-1 0,0 2 0,-1-1 0,0 0 0,1 1 0,-2 0 0,1 0 0,-1 0 1,0 0-1,0 1 0,-1-1 0,0 1 0,0 0 0,0 0 0,-1-1 0,1 15 0,-2-14-3,0 1 2,0 1 1,0 0-1,-1 0 1,0-1 0,0 1-1,-4 10 1,4-15-1,-1-1 1,0 0-1,0 1 1,0-1-1,-1 0 1,1 0 0,-1-1-1,1 1 1,-1-1-1,0 1 1,0-1-1,0 0 1,0 0-1,-1 0 1,1 0 0,-1-1-1,-4 3 1,-5 0-9,1-1 0,-1 0 1,0 0-1,-1-1 0,1-1 1,0 0-1,-16-2 0,29 1 6,0-1-1,-1 1 0,1 0 1,0-1-1,0 1 1,-1-1-1,1 1 0,0-1 1,0 1-1,0-1 0,0 1 1,0 0-1,-1-1 1,1 1-1,0-1 0,0 1 1,0-1-1,0 1 0,0-1 1,1 1-1,-1-1 1,0 1-1,0-1 0,0 1 1,0-1-1,0 1 0,1-1 1,-1 1-1,0 0 1,0-1-1,1 0 0,7-16-11,5 3 36,1 0-1,0 1 0,1 1 0,0 1 0,1 0 1,24-13-1,-15 10 49,41-33 0,-59 41-3,0-1 0,0 0 0,-1 0 0,0 0 0,0-1 0,-1 0 0,0 0 0,0 0 0,-1-1 0,0 1 0,-1-1 0,0 0 0,0-1 0,-1 1 0,0 0 0,0-1 0,-1 1 0,-1-1 0,1 1 0,-2-1 0,-1-17 0,1 25-38,1 0 0,-1-1 0,1 1 0,-1 0 0,0 0 0,1-1 0,-1 1 0,-1 0 0,1 0 1,0 0-1,0 0 0,-1 0 0,1 0 0,-1 1 0,1-1 0,-1 0 0,0 1 0,0-1 0,0 1 0,0 0 0,0-1 0,0 1 0,0 0 0,0 0 0,0 1 0,0-1 0,-1 0 0,-2 0 0,-7-1 79,0 1 0,-1 0 0,1 0-1,-17 2 1,5 0 21,10-1-30,-30 2 442,42-2-537,1 1 0,0-1-1,0 0 1,0 1 0,0-1-1,0 1 1,-1 0 0,1-1 0,0 1-1,0 0 1,0-1 0,1 1-1,-1 0 1,0 0 0,0 0-1,0 0 1,1 0 0,-1 0 0,0 0-1,1 0 1,-1 0 0,1 0-1,-1 0 1,1 0 0,-1 0-1,1 1 1,0-1 0,0 0-1,0 0 1,-1 1 0,1 0 0,1-1-57,0 0 1,-1 0-1,1-1 1,0 1-1,-1 0 0,1-1 1,0 1-1,0-1 1,-1 1-1,1-1 1,0 1-1,0-1 1,0 1-1,0-1 1,0 0-1,0 0 1,-1 1-1,1-1 1,0 0-1,0 0 1,0 0-1,0 0 1,0 0-1,0 0 1,1 0-1,36 0-2698,-30 0 926,16 0-3248,-8 0-2082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16.2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77 496,'0'0'3183,"1"-3"-636,0-10 10007,-3 11-10829,0 2-1723,0-1 1,0 1-1,0 0 0,0 0 0,0 0 0,1 0 0,-1 1 0,0-1 0,0 1 0,0-1 0,0 1 0,0-1 0,1 1 0,-1 0 0,0 0 0,1 0 0,-1 0 0,0 0 1,1 0-1,-1 0 0,-1 2 0,-30 34 270,-35 48 0,49-43-89,12-21 26,5-15-90,0 1 0,1-1 0,0 0 0,1 1 0,-1-1 0,1 1 0,0-1-1,1 0 1,-1 1 0,1-1 0,1 0 0,-1 1 0,1-1 0,0 0 0,0 0 0,1 0 0,0 0 0,0-1 0,0 1-1,6 6 1,-6-9-69,0 0 0,1 0-1,0-1 1,0 1-1,0-1 1,0 0 0,0 0-1,0 0 1,0-1-1,1 1 1,-1-1 0,7 1-1,62 2 294,-54-4-253,-16-1-86,0 0 0,-1 1 0,1-1 0,0 0 1,0-1-1,-1 1 0,1 0 0,0-1 0,-1 0 0,1 1 0,-1-1 0,0 0 0,0 0 0,0 0 0,3-3 1,12-10 4,-13 12-3,-1 0 0,1-1 0,0 1 0,-1-1 0,0 0 0,0 0 0,0 0 0,0-1 0,-1 1 0,0-1 0,0 1 0,0-1 0,0 0 0,1-7 0,16-30-3,-15 33 4,0 1 0,0-1 0,-1 0-1,0 0 1,-1-1 0,1 1 0,-2-1 0,1 1-1,-2-1 1,1-10 0,6-71 12,-7 89-18,0 0 0,0 0 0,0 0 0,1 0 1,-2 0-1,1 0 0,0 0 0,0 0 0,-1 0 1,1 0-1,-1 0 0,1 1 0,-1-1 0,0 0 1,0 0-1,0 0 0,0 1 0,0-1 0,0 0 1,0 1-1,-1-1 0,1 1 0,-1 0 0,-2-3 1,1 1 0,1 1 4,-1 0 1,1 0 0,-1 0 0,1 1-1,-1-1 1,0 1 0,0-1 0,0 1 0,0 0-1,0 0 1,0 0 0,0 1 0,0-1-1,0 1 1,0 0 0,0-1 0,0 1 0,-1 1-1,1-1 1,0 0 0,0 1 0,0 0-1,0-1 1,0 1 0,-4 2 0,-15 6 268,16-8-176,-1 1 0,1 0 0,0 1 0,0-1 0,0 1 0,1 0 0,-1 0 0,1 1 0,0 0 0,0 0 0,0 0 0,0 1 0,1-1 0,-1 1 0,-5 9 0,10-14-135,-1 1 1,1-1-1,0 0 0,0 1 0,0-1 1,0 1-1,-1-1 0,1 0 0,0 1 1,0-1-1,0 1 0,0-1 1,0 1-1,0-1 0,0 0 0,0 1 1,0-1-1,0 1 0,1-1 0,-1 1 1,0-1-1,0 0 0,0 1 0,0-1 1,1 0-1,-1 1 0,0-1 0,0 1 1,1-1-1,-1 0 0,0 1 0,1-1 1,-1 0-1,1 1 0,17 2-1913,21-9-4674,-12-9-1613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17.8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27 1121,'0'0'5589,"-7"-23"1102,19 24-329,40 0-1976,113-5-4110,-164 3-214,0 1 1,0 0 0,0 0 0,0 0 0,0-1 0,0 1-1,0 0 1,0 0 0,0 0 0,0 0 0,0 1 0,0-1 0,0 0-1,0 0 1,0 1 0,0-1 0,0 0 0,0 1 0,0-1-1,0 1 1,-1-1 0,2 2 0,-1 0-26,-1 0 0,0 0 1,1 0-1,-1 0 0,0 0 0,0 0 0,0 0 1,-1 0-1,1 0 0,0 0 0,-1 0 0,1-1 1,-2 4-1,-23 43 205,3-10-81,3 21-16,16-47-66,-1 1 0,0-1 1,-1 0-1,0 0 1,-8 12-1,-12 32 409,22-46-400,-1-1 0,0 0 0,0 0 0,-11 16 1,13-23-9,0 1 1,1 0-1,-1 0 1,1 0-1,0 0 1,0 1-1,0-1 1,0 0-1,1 0 1,-1 7-1,-13 31-952,9-35 239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18.5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21 880,'1'-5'20186,"1"5"-18591,12 2-1281,1 0-1,0-1 1,0 0 0,0-1 0,18-2-1,5 1-7,45 1 104,86-1 375,-165 1-579,0 0 0,0-1 0,0 1 1,-1-1-1,1 0 0,0 0 0,0-1 0,4-1 0,-8 3-224,0 0-1,0-1 1,0 1-1,0 0 0,0 0 1,0 0-1,1 0 1,-1 0-1,0 0 0,0 0 1,0 0-1,0 0 1,0 0-1,0 0 0,0-1 1,0 1-1,0 0 1,0 0-1,0 0 0,1 0 1,-1 0-1,0 0 1,0 0-1,0-1 1,0 1-1,0 0 0,0 0 1,0 0-1,0 0 1,0 0-1,0 0 0,0-1 1,0 1-1,0 0 1,0 0-1,0 0 0,0 0 1,-1 0-1,1 0 1,0-1-1,0 1 0,0 0 1,0 0-1,0 0 1,0 0-1,0 0 0,0 0 1,0 0-1,0 0 1,0 0-1,-1-1 0,1 1 1,0 0-1,0 0 1,0 0-1,0 0 0,0 0 1,0 0-1,0 0 1,-1 0-1,1 0 0,0 0 1,0 0-1,0 0 1,-26-3-6453,7 3-492,-1 0-2788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34.0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1 4898,'0'0'7073,"0"0"-7006,0 0 0,0 0 0,0 0 0,0 1-1,0-1 1,0 0 0,1 0 0,-1 0 0,0 0 0,0 0 0,0 1 0,0-1 0,0 0 0,0 0 0,0 0 0,0 0 0,0 0 0,0 0 0,1 0 0,-1 1-1,0-1 1,0 0 0,0 0 0,0 0 0,0 0 0,0 0 0,1 0 0,-1 0 0,0 0 0,0 0 0,0 0 0,0 0 0,0 0 0,1 0 0,-1 0 0,0 0-1,0 0 1,0 0 0,0 0 0,1 0 0,-1 0 0,0 0 0,0 0 0,0 0 0,0 0 0,0 0 0,0 0 0,1 0 0,-1 0 0,0-1 0,0 1 0,0 0-1,0 0 1,0 0 0,0 0 0,0 0 0,1 0 0,-1 0 0,0-1 0,0 1 0,0 0 0,0 0 0,0 0 0,0 0 0,0 0 0,0-1 0,-2 21 538,-1 1 0,-1-2 0,-1 1 0,0 0 0,-2-1 0,-16 35 0,-15 48 205,-24 116-963,62-217-3,-10 23-1717,0-16-7073,3-8 3663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34.5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1 294 6771,'0'0'1862,"20"-7"-536,66-17 2033,136-20 0,97 7-1387,-153 21-1713,322-73-1,-460 82-478,0-2-1,-1-1 1,0 0 0,27-16-1,-44 15 304,-21 8 305,-19 4 43,19 1-248,-1 0 0,1 0 1,0 1-1,0 1 0,0 0 0,0 1 1,1 0-1,0 0 0,0 1 0,0 0 1,1 1-1,0 0 0,0 1 0,0 0 1,1 0-1,-8 10 0,0 5 202,0 1 1,1 1-1,1 0 0,2 1 0,-13 36 1,14-35-279,-11 29 274,2 2 0,-21 96 1,35-126-2381,3-19 378,5-21 364,0 5 648,0 1 1,1 1-1,0-1 0,0 0 0,0 1 1,0-1-1,1 1 0,0 0 1,0 0-1,1 0 0,8-7 1,2-1-2260,1 1-1,24-15 1,-5 6-1990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34.7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 4226,'0'0'11477,"-34"122"-11237,34-116-240,0-1-624,0 0-2625,7-5-2098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34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0 10485,'0'0'14465,"-1"8"-12677,-8 35 214,0-5 880,5-12-3966,1-5-3266,2-3-4307,1-25 58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35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0 7491,'0'0'17929,"-74"18"-17977,74-11-465,0 4-1183,0-4-1986,0 0-2545,6-5-4146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35.5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346 0 10597,'0'0'7918,"-20"4"-4330,-65 11-530,80-14-2829,-1 0 0,1 0 0,-1 0 0,1 1 0,0 0 1,0 0-1,-10 6 0,14-7-223,0 0 0,0 0 0,0 1 1,0-1-1,0 0 0,0 0 0,0 1 1,1-1-1,-1 0 0,0 1 0,1-1 0,-1 1 1,1-1-1,-1 1 0,1-1 0,0 1 1,0-1-1,0 1 0,0-1 0,0 3 0,1-2-53,-1-1-1,1 1 0,0-1 1,-1 1-1,1-1 0,0 1 1,0-1-1,0 1 0,0-1 1,1 0-1,-1 0 0,0 0 0,1 0 1,-1 0-1,0 0 0,1 0 1,-1 0-1,1 0 0,-1 0 1,1-1-1,0 1 0,2 0 1,48 15-895,-35-12 665,-5 0 66,-3-1 51,0 0 0,-1 0 0,1 1 0,11 6 0,-19-9 157,1-1 0,-1 1 1,0 0-1,0 0 0,0 0 0,0 0 0,0 0 0,0 0 1,0 0-1,0 0 0,0 0 0,0 0 0,-1 0 0,1 1 1,0-1-1,-1 0 0,1 1 0,-1-1 0,1 0 0,-1 1 1,0-1-1,1 1 0,-1-1 0,0 0 0,0 1 0,0-1 1,0 1-1,-1-1 0,1 1 0,0-1 0,0 0 1,-1 1-1,1-1 0,-1 0 0,0 3 0,-1-2 73,1-1 0,-1 1 0,0 0 0,1-1 0,-1 1 0,0-1 0,0 1 0,0-1 0,0 0 0,0 0 0,0 0 0,0 0 0,0 0 0,0-1 0,-4 2-1,-41 7 714,34-7-548,-132 13 133,96-13-3340,0-2-4319,29 0-211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36.0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52 1201,'0'0'5101,"3"-5"-4056,0-1-614,-2 5-267,0-1 0,0 0 0,0 0 0,0 0 0,-1 0 0,1 0 0,0 0 0,-1 0 0,0 0 0,1 0 0,-1-4 0,0 6 108,0-1 1,0 1-1,1-1 0,-1 0 1,0 1-1,0-1 0,0 1 1,1 0-1,-1-1 1,0 1-1,1-1 0,-1 1 1,0-1-1,1 1 0,-1 0 1,1-1-1,-1 1 1,1 0-1,-1-1 0,1 1 1,-1 0-1,1 0 0,-1-1 1,1 1-1,-1 0 1,1 0-1,23-4 2789,-22 4-2989,0 0 0,0 0 0,0 0 0,-1 0 0,1 1 0,0-1 0,0 0 0,0 1-1,0-1 1,0 1 0,0 0 0,-1-1 0,1 1 0,0 0 0,-1 0 0,1 0 0,0 0 0,-1 1-1,0-1 1,3 3 0,-2 0-210,0 0 0,0-1 0,1 1-1,-1-1 1,1 0 0,0 1 0,0-1 0,0 0-1,4 2 1,18 8-7649,-11-12-633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36.4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0 1345,'0'0'8342,"5"0"-5706,-4 0-2343,0 0 0,0 0 0,-1 0 0,1 0 0,0 0 0,0 1 0,0-1 0,0 0 0,-1 0 0,1 0 0,0 1 0,0-1-1,0 0 1,-1 1 0,1-1 0,0 1 0,-1-1 0,1 1 0,0-1 0,-1 1 0,1 0 0,0-1 0,-1 1 0,1 0 0,-1-1 0,0 1 0,1 0 0,-1 0 0,1-1 0,-1 1 0,1 1 0,-2 18 5287,-5-3-6094,-13 20 1803,12-26-1211,2 1 1,-1-1 0,-5 19 0,3-20-3037,8-10 2767,-1 0 1,1 0-1,0 0 0,-1 0 1,1 0-1,0 0 1,0 1-1,-1-1 1,1 0-1,0 0 0,-1 0 1,1 0-1,0 0 1,0 0-1,-1-1 0,1 1 1,0 0-1,0 0 1,-1 0-1,1 0 0,0 0 1,-1 0-1,1 0 1,0-1-1,0 1 1,-1 0-1,1 0 0,0 0 1,0 0-1,0-1 1,-1 1-1,1 0 0,0 0 1,0-1-1,0 1 1,0 0-1,0 0 0,-1-1 1,1 1-1,0 0 1,0 0-1,0-1 1,0 1-1,0 0 0,0-1 1,0 1-1,0 0 1,0 0-1,0-1 0,0 0 1,-1-27-10938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36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 15143,'0'0'7844,"-41"124"-10806,75-106-1520,-7 0-3121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36.8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0 9300,'0'0'8116,"-19"4"-3669,-60 12-1128,76-15-3127,0 0 0,0 0 0,0 0 0,0 0 0,1 0 1,-1 0-1,0 1 0,0-1 0,-4 4 0,7-4-169,-1-1 1,1 1-1,-1-1 1,1 1 0,0-1-1,-1 1 1,1-1-1,0 1 1,-1 0-1,1-1 1,0 1 0,0-1-1,0 1 1,-1 0-1,1-1 1,0 1-1,0 0 1,0-1 0,0 1-1,0 0 1,0-1-1,0 1 1,0-1-1,1 1 1,-1 0 0,0 0-1,2 1-24,-1 0 0,0 1 0,1-1 0,0 0 1,-1-1-1,1 1 0,0 0 0,0 0 0,0-1 0,0 1 0,0-1 0,3 2 0,11 5 0,29 18-728,-43-24 701,0-1 0,0 1 0,-1-1 0,1 1 0,-1 0 0,1 0 0,-1 0 0,0 0 0,0 0 0,0 0 0,0 0 0,0 0 0,0 1 0,0-1 0,-1 0 0,1 1 0,-1-1 0,0 5 0,0-6 53,-1 0 0,0 1 0,0-1-1,1 0 1,-1 0 0,0 0 0,0 0-1,0 0 1,0 0 0,-1 0 0,1 0-1,0 0 1,0 0 0,0-1 0,-1 1-1,1 0 1,0-1 0,-2 1-1,-39 16 287,18-7-430,22-9-248,-22 14-564,15-2-7354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37.1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428 0 1569,'0'0'23114,"-55"143"-18456,28-80-2112,-7-2-1666,7-7-880,0-4 0,7-5 0,-7-7 0,-7-6 0,7-5-832,-14-2-1890,7-12-1488,0-6-2176,-6-7-6132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37.6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0 604 5074,'21'-9'9431,"314"-102"2068,33-12-8272,-313 101-3260,-2-2 1,-1-3 0,-1-2 0,73-55-1,-57 26-444,-62 53 420,0-1 0,0 0 0,-1 1 0,0-1 0,0-1-1,0 1 1,-1-1 0,0 1 0,4-14 0,-7 19 56,0 0 0,1-1 0,-1 1 1,0 0-1,0-1 0,0 1 0,0 0 0,0-1 1,0 1-1,0 0 0,-1-1 0,1 1 0,0 0 1,-1 0-1,1-1 0,-1 1 0,1 0 1,-1 0-1,0 0 0,0 0 0,1-1 0,-1 1 1,0 0-1,0 0 0,0 1 0,0-1 0,0 0 1,0 0-1,0 0 0,0 1 0,-1-1 0,1 0 1,0 1-1,0-1 0,-1 1 0,1 0 0,0-1 1,0 1-1,-1 0 0,1 0 0,-2 0 0,-8-2 39,-1 1-1,1 1 1,-23 2-1,18-1 47,3 0-17,0 0 0,0 1 0,0 1 0,0 0 0,1 1 0,0 0 0,-1 1 0,2 0 0,-16 9 0,8-2 54,0 1 0,1 1 0,1 0 0,-29 31 0,13-5 134,1 0 0,2 2 0,-47 92-1,65-113-267,1 1 0,1 0-1,0 1 1,2 0 0,1 0-1,1 1 1,1 0 0,-2 28-1,7-51-90,4-3-37,-1 0 127,1 0 0,-1 0 1,1-1-1,-1 0 0,0 0 1,0 0-1,4-5 1,-2 3-1,12-11 6,55-42 163,-71 57 1550,-1 39-844,-1-13-678,0-17-591,1 1 0,0-1-1,0 1 1,1-1 0,2 13 0,12 3-4367,-13-23 4063,0 1 1,0-1 0,0 0-1,0 0 1,0 0 0,0 0-1,0 0 1,1 0 0,-1-1-1,0 1 1,5 0 0,12-1-7085,-4 0-1427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37.9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98 3298,'0'0'21970,"8"-1"-20628,153 3-83,-159-2-1275,0-1 0,0 1 0,0-1 0,0 0 0,0 0 0,0 0 0,-1 0 0,1-1 0,0 1 0,-1 0 0,1-1 0,-1 1 0,1-1 0,-1 0 0,0 1 0,1-1 0,-1 0 0,0 0 0,0 0 0,0 1 0,-1-1 0,1 0 0,0 0 0,-1-1 0,1 1 0,-1 0 0,0 0 0,0 0 0,1 0 0,-2 0 0,1 0 0,0 0 0,0 0 0,-1-1 0,1 1-1,-1 0 1,1 0 0,-1 0 0,0 0 0,0 1 0,0-1 0,0 0 0,0 0 0,0 0 0,-2-1 0,-3 0 163,-1 0-1,1 0 0,-1 1 1,1 0-1,-1 0 0,0 1 1,1-1-1,-1 2 0,0-1 1,0 1-1,0 0 0,-10 1 1,12 0 38,1-1 0,0 1 1,-1 0-1,1 0 0,-1 1 1,1-1-1,0 1 0,0 0 0,-5 3 1,7-3-107,0-1-1,1 0 1,-1 0 0,1 1 0,-1-1 0,1 1-1,0 0 1,0-1 0,0 1 0,0 0 0,0 0 0,0-1-1,0 1 1,0 0 0,1 0 0,-1 0 0,1 0-1,-1 0 1,1 0 0,0 4 0,0-1-94,0 1 1,0-1-1,0 0 1,1 0-1,0 1 0,0-1 1,0 0-1,1 0 1,0 0-1,0 0 1,0 0-1,5 8 0,-2-7-207,1-1 0,0 1-1,0-1 1,0 0 0,0 0-1,1-1 1,0 1 0,8 3 0,3 1-1070,1 0 1,-1-1 0,1-1 0,1-1-1,21 4 1,39 1-9244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38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70 117 11077,'0'0'20754,"-4"12"-19954,-15 39-664,20-50-136,-1-1 0,0 1 0,0-1 0,0 1 0,0-1 0,-1 1 0,1-1 0,0 1 0,0-1 0,0 1 0,0-1 0,0 1 0,-1-1 0,1 1 0,0-1 0,0 1 0,-1-1 0,1 0 0,0 1 0,-1-1 0,1 1 0,-1-1 0,1 0 0,0 1 0,-1-1 0,1 0 0,-1 0 0,1 1 0,-1-1 0,1 0 0,-1 0 0,1 0 0,-1 0 0,1 1 0,-1-1 0,1 0 0,-1 0 0,1 0 0,-1 0 0,1 0 0,-1 0 0,-13-22 0,-3-38 0,17 57-2,-1-4-57,0 0 0,1 0 0,-1-1 0,1 1 0,2-10 0,-2 16 44,0 0 0,1-1 0,-1 1 1,1 0-1,-1-1 0,1 1 0,-1 0 0,1 0 0,0-1 0,0 1 0,-1 0 0,1 0 0,0 0 0,0 0 0,0 0 0,0 0 0,1 0 0,-1 0 0,0 1 0,0-1 0,0 0 0,1 1 0,-1-1 0,0 1 0,1-1 0,-1 1 0,0-1 0,1 1 0,-1 0 0,0 0 0,1 0 1,-1 0-1,2 0 0,14 2-129,0 0 0,-1 1 0,0 1 0,1 1 0,-1 0 1,24 12-1,-17-8-9,0 0 1,28 6-1,-21-9-266,0-2-1,0 0 1,45-2 0,-67-2 389,0 0 1,0-1-1,0 0 0,0 0 0,0 0 1,0-1-1,0-1 0,0 1 1,-1-1-1,1 0 0,-1-1 0,0 0 1,0 0-1,0 0 0,-1-1 1,1 0-1,10-11 0,-16 15 61,0-1-1,0 1 1,0 0-1,0-1 0,0 1 1,-1 0-1,1-1 1,0 1-1,0-1 1,-1 1-1,1-1 0,-1 0 1,0 1-1,1-1 1,-1 0-1,0 1 1,0-1-1,0 1 0,0-1 1,-1-2-1,1 3 8,-1 0-1,0 0 0,1 0 1,-1-1-1,0 1 0,0 0 1,0 1-1,0-1 0,0 0 1,0 0-1,0 0 1,0 1-1,0-1 0,-1 0 1,1 1-1,0-1 0,0 1 1,-1-1-1,-1 1 0,-9-3 229,1 2 0,-1 0 0,0 0 0,-16 2 0,15-1-68,0 0-65,6-1 22,0 1 0,0 0 0,0 1-1,0 0 1,-12 3 0,16-3-122,0 0 0,0 1 1,1-1-1,-1 1 0,0 0 0,1 0 1,0 0-1,-1 0 0,1 0 0,0 0 1,0 1-1,0-1 0,0 1 0,0 0 0,1-1 1,-2 4-1,1-2-96,0 0 0,0 1 0,1-1-1,-1 1 1,1-1 0,0 1 0,0-1 0,1 1 0,0 0 0,-1-1-1,1 1 1,1 0 0,-1-1 0,1 1 0,0-1 0,0 1 0,0-1-1,1 1 1,-1-1 0,1 0 0,0 1 0,0-1 0,1 0 0,-1 0-1,1-1 1,0 1 0,0 0 0,0-1 0,0 0 0,1 0 0,-1 0-1,1 0 1,0 0 0,0-1 0,0 0 0,0 1 0,0-1 0,6 1 0,10 1-1985,0 0 0,0-1 1,0-2-1,37 0 0,-39-1-173,42 0-6628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39.2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266 31 1281,'0'0'27313,"-19"-6"-25258,11 3-1785,-2-1-138,-1 0 0,0 0 0,0 1 0,0 1 0,0 0 0,0 0 0,0 2 0,-1-1 0,1 1 0,0 1 0,-1 0 0,1 0 0,-21 6 0,27-5-132,0 0 0,0 0 0,1 1 0,-1 0 0,0-1 0,1 2 0,-1-1 0,1 0 0,0 1 0,-6 7 0,9-9 0,0-1 0,0 1 0,1-1 0,-1 1 0,0 0 0,1-1 0,0 1 0,-1 0 0,1 0 0,0-1 0,-1 1 0,1 0 0,0 0 0,1-1 0,-1 1 0,0 0 0,0 0 0,1-1 0,-1 1 0,1 0 0,-1 0 0,1-1 0,0 1 0,0-1 0,-1 1 0,1-1 0,0 1 0,1-1 0,-1 1 0,0-1 0,0 0 0,1 0 0,-1 0 0,0 0 0,1 0 0,2 2 0,40 25-1020,-31-21 325,-1 0 1,0 1-1,12 10 1,-21-15 599,-1-1 1,1 1-1,-1-1 1,0 1-1,0 0 1,0-1-1,0 1 1,0 0 0,-1 0-1,1 1 1,-1-1-1,0 0 1,0 0-1,0 1 1,0-1-1,-1 0 1,1 7-1,-2-8 103,0-1 0,0 1-1,0 0 1,-1 0-1,1-1 1,-1 1 0,1-1-1,-1 1 1,1-1-1,-1 0 1,0 1-1,0-1 1,0 0 0,0 0-1,0 0 1,0-1-1,0 1 1,0 0-1,0-1 1,0 1 0,0-1-1,0 0 1,-5 0-1,-53 8 940,233-63-14529,-152 49 12181,104-34-6621,-48 1 6442,-64 29 1031,2-10 7890,-15 19-7077,0 0 0,1 1 0,-1-1 0,0 1 0,0-1 0,1 0 0,-1 1 0,0-1 0,0 0 0,0 1 0,0-1 0,0 0-1,0 1 1,0-1 0,0 0 0,-1 1 0,1-1 0,0 0 0,0 1 0,0-1 0,-1 0 0,1 1 0,0-1 0,-1 1 0,1-1 0,0 1 0,-1-1 0,1 1 0,-1-1-1,1 1 1,-1-1 0,1 1 0,-1-1 0,1 1 0,-1 0 0,1-1 0,-1 1 0,0 0 0,1 0 0,-1-1 0,0 1 0,1 0 0,-1 0 0,0 0 0,1 0 0,-1 0-1,0 0 1,1 0 0,-1 0 0,0 0 0,1 0 0,-1 0 0,1 0 0,-1 0 0,-1 1 0,1-1-69,0 0 0,0 0-1,0 0 1,0 0 0,-1 0 0,1 0 0,0 0 0,0 0 0,0 1-1,0-1 1,0 0 0,0 1 0,0-1 0,0 1 0,0-1-1,0 1 1,0 0 0,0-1 0,0 1 0,0 0 0,0 0 0,1 0-1,-1-1 1,0 1 0,0 0 0,1 0 0,-1 0 0,0 1-1,1 1-134,-1 0 1,1 0-1,-1 0 0,1 0 0,0-1 0,0 1 0,1 0 0,-1 0 0,0 0 0,1 0 0,1 4 0,-1-4-112,1-1 0,-1 1 0,1-1 0,-1 1 1,1-1-1,0 1 0,0-1 0,0 0 0,0 0 0,0 0 0,1 0 1,-1 0-1,0-1 0,1 1 0,0-1 0,-1 1 0,1-1 0,0 0 0,-1 0 1,1 0-1,0 0 0,0-1 0,0 1 0,0-1 0,0 0 0,4 0 1,-2 1-260,1-1 1,0 0 0,0 0 0,0-1 0,0 0 0,-1 0 0,1 0 0,0-1 0,-1 1-1,1-1 1,-1-1 0,8-3 0,47-43 451,-54 50 5235,1 11-3844,6 17-2692,-11-23 1693,-1-4-706,0-1 1,1 1-1,-1-1 1,0 1-1,1-1 1,-1 1-1,1-1 1,-1 0 0,1 0-1,-1 0 1,1 0-1,0 0 1,0 0-1,0 0 1,-1-1-1,1 1 1,0 0-1,0-1 1,0 0-1,0 1 1,0-1 0,0 0-1,0 0 1,0 0-1,2-1 1,3 1-723,1-1 0,-1 0 0,-1-1 0,1 1 0,0-1 0,8-4 0,32-23-7016,6-12-3694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39.5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192 0 15383,'0'0'6715,"-23"20"-1998,-70 65-1121,86-78-3440,0 1 0,1 0 1,0 1-1,1-1 0,0 1 0,0 0 0,1 0 0,0 1 0,0-1 0,1 1 0,1 0 0,-1-1 0,2 1 0,-2 17 1,1-11-143,-2 19-14,1-1 0,1 1 0,5 59 0,-2-93-53,-1 1 1,0 0-1,1-1 0,-1 1 0,1 0 1,-1-1-1,1 1 0,0-1 1,0 1-1,-1-1 0,1 1 0,0-1 1,0 1-1,1-1 0,-1 0 1,0 0-1,0 1 0,1-1 0,-1 0 1,0 0-1,1 0 0,-1-1 1,1 1-1,1 1 0,1-1-277,0 0 0,1 0-1,-1-1 1,0 1-1,1-1 1,-1 0 0,0 0-1,1 0 1,5-2 0,3 0-909,-1-1 1,-1 0 0,1-1 0,-1 0 0,1-1-1,11-7 1,31-26-8460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39.7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240 1 12214,'0'0'17370,"-23"23"-14763,-73 80-2058,83-87-547,0 1 0,2 0 0,-1 1 0,2 0 0,0 0 0,2 1 0,0 1 0,1-1-1,0 1 1,2 0 0,0 1 0,2-1 0,-2 27 0,4-33 0,0-5 2,0 0 0,1 0-1,0 0 1,0 0 0,3 14 0,-2-20-9,-1-1 1,1 0-1,0 0 1,0 0-1,0 0 1,0 0-1,0 0 1,1 0-1,-1 0 1,0-1-1,1 1 1,0 0-1,-1-1 1,1 0-1,0 1 1,0-1-1,-1 0 1,1 1-1,0-1 1,0 0-1,1-1 1,-1 1-1,0 0 1,0-1-1,0 1 1,0-1-1,4 1 1,3 0-810,1 0 1,0 0 0,0-1-1,19-2 1,-25 1 199,-1 1-1,1-1 1,-1 0-1,1 0 0,-1 0 1,0-1-1,0 1 1,1-1-1,-1 1 1,0-1-1,0 0 1,-1 0-1,1-1 1,0 1-1,-1-1 1,5-4-1,9-26-9117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39.9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0 112,'0'0'23003,"142"25"-21355,-81-25-1648,-7 0-96,7 0-1745,-6 0-3089,-1-18-2785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40.2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4690,'0'0'23638,"-20"11"-22622,-64 41-370,80-49-586,0 0 0,1 1 0,-1-1 0,1 1 0,0 0 0,0 0 0,0 0 0,0 0 0,1 1 0,-1-1 0,1 1 0,0-1 0,1 1 0,-1 0 0,1 0 0,0-1 0,0 1 0,0 0 0,1 0 0,0 0 0,0 0 0,1 8 0,-1-5 11,2-7-58,0 0 1,0 0-1,0 0 1,1 0-1,-1 0 1,0-1-1,1 1 0,-1-1 1,0 0-1,1 1 1,-1-1-1,0 0 0,1 0 1,-1-1-1,0 1 1,4-1-1,-1 1 15,0 0-28,-1 0 0,0-1-1,0 1 1,0-1 0,0 0 0,0 0-1,0 0 1,0 0 0,-1-1-1,1 0 1,0 1 0,-1-1 0,1-1-1,-1 1 1,0 0 0,1-1 0,-1 0-1,-1 0 1,1 0 0,0 0 0,-1 0-1,5-7 1,-3 3-16,-1-1 1,0 0-1,0 1 0,0-1 1,-1-1-1,0 1 0,-1 0 1,1 0-1,-2-1 0,1-9 0,-2 17-15,1-1-1,-1 0 1,1 1-1,-1-1 1,0 1-1,1-1 1,-1 1-1,0-1 1,0 1-1,0 0 0,0-1 1,-1 1-1,1 0 1,0 0-1,0 0 1,-1 0-1,1 0 1,-1 0-1,1 0 1,-1 0-1,1 1 1,-1-1-1,1 1 0,-1-1 1,1 1-1,-1-1 1,0 1-1,1 0 1,-1 0-1,0 0 1,0 0-1,-2 0 1,1 0-265,1 0-1,0 1 1,0-1 0,-1 0 0,1 1 0,0-1 0,0 1 0,-1 0 0,1 0-1,0 0 1,-4 2 0,5-2-81,0-1-1,0 1 1,0 0-1,0 0 1,0 0 0,0 0-1,1 0 1,-1 1-1,0-1 1,0 0-1,1 0 1,-1 0 0,1 1-1,-1-1 1,1 0-1,0 1 1,-1-1-1,1 0 1,0 1-1,0 2 1,0 14-7384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40.6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704 262 8788,'0'0'4994,"-4"-26"-85,-2-11-2713,-13-38 0,17 68-1822,-1 0 0,0 1 0,-1-1 0,1 1 0,-1 0 0,0 0 0,-1 0 0,1 1 0,-1-1 1,-1 1-1,1 0 0,-1 1 0,1-1 0,-1 1 0,0 0 0,-1 1 0,-8-5 0,3 4-16,0-1 1,-1 1-1,1 1 0,-1 1 0,0-1 0,0 2 0,-19 0 1,22 1-353,1 2-1,-1-1 1,1 1 0,0 1 0,0-1 0,0 2 0,0-1 0,0 1 0,0 0 0,1 1 0,0 0 0,0 1 0,1-1 0,-1 1-1,1 1 1,0 0 0,-11 14 0,-7 12-13,1 0 0,-35 68 0,51-87 7,-22 46-25,2 0-1,3 2 1,2 1 0,4 0-1,2 2 1,3 0 0,3 0-1,3 2 1,0 112 0,15-182-4095,-5-2 2557,0 0 0,0-1-1,0 1 1,-1-1-1,0 0 1,0 1 0,0-9-1,0-27-8816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40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13062,'0'0'6963,"115"25"-3329,-74-13-1857,-1-3-1409,-6-3-368,-13-1-1665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41.5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0 1777,'0'0'21239,"-1"29"-18739,-33 308 2996,23-266-5010,-33 174 610,6-85-3756,29-144-892,1-22-2316,-1-29-2048,8-21-968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41.7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86 4002,'0'0'10103,"21"-15"-6069,67-42-488,-54 44-999,-33 13-2488,0 0 1,-1-1 0,1 1 0,0 1 0,-1-1 0,1 0 0,0 0 0,-1 0 0,1 0 0,0 0 0,0 1 0,-1-1 0,1 0 0,-1 1 0,1-1 0,0 0 0,-1 1 0,1-1 0,-1 1 0,1-1 0,-1 1 0,1-1 0,0 2 0,0 0 53,0 1 1,0 0-1,0 0 1,-1 0 0,1 0-1,-1-1 1,0 1 0,0 0-1,0 0 1,0 0 0,-1 4-1,1 1 322,0-2-380,0 0-1,1 0 1,-2 0 0,1-1 0,-1 1 0,0 0 0,0 0 0,0-1 0,-1 1 0,0-1 0,0 1 0,0-1 0,-1 0 0,0 0 0,0 0 0,0 0 0,0 0-1,-1-1 1,0 0 0,0 1 0,0-1 0,-1-1 0,1 1 0,-1-1 0,0 1 0,-8 3 0,8-4-87,-1 0-1,1-1 1,-1 0 0,1 0 0,-1 0-1,0-1 1,0 1 0,0-1 0,0-1-1,-10 1 1,15-2-119,0 1 1,0-1-1,0 0 0,1 1 1,-1-1-1,0 0 1,1 1-1,-1-1 0,0 0 1,1 0-1,-1 0 0,1 0 1,0 1-1,-1-1 0,1 0 1,0 0-1,-1 0 0,1 0 1,0 0-1,0 0 0,0 0 1,0 0-1,0 0 0,0 0 1,0 0-1,0 0 0,0 0 1,0 0-1,0 0 0,1 0 1,-1 0-1,1-1 0,-1-1-762,1 0-1,-1 1 1,1-1-1,0 0 0,0 1 1,0-1-1,0 1 0,0-1 1,0 1-1,0 0 0,1-1 1,0 1-1,3-4 0,25-11-7231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42.1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416 7 4338,'0'0'6969,"-24"0"-2445,1-2-3448,0 0 335,0 0 0,0 2 0,0 1 1,1 0-1,-1 2 0,-36 8 1,34-2-245,0 1 1,-25 15 0,45-23-1096,0 1 1,0 0-1,0 0 0,0 1 1,1-1-1,-1 1 0,1 0 1,0 0-1,0 1 0,1-1 1,-1 1-1,1 0 0,0 0 0,0 0 1,1 0-1,-3 8 0,4-11-92,0 0-1,1 0 0,-1 0 0,1 0 0,0 0 0,-1 0 0,1 0 0,0 0 0,0 0 0,1 0 1,-1 0-1,0 0 0,1 0 0,-1 0 0,1 0 0,-1 0 0,1 0 0,0 0 0,0 0 0,0 0 1,0 0-1,0-1 0,1 1 0,-1-1 0,0 1 0,1-1 0,-1 1 0,1-1 0,-1 1 0,1-1 1,0 0-1,0 0 0,-1 0 0,1 0 0,0 0 0,0-1 0,3 2 0,3-1-151,0 1 0,1-1-1,-1-1 1,0 1 0,1-1-1,-1-1 1,0 0 0,14-2-1,-18 1 134,1 1-1,0 0 1,-1-1-1,1 0 0,-1 0 1,1 0-1,-1-1 1,0 1-1,0-1 0,0 0 1,0 0-1,-1-1 1,1 1-1,-1-1 1,0 1-1,0-1 0,0 0 1,4-8-1,-6 9 270,1-1 0,-1 0-1,1 0 1,-1 0 0,0 0-1,-1 0 1,1-1 0,0-5 0,12 22-310,-11-7-214,0-1 0,0 0 0,1-1 0,-1 1 0,1 0 0,0-1 0,0 1 0,0-1 0,1 0 0,-1 0 0,1 0 0,0 0 0,-1-1 0,1 0 1,0 1-1,8 2 0,-1-2-1728,0-1 0,0 1 0,0-2 0,0 0 1,22 0-1,8-1-6377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42.4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15 145 5234,'0'0'18913,"0"11"-17302,0 48 1100,0-59-2340,0-7 144,-14-98-507,14 95 326,0 6-770,0-1 1,0 1 0,0-1-1,0 1 1,1 0 0,0-1-1,2-7 1,-2 10-58,1 0 0,-1 0 0,1 0 0,-1 0 1,1 1-1,0-1 0,0 1 0,0-1 0,0 1 0,0 0 0,0 0 0,0 0 0,0 0 1,0 0-1,1 0 0,3-1 0,24-8-6236,14-4-1976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42.6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292 0 9428,'0'0'17432,"-75"142"-14935,41-81-624,0-4-640,0-7-929,7-10-304,7-10 0,7-8-128,6-6-1281,0-9-704,0-7-1937,-6 0-1456,-8-16-4387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42.8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6515,'0'0'10159,"25"-2"-5775,201-5 2123,-126 8-4752,-99-1-1740,1 0 1,-1 0-1,0 1 1,0-1-1,1 1 0,-1-1 1,0 1-1,0-1 1,0 1-1,0 0 0,0-1 1,0 1-1,0 0 1,0 0-1,0 0 0,0 0 1,0 0-1,0 0 1,0 0-1,-1 0 0,1 0 1,0 3-1,1-1 55,-1 1 0,0 0 0,0 0 0,-1 0 0,1 0 0,-1-1 0,0 9 1,0-3 103,-1 0 0,-1 1 1,0-1-1,0 0 1,-6 17-1,3-2 746,5-19-4388,5-17-13452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43.0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16199,'0'0'12134,"-34"81"-12150,34-61-1153,0 3-1456,7-7-1825,6-7-3009,1-9-4995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43.4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1 4690,'0'0'18713,"-88"133"-16088,68-77-160,0 5-672,6-4-561,1-10-815,-1-11-353,14-8-64,-7-10-304,7-9-689,-7-7-944,1-2-1264,-8 0-1505,-6-16-3730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43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66 11461,'0'0'3060,"25"-5"1150,161-31 1142,-155 28-4500,0 2 0,0 2-1,1 0 1,-1 2 0,1 1 0,34 5 0,-65-4-812,0 0-1,-1 0 1,1 0 0,0 0 0,0 0-1,0 1 1,0-1 0,-1 0 0,1 1-1,0-1 1,0 1 0,-1-1 0,1 1-1,0-1 1,-1 1 0,1-1 0,0 1-1,-1 0 1,1-1 0,-1 1 0,1 0-1,-1-1 1,1 1 0,-1 0 0,0 0-1,1 0 1,-1-1 0,0 2 0,-5 27 793,2-21-690,-1-1-1,0 1 1,-1-1 0,-9 11 0,5-8-139,5-7-20,1 0 1,-1 0-1,1 1 0,0-1 1,0 1-1,0 0 0,1 0 1,0 0-1,-4 7 1,14-13-12378,4-12 4534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43.9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0 14118,'0'0'15159,"-34"91"-15159,41-62-1040,13 2-1985,-7-1-1746,8-8-3665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44.5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176 105 13670,'0'0'3783,"-25"9"331,-78 28 355,98-35-4084,0 0 0,0 1 0,0-1 0,0 1 0,1 0 0,-7 5 0,10-7-343,1-1 1,-1 0 0,1 1 0,-1-1-1,1 1 1,-1 0 0,1-1-1,-1 1 1,1-1 0,0 1 0,-1 0-1,1-1 1,0 1 0,0 0-1,-1-1 1,1 1 0,0 0 0,0 0-1,0-1 1,0 1 0,0 0-1,0-1 1,0 1 0,0 0 0,0 0-1,1 1 1,0-1-37,0 1 0,1-1 0,-1 1 0,1-1 0,0 0 1,-1 1-1,1-1 0,0 0 0,0 0 0,0 0 0,0-1 0,0 1 0,0 0 0,0-1 0,0 1 0,0-1 0,0 0 1,0 1-1,3-1 0,15 1-410,-1-1-1,0 0 1,1-2 0,-1 0 0,37-10 0,-47 10 85,0-1 1,-1-1-1,1 1 1,-1-1-1,0-1 0,0 1 1,-1-2-1,1 1 1,-1-1-1,0 0 1,0 0-1,-1-1 1,0 0-1,10-13 0,-15 17 287,1 0 0,0 0 0,-1 0 0,1 0 0,-1 0-1,0 0 1,0 0 0,0 0 0,-1 0 0,1 0-1,-1-1 1,0 1 0,0 0 0,0 0 0,0-1 0,0 1-1,-1 0 1,1 0 0,-1 0 0,-2-6 0,2 7 154,0 0 1,-1-1-1,1 1 1,-1 0-1,0 0 1,0 0-1,0 0 1,0 0 0,0 1-1,0-1 1,0 0-1,-1 1 1,1 0-1,0 0 1,-1-1-1,1 1 1,-1 1 0,0-1-1,1 0 1,-1 1-1,0-1 1,1 1-1,-1 0 1,0 0-1,-2 0 1,4 0 445,6 0-402,62-2-99,-15 1 21,67 6-1,-113-5-18,-1 1 0,1 0-1,-1 0 1,0 1 0,1 0-1,-1 0 1,0 0-1,0 0 1,0 1 0,-1 0-1,1 0 1,-1 0 0,1 0-1,-1 1 1,0 0-1,0 0 1,-1 0 0,4 5-1,-2-2 75,-1 0-1,-1 0 0,0 1 1,0-1-1,0 1 0,-1 0 1,0 0-1,0 0 0,-1 0 1,0 0-1,-1 14 0,0-20-93,0-1-1,-1 0 0,1 0 1,-1 1-1,1-1 0,-1 0 1,0 0-1,0 1 0,1-1 1,-1 0-1,0 0 0,0 0 1,0 0-1,0 0 0,0-1 1,0 1-1,0 0 0,0 0 0,-1-1 1,1 1-1,0 0 0,0-1 1,-1 1-1,1-1 0,0 0 1,-1 1-1,1-1 0,0 0 1,-1 0-1,1 0 0,0 0 1,-1 0-1,1 0 0,-1 0 1,-1-1-1,4-25-1531,1 22 1399,0-1 1,0 1 0,1 0 0,0 0 0,-1 0 0,1 0 0,1 1 0,-1-1 0,0 1 0,1 0 0,0 0 0,6-4-1,59-32-202,-43 25 175,-10 6 349,46-24-614,-18 20 3811,-44 51-2045,-1-28-1557,0-1-1,-1 1 1,0-1-1,-1 0 1,-5 13 0,4-13-400,1 1 0,0 0 0,1-1 1,0 1-1,-1 15 0,17-25-14957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44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1 16456,'0'0'16311,"-81"79"-16311,81-68 0,0-2 0,0-2-1585,0-28-21881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44.8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18745,'0'0'12213,"-13"109"-12261,13-71-1104,0 5-1698,0-7-1264,6-7-3313,8-6-4931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45.2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0 12294,'0'0'18795,"-3"14"-17384,-10 45-1144,12-58-267,1 1 0,-1-1 0,1 0 0,0 0 0,0 0 0,-1 0 0,1 1 0,0-1 0,0 0 0,0 0 0,1 0 0,-1 1 0,0-1 0,0 0 0,1 0 0,-1 0 0,0 0 0,1 1 0,-1-1 0,1 0 0,-1 0 0,1 0 0,0 0 0,0 0 0,-1 0 0,1-1 0,0 1 0,0 0 0,0 0 0,0 0 0,0-1 0,0 1 0,0-1 0,0 1 0,0-1 0,0 1 0,2 0 0,3 0 0,-1 0 0,1-1 0,0 0 0,0 0 0,-1 0 0,8-1 0,1 0 0,-3 1-76,1 0 0,0-1 0,0 0 0,0 0 0,-1-2 0,1 1 0,-1-1 0,1-1 0,-1 0 0,0-1 0,16-9 0,-26 15 117,0 0 0,-1-1 0,1 1 0,-1 0 1,1 0-1,0 0 0,-1 0 0,0 0 0,1 0 1,-1 0-1,0 0 0,1 0 0,-1 0 0,0 0 0,0 0 1,0 0-1,0 0 0,0 0 0,0 0 0,0 2 1,0 1-464,0-1 0,0 1 0,1-1 0,0 1 0,0 0 0,0-1 0,0 1 0,3 4 1,-1-5-450,0-1 0,0 0 1,0 0-1,1-1 0,-1 1 1,1-1-1,-1 0 1,1 1-1,-1-2 0,1 1 1,5 1-1,24 1-8240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45.7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909 16 6947,'0'0'14295,"-26"-4"-10718,-85-7-834,107 10-2619,-1 1 0,1 0 0,-1 0 0,1 0 0,0 1 0,-1 0-1,1-1 1,0 1 0,-1 1 0,1-1 0,0 1 0,0-1 0,0 1 0,0 0 0,0 1 0,1-1 0,-1 1 0,1 0 0,-1-1 0,1 2-1,0-1 1,0 0 0,0 0 0,1 1 0,-1 0 0,1-1 0,0 1 0,0 0 0,0 0 0,0 0 0,1 1 0,0-1 0,0 0 0,0 0-1,0 1 1,1-1 0,-1 1 0,1-1 0,0 0 0,0 1 0,2 6 0,-1-8-128,0 0-1,0 0 1,1 0-1,-1-1 1,1 1-1,0-1 1,-1 1-1,1-1 1,0 1-1,1-1 1,-1 0-1,0 0 1,1 0 0,-1 0-1,1-1 1,-1 1-1,1-1 1,0 1-1,-1-1 1,1 0-1,0 0 1,0 0-1,0-1 1,0 1-1,3 0 1,11 2-83,0-1 0,0 0 0,20-1 0,-23-2-148,0-1 0,0 0 0,-1-1 0,1 0 0,-1-1 0,0-1 0,0 0 0,0-1 0,-1 0 0,0-1 0,0 0 0,0-1 0,12-11 0,-24 19 243,0 0 0,0 0 1,0 0-1,0 0 0,0 0 0,0 0 0,-1 0 0,1 0 0,0 0 0,0 0 0,0 0 0,0-1 0,0 1 1,0 0-1,0 0 0,0 0 0,0 0 0,0 0 0,0 0 0,-1 0 0,1 0 0,0 0 0,0 0 0,0 0 1,0 0-1,0 0 0,0 0 0,0 0 0,0 0 0,0-1 0,0 1 0,0 0 0,0 0 0,0 0 0,0 0 1,0 0-1,0 0 0,0 0 0,0 0 0,0 0 0,0 0 0,0-1 0,0 1 0,0 0 0,0 0 0,0 0 1,0 0-1,0 0 0,0 0 0,0 0 0,0 0 0,0 0 0,-13 4 46,1 6 52,1 0 0,0 1-1,0 0 1,1 1 0,0 0-1,1 0 1,0 1 0,1 0-1,1 1 1,-7 16 0,-9 25 253,-20 73 0,-27 184 200,29-113-163,36-171-398,-2 0-1,-2 0 1,0-1 0,-15 29 0,20-50 19,1 1 0,-1-1 1,0 0-1,0 0 0,-1 0 1,0-1-1,0 1 1,0-1-1,-1 0 0,1-1 1,-1 0-1,-1 1 1,1-2-1,0 1 0,-1-1 1,0 0-1,1 0 0,-1-1 1,0 0-1,-1 0 1,-10 1-1,0-2-10,1-1-1,-1-1 1,0 0 0,1-1-1,-1-1 1,1-1 0,0 0-1,0-1 1,0-1 0,1-1-1,-24-13 1,-11-10-12,2-2-1,-50-43 1,84 64 5,7 5-146,-24-21-3618,30 24 3168,-1 1 1,1-1-1,0 1 0,1-1 1,-1 0-1,0 1 1,1-1-1,-1 0 0,1 0 1,0 0-1,0 0 0,0 0 1,0 0-1,1-1 1,-1 1-1,1-6 0,0 1-10532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57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35 4066,'0'0'8324,"4"6"-7233,35 56 1611,-26-45-1893,-1 1 1,-1 0 0,-1 1-1,8 20 1,-36-60 1563,-9-19-2281,25 37-84,1-1-1,-1 1 1,1 0 0,0-1 0,0 1 0,0-1 0,0 0 0,1 1 0,-1-1-1,1 0 1,0 1 0,0-1 0,0 0 0,1 1 0,-1-1 0,1 1 0,0-1-1,0 1 1,0-1 0,0 1 0,1-1 0,-1 1 0,1 0 0,0 0 0,3-4-1,-1 1-32,1 1 0,0-1 0,0 1 0,0 1 0,1-1 0,-1 1 0,1 0 0,0 0 0,1 0 0,-1 1 0,13-5 0,9 8-11722,-14 0 3343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58.4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2081,'0'0'7788,"17"9"-6340,-2-1-1022,-4-3-156,0 0 0,-1 1 0,0 0-1,0 1 1,-1 0 0,0 0 0,0 1 0,0 0-1,7 10 1,-1 3 169,0 1 0,-2 0 0,0 0 0,-2 2 0,0-1 0,-1 1 0,10 42-1,-11-23-173,-2 0 0,-1 0 0,-1 75-1,-5-110-183,-2 0-1,1-1 0,-1 1 0,0-1 1,0 0-1,-1 1 0,0-1 0,0 0 1,-1-1-1,1 1 0,-2-1 0,1 1 1,-1-1-1,0-1 0,0 1 0,0-1 1,-1 1-1,0-1 0,0-1 0,0 0 1,-1 1-1,1-2 0,-1 1 0,-8 2 1,14-5-87,0-1 1,0 1-1,0 0 0,0-1 1,0 1-1,0-1 1,0 1-1,-1-1 1,1 0-1,0 1 1,0-1-1,0 0 1,-1 0-1,1 0 1,0 0-1,0 0 0,-1 0 1,1 0-1,0 0 1,0-1-1,0 1 1,-1 0-1,1-1 1,0 1-1,0-1 1,0 0-1,0 1 1,0-1-1,0 0 1,0 1-1,0-1 0,0 0 1,0 0-1,0 0 1,0 0-1,1 0 1,-1 0-1,0 0 1,1 0-1,-1 0 1,1 0-1,-1 0 1,1 0-1,-1-1 0,1 1 1,0 0-1,0 0 1,-1-1-1,1 1 1,0 0-1,0 0 1,0 0-1,1-3 1,-1-1-563,0-1 1,1 0-1,-1 1 1,1-1-1,1 1 1,-1-1-1,1 1 1,0 0-1,0-1 0,5-7 1,20-17-4878,12-1-1809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59.2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413 22 2257,'0'0'12515,"-24"-4"-11554,22 4-953,-126-16 910,107 15-518,0 1-1,0 0 1,0 2 0,0 0-1,-37 10 1,57-11-380,-10 2 336,-1 1 1,1 0-1,0 0 0,-20 13 0,30-16-329,-1 0-1,1 0 1,0 0-1,-1 0 0,1 0 1,0 1-1,0-1 1,0 0-1,0 1 0,0-1 1,0 1-1,0-1 1,1 1-1,-1-1 0,1 1 1,-1-1-1,0 4 1,1-3-50,0 0 1,1 0-1,-1 0 1,1 0-1,-1 0 1,1 0-1,0 0 1,0 0-1,-1-1 1,1 1-1,1 0 1,-1-1 0,0 1-1,0 0 1,1-1-1,-1 1 1,0-1-1,1 0 1,2 2-1,44 36-846,41 36 392,-81-67 475,1 1 0,-2 0 0,1 0 0,-1 1-1,0-1 1,-1 2 0,6 12 0,-11-20-1,1 1 0,-1 0 0,0-1 0,0 1 0,0 0 0,0 0 0,0 0 0,-1 0-1,0 0 1,0 0 0,0 0 0,0-1 0,-2 9 0,1-10 41,-1 1 0,1 0-1,-1 0 1,1-1-1,-1 1 1,0-1 0,0 1-1,0-1 1,0 0 0,0 0-1,-1 0 1,1 0 0,0 0-1,-1 0 1,0-1 0,1 1-1,-5 1 1,-4 2 81,0 0 0,0-1 0,-1-1 1,1 0-1,-25 4 0,34-7-218,17 0-2848,0 2 2134,-1-1 0,1 2 0,-1 0 1,1 0-1,19 9 0,-27-10 749,0 1 0,0 1 0,0-1 0,0 1 0,-1 0 1,1 1-1,-1 0 0,0 0 0,0 0 0,-1 0 0,0 1 0,0 0 0,8 12 1,-12-15 76,1 1 0,-1-1 1,0 0-1,0 1 1,0-1-1,0 1 0,0-1 1,-1 1-1,0 0 0,0-1 1,0 1-1,0-1 1,0 1-1,-1 0 0,-1 4 1,-23 51 3717,21-52-3168,0 0 1,1 0-1,0 0 0,0 1 0,0-1 1,1 1-1,0 0 0,-2 14 0,4-20-481,0 0 1,0 0-1,0 0 0,1-1 0,-1 1 0,0 0 0,1 0 1,-1 0-1,1 0 0,-1 0 0,1-1 0,0 1 0,0 0 0,0-1 1,0 1-1,0 0 0,0-1 0,0 0 0,1 1 0,-1-1 1,0 1-1,1-1 0,-1 0 0,1 0 0,0 0 0,-1 0 0,1 0 1,3 1-1,24 3-541,1-4-4618,-25-1 3511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56.1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0 469 1489,'0'0'4770,"42"-2"-1104,-24-3-3531,-1-1 1,0 0 0,0-1 0,0-1 0,-1-1 0,-1 0 0,1-1 0,13-13 0,9-9-130,59-63 0,-75 69 41,-1-1 0,-2-1 0,0-1 0,-2-1 0,25-58 1,-42 87 25,1 1 1,-1-1 0,1 1-1,-1-1 1,1 0 0,-1 1-1,0-1 1,0 0 0,1 1-1,-1-1 1,0 0-1,0 1 1,0-1 0,1 0-1,-1 0 1,0 1 0,0-1-1,0 0 1,0 1 0,-1-1-1,1 0 1,0 0 0,0 1-1,0-1 1,0 0 0,-1 1-1,1-1 1,0 0 0,-1 1-1,1-1 1,0 0 0,-1 1-1,1-1 1,-1 1 0,1-1-1,-1 1 1,1-1 0,-1 1-1,0-1 1,1 1 0,-1 0-1,1-1 1,-1 1 0,0 0-1,1-1 1,-1 1 0,0 0-1,0 0 1,1 0 0,-1 0-1,0 0 1,1-1 0,-1 1-1,0 0 1,0 1 0,1-1-1,-1 0 1,0 0 0,1 0-1,-1 0 1,0 1-1,0-1 1,1 0 0,-2 1-1,-3 0-82,0 1-1,-1 0 0,1-1 0,0 2 0,0-1 0,0 1 0,-5 3 0,-3 8 33,1 0-1,0 0 1,0 1-1,2 1 1,0 0-1,1 0 1,0 1-1,1 0 1,2 0-1,-1 1 1,2 0-1,0 0 0,1 1 1,1-1-1,1 1 1,1-1-1,0 1 1,4 36-1,-3-53 4,1 1 0,0 0-1,-1 0 1,1 0 0,1-1-1,-1 1 1,0 0 0,0-1-1,1 1 1,0-1 0,-1 0-1,1 1 1,0-1 0,0 0-1,0 0 1,0 0 0,1 0-1,-1-1 1,1 1 0,2 1-1,4 1 174,1 0 0,0-1 0,0 0 0,15 3 0,-17-5-111,1 1 0,0 0 0,-1 1 0,1 0 0,-1 0 0,9 6 1,-16-9-317,-1 1 0,1-1 1,-1 0-1,1 1 0,-1-1 1,0 1-1,1-1 1,-1 1-1,1-1 0,-1 1 1,0-1-1,1 1 0,-1-1 1,0 1-1,0-1 1,1 1-1,-1-1 0,0 1 1,0 0-1,0-1 0,0 1 1,0 0-1,0-1 1,0 1-1,0-1 0,0 1 1,0 0-1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5:57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453 0 256,'0'0'11144,"-9"1"-8863,-26 11-1293,0 1 1,-41 21-1,14-5-581,18-10-129,1 3 0,1 1 1,-65 49-1,107-72-273,0 0 1,0 0 0,0 0 0,0 1 0,0-1-1,0 0 1,0 0 0,0 0 0,0 0 0,0 1 0,0-1-1,0 0 1,0 0 0,0 0 0,0 0 0,0 0-1,0 1 1,0-1 0,0 0 0,1 0 0,-1 0-1,0 0 1,0 1 0,0-1 0,0 0 0,0 0-1,0 0 1,0 0 0,0 0 0,1 0 0,-1 0-1,0 1 1,0-1 0,0 0 0,0 0 0,0 0-1,1 0 1,-1 0 0,0 0 0,0 0 0,0 0 0,0 0-1,1 0 1,-1 0 0,0 0 0,0 0 0,0 0-1,0 0 1,1 0 0,-1 0 0,0 0 0,0 0-1,0 0 1,0 0 0,1 0 0,-1 0 0,0 0-1,0-1 1,24 4 344,26-2 85,-49-1-434,336 0 4092,-330 3-3049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02.3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0 80,'0'0'5720,"-41"33"-3212,27-18-1900,14-14-525,0-1-1,0 1 0,0-1 1,0 1-1,0-1 1,0 1-1,0-1 0,0 0 1,0 1-1,1-1 1,-1 1-1,0-1 1,0 1-1,0-1 0,1 0 1,-1 1-1,0-1 1,0 0-1,1 1 1,-1-1-1,0 0 0,1 1 1,-1-1-1,1 0 1,-1 0-1,0 1 0,1-1 1,42 11 1816,8-6-717,93-4 0,-95-3-769,-1 2 1,65 10 0,-98-4 2325,-14-1-4111,-4 2-3341,-3 0-1674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31.4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0 2209,'0'0'15791,"0"11"-14841,0 147 1913,0-151-2934,-1-1 1,0 0 0,-1 1-1,1-1 1,-1 0 0,-4 9 0,3-9-820,1 0 1,0 0-1,0 1 1,0-1 0,1 0-1,-1 11 1,9-36-11693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31.6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12822,'0'0'6147,"-20"86"-6868,20-64-1440,6-2-2353,8 3-1568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32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5635,'0'0'14454,"2"8"-14307,0-1-176,17 54 692,-18-56-782,1 0 0,0-1-1,1 1 1,-1 0 0,1-1 0,0 0-1,0 0 1,0 0 0,1 0 0,7 6-1,-9-9 28,0 0-1,0 0 0,1 0 0,-1 0 1,0-1-1,1 0 0,-1 1 1,0-1-1,1 0 0,-1 0 1,1 0-1,-1 0 0,0-1 0,1 1 1,-1 0-1,3-2 0,36-15-41,-11-4 35,9-7 177,-14 17 2715,-24 56-2681,1-26-668,2 9-1787,-3-27 1946,-1 0 1,0 1-1,1-1 1,-1 0-1,1 1 1,0-1-1,-1 0 1,1 0-1,0 1 1,0-1-1,-1 0 1,1 0-1,0 0 1,2 1-1,5 2-5213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32.4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0 9092,'0'0'12262,"-75"136"-11174,69-100-95,6-2 31,0-3-720,0-6-224,6-2-64,1-1-32,7-4-64,6-2-704,-6 0-593,6-9-896,0-5-528,1-2-1777,6 0-1169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32.5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41 9380,'0'0'7348,"170"2"-7925,-75-18-2736,13-11-4755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35.8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368 26 3073,'0'0'9557,"0"-6"-7687,0 6-1794,0-1 1,0 1-1,1-1 1,-1 1-1,0-1 0,0 0 1,0 1-1,0-1 1,0 0-1,0 1 0,0-1 1,0 1-1,0-1 1,0 0-1,-1 1 1,1-1-1,0 1 0,0-1 1,-1 0-1,1 1 1,0-1-1,-1 1 0,1-1 1,0 1-1,-1-1 1,1 1-1,-1-1 0,1 1 1,0 0-1,-1-1 1,0 1-1,1 0 1,-1-1-1,1 1 0,-1 0 1,1-1-1,-1 1 1,1 0-1,-2 0 0,-1 1 40,0 0-1,0 0 1,1 0 0,-1 1-1,0-1 1,1 1-1,-1 0 1,1 0-1,0 0 1,-3 2-1,-31 29 469,2 1-1,1 2 1,2 1-1,1 2 0,2 1 1,-25 47-1,41-64-476,0 1 0,2 0 0,0 0-1,1 1 1,2 0 0,1 0 0,1 1-1,1 0 1,1 0 0,1 0 0,1 0-1,2 1 1,3 25 0,-2-45-227,-1 0 0,1 0 0,1 0 0,-1 0 0,1 0 0,0-1 0,0 0-1,1 1 1,0-1 0,0 0 0,1-1 0,-1 1 0,1-1 0,0 0 0,1 0 0,-1-1 0,1 1 0,0-1 0,0 0 0,13 5 0,-10-5-711,-1-1 1,1 0-1,-1-1 1,1 0 0,0-1-1,0 0 1,-1 0-1,1 0 1,0-1-1,12-2 1,14-5-6029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42.7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3922,'0'0'15335,"0"5"-14087,0 10-719,0 10-129,0 0 224,0-2-432,0-8-112,0-8-80,0-18-3986,0-28-384,7-12-3841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42.9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8212,'0'0'13558,"20"61"-13542,-13-37-16,0 6-1425,-1 1-1424,8 1-2690,-7-3-1360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43.3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10613,'0'0'11544,"0"21"-10771,0 64-186,0-81-541,0-1-1,0 1 1,1 0-1,-1-1 1,1 1-1,0-1 0,0 1 1,0-1-1,0 1 1,3 5-1,-3-8-133,0 0-1,-1 0 0,1 0 1,0 0-1,0 0 0,0 0 1,0 0-1,0 0 1,0-1-1,0 1 0,0 0 1,0-1-1,0 1 1,1-1-1,-1 1 0,0-1 1,0 1-1,0-1 0,1 0 1,1 0-1,-1 0-30,1 0 0,0 0 0,-1-1 0,1 1 0,0-1 0,-1 0 0,1 0 0,0 0 0,-1 0 0,0-1 0,1 1 0,-1 0 0,0-1 0,1 0 0,-1 1 0,0-1 0,0 0-1,3-5 1,2 0 210,0-1 0,0 2 0,1-1 0,12-8-1,2-1 542,-16 30 1977,6 21-2305,-12-33-537,0-1 1,1 0-1,-1 0 0,1 0 1,-1 0-1,1 0 0,0 0 1,-1 0-1,1 0 0,0 0 1,0 0-1,-1 0 0,1-1 1,0 1-1,0 0 0,0 0 1,0-1-1,0 1 0,0-1 1,0 1-1,1-1 0,0 1 1,11-1-5288,0 0-1675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43.5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6259,'0'0'15383,"-21"151"-13718,21-104-385,-6-6-335,6-9-401,0-10-496,0-4-48,0-9-32,0-2-800,6-2-801,1-5-1072,0 0-577,0 0 65,6-5-1345,-6-11-1409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43.7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95 9332,'0'0'8964,"156"-54"-10756,-102 36-2931,0-5-3809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44.3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359 1 4498,'0'0'17405,"-22"1"-17074,-75 8-77,80-6-188,1 0 0,-1 2 0,1 0 0,1 1 0,-1 0 0,1 1 0,-17 11 1,-1-1 143,31-15-181,0-1 0,-1 0 0,1 0 1,0 1-1,0-1 0,0 1 1,0 0-1,0 0 0,0 0 1,0 0-1,1 0 0,-1 0 0,1 0 1,-1 0-1,1 1 0,0-1 1,0 0-1,-1 4 0,1 1 22,0-1 0,0 2 1,1-1-1,0 0 0,1 9 0,-1 10-39,0 4 79,1 7 1,-1-1 0,-2 1-1,-2-1 1,-10 44-1,11-67-101,1 0-1,0 0 0,1 1 0,1 17 1,0-30 7,41-1-69,-5-1 304,0-1 0,0-2-1,0-2 1,-1-1 0,61-21-1,-88 25-180,-7 2 45,-14-5-8567,6-4-970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44.8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10101,'0'0'12179,"5"0"-12094,274-2 3114,-278 2-2884,-1 7 146,0 20 27,-1 0 1,-1 0-1,-8 35 0,1-4-263,2-1-1,3 1 1,3 70 0,1-90-204,0-37 25,-1 1 65,-1-1 0,1 1 1,-1-1-1,1 1 1,-1-1-1,1 1 0,-1-1 1,0 0-1,0 1 0,0-1 1,0 0-1,0-1 0,0 1 1,0 0-1,0 0 0,-2 0 1,-46 8 195,9-1 38,36-8-308,4 0-197,4-2-2550,0 0 1937,0 0 0,0 0 1,0-1-1,0 1 0,-1-1 0,1 0 0,-1 1 0,0-1 0,0 0 0,3-6 0,4-3-2843,23-23-7426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45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272 1 11477,'0'0'10333,"-20"6"-9413,-67 19-127,75-20-555,1-1 0,0 1 1,0 1-1,0 0 0,1 0 0,0 1 1,-17 15-1,16-13-23,6-5-186,1 0 0,0 1 0,0-1 0,0 0 0,0 1 0,1 0 0,0 0 0,0 0 0,0 0 0,1 1 0,-1-1 0,1 1 0,1 0 0,-1-1 0,1 1 0,0 0 0,0 0 0,1 0 0,-1 0 0,1 0 0,1 0 0,0 7 0,1-11-41,-1 0 0,0-1 0,1 1 0,0-1 1,-1 1-1,1-1 0,0 0 0,-1 0 0,1 1 0,0-1 1,0-1-1,0 1 0,0 0 0,0 0 0,0-1 0,0 1 1,1-1-1,-1 1 0,0-1 0,0 0 0,0 0 0,0 0 0,3-1 1,56-3-343,-52 1 282,0-1 1,0 0-1,0-1 0,-1 1 0,0-2 1,0 1-1,0-1 0,0-1 1,-1 1-1,0-1 0,0-1 0,-1 1 1,0-1-1,-1 0 0,1 0 1,6-15-1,-12 22 176,1 0 0,0-1 1,-1 1-1,1 0 0,-1-1 1,0 1-1,0-1 0,1 1 0,-1 0 1,0-1-1,0 1 0,0-1 1,0 1-1,0 0 0,-1-3 0,1 26 2953,1-17-3343,0 0 0,0-1 0,0 1 0,1-1 0,0 1 1,-1-1-1,2 1 0,-1-1 0,0 0 0,1 0 0,0 0 1,0 0-1,0-1 0,0 1 0,1-1 0,-1 0 0,1 0 1,7 5-1,-5-5-916,0-1 0,0 0 0,0 0 0,0 0 0,0-1 0,0 0 0,0 0 0,1 0 0,8-1 0,30 0-9341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45.5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1 3778,'0'0'11765,"-122"113"-10020,88-95-1745,-7-9-3362,7-5-6706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46.5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0 512,'0'0'15127,"0"7"-13270,-7 25-592,7 6 127,-6 3-255,-1-5-737,7-9-288,0-7-112,0-11-192,0-6-1585,0-17-7651,0-31-801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46.6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3794,'0'0'18216,"7"74"-18216,-7-47-224,0 3-1697,14-1-1232,-8-4-2770,1-5-1617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47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8436,'0'0'13382,"0"17"-12664,0 68-350,3-84-523,0-1 0,0 1 1,0-1-1,1 1 0,-1-1 0,0 0 1,0-1-1,6 0 0,-3-1-3,1 0 1,0-1-1,-1 0 0,0 0 0,1-1 1,-1 0-1,-1 0 0,1 0 0,0-1 1,6-7-1,22-15 2160,-32 28-1974,-1 1-1,1 0 1,0-1-1,-1 1 1,0 0-1,1 0 1,-1 0-1,0 0 1,0 0-1,0 0 1,0 0 0,0 0-1,-1 1 1,2 3-1,-1-2 11,2 4-78,1 0 0,-1 0 0,2-1 1,-1 1-1,7 7 0,12 6-2388,7-12-4245,-4-8 507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47.2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0 15831,'0'0'7492,"-68"152"-6388,61-107-480,7 0 1,0-7-401,0-4-224,0-9-32,7-9-801,-7-7-1263,7-2-1170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47.4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5426,'0'0'19577,"88"-39"-19513,-61 37-64,0 0-1056,7-3-2946,0-1-3729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47.7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 6851,'0'0'11125,"-41"140"-8964,34-91-112,7 1-128,0-5-752,0-2-497,0-5-336,0-8-304,0-8-32,0-4-544,0-6-881,0-6-1104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48.1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 5346,'0'0'14636,"21"-4"-12888,147-32 453,-167 36-2198,0 0-1,0 0 1,0 0-1,0 0 1,-1 0 0,1 0-1,0-1 1,0 1 0,0 0-1,0-1 1,0 1-1,-1 0 1,1-1 0,0 1-1,0-1 1,-1 1 0,1-1-1,0 1 1,-1-1-1,1 0 1,0 1 0,-1-1-1,1 0 1,-1 0-1,1 1 1,-1-1 0,0 0-1,1 0 1,-1 0 0,0 0-1,1 1 1,-1-1-1,0 0 1,0 0 0,0 0-1,0 0 1,0 0 0,0 0-1,0 0 1,0 0-1,0-1 1,-1 1-15,0-1 1,0 1-1,0 0 1,-1 0-1,1-1 0,0 1 1,0 0-1,-1 0 0,1 0 1,0 1-1,-1-1 0,1 0 1,-1 0-1,1 1 1,-1-1-1,0 1 0,1-1 1,-1 1-1,1 0 0,-1-1 1,0 1-1,-3 0 1,4 0 48,0 0 0,0 0 1,0 0-1,-1 0 1,1 0-1,0 0 1,0 0-1,-1 0 1,1 1-1,0-1 1,0 0-1,0 1 0,-1-1 1,1 1-1,0-1 1,0 1-1,0 0 1,0-1-1,0 1 1,0 0-1,0 0 0,0 0 1,1 0-1,-2 1 1,-2 32 724,4-29-852,0 10 41,-1-5-3,1 0-1,0 1 0,1-1 0,0 0 0,1 0 0,3 13 0,-4-21-182,0 1 0,1-1-1,-1 1 1,0-1-1,1 0 1,-1 0-1,1 1 1,0-1 0,0-1-1,0 1 1,4 3-1,-3-3-317,0 0 0,0-1-1,1 1 1,-1-1-1,0 0 1,1 0 0,-1 0-1,1 0 1,-1-1 0,1 1-1,3-1 1,27 0-5965,6-4-1261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48.4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332 82 11477,'0'0'10869,"-23"-13"-8694,-73-40-1119,92 51-1010,0 0-1,0 0 1,0 0 0,0 0-1,0 1 1,0 0 0,-1 0-1,1 0 1,0 0 0,-1 1-1,1 0 1,0 0 0,-1 0-1,1 0 1,-1 1 0,1-1-1,0 1 1,-1 0 0,1 1-1,0-1 1,0 1 0,0 0-1,0 0 1,0 0 0,0 0-1,1 1 1,-1-1 0,1 1-1,0 0 1,-1 0 0,1 0 0,1 1-1,-5 5 1,-3 7-53,2 0-1,0 0 1,1 0 0,0 1-1,2 0 1,-5 19 0,10-35 15,-7 35-8,2-1-1,1 1 1,2 1 0,1-1-1,2 0 1,6 38-1,-4-51-538,1 0 0,2 0-1,0 0 1,19 43-1,-24-62-3571,-1-11-1281,0-17-1040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48.6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12438,'0'0'11317,"27"34"-11253,-7-27-64,0-5-1009,1-2-2048,6 0-2241,0 0-4051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49.1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1 9861,'0'0'4260,"-12"21"-570,-40 72-1278,46-82-2057,1-1 0,1 1 0,-1 1 0,2-1 1,0 0-1,0 1 0,1 0 0,-1 17 0,-1 5 581,3-23-650,-9 88 875,10-94-1173,0 0 1,0 0-1,0 1 0,1-1 0,-1 0 1,1 0-1,0 0 0,1 0 0,-1 0 1,1 0-1,0 0 0,1-1 1,-1 1-1,1-1 0,5 8 0,-5-10-112,-1 0-1,1 0 1,-1 0-1,1-1 1,0 1 0,0-1-1,0 1 1,0-1-1,0 0 1,0 0-1,0-1 1,0 1-1,0-1 1,0 1-1,0-1 1,1 0-1,-1 0 1,0-1-1,0 1 1,0 0-1,4-2 1,-3 1-292,0 0 1,0-1 0,-1 1-1,1-1 1,-1 0-1,1 0 1,-1 0-1,1 0 1,-1 0-1,0-1 1,0 0 0,0 1-1,-1-1 1,1 0-1,3-6 1,10-29-6402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49.2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5475,'0'0'12533,"115"3"-11444,-67-1-913,-1-2-176,1 0-1473,-8 0-2705,1 2-3489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49.4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 1 10709,'0'0'12262,"-102"131"-10150,75-104-1279,7-5-737,6-6-96,1-4-1601,13-8-2609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12.8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2113,'-1'4'7432,"3"24"-4505,2-6-1513,7 38 557,-3 0 0,1 70-1,-9 35-1057,0-56-3245,0-108 2109,0-1-1,0 1 1,-1-1 0,1 1 0,0-1-1,-1 1 1,1-1 0,-1 0-1,1 1 1,-1-1 0,1 0-1,-1 1 1,1-1 0,-1 0 0,1 1-1,-1-1 1,1 0 0,-1 0-1,1 0 1,-1 0 0,1 1-1,-1-1 1,0 0 0,1 0 0,-1 0-1,1 0 1,-1 0 0,0 0-1,1-1 1,-1 1 0,1 0-1,-1 0 1,1 0 0,-1 0 0,1-1-1,-1 1 1,1 0 0,-1 0-1,0-1 1,-6-7-4150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13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 0 5907,'0'0'8508,"13"9"-7479,36 29 161,-47-36-1078,0 0-1,0 1 1,-1-1 0,1 1-1,-1-1 1,0 1-1,0 0 1,0-1-1,0 1 1,0 0-1,-1 0 1,1 0 0,-1 0-1,0 0 1,1-1-1,-1 1 1,-1 0-1,1 0 1,0 0-1,-1 0 1,-1 4 0,1-2 85,-1 0 0,0 0 0,0 0 0,0 0 0,0 0 1,-1 0-1,0-1 0,0 0 0,-6 7 0,2-5-176,-2 1 0,1-1-1,-1-1 1,0 1 0,0-1 0,0-1-1,-1 0 1,0 0 0,1-1-1,-1 0 1,-1-1 0,1 0 0,0-1-1,0 0 1,-1 0 0,-19-2-1,29 1-120,1 0-1,0 0 0,-1-1 0,1 1 1,-1 0-1,1 0 0,0 0 0,-1 0 0,1 0 1,0-1-1,-1 1 0,1 0 0,0 0 1,-1-1-1,1 1 0,0 0 0,-1-1 0,1 1 1,0 0-1,0-1 0,-1 1 0,1 0 1,0-1-1,0 1 0,0 0 0,0-1 1,0 1-1,-1-1 0,1 1 0,0 0 0,0-1 1,0 1-1,0-1 0,0 1 0,0 0 1,0-1-1,0 1 0,0-1 0,1 1 0,-1 0 1,0-1-1,0 1 0,0-1 0,0 1 1,1 0-1,-1-1 0,0 1 0,0 0 0,0-1 1,1 1-1,16-23-4236,20 2-537,10-3-699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13.6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193 1 9604,'0'0'7756,"-21"10"-5416,-69 34-876,84-41-1368,1 0 0,-1 0 0,1 1 0,0 0 0,0-1 0,1 2 0,-1-1 0,1 0 0,0 1 0,0 0 0,1 0 0,-1 0 0,1 0 0,0 1 0,0-1 0,1 1 0,0 0 0,0 0-1,0 0 1,1 0 0,-1 0 0,1 0 0,1 0 0,-1 0 0,1 0 0,1 1 0,-1-1 0,1 0 0,2 10 0,-3-14-118,1 0-1,0 0 1,0 0 0,0-1-1,0 1 1,0 0 0,0-1-1,0 1 1,1 0 0,-1-1-1,1 1 1,-1-1 0,1 0-1,-1 0 1,1 1 0,0-1-1,-1 0 1,1 0-1,0-1 1,0 1 0,0 0-1,0-1 1,0 1 0,0-1-1,0 1 1,0-1 0,0 0-1,0 0 1,0 0 0,4 0-1,-2 0-91,-1 0 0,1-1 0,0 1 0,-1-1 0,1 1-1,0-1 1,-1 0 0,1-1 0,-1 1 0,1-1 0,-1 1 0,0-1-1,0 0 1,1 0 0,-1 0 0,3-4 0,-3 3 191,26-39-2225,-21 11 6745,13 65-4100,-19-29-479,0-1 1,1 1 0,0 0 0,0-1 0,0 0-1,1 0 1,-1 0 0,1 0 0,6 5 0,17 4-2706,-25-13 1853,0 1 0,1-1-1,-1 0 1,0 0 0,1 0 0,-1 0 0,0 0-1,1 0 1,-1-1 0,4 0 0,2-6-5153,-1-8-784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13.9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95 5587,'0'0'13118,"3"17"-11576,3 4-1001,-3-11-106,-1-1 1,0 1-1,0 0 0,-1 0 0,0-1 1,-1 12-1,0-20 200,-1-27 93,-2 12-719,2 0-1,-1 0 0,2 0 1,0 0-1,2-21 0,-1 31-74,-1-1 0,1 1 0,0 1 0,0-1 0,0 0 0,0 0-1,1 0 1,-1 0 0,1 1 0,0-1 0,0 1 0,1 0 0,-1-1 0,1 1 0,-1 0-1,1 0 1,0 1 0,0-1 0,0 0 0,1 1 0,-1 0 0,1 0 0,6-3-1,-9 4-583,4 1-3004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14.2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1 2561,'0'0'9717,"-8"24"-6113,-9 32-1015,2 0 1,3 0-1,2 1 1,-3 62-1,13-11-3146,-2-108-496,0 0 1,0-1 0,0 1 0,-1-1 0,1 1 0,0-1 0,0 0 0,0 0 0,0 0-1,-4-2 1,-7-6-5679,-1 2-371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14.5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2049,'0'0'7286,"18"-6"-3714,8-3-1757,1 1 1,1 1-1,0 2 0,47-3 0,-56 7-963,16 2 853,-33-1-1647,-1 0 1,0 0 0,0 1 0,0-1 0,0 1-1,0-1 1,0 1 0,0-1 0,0 1-1,0 0 1,0 0 0,0-1 0,0 1 0,0 0-1,0 0 1,-1 0 0,1 0 0,0 0 0,-1 0-1,1 0 1,0 0 0,-1 0 0,0 0-1,1 2 1,7 21 872,-5-16-647,0 1 0,-1 0-1,0-1 1,1 14 0,-3-19-429,0-1 1,0 1 0,0-1-1,0 1 1,-1 0-1,1-1 1,-1 1 0,0-1-1,1 0 1,-1 1-1,0-1 1,-1 0 0,1 1-1,0-1 1,-1 0-1,1 0 1,-1 0-1,0 0 1,1 0 0,-4 2-1,3-2-677,-5 3-2885,2-6-5832,-1 0 3115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14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14 3586,'0'0'14246,"-7"-13"689,1 51-21038,-1 7-4188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15.1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0 11845,'0'0'5504,"-8"25"-1886,-4 9-2329,4-12-512,1 1 0,1 0-1,1 0 1,-3 31 0,-5 137 3043,12-62-9385,1-125 5157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15.5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50 8964,'0'0'5840,"22"-6"-2556,-19 5-3173,56-13 1891,92-11-1,-135 24-1842,10-1 295,49 2 0,-74 0-431,1 1-1,-1 0 1,1 0-1,-1 0 0,1 0 1,-1 0-1,0 0 1,1 1-1,-1-1 0,0 0 1,0 1-1,0-1 1,0 1-1,0-1 0,0 1 1,-1-1-1,1 1 1,0 0-1,-1-1 0,0 1 1,1 0-1,-1 0 1,0-1-1,0 1 0,0 3 1,4 50 1649,-4-55-1670,0 83 2650,-2-82-3371,1-1 1,-1 1-1,0-1 0,1 1 0,-1-1 0,0 0 1,1 0-1,-1 0 0,0 0 0,0 0 0,1 0 1,-1 0-1,-2-1 0,-4-5-6607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15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1185,'0'0'24923,"0"14"-25051,0 2-785,0-1-1600,7-3-1921,6-1-2881,8-6-1921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16.0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 9060,'0'0'11688,"-17"20"-8372,-51 62-1550,65-79-1683,1 0-1,0-1 0,0 1 0,0 0 0,0 0 0,0 0 0,1 0 0,-1 0 0,1 0 0,0 1 1,0-1-1,0 0 0,0 1 0,0 4 0,2-7-73,-1 0 0,0 0 0,1 0-1,-1 0 1,0 0 0,1 0 0,-1 0 0,1 0 0,0 0 0,-1 0 0,1 0 0,0 0-1,-1 0 1,1 0 0,0-1 0,0 1 0,0 0 0,0-1 0,0 1 0,0 0-1,0-1 1,0 1 0,0-1 0,0 0 0,0 1 0,2-1 0,7 2-59,0-1 0,0 0 0,0-1-1,0 0 1,-1 0 0,13-3 0,-15 2 101,2 0-117,-1 0 0,1-1 0,-1 0 1,0-1-1,0 0 0,0 0 0,0 0 1,-1-1-1,9-6 0,-13 8 22,1-1 0,-1 1 1,0-1-1,0 0 0,0 0 0,0 0 0,0 0 0,-1 0 0,1-1 0,-1 1 0,0-1 0,0 0 0,0 0 1,-1 0-1,1 1 0,-1-2 0,0 1 0,0 0 0,0 0 0,0-7 0,-2 9 74,0 0 0,1 0 0,-1 0 0,0 0 0,0 0 0,0 0 0,-1 1 0,1-1-1,0 0 1,-1 1 0,1-1 0,-1 1 0,1-1 0,-1 1 0,0 0 0,0 0 0,0 0 0,1 0-1,-1 0 1,0 0 0,0 0 0,0 0 0,0 1 0,-1-1 0,1 1 0,0 0 0,-3-1 0,-65-7 321,66 8-360,-84-1-458,87 1-702,12 2-4954,60-2-5738,-24 0 5567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16.4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1313,'0'0'22698,"9"9"-20534,-3-4-1975,44 49 2639,-46-49-2658,-1 0 0,0-1 0,0 1 0,0 1 0,0-1 0,-1 0 0,0 1 0,0-1-1,-1 1 1,1-1 0,-1 1 0,0 8 0,0-2-90,-1-8-64,1 1 0,-1 0 0,1-1 0,-1 1 0,-1 0 0,1-1 0,-1 1 0,1 0 0,-1-1 0,-1 1 0,-1 6 0,1-11-133,18-19-2002,-6 9 1801,0-3 60,1 1 1,1 1 0,0 0-1,0 0 1,1 1 0,1 1 0,23-13-1,-35 21 3318,-2 42-413,4-18-7922,-1-3-4577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49.7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1361,'0'0'5482,"0"-4"-3657,0 22 8576,0 24-5077,0 41-4816,0-6-6179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49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13142,'0'0'12134,"0"50"-12519,0-26-1455,0 6-1890,0-3-1409,7-7-3040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50.3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10485,'0'0'14897,"2"17"-13621,2 53-516,-4-69-765,0 1 0,-1 0 1,1-1-1,0 1 0,0 0 1,1-1-1,-1 1 0,0 0 0,0-1 1,1 1-1,-1 0 0,1-1 1,0 1-1,-1-1 0,1 1 0,0-1 1,0 1-1,0-1 0,0 0 0,0 1 1,0-1-1,0 0 0,0 0 1,1 0-1,-1 0 0,0 0 0,1 0 1,-1 0-1,1 0 0,-1 0 1,1-1-1,0 1 0,-1-1 0,1 1 1,-1-1-1,1 0 0,0 1 1,-1-1-1,1 0 0,0 0 0,-1 0 1,1 0-1,0-1 0,1 1 0,5-2-153,-1 0 0,0-1 0,0 0-1,0 0 1,0 0 0,10-8-1,-16 11 373,0 0 0,0 0 0,0 0 0,0 0 0,0 1 0,0-1 0,0 0 0,0 1 0,0-1 0,0 0 0,0 1 0,-1 0 0,1-1-1,0 1 1,0-1 0,-1 1 0,1 0 0,1 0 0,24 14-3454,-25-15 3087,1 1-509,-1-1 0,1 0 0,-1 0 0,1 0 0,0 0 0,-1 0 0,1 0 0,-1 0 0,1 0 0,0-1 0,-1 1 0,1-1 0,1 0 0,5-14-8115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50.5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 17416,'0'0'9028,"-34"124"-6227,34-79-1536,0-2-193,0-2-31,7-5-897,6-5-144,1-6 0,-7-4-384,-1-10-753,-6-2-832,0-7-1392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50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11861,'0'0'14791,"48"-7"-14791,-28 7-416,7 0-2241,-7 0-3090,8-2-5810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51.0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59 6707,'0'0'17696,"9"16"-16634,28 54-352,-35-66-620,0 0-1,0 0 1,0 0 0,0 0 0,-1 0 0,1 0 0,-1 1 0,0-1 0,-1 1 0,1-1 0,-1 0-1,0 1 1,-1 8 0,1 4 567,-13-20-307,12 1-327,-1 0 1,1 0-1,0 0 1,0-1-1,0 1 1,0 0 0,0-1-1,1 1 1,-1-1-1,1 1 1,0 0-1,-1-1 1,1 1-1,0-4 1,2-46 333,-1 28-27,-1 16-279,1 1 1,-1 0-1,1-1 0,1 1 1,0 0-1,0 0 0,3-8 1,-4 12-155,1 0 0,-1 0 0,1-1 0,0 2 0,0-1 0,0 0 0,0 0 0,0 1 0,1-1 0,-1 1 0,1 0 0,0-1 0,-1 1 0,1 0 0,0 1 0,0-1 0,6-2 0,-8 4-1554,14 0-12944,-3 0 5223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51.2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0 8388,'0'0'20665,"-21"95"-20200,15-95-481,-1 0-2722,7-7 529,-7-11-1633,0-7-4449,0-2-433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51.4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1 14215,'0'0'8467,"-74"47"-10195,67-29-1474,7-4-2641,0-7-2496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52.1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78 8148,'12'122'5738,"-11"-97"1500,-4-19-4450,0 3-2740,5 6-44,0 1-1,1-1 0,1 1 1,1-1-1,0 0 1,0-1-1,2 1 0,0-1 1,13 21-1,-11-22-66,-1 2-1,0-1 1,-1 1-1,-1 0 1,0 0 0,-2 1-1,1 0 1,-2 0-1,3 26 1,-6-6 402,0-35 56,0-10-72,0-30-1311,1 1 0,2 0 1,1 0-1,2 0 1,15-49-1,-15 68 453,37-137-4976,-38 131 5498,-2 0 0,0-34 0,-3 40 1698,0-14 8611,0 48-9127,0 362 47,0-376-1288,14-4 207,-12 2-81,0 0 0,-1 1 1,1-1-1,0 1 1,-1 0-1,1-1 1,0 1-1,-1 0 0,1 0 1,0 0-1,-1 0 1,1 1-1,3 0 1,14 9-2320,-17-9 1641,-1 1-1,1-1 1,0 0-1,0 0 1,0 0-1,1 0 1,-1 0-1,0 0 1,0 0-1,0-1 1,1 1-1,-1-1 1,0 0-1,4 0 1,7-1-8906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52.5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0 7716,'0'0'12528,"-1"21"-8641,-5 158 1054,6-64-4285,0-113-799,1 0-1,0 0 1,-1 0-1,1-1 1,0 1-1,0 0 0,0 0 1,0-1-1,0 1 1,0-1-1,0 1 1,1-1-1,-1 1 1,0-1-1,1 0 0,-1 0 1,1 0-1,0 0 1,-1 0-1,1 0 1,0 0-1,0 0 1,0-1-1,-1 1 0,1-1 1,0 1-1,0-1 1,0 0-1,0 1 1,0-1-1,0 0 1,0-1-1,2 1 0,2 0-998,0 1-1,0-2 0,0 1 0,0-1 0,0 1 1,0-2-1,0 1 0,0-1 0,10-4 0,5-14-7458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52.7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10373,'0'0'11829,"48"-7"-11829,-28 5-288,7-5-2353,-7-4-2738,-6-5-3793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5:53.0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0 9668,'0'0'9439,"12"23"-7995,-10-19-1364,22 46 1090,28 84 0,-30-60-326,19 107 0,-35-141-608,-2 1-1,-2 0 0,-1 0 1,-6 57-1,3-87-275,-1 1 0,0-1 0,0 0-1,-1 0 1,0 0 0,-1-1 0,-1 1 0,1-1 0,-2-1 0,1 1 0,-1-1 0,-17 17 0,-4 1-389,-2-2 1,-47 32-1,45-34 40,3-6-3936,8-11-3115,7-6-1105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21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346 0 5298,'0'0'4613,"-11"1"-5021,-7 3 121,0 0-1,1 1 1,-22 8-1,21-7 439,0-2-1,0 0 0,-28 2 1,31-5 525,-1 1 1,2 0-1,-1 2 1,0-1-1,-23 11 1,36-14-601,1 0 0,0 0 0,-1 1 0,1-1-1,0 1 1,0 0 0,-1-1 0,1 1 0,0 0 0,0-1 0,0 1 0,0 0-1,0 0 1,0 0 0,0 0 0,0 0 0,0 0 0,1 0 0,-1 1 0,0-1 0,1 0-1,-1 0 1,0 1 0,1-1 0,0 0 0,-1 1 0,1-1 0,0 0 0,0 1 0,0-1-1,0 0 1,0 1 0,0-1 0,0 0 0,0 1 0,0-1 0,1 1 0,-1-1-1,0 0 1,1 0 0,-1 1 0,1-1 0,0 0 0,-1 0 0,1 0 0,1 2 0,3 3-97,1-1 1,-1 1 0,1-2 0,0 1 0,0 0 0,11 5 0,-11-7 29,0-1 0,-1 2 1,1-1-1,-1 0 0,0 1 1,0 0-1,-1 0 0,1 1 1,-1-1-1,0 1 0,0 0 1,0 0-1,-1 0 0,0 1 1,0-1-1,0 1 0,-1 0 1,0 0-1,0-1 0,0 2 1,-1-1-1,1 0 0,-2 0 1,1 0-1,-1 10 0,1 13 244,0-10 14,-1 0 0,-1 0 0,0-1 0,-2 1 0,-6 26 0,8-40-241,-1-1 1,1 0-1,-1 1 0,0-1 1,-1 0-1,1-1 0,-1 1 0,0 0 1,0-1-1,0 1 0,0-1 0,0 0 1,-1 0-1,1 0 0,-1-1 1,0 1-1,0-1 0,0 0 0,0 0 1,0 0-1,-1 0 0,1-1 0,0 0 1,-1 0-1,1 0 0,-1 0 1,-8-1-1,-3-1-619,28-4-509,33-4-1194,-41 9 2289,-1 1 0,1 0 0,0 0 0,-1 0 1,1 1-1,-1-1 0,1 1 0,-1 0 0,0-1 1,0 2-1,0-1 0,0 0 0,0 1 0,4 4 1,39 46 399,-34-38-89,-7-9-244,0 0 1,-1 1 0,1 0 0,-1 0-1,-1 0 1,1 0 0,-1 1 0,-1-1-1,1 1 1,1 12 0,-3-15 66,-1 0 0,0 0 1,0 0-1,0 0 0,-1 0 0,1 0 0,-1 0 0,0 0 1,-1 0-1,1 0 0,-1 0 0,0-1 0,0 1 1,-1-1-1,1 1 0,-7 7 0,3-5 239,0 1 0,0 0 0,1 0 0,0 0-1,1 0 1,0 1 0,0-1 0,0 1 0,2 0 0,-1 1-1,1-1 1,0 0 0,1 1 0,0-1 0,0 18 0,1-26-364,1 0 1,-1 0-1,0 0 1,0 0-1,0 1 1,1-1-1,-1 0 1,1 0-1,-1 0 1,1 0-1,-1 0 1,1 0-1,0 0 1,-1 0-1,1 0 1,0 0-1,0 0 1,0-1-1,-1 1 1,1 0-1,0 0 1,0-1-1,0 1 1,0-1-1,0 1 1,1-1-1,-1 1 1,0-1-1,0 0 1,2 1-1,48 4-5,-46-6 7,0 1 0,0 1 0,1-1 0,-1 0-1,0 1 1,0 0 0,0 1 0,7 2 0,-12-4-4,1 0 0,-1 0 1,0 1-1,0-1 0,0 0 0,1 0 0,-1 1 1,0-1-1,0 0 0,0 0 0,1 1 0,-1-1 1,0 0-1,0 1 0,0-1 0,0 0 0,0 1 0,0-1 1,0 0-1,0 1 0,0-1 0,0 0 0,0 1 1,0-1-1,0 0 0,0 1 0,0-1 0,0 0 1,0 1-1,0-1 0,-1 0 0,1 1 0,0-1 1,0 0-1,0 0 0,0 1 0,-1-1 0,1 0 1,0 1-1,0-1 0,-1 0 0,1 0 0,0 0 1,-1 1-1,1-1 0,0 0 0,0 0 0,-1 0 1,1 0-1,0 0 0,-1 0 0,1 1 0,0-1 1,-1 0-1,1 0 0,-1 0 0,-20 8-290,20-7 246,-21 6-1650,-1-1 0,0-1 0,0-1 0,-44 1 0,-25-3-5075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55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1121,'0'0'7971,"1"3"-3754,4 24-1914,-1 18-873,-3-1-1,-3 46 0,0-6-4081,2-84 2451,0 0 1,0 1-1,0-1 1,0 0-1,0 1 1,0-1-1,0 1 1,0-1-1,0 0 1,0 1-1,0-1 1,1 0-1,-1 1 1,0-1-1,0 0 1,0 1-1,1-1 1,-1 0-1,0 1 1,0-1-1,1 0 1,-1 1-1,0-1 1,0 0-1,1 0 1,-1 0-1,0 1 1,1-1-1,-1 0 1,0 0-1,1 0 1,-1 0-1,0 0 1,1 1-1,-1-1 1,1 0-1,-1 0 1,0 0-1,1 0 1,-1 0-1,1 0 1,-1 0-1,0 0 1,1 0-1,-1-1 1,0 1-1,1 0 1,-1 0-1,0 0 1,1 0-1,0-1 1,5-4-4701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55.2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0 10629,'0'0'5314,"-55"95"-6770,55-81-1490,21-5-2320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55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8980,'0'0'8916,"4"13"-8211,-1-2-547,0-1-62,-1 0 0,1 0 0,1-1 0,0 1-1,0-1 1,0 0 0,2 0 0,5 8 0,-10-16-153,0-1-1,-1 1 1,1-1-1,0 0 1,0 1-1,-1-1 1,1 0-1,0 0 1,0 1-1,0-1 1,-1 0-1,1 0 1,0 0-1,0 0 1,0 0-1,-1 0 1,1 0-1,0-1 1,0 1 0,0 0-1,-1 0 1,1-1-1,0 1 1,0 0-1,-1-1 1,1 1-1,0-1 1,-1 1-1,1-1 1,0 1-1,-1-1 1,2 0-1,24-26-256,-18 18 98,3-1 152,-6 6 101,0 1 0,-1-1-1,1 0 1,-1 0 0,0 0-1,0-1 1,-1 0 0,6-8-1,-9 12 1069,3 1-1006,-1 0-1,0 1 1,1-1 0,-1 1-1,0 0 1,1 0 0,-1-1 0,0 1-1,0 1 1,2 0 0,-2 1-130,1-1 1,-1 0-1,0 0 1,0 0-1,1 0 1,-1 0 0,1-1-1,0 1 1,0-1-1,-1 0 1,1 1-1,0-1 1,0-1-1,0 1 1,0 0-1,5 0 1,-3 0-634,1-1 0,-1 0 0,1 0 0,-1 0 0,1 0 0,-1-1 0,1 0 0,10-3 0,17-15-4939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55.9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7283,'0'0'13700,"0"21"-12545,0 165 1078,0-184-2296,0 1 0,1-1 0,-1 0 0,1 1 0,-1-1 1,1 0-1,0 1 0,0-1 0,0 0 0,0 0 0,1 0 0,-1 0 0,0 0 0,1 0 0,-1 0 0,1-1 0,0 1 0,0 0 0,-1-1 0,1 1 1,0-1-1,0 0 0,1 0 0,-1 0 0,0 0 0,0 0 0,4 1 0,31 4-4037,-3-12-3743,-25-3 1099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56.1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86 5234,'0'0'12598,"155"-58"-12630,-100 46-2529,-8-3-5123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7.4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4386,'0'0'12646,"0"23"-11590,0-3 145,0 3-337,0-3-656,0 0-128,0-1-80,0-6 0,0-4-432,-7-4-800,7-3-1186,-6-2-2400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7.6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7 5378,'0'0'14487,"-13"-7"-14487,13 21-128,0 1-704,0 1-1073,0 2-1153,0 0-1248,6 0-992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7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7860,'0'0'12133,"1"15"-11103,-1 2-746,0-11-195,-1 0 1,2 0-1,-1 0 1,1 0-1,-1 0 1,2 0-1,-1 0 1,1 0 0,3 8-1,-4-13-140,-1 0-1,1 0 1,-1-1-1,1 1 1,-1 0-1,1-1 1,0 1-1,-1-1 1,1 1-1,-1-1 1,1 1-1,0-1 1,0 1-1,-1-1 1,1 0-1,0 1 1,0-1-1,0 0 1,-1 0-1,1 1 1,0-1-1,0 0 1,0 0-1,0 0 1,0 0-1,-1 0 0,1 0 1,0 0-1,0-1 1,0 1-1,0 0 1,-1 0-1,1-1 1,0 1-1,0 0 1,-1-1-1,1 1 1,0-1-1,0 1 1,-1-1-1,1 1 1,0-1-1,-1 1 1,1-1-1,0-1 1,38-35-1677,-29 27 991,-5 4 596,16-9 479,-20 15 738,14 9-388,19 16-2074,-30-23 332,0-1 0,1 1 0,-1-1 0,1 0 0,-1 0 0,1-1 0,-1 1 0,8-1 0,14 0-4810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8.2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0 12614,'0'0'8868,"-20"133"-7123,20-96-737,0-4-192,7-1-367,13-7-353,0-5-96,0-2 0,-6-9-272,0-4-817,6-5-896,-7 0-1120,8-2-1313,-1-21-3106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8.3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59 3522,'0'0'12133,"142"-36"-11765,-95 32-368,1-5-1841,6 0-3793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56.9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5795,'0'0'12387,"10"11"-10635,-2-4-1341,-1 1-1,0 0 1,-1 0-1,0 0 1,0 1-1,-1 0 0,0 0 1,0 1-1,-1-1 1,0 1-1,3 15 0,2-3-620,-8-22 188,-1 0 1,0 1 0,1-1-1,-1 0 1,0 0 0,1 0-1,-1 0 1,1 0-1,-1 1 1,0-1 0,1 0-1,-1 0 1,1 0-1,-1 0 1,0 0 0,1 0-1,-1-1 1,1 1 0,-1 0-1,0 0 1,1 0-1,-1 0 1,0 0 0,1 0-1,-1-1 1,1 1 0,-1 0-1,0 0 1,0-1-1,1 1 1,0-1 0,26-38-1750,-13 16 1118,-4 11 314,0 1 0,1 1 1,0 0-1,15-11 1,-20 17 527,-1 0 0,1 1 0,0 0 0,0 0 0,0 1 0,1 0 0,-1 0 1,1 0-1,-1 1 0,1-1 0,12 1 0,-18 1-114,-1 0 0,1 0 0,0 1 1,0-1-1,-1 0 0,1 1 0,0-1 0,-1 0 0,1 1 1,0-1-1,-1 1 0,1-1 0,-1 1 0,1-1 1,-1 1-1,1-1 0,-1 1 0,1 0 0,-1-1 0,0 1 1,1 0-1,-1-1 0,0 1 0,1 0 0,-1 0 1,0-1-1,0 2 0,6 30 1127,0-6-41,-5-25-1208,0 0-1,0 0 1,0 0-1,1 0 1,-1-1-1,0 1 1,1 0-1,-1-1 1,0 1-1,1-1 1,-1 0-1,0 1 1,1-1-1,-1 0 1,1 0-1,-1 0 1,1 0-1,-1 0 1,1 0-1,-1 0 1,0 0-1,1-1 1,-1 1-1,1-1 1,1 0-1,37-15-680,-28 9 574,2-2 99,0 1-1,1 1 1,0 0 0,1 0 0,18-4-1,-33 11 191,0 1 0,0-1 0,0 0 0,0 1-1,0-1 1,0 1 0,0-1 0,0 1-1,0-1 1,0 1 0,0 0 0,0-1 0,-1 1-1,1 0 1,0 0 0,-1-1 0,1 1-1,0 0 1,-1 0 0,1 0 0,-1 0 0,1 0-1,-1 0 1,0 0 0,1 0 0,-1 2 0,12 37 316,-9-26-236,7 0-1472,13-8-11481,-9-6 5062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57.1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4738,'0'0'20826,"-6"104"-20474,6-101-208,0-24-7363,0-6 1312,0-7-2561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57.2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3201,'0'0'16856,"0"49"-17096,0-31-1041,7-2-2112,6-5-2514,8-4-1968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57.7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197 233 8836,'0'0'9791,"-21"5"-6939,-70 20-1091,86-24-1665,0 0 0,0 1 0,0 0 0,0-1 0,1 1-1,-1 1 1,0-1 0,1 1 0,-1 0 0,1 0 0,0 0 0,0 1 0,0-1 0,-6 9 0,8-7-23,0 0 0,0 1 0,1-1 0,0 1 0,0-1 1,0 1-1,0-1 0,1 1 0,0 0 0,1 6 0,-1-10-72,0-2-3,0 1 0,-1-1-1,1 1 1,0 0 0,0-1 0,0 1 0,0-1 0,0 1 0,1-1 0,-1 1 0,0-1 0,0 1 0,0-1 0,0 1 0,1 0 0,-1-1-1,0 0 1,0 1 0,1-1 0,-1 1 0,0-1 0,1 1 0,-1-1 0,1 1 0,-1-1 0,0 0 0,1 1 0,-1-1 0,1 0 0,-1 0-1,1 1 1,-1-1 0,1 0 0,-1 0 0,1 0 0,-1 1 0,1-1 0,0 0 0,-1 0 0,1 0 0,-1 0 0,1 0 0,-1 0-1,1 0 1,-1 0 0,2-1 0,0 1-6,0-1-1,0 0 0,0 0 1,0 0-1,0 0 0,-1 0 1,1 0-1,0 0 0,-1 0 1,1-1-1,-1 1 0,1-1 1,1-1-1,39-52-651,-3-1 0,-2-3 0,-2 0 0,26-66 0,-55 104 4211,-19 42-2657,-18 43-500,22-35-88,1 0-1,2 0 0,1 1 0,1 0 1,2 0-1,1 34 0,0-61-402,1-1 0,1 1-1,-1 0 1,0 0 0,0-1-1,1 1 1,0-1 0,-1 1-1,1 0 1,0-1 0,0 1-1,1-1 1,-1 0 0,0 1-1,1-1 1,-1 0 0,1 0-1,0 0 1,0 0 0,0 0-1,0 0 1,0 0 0,0-1-1,0 1 1,1-1 0,-1 0-1,1 1 1,-1-1 0,1 0-1,-1 0 1,5 0 0,-1 0-767,0 0 1,0 0 0,0-1 0,0 0 0,0-1 0,0 1-1,0-1 1,0 0 0,0 0 0,0-1 0,0 0 0,0 0-1,6-3 1,17-16-7437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58.3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157 441 10165,'0'0'13771,"-7"2"-12592,-9 2-627,0 1 0,0 1 0,-30 15 0,42-19-561,1 0 0,-1 0 1,1 1-1,-1-1 1,1 1-1,0 0 0,0 0 1,0 0-1,0 0 0,0 0 1,1 1-1,0-1 1,-1 1-1,1 0 0,1 0 1,-1 0-1,0 0 1,1 0-1,0 0 0,0 0 1,0 0-1,0 7 0,1-10-340,25-8-946,3-2 864,2-15-141,-1-2 0,0 0 1,-3-2-1,0-1 0,-2-1 1,30-48-1,93-178 537,-145 252 86,0 1 0,0-1-1,0 0 1,-1 0 0,1 0-1,-1-1 1,0 1 0,0 0-1,0-7 1,-1 8 1011,-10 30 1675,-41 60-974,33-59-836,1 1 0,-21 48 0,28-49-590,2 1 0,1-1 1,1 1-1,1 0 0,2 1 0,0 45 1,3-73-365,0 0 0,0 0 0,1-1 0,-1 1 1,0 0-1,1 0 0,-1-1 0,1 1 0,-1 0 0,1-1 0,0 1 1,0-1-1,1 3 0,18 10-4211,-15-13 2792,0 0 0,0 0 0,1 0-1,-1-1 1,0 1 0,0-1 0,0 0 0,9-2-1,12-4-6103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58.6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62 5843,'0'0'10402,"-6"-11"-9210,-21-31 150,26 42-1270,1-1 0,0 1-1,0-1 1,0 1 0,0-1-1,0 1 1,-1 0 0,1-1-1,0 1 1,0 0 0,0-1 0,-1 1-1,1 0 1,0-1 0,-1 1-1,1 0 1,0-1 0,-1 1-1,1 0 1,0 0 0,-1-1-1,1 1 1,-1 0 0,1 0 0,0 0-1,-1 0 1,1-1 0,-1 1-1,1 0 1,0 0 0,-1 0-1,1 0 1,-1 0 0,1 0-1,-1 0 1,1 0 0,-1 0 0,1 1-1,0-1 1,-1 0 0,1 0-1,-1 0 1,1 0 0,0 0-1,-1 1 1,1-1 0,-1 0-1,1 0 1,0 1 0,-1-1 0,1 0-1,0 1 1,0-1 0,-1 0-1,1 1 1,0 0 0,-10 23 533,9-21-193,-21 54 3023,-27 105 0,40-118-3082,1 0-1,2 0 1,1 55 0,5-98-1268,21-18-6379,38-38-5280,-31 25 2458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59.0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4402,'0'0'17029,"8"8"-15524,-7-7-1476,2 3 87,1 0-1,0 0 1,0-1 0,1 1 0,-1-1 0,1 0 0,0 0 0,-1 0-1,1-1 1,0 0 0,1 0 0,-1 0 0,0 0 0,1-1-1,-1 0 1,11 1 0,-14-2-106,1 0 0,-1-1 0,0 1 0,0-1 0,0 1 0,0-1 0,0 0 0,0 0 0,0 0 0,0 0 0,0 0 0,0 0 0,0-1 0,-1 1 0,3-2 0,-4 3-11,1-1 0,-1 1 0,1-1 0,-1 0 0,1 1 0,-1-1 0,0 1 0,1-1 0,-1 0 0,0 1 0,0-1 0,1 0 0,-1 1 0,0-1 0,0 0 0,0 1 0,0-1 0,0 0 0,0 1 0,0-1 0,0 0 0,0 1 0,0-1 0,0 0 0,0 1 0,-1-1 0,1 0 0,0 1 0,0-1 0,-1 0 0,1 1 0,0-1 0,-1 1 0,1-1 0,-1 0 0,1 1 0,-1-1 0,1 1 0,-1-1 0,1 1 0,-1 0 0,1-1 0,-1 1 0,0 0 0,1-1 0,-1 1 0,-1-1 0,-5-1 264,-1 0 1,0 0-1,0 1 0,0 0 1,-1 0-1,1 0 0,0 1 1,0 1-1,-14 2 0,20-3-216,1 1 0,0 0 0,-1-1 0,1 1 0,0 0 0,0 0 0,0 0 0,0 0 0,-1 0 0,2 0 0,-1 1 0,0-1 0,0 0-1,0 0 1,0 1 0,1-1 0,-1 0 0,1 1 0,-1-1 0,1 1 0,-1-1 0,1 1 0,0-1 0,0 1 0,0-1 0,0 0 0,0 1 0,0-1 0,0 1 0,0-1-1,1 3 1,-1-2-65,0 1-1,1-1 1,-1 0-1,0 0 1,1 1-1,-1-1 0,1 0 1,0 0-1,0 0 1,0 0-1,0 0 1,0 0-1,0 0 0,1 0 1,-1 0-1,1 0 1,-1-1-1,1 1 1,-1 0-1,1-1 1,0 0-1,0 1 0,3 0 1,4 1-619,1-1 1,-1 0-1,1-1 0,0 0 1,-1 0-1,1-1 0,0-1 1,11-1-1,1-2-2868,-1 0 0,35-13 0,23-11-8538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59.2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12438,'0'0'14374,"135"0"-14262,-101 0-112,-7 0-496,-13 0-1025,-8-2-560,-12 2-5746,-28 7 1952,-14 11-480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59.4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0 3970,'-34'124'4674,"47"-124"-720,15 0-849,5-4-1744,15-10-1105,-14 1-256,0-3-816,-1 2-2706,-6 1-3425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6:59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0 12166,'0'0'12333,"-8"22"-10713,-25 69 391,28-73-1672,1 1-1,0 0 1,2-1-1,0 2 0,1-1 1,0 0-1,4 27 1,0 13-1459,-3-59 812,0 1 0,0-1 0,0 1 0,0-1 1,0 1-1,0-1 0,1 1 0,-1-1 0,0 0 1,0 1-1,1-1 0,-1 1 0,0-1 0,0 1 1,1-1-1,-1 0 0,0 1 0,1-1 0,-1 0 1,1 1-1,-1-1 0,0 0 0,1 0 1,-1 1-1,1-1 0,-1 0 0,1 0 0,-1 0 1,1 0-1,-1 1 0,1-1 0,-1 0 0,1 0 1,-1 0-1,1 0 0,0 0 0,17-4-8819,-9-9-75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0.0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78 5715,'0'0'13982,"19"0"-11965,110 0 683,-128 0-2367,-1-25 22,0 23-357,0 0-1,0 0 0,1 1 1,-1-1-1,-1 0 0,1 0 1,0 0-1,0 0 1,-1 0-1,1 0 0,-1 0 1,0 0-1,1 1 0,-1-1 1,0 0-1,0 1 1,0-1-1,0 0 0,0 1 1,-1-1-1,1 1 0,0 0 1,-1-1-1,1 1 1,-1 0-1,1 0 0,-1 0 1,0 0-1,0 0 0,1 0 1,-1 0-1,0 1 1,0-1-1,0 1 0,0-1 1,1 1-1,-1 0 0,0-1 1,0 1-1,0 0 1,0 1-1,-2-1 0,1 1 27,1-1 0,-1 1 0,0 0 0,1 0 0,-1 0 0,1 0 0,0 1 0,-1-1 0,1 1 0,0-1 0,0 1 0,0 0 0,0 0 0,0 0 0,0 0 0,0 0 0,1 1-1,-1-1 1,1 0 0,0 1 0,0-1 0,-1 1 0,2-1 0,-1 1 0,0-1 0,0 1 0,1 0 0,0 0 0,-1-1 0,1 5 0,0-4-78,1 0-1,-1-1 1,1 1 0,-1 0-1,1 0 1,0-1 0,0 1-1,0 0 1,1-1 0,-1 1 0,1-1-1,-1 0 1,1 1 0,0-1-1,0 0 1,0 0 0,0 0 0,0 0-1,0 0 1,0-1 0,1 1-1,-1-1 1,1 1 0,-1-1 0,1 0-1,0 0 1,-1 0 0,1 0-1,0-1 1,5 2 0,10 1-1885,1 0 0,0-2 0,30 0 0,-38-1 447,37 0-4985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0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358 123 12374,'0'0'12293,"-23"-19"-11057,-73-57-359,92 73-818,0 0-1,-1 0 1,1 0-1,-1 1 1,0-1-1,0 1 1,0 0-1,0 1 0,0-1 1,0 1-1,0 0 1,0 1-1,0-1 1,-1 1-1,1 0 1,0 0-1,-1 0 1,1 1-1,0 0 1,0 0-1,-6 2 1,9-2-46,-3 1-9,0 0 1,0 1-1,1-1 1,-1 1 0,1 0-1,0 0 1,0 1 0,0-1-1,0 1 1,1 0 0,0 0-1,-1 0 1,1 1 0,-3 6-1,-3 4 5,2 0-1,-1 0 1,-5 19 0,6-1-62,1 0 1,2 1 0,1-1 0,2 1-1,1 0 1,5 40 0,-3-60-361,1 0 0,-1 0 0,9 22 0,3 16-2228,-13-27-772,-1-18-4333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0.5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50 8868,'0'0'16151,"54"0"-16087,-27 0-64,0 0-1072,14-7-1633,7-11-1841,-8-7-4098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0.7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1 4866,'0'0'21162,"-5"25"-18844,-1-2-1773,-3 8 365,2 1 1,2-1-1,-3 51 0,6-50-714,1-22-188,1 1 0,0-1-1,0 0 1,4 17 0,-3-25-298,0 0 0,0-1 0,1 1-1,-1 0 1,1-1 0,0 1 0,-1-1 0,1 1 0,0-1-1,0 0 1,0 0 0,-1 0 0,1 0 0,0 0 0,1 0-1,-1-1 1,0 1 0,0-1 0,0 1 0,0-1 0,0 0 0,1 0-1,-1 0 1,0 0 0,3 0 0,-2 0-326,0 0 1,0 0-1,0 0 1,0 0 0,0 0-1,-1-1 1,1 1-1,0-1 1,0 0-1,0 0 1,0 0-1,-1 0 1,1 0-1,0-1 1,-1 1-1,1-1 1,-1 0-1,3-2 1,3-17-8640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0.9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11253,'0'0'12438,"149"3"-12438,-108-3-785,0-9-2832,-1-5-3715,1-4-4353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1.1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1 848,'0'0'28093,"-27"99"-27260,27-81-305,0 0-416,0-2-64,7-2-48,-7-5-336,6-2-609,-6-5-783,0 0-850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1.3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46 9268,'0'0'12086,"128"0"-11782,-94-9-304,0 0-880,0-2-2258,0-5-4577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4.4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0 7443,'0'0'2498,"-95"131"943,81-74-79,14 6-2402,0 0-736,48 5-144,19-3-32,28-6-48,20-9-1056,21-19-2882,-1-15-4002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1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93 8836,'0'0'14361,"0"15"-12872,1 48-123,-1-60-1299,0 0 1,0 0-1,0 0 1,1 0-1,-1 0 1,1 0-1,-1 0 1,1-1-1,0 1 1,0 0-1,1 0 1,-1 0-1,1-1 1,-1 1-1,1-1 1,3 5-1,-4-6 85,-1-8-5,0 0-204,-1 0-1,-1-1 1,1 1 0,-1 0-1,-4-10 1,3 10-23,0-1 0,1 0 0,0 0 0,0 0 0,-1-15 0,3 12-616,0 3 814,0-1-1,0 1 1,1-1 0,0 1 0,2-9 0,12-6-3724,-14 22 2837,1 0 0,-1 0-1,1 0 1,-1 0 0,1 0-1,0 1 1,-1-1-1,1 1 1,0-1 0,0 1-1,0-1 1,-1 1-1,1 0 1,3 0 0,8 0-6992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1.8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1409,'0'0'26876,"7"74"-26588,-1-74-2433,1-9-7667,0-9-1618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2.0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1 6099,'0'0'20233,"-108"33"-20793,94-19-1121,8-5-2529,-1-7-4242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2.9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80 471 8148,'0'0'17253,"-14"11"-16733,-40 34-378,53-44-141,0 0 1,0 0 0,0 0 0,0 0 0,0 0-1,0 0 1,1 0 0,-1 1 0,0-1 0,1 0 0,-1 0-1,1 1 1,-1-1 0,1 0 0,0 1 0,-1-1-1,1 1 1,0-1 0,0 0 0,0 1 0,0-1 0,0 1-1,1-1 1,-1 0 0,0 1 0,1-1 0,-1 0-1,0 1 1,1-1 0,0 0 0,0 2 0,29 28-8,-24-26-1,12 11-282,-2 0 1,0 1-1,21 28 1,-33-39 86,0-1 0,-1 2 1,1-1-1,-1 0 0,0 1 1,-1 0-1,1-1 0,-1 1 1,-1 0-1,1 0 0,-1 0 1,0 0-1,-1 0 1,0 1-1,-1 13 0,0-19 194,0-1 0,1 1-1,-1 0 1,0-1 0,0 1-1,0-1 1,0 1 0,0-1-1,0 1 1,0-1 0,-1 0 0,1 1-1,0-1 1,-1 0 0,1 0-1,-1 0 1,1 0 0,-1 0-1,0-1 1,1 1 0,-1 0-1,0-1 1,0 1 0,1-1-1,-1 0 1,-2 1 0,-53 2 100,47-3-114,8-1 7,1 1 0,0 0 0,0 0 0,0-1 0,0 1 0,-1-1 1,1 1-1,0-1 0,0 1 0,0-1 0,0 0 0,0 0 0,0 1 0,0-1 1,1 0-1,-1 0 0,0 0 0,0 0 0,1 0 0,-1 0 0,0 0 1,1 0-1,-1 0 0,1-1 0,-1 1 0,1 0 0,0 0 0,0 0 1,-1-1-1,1 1 0,0 0 0,0 0 0,0 0 0,0-3 0,6-45-673,-3 39 584,0 1 0,2-1 0,-1 1 0,1 0 0,0 1 0,1-1 0,10-11 0,56-56-336,-32 35-6,-4 2 118,13-12-371,73-101-1,-110 134 665,0-1-1,-2 0 0,0-1 0,-1 0 0,-1 0 0,-1 0 0,-1-1 1,-1 0-1,0-1 0,1-22 0,-6 40 10,1-2 108,-1-1-1,1 1 0,-1 0 1,-1-1-1,1 1 0,-4-13 0,4 18-5,-1-1-1,0 1 0,0 0 0,1-1 0,-1 1 1,0 0-1,-1-1 0,1 1 0,0 0 1,0 0-1,0 0 0,-1 0 0,1 0 1,0 1-1,-1-1 0,1 0 0,-1 0 0,1 1 1,-1-1-1,1 1 0,-1 0 0,1-1 1,-1 1-1,0 0 0,1 0 0,-1 0 0,1 0 1,-1 0-1,0 0 0,1 0 0,-3 1 1,0 0 74,-1 0 1,1 1 0,0-1 0,-1 1-1,1 0 1,0 0 0,0 0 0,0 1-1,0-1 1,1 1 0,-1 0 0,1 0 0,0 0-1,-1 1 1,1-1 0,1 1 0,-1 0-1,-3 6 1,-4 6 303,2 0 1,0 1-1,-8 24 1,10-16-187,0 1 1,2 0 0,1 0 0,0 1 0,3-1-1,1 27 1,0-6 59,0-27-269,1 0 1,0 0-1,2-1 1,0 1 0,2-1-1,0 0 1,1 0-1,15 29 1,-21-47-79,-1 0 0,1 0 0,0 0 1,-1 0-1,1-1 0,0 1 0,0 0 0,-1 0 0,1-1 1,0 1-1,0-1 0,0 1 0,0-1 0,0 1 0,0-1 1,0 1-1,0-1 0,0 0 0,0 0 0,0 1 0,1-1 1,-1 0-1,0 0 0,0 0 0,0 0 0,0-1 0,0 1 0,0 0 1,0 0-1,0-1 0,0 1 0,0 0 0,0-1 0,0 1 1,0-1-1,0 1 0,0-1 0,0 0 0,0 1 0,1-3 1,40-32-688,-37 30 549,6-6 159,-9 9 150,0 0 1,0-1-1,0 1 1,0 0-1,0 0 1,1 0-1,-1 0 0,1 0 1,0 1-1,-1-1 1,1 1-1,0 0 0,0 0 1,0 0-1,3-1 1,-5 2 668,1 0-763,0 1-1,0-1 0,0 0 0,-1 1 1,1-1-1,0 1 0,0 0 1,-1 0-1,1-1 0,0 1 0,-1 0 1,1 1-1,-1-1 0,2 2 0,8 10-631,22 22-220,-20-27-2989,-1-5-3471,1-3-430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3.1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0 14615,'0'0'9791,"-6"24"-6648,4-14-2968,-8 32 842,1-1 1,3 1-1,-2 45 0,8-86-1047,0 10 107,0 0-1,1 0 1,0 0 0,4 15-1,-4-24-204,-1 1 0,1-1-1,-1 0 1,1 0 0,0-1 0,0 1-1,0 0 1,0 0 0,0 0 0,1-1-1,-1 1 1,0 0 0,1-1 0,-1 1-1,1-1 1,0 0 0,-1 1 0,1-1-1,0 0 1,0 0 0,0 0 0,0 0-1,0-1 1,0 1 0,0-1 0,0 1-1,0-1 1,0 1 0,0-1-1,3 0 1,2 0-949,-3 0 255,0 0-1,0 0 0,0 0 1,0 0-1,0-1 0,-1 0 1,8-1-1,10-16-6384,-1-12-4353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3.3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 6723,'0'0'11894,"169"11"-11622,-108-11-272,-7-4-2017,-13-17-4402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3.6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346 1 5491,'0'0'11013,"101"124"-9109,-73-61-127,-8 14-304,-20 11-337,0 0-175,-27-4-721,-27-5-240,-7-14-192,-14-15-400,1-7-3362,6-14 3346,0-11-5443,0-9-3570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5.2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461 1 5539,'0'0'13352,"-5"9"-12415,-29 47 937,-72 90-1,15-23-1072,84-112-815,-35 48-310,2 2 0,3 1 0,-54 129 1,89-186-405,-4 15-862,8-12-1442,6-5-3429,16-3-1369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5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14 5907,'0'0'8969,"17"-1"-7755,208-12 1232,-224 13-2436,0 1-1,0-1 0,0 0 1,0 1-1,0-1 0,0 1 1,0-1-1,0 1 0,0 0 0,-1-1 1,1 1-1,0 0 0,0 0 1,-1-1-1,1 1 0,0 0 0,-1 0 1,1 0-1,-1 0 0,1 0 1,-1 0-1,1 0 0,-1 0 0,0 0 1,1 0-1,-1 0 0,0 0 1,0 0-1,0 0 0,0 0 0,0 0 1,0 0-1,0 1 0,0-1 1,-1 0-1,1 0 0,0 0 0,0 0 1,-2 2-1,1 2 88,0 1 0,0-1 0,-1 0 0,0 1 0,0-1 0,0 0 0,-5 8 0,-3-1 175,-1-1 0,0 0 0,0-1 1,-1 0-1,-23 15 0,-76 38 1097,42-25-660,66-37-659,0 1 1,1-1-1,-1 1 1,1 0 0,-1 0-1,1 0 1,0 1-1,0-1 1,0 0-1,-2 4 1,6 5 70,17-4-153,24-3 250,65-1-1,-91-4-360,-1 0 0,0-1-1,0-1 1,0 0-1,0-1 1,0-1-1,19-9 1,-30 12-417,-1 0 0,1-1 0,-1 0 0,0 0 0,0 0 0,0-1 0,0 1 0,-1-1 0,1 0 0,3-5 0,2-15-5867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5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11589,'0'0'18569,"0"2"-18649,0 3-1153,0 6-1136,0 3-1024,7-3-3122,6-2-5027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6.1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299 1 13846,'0'0'10581,"-75"117"-8100,48-92-1856,-7 2-625,1 5-449,-1 4-1824,-14-2-2465,1-3-4818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8.7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4674,'0'0'16296,"-13"158"-15080,13-108-736,0 2-352,0-5-128,0-2-16,13-4-624,-6-7-640,6-5-577,1-11-1009,-14-7-1183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9.0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0 10037,'0'0'10647,"14"7"-9129,6 2-1095,-4-3-140,0 0 0,-1 1 0,0 1 0,-1 1 0,0 0 0,16 13 0,-29-21-276,0 0 0,0 0 1,0 0-1,0 0 0,0 1 0,0-1 1,0 0-1,-1 0 0,1 1 0,-1-1 0,1 0 1,-1 0-1,1 1 0,-1-1 0,0 1 1,1-1-1,-1 0 0,0 1 0,0-1 1,0 1-1,0-1 0,-1 0 0,1 1 1,0-1-1,0 1 0,-1-1 0,1 0 0,-1 1 1,1-1-1,-1 0 0,0 0 0,1 1 1,-1-1-1,0 0 0,0 0 0,0 0 1,0 0-1,0 0 0,0 0 0,0 0 1,0 0-1,0-1 0,-1 1 0,0 0 0,-8 6 46,0-1 0,0 0 0,0-1 0,-12 4 0,17-7-45,-20 8-172,-41 17 266,24-19-3205,61-19-10996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9.1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 3954,'0'0'22522,"-27"83"-22426,20-78-96,7-3-1825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9.3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6723,'0'0'14247,"0"61"-14504,0-41-991,0 2-1505,0-3-2754,0-4-1568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09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46 6515,'0'0'15343,"12"18"-14060,35 58-221,-15-38-141,-31-37-912,0 0 0,1 0 0,-1 0 0,0 0 0,1 0 0,-1-1 0,1 1 0,-1 0 0,1-1 0,-1 1 0,1-1 0,-1 0 0,1 0 1,1 1-1,-2-1-164,1 0 128,-1 0 0,1-1 1,-1 1-1,1 0 0,-1-1 1,0 1-1,1-1 0,-1 1 1,0-1-1,1 0 0,-1 1 1,0-1-1,2-1 0,1-7 16,0 1-1,0-1 0,0 0 1,-1 0-1,-1 0 0,0 0 1,2-11-1,-3 9 15,1 1 0,1 0 1,0 0-1,7-17 0,-8 21 4,-2 5-3,0-1 0,0 1 0,1 0 0,-1-1 0,0 1 0,1-1 0,-1 1 0,1 0 0,0-1 0,-1 1 0,1 0 0,0 0 0,0-1 0,0 1 0,0 0 0,2-1 0,-2 1-79,-1 3-986,0 0 499,0 0 0,0 0 0,1-1 0,-1 1-1,1 0 1,-1 0 0,1-1 0,0 1 0,-1 0 0,1-1 0,2 3 0,-1-3-128,-1 1 0,2-1 0,-1 1 0,0-1 0,0 0 0,0 0 0,0 0-1,1 0 1,-1-1 0,0 1 0,1-1 0,-1 1 0,5-1 0,24 3-5200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10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7 1601,'0'0'20652,"-9"4"-19577,4-2-1021,0 0 0,0 0 0,1 0-1,-1 0 1,0 1 0,1 0 0,0 0 0,0 0 0,0 0 0,0 1 0,0 0-1,0 0 1,1 0 0,0 0 0,0 0 0,0 1 0,1-1 0,-1 1 0,1 0-1,0-1 1,0 1 0,1 0 0,-1 0 0,1 1 0,-1 6 0,2-11-87,0 1 0,0-1 0,0 1 0,0 0 0,0-1 0,0 1 0,0-1 0,0 1 0,1-1 0,-1 1 0,0-1 0,1 1 0,-1-1 0,1 1 0,0-1 0,0 0 0,-1 1 0,1-1 0,0 0 0,0 0 0,0 1 0,0-1 0,0 0 0,1 0 0,-1 0 0,3 1 0,0-1-70,1 0-1,0 0 1,0-1 0,-1 1 0,1-1 0,0 0 0,9-2 0,-11 2 117,1-1-53,0 1 1,0-1-1,0 0 1,0 0-1,0 0 1,0 0-1,0-1 1,0 1-1,-1-1 1,1 0-1,-1 0 1,1 0-1,-1-1 1,0 0-1,0 1 1,0-1-1,0 0 1,4-6-1,-3 4 61,-1-1 0,-1 1-1,1-1 1,-1 0-1,0 0 1,0 1-1,-1-1 1,1 0 0,-1 0-1,-1-1 1,1-10-1,-1 16-6,0 0 0,0 0 1,0 0-1,0 0 0,-1-1 0,1 1 0,0 0 0,0 0 0,-1 0 0,1 0 0,-1 0 0,1 0 0,-1 0 0,1 0 0,-1 1 0,0-1 0,1 0 1,-1 0-1,0 0 0,0 1 0,1-1 0,-1 0 0,0 1 0,0-1 0,0 0 0,-1 0 0,-29-5-1687,10 2-9898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10.3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0 8244,'0'0'15271,"-41"136"-13719,41-102-591,0 2-209,0 0-432,0 0-224,0-7-32,0-6-64,0-7-352,7-10-640,0-3-801,6-3-1745,1 0-848,-1-7-3505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10.5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34 13126,'0'0'6643,"122"-18"-6739,-82 11-2081,-13-2-4226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10.8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57 10869,'0'0'12358,"122"-3"-11862,-74-8-336,-1 0-160,-6-1-48,-7 3-993,-7 3-943,-14 1-866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10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41 1825,'0'0'13686,"115"0"-11077,-74 0-1680,-8-4-785,1-5-144,-20-3-2689,-7-4-6083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12.4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12 0,'0'0'8503,"0"0"-8336,0 0-1,0-1 1,0 1 0,1 0 0,-1 0 0,0-1 0,0 1 0,0 0 0,0 0 0,1-1 0,-1 1 0,0 0 0,0 0 0,0-1 0,0 1 0,0 0 0,0-1 0,0 1-1,0 0 1,0 0 0,0-1 0,0 1 0,0 0 0,0-1 0,0 1 0,0 0 0,0 0 0,-1-1 0,1 1 0,0 0 0,0 0 0,0-1 0,0 1 0,0 0 0,-1 0-1,1-1 1,0 1 0,0 0 0,0 0 0,-1 0 0,1 0 0,0-1 0,0 1 0,-1 0 0,1 0 0,-1 0 0,-17 0-155,0 1 1,-1 0-1,1 2 0,0 0 1,0 1-1,0 1 0,0 1 1,1 0-1,0 1 1,-30 18-1,36-19-18,0 0 97,0 0 0,1 1 1,-16 13-1,23-17-64,1-1 1,0 1 0,-1 0-1,1-1 1,0 1 0,0 0-1,0 0 1,1 0 0,-1 1-1,1-1 1,0 0-1,0 1 1,0-1 0,0 0-1,0 1 1,1-1 0,0 6-1,-1-6-22,2 1-1,-1-1 0,0 1 1,1 0-1,-1-1 0,1 1 0,0-1 1,0 0-1,0 1 0,1-1 1,-1 0-1,1 0 0,0 0 1,0 0-1,0 0 0,0 0 0,0 0 1,1-1-1,-1 1 0,1-1 1,0 1-1,0-1 0,0 0 1,0 0-1,0-1 0,0 1 1,5 1-1,-4-1 20,1-1-1,0 0 1,-1 0 0,1-1 0,0 1-1,-1-1 1,1 0 0,0-1-1,0 1 1,-1-1 0,1 1 0,0-1-1,-1-1 1,1 1 0,-1-1 0,1 0-1,-1 0 1,0 0 0,0 0-1,5-5 1,11-7 51,-1-2 0,-1 0 0,-1-1 1,0-1-1,-1-1 0,14-21 0,-26 35 5189,-5 9-3999,-1 21-1591,3-20 291,1-1 0,0 1 0,0-1 0,0 1 0,1-1 0,0 0 0,-1 1-1,1-1 1,1-1 0,-1 1 0,1 0 0,-1-1 0,1 0 0,0 0 0,0 0 0,0 0 0,1-1 0,-1 1 0,1-1 0,-1 0 0,1-1 0,0 1 0,-1-1 0,1 0 0,9 1 0,2 1-1262,-1-1 0,30-1 0,22-7-6539,-1-11-2790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13.2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414 7 5763,'0'0'11781,"-29"-7"-9556,14 10-1888,0 0 0,0 0 0,0 2-1,1 0 1,-24 11 0,-25 10 489,-145 39 273,207-65-1230,9 30-579,-1-10 718,0 0-1,-1 0 0,-1 1 1,-1 0-1,-1 0 0,-1 1 1,0-1-1,-2 0 0,-3 29 1,2 3-1,-5 63-34,42-114 130,-29-2-99,26-3 188,1-1 0,-1-1 0,0-3 0,0 0 0,41-18 0,-48 18 400,-24 7 2885,3-16-11416,13-1 1644,-13 14 4420,21-18-5966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13.9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14 9220,'0'0'11115,"-1"3"-10448,0 0-510,0 0 0,1 0 0,-1 1 0,1-1 0,0 0 0,0 0 0,0 1 1,0-1-1,0 0 0,1 1 0,0-1 0,-1 0 0,1 0 0,1 0 0,-1 0 1,0 0-1,3 4 0,-2-3-8,0 1 1,0 0 0,0 0 0,-1 0-1,0 0 1,0 0 0,1 9-1,-2-13-175,8-13-545,0 3 437,-1 0 1,2 1 0,-1 0-1,1 1 1,0 0-1,1 0 1,0 1 0,18-9-1,-27 15 179,1-1 0,-1 1 0,0 0 0,0-1 0,0 1 0,0 0-1,1 0 1,-1 0 0,0 0 0,0 0 0,0 0 0,1 1 0,-1-1 0,0 0-1,0 0 1,0 1 0,0-1 0,0 1 0,1-1 0,-1 1 0,0 0 0,0-1-1,0 1 1,0 0 0,-1-1 0,1 1 0,0 0 0,0 0 0,0 0 0,-1 0-1,1 0 1,0 0 0,0 2 0,0-2-89,0 1 1,0-1-1,0 0 0,0 1 1,0-1-1,0 0 1,0 0-1,1 0 0,-1 0 1,0 0-1,1 0 0,-1 0 1,1-1-1,-1 1 0,1 0 1,-1-1-1,1 1 0,1 0 1,-1-1-408,25-2-486,-19-3 924,1 0 0,-1 0 0,1-1 0,7-7 0,-9 7 45,0 1 0,0 0 1,0 0-1,1 0 0,14-6 2514,19 21-3174,-1 0-7319,-19-9 306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14.1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0 9893,'0'0'14278,"-20"59"-14278,20-57-160,0-29-18312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14.2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0 11141,'0'0'6515,"-34"138"-9348,41-106-1937,14-3-2914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14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179 257 1313,'0'0'16717,"-21"4"-13769,-68 17-1524,84-20-1368,1 0 0,0 1 0,-1 0-1,1 0 1,0 0 0,0 0 0,0 1 0,1-1-1,-1 1 1,0 0 0,1 0 0,0 1-1,-4 3 1,6-5-56,0-1 0,-1 1 0,1 0 0,0-1-1,1 1 1,-1 0 0,0-1 0,0 1 0,1 0-1,-1 0 1,1 0 0,0-1 0,-1 1 0,1 0 0,0 0-1,0 0 1,0 0 0,0 0 0,0 0 0,1-1-1,-1 1 1,1 0 0,-1 0 0,1 0 0,0 1 0,1-2-17,-1 0 0,0 0 0,0 0 0,1-1 1,-1 1-1,0 0 0,1-1 0,-1 0 0,1 1 1,-1-1-1,1 0 0,-1 1 0,1-1 0,-1 0 1,1 0-1,-1 0 0,1 0 0,-1 0 1,0-1-1,3 0 0,32-9-199,-25 3 28,-1-1-1,-1 0 1,1 0-1,-1-1 1,-1 0-1,0 0 1,0-1-1,10-18 0,2-6-528,23-53-1,-20 28 394,14-27 1182,-41 100 5494,-17 65-5610,15-59-608,1-1 1,1 1 0,1 0 0,1 0-1,0 0 1,2 0 0,2 34 0,-1-51-303,-1 0 0,1-1 0,0 1 1,0-1-1,-1 1 0,2-1 0,-1 0 1,0 1-1,0-1 0,1 0 0,-1 0 1,1 0-1,0 0 0,-1 0 0,1 0 1,0 0-1,0-1 0,0 1 0,0-1 1,1 1-1,-1-1 0,5 2 0,0-1-1040,0 1-1,0-2 1,1 1-1,-1-1 1,1 0-1,9 0 1,18-1-6878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15.2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215 333 10453,'0'0'12424,"-23"-1"-11117,-137-3 801,158 5-2115,0-1 0,1 1 1,-1-1-1,1 1 0,-1-1 0,1 1 0,-1 0 1,1 0-1,-1 0 0,1 0 0,0 0 0,0 0 1,-1 0-1,1 1 0,0-1 0,0 0 0,0 1 1,0-1-1,0 0 0,1 1 0,-1 0 1,0-1-1,1 1 0,-1-1 0,1 1 0,0-1 1,-1 1-1,1 0 0,0-1 0,0 1 0,0 0 1,0 0-1,0-1 0,0 1 0,1-1 0,-1 1 1,0 0-1,1-1 0,-1 1 0,1-1 0,1 3 1,2-3-63,1 1 0,0-1 0,0 0 0,0-1 0,0 1 0,0-1 0,0 0 0,0 0 0,0 0 0,0-1 0,10-2 1,-7 1-49,0-1 0,0-1 1,0 1-1,0-2 0,-1 1 1,1-1-1,-1 0 0,0 0 1,0-1-1,-1 0 0,10-11 1,3-5-368,-1-1 0,19-33 0,-29 43 423,-1-1 0,0 0 0,-1 0 0,0-1 1,-1 0-1,-1 1 0,-1-2 0,3-19 1,-2-35 4302,-11 150-3549,2-50-673,1 1 0,2 0 0,1 0 0,2 0 0,4 33 0,-5-63-245,1 1 0,-1-1-1,1 1 1,-1-1 0,1 1-1,0-1 1,0 1 0,-1-1-1,1 1 1,0-1 0,0 0-1,0 1 1,1-1 0,-1 0-1,0 0 1,0 0 0,1 0 0,-1 0-1,0 0 1,1 0 0,-1-1-1,1 1 1,-1 0 0,4 0-1,-2 0-597,1-1 0,-1 1 0,1-1 0,-1 0 1,0 1-1,1-2 0,-1 1 0,1 0 0,-1-1 0,0 1 0,5-3 0,19-12-6887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15.5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1 13078,'0'0'5170,"-68"121"-640,48-64-2096,13 2-946,7-3-143,0-9-161,0-4-703,7-7-305,0-8-144,-1-6-32,1-8 0,0-5-705,-7-7-767,7-2-9269,-1 0 2321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15.8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33 7475,'0'0'14020,"3"2"-13150,5 2-736,0-1 0,0 0 1,0-1-1,0 0 0,0 0 1,1-1-1,-1 0 0,0 0 0,1-1 1,13-1-1,-22 1-133,1 0-10,0-1 1,0 1-1,0-1 1,0 0-1,0 1 1,0-1-1,0 0 1,0 0-1,0 0 1,0 1-1,-1-1 1,1 0-1,0 0 1,-1 0-1,1 0 1,-1-1-1,1 1 0,-1 0 1,0 0-1,1 0 1,-1 0-1,0 0 1,0-1-1,1 1 1,-1 0-1,0 0 1,0 0-1,-1 0 1,1-1-1,0 1 1,0 0-1,0 0 1,-1 0-1,1 0 1,-1 0-1,1-1 0,-1 1 1,1 0-1,-1 0 1,0 0-1,1 0 1,-1 0-1,0 1 1,0-1-1,-1-1 1,-11-1 241,-1 1-1,1 1 1,-1 1 0,1-1 0,0 2 0,-18 2 0,30 1-94,1-1 0,-1 0 1,1 1-1,-1-1 0,1 1 1,0 0-1,1-1 0,0 7 1,0-6-195,1-1-1,-1 0 1,1 0 0,-1 0 0,1 0 0,0 0 0,0 0-1,0 0 1,1 0 0,-1-1 0,1 1 0,0-1 0,-1 0-1,1 0 1,0 0 0,0 0 0,0 0 0,1-1 0,-1 1-1,0-1 1,0 0 0,6 1 0,4 2-1834,0-2 1,0 0-1,1 0 1,19-1-1,1-1-6659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16.4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0 496,'0'0'14450,"13"2"-13583,133 3 687,39 1-574,-184-5-642,0 0-1,-1 0 1,1 0-1,0 0 1,0 0-1,-1 0 1,1 0-1,-1 0 1,1 0-1,-1 0 1,1 1-1,-1-1 1,1 0-1,-1 0 1,0 0-1,0 1 1,0-1-1,0 0 1,0 0 0,0 0-1,0 3 1,-1 40 346,1-32-54,-1 75 130,-1-20-597,10 102 0,0-123-184,-8-46 167,-24 0 1025,-18 1-1163,0 2 0,0 1 1,1 2-1,0 2 0,-44 15 0,84-23-483,10-1-11680,9-7 4455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16.6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19321,'0'0'13446,"-14"9"-13446,14 2-1249,0 3-1776,0 1-1025,0-3-2881,0-1-7187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16.8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353 0 12838,'0'0'11109,"-115"142"-9044,88-103-1713,-14 1-352,1 8-1361,-15-1-2768,-19 1-4740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24.2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0 2545,'0'0'14151,"-61"149"-13463,54-113-448,7-4-48,-7-5-192,7-9-16,0-9-640,0-29-8724,0-16 1824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24.3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8836,'0'0'12886,"6"32"-12886,8-3-560,0 3-1937,6 1-3234,0 6-3697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24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12246,'0'0'11218,"4"15"-10836,10 50-265,-13-63-193,-1 0 1,1 0-1,0 1 1,-1-1-1,1 0 1,0 0-1,0 0 0,0-1 1,0 1-1,1 0 1,-1 0-1,0-1 1,1 1-1,-1 0 1,4 1-1,-4-2-27,0 0-1,0-1 1,1 0-1,-1 1 1,0-1-1,0 0 1,1 1-1,-1-1 1,0 0-1,0 0 1,1 0-1,-1 0 1,0 0-1,1-1 1,-1 1-1,0 0 1,0 0-1,1-1 1,0 0-1,5-3-318,0 0-1,-1 0 0,1 0 0,-1-1 0,0 0 0,7-8 0,-6 6 582,0 1-230,3-4 199,1 0 1,0 1 0,0 1 0,1 0 0,18-10 0,-28 17 2899,4 33-670,-4-22-2146,-2-8-289,0 0 1,0 0-1,1 0 1,-1 0-1,0 0 1,1 0-1,0 0 1,-1 0-1,1-1 1,0 1-1,0 0 1,0-1 0,3 4-1,-3-4-663,0 0 1,1-1-1,-1 1 1,0 0-1,1-1 1,-1 1-1,1-1 0,-1 0 1,1 1-1,-1-1 1,1 0-1,-1 0 0,4 0 1,14 0-8097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25.0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0 9124,'0'0'12833,"-1"24"-10755,-24 274 2340,24-153-5442,2-145 746,0 1 1,0 0-1,0 0 1,0-1-1,0 1 1,0-1 0,0 1-1,1-1 1,-1 1-1,0-1 1,0 0 0,0 1-1,1-1 1,-1 0-1,0 0 1,0 0-1,1 0 1,-1 0 0,0 0-1,0 0 1,1-1-1,1 0 1,4 1-959,-2 0 636,-1 0 0,1 0 0,-1-1 0,1 0 0,-1 0 0,0 0 0,1 0 1,-1-1-1,0 0 0,0 0 0,0 0 0,0 0 0,6-5 0,23-20-6235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25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 6723,'0'0'9012,"149"-2"-9892,-81-9-2786,-7-3-4370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25.6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0 572 5795,'0'0'7726,"19"-20"-5893,118-126 773,4-6-1001,-123 129-1551,0 0 0,-2-1 0,-1 0 0,-1-1 0,11-31 0,-22 48-33,-1 0-1,0 0 1,0-1-1,-1 1 1,0-1-1,-1-16 1,0 24-5,0-1 566,-5 2 320,0 2-827,0 0 0,0 0 0,0 1 0,0-1 0,1 1 0,-1 0 0,1 1 0,0-1 0,0 1 1,0-1-1,0 1 0,0 0 0,1 1 0,0-1 0,0 0 0,-3 8 0,-4 4 246,2 0-1,0 1 1,-10 32-1,13-32-182,1 0 0,1 0 1,1 0-1,0 1 0,2-1 0,0 0 1,3 25-1,-3-35-127,1 0 0,0 1 0,1-1 0,0-1 0,0 1 1,0 0-1,1 0 0,0-1 0,0 0 0,1 1 0,0-1 0,0 0 0,0-1 0,0 1 1,1-1-1,0 0 0,1 0 0,-1 0 0,1-1 0,8 6 0,-8-8-236,0 0 0,1 0 0,-1 0 0,0 0 0,0-1 0,1 0 0,-1-1 0,1 1 0,-1-1 0,0-1 0,12-1 0,-8 0-770,1 0 0,-1 0 0,0-2 0,-1 1 0,1-1 0,14-8 0,36-28-8495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25.8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14871,'0'0'14134,"122"11"-13686,-82-11-303,1 0-129,-14 0-16,7 0-1073,-21 0-1328,1 0-1265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26.0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57 8212,'0'0'16007,"115"0"-14310,-74 0-1041,0-9-496,-14 2-160,0-4-1520,0 0-2354,-7-7-4242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26.3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0 9780,'0'0'14055,"-60"140"-10485,53-86-1473,0-4-689,7-7-383,0-5-561,0-8-336,0-6-128,0-3-48,0-10-817,0-2-623,0-4-785,0-3-1153,14 0-8291,-8-2 2657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26.6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0 102 8820,'0'0'13769,"20"-2"-11904,-6 1-1659,10 1 174,-1-2 0,1-2 0,0 0 0,-1-1 0,33-11 0,-55 16-402,0 0 0,-1 0 0,1-1 0,0 1 0,0 0 0,0 0 0,-1-1 0,1 1 0,0 0 0,0-1 0,-1 1 0,1-1 0,0 1 0,0-1 0,-1 1 1,1-1-1,-1 1 0,1-1 0,-1 0 0,1 1 0,-1-1 0,1 0 0,-1 1 0,1-1 0,-1 0 0,0 0 0,1 0 0,-1 1 0,0-1 0,0 0 0,0 0 0,0 0 0,1 0 0,-1 1 0,0-1 0,-1 0 0,1 0 0,0 0 0,0 0 0,0 1 0,0-1 0,-1 0 0,1 0 0,0 0 0,-1 1 0,1-1 0,0 0 0,-1 0 0,1 1 0,-1-1 0,0-1 0,-2 0-97,0-1 0,0 1 0,0 0-1,0-1 1,-1 1 0,1 1 0,0-1 0,-1 0 0,-6-1 0,-3-1 120,0 2 0,0-1 0,0 2 0,-1 0 0,1 0 0,0 1 0,-22 3 0,34-2 64,0 0 0,0 0 0,0 1 0,-1-1 0,1 0 0,0 0 0,0 1 0,0-1 0,1 1 0,-1-1 0,0 1 0,1-1 0,-1 1 0,1-1 0,-1 1 1,1 0-1,-1-1 0,1 1 0,0 0 0,0-1 0,0 1 0,0 1 0,0 2-37,0 0 1,0-1-1,0 1 1,0 0-1,1-1 0,0 1 1,1 6-1,2-5-99,-1-1 0,1 0-1,0 1 1,1-1-1,-1 0 1,1-1-1,0 1 1,0-1-1,0 0 1,1-1-1,0 1 1,-1-1 0,1 0-1,0 0 1,0-1-1,1 0 1,7 2-1,5 1-1462,1-1-1,0-1 1,0 0-1,29-1 1,19-3-5472,5-3-2375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26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387 36 8708,'0'0'8687,"-20"-6"-4501,-67-20-1284,81 25-2705,0 0-1,0 0 1,1 1-1,-1 0 1,0 0 0,0 0-1,0 1 1,0-1-1,1 1 1,-1 1-1,0-1 1,1 1 0,-1 0-1,1 0 1,0 1-1,0 0 1,-1 0-1,2 0 1,-1 0 0,0 1-1,1 0 1,-8 8-1,0 1 30,2 0-1,0 1 1,0 0 0,1 0-1,-13 31 1,13-23-127,2 1 0,0 0 0,1 0 0,1 1 0,1 0 0,0 24 1,3 152-1483,4-96-3819,-3-103 4913,0 0-1,0 0 1,1 0-1,-1 0 0,0 0 1,0 0-1,0 0 1,0 0-1,0 0 1,-1 0-1,1 0 1,0 0-1,0 0 1,-1 0-1,1 0 1,0 0-1,-1 0 0,1 0 1,-1 0-1,0 0 1,1 0-1,-1-1 1,1 1-1,-1 0 1,0 0-1,0-1 1,1 1-1,-1-1 0,0 1 1,0 0-1,0-1 1,0 0-1,-1 1 1,-17 1-7899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27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1 102 6355,'0'0'18344,"122"-9"-18136,-89 5-208,8-3-608,6-4-1345,8-7-1728,-8-5-3635,7-6-4033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27.3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0 8132,'0'0'16124,"-16"22"-13530,-6 6-1743,8-11-164,0 2 1,2 0-1,0 0 0,-19 41 0,29-55-614,-9 16 100,1 1 0,1 1 0,0 0 0,2 0 0,1 0 0,1 1 0,1 0 0,-2 32 0,6-54-267,0-1-1,0 1 1,0 0-1,0 0 1,1 0-1,-1-1 1,0 1-1,1 0 1,-1 0-1,1-1 1,-1 1-1,1 0 1,0-1-1,0 1 1,0-1 0,0 1-1,0-1 1,0 1-1,0-1 1,0 0-1,3 3 1,-2-3-66,0-1 0,0 1 0,0-1 0,0 0 0,0 1 0,0-1 0,0 0 0,0 0 0,0 0 0,0-1 0,0 1 0,0 0 0,0-1 0,0 1 0,0-1 0,0 0 0,0 0 0,0 1 1,-1-1-1,1 0 0,0-1 0,2-1 0,2-1-1170,0-1 0,0 1 1,0-2-1,-1 1 1,0-1-1,0 1 0,5-9 1,0-17-8497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27.5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 8836,'0'0'14439,"116"0"-13399,-69 0-752,-13 0-288,6 0-736,-12 0-2514,-1 0-1856,-7-5-5123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27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4898,'0'0'26941,"0"16"-26269,0-10-4194,0 1-880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27.8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1 6099,'0'0'17096,"-142"149"-13559,108-111-1888,0-2-1617,0 2-32,7-1-2449,-7-6-3234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28.5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8676,'0'0'15399,"0"122"-14326,7-84-529,-7-6-384,7-8-160,-7-6-288,0-4-1265,0-12-2065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28.6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9268,'0'0'15255,"13"101"-17624,-13-64-1745,0-6-3649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29.0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7027,'0'0'19209,"8"17"-18321,26 50-421,-34-66-460,1 0 0,0 1 0,0-1 0,0 0 0,0 1 0,0-1 1,0 0-1,0 0 0,0 0 0,0 0 0,0 0 0,1 0 0,-1 0 0,0 0 0,1 0 0,-1-1 0,0 1 0,1-1 0,-1 1 0,1-1 0,0 1 0,-1-1 0,1 0 0,-1 0 0,1 0 0,-1 0 0,1 0 0,-1 0 0,1 0 0,0 0 0,-1-1 0,2 0 0,8 0-55,-3 0-141,-1 1-1,1-2 1,-1 1 0,1-1-1,-1-1 1,0 1-1,1-1 1,-1 0-1,-1-1 1,1 1-1,8-7 1,4-5-791,0 1 0,23-26 0,-38 53 4895,-2-6-3947,1-1-1,0 0 0,0 0 0,1-1 0,0 1 0,6 7 0,-6-11-438,0 1 1,1-1-1,-1-1 1,1 1 0,-1-1-1,1 1 1,7 0-1,20-1-6677,-6-1-1432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29.2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0 8884,'0'0'15159,"-82"133"-12598,76-87-1184,6 1-177,0-4-271,0-5-529,20-4-304,0-9-96,0-7-208,-6-9-1009,0-2-1360,-1-7-1105,-6 0-3009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29.4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16632,'0'0'8355,"115"0"-7586,-61 0-529,1 0-240,-1 4-1441,-7 3-2769,1 0-3393,-1-7-4547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29.8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78 11477,'0'0'14799,"10"24"-12561,1-1-1296,8 20 714,28 87-1,-46-296-2573,-1 156 836,1 0 0,0 0 0,1 1 0,0-1 0,1 0 0,0 1 0,0-1 0,1 1 0,0 0 0,1 0 0,8-11 0,-13 19 0,0 1 0,0 0 1,0-1-1,0 1 0,0 0 0,0 0 1,0-1-1,1 1 0,-1 0 0,0-1 1,0 1-1,0 0 0,1 0 1,-1-1-1,0 1 0,0 0 0,1 0 1,-1-1-1,0 1 0,1 0 0,-1 0 1,0 0-1,1 0 0,-1 0 0,0-1 1,1 1-1,-1 0 0,0 0 1,1 0-1,-1 0 0,0 0 0,1 0 1,-1 0-1,0 0 0,1 0 0,-1 0 1,1 1-1,5 10-9347,-1 0 4865,7 1-5328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30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 14359,'0'0'14070,"149"0"-12597,-95 0-673,-7-6-528,1 3-176,-21-1-96,-7 1-576,-6 3-897,-35 0-12453,-12 3 1504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30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80 4162,'0'0'19849,"149"-9"-18328,-102-3-1057,-6 1-464,0 0-496,-14 2-1969,7-3-3314,-1-3-6243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30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1 125 11749,'0'0'15239,"3"15"-13216,-2-9-1789,4 13 472,0 0-1,0-1 1,15 31 0,14 41-7,-41-160-1291,3 54 381,1 0 1,0 0-1,1-1 1,0-26 0,2 35 164,0 1 1,1-1 0,0 0 0,0 0 0,1 0 0,0 1 0,0-1 0,1 1 0,0-1 0,0 1 0,8-11 0,-9 15-195,35-40-159,-13 30-1224,-23 12 1347,1 1 0,-1 0 0,0 0 0,1 0-1,-1 0 1,0 0 0,1 0 0,-1 0 0,0 0 0,1 1-1,-1-1 1,0 0 0,0 1 0,1-1 0,-1 1 0,0-1 0,2 2-1,39 26-9023,-10-16 1814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30.8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9364,'0'0'22843,"0"115"-22283,7-99-560,-7-5 0,7 1 0,-1-3 0,1 0 0,0-5-992,0-4-1954,6 0-1744,1-2-2785,-1-21-5875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31.0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15543,'0'0'11974,"-7"0"-13239,7 7-1344,21 2-1857,-1-5-3410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31.7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113 443 10197,'0'0'20262,"-18"14"-19010,-55 44-730,71-56-520,0 0-1,0 1 0,0-1 0,0 1 1,1-1-1,-1 1 0,1 0 0,-1-1 1,1 1-1,0 0 0,0 0 0,1 0 1,-1 0-1,0 0 0,1 0 0,0 0 0,-1 0 1,1 0-1,1 1 0,-1-1 0,0 0 1,1 0-1,-1 0 0,1 0 0,0 0 1,0 0-1,3 5 0,1 0-96,1 0-1,0-1 1,0 1-1,1-1 1,0-1-1,0 1 1,0-1 0,13 8-1,-13-10-167,0 1-1,0 0 1,0 0 0,-1 1 0,0 0-1,0 0 1,-1 1 0,1-1-1,-1 1 1,-1 0 0,1 1-1,3 8 1,-8-16 242,0 1 0,0 0-1,0 0 1,0-1 0,0 1 0,0 0-1,0 0 1,0-1 0,0 1 0,-1 0-1,1-1 1,0 1 0,0 0 0,-1-1-1,1 1 1,0 0 0,-1-1 0,1 1-1,-1-1 1,1 1 0,-1-1 0,1 1-1,-1-1 1,1 1 0,-1-1 0,0 1-1,1-1 1,-1 0 0,1 1-1,-1-1 1,0 0 0,0 0 0,1 1-1,-1-1 1,0 0 0,1 0 0,-1 0-1,0 0 1,0 0 0,0 0 0,-35 2 145,31-2-180,4 0 57,-1 0 1,0 0-1,1 1 1,-1-1-1,0-1 0,0 1 1,1 0-1,-1 0 0,0-1 1,1 1-1,-1-1 0,1 1 1,-1-1-1,0 0 1,1 1-1,-1-1 0,-1-1 1,2 0-3,1 0-1,-1 0 1,0-1 0,1 1 0,-1 0 0,1 0-1,0 0 1,0 0 0,0 0 0,0-1 0,0-3 0,0-4-13,1 1-13,0 0 0,0 0 0,1 0 0,0 0-1,1 0 1,0 1 0,0-1 0,1 1 0,5-10-1,51-73-747,-32 52 142,5-11-11,194-315-4814,-210 322 7906,-17 41-2061,1-1 0,0 1-1,-1 0 1,1 0 0,-1-1 0,0 1-1,0 0 1,0-1 0,0 1 0,0 0-1,-1-1 1,1 1 0,-1 0 0,1-1-1,-1 1 1,-1-3 0,2 5-359,-1-1-1,0 1 1,1-1 0,-1 1-1,1-1 1,-1 1-1,1 0 1,-1-1 0,0 1-1,1 0 1,-1-1 0,0 1-1,0 0 1,1 0-1,-1 0 1,0 0 0,1 0-1,-1-1 1,0 1 0,0 1-1,1-1 1,-1 0-1,0 0 1,1 0 0,-1 0-1,0 0 1,1 1 0,-1-1-1,0 0 1,1 0-1,-1 1 1,0-1 0,1 1-1,-1-1 1,1 1 0,-1-1-1,1 1 1,-1-1-1,0 1 1,-18 23-74,11-8 55,2 0 1,0 1-1,0 0 0,2 0 0,0 1 1,-2 31-1,3 110 101,4-95-61,0-48-47,0 0-1,1 0 0,1 0 1,1 0-1,9 26 1,-4-13-51,-8-29 23,-1-1-1,1 1 1,0 0-1,0 0 1,-1-1-1,1 1 1,0 0-1,-1-1 1,1 1 0,0-1-1,-1 1 1,1 0-1,-1-1 1,1 0-1,0 1 1,-1-1-1,0 1 1,1-1-1,-1 0 1,1 1-1,-1-1 1,0 0-1,1 0 1,-1 1-1,0-1 1,0 0-1,1-1 1,1-1 88,0-1 0,0 1 1,0-1-1,1 1 0,-1 0 0,1-1 0,0 1 0,0 1 1,0-1-1,0 0 0,1 1 0,-1-1 0,1 1 0,-1 0 1,8-2-1,-10 4 951,12 2-804,32 27-574,-41-25-92,0-1-1,1 1 0,-1-1 0,1 0 0,0 0 0,0 0 1,0-1-1,0 0 0,0 0 0,0 0 0,1 0 0,-1-1 1,10 1-1,10-2-4296,-3-4-2372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32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1 1265,'0'0'22218,"-10"21"-17680,-1-1-3514,4-7-588,0 1 0,0 0 0,2 0 1,0 0-1,0 0 0,1 1 1,-3 25-1,2 4-291,1 71 0,5-95-155,1 0 1,0 0-1,2 0 0,0-1 1,13 36-1,-17-53-89,0-1 0,1 0 0,-1 0 0,1 0 1,-1 0-1,1 0 0,-1 0 0,1 0 0,0 0 0,-1 0 0,1 0 0,0 0 0,0-1 1,0 1-1,0 0 0,0-1 0,0 1 0,0 0 0,0-1 0,0 1 0,0-1 0,0 1 1,0-1-1,0 0 0,0 1 0,0-1 0,1 0 0,-1 0 0,0 0 0,0 0 0,0 0 1,0 0-1,1 0 0,-1 0 0,0-1 0,0 1 0,0 0 0,0-1 0,0 1 0,0 0 1,0-1-1,0 0 0,0 1 0,2-2 0,1 0-763,-1-1 1,1 0 0,-1 0-1,0 0 1,1 0-1,-1 0 1,0-1-1,-1 1 1,1-1-1,2-4 1,9-31-12073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32.1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7523,'0'0'11334,"136"4"-9125,-82-4-1665,-7 0-544,1 0-1089,-1 0-2320,-6-2-5475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32.3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13766,'0'0'18457,"0"11"-18457,0-8-416,0 1-1681,7 5-2273,13-7-3058,1-2-5970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7:32.5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549 1 8564,'0'0'9540,"-143"142"-3569,96-92-1601,-7-5-2737,13-4-1153,-6-1-480,-14 3-1585,-7 0-2817,-20-11-4498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8:27.5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46 144 544,'0'0'13396,"1"-9"-10718,4 21-1842,-1 1 0,0-1 0,-1 1 0,2 15-1,-1 12-108,-3 47 0,-1-63-624,0-22-102,0 0-1,0-1 1,-1 1 0,1 0-1,-1 0 1,1 0 0,-1 0-1,0-1 1,0 1 0,1 0-1,-1 0 1,-1-1-1,1 1 1,0-1 0,0 1-1,0-1 1,-1 0 0,1 1-1,-1-1 1,1 0 0,-1 0-1,0 0 1,1 0-1,-1 0 1,0 0 0,0 0-1,1-1 1,-1 1 0,0-1-1,0 1 1,0-1-1,0 0 1,0 0 0,0 0-1,0 0 1,0 0 0,-3-1-1,4 0-12,0 0 0,-1-1 0,1 1 0,0-1 0,0 1 1,0-1-1,0 0 0,1 1 0,-1-1 0,0 0 0,1 0 0,-1 1 0,1-1 0,-1 0 0,1 0 0,0 0 0,0 0 0,0 1 0,0-4 0,0 0-18,-3-20-105,1 0 0,1 0 0,1 0 0,6-38 0,-6 61 58,1 0 0,0 1 0,0-1 0,0 0 0,0 1 0,0-1 0,1 1 0,-1-1 0,0 1 0,1 0 0,-1 0 0,1-1 0,-1 1 0,1 0 0,0 0 0,-1 0 0,1 1 0,0-1 0,0 0 0,0 1 1,-1-1-1,1 1 0,0 0 0,0-1 0,0 1 0,0 0 0,3 0 0,70 4-276,-41-1 273,-14-3 74,-1 0 0,0-2 0,0 0 0,1-1 0,-1 0 0,-1-2 0,1 0 0,-1-2 0,0 0 0,0 0 0,19-13 0,-29 16 2,-1 0 0,1-1 1,-1 0-1,-1 0 0,12-11 0,-15 13 86,-1-1 0,0 1 0,0 0-1,0-1 1,0 1 0,-1-1 0,1 0 0,-1 1-1,0-1 1,0 0 0,0 0 0,-1 0-1,1 0 1,-1 0 0,0-4 0,-1 7-58,1 0 1,0 0-1,-1 0 1,1 1 0,-1-1-1,1 0 1,-1 0-1,0 0 1,1 1-1,-1-1 1,0 0-1,1 1 1,-1-1-1,0 0 1,0 1-1,0-1 1,1 1-1,-1-1 1,0 1-1,0 0 1,0-1 0,0 1-1,0 0 1,0 0-1,0-1 1,0 1-1,0 0 1,0 0-1,0 0 1,-1 0-1,-43 0 260,32 0-141,8 0-100,1 0-1,-1 0 1,0 1-1,0-1 1,0 1 0,1 0-1,-1 1 1,0-1-1,1 1 1,-1 0 0,1 0-1,0 0 1,-1 0-1,1 1 1,0 0 0,0 0-1,1 0 1,-1 0-1,1 0 1,-1 1-1,1 0 1,-3 4 0,2 1 56,0-1-1,0 0 1,1 1 0,0 0 0,0 0 0,1 0 0,0 0 0,1 0 0,0 1 0,1 16 0,0-23-93,0 0 0,0 0 0,0-1 0,1 1 0,-1 0 0,1 0 0,0 0 1,0-1-1,0 1 0,0-1 0,0 1 0,0-1 0,1 1 0,-1-1 0,1 1 1,0-1-1,0 0 0,0 0 0,0 0 0,3 2 0,0-1-24,-1 0 0,1-1-1,0 1 1,0-1 0,0-1-1,0 1 1,0-1 0,0 1-1,1-2 1,7 2 0,-1-2-387,0 0 1,0 0 0,0-1-1,-1-1 1,1 0 0,0 0-1,-1-1 1,1-1-1,18-8 1,-13 2-1546,0 0 0,-1-1-1,-1-1 1,27-25 0,5-14-6120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8:27.7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 1 6771,'0'0'13014,"-61"156"-10981,61-104-688,0-1-161,0-3-351,0-5-497,0-3-320,0-6-16,0-4-16,0-3-657,-7-5-559,-6-4-817,-1-4-832,-6-3-1650,-7-6-2272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8:28.2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50 7123,'0'0'6294,"26"-6"-2759,-25 6-3492,54-13 2290,108-9 0,-3 13-466,-159 9-1744,-2 5-98,1 0 0,-2 0 1,1-1-1,0 1 0,-1-1 0,0 1 1,0-1-1,0 1 0,-1-1 0,-4 6 1,4-5 1,0-1 0,0 0 1,1 1-1,-1-1 1,1 1-1,0 0 0,1 0 1,-1 0-1,1 0 0,-1 9 1,1-13-27,1 1 1,0-1 0,0 0-1,0 0 1,0 0 0,0 1-1,1-1 1,-1 0 0,0 0-1,1 0 1,-1 1 0,0-1-1,1 0 1,-1 0-1,1 0 1,0 0 0,-1 0-1,1 0 1,0 0 0,0 0-1,-1 0 1,1-1 0,0 1-1,0 0 1,0 0 0,2 0-1,30 2 107,-19-3-65,-6-1-32,0-1 0,-1 0 1,1 0-1,0-1 1,-1 0-1,1 0 1,-1-1-1,0 1 0,0-2 1,0 1-1,-1-1 1,1 0-1,-1-1 1,9-10-1,30-21 367,-44 37 1156,0 4-1651,0-1-1,0 1 1,0 0 0,1 0-1,-1 0 1,1-1-1,4 7 1,-4-7-421,1 0 1,-1 0-1,1-1 0,0 1 0,0 0 1,0-1-1,0 0 0,7 4 1,-6-4-624,-1-1 0,1 1 0,0-1 0,0 0 0,-1-1 1,1 1-1,0-1 0,6 1 0,12-1-8577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8:28.5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17 168 10661,'0'0'13299,"-2"19"-12344,-2 6-660,1-8 50,0 0-1,1 35 1,2-51-148,0-17 124,-1-43-331,0 15-648,4-49 0,-2 89 428,-1 0 0,1-1 1,0 1-1,0 0 1,1 0-1,-1 0 0,1 1 1,0-1-1,0 0 1,0 1-1,0-1 0,0 1 1,1-1-1,0 1 1,0 0-1,0 0 0,0 0 1,4-2-1,-4 3-730,0 0-1,1 0 0,0 0 1,-1 1-1,1 0 0,0-1 1,0 1-1,0 0 1,0 1-1,0-1 0,7 1 1,4 0-5160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8:28.9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7700,'0'0'12328,"19"-4"-10658,61-5-115,-77 9-1464,0 1 0,0-1 0,0 1 0,0 0-1,0-1 1,-1 2 0,1-1 0,0 0 0,-1 0-1,1 1 1,0-1 0,-1 1 0,0 0 0,1 0-1,-1 0 1,0 0 0,0 0 0,3 5 0,19 39 1198,-21-37-1093,0 1-1,0-1 1,-1 1-1,-1 0 1,0 0-1,0 13 1,14-29-100,-5-7-190,3-5-67,0 1 1,1 0-1,1 1 1,26-22-1,-25 25 130,-13 10 44,0 0 0,0 0-1,1 0 1,0 0 0,-1 0-1,1 1 1,0 0 0,0 0-1,0 0 1,0 0 0,1 1 0,-1-1-1,7 0 1,-9 5 200,-1 1-1,1 0 1,-1 0 0,1 0-1,-1 0 1,-1 0 0,1 0-1,0 0 1,-1 0 0,0 5 0,1 1 163,1 45-19,-3-34-2622,1-20 2080,0-1-1,1 0 0,-1 0 0,0 0 1,0 0-1,0 1 0,0-1 1,0 0-1,0 0 0,0 0 0,0 0 1,0 0-1,0 0 0,0 1 0,1-1 1,-1 0-1,0 0 0,0 0 0,0 0 1,0 0-1,0 0 0,1 0 1,-1 0-1,0 0 0,0 0 0,0 1 1,0-1-1,0 0 0,1 0 0,-1 0 1,0 0-1,0 0 0,0 0 0,0 0 1,1 0-1,-1 0 0,0 0 1,0 0-1,0-1 0,0 1 0,0 0 1,1 0-1,-1 0 0,0 0 0,0 0 1,0 0-1,0 0 0,0 0 0,1 0 1,-1 0-1,0-1 0,0 1 1,0 0-1,0 0 0,7-8-11275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8:37.3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1 224 416,'0'0'5349,"2"-5"-4458,10-13-104,-9 15-117,0 0 0,-1 1 0,1 0 0,0 0 0,0-1 0,0 2 0,1-1 0,3-2 0,-5 4-294,0-1 1,0 0-1,0 1 0,0-1 0,0 1 0,0 0 0,0 0 1,0 0-1,0 0 0,0 0 0,0 0 0,0 0 0,0 1 1,0-1-1,3 2 0,17 15 389,-5 4 61,-14-18-743,0 0 0,-1 0 0,1 0 1,-1 0-1,1 1 0,-1-1 0,0 1 1,-1 0-1,1-1 0,-1 1 0,1 0 1,-1 0-1,0 0 0,0 0 0,-1 0 1,1 0-1,-1 7 0,0-11-78,0 0 0,0 1-1,0-1 1,0 1 0,0-1 0,0 1-1,0-1 1,0 0 0,0 1 0,0-1-1,0 1 1,0-1 0,0 1 0,0-1-1,0 0 1,-1 1 0,1-1 0,0 0-1,0 1 1,0-1 0,-1 1 0,1-1-1,0 0 1,-1 1 0,1-1 0,0 0-1,-1 0 1,1 1 0,0-1 0,-1 0 0,1 0-1,0 1 1,-1-1 0,1 0 0,-1 0-1,1 0 1,0 0 0,-1 0 0,1 0-1,-1 0 1,1 0 0,0 0 0,-1 0-1,1 0 1,-1 0 0,1 0 0,-1 0-1,1 0 1,0 0 0,-1 0 0,1 0-1,-1 0 1,1-1 0,0 1 0,-1 0-1,-1-1 13,1 0-1,-1 0 0,1 0 0,-1 0 1,1 0-1,0 0 0,-1 0 0,1-1 0,0 1 1,0 0-1,0-1 0,0 1 0,-1-3 1,-4-10-9,2 0 0,-1 0 0,2-1 0,0 0 0,0 0 1,2 0-1,0-22 0,1 30-11,1 1-1,-1-1 1,2 1-1,-1 0 1,1 0 0,0 0-1,0 0 1,1 0 0,0 0-1,0 0 1,0 1 0,1-1-1,-1 1 1,1 0-1,1 0 1,-1 0 0,1 1-1,-1 0 1,1 0 0,7-4-1,-8 5-101,1 0 0,0 1-1,-1 0 1,1 0 0,0 0-1,0 1 1,0 0 0,1-1-1,-1 2 1,0-1 0,0 1-1,9 0 1,3-1-3946,1 0-3289,-6-1-1272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8:40.8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0 3970,'0'0'8230,"1"0"-8070,-1 1 0,0-1-1,1 0 1,-1 0 0,1 1-1,-1-1 1,0 0 0,1 1 0,-1-1-1,0 0 1,1 1 0,-1-1-1,0 0 1,0 1 0,1-1 0,-1 1-1,0-1 1,0 1 0,0-1-1,1 1 1,-1-1 0,0 0-1,0 1 1,0-1 0,0 1 0,0-1-1,0 1 1,0 0 0,0 112 4710,0-75-5863,0 0-3332,0-37 3996,0 0 1,-1 0 0,1-1 0,0 1 0,0 0 0,-1 0 0,1-1 0,-1 1 0,1 0 0,-1-1 0,1 1 0,-1 0 0,1-1 0,-1 1-1,1-1 1,-1 1 0,0-1 0,1 1 0,-1-1 0,0 1 0,1-1 0,-1 1 0,0-1 0,0 0 0,0 0 0,1 1 0,-1-1 0,0 0-1,0 0 1,0 0 0,1 0 0,-2 0 0,-5 0-3484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8:41.1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59 3201,'0'0'9031,"1"-6"-7451,-1 5-1473,0 0 0,0 0 0,1-1 0,-1 1 0,0 0 0,1 0 0,-1-1 0,1 1 0,0 0 0,-1 0 0,1 0 0,0 0 0,0 0 0,-1 0 0,1 0 0,0 0 0,0 0 0,0 1 0,0-1 0,0 0 0,0 0 0,1 1 0,-1-1 0,1 0 0,38-2 2483,-28 3-2728,32-4-1001,-5-8-5848,-18 3 1665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8:41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0 6659,'0'0'14006,"-20"140"-12773,20-111-433,0-1-511,6-1-209,-6-3-64,0-1-16,0-3-881,0-4-1440,0-2-1297,0-8-2833,7-6-2817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8:50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30 11589,'0'0'13735,"0"-30"-13719,0 44-1025,0 4-79,-7 2-785,-6 5-1041,6 0-2096,0 0-1969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8:51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298 1 10837,'0'0'13030,"-135"135"-11445,114-103-833,1 0-384,0-1-208,-1-4-160,1 0-880,7-2-1185,-8-4-2817,-6-3-4787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8:53.9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38 158 1088,'0'0'6486,"-1"-5"-4989,1 3-1213,-1-1 0,1 1-1,-1 0 1,0 0 0,0 0 0,0-1 0,0 1 0,0 0 0,0 0 0,0 0 0,-1 0-1,1 1 1,-1-1 0,0 0 0,1 1 0,-1-1 0,0 1 0,0-1 0,0 1 0,0 0-1,-3-2 1,5 3-231,0 0-1,-1-1 1,1 1-1,0 0 1,-1-1-1,1 1 0,0 0 1,-1-1-1,1 1 1,0 0-1,0-1 1,-1 1-1,1-1 0,0 1 1,0-1-1,0 1 1,0 0-1,0-1 1,0 1-1,0-1 1,-1 1-1,1-1 0,0 1 1,1-1-1,-1 1 1,0-1-1,0 1 1,0 0-1,0-1 0,0 1 1,0-1-1,1 1 1,-1-1-1,0 1 1,0 0-1,0-1 1,1 1-1,-1 0 0,0-1 1,1 1-1,-1 0 1,1-1-1,11-14-28,3 7 32,1 1 0,1 0 0,-1 1 1,1 0-1,0 2 0,19-3 0,0-2 20,1 1-65,1 2 0,-1 1-1,67-1 1,-103 6-5,1 1 0,-1-1 1,1 0-1,-1 1 0,0-1 0,1 1 0,-1 0 1,0-1-1,1 1 0,-1 0 0,0 0 0,0-1 1,1 1-1,-1 0 0,0 0 0,0 1 1,0-1-1,0 0 0,0 0 0,-1 0 0,1 1 1,0-1-1,0 0 0,-1 1 0,1-1 0,-1 0 1,0 1-1,1-1 0,-1 1 0,0-1 0,0 1 1,1-1-1,-1 1 0,-1-1 0,1 1 0,0-1 1,0 1-1,-1 2 0,0 3 75,1 0 0,-2 0 0,1 0 0,-1 0 0,0 0-1,-6 13 1,-17 26 206,14-31-199,2 1 0,0 0-1,1 0 1,0 1 0,2 1-1,0-1 1,1 1 0,0 0-1,2 0 1,-2 22 0,4-29-59,1 1 0,1 0 0,0-1 0,0 1 0,1-1 0,1 1 1,5 14-1,-6-22-18,0 0 0,0 0 0,1-1 1,-1 1-1,1-1 0,0 1 0,0-1 0,0 0 1,1 0-1,-1 0 0,1-1 0,0 1 0,0-1 1,-1 0-1,1 0 0,1 0 0,-1 0 0,0-1 1,0 0-1,1 0 0,-1 0 0,8 0 0,34 3 85,-44-4-88,-1 0 1,0 0-1,0 0 0,1 1 0,-1-1 1,0 0-1,0-1 0,1 1 0,-1 0 1,0 0-1,0 0 0,0-1 0,1 1 1,-1-1-1,0 1 0,0-1 1,0 1-1,0-1 0,0 0 0,0 1 1,0-1-1,0 0 0,0 0 0,0 0 1,0 0-1,0 0 0,-1 0 1,1 0-1,0 0 0,-1 0 0,2-2 1,-3 2-6,0 0 1,0 0-1,0 0 0,1 0 1,-1 1-1,0-1 1,0 0-1,0 1 1,0-1-1,0 0 1,0 1-1,-1-1 0,1 1 1,0 0-1,0-1 1,0 1-1,0 0 1,0 0-1,-1 0 0,1 0 1,0 0-1,0 0 1,0 0-1,-1 0 1,-1 1-1,-34 1-26,32 0 21,0 0-1,1 0 1,-1 0-1,0 1 1,1 0-1,0-1 1,0 1-1,0 1 1,0-1-1,0 1 1,0 0 0,1-1-1,-5 9 1,1-4-1,1 1 1,1 0 0,0 1 0,0-1 0,-6 18-1,8-14-1,0 0 0,1 0 0,1 0 0,0 0 0,0 0 0,1 0 0,1 0 0,2 14 0,-2-22-1,0 0 0,0 0 0,0 0 0,0 0 1,1 0-1,0 0 0,0-1 0,0 1 0,1-1 1,-1 1-1,1-1 0,0 0 0,0 0 0,1 0 1,-1 0-1,1-1 0,0 1 0,0-1 0,0 0 0,0 0 1,1-1-1,-1 1 0,6 2 0,-10-5 11,0 1 0,0 0-1,0 0 1,0 0 0,0 0 0,0 0-1,0 0 1,0-1 0,0 1 0,-1 0-1,1 0 1,0 0 0,-1-1-1,1 1 1,0 0 0,-1 0 0,1 0-1,-1-1 1,1 1 0,-1 0 0,0-1-1,1 1 1,-1-1 0,0 1-1,1-1 1,-2 2 0,-33 18 389,-2 0 1,1-3-1,-2-1 0,-41 11 1,61-20 79,0-2 0,0 0 0,-1-1-1,1-1 1,-33 1 0,50-4-453,1-1-1,-1 1 0,0-1 1,1 1-1,-1-1 1,1 1-1,-1-1 1,1 1-1,-1-1 1,1 1-1,0-1 0,-1 1 1,1-1-1,-1 0 1,1 1-1,0-1 1,0 0-1,0 0 0,-1 1 1,1-1-1,0 0 1,0 1-1,0-1 1,0 0-1,0 0 0,0 1 1,0-2-1,1-31 31,-1 23-56,19 8-2737,11 2-3588,-24 0 2666,13 0-3682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0 309 14417,'8507'-309'0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2721,'0'0'0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0 4514,'0'0'6232,"-12"7"-5728,-34 20 134,42-24-465,1 0 1,-1 0-1,0 0 0,1 0 0,0 1 0,0-1 0,0 1 1,0 0-1,1 0 0,-1 0 0,1 0 0,0 0 1,0 1-1,-2 8 0,-3 5 444,3-10-408,1 1 0,-1 0 0,1-1 0,1 2 0,-2 9 0,4-18-199,-1 0-1,1 1 1,0-1-1,0 1 1,0-1-1,0 1 1,0-1-1,0 0 1,1 1-1,-1-1 1,0 1-1,1-1 1,-1 0-1,1 1 1,-1-1-1,1 0 1,0 1-1,0-1 1,-1 0 0,1 0-1,0 0 1,0 0-1,0 0 1,0 0-1,0 0 1,1 0-1,-1 0 1,0 0-1,0-1 1,0 1-1,1-1 1,-1 1-1,0 0 1,1-1-1,-1 0 1,1 1-1,-1-1 1,0 0-1,1 0 1,-1 0-1,3 0 1,8 1 37,0 0-1,1-1 1,-1-1-1,23-3 1,-30 2-40,-1 1 0,1-1 0,-1 0 0,0 0 0,1 0 0,-1-1 1,0 1-1,0-1 0,0 0 0,-1 0 0,1-1 0,-1 1 0,0-1 1,0 0-1,4-5 0,-1 0 65,-1 0 0,0 0 0,-1 0 1,0 0-1,-1-1 0,1 0 0,-2 1 1,1-1-1,-2 0 0,1-1 0,-1 1 1,-1 0-1,0-17 0,-4 26 74,1 0 1,-1 1-1,1-1 1,-1 1-1,0-1 1,1 1-1,-1 0 1,0 0-1,1 1 1,-8 1-1,9-1-129,-1 1-1,1 0 0,0-1 1,0 1-1,0 0 0,0 1 1,0-1-1,0 0 0,0 0 1,-2 6-1,4-8-86,-1 1 0,1-1 0,-1 1-1,1-1 1,-1 1 0,1-1 0,0 1 0,-1-1 0,1 1 0,0 0-1,0-1 1,-1 1 0,1-1 0,0 1 0,0 0 0,0-1 0,0 1 0,0 0-1,0-1 1,0 1 0,0 0 0,0-1 0,0 1 0,0 0 0,0-1-1,0 1 1,0-1 0,1 1 0,-1 0 0,0-1 0,1 1 0,-1-1-1,0 1 1,1-1 0,-1 1 0,1 0 0,-1-1 0,0 0 0,1 1 0,-1-1-1,1 1 1,0-1 0,-1 0 0,1 1 0,-1-1 0,1 0 0,-1 1-1,1-1 1,0 0 0,-1 0 0,1 0 0,0 0 0,31 1-4228,13-1-2215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 8964,'0'0'7019,"4"18"-6194,4 7-393,4 21-105,-9 9 3049,-3-54-3013,15-16-91,-10 5-281,2 0 0,-1 0 0,1 1 1,0-1-1,1 2 0,0-1 0,1 1 0,0 0 1,0 1-1,1 0 0,-1 1 0,1 0 0,1 0 0,-1 1 1,1 0-1,0 1 0,0 1 0,0-1 0,1 2 1,-1-1-1,1 2 0,13-1 0,-25 16 614,-1-12-540,1 0-1,0 1 0,-1-1 1,1 0-1,0 1 0,0-1 0,0 0 1,1 1-1,-1-1 0,0 0 0,2 4 1,-2-6-98,24 29-4017,-7-14-5084,-5-12 3313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6339,'0'0'15047,"34"0"-14871,0 0 16,0 0-176,6 0-16,-13 0-368,-6 0-641,-8 0-928,1 0-944,-7-2-1649,-7-5-1313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1 896,'0'0'20698,"-40"140"-19626,40-113-463,-7-2-417,7 0-192,0 0-240,-7 2-1633,0 2-1617,-6 0-3025,-8 5-4530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 2385,'0'0'9733,"0"102"-6215,-1-47-2297,-16 103 0,12-72-2286,6-77-719,-1-11-437,1-46-3202,2 17 1920,8-3-579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62 1409,'0'0'5520,"18"-1"-1984,74 0-2230,156-16-418,-60 2-602,-72 15-184,-72 1 139,-1-1 0,1-2 0,75-15 1,-99 10 1100,-7 5 1957,-18 24-2351,-10 24-621,1 0 0,3 1 1,-11 94-1,11 148 15,11-167 363,0-122-140,-5 0-556,0-1 0,-1 0 0,1 0 0,0-1 0,0 1-1,0-1 1,0 0 0,1 0 0,-1-1 0,1 0 0,-1 0 0,-4-4 0,-38-19-93,24 21 58,-1 0-1,0 1 1,1 2-1,-1 0 0,-46 4 1,19-2 12,-51 5 1,-140 24 1,140-14 195,-148 4 0,239-19-29,6 0 97,7 0 42,60 0 429,-54-2-758,1 0 1,-1 0-1,1-1 1,-1 0 0,0 0-1,15-9 1,-22 10 27,-1 0 1,1 1 0,-1-1 0,0 0 0,1 0 0,-1 0-1,0 0 1,0 0 0,0 0 0,-1 0 0,1 0-1,-1-2 1,1 4-3,0-7-24,-1 0 1,0 1 0,-1-1 0,1 0 0,-1 1 0,-1 0-1,1-1 1,-6-9 0,5 10-321,0 0 1,0 0-1,0 0 0,1-1 1,0 1-1,1-1 0,0 0 1,-2-11-1,3 4-320,0 8-299,-1 1-1,1-1 1,0 1-1,1-1 1,-1 1 0,1-1-1,0 1 1,1 0-1,-1-1 1,1 1-1,0 0 1,3-5-1,9-9-5061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39 4482,'0'0'11211,"-3"-6"-10360,2 4-803,0 0 0,0 0 0,0 0 0,0 0 0,-1 0 0,1 0 1,0 1-1,-1-1 0,1 0 0,-1 1 0,0 0 0,0-1 1,1 1-1,-1 0 0,0 0 0,0 0 0,0 0 0,0 0 0,0 0 1,0 1-1,-1-1 0,1 1 0,0-1 0,0 1 0,0 0 1,-1 0-1,1 0 0,0 0 0,0 0 0,0 0 0,-1 1 0,1-1 1,0 1-1,0-1 0,0 1 0,0 0 0,0 0 0,0 0 1,0 0-1,-3 3 0,-5 1-17,0 1 1,0-1 0,1 2-1,0 0 1,0 0-1,1 0 1,0 1-1,0 0 1,0 1 0,1 0-1,1 0 1,0 0-1,0 1 1,0 0-1,1 0 1,1 0-1,0 1 1,0 0 0,1 0-1,1 0 1,0 0-1,0 0 1,0 21-1,2-31-41,0 0-1,-1 0 1,1 1-1,0-1 0,1 0 1,-1 1-1,0-1 1,0 0-1,0 0 0,1 1 1,-1-1-1,1 0 0,-1 0 1,1 1-1,-1-1 1,1 0-1,0 0 0,0 0 1,-1 0-1,1 0 0,2 1 1,-2-1-5,0-1 0,0 0 0,0 1 0,0-1 0,0 0 0,0 0 0,1 0 1,-1 0-1,0 0 0,0 0 0,0 0 0,0 0 0,0-1 0,0 1 0,0 0 0,0-1 0,0 1 0,0-1 0,2 0 1,4-3-25,0-1 0,0 0 0,-1 0 0,1 0 0,7-10 0,4-3-37,-1-2 0,-1 0 0,-1 0 0,-1-2 0,0 0 0,-2 0 0,11-28 0,-11 25 238,-11 24 1164,-1 28-501,0-4-469,-1-17-276,1 1-1,0 0 1,0-1-1,1 1 0,0 0 1,3 10-1,-3-14-144,0-1 0,1 1-1,-1 0 1,1-1 0,0 0-1,0 1 1,0-1 0,0 0-1,0 0 1,0 0 0,0 0 0,1 0-1,-1-1 1,1 1 0,-1-1-1,1 0 1,0 1 0,5 0-1,54 17-3231,4-6-4205,-13-6 80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0 108 384,'0'0'4858,"54"-4"-677,585-22-3066,600-26 872,-608 37-516,-610 15-1310,-11 0 138,-1 0-1,0-1 1,0 0-1,16-4 1,-22 1 2961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3602,'0'0'6600,"3"9"-5882,-1-3-536,0-1 0,0 0 0,1 0 0,0 0 0,0 0 0,0-1 0,0 1 0,1-1 0,0 0 0,0 0 1,0 0-1,0 0 0,0-1 0,1 1 0,9 4 0,13 6 300,-10-6-216,-1 0 0,0 2-1,0 0 1,-1 1 0,0 0 0,19 20-1,-33-30-225,0 0 0,0 0 0,0 1 0,0-1 0,0 0 0,-1 0 0,1 1 0,0-1 0,-1 1 0,1-1 0,-1 1 0,0-1 0,1 0 0,-1 1 1,0-1-1,0 1 0,0-1 0,0 1 0,0 0 0,0-1 0,0 1 0,-1-1 0,1 0 0,0 1 0,-1-1 0,1 1 0,-1-1 0,0 0 0,1 1 0,-1-1 0,0 0 0,0 1 0,0-1 0,0 0 0,0 0 0,0 0 0,0 0 0,0 0 0,-1 0 0,-1 1 0,-7 5 261,1-1 1,-1-1-1,-1 0 1,-13 6 0,15-7-185,-20 7-132,19-7 222,-1 0 0,1 0-1,0 1 1,-18 13 0,6 9-2185,20-23 1330,1 0 1,-1-1-1,1 1 0,0 0 1,0 0-1,1 0 1,-1 0-1,1 6 1,0 5-5492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0 3265,'0'0'7060,"0"26"-4446,1 8-1893,0 1 92,-2 0-1,-6 42 1,-88 520 4651,82-533-5436,3 1 1,-1 73-1,11-136-596,3-10-1865,35-68-4322,-18 15 114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5 237 592,'0'0'4858,"-4"-15"2092,693-11-4415,806-72-753,25 50 102,-969 26-1574,312-3 914,-356 22-1166,610 8 310,-259 53-189,-609-24 1239,-105-12 233,205 4 0,-101-26 942,-246 0-2305,-2 0-425,-1 1-1,1-1 1,-1 1-1,1-1 1,-1 1-1,1-1 1,-1 1 0,1-1-1,-1 0 1,0 1-1,1-1 1,-1 0-1,0 1 1,1-1 0,-1 0-1,0 0 1,1 0-1,-1 0 1,0 0 0,1 0-1,-1 0 1,0 0-1,0 0 1,1 0-1,-1 0 1,0 0 0,1 0-1,-1 0 1,0-1-1,1 1 1,-1 0-1,0-1 1,1 1 0,-1 0-1,1-1 1,-2 0-1,-30-14-6116,0-6-1592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319 0 768,'0'0'6964,"13"5"562,-15 11-6870,0 0 0,-1-1 1,-1 0-1,-8 24 0,-4 16 996,5 8-305,-4 76 1,0 3-527,-78 267 588,16-87-681,75-314-697,-2 13 244,0-1 0,0 36 0,-11-58-5757,-6-11-1228,-11-10-5237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3314,'0'0'9092,"0"29"-5749,-1-13-2741,-1 1 1,0-1 0,-2 0 0,0 0 0,-10 29 0,-6 20 558,-62 360 1744,75-368-2793,1-15 76,-1 50 0,-3-48 306,3-30-1135,4-32-3483,3 10 3059,1 0 0,0 0 1,1 0-1,0 0 0,0 0 0,1 1 0,6-15 0,11-25-5839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1 1873,'0'0'6288,"-1"0"-5914,-1-1-1,0 1 1,1 0 0,-1 0-1,1 0 1,-1 0 0,1 0-1,-1 1 1,1-1 0,-1 0-1,1 1 1,-1-1 0,1 1-1,-1 0 1,1-1 0,0 1-1,-3 2 1,-7 11 250,2 0 0,0 1 0,0 0 0,2 0 0,0 1 0,0 0 1,-7 33-1,-18 124 1639,20-37-877,7 203-1,7-184-1530,-3-155-415,1 0 464,0 0 0,0 0 0,-1 0 0,1 0 0,0 0 0,0 0 0,-1 0 0,1 0 0,0 0 0,0 0 0,-1 0 0,1 0 0,0-1 0,0 1 0,-1 0 0,1 0 0,0 0 0,0 0 0,0 0 0,-1 0 0,1-1 0,0 1 0,0 0 0,0 0 0,0 0 0,0 0 0,-1-1 0,1 1 0,0 0 0,0 0 0,0-1 0,0 1 0,0 0 0,0 0 0,0 0 0,0-1 0,0 1 0,0 0 0,0 0 0,0-1 0,0 1 0,0 0 0,0 0 0,0-1 0,0 1 0,0 0 0,0 0 0,0-1 0,0 1 0,0 0 0,4-71-9869,13 17 2122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 0 1072,'0'0'12118,"-1"12"-11515,-52 135 4247,39-91-3999,2 1 0,3 0 0,2 0 0,1 65 0,7-67-782,0-13-4,-1-1 0,-2 1-1,-2-1 1,-11 51 0,12-84-783,3-12-1173,2-24-3848,-1 13 2017,5-40-4938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0 3025,'0'0'11005,"0"6"-9551,-3 27 170,-1-1 0,-1 0 0,-18 56 0,-9 55 308,14 57-1091,8 231 0,10-383-874,0-47-413,14-5-2926,-7-3 2241,0 1-1,-1-1 1,-1 0 0,9-13-1,-5 8-585,24-36-5497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51 384,'0'0'3012,"-5"-6"-2980,1 2 75,2 2-47,1 1 0,-1-1 0,1 1 0,-1-1 0,1 0 0,0 1 0,0-1 0,0 0-1,0 0 1,0 0 0,0 0 0,0 0 0,1 0 0,-1 0 0,1 0 0,-1 0 0,1 0 0,0-3 0,0 5 32,-1 0-1,1 0 1,0-1 0,0 1-1,0 0 1,0 0-1,0 0 1,0 0 0,-1-1-1,1 1 1,0 0 0,0 0-1,0 0 1,-1 0-1,1 0 1,0 0 0,0 0-1,0 0 1,-1 0-1,1 0 1,0 0 0,0-1-1,0 1 1,-1 0-1,1 0 1,0 0 0,0 0-1,0 1 1,-1-1 0,1 0-1,0 0 1,0 0-1,0 0 1,-1 0 0,1 0-1,0 0 1,0 0-1,0 0 1,-1 0 0,1 1-1,0-1 1,0 0 0,0 0-1,0 0 1,0 0-1,-1 0 1,1 1 0,0-1-1,0 0 1,0 0-1,0 0 1,0 1 0,0-1-1,0 0 1,0 0 0,0 0-1,0 1 1,-12 11 1661,0 12-561,0 0-1,2 0 1,1 1-1,0 0 0,2 0 1,-7 49-1,-4 164 2363,16-179-2925,2 123 270,2-104-581,-11 107-1,1-120-346,8-64-339,1-13-6243,6-16 1526,5-11-2729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41 480,'0'0'6454,"1"-7"-5059,4-20-122,-4 20 5052,-1 18-5039,-20 302 3645,0-56-3307,18-176-1253,-23 388 840,17-432-1063,6-25 196,5-22 637,4 0-1614,-2 2-1953,-4 1-3266,-1 2-1047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66 2145,'0'0'11317,"29"-20"-9577,-14 13-1585,0 1 0,0 0 0,0 1 0,1 1 0,0 0 0,19-1 0,8 0-85,48 2-1,-91 29 99,-2-20-103,0-1 1,0 1-1,0 0 0,-1 0 0,0-1 1,-1 0-1,1 1 0,-1-1 0,0-1 0,0 1 1,0 0-1,-1-1 0,1 0 0,-11 6 1,-12 9 109,-46 24 1,39-25-158,28-14 59,-3 2-1270,15-4-334,10 1 1710,-8 0-233,0 0 1,1 0 0,-1 0-1,0 1 1,-1 0 0,1 1-1,-1 0 1,8 6 0,-11-8 36,-1 0 0,0 0 0,0 0 0,0 0 0,-1 1 1,1-1-1,-1 1 0,0 0 0,0 0 0,0 0 0,-1 0 0,1 0 1,-1 0-1,0 0 0,0 0 0,0 1 0,-1-1 0,1 5 0,-2-6 133,1-1-1,0 1 0,-1 0 0,0-1 0,0 1 0,0 0 0,0-1 0,0 1 1,0-1-1,-1 0 0,1 1 0,-1-1 0,0 0 0,0 0 0,0 0 0,0 0 1,0 0-1,0 0 0,0-1 0,0 1 0,-1-1 0,1 1 0,-1-1 0,1 0 1,-1 0-1,1 0 0,-1 0 0,0-1 0,1 1 0,-1-1 0,-4 1 0,-14 2 444,1-1-1,-1-1 0,-25-1 0,25 0-206,11-1 1609,4-1-6927,25 0-5578,13 2 5876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3 2913,'0'0'10707,"1"-1"-10562,-1 1 0,0 0 1,0 0-1,1 0 0,-1-1 1,0 1-1,1 0 1,-1 0-1,0 0 0,1 0 1,-1 0-1,0-1 0,1 1 1,-1 0-1,0 0 0,1 0 1,-1 0-1,1 0 1,-1 0-1,0 0 0,1 0 1,-1 1-1,0-1 0,1 0 1,-1 0-1,0 0 1,1 0-1,-1 0 0,0 0 1,1 1-1,-1-1 0,0 0 1,1 0-1,-1 1 0,0-1 1,0 0-1,1 0 1,-1 1-1,0-1 0,0 0 1,0 1-1,1-1 0,-1 26 735,-1 0 0,-2 0 0,-7 36-1,1-7-527,2-6-1362,-3-18-4350,9-20-3802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1008,'0'1'14671,"0"15"-13980,1 10 100,-2 0 1,-2-1-1,0 1 0,-12 45 1,15-70-1298,-10 16 1063,6-7-4146,19-6-11647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53 2145,'0'0'13652,"0"16"-12038,-13 76-174,13-81-1410,-1-8-69,1-1 0,0 1 0,0 0 0,0 0 0,0 0 1,1 0-1,-1-1 0,1 1 0,0 0 0,1 4 0,0-6 21,-1 1 0,0-1 1,1 0-1,0 0 0,-1-1 0,1 1 0,-1 0 0,1 0 1,0-1-1,-1 1 0,1-1 0,0 1 0,0-1 0,-1 0 0,1 0 1,0 0-1,0 0 0,0 0 0,2 0 0,6 0 15,-1-1 0,1 0 0,-1 0 0,0-1 0,0 0 0,0 0 0,0-1 0,0 0 0,0-1 0,-1 0 0,1-1 0,13-9 0,-17 10 60,0 0 1,0 0-1,-1-1 1,0 0-1,1 0 1,-2 0-1,1 0 0,-1-1 1,1 1-1,-2-1 1,1 0-1,0 0 1,-1 0-1,0 0 1,-1 0-1,0-1 1,0 1-1,0 0 1,0-12-1,-1 16-3,-1 0 0,0-1-1,1 1 1,-1 0 0,0-1-1,0 1 1,0 0 0,0 0-1,0 0 1,-1 0 0,1 0-1,-1 0 1,1 0 0,-1 1 0,0-1-1,0 0 1,1 1 0,-1-1-1,0 1 1,0 0 0,-1 0-1,1 0 1,0 0 0,0 0 0,0 0-1,-1 1 1,1-1 0,0 0-1,-1 1 1,-2 0 0,-11-3-157,0 1 0,0 0 1,-17 2-1,31 0-705,3 1 353,-1 0 1,1 0-1,-1 0 1,1 0-1,-1 0 1,1-1-1,0 1 1,-1 0-1,1 0 1,0 0-1,-1-1 1,1 1-1,0 0 1,0-1 0,0 1-1,0-1 1,0 1-1,0-1 1,1 1-1,23 6-5673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44 126 3506,'0'0'6269,"1"-4"-5084,0 0-603,2-4-236,-2-1 4411,-1 9-4648,3-3-61,0 0 0,0 0 0,0-1 1,-1 1-1,1 0 0,-1-1 0,0 0 0,0 0 0,3-7 0,1-1-32,-3 8-22,-1 0 1,1 1-1,0 0 1,0-1-1,0 1 1,1 0-1,-1 1 1,1-1 0,0 1-1,-1-1 1,1 1-1,0 0 1,0 1-1,1-1 1,-1 1-1,0-1 1,0 1 0,1 1-1,-1-1 1,1 0-1,-1 1 1,0 0-1,1 0 1,6 1 0,-10 0 4,0 0 1,0 0 0,1 0 0,-1-1-1,0 1 1,0 0 0,0 0 0,0 1 0,0-1-1,0 0 1,-1 0 0,1 0 0,0 1-1,-1-1 1,1 0 0,-1 1 0,1-1 0,-1 0-1,1 1 1,-1-1 0,0 0 0,0 1 0,0-1-1,0 1 1,0 1 0,3 41 54,-3-24-31,1-11-10,0-1 1,-1 1-1,0-1 0,-1 1 0,0-1 0,0 1 0,-1-1 1,0 0-1,0 1 0,-1-1 0,0 0 0,0-1 0,-8 13 1,6-14 5,-4 8 19,-1-1 0,-1-1 1,-19 18-1,26-26-30,-1-1 1,1 0 0,-1 0-1,0 0 1,0-1 0,0 0-1,0 0 1,-1 0-1,1 0 1,0-1 0,-1 0-1,1 0 1,-1 0-1,-7-1 1,12 0-7,-1 0 0,1-1 0,-1 1-1,1 0 1,0-1 0,-1 1 0,1-1 0,0 0 0,0 1 0,-1-1-1,1 0 1,0 0 0,0 0 0,0 1 0,0-1 0,0 0-1,0-1 1,0 1 0,0 0 0,0 0 0,1 0 0,-1 0 0,0-1-1,1 1 1,-1 0 0,1-1 0,-1 1 0,1 0 0,0-1-1,0 1 1,-1-1 0,1 1 0,0-1 0,1-2 0,-2 2-3,1 0 0,0 0 1,0 0-1,1 0 1,-1 0-1,0 0 1,1-1-1,-1 1 0,1 0 1,0 0-1,-1 1 1,1-1-1,0 0 1,0 0-1,0 0 0,1 0 1,-1 1-1,0-1 1,1 1-1,-1-1 1,1 1-1,-1-1 0,4-1 1,9-1 388,-1 2 0,1-1 1,0 2-1,0 0 0,0 0 0,-1 1 1,1 1-1,0 0 0,23 6 0,26 0 1423,-60-7-1684,-1 0 0,1 0 0,0 0 0,0 1 0,0-1 0,-1 1 0,1-1 0,0 1 0,-1 0 0,1 0 0,0 0 0,-1 0 0,1 1 0,-1-1 0,1 1 0,-1-1 0,0 1 0,0 0 1,0 0-1,4 4 0,-4-1 104,0 0 1,-1 0 0,1 0-1,-1 1 1,0-1-1,0 1 1,0-1 0,-1 0-1,0 1 1,-1 5 0,1-10-21,4 0-639,-1-1-2706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253 18 272,'0'0'7339,"16"-11"-5539,-13 8 3676,-30 5-5115,0 0 1,0 2-1,0 1 1,1 1-1,0 1 1,0 2-1,-42 19 1,67-28-357,0 0 0,1 0 0,-1 1-1,0-1 1,0 0 0,0 1 0,0-1 0,1 1 0,-1-1 0,0 1 0,0-1 0,1 1 0,-1-1 0,0 1 0,1 0 0,-1-1-1,1 1 1,-1 0 0,1 0 0,-1-1 0,1 1 0,-1 0 0,1 0 0,0 0 0,0 0 0,-1-1 0,1 1 0,0 0-1,0 0 1,0 0 0,0 0 0,0 0 0,0 0 0,0 0 0,0-1 0,0 1 0,0 0 0,1 0 0,-1 0 0,1 1 0,0 0-5,0 0 0,1 0 0,-1 0 1,1 0-1,0 0 0,-1-1 1,1 1-1,0-1 0,0 1 0,0-1 1,0 0-1,5 3 0,8 2 17,0 1-1,-1 1 0,0 0 0,0 1 1,-1 0-1,16 15 0,-24-19-13,0-1 0,0 2 0,-1-1 0,0 0 0,1 1 0,-2 0 0,1 0 0,-1 0 1,0 0-1,0 1 0,-1-1 0,0 1 0,0 0 0,0 0 0,-1-1 0,1 15 0,-2-14-3,0 1 2,0 1 1,0 0-1,-1 0 1,0-1 0,0 1-1,-4 10 1,4-15-1,-1-1 1,0 0-1,0 1 1,0-1-1,-1 0 1,1 0 0,-1-1-1,1 1 1,-1-1-1,0 1 1,0-1-1,0 0 1,0 0-1,-1 0 1,1 0 0,-1-1-1,-4 3 1,-5 0-9,1-1 0,-1 0 1,0 0-1,-1-1 0,1-1 1,0 0-1,-16-2 0,29 1 6,0-1-1,-1 1 0,1 0 1,0-1-1,0 1 1,-1-1-1,1 1 0,0-1 1,0 1-1,0-1 0,0 1 1,0 0-1,-1-1 1,1 1-1,0-1 0,0 1 1,0-1-1,0 1 0,0-1 1,1 1-1,-1-1 1,0 1-1,0-1 0,0 1 1,0-1-1,0 1 0,1-1 1,-1 1-1,0 0 1,0-1-1,1 0 0,7-16-11,5 3 36,1 0-1,0 1 0,1 1 0,0 1 0,1 0 1,24-13-1,-15 10 49,41-33 0,-59 41-3,0-1 0,0 0 0,-1 0 0,0 0 0,0-1 0,-1 0 0,0 0 0,0 0 0,-1-1 0,0 1 0,-1-1 0,0 0 0,0-1 0,-1 1 0,0 0 0,0-1 0,-1 1 0,-1-1 0,1 1 0,-2-1 0,-1-17 0,1 25-38,1 0 0,-1-1 0,1 1 0,-1 0 0,0 0 0,1-1 0,-1 1 0,-1 0 0,1 0 1,0 0-1,0 0 0,-1 0 0,1 0 0,-1 1 0,1-1 0,-1 0 0,0 1 0,0-1 0,0 1 0,0 0 0,0-1 0,0 1 0,0 0 0,0 0 0,0 1 0,0-1 0,-1 0 0,-2 0 0,-7-1 79,0 1 0,-1 0 0,1 0-1,-17 2 1,5 0 21,10-1-30,-30 2 442,42-2-537,1 1 0,0-1-1,0 0 1,0 1 0,0-1-1,0 1 1,-1 0 0,1-1 0,0 1-1,0 0 1,0-1 0,1 1-1,-1 0 1,0 0 0,0 0-1,0 0 1,1 0 0,-1 0 0,0 0-1,1 0 1,-1 0 0,1 0-1,-1 0 1,1 0 0,-1 0-1,1 1 1,0-1 0,0 0-1,0 0 1,-1 1 0,1 0 0,1-1-57,0 0 1,-1 0-1,1-1 1,0 1-1,-1 0 0,1-1 1,0 1-1,0-1 1,-1 1-1,1-1 1,0 1-1,0-1 1,0 1-1,0-1 1,0 0-1,0 0 1,-1 1-1,1-1 1,0 0-1,0 0 1,0 0-1,0 0 1,0 0-1,0 0 1,1 0-1,36 0-2698,-30 0 926,16 0-3248,-8 0-2082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77 496,'0'0'3183,"1"-3"-636,0-10 10007,-3 11-10829,0 2-1723,0-1 1,0 1-1,0 0 0,0 0 0,0 0 0,1 0 0,-1 1 0,0-1 0,0 1 0,0-1 0,0 1 0,0-1 0,1 1 0,-1 0 0,0 0 0,1 0 0,-1 0 0,0 0 1,1 0-1,-1 0 0,-1 2 0,-30 34 270,-35 48 0,49-43-89,12-21 26,5-15-90,0 1 0,1-1 0,0 0 0,1 1 0,-1-1 0,1 1 0,0-1-1,1 0 1,-1 1 0,1-1 0,1 0 0,-1 1 0,1-1 0,0 0 0,0 0 0,1 0 0,0 0 0,0-1 0,0 1-1,6 6 1,-6-9-69,0 0 0,1 0-1,0-1 1,0 1-1,0-1 1,0 0 0,0 0-1,0 0 1,0-1-1,1 1 1,-1-1 0,7 1-1,62 2 294,-54-4-253,-16-1-86,0 0 0,-1 1 0,1-1 0,0 0 1,0-1-1,-1 1 0,1 0 0,0-1 0,-1 0 0,1 1 0,-1-1 0,0 0 0,0 0 0,0 0 0,3-3 1,12-10 4,-13 12-3,-1 0 0,1-1 0,0 1 0,-1-1 0,0 0 0,0 0 0,0 0 0,0-1 0,-1 1 0,0-1 0,0 1 0,0-1 0,0 0 0,1-7 0,16-30-3,-15 33 4,0 1 0,0-1 0,-1 0-1,0 0 1,-1-1 0,1 1 0,-2-1 0,1 1-1,-2-1 1,1-10 0,6-71 12,-7 89-18,0 0 0,0 0 0,0 0 0,1 0 1,-2 0-1,1 0 0,0 0 0,0 0 0,-1 0 1,1 0-1,-1 0 0,1 1 0,-1-1 0,0 0 1,0 0-1,0 0 0,0 1 0,0-1 0,0 0 1,0 1-1,-1-1 0,1 1 0,-1 0 0,-2-3 1,1 1 0,1 1 4,-1 0 1,1 0 0,-1 0 0,1 1-1,-1-1 1,0 1 0,0-1 0,0 1 0,0 0-1,0 0 1,0 0 0,0 1 0,0-1-1,0 1 1,0 0 0,0-1 0,0 1 0,-1 1-1,1-1 1,0 0 0,0 1 0,0 0-1,0-1 1,0 1 0,-4 2 0,-15 6 268,16-8-176,-1 1 0,1 0 0,0 1 0,0-1 0,0 1 0,1 0 0,-1 0 0,1 1 0,0 0 0,0 0 0,0 0 0,0 1 0,1-1 0,-1 1 0,-5 9 0,10-14-135,-1 1 1,1-1-1,0 0 0,0 1 0,0-1 1,0 1-1,-1-1 0,1 0 0,0 1 1,0-1-1,0 1 0,0-1 1,0 1-1,0-1 0,0 0 0,0 1 1,0-1-1,0 1 0,1-1 0,-1 1 1,0-1-1,0 0 0,0 1 0,0-1 1,1 0-1,-1 1 0,0-1 0,0 1 1,1-1-1,-1 0 0,0 1 0,1-1 1,-1 0-1,1 1 0,17 2-1913,21-9-4674,-12-9-1613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27 1121,'0'0'5589,"-7"-23"1102,19 24-329,40 0-1976,113-5-4110,-164 3-214,0 1 1,0 0 0,0 0 0,0 0 0,0-1 0,0 1-1,0 0 1,0 0 0,0 0 0,0 0 0,0 1 0,0-1 0,0 0-1,0 0 1,0 1 0,0-1 0,0 0 0,0 1 0,0-1-1,0 1 1,-1-1 0,2 2 0,-1 0-26,-1 0 0,0 0 1,1 0-1,-1 0 0,0 0 0,0 0 0,0 0 1,-1 0-1,1 0 0,0 0 0,-1 0 0,1-1 1,-2 4-1,-23 43 205,3-10-81,3 21-16,16-47-66,-1 1 0,0-1 1,-1 0-1,0 0 1,-8 12-1,-12 32 409,22-46-400,-1-1 0,0 0 0,0 0 0,-11 16 1,13-23-9,0 1 1,1 0-1,-1 0 1,1 0-1,0 0 1,0 1-1,0-1 1,0 0-1,1 0 1,-1 7-1,-13 31-952,9-35 239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37.5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21 880,'1'-5'20186,"1"5"-18591,12 2-1281,1 0-1,0-1 1,0 0 0,0-1 0,18-2-1,5 1-7,45 1 104,86-1 375,-165 1-579,0 0 0,0-1 0,0 1 1,-1-1-1,1 0 0,0 0 0,0-1 0,4-1 0,-8 3-224,0 0-1,0-1 1,0 1-1,0 0 0,0 0 1,0 0-1,1 0 1,-1 0-1,0 0 0,0 0 1,0 0-1,0 0 1,0 0-1,0 0 0,0-1 1,0 1-1,0 0 1,0 0-1,0 0 0,1 0 1,-1 0-1,0 0 1,0 0-1,0-1 1,0 1-1,0 0 0,0 0 1,0 0-1,0 0 1,0 0-1,0 0 0,0-1 1,0 1-1,0 0 1,0 0-1,0 0 0,0 0 1,-1 0-1,1 0 1,0-1-1,0 1 0,0 0 1,0 0-1,0 0 1,0 0-1,0 0 0,0 0 1,0 0-1,0 0 1,0 0-1,-1-1 0,1 1 1,0 0-1,0 0 1,0 0-1,0 0 0,0 0 1,0 0-1,0 0 1,-1 0-1,1 0 0,0 0 1,0 0-1,0 0 1,-26-3-6453,7 3-492,-1 0-2788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42.284"/>
    </inkml:context>
    <inkml:brush xml:id="br0">
      <inkml:brushProperty name="width" value="0.25" units="cm"/>
      <inkml:brushProperty name="height" value="0.25" units="cm"/>
    </inkml:brush>
  </inkml:definitions>
  <inkml:trace contextRef="#ctx0" brushRef="#br0">68 66 10293,'-20'-23'304,"6"7"-224,1 5-48,-1 0 48,14 6 576,-7 5-63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6:59.269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340 314 1185,'0'0'10642,"27"0"-10480,185-16 1221,-44 0-565,342-24 250,-383 27-759,236-9-98,-84 8-195,33-18-43,26-12 61,-302 38-36,250-20 26,-233 23 3,216-27 16,9 5 37,70-1 242,326 26-63,-646 2-256,0 1 0,0 2 0,49 15 0,-49-12-15,-15-3 10,15 1-1,-27-5-8,-1 0 14,0 0 16,14 23-27,-15-18 19,0 0 1,0-1 0,0 1-1,0-1 1,-1 0 0,0 1-1,0-1 1,-1 0 0,1 0 0,-1 0-1,0 0 1,-1-1 0,1 1-1,-1-1 1,0 0 0,0 0-1,0 0 1,0-1 0,-1 1 0,1-1-1,-1 0 1,-8 4 0,-5 2 14,1-1-1,-1-1 1,0 0 0,-1-2 0,-27 6 0,-157 10 79,123-15-122,-224-3 31,107-5-28,-1360 11 95,1136-10-66,349 5-44,1 3-1,-115 26 1,-67 9 53,69-15-40,-10 0 32,120-18 8,-108 27 1,134-25-23,-45-1 32,-45 16-87,-40 8 37,143-25 27,-1-1 1,1-2-1,-48 1 0,81-7 44,0 0 1,0-1-1,0 1 0,1 0 0,-1 1 1,0-1-1,0 0 0,1 0 0,-1 1 0,0-1 1,0 1-1,1 0 0,-1-1 0,-2 3 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09.701"/>
    </inkml:context>
    <inkml:brush xml:id="br0">
      <inkml:brushProperty name="width" value="0.5" units="cm"/>
      <inkml:brushProperty name="height" value="1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270 282 96,'0'0'4541,"-41"0"-1102,0 15-1572,-147 42-2131,188-57 266,1 0 1,-1 0-1,0 0 0,0 0 1,0 0-1,0 0 1,1 0-1,-1 1 0,0-1 1,0 0-1,0 0 0,0 0 1,0 0-1,0 0 0,0 1 1,0-1-1,0 0 0,1 0 1,-1 0-1,0 1 0,0-1 1,0 0-1,0 0 0,0 0 1,0 0-1,0 1 0,0-1 1,0 0-1,0 0 1,0 0-1,0 1 0,0-1 1,-1 0-1,1 0 0,0 0 1,0 0-1,0 1 0,0-1 1,0 0-1,0 0 0,0 0 1,0 0-1,-1 1 0,1-1 1,21 2 126,498-18 5116,-348 8-5177,73-8-13,-60-7-27,164-27 56,-196 31 9,-87 13-48,-63 4-34,31 2-134,-34 35 73,-2-28 52,0 0 1,0-1-1,0 1 1,-1 0 0,0-1-1,-1 0 1,1 0-1,-1 0 1,0 0-1,0-1 1,-1 0 0,0 0-1,0-1 1,0 1-1,-12 5 1,-13 7 29,-2-1-1,-35 12 1,29-13-43,9-4 30,-1-1 0,0-2 0,0-1 0,-1-2-1,-53 3 1,-162-11 164,164-7-134,52 5-21,-45 0-1,16 6 11,28 1 20,0-2-1,-47-6 1,70 4-14,1-1-1,0 0 1,-1 0 0,1-1 0,0 0-1,-14-10 1,13 8-22,0 0-1,-1 1 1,1 0-1,-18-5 1,-8-1 23,0-1 0,-44-21 1,74 29-38,0-1 0,0 1 0,1-1 0,-1 0 0,1 0 0,0-1 0,0 1 0,1-1 0,-1 0 0,-2-8 1,-19-28-8,23 39-1,-1-1-1,1 1 0,0-1 0,0 0 0,1 0 0,-1 0 1,1 0-1,-1-6 0,1 9 1,1-1-1,0 0 1,0 1-1,-1-1 1,1 1-1,0-1 1,0 1-1,1-1 1,-1 0-1,0 1 1,0-1-1,1 1 1,-1-1-1,1 1 1,-1-1-1,1 1 1,0-1-1,0 1 1,-1 0-1,1-1 1,0 1-1,2-2 1,32-24 8,45-27 0,-65 46-6,1 0 1,0 1-1,0 0 0,1 1 0,34-6 0,23 1-33,0 4 1,1 4-1,101 7 0,8 22-13,-132-16 52,-1-2 1,67 1 0,17-10-11,137 3-2,-261-1 0,0 0 1,0 1-1,0 0 0,0 1 0,-1 1 0,0 0 0,1 0 0,-1 1 0,18 11 1,-22-12-1,1 1 1,-1-1 0,0 1 0,0 1 0,0-1 0,-1 1 0,0 0 0,0 0 0,0 1-1,-1-1 1,0 1 0,0 0 0,-1 0 0,3 9 0,-3 0-5,-1-1 0,-1 0 0,-1 0 0,0 0 0,-2 17 0,0 16-24,1-45 37,0 0 1,1 1-1,-1-1 0,0 1 1,-1-1-1,1 0 0,-1 0 1,1 0-1,-1 0 0,0 0 1,0 0-1,0 0 1,-1 0-1,1-1 0,-1 1 1,1-1-1,-1 0 0,-5 4 1,-57 32 52,60-36-42,-50 21 5,-1-4 0,-1-1 0,0-3 0,-83 10 0,118-21-17,-96 12 3,-236 0 0,128-34-7,153 20-4,39 0 4,-1-1 1,-59-7-1,49-5 80,33 8-70,1 0 0,-1 0 0,0 1 1,-17 0-1,1 3-14,15 0 19,0 0 0,0-1 0,0-1 0,-1 0 0,1-1 0,-15-4 0,27 6 12,-7 0 267,-3 0 38,0 0 0,0 0 1,1-1-1,-12-3 0,15 3-95,0-1-1,0 1 1,0 1-1,0-1 0,-12 2 1,12 0-222,0-1-1,0 0 1,0-1 0,0 0 0,-14-3 178,2 1 1163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34.8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4210,'0'0'10501,"8"11"-8012,-3 18-1761,-2 0-1,1 43 1,-4-14-8128,0-41 2228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35.3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6707,'0'0'7297,"16"0"-6916,50-2 76,-6-1-31,0 3 0,82 10-1,-123-4-541,-1-1 0,0 2 0,0 1 1,-1 0-1,0 1 0,0 1 0,-1 0 0,0 1 0,-1 1 0,-1 1 0,0 0 0,0 0 0,-1 2 0,20 28 0,-28-34 100,1 1-1,-1 1 1,-1-1-1,0 1 1,4 19-1,-6-26 29,-2 1-1,1-1 1,0 0-1,-1 0 1,0 1-1,0-1 1,0 0-1,0 1 1,-1-1-1,0 0 1,0 0-1,0 0 1,0 0-1,-1 0 1,1 0-1,-1 0 1,0 0-1,-4 6 1,-6 2 172,1-1 1,-2-1-1,0 1 0,0-2 1,0 0-1,-29 14 0,-99 36 1518,102-45-1327,-4 3 73,-6 0 73,0 3 0,-90 52 0,120-58-852,28-16-2467,30-21-1409,-13-3 597,17-4-1096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35.5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0 6067,'0'0'16455,"-14"118"-16167,14-114-159,0 1-113,0-3-433,-7-2-1039,0 0-673,1 0-993,-8-2-3057,7-12-656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35.7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 3698,'7'-9'5266,"-7"4"-1872,7 3 6978,0 9-10388,-1 6-1248,1 5-1489,0-2-2194,-7 2-2864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36.2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 3025,'0'0'15138,"2"15"-14031,10 32 325,22 59-1,-2-10-1146,-32-96-325,0 1 0,0-1-1,0 1 1,0-1-1,0 0 1,0 1 0,0-1-1,0 1 1,1-1 0,-1 1-1,0-1 1,0 1 0,0-1-1,1 0 1,-1 1-1,0-1 1,0 1 0,1-1-1,-1 0 1,0 1 0,1-1-1,-1 0 1,0 1 0,1-1-1,-1 0 1,1 0 0,-1 1-1,1-1 1,-1 0-1,0 0 1,1 0 0,-1 0-1,1 0 1,-1 1 0,1-1-1,-1 0 1,1 0 0,12-16-984,6-28 673,3-33 258,-12 41 196,24-61-1,-25 83 6,-4 19 629,-5 28-4776,0-26-912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36.4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7395,'0'0'13463,"0"125"-11879,0-110-607,0-6-609,0-2-256,0 0-112,0-3-432,0 1-1009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36.5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0 7043,'0'0'9893,"-41"86"-11078,41-66-1968,0 1-2370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37.1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230 346 8388,'0'0'11381,"-20"4"-10362,-66 11-226,80-14-742,0 0 0,0 0 0,0 1 1,0 0-1,1 0 0,-1 0 0,0 1 1,1 0-1,0 0 0,-1 0 0,1 1 1,0 0-1,1 0 0,-1 0 0,1 0 1,0 1-1,0 0 0,0 0 0,-3 5 1,3 0-160,1-1 0,0 1 0,0 0 0,1 0 0,0 0 0,1 0 0,0 0 0,1 20 0,1-29 56,0 0 0,0-1 0,0 1 0,0-1 0,0 1 0,0-1 0,0 1 0,0-1 0,0 1 0,0-1-1,0 0 1,0 0 0,0 0 0,1 0 0,-1 1 0,0-1 0,0-1 0,0 1 0,0 0 0,2 0 0,27-4-368,-20 0 258,0-1 0,0 0-1,-1 0 1,0-1 0,0-1 0,-1 1-1,12-13 1,4-1-183,10-9 87,-1-2 1,-1-2-1,-2 0 1,-1-2 0,-2-2-1,-1 0 1,-3-2-1,0 0 1,22-58-1,-43 91 735,0 0-1,0 0 1,-1 0-1,0 0 1,0 0 0,-1 0-1,0-7 1,0 12 1316,-2 1-1689,0 1 0,0 0 1,0 0-1,0 0 0,0 0 1,0 0-1,0 0 1,0 0-1,0 1 0,0-1 1,1 1-1,-1-1 1,1 1-1,-1 0 0,1-1 1,-1 1-1,1 0 1,0 0-1,0 0 0,-1 3 1,-5 5 85,-12 21 77,1 1 0,1 1 0,1 0 0,2 1 0,2 1 0,1 0 0,2 0 0,1 1 0,2 0 0,1 1 0,0 53 0,5-88-360,0-1-1,0 1 1,0-1-1,0 1 1,1-1 0,-1 1-1,0-1 1,1 1-1,-1-1 1,1 0-1,-1 1 1,1-1 0,0 0-1,-1 1 1,1-1-1,0 0 1,0 0-1,0 1 1,0-1 0,0 0-1,0 0 1,0 0-1,1 0 1,-1-1-1,0 1 1,0 0 0,1 0-1,-1-1 1,0 1-1,1-1 1,-1 1-1,1-1 1,-1 0 0,1 1-1,-1-1 1,1 0-1,-1 0 1,1 0-1,-1 0 1,1 0 0,-1 0-1,1-1 1,-1 1-1,1 0 1,1-2-1,4 1-880,0-1 0,0-1 0,0 1 0,-1-1 0,1 0 0,-1 0 0,0-1 0,7-5-1,16-18-5996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37.5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42 4690,'0'0'11376,"8"9"-10325,25 28-184,-30-35-827,0 0 0,0 0 0,0 0 0,0 0-1,0-1 1,0 1 0,1-1 0,-1 0 0,0 0 0,1 0-1,-1 0 1,1 0 0,-1-1 0,1 0 0,-1 1 0,1-1 0,0-1-1,-1 1 1,5-1 0,7 0-10,-15-31-99,-2 28 101,1 0 1,-2 1-1,1-1 0,0 1 1,-1 0-1,1 0 0,-1-1 1,0 2-1,0-1 1,0 0-1,-1 1 0,1-1 1,-1 1-1,1 0 0,-1 0 1,-4-1-1,1-1 431,-1 0 0,1 1 1,-1 1-1,0-1 0,0 1 0,0 1 0,-12-2 0,17 3-368,1 0 0,0 0 0,-1 1 0,1-1 0,0 1 0,0-1 0,-1 1 0,1 0 0,0 0 0,0 0 0,0 0 0,0 0 0,0 1 0,0-1 0,0 0 0,1 1 0,-1 0 0,0-1 0,1 1 0,-1 0 0,1 0 0,0 0 0,0 0 0,-1 0 0,1 0 0,0 0-1,1 0 1,-1 0 0,-1 3 0,0 6 14,0 0-1,0 0 0,1 0 1,0 22-1,1-31-173,1 0-1,-1 0 1,1 0 0,0 0 0,-1 0-1,1 0 1,0 0 0,0 0-1,1 0 1,-1-1 0,0 1-1,1 0 1,-1-1 0,1 1-1,-1-1 1,1 1 0,-1-1 0,1 0-1,0 0 1,0 0 0,0 0-1,0 0 1,0 0 0,0 0-1,0-1 1,0 1 0,0-1-1,0 1 1,0-1 0,3 0 0,12 3-1155,1-1 0,28 0 1,-36-2 641,76-2-4254,14-7-3964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38.0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0 6067,'0'0'13430,"-23"18"-11109,7-5-1969,-147 128 3162,157-137-3424,1 1 0,1 0 1,-1 0-1,1 0 0,0 1 1,0 0-1,1 0 0,-1 0 1,1 0-1,1 0 0,-1 1 0,1-1 1,0 1-1,1-1 0,-1 1 1,1 0-1,0 0 0,1 0 1,0 7-1,27-11-1141,-20-4 934,-1 0 0,0-1 0,0 1 1,0-1-1,0-1 0,0 1 0,-1-1 1,1 0-1,-1 0 0,1 0 0,-1-1 0,0 0 1,0 0-1,5-6 0,13-14-806,28-35 0,-40 45 631,-2 5 1914,-9 18 1500,-1 6-3597,1-10 395,0 1 0,0 0 1,1-1-1,0 1 0,0 0 1,0-1-1,1 1 0,0-1 1,0 0-1,0 1 0,0-1 1,1 0-1,0 0 0,4 4 1,-5-6-407,1 0 1,0 0-1,0-1 1,0 1-1,0-1 1,0 0-1,1 0 0,5 3 1,-4-3-642,0 0 0,0-1 0,0 0 0,0 0 0,0 0 0,1-1 1,5 1-1,18-1-6773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38.4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0 9636,'0'0'13492,"-4"11"-12582,-3 2-626,5-9-198,0 0 0,0 0 0,0 1 0,0-1-1,1 0 1,0 1 0,0-1 0,0 1 0,0-1 0,1 1 0,-1 0-1,1 4 1,1-8-88,-1 1-1,1-1 0,-1 0 1,1 0-1,-1 0 1,1 0-1,0 0 0,-1 0 1,1 0-1,0 0 0,0 0 1,0 0-1,0 0 0,0 0 1,0-1-1,0 1 1,0 0-1,0-1 0,0 1 1,0-1-1,0 1 0,1-1 1,-1 0-1,0 1 0,0-1 1,1 0-1,-1 0 1,0 0-1,0 0 0,1 0 1,1 0-1,51 0-1319,-45-1 855,-1 0 366,-1-1-1,0-1 1,0 1-1,0-1 1,0 0-1,0-1 1,-1 1-1,1-1 1,-1-1-1,0 1 1,0-1-1,-1 0 1,1 0-1,-1-1 1,0 0-1,-1 0 1,1 0-1,4-10 1,-2 10 5157,-2 12-4384,-1 7-1601,-4-11 707,1 1 0,0-1 0,0 0 0,0 0 0,0 0 0,0 0 0,1 0-1,-1 0 1,0 0 0,1 0 0,0 0 0,-1-1 0,1 1 0,0 0 0,0-1 0,2 2 0,1-1-837,-1 1 1,0-1 0,1 0-1,0-1 1,-1 1 0,10 1-1,14 0-5869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38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238 329 1825,'0'0'17330,"-21"2"-14902,-1-1-1717,0 2 1,-1 1-1,1 1 0,0 1 0,1 0 0,-23 11 0,42-16-651,-1 1-1,1-1 1,-1 0-1,1 1 1,-1-1-1,1 1 1,0 0-1,0 0 0,0 0 1,0 0-1,0 0 1,0 0-1,1 0 1,-1 1-1,-1 3 1,1 0-64,1 0 0,0 0 1,0 0-1,0 0 1,1 1-1,1 6 1,-1-12 2,0-1-14,0 1 0,1 0 0,-1 0 0,1-1 0,-1 1 0,1 0 0,0-1 0,-1 1 0,1-1 0,0 1 0,-1-1-1,1 1 1,0-1 0,0 1 0,-1-1 0,1 0 0,0 1 0,0-1 0,0 0 0,-1 0 0,1 1 0,0-1 0,0 0 0,0 0 0,0 0 0,0 0-1,-1 0 1,1 0 0,1-1 0,30-1-560,-27 1 475,0-1-1,1 0 1,-1 0-1,0-1 1,-1 1-1,1-1 1,0 0-1,-1 0 1,1-1-1,-1 1 1,6-7-1,42-52-852,-38 45 690,41-54-995,83-139 0,-135 204 1385,0 0 0,0 0-1,0 0 1,0 0 0,-1-1 0,0 1 0,-1-1 0,2-9 0,-13 16 2066,-4 8-1902,0 1 1,1 0-1,0 1 1,1 0-1,0 1 1,0 0-1,1 1 0,0 0 1,1 1-1,1 0 1,0 0-1,1 1 1,0 0-1,1 1 1,-8 26-1,10-26-331,2 0 1,-1 1-1,2-1 0,0 1 1,1-1-1,1 1 0,0 0 0,4 26 1,-2-39-169,-1 0 0,0-1 0,1 1 1,-1-1-1,1 1 0,0-1 0,0 0 0,0 0 1,0 1-1,1-1 0,-1-1 0,0 1 1,1 0-1,-1-1 0,1 1 0,0-1 0,-1 1 1,1-1-1,0 0 0,0-1 0,0 1 0,0 0 1,3 0-1,11 1-2000,0 0 1,32-1-1,-40-1 982,69 0-8122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39.3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508 1 14182,'0'0'16491,"2"15"-14730,0 8-1397,-2-14-368,0 0 0,1-1 1,1 1-1,-1 0 0,1-1 0,1 0 0,3 10 0,-5-63-1029,-1 43 970,0-1 1,0 1 0,0-1-1,-1 1 1,1 0-1,-1-1 1,0 1-1,1 0 1,-1-1 0,0 1-1,0 0 1,0 0-1,-1 0 1,1 0 0,-1 0-1,1 0 1,-1 0-1,1 0 1,-1 1-1,0-1 1,0 1 0,0-1-1,0 1 1,0 0-1,0 0 1,-4-2-1,-3 2-134,0 0 0,0 1-1,0 0 1,-1 0 0,1 1 0,0 0-1,0 1 1,0 0 0,0 0-1,0 1 1,1 0 0,-1 1-1,1 0 1,0 0 0,0 1-1,-10 7 1,-15 12 261,2 1-1,-40 41 0,56-51-121,-15 14 401,1 1 1,-34 46 0,56-66-240,-1 1 0,2 0 0,-1 0 0,2 1 0,-1 0 0,2 0-1,0 0 1,0 1 0,1-1 0,0 1 0,1 0 0,0 14 0,2-26-101,0 1 0,0-1 0,0 0-1,1 0 1,-1 0 0,0 0 0,1 1 0,-1-1 0,0 0 0,1 0 0,-1 0-1,1 0 1,0 0 0,-1 0 0,1 0 0,0 0 0,0 0 0,-1 0-1,1-1 1,0 1 0,0 0 0,0 0 0,2 0 0,0 1-13,0-1 1,0 0-1,0 0 0,1 0 1,-1 0-1,0 0 1,1-1-1,4 1 0,4-1-217,-1 0-1,1-1 1,-1 0-1,18-5 1,-5-2-985,-1 0 0,0-1 0,24-14 0,68-44-8092,-66 37 4114,7-2-720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40.0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1 6947,'0'0'17691,"-17"22"-15349,-53 72-407,63-84-1567,0 0 0,1 0 0,0 1 0,1-1 1,-5 14-1,9-20-297,0 0-1,0 0 1,1 1 0,-1-1-1,1 0 1,0 1 0,0-1-1,1 0 1,-1 1 0,1-1-1,1 7 1,-1-10-70,0 1 0,0-1 0,0 0 0,0 0 0,0 0 0,0 0 0,1 0 0,-1 0 0,0 0 0,0-1 0,1 1 0,-1 0 0,1-1 0,-1 1 1,0-1-1,1 1 0,-1-1 0,1 0 0,-1 1 0,1-1 0,-1 0 0,1 0 0,-1 0 0,1 0 0,-1-1 0,1 1 0,-1 0 0,3-1 0,2 0-33,0 0-1,-1 0 1,1 0-1,0-1 1,0 0-1,5-3 1,-2-1-138,0 0 1,-1-1 0,0-1 0,-1 1 0,1-1 0,-2-1 0,1 1-1,-1-1 1,0 0 0,-1 0 0,0-1 0,0 0 0,-1 0 0,-1 0-1,0 0 1,0-1 0,-1 1 0,0-1 0,1-18 0,-3 27 158,-1 1 1,1 0 0,0-1-1,-1 1 1,1 0 0,-1-1-1,1 1 1,-1 0 0,0 0-1,1-1 1,-1 1 0,0 0-1,0 0 1,0 0 0,0 0-1,0 0 1,0 0 0,0 0-1,0 1 1,0-1 0,0 0-1,-1 0 1,1 1 0,0-1-1,0 1 1,-1-1 0,1 1-1,0 0 1,-1-1 0,1 1-1,-1 0 1,-2 0 0,-57 0-421,41 1 258,-2 0-555,28 3-1178,37 1 312,14-6 539,32 1-33,-82 1 1081,0-1 1,0 2 0,1-1-1,-1 1 1,0 0 0,0 0-1,-1 1 1,1 0 0,8 5-1,-12-5 294,-1-1 0,0 0-1,0 1 1,0-1-1,-1 1 1,1 0 0,-1 0-1,1-1 1,-1 1 0,0 0-1,0 0 1,0 0 0,-1 0-1,1 0 1,-1 1-1,1-1 1,-1 0 0,0 0-1,0 0 1,-1 4 0,0 2 150,1 1 0,-2-1 0,0 0 0,0 0 0,-6 17 0,8-27-475,1 1 0,-1 0 1,0 0-1,0 0 0,0 0 1,1 0-1,-1-1 1,0 1-1,0 0 0,1 0 1,-1 0-1,0 0 0,0 0 1,0 0-1,1 0 1,-1 0-1,0 0 0,0 0 1,1 0-1,-1 0 0,0 0 1,0 0-1,1 0 1,-1 0-1,0 0 0,0 1 1,1-1-1,-1 0 0,0 0 1,0 0-1,0 0 0,1 0 1,-1 1-1,0-1 1,0 0-1,0 0 0,0 0 1,1 1-1,-1-1 0,0 0 1,0 0-1,0 0 1,0 1-1,0-1 0,0 0 1,0 0-1,1 1 0,-1-1 1,0 0-1,0 0 1,0 1-1,0-1 0,0 0 1,0 0-1,0 1 0,0-1 1,-1 0-1,1 0 1,0 0-1,0 1 0,0-1 1,0 0-1,0 0 0,0 1 1,0-1-1,0 0 1,-1 0-1,20-9-794,-19 9 826,27-15-606,0-2 0,-1-1 0,26-24-1,-51 41 813,-1 1-1,1-1 1,-1 0 0,1 1-1,-1-1 1,1 1-1,-1-1 1,1 1 0,-1-1-1,1 1 1,0 0-1,-1-1 1,1 1 0,0 0-1,-1 0 1,1-1-1,0 1 1,-1 0 0,1 0-1,0 0 1,0 0-1,-1 0 1,1 0 0,0 0-1,0 0 1,-1 0-1,2 0 1,11 15-517,-13-13 15,1-1-1,0 1 1,0 0 0,0-1-1,0 1 1,0-1 0,1 1-1,-1-1 1,0 0 0,1 1-1,-1-1 1,1 0 0,-1 0 0,1 0-1,-1 0 1,1 0 0,0-1-1,2 2 1,21-1-4618,2-1-2723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40.6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476 1 4578,'0'0'19540,"-22"-1"-18855,-67 2-327,85-1-393,0 0 0,1 0 0,-1 0 0,0 0 0,0 1 0,1 0 0,-1 0-1,1 0 1,-1 0 0,1 1 0,-1-1 0,1 1 0,-1 0 0,1 0 0,0 0 0,0 0 0,0 0 0,1 1 0,-1 0 0,0-1 0,1 1 0,0 0 0,-1 0 0,1 0 0,0 1 0,1-1 0,-1 0 0,1 1 0,-1-1 0,1 1-1,0-1 1,0 1 0,0 0 0,1 0 0,0-1 0,-1 5 0,2-7-53,0 0 1,0 0-1,1 0 0,-1 0 0,0-1 0,0 1 1,0 0-1,0-1 0,1 1 0,-1-1 0,0 0 1,1 1-1,-1-1 0,0 0 0,0 0 0,1 0 1,-1 0-1,1 0 0,1 0 0,35 1-879,-35-1 761,91 0-1307,-94 4 1804,1 1 0,-1-1 0,0 1-1,0-1 1,-1 1 0,1-1 0,-2 6 0,-7 2-33,1 0 1,-1-1 0,-1 0-1,0 0 1,0-1-1,-1-1 1,-1 0 0,-17 11-1,3 0 16,-59 42 371,44-34-316,1 3 0,-53 51 1,89-78-280,0 0 0,1 1 0,-1-1 0,1 1 0,0 0 0,0 0 0,1 0 1,0 0-1,0 0 0,0 0 0,0 1 0,1-1 0,0 1 0,0-1 0,0 1 1,1-1-1,0 1 0,0 8 0,1-14-47,-1 1-1,0 0 1,0 0-1,1 0 1,-1 0 0,0 0-1,1 0 1,-1-1-1,1 1 1,-1 0 0,1 0-1,0-1 1,-1 1-1,1 0 1,0-1-1,-1 1 1,1-1 0,0 1-1,0-1 1,-1 1-1,1-1 1,0 1 0,0-1-1,0 0 1,0 1-1,0-1 1,0 0 0,-1 0-1,1 0 1,0 0-1,2 0 1,39 1 81,-30-1-67,7-2 12,0-1-1,0-1 1,-1 0-1,0-1 1,0-2-1,0 1 1,-1-2-1,19-11 1,-6 5-19,-25 12-67,-1 1-1,0-1 1,0 0 0,-1 0 0,1 0 0,0 0-1,-1-1 1,1 0 0,-1 1 0,0-1-1,0 0 1,0-1 0,0 1 0,-1 0 0,1-1-1,-1 0 1,0 1 0,0-1 0,3-7-1,-2-9-4350,-2-4-3896,-1 9-727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41.0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 5619,'0'0'15433,"-3"10"-13752,-4 7-1011,1-1 130,0-1-1,1 1 1,1 0 0,-5 31 0,9-46-872,8-2-511,-1 0 320,1 0 0,0 0 1,0-1-1,0 0 0,-1 0 0,1-1 1,12-7-1,56-38-1411,-32 18 1297,-29 20-753,1 3 5295,-12 32-1015,-4-10-3312,-1-9 121,1 0-1,0 0 1,0 1 0,1-1 0,0 0-1,0 0 1,3 8 0,-4-13-222,1 1 1,0-1-1,0 1 1,0-1-1,0 0 0,0 1 1,0-1-1,0 0 1,0 0-1,0 0 1,1 0-1,-1 0 1,2 1-1,0-1-623,-1 1 1,1-1-1,0 0 0,0-1 0,0 1 1,-1-1-1,1 1 0,0-1 1,5 0-1,11 0-6752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41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42 5042,'0'0'17051,"14"6"-15931,-8-2-1011,4 1 59,1 0 1,-1 0 0,1-1 0,0 0 0,0-1-1,0 0 1,0-1 0,19 2 0,-14-4-117,-12 1-52,-1-1 0,1 0 0,-1 0 0,1 0 0,-1 0 0,1-1 0,-1 0 0,6-1 1,-8 1-6,0 0 0,0 0 0,0 1 0,0-1 0,0 0 0,0-1 0,0 1 0,0 0 0,0 0 0,0 0 1,-1 0-1,1-1 0,0 1 0,-1 0 0,0-1 0,1 1 0,-1 0 0,1-1 0,-1 1 0,0-1 1,0 1-1,0-1 0,0 1 0,0 0 0,-1-3 0,2 3 23,-1-1 0,0 0 0,0 0 0,0 0 0,0 0-1,0 0 1,-1 1 0,1-1 0,-1 0 0,1 0 0,-1 1 0,1-1 0,-1 0 0,0 0 0,0 1 0,0-1 0,0 1-1,0-1 1,0 1 0,-1-1 0,1 1 0,0 0 0,-1 0 0,-1-2 0,-1 2 143,-1-1 0,1 1 0,-1 0 0,0 0 0,1 0 0,-1 1 0,0 0 0,-7 0 0,6 0-31,-2 0 110,0 0 1,-1 0-1,1 1 1,0 0-1,-9 3 1,15-4-209,1 1 1,-1 0-1,0-1 1,1 1-1,-1 0 1,0 0-1,1 0 1,0 0-1,-1 0 1,1 0-1,-1 0 1,1 1-1,0-1 1,0 0-1,0 1 1,0-1-1,0 1 1,0-1-1,0 1 1,0-1-1,1 1 1,-1 0-1,0 0 1,1-1-1,0 1 1,-1 0-1,1 0 1,0-1-1,0 4 1,0 13 24,-1-9-203,1 0 1,0 0-1,1 0 1,0 0-1,0 0 1,3 9-1,-3-16-148,0 1 0,1-1 0,-1 1 0,0-1 0,1 0-1,-1 1 1,1-1 0,0 0 0,0 0 0,0 0 0,0 0 0,0-1-1,0 1 1,0-1 0,0 1 0,1-1 0,-1 0 0,1 1-1,-1-1 1,1 0 0,-1-1 0,1 1 0,0 0 0,-1-1 0,4 1-1,20 0-4790,1-1-2507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42.1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12 4370,'0'0'21541,"-6"18"-20047,3-9-1316,0 0 0,1 0 0,0 0 0,0 0 0,1 0 0,0 0 0,1 16 0,28-23-1410,-17-3 1038,0 0 0,-1-1 0,1 0 0,-1 0 1,0-1-1,0-1 0,0 0 0,0 0 0,-1-1 0,1 0 1,-1-1-1,0 0 0,-1 0 0,1-1 0,-1 0 1,11-13-1,-10-2 740,-5 10 3359,-2 25-2025,-2-3-1563,3 19-1108,-3-28 639,1 0 0,-1 0 0,1 0 0,0-1 0,0 1 0,-1 0 0,1 0 0,0-1 0,0 1 0,0 0 0,0-1 0,0 1 0,0-1 0,0 1 0,0-1 0,0 0 0,0 1 0,0-1 0,0 0 0,0 0 0,0 1 0,0-1 0,0 0 0,2 0 0,39-2-9751,-16-7 442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42.5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0 111 112,'0'0'21685,"12"12"-19583,34 36-381,-43-45-1547,-1-1 0,0 1 0,1 0 0,-1 0 0,0 1-1,-1-1 1,1 0 0,0 1 0,-1-1 0,0 1 0,0-1 0,0 1 0,0 0 0,0-1 0,-1 1 0,0 0 0,0 0 0,0-1 0,-1 7 0,1 5 573,0-15-441,1-32 23,1 23-333,1-1 0,0 1 0,0 0 0,1 0 0,0 0 1,1 1-1,0-1 0,1 1 0,-1 0 0,1 1 0,14-14 1,-5 6-49,0 2 0,1 0 1,0 0-1,30-16 0,-35 23-159,-6 3-25,-1 0-1,1 0 1,0 1-1,0 0 0,0 0 1,1 0-1,-1 0 1,0 1-1,6-1 0,-4 7-6795,-6 6-649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46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1 163 6339,'0'0'8796,"10"-11"-8182,-10 10-610,13-13 246,0 1-1,1 0 0,1 1 0,0 1 0,22-14 0,-19 15-100,1 1-1,0 0 1,1 1 0,0 1 0,0 2-1,1-1 1,35-3 0,-54 10-148,-1-1 0,1 1 0,0-1 0,-1 1 0,1 0 0,-1 0 0,1 0 0,-1 0 0,0 0 0,1 0 1,-1 0-1,0 0 0,0 1 0,0-1 0,0 0 0,0 1 0,0-1 0,0 1 0,0-1 0,0 1 0,-1 0 0,1-1 0,-1 1 0,1 0 1,-1-1-1,0 1 0,0 0 0,1-1 0,-1 1 0,0 0 0,-1 2 0,1 75 185,-1-54-19,0-5-4,0 1 0,-2-1 1,-1 1-1,0-1 0,-1 0 1,-2 0-1,-14 32 1,-2-7-9,-1-1 1,-32 42 0,53-81-150,-36 45 144,38-49-139,-1 1 0,1-1 0,0 0 0,-1 1 0,1-1 0,-1 0 0,1 0 0,-1 0 1,0 0-1,1 0 0,-1 0 0,0 0 0,0 0 0,0-1 0,1 1 0,-1-1 0,0 0 1,0 1-1,0-1 0,0 0 0,0 0 0,0 0 0,0 0 0,0 0 0,0-1 0,1 1 1,-4-2-1,3 1-10,1 0 1,0 0-1,0 0 0,0 0 1,0-1-1,0 1 1,0 0-1,0-1 1,1 1-1,-1-1 1,0 1-1,1-1 1,-1 1-1,1-1 0,0 1 1,-1-1-1,1 1 1,0-3-1,-1-33 22,1 30-7,-1-24 117,0-28 528,1 56-574,0-1 1,0 1-1,1-1 1,-1 1 0,1 0-1,0-1 1,0 1-1,0 0 1,1 0-1,-1 0 1,1 0-1,2-4 1,-2 5-16,0 1 0,0-1 0,-1 1 0,1 0 0,0 0-1,0 0 1,0 0 0,1 0 0,-1 1 0,0-1 0,0 1 0,0-1 0,0 1 0,1 0 0,-1 0 0,0 0 0,0 0 0,0 0-1,1 0 1,-1 1 0,0-1 0,0 1 0,0-1 0,0 1 0,3 1 0,51 26 1735,-52-25-1688,3 1-7,1-1 0,0 1-1,0-1 1,1 0 0,-1-1 0,1 0-1,-1 0 1,16 0 0,75-3-423,-42-1-2329,10 2-11033,-34 0 4240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47.1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47 2385,'0'0'15103,"10"-5"-13678,6-2-1002,0 0 1,1 1 0,-1 1 0,1 0 0,1 2 0,27-4-1,-32 7-292,-2-1-51,0 1 1,0 0-1,0 0 0,-1 1 1,1 0-1,16 5 0,-23-4-74,-1-1-1,0 1 1,0 0-1,0-1 1,-1 2 0,1-1-1,0 0 1,-1 0-1,1 1 1,-1-1 0,0 1-1,0 0 1,0 0-1,0 0 1,0 0-1,0 0 1,-1 0 0,0 0-1,0 1 1,0-1-1,0 0 1,0 1 0,0-1-1,-1 7 1,1-6 3,0 0 1,0 0 0,0 0-1,-1 0 1,0 0-1,0 0 1,0 1 0,0-1-1,0 0 1,-1 0-1,0 0 1,0 0 0,0 0-1,-1 0 1,1 0-1,-1 0 1,0-1 0,0 1-1,0-1 1,0 1-1,-1-1 1,1 0 0,-1 1-1,0-2 1,0 1-1,0 0 1,0 0 0,-1-1-1,-5 4 1,-85 41 846,93-47-880,29 17-616,-21-14 630,-1 0-1,0 1 1,0 0 0,0 0 0,-1 1-1,1-1 1,-1 1 0,0 0 0,-1 0-1,1 1 1,-1 0 0,0-1 0,0 1-1,-1 1 1,0-1 0,0 0 0,0 1-1,-1 0 1,0 0 0,0-1-1,-1 1 1,0 0 0,0 0 0,-1 0-1,0 13 1,1 6 28,0-16-19,-1 0 1,0 1 0,-1-1-1,-1 11 1,1-18 11,1 0 1,-1-1-1,0 1 1,0 0-1,-1 0 1,1-1 0,0 1-1,-1-1 1,1 1-1,-1-1 1,0 1-1,0-1 1,0 0-1,0 0 1,0 0-1,-1 0 1,1-1-1,-5 4 1,-4 0 296,-1 0 1,1-1-1,-1 0 1,0-1-1,0 0 0,0-1 1,-1 0-1,1-1 1,-20-1-1,32 0-321,0-1 0,-1 0-1,1 0 1,0 0 0,0 1 0,0-1-1,0 0 1,0 0 0,0 1 0,0-1 0,0 0-1,0 0 1,0 0 0,0 1 0,1-1 0,-1 0-1,0 0 1,1 1 0,-1-1 0,0 0-1,1 0 1,10-3-1227,0 0 0,1 1 1,-1 1-1,0 0 0,22-1 0,-3 0-3388,11-4-3623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47.9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 1953,'0'0'9071,"4"-5"-6942,9-14-32,-9 14 4911,-6 121-2506,0-27-3317,11 115 1,-8-167-881,-1-11-3969,-5-27-3403,4-14-11638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48.6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213 19 4882,'0'0'9557,"-3"-3"-7909,3 2-1459,-1-1 0,0 1 1,0 0-1,0 0 0,0 0 0,0 0 0,0 0 0,0 1 0,0-1 0,0 0 0,0 0 0,0 1 0,-1-1 0,1 1 0,0-1 0,0 1 0,-1-1 0,1 1 1,0 0-1,-1 0 0,1-1 0,0 1 0,-1 0 0,1 0 0,0 0 0,-1 1 0,-1-1 0,-2 2 24,1-1-1,-1 1 0,1 0 1,0 0-1,0 0 1,-1 1-1,2 0 0,-6 4 1,-9 9 161,0 1 0,-20 26 0,36-41-231,-5 8-99,0 0 0,1 0 0,1 0 0,-1 0 0,2 1 0,-1 0 1,2 0-1,-1 1 0,1-1 0,1 0 0,0 1 0,1 0 0,0-1 0,1 1 0,0 0 1,3 16-1,-3-25-51,0-1 1,1 1 0,0 0 0,-1-1-1,1 1 1,0-1 0,0 1 0,0-1 0,1 1-1,-1-1 1,1 0 0,-1 1 0,1-1-1,0 0 1,-1 0 0,1 0 0,0-1 0,0 1-1,1 0 1,1 1 0,1-1-31,0 1-1,0-1 1,0 0 0,1-1 0,-1 1-1,0-1 1,1 0 0,-1 0-1,10-1 1,-5 1-38,0-2 0,0 1-1,0-2 1,0 1 0,0-1 0,-1-1-1,1 1 1,-1-2 0,1 1 0,15-10-1,-15 6 51,-1 0-1,0 0 0,0-1 0,0 0 1,-2 0-1,1-1 0,-1 0 1,0-1-1,0 1 0,-1-1 1,-1 0-1,0-1 0,0 0 0,-1 1 1,0-2-1,-1 1 0,-1 0 1,1 0-1,-2-1 0,1 0 0,-2-16 1,0 18 25,1 3 84,-1 0-1,0 0 0,-1 0 0,0 0 1,0 0-1,-3-10 0,3 14-32,0 1 1,0 0-1,-1 0 0,1 1 1,0-1-1,-1 0 0,0 0 0,1 1 1,-1-1-1,0 1 0,0-1 1,1 1-1,-1 0 0,0 0 0,-1 0 1,1 0-1,0 0 0,0 0 0,0 0 1,0 1-1,-1-1 0,1 1 1,-5-1-1,-3-1-20,0 1 0,0-1 0,-1 2 0,1-1-1,-1 1 1,1 1 0,0 0 0,0 1 0,-1-1 0,1 2 0,0 0 0,0 0 0,1 1 0,-1 0 0,1 0 0,-13 9-1,19-10-366,-2 0-802,1 0 0,0 1 0,-1-1 0,0-1 0,0 1 0,-5 2 0,-16 0-8338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49.4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0 1008,'0'0'9533,"1"6"-7570,5 44 164,-3 0 0,-4 72-1,-1-35-590,-22 210 2053,1 1-2360,23-39-2846,0-280-6850,0-9 3683,0-7-1488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52.1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174 310 96,'0'0'2980,"-4"-2"-1913,2-3 2919,10 2-1203,31-1 131,58 2-1036,-86 2-1327,44 0-57,778-6 2067,1-37-2761,289-26 245,-552 23-613,-521 41 560,581-52-1510,-272 32 2276,-4 18 126,-74 5-1245,-166-18 1689,-40 6 105,-75 22-948,0 0-1,-1-1 1,0 0-1,-1 1 1,1-1-1,-5 11 1,4-12-238,-16 56 440,3 1 1,-12 121-1,24-82-247,3-56-142,-2 1 1,-2-1-1,-15 67 0,-3-38-134,11-41 116,1 1 0,2 0 0,1 1-1,-3 61 1,10 24 694,0-120-918,-63-6-755,-73 3 182,10 2 263,-73-9-204,-881-13-1205,835 31 1708,-133 2-52,-116 30-232,165-5 117,-87 20-128,-20 2-116,362-53 142,-405 36-304,337-19 515,63-8-96,-102 4 1,16-8 34,-65 0 292,199-8-161,1 2-1,-29 7 1,13-3 163,28-4-67,26-3 1699,3-1-5009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54.9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 1681,'0'0'4658,"0"7"-810,0 24-1384,7 137 5054,0 3-5994,-7 752 3038,-13-929-4640,6-35-4061,6 12-5584,1 17 3731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55.6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14 816,'0'0'5696,"-7"-3"-4316,-20-7 180,18 10 5709,2 8-5118,-2 14-3087,7-17 1830,-16 48 437,2 1 0,3 0-1,-13 109 1,11 169 888,15 39-789,0-370-1710,0-9-1772,0 2 1478,0-6-1384,0 0 1,1 0-1,0 1 1,5-21-1,7-4-6155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56.4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22 544,'0'0'7612,"0"-17"-4947,0 13 1694,-3 112 857,-13 51-1846,8-65-1274,6 176 0,4-129-918,5 150 767,0-188-1102,-7-103-638,0-32 14,3 7-936,-1 12-2927,-1 0-7799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58.5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0 2273,'0'0'5050,"0"17"-4401,0 38-331,-1 169 3184,-26-29-1624,25-114-1526,2-58 205,0 0 0,-2-1 0,-7 43 0,-4 50 558,13-131-2385,1 12 422,-1-1 0,0 1 0,0 0 0,0-1 0,0 1 0,-1 0 0,1 0 0,-3-5 0,-8-7-3821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58.8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1281,'0'0'12248,"14"5"-8444,-8 2-3382,0 0-1,-1 1 1,0 0 0,0 0-1,6 15 1,-8-15-259,0 0 0,1-1 0,0 1 0,1-1 0,-1 0 0,1-1 0,1 1 0,8 8 0,-10-12-101,0 0 1,0-1 0,0 1-1,0-1 1,0 0-1,1 0 1,-1 0 0,1-1-1,-1 1 1,1-1-1,0 0 1,-1-1 0,6 1-1,6 0-3931,1-1-4558,-13 0 5499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59.1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0 3394,'0'0'9300,"0"8"-7686,1 1-1382,-1 0 189,0 0-1,0 0 0,-1 0 1,0 0-1,0 0 0,-1-1 0,0 1 1,-5 12-1,2-11-233,4-7-222,0 0 1,0-1-1,-1 1 1,1 0-1,0-1 1,-1 1 0,0-1-1,0 1 1,0-1-1,0 0 1,0 0-1,0 0 1,0 0-1,-4 2 1,-11 1-3851,-7-4-3567,11-1 1404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7:59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1088,'0'0'4290,"3"-9"-3449,11-27 399,-11 27 1394,-3 16-153,0 108 2255,0 62-3851,-5-154-1486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8:00.1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38 1056,'0'0'11416,"16"8"-10930,49 28-142,-61-34-307,1 1-1,-1-1 1,1-1 0,0 1-1,-1 0 1,1-1-1,0 0 1,8 1 0,-11-2-30,-1 0 0,0 0 1,1-1-1,-1 1 0,0 0 0,1 0 1,-1-1-1,0 1 0,0-1 1,1 1-1,-1-1 0,0 1 0,0-1 1,0 0-1,0 0 0,0 1 0,0-1 1,0 0-1,0 0 0,1-2 1,1-2 76,-1 1 1,-1-1 0,1 0-1,-1 0 1,0 0 0,0 0-1,0-1 1,-1 1 0,1 0-1,-2-10 1,1 14-35,-1 0 1,0-1-1,1 1 0,-1 0 0,0 0 1,0 0-1,0 0 0,0 0 0,0 0 1,0 0-1,0 0 0,0 0 0,0 1 1,0-1-1,0 0 0,-1 1 0,1-1 1,0 0-1,0 1 0,-1 0 0,1-1 1,0 1-1,-1 0 0,1 0 0,-1 0 1,1 0-1,0 0 0,-1 0 0,-1 0 1,-1 0 146,0 0-1,0 0 1,-1 0 0,1 0 0,0 1 0,0-1 0,0 1 0,0 0-1,-5 3 1,7-2-91,0 0 0,0 0-1,0 0 1,0 1-1,0-1 1,1 1 0,-1-1-1,1 1 1,0 0 0,0-1-1,0 1 1,0 0 0,0 0-1,1 0 1,-1 0-1,0 4 1,1-4-66,0-1 1,0 0-1,-1 1 0,1-1 0,1 0 1,-1 1-1,0-1 0,1 0 0,-1 1 1,1-1-1,-1 0 0,1 0 0,0 0 1,0 0-1,0 1 0,0-1 0,1 0 1,-1-1-1,0 1 0,1 0 0,1 2 1,1-2-263,0 0 0,-1 0 0,1 0 0,1 0 1,-1 0-1,0-1 0,0 0 0,1 1 1,5-1-1,24-1-9782,-20-2 3641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8:00.5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226 38 1793,'0'0'13227,"-7"-6"-12141,4 3-933,-1 0 0,0 0-1,0 0 1,-1 0 0,1 0 0,-1 1 0,1 0-1,-1 0 1,0 0 0,0 1 0,0 0 0,0 0 0,0 0-1,0 0 1,0 1 0,0 0 0,0 0 0,0 0-1,0 0 1,0 1 0,0 0 0,0 0 0,0 0-1,0 1 1,1 0 0,-1 0 0,0 0 0,-5 4-1,4-1-36,0 1 0,0-1 0,0 1-1,1 1 1,0-1 0,0 1-1,1 0 1,-1 0 0,2 0-1,-1 1 1,1 0 0,0-1 0,1 1-1,-4 16 1,2 4 86,2 1 0,1-1 0,2 31 0,0-9-267,-1-42 203,1-1 0,0 1 1,1 0-1,4 13 0,1 4-2344,-4 0-8367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8:00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6867,'0'0'10837,"88"9"-10693,-68-9-144,-7 0-144,8 0-928,-1 0-1458,0-9-2208,1-11-1841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8:01.0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0 4130,'0'0'12272,"0"24"-10772,0 76-244,0-88-938,0-1-1,-1 1 1,0 0 0,-1-1-1,0 0 1,-1 1-1,-7 19 1,2-9-124,-6 11-576,36-37-4329,-15 0 3463,0 0 1,-1 0-1,1-1 1,-1 0 0,0 0-1,8-9 1,-1-2-3411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8:01.2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1761,'0'0'12053,"142"-7"-12053,-101 0-1200,13-2-1185,20-2-2402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8:02.2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1 2161,'0'0'5600,"5"0"526,2 5-4336,-5 1-1430,-1 0 1,0 1 0,0 0 0,-1-1 0,0 1 0,0-1 0,-2 13 0,0 8 585,-2 61 932,-21 116 0,7-69-674,-4 201-145,10-245-376,12-91-475,0-31-763,0 4-2668,0 18-806,0 0-3310,0 4 579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8:02.6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5090,'0'0'11310,"0"3"-10134,1 3-815,0 0 1,0 0-1,0 0 0,0 0 0,1 0 1,0 0-1,1-1 0,-1 1 0,1-1 0,0 0 1,0 1-1,1-1 0,-1-1 0,1 1 1,5 4-1,5 6 174,2-2 0,-1 0 1,25 15-1,7 17-260,-46-43-302,-1-1-136,0-9-11698,0-2 4687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8:03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3 3714,'0'0'8777,"-3"-2"-4142,-10 1-2523,6 5-1686,0 0 0,0 0 0,1 1-1,-1 0 1,1 0 0,0 0 0,0 1 0,1 0 0,0 0-1,0 0 1,-6 10 0,6-8-248,0-1 1,-1 1-1,0-1 1,-1-1-1,0 1 0,0-1 1,0 0-1,-9 5 0,14-5 83,15-11-23370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8:03.7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2657,'0'0'11899,"6"2"-9989,-2 0-1636,0 1 1,0-1-1,-1 1 0,1 0 0,-1 0 1,1 0-1,-1 1 0,0-1 0,0 1 1,0 0-1,-1 0 0,1 0 0,-1 0 1,0 0-1,0 0 0,-1 1 0,1-1 1,-1 1-1,2 8 0,1 8 364,-1 0-1,0 0 1,-1 31 0,-2-51-563,0-21-166,-1-23 26,0 24 13,0 0 1,2 0-1,3-25 0,-4 42 43,1 0 1,0 0-1,0 1 1,0-1-1,0 0 1,0 1-1,0-1 1,0 0-1,1 1 1,-1-1-1,0 1 1,1 0-1,0 0 1,-1-1-1,1 1 1,0 0-1,-1 0 1,1 0-1,0 1 1,3-2-1,-4 2-106,47 2-10535,-35-2 6035,1 0-951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8:03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1 3826,'0'0'18152,"0"61"-17560,0-59-368,0 0-96,0 5-128,0-2-16,0 4-384,-7 0-432,-7 0-929,7 0-816,1-5-1697,-1-4-1425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8:04.1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1 147 7876,'54'-147'8900,"-54"152"-8900,0 8-256,0 3-1729,0 0-1761,0 0-1504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8:04.9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146 276 7299,'0'0'9453,"-20"-1"-7298,-4-2-1484,-60-2 1921,83 6-2551,0-1 1,0 0-1,0 1 0,0 0 0,0-1 1,0 1-1,0 0 0,0-1 0,0 1 1,0 0-1,1 0 0,-1 0 0,0-1 1,1 1-1,-1 0 0,0 0 0,1 0 1,-1 0-1,1 0 0,-1 1 0,1-1 1,0 0-1,0 0 0,-1 0 0,1 0 1,0 0-1,0 0 0,0 1 0,0-1 1,0 0-1,0 0 0,1 0 0,-1 0 1,1 2-1,8 45-218,25 12-146,-28-52 269,-1 0 1,0 1-1,0 0 1,0 0-1,-1 0 1,-1 1-1,1-1 1,-2 1-1,1 0 1,-1 0-1,0 10 1,-2-12-92,-3 30-369,2-37 489,0 0 0,1 0 0,-1 0-1,0 0 1,1 0 0,-1 0 0,0 0 0,0 0 0,0 0-1,0 0 1,0-1 0,0 1 0,0 0 0,0-1 0,0 1-1,0-1 1,0 1 0,-1-1 0,1 1 0,0-1 0,0 0-1,0 0 1,-1 0 0,1 1 0,0-1 0,0 0 0,-2-1-1,2 0-25,0 0-1,0 1 1,0-1-1,1 0 1,-1 0-1,0 0 1,1-1-1,-1 1 1,1 0-1,-1 0 1,1 0-1,0 0 1,0 0-1,-1-1 1,1 1-1,0 0 1,0 0-1,0 0 1,0-1-1,0 1 1,0 0-1,1-2 1,1-34-440,-1 32 462,1 1 1,-1-1-1,1 0 1,0 1 0,0 0-1,1-1 1,-1 1-1,1 0 1,0 0-1,0 0 1,0 0-1,1 1 1,-1 0-1,1-1 1,0 1-1,5-3 1,12-8-111,44-22-1,-46 27 84,21-12 141,187-109-4786,-207 116 3946,-1-1 0,0 0 1,0-2-1,-2 0 1,0-1-1,-1 0 0,-1-2 1,18-28-1,-31 44 1005,0 0 0,-1 0 1,1 0-1,-1 0 0,0 0 0,-1 0 1,1-1-1,-1 1 0,1 0 1,-2-8-1,1 9 511,0 2-572,-1 0 0,1 1 1,-1-1-1,0 0 0,1 1 1,-1-1-1,0 1 0,0-1 1,1 1-1,-1 0 0,0-1 0,0 1 1,0 0-1,0-1 0,0 1 1,1 0-1,-1 0 0,0 0 1,0 0-1,0 0 0,0 0 1,0 0-1,0 0 0,0 0 1,1 0-1,-1 0 0,0 1 1,0-1-1,0 0 0,0 1 1,-1 0-1,-30 9 1751,27-6-1662,0 0 1,1 0-1,0 1 0,0 0 0,0-1 1,0 1-1,1 0 0,0 1 1,0-1-1,0 1 0,-2 6 1,-20 68 1626,22-67-1660,-44 199 985,48-203-1758,10-12 278,25-25 190,-10 8-27,-16 14 99,-7 3 47,-1 1 0,2 0 0,-1 0 0,0 0 0,0 0 0,1 1 0,-1-1 0,1 1 0,3-1 1,-7 36 249,0-28-68,0-1-447,0 0-1,0-1 0,0 1 0,1-1 0,-1 1 0,1-1 0,0 1 1,2 5-1,-2-8-207,0-1 0,0 0 0,0 0 0,1 0 0,-1 0 1,0 0-1,0 0 0,1 0 0,-1 0 0,0 0 0,1-1 0,-1 1 0,1 0 1,-1-1-1,1 0 0,0 1 0,-1-1 0,1 0 0,-1 0 0,1 1 0,-1-1 1,1 0-1,0-1 0,-1 1 0,1 0 0,-1 0 0,4-2 0,21-3-6888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8:05.1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 8452,'0'0'14193,"0"20"-12824,0 169 1384,1-184-3636,-2 11 760,-1-13-5449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8:05.3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2977,'0'0'14951,"116"-3"-13814,-89 3-737,0 0-400,-7 0-192,-6 0-1697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46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0 2561,'0'0'8169,"5"10"-1742,-3-2-6512,-2 267 4249,-7-227-4310,5-48-210,0 0 1,0-1 0,0 1 0,0-1 0,0 0 0,0 0-1,0 0 1,0 0 0,1 0 0,-1 0 0,-2-2 0,3 2-162,-1-2-384,0 1 0,0-1 0,1 0 0,-1-1 0,1 1-1,-1 0 1,1 0 0,-1-5 0,2 8 898,-7-28-6418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47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12 8964,'0'0'9621,"-34"-11"-9493,34 24-128,7-2 0,-7 3-209,6 2-1119,-6 0-1105,7-1-2225,0-1-1841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47.5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3778,'0'0'6856,"12"7"-6125,39 26 86,-48-29-721,0-1 0,-1 1 1,0 0-1,1 0 1,-1 0-1,-1 0 1,1 1-1,-1-1 0,0 0 1,0 1-1,0-1 1,0 1-1,-1-1 1,1 1-1,-1-1 0,-1 1 1,1-1-1,0 1 1,-3 8-1,1 8 273,-1 13 255,2-26-122,9-25-556,-3 5-62,1 1 0,1 0 0,0 0 0,1 0 0,0 1 0,0 1 0,15-14 0,-15 16 59,0 0 1,0 0-1,0 1 1,1 0-1,0 0 0,0 1 1,0 0-1,1 1 1,18-6-1,-27 10 97,0 0 0,-1 0 0,1 0 0,0 0 0,0 0 0,0 0 0,0 0 0,0 0 0,-1 0 0,1 0 0,0 0 0,0 1 0,0-1 0,-1 0-1,1 0 1,0 1 0,0-1 0,-1 1 0,1-1 0,0 1 0,-1-1 0,1 1 0,0-1 0,-1 1 0,1 0 0,0 0 0,8 28 1268,-9 48 779,-2-50-1895,-1-17-176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47.8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0 5731,'0'0'12904,"-11"22"-11202,-37 72-669,40-77-756,1 2 1,1-1 0,0 1-1,1 0 1,1 0-1,1 1 1,1-1-1,0 24 1,-3 22-82,4 28-580,1-92 276,1 0-1,-1-1 1,1 1-1,-1 0 1,1-1 0,0 1-1,-1 0 1,1-1-1,0 1 1,0-1-1,-1 1 1,1-1 0,0 1-1,0-1 1,0 0-1,-1 1 1,1-1-1,0 0 1,0 0 0,0 1-1,0-1 1,0 0-1,0 0 1,0 0-1,0 0 1,-1 0 0,3-1-1,33 1-2571,-29 0 1601,23-3-3744,2-10-1813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48.0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48 11013,'0'0'2657,"122"-36"-2657,-61 34-16,7-3-3265,-1 1-3618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49.1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 5523,'0'0'11845,"-1"9"-10028,-1 4-1267,1 1 0,1 0-1,0 0 1,1-1 0,0 1 0,1 0 0,1-1 0,7 24 0,-4-17-314,2-2-840,-7-18 579,0 0 0,0 0 1,0 0-1,0-1 0,0 1 0,0 0 1,0-1-1,0 1 0,0-1 1,0 1-1,0-1 0,0 1 0,0-1 1,0 0-1,0 1 0,-1-1 1,1 0-1,0 0 0,0 1 0,-1-1 1,1 0-1,0-2 0,9-7-59,1-1 0,0 1 0,0 1-1,0 0 1,1 0 0,1 1 0,0 1 0,0 0-1,0 1 1,1 0 0,-1 1 0,1 1 0,1 0-1,-1 1 1,26-3 0,-39 6 127,1 0-1,-1 1 1,0-1-1,0 0 1,0 1-1,0-1 1,0 1-1,0-1 1,0 1-1,0-1 1,0 1-1,0 0 1,-1-1-1,1 1 1,0 0-1,0 0 1,0 0-1,-1 0 1,1 0-1,-1-1 1,1 1-1,0 0 1,-1 1-1,0-1 1,1 0-1,-1 0 1,0 0-1,1 0 1,-1 0-1,0 0 1,0 0-1,0 0 1,0 2-1,0 47 952,-1-34-912,44-17-626,-26-4 425,-1-2-1,0 0 1,0-1 0,0 0 0,-1-2-1,16-12 1,35-19-169,-66 41 314,0-1 1,1 1 0,-1 0-1,1-1 1,-1 1 0,1 0-1,-1-1 1,0 1-1,1 0 1,-1 0 0,1 0-1,-1-1 1,1 1 0,-1 0-1,1 0 1,-1 0 0,1 0-1,-1 0 1,1 0-1,0 0 1,-1 0 0,1 0-1,-1 0 1,1 0 0,-1 0-1,1 1 1,-1-1 0,1 0-1,-1 16 1245,-1-11-1076,-15 52 1408,13-48-1520,0-1-1,0 1 0,1 0 1,0-1-1,1 1 0,-1 14 1,4-22-398,1 0 0,0 0 0,0 0 0,0 0 0,0 0 0,0-1 0,0 0 0,0 0-1,0 1 1,0-2 0,0 1 0,6-1 0,-5 1-383,29-5-3518,1-10-2707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49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0 14231,'0'0'13061,"-68"102"-12980,68-91-81,0-6-16,0-1-945,0-2-784,7-2-832,6 0-1633,1-6-2145,0-19-2001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49.5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0 10613,'0'0'6099,"-54"93"-8244,81-73-1345,0-2-1888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50.0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275 315 6659,'0'0'13001,"-23"1"-11689,-71 4-239,85-4-917,1 0 0,0 0 0,0 1 0,1 0 0,-1 1 0,0 0 0,1 0 0,-1 0 0,1 1 0,0 0 0,0 1 0,1-1 0,-1 2 0,1-1 0,0 0 0,0 1 0,1 0 0,-7 10 0,-2 21 177,13-36-334,1 0 0,0-1 0,-1 1 0,1 0 0,0 0 0,-1 0-1,1 0 1,0-1 0,0 1 0,0 0 0,0 0 0,0 0 0,0 0-1,0 0 1,0 0 0,0 0 0,0-1 0,0 1 0,0 0 0,1 0 0,-1 0-1,0 0 1,1-1 0,-1 1 0,1 0 0,-1 0 0,1 0 0,-1-1-1,1 1 1,-1 0 0,1-1 0,0 1 0,-1-1 0,1 1 0,0-1-1,-1 1 1,1-1 0,0 1 0,1 0 0,8-2-181,0 0 0,-1-1 0,1 1 0,-1-2 0,0 0 0,0 0 0,0 0 0,0-1 0,0 0 0,-1-1 1,1 0-1,-1-1 0,0 1 0,-1-1 0,10-11 0,12-12-1012,-2-2 1,32-48 0,-29 38 763,0-2 455,-1-2 0,33-72 0,-55 103 4907,-21 36-3026,-11 8-931,1 1 1,-34 59-1,50-76-932,1 1 1,1 0 0,0 0-1,1 0 1,1 1-1,0-1 1,1 1-1,1 0 1,-1 23-1,3-37-161,1-1-1,-1 1 1,1 0-1,-1-1 0,1 1 1,-1 0-1,1-1 0,0 1 1,0-1-1,0 1 0,0-1 1,0 1-1,0-1 0,0 0 1,0 1-1,1-1 0,-1 0 1,0 0-1,1 0 0,-1 0 1,1 0-1,-1 0 1,1 0-1,0-1 0,-1 1 1,1-1-1,0 1 0,-1-1 1,1 1-1,0-1 0,0 0 1,0 0-1,1 0 0,13 1-1955,-1 0 0,30-3-1,-27 0-879,35-1-5810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50.6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257 454 9636,'0'0'14231,"-14"0"-13348,-5 0-719,-85 1 1057,96 1-1224,0 0 0,1 1 1,-1-1-1,1 2 0,-1-1 1,1 1-1,1 0 0,-1 0 1,0 1-1,1 0 0,0 0 1,0 1-1,1 0 0,-1 0 1,1 0-1,-7 12 0,12-18-13,0 1 0,0-1 0,-1 1 0,1 0 0,0-1 1,0 1-1,0 0 0,0-1 0,0 1 0,0-1 0,0 1 0,1 0 0,-1-1 0,0 1 0,0-1 0,0 1 0,1 0 0,-1-1 0,0 1 0,1-1 0,-1 1 0,0-1 0,1 1 0,-1-1 0,1 1 0,-1-1 0,0 1 0,1-1 1,-1 0-1,1 1 0,0-1 0,-1 0 0,1 1 0,-1-1 0,1 0 0,-1 0 0,1 0 0,0 1 0,-1-1 0,1 0 0,-1 0 0,1 0 0,0 0 0,1 0 0,37 0-400,-27-1 230,2 0-80,0-1 0,0 0 1,0-1-1,0-1 0,-1 0 1,1 0-1,-1-2 0,0 1 1,-1-2-1,1 0 0,19-14 1,11-12-1409,64-63-1,-100 89 1526,32-33-511,-1-2-1,55-81 1,1-26 2628,-93 147-456,-16 20 1354,-32 43-308,-61 103 0,93-135-2332,0 0 1,2 1-1,1 0 1,1 1-1,2 0 1,-9 49-1,17-28-3163,23-51-1212,-16-1 3171,0 0-1,0 0 1,0-1-1,0 0 1,0 0-1,0 0 1,0-1-1,8-3 1,31-20-6372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50.8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252 1 11861,'0'0'8668,"-21"13"-5319,-70 49-1020,82-54-1933,-1 0 1,2 1 0,-1 0 0,1 1 0,1 0-1,0 0 1,0 0 0,1 1 0,-6 14 0,-2 1 229,7-11-670,0 1 0,1-1 0,1 1 0,0 0 0,1 0 0,1 1 0,1-1 1,0 1-1,1-1 0,1 27 0,0-43-97,0 1 1,0-1 0,0 1-1,0 0 1,1-1-1,-1 1 1,0 0-1,0-1 1,0 1 0,0-1-1,1 1 1,-1-1-1,0 1 1,0 0-1,1-1 1,-1 1-1,1-1 1,-1 1 0,0-1-1,1 0 1,-1 1-1,1-1 1,-1 1-1,1-1 1,-1 0 0,1 1-1,-1-1 1,1 0-1,0 0 1,-1 1-1,1-1 1,-1 0 0,1 0-1,0 0 1,-1 0-1,1 0 1,-1 0-1,2 0 1,9 0-5034,-4 0-631,0 0-1718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51.2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71 6275,'0'0'11608,"15"3"-10693,2 3-707,-5-2-71,1 0-1,-1 0 1,1-2-1,0 1 0,0-2 1,20 1-1,-32-3-147,0 1 0,0-1 0,0 0 0,-1 0-1,1 1 1,0-1 0,-1 0 0,1 0 0,0 0 0,-1 0-1,1 0 1,-1 0 0,0 0 0,1 0 0,-1 0 0,0 0 0,0 0-1,1 0 1,-1 0 0,0 0 0,0 0 0,0 0 0,0 0-1,0 0 1,-1 0 0,1 0 0,-1-2 0,1 0 10,0 0 0,0 0 0,0 0 0,-1 0 0,0 0 0,1 0 0,-1 0 0,0 0 0,-1 0 0,-1-2 0,0 1 101,-1 1 0,0-1 0,0 1 0,0 0 0,0 1 0,-1-1 0,1 1 0,-1 0 0,0 0 0,1 0 0,-1 0 0,0 1 0,0 0 0,-6-1 0,8 2 59,0-1 0,1 1 0,-1 0 1,0 0-1,0 1 0,0-1 0,1 0 0,-1 1 0,0-1 0,1 1 0,-1 0 0,0 0 0,1 0 0,-1 1 0,1-1 0,0 0 0,-1 1 0,1 0 0,0-1 1,0 1-1,0 0 0,0 0 0,0 0 0,0 0 0,1 1 0,-4 3 0,4-2-53,-1-1 0,0 0-1,1 0 1,-1 1 0,1-1 0,0 1 0,0-1 0,0 1-1,1-1 1,-1 1 0,1 0 0,0-1 0,0 1 0,0 0-1,0-1 1,1 1 0,-1 0 0,3 5 0,-1-6-104,0-1 0,0 1 0,0-1 0,0 0 0,1 1 0,-1-1 0,1 0 1,-1 0-1,1-1 0,0 1 0,0-1 0,0 1 0,0-1 0,0 0 0,0 0 0,0 0 0,0 0 1,0-1-1,0 1 0,1-1 0,5 0 0,93 5-2588,3-9-5022,-45-8-324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52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0 224,'0'0'8943,"6"0"-7020,184 2 7665,-54-1-9125,0-1-6474,-145 0 1951,-1 2 2431,2 0 200,-19 5-3478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52.3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6131,'0'0'12950,"20"0"-11766,0 0-271,8 0-209,5 2-208,8 1-352,0-1-144,-7-2-192,13 0-1569,-6 0-1344,6 0-3682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53.2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1 4738,'0'0'13937,"-11"11"-12509,0-1-1013,1 0 0,0 2 1,1-1-1,0 1 1,1 0-1,-13 26 1,2 2 177,1 1 0,3 0 1,1 1-1,-13 73 0,26-76-919,1-24-2125,4-15-1106,13-3 1130,9-11-2650,2-10-2068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53.6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 6275,'0'0'13675,"5"13"-12781,-3-7-825,-2-3-29,1 1 1,0-1-1,0 1 1,1-1-1,-1 0 1,0 1-1,1-1 1,0 0-1,0 0 1,0 0-1,0 0 1,1-1-1,-1 1 1,1-1-1,-1 1 1,1-1-1,0 0 1,0 0-1,0 0 1,0 0-1,0-1 1,0 1-1,1-1 1,-1 0-1,0 0 1,1 0-1,-1 0 1,6 0-1,20 1-2,1-1-1,33-4 1,-61 2-44,1 1 1,-1-1 0,0 0-1,0 0 1,0 0 0,0-1-1,0 1 1,-1 0 0,1-1 0,0 1-1,-1-1 1,1 1 0,0-1-1,-1 0 1,0 0 0,2-3 0,-2 4 5,0 0 0,-1 0 0,1 0 0,-1 0 1,1 0-1,-1 0 0,0 0 0,1 0 0,-1 0 0,0 0 1,0 0-1,1 0 0,-1 0 0,0 0 0,0 0 1,0 0-1,0 0 0,-1 0 0,1 0 0,0 0 0,0-1 1,-1 1-1,1 0 0,0 0 0,-1 0 0,1 0 1,-1 1-1,1-1 0,-1 0 0,0 0 0,1 0 1,-1 0-1,0 0 0,0 1 0,0-1 0,1 0 0,-1 1 1,-2-2-1,-5-1 30,0 1 0,-1-1 0,1 1 0,-1 1 0,1 0 0,-1 0-1,-16 0 1,5 2 274,0 0-1,-28 6 1,42-6-230,0 1 1,0 0 0,1 0-1,-1 0 1,0 1 0,1 0-1,0 0 1,-1 1 0,1 0-1,1-1 1,-1 2 0,-7 7-1,10-10-65,0 0 1,1 0-1,-1 1 0,1-1 0,-1 1 0,1-1 0,0 1 0,0-1 0,0 1 1,0 0-1,1-1 0,-1 1 0,1 0 0,-1 0 0,1-1 0,0 1 1,0 0-1,1 0 0,-1-1 0,0 1 0,1 0 0,0 0 0,-1-1 1,1 1-1,0 0 0,0-1 0,1 1 0,-1-1 0,0 0 0,4 5 1,0-2-113,0 0 1,0 0 0,0-1 0,0 0 0,1 0 0,0 0 0,0-1 0,0 0 0,0 0 0,0 0-1,1-1 1,-1 0 0,1 0 0,-1 0 0,12 0 0,14 2-2207,0-2-1,36-3 1,-29 0-1543,27 1-3149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53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406 274 6051,'0'0'1945,"0"-25"296,-2-79 1000,2 96-2829,-1 0 0,-1 1-1,1-1 1,-1 1 0,0 0 0,-1-1-1,1 1 1,-2 0 0,1 0 0,-1 1-1,0-1 1,0 1 0,-1 0 0,0 0-1,0 0 1,-6-5 0,8 8-304,0 1 0,0 0 0,1 0 0,-1 0 1,-1 0-1,1 1 0,0-1 0,0 1 0,-1 0 0,1 0 1,-1 0-1,1 0 0,-1 1 0,1-1 0,-1 1 0,1 0 1,-1 0-1,1 0 0,-1 1 0,1-1 0,-1 1 0,1 0 1,-1 0-1,1 0 0,0 0 0,-1 0 0,1 1 0,0 0 0,0-1 1,0 1-1,-3 3 0,-3 3 26,1 0-1,0 1 1,0 0-1,1 0 1,0 1-1,0 0 1,1 0-1,1 1 1,-1 0-1,-4 17 1,-4 15 272,-12 62 0,23-90-342,-56 322 470,58-326 66,-6 27-4794,6-37 3866,1 0-1,-1-1 0,1 1 1,-1 0-1,0-1 0,1 1 1,-1-1-1,0 1 1,1-1-1,-1 1 0,0-1 1,0 0-1,0 1 0,1-1 1,-1 0-1,0 1 0,0-1 1,0 0-1,0 0 0,0 0 1,0 0-1,1 0 0,-1 0 1,0 0-1,0 0 0,0 0 1,0 0-1,0-1 0,1 1 1,-1 0-1,0 0 0,0-1 1,0 1-1,1-1 0,-1 1 1,0-1-1,0 1 0,1-1 1,-1 1-1,0-1 0,1 0 1,-1 0-1,-13-14-7418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54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37 8180,'0'0'9604,"128"-9"-7267,-94 6-1568,14 1-625,-8 0-144,1 0-1201,-7-1-1424,0-1-2850,-7-7-4385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54.5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0 7507,'0'0'12542,"-9"26"-10266,-31 86-529,-8-17 354,42-86-2034,0 0 1,1 1-1,0-1 1,1 1-1,0 0 1,1 0-1,0 1 1,0-1-1,1 1 1,0-1 0,0 17-1,2-26-113,1 0 1,-1 0-1,0 0 1,1 0-1,-1 0 1,0 0-1,1 0 1,-1 0-1,1 0 1,0 0-1,-1 0 1,1-1-1,0 1 1,-1 0-1,1 0 0,0-1 1,0 1-1,0 0 1,-1-1-1,1 1 1,0-1-1,0 1 1,0-1-1,0 0 1,0 1-1,0-1 1,0 0-1,0 0 0,0 0 1,0 1-1,0-1 1,2-1-1,44 1-2541,-31 0 584,9-4-2257,-9-9-1330,3-6-3001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54.6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57 11317,'0'0'7396,"149"-23"-7364,-88 19-32,-1-1-1841,1-6-2993,7-3-3458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54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1 12630,'0'0'13318,"-61"155"-12326,54-112-351,7-7-369,-7-2-176,7-4-80,-7-8-32,7-4-304,-6-6-737,-1-3-656,0-3-752,0-3-1505,-6-3-2769,-1 0-3233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55.1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9636,'0'0'14983,"102"-2"-14967,-55 4-16,7-2-2161,-6 0-2209,6 0-5682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58.8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457 1 704,'0'0'8735,"-11"2"-7839,5-1-884,0 0 303,0 0 0,0 1 1,-1 0-1,2 0 0,-1 0 1,0 0-1,0 1 0,1 0 1,-1 0-1,1 1 0,0-1 1,0 1-1,-7 7 0,-48 64 2242,-72 116 0,103-141-2281,2 1-1,2 1 1,-31 92 0,50-124-242,1 0 0,0 0 1,2 0-1,0 0 0,2 1 1,0 0-1,1-1 0,1 1 1,3 21-1,-1-31-39,0 0 0,0 0 0,1 0 0,0 0 0,1 0 0,0-1 0,0 0 0,2 0 0,-1-1 0,1 1 0,0-1 0,1-1 0,0 1 0,0-1 0,1-1 0,0 0 0,14 9 0,13 3-695,0-2 1,2-1-1,-1-2 0,2-2 1,0-1-1,0-2 0,63 6 1,35-3-5731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55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0 211 3858,'0'0'17485,"8"17"-15615,25 55-469,-30-66-1104,-1 1-1,1-1 1,-1 1 0,0-1-1,-1 1 1,0 0-1,0 0 1,-1 0 0,1-1-1,-2 15 1,0 1 60,1-21-344,0-1 1,0 1-1,0-1 0,0 1 0,0-1 0,0 1 0,0-1 0,0 1 0,0-1 1,0 1-1,-1-1 0,1 1 0,0-1 0,0 1 0,0-1 0,-1 1 0,1-1 1,0 1-1,0-1 0,-1 0 0,1 1 0,0-1 0,-1 0 0,1 1 0,-1-1 1,1 0-1,0 1 0,-1-1 0,0 1 0,0-2-6,1 1 1,-1 0-1,1 0 1,-1-1-1,1 1 0,0 0 1,-1-1-1,1 1 0,-1-1 1,1 1-1,0-1 0,-1 1 1,1 0-1,0-1 1,0 1-1,-1-1 0,1 0 1,0 1-1,0-1 0,0 1 1,0-1-1,0 1 1,-1-1-1,1 1 0,0-1 1,0 1-1,0-1 0,1 0 1,-1 1-1,0-1 0,0 0 1,0-35-67,1 1-1,2-1 1,8-35 0,-8 57 18,1 0 1,1-1-1,0 1 1,1 1-1,0-1 1,1 1-1,0 0 1,1 1-1,1 0 0,10-12 1,-12 16 41,2-1 1,-1 1-1,1 0 0,0 1 1,15-10-1,-20 15-272,0 0 1,0 0-1,0 1 1,0-1-1,0 1 1,0 0-1,1 0 1,-1 0-1,0 1 1,0 0-1,1-1 1,-1 1 0,0 1-1,1-1 1,-1 1-1,0-1 1,8 4-1,-10-4-271,0 1 1,0 1-1,0-1 0,-1 0 1,1 0-1,0 1 1,-1-1-1,1 1 0,0 0 1,-1-1-1,2 3 0,4 5-2445,12 9-4731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55.7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5010,'0'0'25884,"-27"92"-25228,27-72-431,0-4-209,0 2-16,0-4-481,-7-7-863,7-1-865,0-21-15159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55.9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13158,'0'0'11957,"0"14"-12325,0 8-1665,0 3-1888,0-2-3507,7-1-3937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56.7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488 495 11605,'0'0'10373,"-22"-6"-7502,-73-19-1060,88 23-1626,1 0 0,-1 1 1,1 0-1,-1 1 0,1 0 0,-1 0 0,-10 1 0,15-1-150,0 1 0,0-1 0,0 1 0,0 0 0,0 0 0,0-1 1,1 1-1,-1 0 0,0 1 0,0-1 0,1 0 0,-1 0 0,1 1 0,-1-1 0,1 1 0,-3 2 0,2 2-30,0 0 0,-1 1 0,2-1 0,-1 0 0,1 1 0,0 0 0,1-1 0,-1 1 0,1-1 0,1 12 0,0 2 32,1 78-400,0-39-2529,-7 95 0,4-151 2759,0-1 0,0 1 0,0 0 0,0-1 0,-1 1 0,1-1 0,-1 1 0,1-1 0,-1 0 0,0 0 0,0 0 0,0 0 0,0 0 0,0 0 0,0 0 0,0-1 0,-1 1 0,1-1 0,-1 0 0,1 1 0,-1-1 0,1 0 0,-1-1 0,0 1 0,0 0 0,1-1 0,-5 1 0,-11 2-208,0-1 0,-37-1 0,44-1 142,-15 1 132,16 0 148,-1-1 0,1 0-1,-1 0 1,-13-3-1,23 2-18,0 1-1,0-1 0,1 1 0,-1-1 1,1 0-1,-1 1 0,0-1 0,1 0 1,-1 1-1,1-1 0,0 0 0,-1 0 1,1 1-1,-1-1 0,1 0 0,0 0 1,0 0-1,0 0 0,-1 0 0,1 1 1,0-1-1,0 0 0,0 0 0,0 0 1,0 0-1,1 0 0,-1 0 0,0 1 1,0-1-1,1 0 0,-1 0 0,0 0 1,1 1-1,-1-1 0,0 0 0,1 0 1,0 1-1,-1-1 0,1 0 0,-1 1 1,1-1-1,0 0 0,-1 1 0,1-1 1,0 1-1,-1-1 0,1 1 0,0 0 1,1-1-1,35-21 362,0 1 0,44-16 0,-5 2-331,6-8-1052,-2-3 1,-2-4-1,80-67 0,-100 69-915,-2-3 0,-3-3 0,-2-2 0,54-75 0,-93 113 1906,0-1 0,-1 0 0,16-38 0,-24 47 1000,0 0 1,0 0-1,-1 0 1,0 0-1,-1 0 1,1-11-1,-4 21-848,1-1 0,0 0 0,0 1 0,0-1 0,-1 1 0,1 0 0,0-1 0,-1 1 0,1 0 0,0 0 0,-1 0 0,1 0 0,0 0-1,-1 0 1,1 0 0,0 1 0,0-1 0,-1 0 0,1 1 0,-2 0 0,-4 2 51,0 0 0,0 0 0,0 1 0,0 0 0,0 1 0,1 0 0,0 0 0,0 0 0,0 0 0,1 1 0,0 0 0,0 0 0,-4 7 0,-11 17 569,-23 46 0,11-7-540,4 1-1,2 2 0,-20 95 0,42-153-257,1 3-53,3-12-2,-1-1-1,1 0 1,-1 0 0,0 0-1,-1 1 1,1-1 0,-4 7-1,53-43-128,-23 13 388,2 1 0,-1 1-1,2 2 1,0 1-1,45-17 1,-71 30 1274,0 5-1438,0-1 1,-1 0-1,0 1 0,1-1 1,-1 0-1,0 1 0,0 0 1,-1-1-1,1 1 0,-1 3 1,2 3-17,1 1-393,-2-4-801,1 0 0,0 0 0,0 0 0,1-1 0,6 12 0,-8-17 921,-1 1 0,1-1-1,0 0 1,0 0 0,0 0-1,0 0 1,0 0 0,1 0-1,-1-1 1,0 1 0,0 0-1,0 0 1,1-1 0,-1 1-1,0-1 1,1 1 0,-1-1-1,1 0 1,-1 1-1,1-1 1,-1 0 0,0 0-1,1 0 1,-1 0 0,1 0-1,-1 0 1,1-1 0,-1 1-1,0 0 1,1-1 0,-1 1-1,0-1 1,1 1 0,1-3-1,23-15-7460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57.0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0 12630,'0'0'13651,"2"17"-11762,1 0-1415,-1-8-226,0 1 1,-1-1-1,0 0 0,0 1 0,-1-1 0,-1 1 1,1-1-1,-1 1 0,-5 16 0,-3-2-17,-2-1 0,0 0 0,-2-1 0,0-1 0,-29 35-1,-17 29 26,55-77-256,-1 0 0,2 0 0,-1 1 0,1 0 0,0-1 0,1 1 0,0 0 0,1 0 0,-1 13 0,2-20-20,0-1-1,0 0 1,0 0-1,1 0 1,-1 0 0,1 0-1,-1 0 1,1 0-1,-1 0 1,1 0 0,-1 0-1,1 0 1,0 0-1,-1 0 1,1-1 0,0 1-1,0 0 1,0 0-1,0-1 1,0 1-1,0 0 1,0-1 0,0 1-1,0-1 1,0 0-1,0 1 1,0-1 0,0 0-1,0 1 1,0-1-1,2 0 1,43 2-1323,-36-2 954,3 0-530,0 0 1,0-1-1,-1 0 0,1-1 1,14-4-1,-24 5 323,1-1 0,0 1 0,-1-1 0,1 1 0,-1-1 0,0 0 0,1-1 0,-1 1 0,0 0 0,0-1 0,-1 0 0,1 0 0,0 0 0,-1 0 0,0 0-1,1 0 1,-1-1 0,-1 1 0,1-1 0,0 1 0,0-5 0,2-27-6679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57.1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8388,'0'0'13430,"155"25"-13174,-107-21-256,-1-4-1024,-6 0-2226,-1 0-3921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58.1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752 0 6435,'0'0'7737,"25"18"-5584,-5-5-1678,-7-6-253,-1 0 1,0 1 0,-1 1-1,0 0 1,0 1 0,-1-1-1,0 2 1,-1 0 0,0 0-1,0 0 1,-2 1 0,11 22-1,-8-8 263,-1 2-1,-2-1 1,-1 1 0,-1 0-1,2 42 1,-5-8 263,-8 90 1,3-125-660,-2 1 0,-1-1 0,-1 1-1,-1-2 1,-2 1 0,0-1 0,-2-1 0,-1 0 0,-1 0-1,-1-1 1,-1-1 0,-1-1 0,0 0 0,-2-2 0,-1 0-1,-25 20 1,16-17-243,-1-1 0,0-1 0,-2-2 1,-66 29-1,63-34-714,-2-1 1,1-2 0,-2-2-1,-64 8 1,-27-9-4320,-17-7-3310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0:59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582 1 4178,'0'0'9476,"-4"0"-6028,-15 15-2814,-250 348 7250,149-190-6577,92-134-1232,6-12-125,1 1 0,2 1 0,1 1 0,1 1 0,1 1 0,-12 37 0,28-68-60,0 0 0,0-1 1,0 1-1,0 0 0,0-1 0,1 1 0,-1 0 0,0-1 0,1 1 0,-1 0 0,0-1 0,1 1 0,-1-1 1,1 1-1,-1-1 0,1 1 0,-1-1 0,1 1 0,-1-1 0,1 0 0,-1 1 0,1-1 0,-1 0 1,1 1-1,0-1 0,-1 0 0,1 0 0,0 1 0,-1-1 0,1 0 0,0 0 0,-1 0 0,1 0 1,0 0-1,-1 0 0,1 0 0,0 0 0,-1 0 0,1 0 0,0-1 0,0 1 0,36-3-2666,-34 3 2370,44-12-5418,6-10-2388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00.3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45 4098,'0'0'10751,"23"-6"-9182,72-22-171,-81 25-920,0 1 1,0-1-1,0 2 0,1 0 0,-1 1 0,22 2 1,-11 0 164,-24-2-626,1 0 0,-1 0 0,0 0 0,0 1 0,1-1 0,-1 0 0,0 1 0,0-1 0,0 1 0,0-1 0,0 1 0,1-1 0,-1 1 0,0 0 0,0 0-1,0-1 1,0 1 0,-1 0 0,1 0 0,0 0 0,0 0 0,-1 0 0,1 0 0,0 0 0,-1 0 0,1 0 0,-1 1 0,1-1 0,-1 0 0,0 0 0,1 0 0,-1 1 0,0-1 0,0 0-1,0 0 1,0 1 0,0-1 0,0 0 0,0 0 0,-1 3 0,0 0 16,0 1 1,0-1-1,0 0 0,-1 1 0,1-1 1,-1 0-1,0 0 0,0 0 0,-1 0 1,1-1-1,-5 5 0,-15 12 120,-1-1 0,0-2 0,-2 0 0,0-1 0,-1-2 0,-42 17 0,-54 33 769,120-63-889,0 0 0,0 0 0,0 0 0,1 0 0,-1 1 0,0-1 0,0 1 0,1 0 0,-1-1 0,1 1 0,-1 0 0,-1 3 0,3-5-28,0 1 0,0-1 1,0 0-1,0 1 0,0-1 0,0 1 0,1-1 0,-1 1 0,0-1 0,0 1 1,0-1-1,0 0 0,0 1 0,1-1 0,-1 1 0,0-1 0,0 0 0,1 1 1,-1-1-1,0 1 0,1-1 0,-1 0 0,0 0 0,1 1 0,-1-1 0,0 0 0,1 1 1,-1-1-1,1 0 0,-1 0 0,0 0 0,1 0 0,-1 1 0,2-1 0,7 2 19,1 0-1,-1-1 1,1 0-1,11 0 0,-17-1-9,340 3-1150,-359-3-1142,9 0-6263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01.5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62 4338,'0'0'13822,"6"-9"-11103,16-27-171,-16 27 5559,-5 3-7023,7 5-5400,-3 17-18768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01.7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427 0 10869,'-27'140'4834,"-13"-104"-784,-8 0-128,1 1-1969,6-1-1153,-6 2-720,6 5-80,-6 2-1601,6 0-2080,-6-4-3731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03.0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1 176,'0'0'2022,"-17"18"3349,23-20-3335,12-3 9201,-18 9-10184,-1 3-883,-1 1 1,1-1-1,-2 1 0,1-1 0,-1 0 0,0 0 0,0 0 0,-7 10 0,5-9-44,1 0 0,-1 0-1,2 0 1,-1 0 0,1 0-1,1 1 1,0 0 0,0-1 0,-1 10-1,2-2-3425,0-11-2058,5-17-27,8-14-3366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03.2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9941,'0'0'11973,"13"-9"-12229,-13 36-1185,0 5-1904,0 2-2898,0 2-1793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03.6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2721,'0'0'20068,"2"7"-19153,-1-3-910,0-1 0,0 0-1,1 0 1,-1 1 0,1-1 0,-1 0-1,1 0 1,0 0 0,0-1 0,1 1-1,-1 0 1,0-1 0,1 0 0,0 1-1,-1-1 1,1 0 0,0 0 0,0 0-1,0-1 1,1 1 0,-1-1 0,0 0-1,0 0 1,1 0 0,-1 0 0,1 0-1,-1-1 1,1 0 0,-1 1 0,0-1-1,5-1 1,58 1 75,-65 1-44,0 0-1,0-1 0,0 1 0,0 0 0,0 0 1,0 0-1,0 0 0,0 0 0,-1 0 1,1 0-1,0 0 0,0 1 0,-1-1 1,1 0-1,-1 0 0,1 1 0,-1-1 0,0 0 1,1 3-1,5 24-17,0-13-2443,-6-15 2005,1 0 0,-1 1 0,1-1 0,-1 0 0,0 1 0,1-1 0,-1 0 0,1 0 0,-1 0 0,1 1 0,-1-1-1,1 0 1,-1 0 0,1 0 0,-1 0 0,1 0 0,-1 0 0,1 0 0,0 0 0,-1 0 0,1 0 0,-1 0 0,1 0 0,-1 0 0,1 0 0,-1-1-1,1 1 1,-1 0 0,1 0 0,0-1 0,11-8-6967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03.8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1 11861,'0'0'4635,"-11"22"-986,3-8-3060,-6 12 274,1 0 1,2 1 0,0 1-1,2-1 1,-9 41 0,14-43-561,2-1 1,0 1 0,2-1-1,2 27 1,-1-49-362,0 1 1,-1-1-1,1 1 1,0-1-1,0 0 0,0 0 1,0 0-1,1 0 1,-1 1-1,0-1 1,1-1-1,0 1 0,-1 0 1,1 0-1,0-1 1,0 1-1,0-1 1,0 1-1,0-1 0,0 0 1,0 0-1,1 0 1,-1 0-1,0 0 0,1-1 1,-1 1-1,3 0 1,8 1-1778,1 0 0,-1-1 0,24-1 0,-23 0-421,12-3-4099,-10-12-2556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04.0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5314,'0'0'6483,"135"-20"-4882,-60 20-1601,-1 0-848,-6 0-3250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04.3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 1 13158,'0'0'11269,"-34"162"-9764,21-99-641,-8 7 1,-6-2-561,7-2-240,0-5-64,6-9-288,0-10-369,8-10-351,-1-9-497,7-10-992,0-8-1153,13-5-9091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04.6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9 11333,'0'0'5163,"22"-2"-1946,69-4-733,-83 6-2260,-1-1-1,1 1 1,-1 1 0,0-1 0,1 2 0,-1-1-1,1 1 1,-1 0 0,0 0 0,0 1-1,0-1 1,0 2 0,-1-1 0,1 1 0,8 7-1,-12-8-187,0 0 0,0-1 0,0 1 0,-1 1 0,0-1 0,0 0 0,0 1 0,0-1 0,0 1 0,0-1 0,-1 1 0,0 0 0,0 0 0,0-1 0,0 1 0,-1 0 0,1 0 0,-1 0 0,0 0 0,0 0-1,0 0 1,-1 0 0,1 0 0,-1 0 0,0 0 0,-3 6 0,2-5-24,-1-1-1,0 0 0,1 0 1,-1 0-1,-1-1 0,1 1 1,0-1-1,-1 0 0,0 0 1,0 0-1,0 0 1,0-1-1,0 1 0,-1-1 1,1 0-1,-7 2 0,-13 4 25,-43 9 0,60-15-34,-24 3-240,-1-1 0,1-1 0,-36-2 0,66-1 149,0 0 1,0 0 0,0 0 0,1 1-1,-1-1 1,0 0 0,0 0 0,0 0 0,1-1-1,-1 1 1,0 0 0,0 0 0,0 0 0,1 0-1,-1-1 1,0 1 0,0 0 0,1-1-1,-1 1 1,0-1 0,0 1 0,1-1 0,-1 1-1,1-1 1,-1 1 0,0-1 0,1 0-1,-1 1 1,1-1 0,0 0 0,-1 1 0,1-1-1,-1 0 1,1 0 0,0 1 0,0-1-1,-1 0 1,1 0 0,0 0 0,0 0 0,0 1-1,0-1 1,0 0 0,0 0 0,0 0-1,0 1 1,0-1 0,0 0 0,1 0 0,-1 0-1,0 1 1,1-1 0,-1 0 0,1 0 0,0-3-610,1 0 1,0 0 0,1 1 0,-1-1 0,0 1-1,1-1 1,0 1 0,0 0 0,3-3 0,27-16-6243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04.8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0 11781,'0'0'15624,"-40"81"-15448,40-72-176,0 0-48,0 5-897,-14 2-784,1-3-1216,-8-6-2353,1-7-4675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05.0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13334,'0'0'6787,"54"14"-7459,-48 15-945,-6 3-2225,0-1-1920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05.4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 6403,'0'0'14772,"0"23"-12451,1 76-840,-1-94-1357,0 1 1,1-1-1,-1 1 0,1-1 1,0 1-1,0-1 1,1 0-1,-1 0 0,1 1 1,0-1-1,1-1 1,-1 1-1,1 0 0,0 0 1,0-1-1,1 0 1,-1 1-1,1-1 0,0-1 1,0 1-1,8 5 1,-9-7-121,0-1 1,1 0 0,-1 1-1,1-1 1,0-1 0,-1 1-1,1 0 1,0-1 0,-1 0-1,1 0 1,0 0 0,-1 0-1,1-1 1,0 1 0,-1-1 0,1 0-1,0 0 1,-1 0 0,1 0-1,-1-1 1,0 0 0,0 1-1,1-1 1,-1 0 0,0-1-1,0 1 1,2-3 0,13-12-142,-1-1-1,0 0 1,-2-2 0,0 1 0,-1-2-1,-2 0 1,0-1 0,16-38 0,-26 53-74,5 19-14158,5-4 8198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05.8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184 100 6531,'0'0'14487,"-20"-1"-11953,-65-1-696,82 2-1729,0 0 0,0 1 1,0-1-1,-1 1 0,1 0 0,0 0 0,0 0 0,0 0 0,1 0 0,-1 1 0,0-1 0,0 1 0,1 0 1,-1 0-1,1 0 0,-1 0 0,1 0 0,0 0 0,0 1 0,0-1 0,0 1 0,0-1 0,1 1 1,-2 3-1,0 0-57,1 1-1,0-1 1,0 1 0,1 0 0,0 0 0,0-1 0,0 14 0,1-15-50,0 0 0,0 0 0,0 0 0,1 0-1,0 0 1,0 0 0,0 0 0,0-1 0,3 6 0,-3-8-5,1 0 1,-1 0-1,1 0 1,0 0-1,0 0 1,0-1-1,0 1 0,0-1 1,0 1-1,0-1 1,0 0-1,0 0 1,1 0-1,-1 0 1,1 0-1,-1-1 1,0 1-1,1-1 0,-1 1 1,4-1-1,4 2-152,0-1-1,0-1 0,0 1 0,0-2 1,0 1-1,0-1 0,0-1 0,0 0 1,0 0-1,0-1 0,-1 0 0,1-1 1,-1 0-1,15-9 0,-18 9 81,-1 0 0,1-1 0,-1 0 0,0 0 0,0 0-1,0-1 1,-1 1 0,0-1 0,0 0 0,0-1 0,-1 1 0,0 0 0,0-1 0,0 0 0,-1 0-1,0 0 1,-1 0 0,1 0 0,-1 0 0,-1 0 0,0-10 0,0 12 49,0 0 1,0 0-1,-1 1 0,0-1 0,0 0 1,0 1-1,0-1 0,-1 1 1,0-1-1,0 1 0,0 0 1,0 0-1,-1 0 0,0 0 1,1 0-1,-1 0 0,-1 1 0,1 0 1,-1-1-1,1 1 0,-1 1 1,0-1-1,0 0 0,0 1 1,0 0-1,0 0 0,-1 0 1,1 0-1,-1 1 0,1 0 1,-1 0-1,0 0 0,1 0 0,-9 1 1,3 2-1947,8 13-6022,2-15 7875,0 10-6556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06.1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 0 10789,'0'0'17456,"-8"22"-15287,-7 16-1149,-43 115 313,49-123-1448,2 0 1,0 0-1,3 1 0,-3 50 0,7-80-1010,27-1-1997,-22 0 2482,1 0 0,-1 0 0,0-1 0,0 1-1,0-1 1,1 0 0,-1-1 0,0 1 0,-1-1 0,1 0 0,0 0-1,0-1 1,-1 1 0,1-1 0,-1 0 0,5-5 0,18-18-6419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06.2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41 9204,'0'0'1057,"122"0"1520,-68-2-1457,7-5-1120,0 1-352,0-3-2369,-7-7-2850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06.6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 9732,'0'0'15031,"74"5"-14278,-33-5-225,6 0-224,-13 0-192,0-7-112,-7 2-512,-13 1-833,-8 2-1328,-6-3-2321,0-2-4739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06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9556,'0'0'13431,"128"4"-12231,-80-4-944,-14 0-256,-1 0-736,-5 2-1921,-8-2-3202,-7 0 3746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08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252 44 4322,'0'0'9244,"4"-7"-7862,14-22 91,-18 29-1416,0 0 0,0-1 0,0 1 0,0-1 0,-1 1 0,1 0 0,0-1 0,0 1 0,-1-1 0,1 1 0,0 0 0,0-1 0,-1 1 0,1 0 0,0 0 1,-1-1-1,1 1 0,-1 0 0,1 0 0,0-1 0,-1 1 0,1 0 0,-1 0 0,1 0 0,0 0 0,-1 0 0,1 0 0,-1 0 0,1 0 0,-1 0 0,1 0 0,0 0 0,-1 0 0,1 0 0,-1 0 0,1 0 0,-1 0 0,1 0 0,0 0 1,-2 1-1,-21 0 8,2 4 236,1 1 1,0 0-1,0 2 1,1 0-1,-1 1 0,2 1 1,0 1-1,-32 24 1,48-32-282,-1-1 0,0 1 0,1 0 1,-1 0-1,1 0 0,0 0 0,0 1 1,0-1-1,1 0 0,-1 1 0,1 0 0,0-1 1,0 1-1,0 0 0,0-1 0,0 9 0,1-10-15,0 0-1,1 0 1,-1 0 0,0 0-1,1-1 1,-1 1-1,1 0 1,-1 0-1,1 0 1,0 0 0,0-1-1,0 1 1,0 0-1,0-1 1,0 1-1,0-1 1,1 1 0,-1-1-1,1 0 1,-1 1-1,1-1 1,-1 0-1,1 0 1,0 0 0,-1 0-1,1 0 1,0 0-1,0-1 1,0 1-1,0-1 1,-1 1 0,1-1-1,3 0 1,9 2-116,0 0 0,0-2 0,0 1 0,0-2 1,0 0-1,0-1 0,0 0 0,0-1 0,-1-1 1,1 0-1,-1 0 0,23-13 0,-10 5-285,50-28-70,-70 36 464,1-1 1,-1 1 0,0-1-1,0 0 1,-1-1-1,1 1 1,-1-1-1,6-9 1,-10 14 20,-1 1 0,0 0 0,1-1 0,-1 1 0,0 0 0,1-1 1,-1 1-1,0-1 0,0 1 0,1 0 0,-1-1 0,0 1 0,0-1 0,0 1 0,0-1 0,1 1 0,-1-1 0,0 1 0,0-1 1,0 1-1,0-1 0,0 1 0,0-1 0,0 1 0,-1-1 0,1 1 0,0-1 0,0 1 0,0-1 0,0 1 0,-1-1 0,1 1 1,0 0-1,0-1 0,-1 1 0,1-1 0,0 1 0,-1 0 0,1-1 0,0 1 0,-1 0 0,0-1 0,-19-1 1709,18 2-1507,1 1-172,1 1 0,0 0 1,0-1-1,0 1 0,0 0 0,0 0 0,0-1 0,0 1 0,1 0 0,-1-1 0,1 1 0,-1 0 0,1-1 1,0 1-1,-1-1 0,1 1 0,0-1 0,0 1 0,2 1 0,12 7-433,1 0 0,0-1 0,26 10 0,28 16-9256,-50-24 2995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09.0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839 25 8212,'0'0'10354,"3"-4"-9255,-3 4-1058,0-1 0,1 1 0,-1-1 0,1 1 0,-1 0 0,0-1 0,1 1 0,-1-1 0,0 1 0,0-1 0,1 1 0,-1-1 0,0 1 0,0-1 0,0 1 0,0-1 0,0 1-1,0-1 1,0 1 0,0-1 0,0 1 0,0-1 0,0 1 0,0-1 0,0 1 0,0-1 0,0 0 0,0 1 0,-1-1 0,1 1 0,0 0 0,0-1 0,-1 1 0,1-1 0,0 1 0,0-1 0,-1 0 0,-27-1 773,16 2-869,-235 9 1215,207-6-1108,1 3 0,0 1-1,1 2 1,-49 18 0,86-27-57,-1 1-1,0 0 1,0 0-1,0 0 1,1 0 0,-1 0-1,0 0 1,1 0-1,-1 1 1,1-1 0,0 0-1,-1 1 1,1-1-1,0 1 1,0 0-1,0-1 1,0 1 0,0 0-1,0 0 1,0-1-1,1 1 1,-1 0 0,1 0-1,-1 0 1,1 0-1,0 0 1,0 0 0,0 0-1,0 0 1,0 0-1,0 0 1,0 0-1,2 3 1,-3 30 42,-7-1-29,-2 0 0,-18 43 0,1-1-13,16-44-24,-1-1 0,-1 0 0,-2-1 0,-1-1 0,-1 0 0,-1-1 0,-36 41 0,1-10-225,59-58 130,0 1-1,0-1 1,0-1-1,0 1 0,1-1 1,11-1-1,34-8-172,98-28 0,-57 12 299,30-13 1265,-116 37-2583,7 1-7770,-8 0 7021,7 0-5512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09.6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 6451,'0'0'11144,"5"3"-9680,-1 0-1245,-1-1 0,0 1-1,1 0 1,-1 0 0,0 0-1,0 0 1,-1 1 0,1-1-1,-1 1 1,1 0-1,-1-1 1,0 1 0,-1 0-1,1 0 1,1 8 0,0 4 168,-1 0-1,-1-1 1,0 24 0,-1-37-382,0-1 53,9-27-484,2 13 311,2 0 0,-1 1 1,2 1-1,0 0 1,0 1-1,1 0 0,0 1 1,25-11-1,-7 2 63,-32 18 96,-1 0-1,1-1 0,0 1 0,-1 0 0,1 0 0,-1-1 0,1 1 0,-1 0 1,1 0-1,0 0 0,-1 0 0,1 0 0,-1 0 0,1 0 0,0 0 1,-1 0-1,1 0 0,0 0 0,-1 0 0,1 0 0,-1 0 0,1 1 1,0-1-1,-1 0 0,1 0 0,-1 1 0,1-1 0,-1 0 0,1 1 0,-1-1 1,1 1-1,-1-1 0,0 0 0,1 1 0,-1-1 0,1 1 0,-1-1 1,0 1-1,0-1 0,1 1 0,-1 0 0,0 0 0,10 34 988,-3-8-870,-6-27-189,0 1 0,-1 0 0,1 0-1,0 0 1,0-1 0,0 1 0,1 0 0,-1-1-1,0 1 1,0-1 0,0 1 0,0-1-1,0 1 1,1-1 0,-1 0 0,0 0 0,0 0-1,1 0 1,-1 0 0,0 0 0,0 0 0,1 0-1,-1 0 1,0 0 0,0-1 0,0 1 0,1 0-1,-1-1 1,0 1 0,2-2 0,43-21-539,-33 15 255,5-1 13,-5 3 232,-1-1 1,0 0-1,0-1 1,13-10-1,-25 19 338,0 1 0,0 0 0,0 0-1,0-1 1,0 1 0,0 0 0,0 0 0,1-1-1,-1 1 1,1 0 0,-1-1 0,1 1 0,-1 0 0,1-1-1,0 1 1,0-1 0,0 1 0,0-1 0,0 1 0,2 1-1,-1 0-410,0 0 0,1 0 0,-1 0 0,1 0-1,-1-1 1,1 1 0,0-1 0,0 0-1,0 0 1,0 0 0,6 3 0,42-1-8087,-40-4 5726,22 0-6188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09.8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0 11781,'0'0'14263,"-74"68"-14071,74-59-192,0-2-80,0-3-1009,0-1-1152,13-3-1920,-6 0-2755,6-3-2880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10.0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8292,'0'0'12357,"-20"72"-12885,20-36-1105,0 2-2064,6-4-2194,8 0-1856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10.5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231 330 9060,'0'0'5904,"-19"-4"-2332,4 0-2797,4 1-276,1 0 1,-1 0-1,0 1 1,0 1 0,0-1-1,-1 2 1,1 0-1,0 0 1,0 1-1,-21 4 1,29-4-382,0 0-1,0 0 1,0 1-1,0-1 1,1 1 0,-1-1-1,0 1 1,1 0-1,0 0 1,-1 1 0,1-1-1,0 0 1,0 1-1,0-1 1,0 1 0,1-1-1,-1 1 1,-1 5-1,0-1-51,2 1 0,-1 0 0,1 0-1,0 0 1,1 0 0,0 10 0,2-17-99,1-1 0,0 1 0,0 0 1,0-1-1,0 0 0,0 0 0,-1 0 1,1 0-1,0 0 0,4-1 0,3-2-137,0 0 0,0-1-1,0 0 1,-1-1-1,1 0 1,-1-1-1,0 1 1,-1-2-1,1 1 1,12-14-1,14-9-435,124-103-2741,-137 111 2781,-1-1 1,-2 0-1,0-2 0,29-47 0,-43 62 776,6-8-224,-11 16 97,0 1-1,0 0 0,0 0 0,0 0 0,0 0 0,0 0 0,1-1 0,-1 1 1,0 0-1,0 0 0,0 0 0,0-1 0,0 1 0,0 0 0,0 0 0,0 0 1,0 0-1,0-1 0,0 1 0,0 0 0,0 0 0,0 0 0,0-1 1,0 1-1,0 0 0,0 0 0,0 0 0,0-1 0,0 1 0,0 0 0,-1 0 1,1 0-1,0 0 0,0-1 0,0 1 0,0 0 0,0 0 0,0 0 0,-1 0 1,1 0-1,0 0 0,0-1 0,0 1 0,0 0 0,-1 0 0,1 0 1,0 0-1,0 0 0,0 0 0,0 0 0,-1 0 0,1 0 0,0 0 0,0 0 1,0 0-1,-1 0 0,1 0 0,0 0 0,0 0 0,0 0 0,-1 0 0,1 0 1,-8 2 123,1 0 0,0 1 0,-1-1 0,1 1 0,0 1 1,1-1-1,-1 1 0,0 1 0,1-1 0,0 1 1,-7 7-1,-64 70 1536,62-65-1458,-2 4-30,0 0-1,2 1 1,-19 34-1,28-44-341,1 0-1,-1 0 0,2 1 0,0-1 0,0 1 0,1 0 0,1 0 0,-1 26 0,3-38-104,0 1 1,1 0-1,-1 0 1,1-1-1,-1 1 0,1 0 1,0-1-1,-1 1 1,1 0-1,0-1 1,0 1-1,0-1 1,1 0-1,-1 1 0,0-1 1,1 0-1,-1 0 1,0 1-1,1-1 1,-1 0-1,1 0 1,0-1-1,-1 1 1,1 0-1,0-1 0,-1 1 1,1-1-1,0 1 1,0-1-1,-1 0 1,1 1-1,3-1 1,10 1-1950,1 0-1,30-2 1,-24 0-951,39 1-5039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11.0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285 467 9748,'0'0'9042,"-22"-4"-6430,5 1-2207,-8-3 349,-1 2-1,1 1 1,-1 1-1,-48 2 0,70 1-735,0 1 0,0-1-1,1 0 1,-1 1 0,1 0-1,-1 0 1,1 0 0,0 0-1,-1 1 1,1-1 0,0 1-1,1 0 1,-1-1 0,0 1 0,1 1-1,0-1 1,-1 0 0,1 1-1,1-1 1,-1 1 0,0-1-1,1 1 1,0 0 0,0 0-1,0-1 1,0 1 0,1 0-1,-1 0 1,1 0 0,0 0-1,1 6 1,-1-9-19,0 0-1,0-1 1,0 1-1,0 0 1,0-1-1,0 1 1,1 0 0,-1-1-1,0 1 1,0 0-1,1-1 1,-1 1-1,0-1 1,1 1 0,-1-1-1,1 1 1,-1-1-1,1 1 1,-1-1 0,1 1-1,-1-1 1,1 0-1,-1 1 1,1-1-1,-1 0 1,1 1 0,0-1-1,-1 0 1,1 0-1,0 1 1,-1-1-1,2 0 1,24 1-59,-18-1 31,4 0-136,-1-1 0,1 0 0,-1 0 0,0-1 0,1-1-1,-1 0 1,0 0 0,-1-1 0,1-1 0,-1 0 0,1 0 0,-1-1 0,-1 0 0,1-1 0,11-10 0,22-18-1177,-1-2 0,-2-2 0,-2-1 0,48-66 0,-62 72 1098,-2-1 1,-1-1 0,27-66-1,-48 102 411,1-1-1,-1 0 0,1 0 1,-1 1-1,1-1 1,-1 0-1,1 0 1,-1 0-1,0 0 1,0 1-1,1-1 0,-1 0 1,0 0-1,0 0 1,0 0-1,0 0 1,0 0-1,0 0 0,0 1 1,0-1-1,0 0 1,-1 0-1,1 0 1,0 0-1,-1 0 0,1 1 1,0-1-1,-1 0 1,1 0-1,-1 0 1,1 1-1,-2-2 1,0 2-19,0-1 1,0 1 0,1 0 0,-1 0 0,0 1 0,0-1 0,0 0 0,0 0 0,1 1 0,-1-1 0,0 1 0,0 0 0,1 0 0,-3 1-1,-8 4 311,0 1-1,0 1 0,-15 12 0,17-9-33,0 0 0,0 0 0,1 1-1,1 0 1,0 1 0,-10 22 0,-28 84 1388,43-110-1731,-3 16-85,1 0 1,0 1-1,2-1 0,1 1 1,2 29-1,0-54-61,0 0-1,0-1 1,0 1-1,0 0 1,1-1-1,-1 1 1,0 0 0,0-1-1,1 1 1,-1 0-1,0-1 1,1 1-1,-1-1 1,1 1-1,-1-1 1,1 1 0,-1-1-1,1 1 1,-1-1-1,1 1 1,0-1-1,-1 1 1,1-1-1,0 0 1,-1 0-1,1 1 1,1-1 0,28 4-1602,28-11-2326,-49 5 2727,0-2-1,-1 1 1,1-1-1,-1-1 1,0 0-1,0 0 1,-1 0-1,9-8 1,24-24-7910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11.2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0 7091,'0'0'17691,"-23"25"-15765,-71 84-362,78-90-1228,2 0 1,0 1 0,2 0 0,0 1 0,1 0 0,-9 27 0,7-17-222,6-16-182,2-5-106,0 1 1,1 0-1,0 0 1,1 1-1,-4 22 1,23-33-3331,-7-1 2329,1 0 1,-1-1-1,1 0 0,-1-1 1,0 0-1,12-4 0,28-21-9115,-22 7 3839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11.6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46 5442,'0'0'16459,"0"5"-15403,1-1-975,0-1 0,1 1 0,-1-1 0,1 1-1,-1-1 1,1 0 0,0 0 0,1 0 0,-1 0 0,0 0-1,1 0 1,0 0 0,-1-1 0,1 0 0,0 1 0,0-1 0,0 0-1,1-1 1,-1 1 0,0 0 0,7 1 0,-5-1-63,0 1 1,0-1-1,0 0 0,1-1 1,-1 1-1,1-1 1,-1 0-1,1-1 0,-1 1 1,1-1-1,0 0 1,-1-1-1,1 1 0,-1-1 1,10-2-1,-14 2-24,0 0 0,0 0 0,0 0 0,0 0 0,0 0 0,0 0 0,0-1-1,0 1 1,0 0 0,0 0 0,-1-1 0,1 1 0,0 0 0,-1-1 0,1 1 0,-1-1 0,0 1 0,0-1 0,1 1-1,-1-1 1,0-1 0,0-38-162,-1 28 137,1 11 39,-1 0 1,1 0-1,-1 0 1,0 0 0,1 1-1,-1-1 1,0 0 0,0 1-1,-1-1 1,1 0-1,0 1 1,0-1 0,-1 1-1,1 0 1,-1-1-1,1 1 1,-1 0 0,0 0-1,1 0 1,-1 0-1,0 0 1,0 1 0,1-1-1,-1 0 1,0 1-1,0-1 1,0 1 0,0 0-1,0 0 1,0 0 0,-4 0-1,-8-1 376,0 0 0,-29 3 0,39-1-321,1 0 0,0 0 0,0 0 0,0 0 0,0 1 0,0-1 0,1 1 0,-1 0 0,0 0 0,1 0 0,-1 0 0,1 0 0,0 1 0,0-1 0,-1 1 0,2-1 0,-1 1 1,0 0-1,1 0 0,-1 0 0,1 0 0,0 0 0,0 0 0,0 0 0,-1 4 0,0 0-67,0 0 1,1 0-1,0 0 1,0 0-1,1 1 1,0-1 0,0 0-1,0 0 1,1 0-1,3 13 1,-3-17-202,1 0 0,-1-1 0,1 1 0,0-1 0,0 1 0,0-1 0,0 0 0,0 0 0,1 0 0,-1 0 0,1 0 1,-1 0-1,1 0 0,0-1 0,0 0 0,0 1 0,-1-1 0,1 0 0,0-1 0,0 1 0,0 0 0,1-1 0,4 1 0,7 0-2575,0 0 0,-1-1 0,25-3-1,8-7-6903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12.1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 5 6723,'0'0'9410,"22"0"-7772,354-4 1811,-374 4-3310,-3 3 41,0 0 0,-1 0 0,1 0 0,-1-1 0,0 1 0,0 0 0,0-1 0,0 1 0,0-1 0,0 0 0,-1 0 0,1 0 0,-5 3 0,-15 17 814,12-2-668,0 1-1,2 1 1,0 0 0,2 0 0,0 0 0,1 1 0,-1 26 0,-3 1-20,4-23-137,-3 15 33,1 0 1,-1 48-1,-19-90 553,-112-5 402,95 1-1043,-1 2-1,1 2 1,-1 2-1,1 1 1,-53 12 0,95-14-115,0-1-6,-1 0 0,0 1-1,1 0 1,-1 0 0,0-1 0,1 1 0,-1 1 0,1-1 0,0 0 0,-1 1-1,1-1 1,0 1 0,0 0 0,0-1 0,-3 5 0,27-6-2202,52-1-4634,-28-3-739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12.5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 4594,'0'0'28173,"0"4"-28173,0 5 0,-13 5-2193,-1-1-2193,8-1-1537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12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549 0 15831,'0'0'5587,"-88"143"-817,61-85-2033,-7 5-1872,-7 1-673,-13-3-192,0 0-833,-21 0-1504,-6-7-2193,-14-5-4082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19.1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1825,'0'0'10573,"0"6"-7439,0 220 2117,0-225-5000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19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28 448,'0'0'4170,"-3"-3"-3876,-7-8 13301,13 9-13549,-1 1 0,1-1 0,0 1 0,0-1 0,-1 1 1,1 0-1,0 0 0,0 0 0,0 1 0,0-1 0,0 1 0,6-1 0,44 1 185,-36 1-148,-15-1-85,0 0 1,-1-1 0,1 1 0,0 1 0,0-1 0,-1 0 0,1 0 0,0 1 0,-1-1 0,1 1 0,0-1 0,-1 1-1,1 0 1,-1-1 0,1 1 0,-1 0 0,1 0 0,0 2 0,-1-2-1,0 1 0,-1-1-1,1 1 1,-1-1 0,1 1 0,-1-1 0,0 1 0,1 0-1,-1-1 1,0 1 0,0 0 0,0-1 0,-1 1 0,1 0-1,0-1 1,0 1 0,-1-1 0,1 1 0,-2 2 0,-2 5 30,0 0 0,-1 0 0,0 0 0,-1 0 1,0-1-1,0 0 0,-1 0 0,-12 11 1,-23 31 271,42-50-297,0 0 0,-1 1-1,1-1 1,0 0 0,0 1-1,0-1 1,-1 0 0,1 1-1,0-1 1,0 1 0,0-1-1,0 0 1,0 1 0,0-1-1,0 1 1,0-1-1,0 1 1,0-1 0,0 0-1,0 1 1,0-1 0,0 1-1,0-1 1,1 0 0,-1 1-1,0-1 1,0 0 0,0 1-1,1-1 1,-1 1 0,0-1-1,0 0 1,1 0-1,-1 1 1,0-1 0,1 0-1,-1 0 1,0 1 0,1-1-1,-1 0 1,0 0 0,1 0-1,-1 1 1,1-1 0,-1 0-1,0 0 1,1 0 0,-1 0-1,1 0 1,-1 0 0,0 0-1,1 0 1,-1 0-1,1 0 1,-1 0 0,0 0-1,1 0 1,33 0 425,-25-1-209,131 1 2451,-139 0-2811,8 2-6202,7-6 2988,-12 3 1522,21-7-5794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20.8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1072,'0'0'7188,"-6"1"-5865,-16 3 8,16-3 4752,34-1-4157,152 0-82,-180 4-1816,1 1-1,0-1 1,-1 0 0,0 0-1,0 0 1,0 0 0,-1 5-1,0-6 26,0 0-1,0 0 0,-1 0 0,1-1 1,0 1-1,-1-1 0,0 1 0,0-1 1,1 0-1,-1 1 0,-1-1 0,1 0 1,0 0-1,0 0 0,-1-1 0,-3 3 1,-12 11 374,26-14-535,-1 1 0,1 1 0,0-1 1,-1 1-1,1 1 0,-1-1 1,12 9-1,-16-10 131,0 1 1,0 0-1,0-1 0,-1 1 1,1 0-1,-1 1 0,0-1 1,1 0-1,-1 1 1,-1-1-1,1 1 0,-1-1 1,1 1-1,-1 0 0,0 0 1,0 0-1,-1 0 0,1-1 1,-1 1-1,0 0 1,0 0-1,0 0 0,-1 0 1,0 5-1,-1-6 105,1-1 0,-1 0 0,0 1 0,0-1-1,0 0 1,0-1 0,0 1 0,-1 0 0,1 0 0,0-1 0,-1 0-1,1 1 1,-1-1 0,0 0 0,1 0 0,-1 0 0,0-1 0,0 1 0,1-1-1,-1 1 1,-4-1 0,-66 5 3377,72-4-3499,0 1 0,1-1 1,-1 1-1,0-1 0,1 1 1,-1-1-1,0 1 0,1-1 0,0 1 1,-1-1-1,1 1 0,0 0 1,0-1-1,0 1 0,0 2 1,2 15-2468,5-9-4405,5-9 637,-4-1-2386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22.0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16 1281,'0'0'5295,"5"-2"-4481,0-2 13,5-1-1165,-4 3 3514,2 0 3372,-8 38-5097,-1-29-1334,0 0-1,0-1 0,-1 1 1,0-1-1,0 1 1,-1-1-1,0 0 1,0 1-1,0-1 1,-1-1-1,0 1 1,-9 10-1,8-9-45,-1 0 0,1 1-1,0 0 1,1 0 0,-1 0-1,-3 14 1,7-21-73,1 0 1,-1 0-1,1 0 0,-1 0 1,1 0-1,0 1 1,-1-1-1,1 0 0,0 0 1,0 0-1,0 1 0,0-1 1,0 0-1,0 0 0,0 0 1,0 1-1,1-1 1,-1 0-1,0 0 0,1 0 1,-1 0-1,1 1 0,-1-1 1,1 0-1,0 0 0,-1 0 1,1 0-1,0 0 1,0-1-1,0 1 0,0 0 1,0 0-1,1 0 0,2 1-2,0-1 0,0-1 0,0 1 0,0 0 0,0-1-1,1 0 1,-1 0 0,5-1 0,7 1 33,10-2-8,0-1 1,0-1 0,-1-1-1,31-10 1,42-8 291,-94 22-761,-13-1-12884,7 2 14123,-12-2-6213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22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3858,'0'0'14759,"0"102"-13319,6-73-671,1-2-513,7-4-256,-7-5-80,6 0-1057,14-4-848,-7-3-1616,8-7-1922,5-4-2257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22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0 1425,'0'0'8609,"-2"6"188,2-3-8596,-1 0 0,1 0 0,-1-1-1,0 1 1,-1 0 0,1-1 0,0 1-1,-1 0 1,-2 3 0,-1-1-12,1 0 0,0 1-1,0-1 1,0 1 0,1 0 0,-4 8 0,6-12-197,0-1 1,1 0 0,-1 1-1,1-1 1,-1 0 0,1 1-1,-1-1 1,1 1 0,0-1-1,0 1 1,-1-1 0,1 1 0,0-1-1,1 1 1,-1-1 0,0 1-1,0-1 1,1 1 0,-1-1-1,0 0 1,1 1 0,0-1-1,-1 1 1,1-1 0,0 0-1,-1 0 1,1 1 0,0-1 0,0 0-1,0 0 1,0 0 0,0 0-1,1 0 1,-1 0 0,0 0-1,2 0 1,8 4-200,1-2 0,0 1 0,-1-2 0,25 3 0,16 4-1111,-51-9 1306,0 0-1,0 0 1,0 1 0,0-1 0,1 0 0,-1 1-1,0-1 1,0 0 0,0 1 0,0-1-1,-1 1 1,1-1 0,0 1 0,0 0-1,0-1 1,0 1 0,-1 0 0,1 0-1,0 0 1,0 0 0,-1-1 0,1 1-1,-1 0 1,1 0 0,-1 0 0,1 0 0,-1 2-1,0-1 50,0-1-1,0 1 0,-1 0 0,1-1 1,-1 1-1,1 0 0,-1-1 0,0 1 1,1 0-1,-1-1 0,0 1 0,0-1 1,0 0-1,0 1 0,-2 0 1,-5 7 387,0-2 1,-1 1 0,-15 10 0,12-10-11,-30 16 61,40-24-823,0 1-1,0-1 1,0 1-1,0-1 1,-1 0-1,1 0 1,0 0-1,0 0 1,0-1-1,0 1 1,0 0-1,0-1 0,0 1 1,0-1-1,0 0 1,0 0-1,0 0 1,1 0-1,-1 0 1,-2-2-1,-16-10-4997,0-1-894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23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4898,'0'0'13558,"81"18"-13317,-60-11-193,6-7-48,7 0-673,0 0-1664,6 0-2769,-6 0-2274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23.7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1 2465,'0'0'11133,"-4"3"-8905,-9 6-1046,0 2 1,1 0-1,0 0 1,1 1-1,-19 25 1,-17 18-402,17-25-689,14-15-50,1 0 0,-17 22 0,29-32-55,-1 1 0,1-1 0,0 0-1,0 1 1,1-1 0,0 1 0,0 0 0,0 0 0,1 0 0,-1 0 0,1 0 0,0 10 0,1-15-17,0 0 1,0 0-1,0 0 1,0 0-1,0 1 1,0-1-1,0 0 1,0 0-1,1 0 1,-1 0-1,0 0 1,1 1 0,-1-1-1,1 0 1,-1 0-1,1 0 1,-1 0-1,1 0 1,0 0-1,0-1 1,-1 1-1,1 0 1,0 0-1,0 0 1,1 0 0,29 2-1151,-14-4 917,-14 1 219,-1 0 0,1 1 0,-1-1 0,1 0 0,0-1 0,-1 1 0,1 0 0,-1-1 0,1 0 0,-1 1 0,1-1 0,-1 0 0,1 0 0,-1 0 0,0-1 0,0 1 0,1-1 0,-1 1 0,0-1 0,0 1 0,-1-1 0,1 0 0,0 0 0,-1 0 0,1 0 0,-1-1 0,1 1 0,-1 0 0,0 0 0,0-1 0,0 1 0,0-1 0,0 1 0,-1-1 0,1 1 0,-1-1 0,0 1 0,0-1 0,0 0 0,0-3 0,0 5 78,-1 0-1,0 0 0,1-1 1,-1 1-1,0 0 1,1 0-1,-1 0 1,0 0-1,0 0 1,0 0-1,0 0 1,0 0-1,0 0 1,0 0-1,0 1 1,-1-1-1,1 0 1,0 1-1,0-1 1,-1 1-1,1-1 1,0 1-1,-1 0 1,1 0-1,0-1 1,-1 1-1,1 0 1,0 0-1,-2 0 1,-49-1 1118,44 1-758,-1 0-2904,19-1-554,6 1-2744,-1-6-4298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56.0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78 0 3330,'0'0'9193,"-2"6"-5134,-4 15-2006,1-17-1928,1 0-1,1 1 1,-1-1-1,0 1 1,1 0-1,0 0 1,0 0-1,-3 9 0,-19 51 648,22-52-628,0 0 1,2 1 0,-1-1-1,2 1 1,1 25 0,0-4 89,-1-34-231,1 1 0,-1-1 0,0 0 0,1 1 1,-1-1-1,1 0 0,0 0 0,-1 1 1,1-1-1,0 0 0,0 0 0,0 0 1,0 0-1,0 0 0,0 0 0,0 0 0,0-1 1,0 1-1,0 0 0,0 0 0,1-1 1,-1 1-1,0-1 0,0 1 0,1-1 1,-1 1-1,0-1 0,1 0 0,-1 0 0,0 0 1,1 0-1,-1 0 0,1 0 0,-1 0 1,0 0-1,1 0 0,0-1 0,3 1 16,-1-1-1,1 1 1,-1-1-1,1 0 0,-1 0 1,0 0-1,1-1 1,-1 1-1,0-1 1,6-4-1,-4 1 56,1-1 0,-1 0 1,0 0-1,-1 0 0,0 0 0,0-1 0,0 0 0,0 0 1,-1-1-1,-1 1 0,1-1 0,-1 0 0,-1 0 0,1 0 1,-1 0-1,-1-1 0,1 1 0,-1 0 0,-1-14 0,0 21-65,0 0 0,0 0-1,-1-1 1,1 1-1,0 0 1,-1-1-1,0 1 1,1 0 0,-1 0-1,0 0 1,1 0-1,-1 0 1,0 0-1,0 0 1,0 0 0,0 0-1,0 0 1,0 0-1,0 0 1,0 1 0,0-1-1,0 0 1,-1 1-1,1-1 1,0 1-1,0-1 1,-1 1 0,1 0-1,0-1 1,-1 1-1,-2 0 1,-55-2 513,42 2-163,16 0-386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57.0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1905,'0'0'10266,"6"11"261,-5-4-10873,-1 258 4166,1-258-4126,2-16 773,-1-6-4202,-1 3-9176,-1 4 5449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57.9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46 992,'0'0'12323,"21"-7"-10095,6-2-1669,1 1 1,-1 2-1,1 0 1,0 2-1,49-1 0,-76 6-551,-1-1-1,1 1 0,0 0 1,0-1-1,-1 1 1,1 0-1,-1 0 0,1 0 1,0-1-1,-1 1 0,0 0 1,1 0-1,-1 0 1,1 0-1,-1 0 0,0 0 1,0 0-1,0 0 0,1 0 1,-1 0-1,0 0 1,0 0-1,-1 0 0,1 0 1,0 2-1,-4 31 255,-1-23-142,-1-1 0,-1 1 0,1-1 0,-2 0 0,1-1 0,-2 0 0,1 0 0,-1-1 0,-15 11 0,-19 21 571,40-38-604,1 1-1,-1 0 0,0 1 1,1-1-1,0 0 0,0 1 0,0-1 1,0 1-1,0-1 0,-1 6 0,3-8-66,0-1-1,0 1 0,0 0 0,0-1 0,0 1 1,0 0-1,0-1 0,0 1 0,0 0 0,0-1 0,0 1 1,1 0-1,-1-1 0,0 1 0,1-1 0,-1 1 1,0-1-1,1 1 0,-1 0 0,0-1 0,1 0 0,-1 1 1,2 0-1,24 6 556,4-5 218,58-6-1,-77 3-749,0 0 1,0-2 0,0 1-1,0-1 1,-1-1-1,0 0 1,1 0 0,14-10-1,4-5-9388,-9 7 1888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58.8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 28 5250,'0'0'9615,"-4"0"-8742,71-13 3073,-25 7-3094,42-2 0,-69 7-729,9 3 19,-23-1-124,0-1 0,0 1-1,-1-1 1,1 1-1,0 0 1,-1 0-1,1-1 1,-1 1 0,1 0-1,-1 0 1,1 0-1,-1 0 1,1 0-1,-1 0 1,0-1 0,0 1-1,1 0 1,-1 0-1,0 0 1,0 0-1,0 0 1,0 0 0,0 0-1,-1 2 1,1 1 50,-1 0-1,1 0 1,-1 0 0,0 0 0,-1 0-1,1 0 1,-1 0 0,0 0 0,0 0 0,0 0-1,0-1 1,-1 1 0,1-1 0,-4 3-1,-49 47 1310,23-26-1020,85-24-997,-20-4 374,-21 0 184,0 0 0,0 1 0,0 1 1,14 2-1,-25-2 75,0-1 1,1 1-1,-1 0 0,0 0 1,1 0-1,-1 0 0,0 0 1,0 0-1,0 0 0,0 0 1,0 0-1,0 1 0,0-1 1,0 0-1,0 1 0,0-1 1,-1 0-1,1 1 0,-1-1 1,1 1-1,-1-1 0,0 1 1,1-1-1,-1 4 0,0-3 22,1 1 0,-1-1-1,0 0 1,0 1 0,0-1-1,0 1 1,-1-1 0,1 0-1,-1 0 1,1 1 0,-1-1-1,0 0 1,0 0 0,0 0-1,0 1 1,-2 1 0,-2 1 86,-1 0 0,0-1 1,0 1-1,-1-1 0,1-1 0,-1 1 1,0-1-1,0 0 0,0 0 0,0-1 1,-1 0-1,1-1 0,-8 2 0,-19 1 1690,-58-1 0,91-3-1844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05.2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121 27 512,'0'0'6611,"-6"0"1801,-22 2-8351,23 1 80,0 0 0,1 1-1,0 0 1,-1 0 0,1 0-1,1 0 1,-1 1 0,1-1-1,0 1 1,0 0-1,-4 7 1,-22 60 701,26-59-687,1 0 1,1 1-1,0-1 0,0 0 1,2 1-1,1 14 1,0 15 444,-2-26-384,0-11-167,-1-1 1,1 0-1,0 0 1,1 1-1,-1-1 1,1 0 0,3 9-1,-3-12-39,0-1 0,0 1 0,0-1 0,0 1 0,0-1 0,1 1 0,-1-1 1,0 0-1,1 0 0,-1 0 0,1 0 0,0 0 0,-1 0 0,1 0 0,0 0 0,-1 0 0,1-1 0,0 1 0,0-1 0,0 1 0,0-1 0,-1 0 0,1 0 0,0 0 0,0 0 0,3 0 0,15 0 30,-8 0 44,0 0 1,0 0-1,23-5 0,-30 4-68,-1-1-1,0 1 1,0-1-1,0 0 1,0 0-1,0 0 0,0 0 1,0-1-1,0 0 1,-1 0-1,0 0 1,1 0-1,-1 0 0,3-6 1,1-1-9,-1 0 1,0 0-1,0-1 0,-1 0 1,-1-1-1,0 1 1,0-1-1,-1 1 0,1-14 1,0-11 39,0-62 0,-5 94-18,1 1 0,-1-1 1,0 0-1,0 0 0,0 1 0,0-1 1,-1 1-1,0-1 0,1 1 1,-1 0-1,0 0 0,-1 0 0,1 0 1,0 0-1,-1 0 0,0 0 0,0 1 1,0-1-1,0 1 0,0 0 1,-5-3-1,1 1 13,0 1-1,0-1 1,-1 1 0,1 1 0,0-1-1,-1 1 1,0 0 0,1 1 0,-16-1 0,-37 2 870,60 24-2458,2-10-3708,9-9-3860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06.1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27 1 2961,'0'0'6414,"-5"9"3700,4 0-10514,1 236 2833,0-244-2948,-21-1-17899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06.6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70 4082,'0'0'5955,"2"-22"-4067,13 17-1355,0 0-1,0 1 0,0 1 0,0 0 0,1 1 0,-1 1 0,1 0 0,27 3 0,-19-1-301,-1-1 0,1-1 0,23-5-1,27-14 3868,-54 20-23144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07.9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57 2001,'0'0'9295,"0"-5"-7943,0 4-1245,0 0-1,0-1 0,0 1 0,0-1 0,1 1 0,-1-1 0,1 1 0,-1 0 0,1-1 0,-1 1 0,1 0 0,0-1 0,0 1 0,0 0 0,0 0 1,0 0-1,0 0 0,0 0 0,0 0 0,0 0 0,0 0 0,0 0 0,1 0 0,1 0 0,45-14 1709,-19 12-1536,-1 0 0,33 3 0,-52 0-276,-8 0-1,-1 1 0,1-1-1,0 1 1,0 0 0,-1-1 0,1 1 0,0 0 0,-1 0-1,1 0 1,-1-1 0,1 1 0,-1 0 0,1 0-1,-1 0 1,0 0 0,1 0 0,-1 0 0,0 0 0,0 0-1,0 0 1,0 0 0,0 0 0,0 0 0,0 0 0,0 0-1,0 0 1,0 0 0,0 0 0,-1 0 0,0 1 0,-8 35 205,3-29-123,-1-1 1,0 0-1,0-1 1,0 1-1,-14 8 1,15-11-27,-1 0 0,1 1-1,0 0 1,0 0 0,0 1 0,1 0 0,0 0 0,0 0 0,-7 12 0,12-18-64,-1 1 0,1 0-1,0 0 1,0-1 0,-1 1 0,1 0 0,0 0 0,0-1 0,0 1 0,0 0 0,0 0-1,0-1 1,0 1 0,0 0 0,0 0 0,0 0 0,0-1 0,0 1 0,0 0-1,1 0 1,-1-1 0,0 1 0,1 0 0,-1-1 0,1 1 0,-1 0 0,0-1 0,1 1-1,-1-1 1,1 1 0,0-1 0,-1 1 0,1-1 0,-1 1 0,1-1 0,0 1-1,-1-1 1,1 0 0,0 1 0,0-1 0,-1 0 0,1 0 0,0 1 0,0-1-1,0 0 1,48 4-540,-19-2 232,-27-1 280,1 0 1,-1 1-1,0 0 0,0 0 0,1 0 1,-1 0-1,-1 0 0,1 0 1,0 1-1,0 0 0,-1-1 0,0 1 1,1 0-1,-1 0 0,0 1 1,-1-1-1,4 6 0,-4-6 83,0-1 1,0 1-1,0-1 0,0 1 1,0 0-1,-1 0 0,1-1 0,-1 1 1,0 0-1,0 0 0,0 0 1,0-1-1,0 1 0,-1 0 1,1 0-1,-1 0 0,0-1 0,0 1 1,0 0-1,0-1 0,0 1 1,-1-1-1,-2 5 0,-5 2 349,0 0-1,-1-1 0,0 0 1,-1-1-1,1 0 0,-1-1 1,-1 0-1,1 0 0,-1-1 1,0-1-1,0 0 1,0-1-1,0 0 0,-1-1 1,0 0-1,-14 0 0,26-2-20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10.34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37 3714,'0'0'7152,"13"0"-6335,34-1-170,0-2 0,56-11 1,-29-4-1054,-73 18-133,-16 2-8072,-4 7 6303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10.5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0 106 1088,'0'0'12102,"75"-16"-10949,-48 7-145,0 3-624,0-3-288,0 2-96,0 0-112,7-4-1040,0 2-993,0-5-1153,7-4-1696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11.5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39 2961,'0'0'10752,"22"-3"-8847,24-8-1408,-24 4-434,1 2 0,-1 0 0,1 1 0,0 2 1,0 0-1,41 3 0,-63 1-59,0 0 0,-1 0 0,0 1 1,1-1-1,-1 0 0,0 0 0,0 1 0,0-1 1,0 0-1,-1 1 0,1-1 0,-1 0 0,-1 5 1,-6 3 181,-1 1 1,0-1 0,0 0 0,-1-1-1,-1 0 1,1 0 0,-1-1 0,-1-1-1,0 0 1,-18 8 0,170-5-1198,-132-7 982,-1-1 1,0 1-1,0 0 1,0 1-1,0-1 1,-1 2-1,1-1 1,8 8-1,-13-11 50,0 1 0,0-1 0,0 1 0,0 0 0,-1-1 0,1 1 0,0 0 0,-1 0 0,0 1 0,1-1 0,-1 0 0,0 0 0,0 1 0,0-1 0,0 0 0,0 1 0,-1-1 0,1 1 0,-1-1 0,0 1 0,1-1 0,-1 1 0,0 0 0,-1-1 0,1 1 0,0-1 0,-1 1 0,1-1 0,-2 3 0,0-2 63,0 0-1,-1-1 0,1 1 0,-1-1 1,1 1-1,-1-1 0,0 0 0,0 0 1,0 0-1,0 0 0,0-1 0,0 1 1,-1-1-1,1 0 0,-6 1 0,-57 12 757,62-14-781,-144 14 1739,136-6-3944,-4 2-7458,4-10 3967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13.6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9 360 176,'0'0'4581,"0"-4"-3936,0-11-103,0 11 1723,-6 4-1093,4 0 242,4 0-745,86-6-154,-57 4 397,-1-1 0,55-12-1,-22 3-856,317-45-212,-193 24-171,201-22-126,24-3 512,-167 17 175,-92 24 1153,189 2 0,-320 15-811,-1-1 0,0-1 0,1-1 0,-1-1 0,26-8 0,-64 14 2369,-6-4-3738,-18 1-3512,7 9-486,-6 1-1992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14.2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64 5475,'0'0'8241,"13"-5"-7214,30-9-287,1 2 1,0 1 0,1 3-1,75-5 1,-119 13-736,1 1 0,-1-1 0,0 0-1,0 1 1,0-1 0,0 1 0,0 0 0,0-1 0,0 1 0,0 0 0,0 0 0,0 0 0,0-1-1,0 1 1,0 0 0,-1 0 0,1 0 0,0 0 0,-1 0 0,1 1 0,-1-1 0,1 0 0,-1 0 0,1 0-1,-1 0 1,0 1 0,0-1 0,1 2 0,-1 0 18,1 0 0,-1 0 1,0 0-1,0 0 0,0-1 0,0 1 0,0 0 1,0 0-1,-1 0 0,0 0 0,1-1 0,-1 1 0,-2 3 1,-2 1 50,-1 1 0,1-1 1,-2-1-1,1 1 1,-1-1-1,0 0 0,-12 7 1,-63 35 627,42-26-140,22-11-233,10-8-80,0 1-1,0 1 1,1-1 0,0 1-1,0 0 1,0 1-1,0 0 1,-11 13 0,18-19-245,0 1 0,0-1 0,0 0 0,0 1 0,0-1 0,0 0 0,0 1 0,0-1 0,0 0 0,0 1 0,0-1 0,0 1 0,0-1 0,0 0 0,0 1 0,0-1 0,0 0 0,0 1 0,1-1 1,-1 0-1,0 1 0,0-1 0,0 0 0,1 1 0,-1-1 0,0 0 0,0 1 0,1-1 0,-1 0 0,0 0 0,1 1 0,-1-1 0,0 0 0,1 0 0,-1 0 0,0 0 0,1 1 0,-1-1 0,0 0 0,1 0 0,-1 0 0,0 0 1,1 0-1,-1 0 0,1 0 0,-1 0 0,0 0 0,1 0 0,0 0 0,24 0 59,-20 0-14,57 1 348,65-2 347,-112 0-720,-1-1 0,0-1 0,1 0 1,-1 0-1,0-2 0,22-9 0,-18 4-4619,-10 5 1101,-1-1-3215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15.2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20 131 1169,'0'0'6168,"-5"0"-5101,-10-2-203,17 2 900,30 0 2030,1 0-3626,215-28 892,-130 10-1005,-23 7 195,1-4-1,122-37 1,-203 47 288,-20 7-2259,-21 7-3928,5-4 89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15.9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20 3490,'0'0'4380,"20"-1"-2157,142-13 1733,-145 12-3410,-7 1-355,-1 0 1,0 1-1,1-1 1,-1 2-1,0-1 1,14 4-1,-22-4-169,0 1 0,0-1-1,0 1 1,0 0 0,0-1 0,0 1-1,0 0 1,0-1 0,0 1-1,0 0 1,0 0 0,-1 0-1,1 0 1,0 0 0,-1 0 0,1 0-1,-1 0 1,1 0 0,-1 0-1,1 0 1,-1 1 0,0-1-1,1 0 1,-1 0 0,0 0 0,0 0-1,0 1 1,0-1 0,0 0-1,0 0 1,0 0 0,-1 0-1,1 1 1,0-1 0,-1 0 0,1 0-1,-1 0 1,1 0 0,-1 0-1,1 0 1,-1 0 0,-1 2-1,-29 41 1234,-10-7-392,28-27-524,1 1 0,-19 22 0,28-30-210,1 1 1,-1 0-1,0 0 1,1 0-1,0 1 1,0-1-1,0 0 1,1 1-1,0 0 1,-1-1-1,1 1 0,1 0 1,-1 7-1,3-11-32,1 1 0,-1-1 0,1 0 0,0 0 0,-1-1 0,1 1 0,0 0 0,0-1 0,-1 0 0,1 0 0,0 0 0,0 0 0,0 0 0,3-1 0,-4 1 6,18 1 148,0-1-1,1-1 0,-1-1 0,0-1 1,-1 0-1,1-2 0,0 0 0,-1-1 1,20-10-1,17-3-5089,-48 17 2916,1 0 0,0-1 0,-1 0-1,11-6 1,14-10-5624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16.3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48 5603,'0'0'9020,"20"-3"-7697,148-27 1894,-110 20-1588,-39 5-2353,-43 7-5994,0 2 2460,3 4-352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16.6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0 5523,'-21'163'944,"21"-161"2065,21-2 897,6 0-672,0 0-945,0 0-593,13 0-623,-12-4-241,-1-3-448,0-2-223,-7 2-97,0 3-64,-6-1-128,-7 3-2354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19.2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23714,'7'533'0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22.1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49 75 464,'0'0'5947,"20"-12"-4725,61-35 141,-55 31 3736,-33 21-1553,-6 4-3371,-2 6 30,0 1 0,1 1 1,0 0-1,2 1 0,0 1 0,1 0 0,1 0 0,0 1 0,2 0 1,0 1-1,2 0 0,0 0 0,1 1 0,1-1 0,1 1 0,1 0 1,2 0-1,2 37 0,-2-55-203,2 0-1,-1 0 1,0 0 0,1 0 0,0 0-1,-1-1 1,2 1 0,-1 0 0,0-1-1,1 0 1,-1 1 0,1-1 0,0 0-1,0 0 1,0-1 0,1 1 0,-1-1-1,1 1 1,-1-1 0,1 0 0,0-1-1,0 1 1,0 0 0,0-1 0,0 0-1,0 0 1,0 0 0,8 0 0,-5 0-323,-1 0 0,1 0 1,-1-1-1,1 0 1,0 0-1,-1-1 0,1 0 1,-1 0-1,1 0 1,-1-1-1,0 0 1,1 0-1,-1-1 0,0 1 1,0-1-1,0-1 1,9-7-1,6-10-4001,-1-2-1123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22.4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0 9284,'0'0'12326,"-41"145"-11478,35-113-335,6-3-321,-7-9-176,7-4-16,0-5-337,0-6-783,0-3-1217,-7-2-6003,-6-9 977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22.6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0 102 9316,'0'0'6099,"129"-34"-3490,-55 18-1488,8 1-513,-8 1-176,1 3-176,-14 4-256,-14 3 0,-13 4-560,-14 0-656,-20 11-3939,-13 9 1650,-21 5-1762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22.9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0 109 4674,'0'0'10069,"136"0"-7908,-95-9-545,-14 0-159,13 0-432,-13 0-481,7 0-176,-7 0-256,-6 0-112,-1 2-272,-13 1-1025,13 1-752,-13-2-1472,6-2-2130,1-2-2096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23.2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5763,'0'0'13614,"1"7"-12059,1 8-950,-2-10-368,1 0 1,-1 1 0,1-1-1,0 0 1,1 0-1,2 9 1,-3-12-228,0-1-1,0 1 1,1-1 0,-1 1 0,0-1 0,0 1 0,1-1 0,-1 0-1,1 0 1,-1 1 0,1-1 0,0 0 0,-1-1 0,1 1 0,0 0-1,-1 0 1,1-1 0,0 1 0,0-1 0,0 1 0,0-1 0,0 0 0,0 0-1,-1 0 1,4 0 0,3-1-211,0 0-1,1-1 1,-1 0-1,0 0 1,0-1-1,0 0 1,0 0 0,-1-1-1,1 0 1,-1-1-1,0 1 1,0-1-1,-1-1 1,10-9-1,7-3 20,-17 13 455,-5 4-191,-1 1 0,0-1 0,1 1 1,-1-1-1,1 1 0,-1-1 0,1 1 1,-1 0-1,1-1 0,-1 1 1,1 0-1,-1 0 0,1-1 0,0 1 1,-1 0-1,1 0 0,-1 0 0,1 0 1,0 0-1,-1-1 0,1 1 0,-1 0 1,1 0-1,0 1 0,-1-1 1,1 0-1,-1 0 0,1 0 0,0 0 1,-1 0-1,1 1 0,-1-1 0,1 0 1,-1 1-1,1-1 0,-1 0 0,1 1 1,-1-1-1,1 0 0,-1 1 1,1-1-1,-1 1 0,1 0 0,3 2-251,0 1 0,1-1 0,-1 0 0,1-1 0,0 1 0,0-1 0,0 0 0,6 1 0,27 1-7327,-24-4 181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23.5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 1 9652,'0'0'12662,"-27"137"-10997,27-98-817,0-3-351,0-7-385,0-6-80,0-5-32,0-7-144,0-2-561,0-2-783,0-3-1170,0-1-639,-14-3-2562,-6 0-1760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23.9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83 8404,'0'0'5493,"24"0"-2251,182 0 1530,-168 2-4308,45-1 109,-78-2-553,-1 1 1,0 0-1,1-1 0,-1 0 0,0 0 0,0 0 0,0-1 1,0 1-1,0-1 0,0 0 0,0 0 0,-1 0 0,1-1 0,5-4 1,-8 6-23,0 1 0,0-2 1,0 1-1,0 0 0,0 0 1,0 0-1,-1 0 0,1-1 1,0 1-1,0 0 0,-1-1 1,1 1-1,-1 0 0,0-1 1,1 1-1,-1-1 0,0 1 1,0-1-1,0 1 0,0 0 1,0-1-1,0 1 0,0-1 1,0 1-1,0-1 0,-1 1 1,1-1-1,-1 1 0,1 0 1,-1-1-1,0 1 0,1 0 1,-1-1-1,0 1 0,0 0 1,0 0-1,0 0 0,0 0 1,0 0-1,0 0 0,0 0 1,0 0-1,-1 0 0,1 1 1,0-1-1,0 0 0,-2 0 1,-8 0-18,0 1 0,1 0 0,-1 0 0,1 1 1,-1 0-1,-17 5 0,26-5 40,-1 0 0,1 0 0,-1 1-1,1-1 1,-1 0 0,1 1 0,0 0 0,0-1 0,-1 1-1,1 0 1,0 0 0,1 0 0,-1 1 0,0-1 0,1 0-1,-1 1 1,1-1 0,0 0 0,0 1 0,0 0 0,0-1-1,0 1 1,0 0 0,1 0 0,-1-1 0,1 1 0,0 0-1,0 0 1,0 3 0,0-3-24,0 0-1,0 0 1,0 1-1,0-1 1,0 0-1,1 0 0,-1 0 1,1 1-1,0-1 1,0 0-1,0 0 1,1 0-1,-1 0 1,1-1-1,-1 1 1,1 0-1,0 0 1,0-1-1,0 0 1,1 1-1,-1-1 0,0 0 1,1 0-1,0 0 1,-1 0-1,1 0 1,0-1-1,0 1 1,0-1-1,0 0 1,0 0-1,0 0 1,4 0-1,5 3-793,1-1-1,-1-1 1,1 0-1,17 0 1,52-4-7203,-35-4 1869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24.6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293 116 4274,'0'0'12600,"-11"-3"-11314,-38-11-173,47 14-1065,0 0 1,-1 0-1,1 0 0,0 0 1,0 0-1,-1 0 1,1 1-1,0-1 0,0 1 1,-1 0-1,1 0 0,0 0 1,0 0-1,0 0 1,0 0-1,0 0 0,0 1 1,1-1-1,-1 1 0,0-1 1,1 1-1,-1 0 1,1-1-1,-1 1 0,1 0 1,0 0-1,0 0 1,0 0-1,0 0 0,0 0 1,0 1-1,1-1 0,-1 3 1,-2 5-19,0 1 1,2-1-1,-1 1 1,1 0-1,0 11 0,1-21-28,0 1 1,0-1-1,0 1 0,0 0 0,0-1 0,0 1 0,0 0 0,1-1 0,-1 1 0,1-1 0,-1 1 0,1 0 0,-1-1 1,1 1-1,0-1 0,0 0 0,0 1 0,0-1 0,0 0 0,0 1 0,0-1 0,0 0 0,0 0 0,0 0 0,3 1 1,0 0-12,0-1 1,0 0 0,1-1-1,-1 1 1,0-1 0,1 1 0,-1-1-1,6-1 1,4 1-49,77 0-1322,-88 28 1136,-4-21 285,1 0 0,-1 0 0,-1 0 1,1 0-1,-1-1 0,-1 1 0,1-1 0,-1 1 0,-5 8 1,-40 56 802,17-27-359,25-35-398,0 0 1,-1 0 0,-1 0-1,1-1 1,-1 0 0,-1-1-1,1 0 1,-1 0 0,-1 0-1,1-1 1,-1-1-1,0 0 1,0 0 0,-1-1-1,1 0 1,-1-1 0,0 0-1,0-1 1,0 0 0,0-1-1,-14 1 1,25-2-116,-1 0 1,0 0-1,1 0 1,-1-1-1,1 1 1,-1 0-1,0 0 1,1 0-1,-1-1 0,1 1 1,-1 0-1,1 0 1,-1-1-1,1 1 1,-1-1-1,1 1 1,-1 0-1,1-1 1,-1 1-1,1-1 0,0 1 1,-1-1-1,1 1 1,0-1-1,-1 1 1,1-1-1,0 1 1,0-1-1,0 0 1,-1 1-1,1-1 0,0 1 1,0-1-1,0 0 1,3-32-703,-1 27 628,0-1 1,0 0-1,1 1 1,0 0-1,0-1 1,0 1-1,7-8 0,27-17-503,1 1-1,1 3 1,1 1-1,77-37 0,3-2-499,-96 50 1095,-1 0 1,0-2-1,-1 0 0,-1-2 0,0 0 0,-2-2 1,0 0-1,-1-1 0,21-35 0,-39 57 95,1-1 0,0 0 0,-1 1 0,0-1 0,1 0 0,-1 1 0,1-1 0,-1 0 0,0 1 0,0-1 0,1 0 0,-1 0 0,0 0 0,0 1 0,0-1 0,0 0 0,0 0 0,0 0 0,0 1 0,0-1 0,0 0 0,0 0 0,-1 1 0,1-1 0,0 0 0,0 0 0,-1 1 0,1-1 0,0 0 0,-1 0 0,1 1 0,-2-2 0,0 1-36,1 0 1,-1 0-1,0 1 1,0-1-1,0 1 1,1-1 0,-1 1-1,0-1 1,0 1-1,0 0 1,0 0 0,0 0-1,-2 0 1,-3 1 40,0 0 1,1 0-1,-1 0 0,1 1 1,-1 0-1,1 0 0,-11 5 1,14-5-8,1 0 0,-1 0 0,1 0 1,0 1-1,0-1 0,0 0 0,0 1 0,1 0 1,-1-1-1,1 1 0,-1 0 0,1 0 0,0-1 1,0 1-1,-1 6 0,0 46 1193,3-33-1063,-1-19-230,0 0 0,1 0 0,-1 0 0,1 0 0,0 0 0,-1 0 0,1 0 0,0 0 0,1 0-1,-1-1 1,0 1 0,1 0 0,0-1 0,-1 0 0,1 1 0,0-1 0,0 0 0,1 0 0,-1 0-1,0 0 1,1 0 0,-1 0 0,1-1 0,-1 1 0,1-1 0,0 0 0,5 2 0,3 0-1350,0 0 0,1 0 0,-1-1 0,1-1 0,21 0 0,-5-1-5541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24.9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34 114 11301,'0'0'12027,"-3"16"-10962,-3 4-689,3-11-148,1 0 0,0 0 1,0 0-1,1 0 0,0 0 0,1 15 1,-14-100-320,14 67 13,0 0 1,1 0-1,-1 0 0,2 0 0,2-13 1,-2 19-33,-1 0 1,0 0 0,1 0-1,-1 1 1,1-1 0,0 0 0,0 1-1,0 0 1,0-1 0,0 1 0,0 0-1,1 0 1,-1 0 0,1 0-1,0 1 1,-1-1 0,1 1 0,0-1-1,0 1 1,4-1 0,100-25-10744,-61 16 4706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25.7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264 445 6227,'0'0'12854,"-21"0"-10837,-71 0-419,84 0-1461,0 0 0,0 0 0,0 1-1,0 0 1,0 1 0,0 0 0,0 0 0,0 0 0,0 1 0,1 1 0,-1-1 0,-7 6 0,12-7-82,-1 1 0,1 0-1,0 0 1,0 0 0,1 0 0,-1 1 0,0-1 0,1 1 0,0-1-1,0 1 1,0 0 0,0 0 0,1 0 0,-1 0 0,1 0-1,0 0 1,0 0 0,1 0 0,-1 1 0,1 6 0,0-10-62,0 1 0,1-1 0,-1 0 0,0 0 0,0 0 0,1 1 0,-1-1 0,1 0 0,-1 0 0,1 0 0,0 0 0,-1 0-1,1 0 1,0 0 0,0 0 0,-1 0 0,1 0 0,0 0 0,0 0 0,0-1 0,0 1 0,0 0 0,0-1 0,1 1 0,-1-1 0,0 1 0,0-1 0,0 1 0,0-1 0,1 0 0,-1 0 0,0 1 0,0-1 0,1 0 0,-1 0 0,0 0 0,0 0 0,1-1 0,-1 1 0,0 0 0,0-1 0,0 1 0,2-1 0,3 0-55,-1 0 1,1-1 0,-1 0-1,1 0 1,-1 0-1,0 0 1,0-1-1,7-5 1,18-19-1174,-2-2 0,-1-2 1,-1 0-1,35-58 0,70-146-4298,-76 118 6355,-67 138 6819,-10 9-5041,-38 61-1057,37-48-986,1 1-1,2 1 0,3 1 1,1 0-1,2 2 1,-9 62-1,22-108-564,1-1 0,-1 1 0,1 0 0,0 0 0,0-1-1,0 1 1,0 0 0,0 0 0,0 0 0,0-1 0,0 1 0,1 0-1,-1 0 1,1-1 0,-1 1 0,1 0 0,0-1 0,-1 1 0,1 0-1,0-1 1,0 1 0,0-1 0,2 2 0,-1-2-29,1-1 1,-1 0-1,1 1 1,-1-1-1,1 0 0,0 0 1,-1-1-1,1 1 1,-1 0-1,1-1 1,-1 1-1,0-1 0,1 0 1,-1 0-1,0 0 1,1 0-1,1-2 0,21-9-839,-1-2 0,33-25 0,-18 12 127,-32 21 1105,-4 7 2593,4 10-2767,-5-7-248,0-1 0,0 1 1,0-1-1,1 0 0,0 0 0,0 0 0,0-1 1,0 1-1,0-1 0,0 1 0,0-1 1,1 0-1,-1 0 0,1-1 0,0 1 0,0-1 1,-1 1-1,1-1 0,0 0 0,0-1 1,0 1-1,0-1 0,0 0 0,0 0 1,7-1-1,-10 2-171,0-1 1,0 0-1,0-1 0,0 1 1,0 0-1,0 0 1,0 0-1,0 0 1,0-1-1,0 1 0,0-1 1,0 1-1,0 0 1,0-1-1,0 0 0,0 1 1,-1-1-1,1 1 1,0-1-1,0 0 1,-1 0-1,1 1 0,-1-1 1,1 0-1,0 0 1,-1 0-1,1 0 0,-1 0 1,0 0-1,1-1 1,1-23-7114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25.9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8996,'0'0'12742,"0"57"-12742,0-26-1729,0 3-1969,0-5-4401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26.3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36 9893,'0'0'15073,"1"22"-14008,6 68-182,-7-86-811,1 0-1,-1 0 1,1-1 0,0 1 0,0-1 0,1 1 0,-1-1 0,1 1 0,-1-1 0,1 0 0,0 1 0,4 3-1,-4-5-46,-1-1-1,1 0 0,-1 0 0,1 1 0,0-1 1,-1 0-1,1 0 0,0-1 0,0 1 1,0 0-1,0-1 0,-1 1 0,1-1 0,0 1 1,0-1-1,4 0 0,-2 0-29,1-1 1,-1 0-1,0 0 0,0 0 1,0 0-1,0 0 1,0-1-1,0 0 0,-1 0 1,1 0-1,0 0 1,-1-1-1,0 1 0,1-1 1,4-5-1,1-2 55,0-2 0,-1 1-1,0-1 1,-1 0 0,0-1-1,-1 0 1,0 0 0,-1 0-1,0-1 1,-1 0 0,-1 1-1,2-16 1,-5 28 406,-2 16-2768,-2 4-2073,7-13-5179,13-3 2284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26.5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89 1 5555,'0'0'22826,"-75"106"-21593,69-95-945,-1-2-288,7-4-176,0-3-993,13-13-20361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26.6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 1 13238,'0'0'9604,"-61"54"-9684,61-36-816,0 2-2065,0-2-1826,20-4-2928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27.0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161 0 10901,'0'0'10018,"-21"5"-7006,-67 15-819,85-20-2055,-1 1 0,1 0 0,0 0 1,0 0-1,0 1 0,0-1 0,0 1 0,0-1 0,0 1 0,0 0 0,1 0 1,-1 0-1,1 1 0,-3 2 0,4-4-122,0 1 0,1-1 0,-1 0 0,0 1 0,1-1 1,0 0-1,-1 1 0,1-1 0,0 1 0,0-1 0,0 1 0,0-1 0,0 0 0,0 1 0,0-1 0,0 1 1,1-1-1,-1 0 0,0 1 0,1-1 0,0 3 0,3 1-108,-1 1 0,1-1 0,-1 0-1,1 0 1,1-1 0,-1 1 0,1-1 0,0 0 0,7 5 0,-4-4-53,39 30-1174,-44-33 1247,-1 0 0,0 1 0,0-1 0,0 0 0,0 1 1,0-1-1,-1 1 0,1-1 0,-1 1 0,1 0 0,-1-1 0,0 1 0,0 0 0,0 0 0,-1 0 0,1 4 0,-1-5 85,0-1 0,-1 0 1,1 1-1,-1-1 0,1 0 0,-1 1 0,0-1 1,0 0-1,1 0 0,-1 1 0,0-1 0,0 0 0,0 0 1,0 0-1,0 0 0,0 0 0,-1-1 0,1 1 0,0 0 1,0 0-1,-3 0 0,-39 17 653,19-9-448,10-1 341,6-4-253,4-1-2981,0-2-2399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27.2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1 13302,'0'0'16392,"-68"110"-16312,61-96-80,7-3-929,0-4-1328,0-5-1521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27.3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95 0 2689,'0'0'19609,"-94"61"-19833,94-36-1569,0 2-1632,0-4-3683,0-3-2224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28.0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130 93 12582,'0'0'12064,"-19"16"-8945,-60 49-1679,75-62-1375,1 0 0,0 0 0,0 1 0,0-1 0,0 1-1,0-1 1,1 1 0,-4 6 0,4 16 143,3-12-175,0-12-31,-1-1 0,0 0 0,0 1 0,0-1 0,1 0 0,-1 0 0,0 1 0,1-1 0,-1 0 0,1 0 0,0 0 0,-1 0 0,1 0 0,0 1 0,0-1-1,0-1 1,-1 1 0,1 0 0,0 0 0,0 0 0,0 0 0,1-1 0,-1 1 0,2 1 0,1-1-15,-1 1-1,2-1 0,-1 0 1,0 0-1,0 0 1,0 0-1,0-1 0,6 0 1,-5 1-127,1-1 1,0-1 0,0 1 0,-1-1-1,1 0 1,-1 0 0,1-1 0,-1 1-1,1-1 1,-1-1 0,0 1-1,10-6 1,-12 4-80,1-1 0,0 1 1,-1 0-1,0-1 0,0 0 0,0 0 0,-1 0 0,1 0 0,-1 0 0,0 0 0,-1-1 0,2-7 1,0-5-397,-2-1 1,0-25 0,-1 38 561,0-1 18,-1 1 0,0-1 0,-1 1 0,0-1-1,0 1 1,0 0 0,-5-10 0,5 12 46,0 1 0,1-1 0,-1 1-1,-1 0 1,1 0 0,0 0 0,-1 0 0,1 0 0,-1 0 0,0 1 0,0-1 0,0 1 0,-1 0 0,-3-3 0,5 5 120,31 0-65,-21 0-64,1 0 0,-1 1-1,1 1 1,-1-1 0,1 1 0,-1 1-1,0-1 1,0 1 0,0 1-1,0 0 1,9 6 0,-13-8 23,0 1 1,0 0 0,0 1-1,-1-1 1,1 1 0,-1-1-1,0 1 1,0 0-1,0 0 1,-1 1 0,1-1-1,-1 1 1,0-1 0,0 1-1,0-1 1,-1 1-1,0 0 1,0 0 0,0 0-1,0 0 1,-1 6 0,0-8 119,0 0 0,0 1 0,0-1 0,0 1 0,-1-1 0,0 1 0,1-1 0,-1 1 0,-1-1 0,1 0 0,0 0 0,-1 0 0,1 1 0,-1-1 0,0-1 0,0 1 1,0 0-1,-1 0 0,1-1 0,-1 1 0,1-1 0,-1 0 0,0 0 0,-4 3 0,-6 5 9,13-10-160,0 0 0,0 0 1,0 0-1,0 0 0,0 0 0,1 0 0,-1 0 0,0 0 0,0 1 1,0-1-1,0 0 0,0 0 0,0 0 0,0 0 0,0 0 0,0 0 1,0 0-1,1 0 0,-1 0 0,0 0 0,0 0 0,0 1 1,0-1-1,0 0 0,0 0 0,0 0 0,0 0 0,0 0 0,0 0 1,0 0-1,0 0 0,0 1 0,0-1 0,0 0 0,0 0 1,0 0-1,0 0 0,0 0 0,0 0 0,0 0 0,0 1 0,0-1 1,0 0-1,0 0 0,0 0 0,0 0 0,0 0 0,-1 0 0,1 0 1,0 0-1,0 0 0,0 1 0,0-1 0,0 0 0,0 0 1,0 0-1,0 0 0,0 0 0,0 0 0,-1 0 0,1 0 0,0 0 1,0 0-1,0 0 0,0 0 0,0 0 0,14-1-299,20-8-172,-10-2-369,39-24 0,-2 0 505,-53 35 5635,-13 11-4340,-5 22-938,10-12 17,-1-15-258,1 1 0,0-1 0,0 1 0,0 0 0,1-1 0,2 8 0,10 4-3745,-12-17 3377,1 0 0,0 0 1,0 0-1,-1-1 1,1 1-1,0-1 0,0 1 1,0-1-1,0 1 1,0-1-1,0 0 0,2 0 1,22 0-9303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28.3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258 1 11253,'0'0'6851,"6"20"-5095,13 39-626,-4 2 1,-2 0-1,7 90 1,-18-113-381,-2 0 0,-8 61 1,6-85-574,-1 0 1,-1 1-1,0-1 1,-1-1-1,-1 1 1,0-1-1,0 0 1,-2 0-1,-15 22 1,8-17 31,0 0-1,-2 0 1,-33 27 0,41-38-637,0-1-1,-1-1 1,1 1 0,-14 4-1,16-7-781,-1-1 1,0 0-1,1 0 0,-1-1 0,0 1 0,-13-1 1,-13-1-8044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30.7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6771,'0'0'14247,"41"106"-13799,-35-97-336,-6 0-96,7 0-16,-7-2-945,0 2-447,0 5-593,0 1-1217,0 1-1360,0 7-720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32.0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197 79 1313,'0'0'7075,"0"6"-6344,0 8-539,1-3 1340,-1 0 0,0 0 0,-1 1 0,-2 13-1,-9 1-874,-20 13 222,2 2 0,2 1 0,-42 85 0,64-111-813,-6 13 90,8-27-91,5-18-29,3 2-12,1 0 0,0-1 0,1 2 0,1-1 1,0 1-1,17-24 0,-1 1-6,78-144-336,-26 56 147,-75 123 186,0 1 0,1-1-1,-1 0 1,1 0-1,-1 0 1,1 0-1,-1 1 1,1-1 0,-1 0-1,1 0 1,0 1-1,-1-1 1,1 1-1,0-1 1,0 0 0,0 1-1,-1-1 1,1 1-1,0 0 1,0-1-1,2 1 1,-3 0 21,1 0-1,0 0 1,-1 0 0,1 1 0,0-1 0,-1 0-1,1 1 1,-1-1 0,1 0 0,0 1-1,-1-1 1,1 1 0,-1-1 0,1 1-1,-1-1 1,1 1 0,-1 0 0,0-1-1,1 1 1,-1 0 0,1 0 0,11 38 1319,-7-12-804,1 0 0,1-1 1,2 0-1,13 30 0,-18-48-399,0 0 1,1 0-1,-1-1 0,2 0 0,-1 1 0,1-2 1,0 1-1,1-1 0,0 0 0,0 0 0,0 0 1,0-1-1,1 0 0,0-1 0,0 0 0,14 5 1,-21-9-291,-1 1 1,1-1-1,0 0 1,0 1-1,0-1 1,-1 1-1,1-1 1,0 1-1,-1 0 1,1-1 0,0 1-1,-1 0 1,1-1-1,-1 1 1,1 0-1,-1 0 1,1-1-1,-1 1 1,0 0-1,1 0 1,-1 0 0,0 0-1,0 0 1,1-1-1,-1 3 1,-2 27-7137,-4-4-1837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30.9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0 576,'0'0'19353,"7"84"-18601,-7-73-623,0 2-129,0 6-545,0 5-943,7 1-1938,-7 5-3073,0-3 704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31.0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4162,'0'0'14230,"0"86"-14230,0-82-288,0-1-1537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32.9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88 4162,'0'0'12958,"8"7"-11520,3 6-902,0 0 1,-1 0-1,-1 1 1,0 0-1,-1 1 1,0 0-1,-1 0 1,-1 0-1,8 28 1,-10-26-218,-1-17-288,1-28-429,1-10 51,1 25 333,1 0 1,0 0-1,0 1 0,1 0 0,1 0 1,0 1-1,1 0 0,0 0 0,0 1 1,1 1-1,0-1 0,18-9 0,-28 18 29,0 0 0,1 0-1,-1 0 1,1 0 0,0 0-1,-1 0 1,1 0 0,0 1-1,-1-1 1,1 1 0,0-1-1,0 1 1,-1 0 0,1 0 0,0-1-1,0 1 1,0 1 0,-1-1-1,1 0 1,0 0 0,0 1-1,0-1 1,-1 1 0,1-1-1,0 1 1,-1 0 0,1-1-1,-1 1 1,1 0 0,2 2-1,-1 2 114,1 0 0,-2-1-1,1 1 1,-1 0-1,1 0 1,-1 1 0,-1-1-1,2 6 1,2 4 91,1-27-259,1-1 0,0 2 0,1-1 1,1 1-1,-1 0 0,2 1 0,-1 0 1,1 0-1,15-10 0,-24 19 71,0 1 1,0-1-1,0 1 1,0 0-1,0-1 1,0 1-1,0 0 1,0-1-1,0 1 1,0 0-1,0 0 1,0 0-1,1 0 1,-1 0-1,0 0 1,0 0-1,0 0 1,0 1-1,0-1 1,0 0-1,0 1 1,0-1-1,0 1 1,0-1-1,0 1 1,-1-1-1,1 1 1,0-1-1,0 1 1,0 0-1,0 0 1,-1-1-1,1 1 1,0 0-1,-1 0 0,1 0 1,-1 0-1,1 0 1,-1 0-1,1 0 1,-1 0-1,0 0 1,0 0-1,1 0 1,-1 1-1,2 7 157,-1 0 0,0 0 0,0 0 0,-2 12 0,1-11-284,0-10-79,1 1 1,-1 0 0,0 0-1,0 0 1,1-1 0,-1 1-1,0 0 1,1 0 0,-1-1-1,1 1 1,-1 0 0,1-1-1,-1 1 1,1-1 0,0 1-1,-1-1 1,1 1 0,0-1-1,-1 1 1,1-1 0,0 1-1,0-1 1,1 1 0,5 1-4192,0-1-3276,6-1-2960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33.1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8004,'0'0'13382,"0"48"-14055,0-46-1183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33.3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10181,'0'0'6739,"68"119"-16808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33.79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110 195 5250,'0'0'13476,"-13"10"-12844,6-5-448,-42 33 683,45-34-660,0 0 0,1-1 0,-1 1 1,1 0-1,-1 1 0,1-1 0,1 1 1,-1-1-1,1 1 0,-1 0 1,0 5-1,2-7-136,0-1 1,1 0-1,0 0 1,-1 0-1,1 0 0,0 0 1,0 1-1,0-1 1,1 0-1,-1 0 0,0 0 1,2 4-1,-2-5-63,1-1 0,-1 1 0,0-1-1,1 1 1,-1-1 0,0 1 0,1-1-1,-1 0 1,1 1 0,-1-1 0,1 1 0,-1-1-1,1 0 1,-1 0 0,1 1 0,-1-1-1,1 0 1,-1 0 0,1 0 0,0 0 0,-1 0-1,1 0 1,-1 1 0,1-1 0,0 0-1,-1-1 1,1 1 0,-1 0 0,2 0-1,1-1-3,0-1-1,1 1 1,-1-1-1,0 0 0,0 1 1,0-1-1,0-1 0,-1 1 1,1 0-1,0-1 0,-1 1 1,0-1-1,4-6 0,8-13-107,-2-1-1,-1-1 0,-1 0 0,-1-1 0,-1 0 1,-1 0-1,-1 0 0,-2-1 0,0 0 1,-1-38-1,-3 68 194,-1 1 0,0-1-1,0 0 1,0 0 0,0 0 0,-1 0 0,-3 7 0,-7 20 211,6 1-57,3 1 0,0 0-1,2 0 1,6 51 0,-5-81-381,1 0 1,-1 0-1,1-1 1,0 1-1,0 0 0,0 0 1,0-1-1,0 1 1,1-1-1,-1 1 1,1-1-1,0 0 0,0 0 1,0 0-1,0 0 1,0 0-1,0 0 1,0 0-1,1 0 0,-1-1 1,0 1-1,1-1 1,0 0-1,-1 0 1,5 1-1,-4-1-583,0 0 0,0-1-1,0 0 1,0 1 0,1-1 0,-1 0 0,0-1-1,0 1 1,0 0 0,0-1 0,0 0-1,0 0 1,0 0 0,0 0 0,4-2 0,19-16-8460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34.37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149 312 13222,'0'0'11256,"-11"1"-10872,1 0-272,1 1 0,0 0 0,-1 1 0,1-1 1,0 2-1,0 0 0,-10 5 0,15-7-58,1 0 1,-1 1-1,1-1 0,-1 1 1,1 0-1,0-1 0,0 1 1,0 1-1,0-1 1,1 0-1,-1 1 0,1-1 1,0 1-1,0 0 1,0-1-1,1 1 0,-1 0 1,1 0-1,0 1 1,0-1-1,0 0 0,0 7 1,2-10-63,-1-1 1,1 1 0,-1-1 0,1 1-1,0-1 1,-1 1 0,1-1 0,0 0-1,-1 1 1,1-1 0,0 0 0,-1 0-1,1 1 1,0-1 0,0 0 0,-1 0-1,1 0 1,0 0 0,0 0 0,-1 0-1,1 0 1,0 0 0,0 0 0,-1 0-1,1-1 1,0 1 0,0 0-1,1-1 1,-1 1-6,5-2-17,1 0 0,-1-1 0,0 1 0,1-1 0,-1-1 0,-1 1 0,1-1 0,0 0 0,7-8 0,48-48-988,-52 51 775,-3 1 30,1 0 0,-1-1 0,0 0 1,0 0-1,-1 0 0,-1-1 0,0 0 0,4-13 0,17-87-825,-5 19 961,-12 68 1703,-8 35 1345,-2 16-2886,-11 194 1767,11-177-1673,1-28-177,0 0 0,2 0 0,3 29 0,-4-45-61,0-1 0,1 1 0,-1 0 0,0 0 0,1-1 0,-1 1 0,1 0 0,-1 0 0,0-1 0,1 1 0,0-1 0,-1 1 0,1 0 0,-1-1 0,1 1 0,0-1 0,-1 0 0,1 1 0,0-1 0,-1 1 0,1-1 0,0 0 0,0 0 0,-1 1 0,1-1 0,0 0 0,0 0 0,0 0 0,-1 0 0,1 0 0,0 0 0,0 0 0,0 0 0,1 0 0,1-1-173,-1 1 1,1-1 0,0 0 0,-1 0 0,1 0 0,-1 0 0,0 0 0,1 0-1,-1-1 1,4-2 0,2-3-777,-1-1-1,0 0 0,0 0 1,8-14-1,21-42-8240,-9 11 178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34.5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 0 7075,'0'0'16592,"-6"26"-14634,-23 86-232,23-83-674,2 0 0,-2 54 0,-3 7-393,7-63-2328,3-1-5906,-1-6-1354,0-12 2707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35.0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69 1 12870,'0'0'12342,"-6"6"-12014,3-3-231,0 0 1,0 1 0,1-1-1,-1 1 1,1-1-1,0 1 1,0 0 0,1 0-1,-3 6 1,4-9-64,0 0 1,-1 0-1,1 0 0,0 0 0,0 0 1,0 0-1,0 0 0,1 0 0,-1 0 1,0 0-1,0 0 0,0 0 0,1 0 1,-1 0-1,1 0 0,-1 0 0,1 0 1,-1-1-1,1 1 0,0 1 0,1 0-30,0-1 0,-1 0 0,1 0 0,0 0 0,0 0 0,0 0 0,0 0 0,0 0 0,0-1 0,0 1 0,0-1 0,0 0 0,1 1 0,1-1 0,5 1-81,-1-1 0,0 0-1,1 0 1,-1 0 0,0-1 0,10-2-1,-15 2 50,0 0-1,0-1 0,-1 1 1,1 0-1,0-1 0,0 1 0,-1-1 1,1 0-1,-1 0 0,1 0 1,-1 0-1,0 0 0,0-1 1,0 1-1,0-1 0,0 1 1,-1-1-1,2-3 0,-2 6 31,-1-1-1,1 0 0,-1 1 0,0-1 1,1 1-1,-1-1 0,0 0 1,0 0-1,1 1 0,-1-1 0,0 0 1,0 1-1,0-1 0,0 0 1,0 0-1,0 1 0,0-1 0,0 0 1,0 0-1,0 1 0,-1-1 1,1 0-1,0 1 0,0-1 0,-1 0 1,1 1-1,0-1 0,-1 0 1,1 1-1,-1-1 0,0 0 0,0 0 7,-1 0 1,1 0-1,-1 1 0,1-1 0,-1 1 0,0-1 0,1 1 0,-1-1 0,0 1 0,0 0 0,1 0 0,-4 0 0,-2 0 34,1 0 0,0 1 0,-1 0 0,1 0 1,0 1-1,-11 4 0,7-1 174,0 1 1,1 1-1,0 0 1,0 0 0,0 1-1,-8 10 1,13-14-78,1 0 0,-1 1 0,1-1 0,0 1 0,0 0 0,1 0 0,-1 0 0,1 1 0,0-1 0,1 1 0,-1-1 0,1 1 0,0-1 0,0 8 0,1-11-118,-1 0 1,1 0-1,0 0 0,0-1 0,1 1 0,-1 0 0,0 0 1,1 0-1,-1 0 0,1-1 0,-1 1 0,1 0 1,0 0-1,0-1 0,0 1 0,0 0 0,0-1 0,0 1 1,0-1-1,0 0 0,1 1 0,-1-1 0,0 0 1,1 0-1,2 2 0,2-1-15,-1 0 1,1-1-1,0 0 1,0 0 0,0 0-1,0-1 1,6 0-1,1 0 5,10 1-665,-1-1-1,26-3 1,-42 2-87,1-1-1,-1 1 1,0-1 0,1 0-1,-1 0 1,11-7-1,12-13-6643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52.1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 0 1521,'0'0'16135,"-1"20"-15156,-10 55 421,4 1-1,3 0 0,8 112 0,-1-163-1213,1-1 1,8 26-1,-6-30 60,-1 1 0,-2-1 0,4 41-1,-7 105 2375,0-166-2465,-2-29-1708,-15-27-2944,2 10-3478,8 19 1215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54.2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0 689 224,'0'0'5952,"6"1"-1204,25 2-3450,28-7-498,1-3 1,-1-2 0,98-30 0,-19 6 8,872-139 1043,830-87 455,-1117 164-2229,-81 46 919,-566 46-482,68-7-208,73-1 523,-217 11-774,1 0 0,-1-1 0,1 1 0,0 0 0,-1 0 0,1 0 0,0 0 0,-1 0 0,1-1 0,0 1 0,-1 0 0,1 0 0,0 1 0,-1-1 0,1 0 0,0 0 0,-1 0 0,1 0 0,-1 0 0,1 1 0,0-1 0,-1 0 0,1 1 0,-1-1 0,1 0 0,-1 1 0,1-1 0,-1 1 0,1-1 0,-1 1 0,1-1 0,-1 1 0,1-1 0,-1 1 0,0-1 0,1 1 0,-1 0 0,0-1 0,0 1 0,1-1 0,-1 1 0,0 0 0,0-1 0,0 1 0,0 0 0,0-1 0,0 1 0,0 0 0,0-1 0,0 1 0,0 0 0,0-1 0,0 1 0,-1 0 0,1-1 0,0 2 0,-1 15-313,1 111 1349,15 674 2370,-11-738-2961,24 125 1,-16-152-342,-9-27-67,0 0 1,0 0-1,-1 0 0,2 19 1,-4-28 319,-61-12-290,13 2-139,-894-16-2680,644 27 2545,-812 68-385,791-35 274,-633 93-39,354-31 283,388-60 27,-48 6 118,217-42-87,30-1 29,-1 0 0,1 1 1,-1 0-1,-21 5 0,32-5 401,-68-1 424,11 2-2906,-5-1-2719,1-9-6190,23-5-447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57.5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1 226 1793,'0'0'12694,"16"-16"-11152,54-51-83,-67 64-1236,-1 1 1,1-1-1,0 1 1,-1 0-1,1 0 1,0 0-1,0 1 1,1-1-1,-1 1 0,0-1 1,0 1-1,1 0 1,3 0-1,-5 1-149,-1 0-1,0 0 0,0 0 0,1 0 1,-1 0-1,0 1 0,0-1 1,0 1-1,1-1 0,-1 1 1,0-1-1,0 1 0,0-1 0,0 1 1,0 0-1,0 0 0,0 0 1,0-1-1,-1 1 0,1 0 1,0 0-1,0 0 0,0 2 0,2 4 96,0 0 0,-1-1-1,0 1 1,0 1 0,0-1-1,-1 0 1,0 12 0,-1-14-72,2 128 1164,-10-135-1261,4-2-15,1 1-1,0-1 0,0 0 0,0 0 0,1 0 0,-1 0 0,1 0 0,0-1 0,0 1 0,1 0 0,-1-1 0,1 0 0,0 1 0,0-1 1,0-9-1,-1-12-41,4-45 0,-1 34 33,-1 31 14,0 0 0,0 0-1,0-1 1,1 1 0,0 0-1,0 0 1,1 1-1,0-1 1,0 0 0,0 0-1,0 1 1,1-1 0,4-5-1,-4 8-8,1-1 0,-1 1 0,1 0 0,0 0 0,0 0 0,0 1 0,1-1 0,-1 1 0,0 0 0,1 0 0,0 0-1,-1 1 1,1 0 0,0 0 0,0 0 0,-1 0 0,10 1 0,56-1-4865,-40 2-3558,-16-1-354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58.3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1 144,'0'0'19652,"0"13"-18068,0 303 2728,6-137-2319,2-198-6510,-3-14-1433,-4 11-906,-1 5 368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58.6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 4290,'0'0'12841,"4"-2"-11681,9-7-79,-9 6-188,16 13 1567,-14-1-2010,34 43 2924,-15-33-4148,4-11-4039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58.9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129 1 6259,'0'0'11669,"-13"32"-10740,-1-8 31,1 1-80,-1-2-495,1-3-353,-1 0-32,7-2-1073,0 5-1248,-6-5-3329,-7 0-4515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3:59.5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38 2449,'0'0'5088,"3"-6"-4331,6-16 593,-9 21-1242,0 1 0,0-1-1,0 1 1,0 0 0,0-1-1,0 1 1,1-1 0,-1 1-1,0 0 1,0-1-1,0 1 1,1 0 0,-1-1-1,0 1 1,1 0 0,-1-1-1,0 1 1,0 0 0,1 0-1,-1-1 1,1 1 0,-1 0-1,0 0 1,1 0-1,-1-1 1,0 1 0,1 0-1,-1 0 1,1 0 0,-1 0-1,1 0 1,-1 0 0,0 0-1,1 0 1,-1 0-1,1 0 1,-1 0 0,0 0-1,1 0 1,-1 0 0,1 0-1,-1 1 1,0-1 0,1 0-1,-1 0 1,1 0 0,-1 1-1,0-1 1,1 0-1,-1 0 1,0 1 0,1-1-1,-1 0 1,0 1 0,12 16 1983,6 51 731,-4 2 1,9 116-1,-9-65-1298,71 265 1020,-37-196-1675,-43-172-762,-2-8-65,-1 1-1,0-1 1,-1 1-1,1 17 0,-2-26-222,0-9-3213,-1 1 1819,0 0 1,0 0-1,0 1 0,0-1 0,-1 0 0,0 1 0,-5-9 0,4 5-1454,-5-14-7797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4:00.6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1809,'0'0'7030,"33"9"-1980,-24 13 2231,-9 24-7127,-1-23 754,1 22-66,-2 9-203,2 1 0,3-1-1,3 1 1,22 96 0,-7-82-470,4 10 72,-3 0-1,-4 1 1,11 100-1,-28-169-614,4 71-14141,-5-103 6727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4:01.33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 1 3858,'0'0'7099,"-5"4"-6042,-1 2-468,0 1 1,1-1-1,0 1 1,1 0 0,-1 1-1,1-1 1,1 1-1,-1 0 1,1-1 0,1 2-1,-1-1 1,1 0-1,1 0 1,-2 15 0,3 29 869,-1 15 226,3 0-1,18 118 0,-6-102-796,-4 2 1,0 126-1,-4-48-42,-6-162-841,2-1-1460,13 0 3657,-10 0-4325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4:03.2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77 4530,'0'0'6934,"7"-4"-6454,17-8-44,1 0-1,0 2 0,1 1 1,0 2-1,0 0 1,0 1-1,1 2 0,0 1 1,53 0-1,-79 3-421,0 0 0,0 0 0,0 1 0,0-1-1,0 0 1,1 0 0,-1 1 0,0-1 0,0 1 0,0-1-1,0 1 1,0-1 0,0 1 0,-1 0 0,1-1 0,0 1 0,0 0-1,0 0 1,-1-1 0,1 1 0,0 0 0,-1 0 0,1 0 0,0 2-1,1 0 110,-1 0 0,0 1 0,0-1-1,0 1 1,0-1 0,-1 1 0,0-1 0,1 5-1,-1-3 21,0 0-1,0-1 0,-1 1 1,1 0-1,-1-1 1,0 1-1,0-1 0,-1 1 1,1-1-1,-1 1 0,0-1 1,0 0-1,-4 5 0,-59 41 835,64-50-964,7 0-222,0 1 191,0-1 1,0 1 0,0 0-1,-1 0 1,1 0 0,0 1-1,0 0 1,-1 0 0,1 1-1,-1 0 1,0 0 0,0 0-1,0 0 1,0 1 0,0 0-1,-1 0 1,1 0 0,-1 0-1,0 1 1,-1-1 0,1 1-1,-1 0 1,0 1 0,0-1-1,0 0 1,-1 1 0,0-1-1,0 1 1,0 0-1,-1 0 1,0 0 0,1 9-1,-2-13 41,0 1-1,-1-1 0,1 0 0,0 0 0,-1 0 0,0 0 0,1 0 0,-1 0 0,0 0 0,0-1 0,0 1 0,0 0 0,0 0 0,0-1 0,-1 1 0,1 0 0,-1-1 0,1 1 0,-1-1 0,1 0 1,-3 2-1,-2 0 136,0 0 0,0 0 0,0 0 0,0-1 0,0 0 0,-13 3 0,-7-1 809,-1-2 0,-38 0-1,64-2-962,-29 1-625,28-1-1668,6 0-605,11-1-1216,5-1-3491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4:04.59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 2305,'0'0'11608,"9"-3"-9844,-3 1-1496,-5 1-206,0 1 0,0-1 0,0 0 0,0 1 0,1-1 0,-1 1 0,0-1 0,0 1 0,0 0 0,1-1 0,-1 1 0,0 0 0,1 0 1,-1 0-1,0 0 0,0 0 0,1 0 0,-1 0 0,0 1 0,0-1 0,1 0 0,-1 1 0,0-1 0,0 1 0,0-1 0,0 1 0,1-1 0,-1 1 0,0 0 0,0 0 0,0-1 0,0 1 1,-1 0-1,1 0 0,0 0 0,0 0 0,0 0 0,-1 0 0,1 0 0,-1 1 0,1-1 0,-1 0 0,1 0 0,-1 0 0,1 1 0,-1-1 0,0 2 0,9 33 2257,8 73 0,-10 112-687,-7-200-1595,0 68-528,0-52-5018,-8-36-3321,-4-5 1728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4:04.8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1 204 2721,'0'0'2089,"17"-24"112,56-79 587,-68 95-2309,0 2-1,1-1 1,0 1-1,0-1 0,0 1 1,1 1-1,-1 0 1,2 0-1,7-5 1,-9 8 1,0 0 0,1 0 0,-1 0 0,1 1 0,0 0 0,-1 0 0,1 1 1,10 0-1,-16 0-421,1 0 0,-1 0 0,1 0 1,-1 1-1,1-1 0,-1 1 0,1-1 1,-1 1-1,0-1 0,1 1 0,-1 0 1,0-1-1,0 1 0,1 0 0,-1 0 1,0 0-1,0 0 0,0 0 0,0 0 0,0 0 1,0 1-1,1 0 0,0 2 23,0 0 0,-1 0-1,1 0 1,-1 0 0,0 0-1,0 0 1,0 1 0,0 3-1,0 1 4,0 0 1,-1-1-1,-1 1 0,1 0 1,-1-1-1,-1 1 0,0-1 1,-2 9-1,2-13-60,0 0 0,1-1 1,-1 1-1,-1-1 0,1 0 0,0 1 1,-1-1-1,0 0 0,0 0 0,1-1 0,-2 1 1,1-1-1,0 1 0,0-1 0,-5 2 0,-3 0-76,1 0-1,-1 0 1,-21 3-1,-11 3-2170,41-8 1442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4:05.0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6115,'0'0'17160,"34"120"-16600,-34-109-352,0-2-208,0-2-128,0-5-897,0 0-1344,-20-2-6803,6-18 1072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4:05.2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6339,'0'0'12374,"7"79"-12374,-1-50-833,1 3-1792,-7-3-1969,14-4-1441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4:05.5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23 5523,'0'0'13344,"7"21"-11425,1 9-1263,-5-15-179,1-1 0,0 1 0,2-1 0,11 23 0,-14-30-145,1 0 0,1-1 0,-1 0 0,1 0 0,0 0 0,8 6 0,-12-11-346,0 0 1,0-1-1,0 1 1,0-1 0,0 1-1,0-1 1,0 1-1,0-1 1,0 0 0,0 0-1,0 1 1,0-1-1,0 0 1,0 0 0,1 0-1,-1 0 1,0 0-1,0 0 1,0-1 0,0 1-1,0 0 1,0-1-1,0 1 1,0 0 0,0-1-1,0 1 1,0-1-1,0 1 1,0-1 0,0 0-1,-1 0 1,1 1-1,0-1 1,0 0 0,-1 0-1,1 0 1,0 1-1,-1-1 1,1 0 0,-1 0-1,1 0 1,-1 0-1,0 0 1,1 0 0,-1 0-1,0 0 1,1-2-1,0 0-39,85-165-528,-79 140 103,-6 25-908,-1 12-768,0-6 1738,-4 17-3860,1 0-5135,3-12 3363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4:05.9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197 43 3362,'0'0'15046,"-23"4"-13373,-71 15-69,89-18-1498,1 0 0,0 1 0,0-1 0,0 1 1,1 0-1,-1 0 0,0 0 0,1 0 0,-1 1 1,1 0-1,0-1 0,-1 1 0,1 0 1,1 1-1,-1-1 0,0 0 0,1 1 0,0 0 1,-3 4-1,3 0-12,0-1 0,0 1 0,0 0 0,1-1 0,0 1 0,1 0 0,0 10 0,0-16-94,0 0 0,0-1 0,0 1 0,1 0 0,-1-1 0,0 1 0,1-1-1,0 1 1,-1-1 0,1 1 0,0-1 0,0 1 0,0-1 0,0 0 0,0 1 0,0-1 0,0 0 0,0 0 0,0 0 0,1 0 0,-1 0 0,0 0 0,1 0 0,-1-1 0,1 1 0,-1 0 0,1-1 0,-1 1 0,1-1 0,0 1 0,2-1 0,7 2-82,0-1 0,-1 0 0,21-2 0,-14 1-19,-12 0 71,1-1 1,-1 1-1,1-1 0,0 0 1,-1-1-1,0 1 1,1-1-1,-1 0 0,0 0 1,0-1-1,0 0 0,0 1 1,0-2-1,-1 1 0,1 0 1,-1-1-1,0 0 1,0 0-1,0 0 0,-1-1 1,6-8-1,-5 6 30,0 0-1,-1 0 1,0-1 0,0 1 0,-1-1-1,1 0 1,-2 1 0,1-1-1,-1 0 1,0 0 0,-1 0 0,0 0-1,0-1 1,-3-13 0,2 20 3,0 0 0,0 0 1,0 0-1,0-1 0,-1 1 1,1 1-1,0-1 0,-1 0 0,0 0 1,1 0-1,-1 1 0,0-1 1,0 1-1,0 0 0,0-1 0,0 1 1,0 0-1,-1 0 0,1 0 1,0 1-1,0-1 0,-1 0 1,1 1-1,0-1 0,-5 1 0,0-1-504,0 0-1,0 1 1,0 0-1,0 0 0,0 1 1,0-1-1,-11 4 1,4 9-4207,12-7-3030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4:06.2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 0 7860,'0'0'4612,"-8"21"-1301,-2 2-2226,4-8-209,0 0-1,0 1 1,2-1-1,-1 1 1,2 0 0,-2 28-1,4 156 4466,1-191-5250,1 0 0,0 1 0,0-1 0,1 0 0,0 0 1,1 0-1,6 13 0,-9-20-228,1 0 0,0 0 0,0 0 1,0 0-1,0 0 0,0 0 1,1 0-1,-1 0 0,0-1 0,1 1 1,-1 0-1,1-1 0,0 1 1,0-1-1,-1 0 0,1 0 1,0 0-1,0 0 0,0 0 0,0 0 1,0 0-1,0 0 0,1-1 1,-1 1-1,0-1 0,0 0 0,0 1 1,1-1-1,-1 0 0,0 0 1,0-1-1,0 1 0,1 0 0,-1-1 1,0 1-1,4-2 0,-5 1-184,1-1-1,0 1 1,-1 0-1,1 0 1,-1-1-1,0 1 0,1-1 1,-1 1-1,0-1 1,0 1-1,0-1 1,0 0-1,0 0 0,0 1 1,0-1-1,-1 0 1,1 0-1,0-3 1,4-37-10183,-5 21 3317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4:06.39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0 109 7796,'0'0'13830,"149"-41"-13686,-95 28-144,1-1-1793,-1-4-1792,0-5-5107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4: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5106,'0'0'16136,"28"2"-14488,-1 2-591,-7 1-497,7-1-256,7-1-256,-7-1 0,0-2-48,-7 0-448,-6 0-864,0 0-1682,-8 0-1408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4:07.1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36 3922,'0'0'20345,"47"12"-19657,-13-12-495,0 0-193,7-5-673,6-4-1488,-6-7-2081,0-2-4866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4:08.5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26 2145,'0'0'21647,"16"3"-21479,460-22 750,-463 16-611,-13-2 1468,0 5-1719,-1-1 0,0 1 0,1 0 0,-1 0 0,0 0 0,1 0 0,-1 0 1,0 0-1,1-1 0,-1 2 0,0-1 0,1 0 0,-1 0 0,0 0 0,1 0 0,-1 0 0,0 0 0,1 1 1,-1-1-1,0 0 0,1 1 0,-1-1 0,1 0 0,-1 1 0,1-1 0,-1 1 0,0 0 0,-93 97 96,52-62-120,-84 77 1009,152-120-1194,0 1-1,1 1 1,48-2-1,-50 5-17,-13 1-60,0 0 0,0 1 0,0 1-1,17 2 1,-26-3 205,-1 1 0,0-1-1,0 1 1,1 0 0,-1 0 0,0 0-1,0 0 1,0 0 0,0 0-1,0 0 1,0 1 0,0-1 0,-1 1-1,1-1 1,0 1 0,-1 0 0,1 0-1,-1 0 1,0 0 0,1 0 0,-1 0-1,0 0 1,0 0 0,0 0-1,-1 0 1,1 1 0,-1-1 0,1 3-1,1 5 31,-1 0 0,0 1 1,-1-1-1,0 0 0,-1 0 0,0 0 0,0 0 0,-1 0 0,-3 10 0,2-14 27,0 0 0,0 0 0,0 0 1,0-1-1,-1 1 0,0-1 0,0 0 0,-1 0 0,1 0 0,-1-1 1,0 0-1,0 0 0,-1 0 0,1 0 0,-9 3 0,-9 4 188,-1-1-1,0-1 0,-1-1 1,0-1-1,0-1 1,-42 3-1,16-5 630,0-2-1,-70-7 0,120 5-842,1 0-1,-1 0 1,0 0-1,0 0 1,0-1-1,1 1 1,-1 0-1,0-1 1,0 1-1,1 0 1,-1-1-1,0 1 1,1-1-1,-1 1 1,1-1-1,-1 1 1,0-1-1,1 0 1,-1 1-1,1-1 1,0 0-1,-1 1 1,1-1-1,-1 0 1,1 0-1,0 1 1,0-1-1,-1 0 1,1 0-1,0 1 1,0-1-1,0 0 1,0 0-1,0 0 1,0 1-1,0-1 1,0 0-1,0 0 1,0 0-1,1 0 0,-1 0-55,0 1 0,0 0-1,0-1 1,0 1 0,0 0-1,1-1 1,-1 1 0,0 0-1,0 0 1,0-1-1,0 1 1,0 0 0,1 0-1,-1-1 1,0 1 0,0 0-1,1 0 1,-1 0-1,0-1 1,0 1 0,1 0-1,-1 0 1,0 0 0,0 0-1,1 0 1,-1-1-1,0 1 1,1 0 0,-1 0-1,0 0 1,1 0 0,-1 0-1,1 0 1,0 1-133,0-1 0,-1 1 0,1 0 1,0-1-1,0 1 0,0 0 0,-1 0 0,1-1 0,0 1 1,-1 0-1,1 0 0,-1 0 0,1 0 0,-1 0 0,0 0 1,1 0-1,0 2 0,0 0-885,4 12-4116,-4-5-2162,-1-1-1249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4:23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0 624,'2'1'15094,"3"13"-14055,15 248 2018,-19-245-2834,1 0 0,6 27 0,2 27 891,-7-70 48,0-1-4247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4:24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0 304,'0'0'9170,"4"1"-5440,20 8-2229,-12 2-1117,0 1-1,-1 0 1,0 1-1,-1 0 1,-1 1-1,0 0 1,-1 1-1,0-1 1,-1 1-1,-1 1 1,6 19 0,-11-33-610,8 14 754,7-11-3901,-16-12-4380,0-2 1558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4:25.4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 1 1505,'0'0'4063,"-5"0"1008,-17 2-108,17 2-4753,1 2 0,0-1 1,1 0-1,-1 1 0,1 0 1,0 0-1,0 0 0,1 0 1,-2 7-1,-3 4 139,-5 6 202,0-1-1,-22 29 1,-2 3 819,27-36-980,5 10-12516,4-17 7268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4:33.5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7 4066,'-5'-5'15201,"1"4"-16233,1 1 1048,1 1-1,-1 0 1,1 0-1,-1 0 1,1 0 0,0 1-1,0-1 1,-1 1-1,1-1 1,0 1 0,0 0-1,1 0 1,-1 0-1,0 0 1,-2 3 0,-27 40 688,28-40-535,-3 7 57,1 0 1,0-1-1,1 2 0,1-1 0,0 0 0,1 1 0,0 0 0,1-1 1,0 1-1,1 0 0,2 24 0,-1 4 491,20 56 254,-21-96-962,0-1-1,0 1 1,0-1-1,0 1 1,0-1-1,1 1 1,-1 0-1,0-1 0,0 1 1,1-1-1,-1 1 1,0-1-1,1 1 1,-1-1-1,0 0 1,1 1-1,-1-1 1,1 1-1,-1-1 1,0 0-1,1 1 1,-1-1-1,1 0 1,-1 0-1,1 1 0,0-1 1,-1 0-1,1 0 1,-1 0-1,2 0 1,25 1 445,-22-1-366,1-1 1,-1 0-1,0 0 1,0-1-1,0 0 1,0 0-1,8-3 1,22-34 227,-30 32-197,0 1 0,1-1-1,0 1 1,10-8 0,-15 10 85,0 0 1,-1 0 0,1 0 0,-1 0 0,0 0 0,0 0-1,-1-7 1,0 4-112,15-162 785,-18 162-788,-1 0 1,1 1-1,-1-1 0,0 1 1,-1 1-1,0-1 1,1 1-1,-11-7 1,13 10-48,0 0 0,0 0 1,0 1-1,-1-1 0,1 1 1,-1 0-1,1 0 0,-1 0 1,0 0-1,1 1 1,-1-1-1,0 1 0,1 0 1,-1 0-1,0 0 0,1 1 1,-1-1-1,-7 3 0,5-1-25,-1 1-1,1 0 1,0 0-1,-1 1 0,1 0 1,1 0-1,-1 0 1,1 1-1,-6 5 0,9-7-9,2-3-21,14 0-19388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4:37.2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110 125 1105,'0'0'10047,"-1"-6"-9159,0-1-611,0 0-1,0 0 0,1 0 1,0 0-1,0 0 0,1 0 1,0 0-1,0 0 1,3-8-1,-4 13-244,1-1-1,0 1 1,0 0 0,0 0-1,0 0 1,0 0 0,1 0 0,-1 0-1,1 0 1,-1 0 0,1 0-1,0 1 1,0-1 0,0 0-1,0 1 1,0 0 0,0 0-1,0-1 1,0 1 0,0 0 0,0 0-1,1 1 1,-1-1 0,0 0-1,1 1 1,-1 0 0,1-1-1,-1 1 1,0 0 0,1 0 0,-1 1-1,4-1 1,-4 2-30,0 0-1,0 0 1,0-1-1,0 1 1,0 0 0,0 1-1,-1-1 1,1 0-1,-1 1 1,1-1 0,-1 0-1,0 1 1,0 0 0,0-1-1,1 6 1,-1-5 1,3 14 23,-1-1-1,-1 1 0,0 0 1,-1 0-1,-1 0 1,-2 25-1,0 8 3,1-39-18,0 0 0,-1 0 0,0 1 0,-1-1 0,0-1 0,-1 1 0,0 0 0,0-1 0,-1 0 0,-1 0 0,-10 15 0,13-20-16,0-1-1,-1 1 1,1-1 0,-1 0 0,0 0 0,0 0 0,0-1-1,0 1 1,-1-1 0,0 0 0,1 0 0,-1-1 0,0 0 0,0 1-1,0-2 1,-1 1 0,1 0 0,0-1 0,-1 0 0,1 0-1,-1-1 1,1 0 0,-1 0 0,1 0 0,-11-2 0,14 2 32,1-1 0,-1 0 0,1 1 0,-1-1 0,1 0 0,-1 0 0,1 0 0,0 0 0,-1 0 0,1 0 0,0 0 0,0-1 0,-1 1 0,1 0 0,0-1 0,1 1 0,-1-1 0,0 1 0,0-1 0,1 1 0,-1-1 0,0 1 0,1-1 0,0 0 0,-1 1 0,1-1 0,0 0 0,0 1 0,0-1 0,0 0 0,0 0 0,0 1 0,1-4 0,0 2 32,-1 0 0,1 1 0,-1-1 0,1 0 0,0 1 0,0-1 0,0 1 0,1-1 0,-1 1 0,0-1 0,1 1 0,0 0 0,-1 0 0,1 0 0,0 0 0,0 0 0,0 0 0,1 0 0,-1 1 0,3-2 0,8-1 405,0 1 0,1 1 0,-1 0 0,1 1 0,-1 1 1,1 0-1,18 2 0,12 0 346,90 5 5943,-132-7-6690,-14 0-4697,0-1 140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4:39.0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1 3506,'0'0'8273,"-1"11"-1398,-4 48-5248,2 161 2039,5-118-2401,-1-92-1088,0 0 0,0 0 0,1 0 0,1-1 0,0 1 0,0 0 1,0-1-1,1 0 0,8 12 0,-9-11-8738,-3 1 3530,-6 21-2128,-17 9 1071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4:46.1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0 574 1217,'0'0'11802,"7"-8"-10398,44-75-503,50-87-629,-86 142-301,-2-1 1,-1 0 0,-1-1 0,7-35 0,-16 48 44,0 1-1,-1-1 1,-2-27-1,-1 7 246,2 37-157,-3 0-96,0 0 1,0 1-1,-1-1 1,1 1-1,0 0 1,0 0-1,0 0 1,0 0-1,0 1 1,0-1-1,0 1 1,0 0-1,1 0 0,-1 0 1,1 0-1,-1 0 1,1 1-1,0-1 1,0 1-1,0-1 1,0 1-1,0 0 1,-1 3-1,-5 10 108,1 0-1,1 0 0,-7 24 1,-2 5-53,11-36 12,0 1 0,1-1-1,0 1 1,1 0 0,0 0-1,0 1 1,1-1 0,0 0 0,1 0-1,0 1 1,0-1 0,2 0-1,-1 0 1,4 12 0,-1-8 167,-1 0 0,0 1 0,0-1 0,-2 1 0,0 0 0,0-1 0,-4 27 0,2-27-56,0 1 0,1-1 0,1 1 1,0-1-1,1 1 0,0-1 0,8 24 0,-9-35-126,0 0 0,0 0 0,0 0-1,1 0 1,-1 0 0,1-1-1,-1 1 1,1-1 0,0 1 0,0-1-1,1 0 1,-1 1 0,4 1 0,-3-2 86,1-1 1,0 1-1,0-1 1,0-1 0,0 1-1,0 0 1,0-1 0,1 0-1,5 0 1,8 0 344,0 0 0,0-1-1,0-1 1,0 0 0,22-7 0,-37 8-1545,4-3 4156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4:55.186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41 2 560,'0'0'13348,"-13"18"-12209,-14 0-592,76-18 926,0-3 1,82-16-1,-113 16-1080,-12 3-135,1-1 0,-1-1 0,0 1 0,0-1 0,0 0 0,7-3 27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4:56.186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0 12 1201,'7'-1'18650,"27"-1"-18246,-1 2 1440,66-9 936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36.9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 52 10661,'0'0'13019,"35"-38"-12576,-10 25-448,-24 12-11,-1 4 19,-1 0 0,1 0 0,-1 0 0,0-1 0,0 1 1,0 0-1,-1 0 0,1-1 0,-1 1 0,1-1 0,-1 0 1,0 1-1,0-1 0,0 0 0,-3 2 0,-38 31 70,36-30-66,-7 6 3,7-5-3,-1-1 0,0 1 0,0-1-1,0 0 1,-12 4 0,13-8-20,7-5-31,0 0 0,0 1 1,0-1-1,1 0 0,0 0 1,0 0-1,3-7 0,-1 4 8,1 1-1,-1-1 1,2 1-1,-1 0 1,9-8-1,-12 12 78,0 0 0,1 1 0,-1-1 0,1 0 0,0 1 0,-1 0 0,1-1 0,0 1 0,0 0 0,0 0 0,0 0 0,0 0 0,0 0 0,0 1 0,0-1 0,0 1-1,1-1 1,-1 1 0,0 0 0,0-1 0,1 1 0,3 1 0,3 6 28,-9 12-5874,-16 11-5266,2-10 3235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42.981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1 435 2001,'0'0'8967,"34"-7"-7964,264-81-16,-201 65-829,119-14-1,-20 5-163,6-12 5,205-34 96,-120 23-61,-74 11 716,-154 36 183,85-1-1,-66-1 2341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03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3474,'0'0'7144,"6"18"-5847,11 40 615,-2 0 0,14 110 0,-24 32 444,3 51-468,-7-185-1383,-3-53-416,2-1 0,0 1 0,1 0 0,0 0 0,0 0 0,2 0 0,6 21 0,-3-25-3069,-6-23-331,-9-40-3971,6 37 4234,-4-28-3443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05.9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27 837 112,'0'0'4013,"-4"-8"-3298,-14-22-105,13 22 5265,32 7-3804,-1-2 0,45-10 0,4-1-1177,463-54-149,-417 54-746,350-48-11,-5-32 6,508-158 25,-823 220 193,188-14 0,-172 26-103,197-40 172,43-6 423,-100 23 2201,-305 43-2830,-1-1 0,1 1 0,-1-1-1,1 1 1,0 0 0,-1 0 0,1 0 0,-1 0 0,1 0-1,0 0 1,-1 0 0,1 0 0,-1 1 0,1-1 0,0 1-1,-1-1 1,3 2 0,-4-1-7,1 1 0,0-1 0,-1 1 0,1 0 0,-1-1 0,0 1 0,1 0 0,-1 0 0,0-1 0,0 1 0,0 0 0,0 0 0,-1 2 0,1 11 50,-4 173 482,-1-81 446,20 208 0,11-23 666,-5-40-1161,-18-212-354,-4 54 0,0-34 249,1-62-456,-1 0-1,1 1 1,-1-1 0,0 0-1,0 1 1,1-1 0,-1 1-1,0-1 1,0 1 0,-1 0 0,1-1-1,0 1 1,0 0 0,-1 0-1,1 0 1,0 0 0,-1 0-1,1 0 1,-1 0 0,0 0 0,-2-1-1,-40-12-138,-15 9-55,0 3 1,0 2-1,-88 12 1,-366 67-767,59-6 611,84-29-106,-798 127 205,412-45 951,279-54-291,455-68-320,-1 0 334,-1-2 0,-35 0 0,48-2-317,9 0 1331,37-1-10985,-15-6 1996,0-15-5106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06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40 560,'0'0'3530,"-9"-5"-3122,-42-27 1030,51 32-1182,-1-1 0,1 1 1,0 0-1,-1 0 0,1-1 0,0 1 1,-1 0-1,1 0 0,0 0 0,-1 0 0,1 0 1,0 0-1,-1-1 0,1 1 0,-1 0 0,1 0 1,0 0-1,-1 0 0,1 0 0,0 0 0,-1 1 1,1-1-1,-1 0 0,1 0 0,0 0 0,-1 0 1,1 0-1,0 0 0,-1 1 0,1-1 1,0 0-1,-1 0 0,1 1 0,0-1 0,0 0 1,-1 0-1,1 1 0,0-1 0,0 0 0,-1 1 1,1-1-1,-6 24 3236,4 40-3565,2-51 1607,0 24-696,2 0 0,1 0 0,1 0 1,3 0-1,18 62 0,17 12 248,13 45-6,-48-131-923,-1 0 1,-2 1-1,0 0 1,0 36-1,-5-18 213,2 0-1,2 1 1,13 63-1,-16-112-168,-14-86-2637,12 77 185,-1 0-1,-1 0 0,-8-18 0,-9 4-5152,-17 0-2739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07.6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80 352,'0'0'12689,"-4"-8"-6561,1-2-5643,3 1-322,0 5-121,0 1 0,0-1 0,0 1 0,0 0 0,0-1 0,1 1 0,0 0 0,0-1 0,1-2 0,-1 4-40,0 1 0,0 0 0,0 0-1,0 0 1,0 0 0,1 0 0,-1 0 0,0 0 0,1 0-1,-1 1 1,1-1 0,-1 0 0,1 1 0,-1-1 0,1 1 0,-1 0-1,1-1 1,-1 1 0,1 0 0,0 0 0,-1 0 0,1 0-1,2 0 1,-2 1 7,1 0-1,-1 0 0,0 0 0,0 0 1,1 0-1,-1 0 0,0 0 0,0 1 1,0-1-1,0 1 0,0-1 1,0 1-1,-1 0 0,1 0 0,-1 0 1,1 0-1,-1 0 0,0 0 1,1 0-1,-1 0 0,0 0 0,0 1 1,-1-1-1,1 0 0,0 1 0,0 3 1,14 77 527,-13-70-429,1 11-50,0 0 0,-1 0 0,-2 0 0,0 1-1,-6 31 1,5-47-50,-1-1-1,0 1 1,-1-1-1,0 0 1,0 0-1,-1 0 1,0 0-1,-1-1 1,1 0-1,-1 0 1,-1 0-1,1 0 1,-1-1-1,0 0 1,-1 0-1,1 0 1,-1-1-1,-11 6 1,17-10-4,0 0 0,0 0 0,0 0 1,0 0-1,0-1 0,0 1 1,0-1-1,0 1 0,0 0 0,0-1 1,-1 0-1,1 1 0,0-1 1,0 0-1,0 0 0,-1 1 1,1-1-1,0 0 0,0 0 0,-1 0 1,1-1-1,0 1 0,0 0 1,-1 0-1,1-1 0,0 1 0,0 0 1,0-1-1,0 1 0,-1-1 1,1 0-1,0 1 0,0-1 0,0 0 1,0 0-1,1 0 0,-1 0 1,0 1-1,0-1 0,0 0 0,1 0 1,-1-1-1,0 1 0,1 0 1,-1 0-1,1 0 0,-1 0 1,1 0-1,0-2 0,-3-7 24,2 0 0,0 0 0,0-1 0,1-18 0,1 16 103,3 12-61,1 0 1,0 0-1,-1 0 0,1 1 1,0 0-1,-1 0 0,7 1 0,-7-1-7,64 2 861,-39 0-630,0-2-1,0 0 0,39-7 0,-68 7-738,19-6 1440,-17 4-4535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08.4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50 160,'0'0'6035,"3"-8"-5331,12-24 243,-15 32-834,0-1 0,0 1 0,0-1 0,1 1-1,-1-1 1,0 1 0,0-1 0,1 1 0,-1-1 0,0 1-1,1-1 1,-1 1 0,1 0 0,-1-1 0,0 1 0,1-1-1,-1 1 1,1 0 0,-1 0 0,1-1 0,-1 1 0,1 0-1,-1 0 1,1 0 0,-1-1 0,1 1 0,-1 0 0,1 0-1,0 0 1,-1 0 0,1 0 0,-1 0 0,1 0 0,-1 0-1,1 0 1,-1 0 0,1 1 0,0-1 0,-1 0 0,1 0-1,-1 0 1,1 1 0,-1-1 0,1 0 0,-1 1 0,0-1-1,1 0 1,-1 1 0,1-1 0,-1 0 0,0 1-1,1-1 1,-1 1 0,0-1 0,1 1 0,-1-1 0,0 1-1,0-1 1,1 2 0,10 27 4082,-10 59 1400,11 44-2757,12 109 84,13 80-759,-7-143-1888,21 85-112,-44-245-284,-6-33-275,-9-33-1405,4 41 170,0 0 0,-1 0 1,1 0-1,-1 1 0,-1-1 1,1 1-1,-1 1 0,-10-9 1,-16-10-8813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09.2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61 1105,'0'0'8473,"-5"-5"-7203,2 3-1232,2 1 77,0-1-1,0 1 0,-1 0 1,1-1-1,-1 1 0,1 0 1,-1 0-1,1 0 0,-1 0 1,0 0-1,1 0 1,-1 1-1,0-1 0,0 0 1,0 1-1,0-1 0,1 1 1,-1 0-1,0 0 1,0 0-1,0 0 0,0 0 1,0 0-1,0 0 0,0 1 1,1-1-1,-1 1 1,0-1-1,0 1 0,0 0 1,1-1-1,-1 1 0,-1 1 1,-6 5 479,1 0 1,0 0 0,0 0-1,1 1 1,0 0 0,0 1-1,1 0 1,-10 17 0,13-20-426,1 0 0,-1-1 0,1 1 0,0 0 0,1 0 1,-1 1-1,1-1 0,0 0 0,1 0 0,0 1 0,0-1 1,0 0-1,1 1 0,0-1 0,0 0 0,3 10 1,1-8-139,1 0 1,-1-1 0,2 1 0,-1-1-1,1-1 1,0 1 0,0-1 0,1 0 0,0-1-1,0 0 1,16 8 0,-22-12-19,1-1 1,-1 1-1,1-1 0,-1 1 1,1-1-1,-1 0 1,0 0-1,1 0 0,-1 0 1,1-1-1,-1 1 0,1-1 1,-1 1-1,0-1 1,1 0-1,-1 0 0,0 0 1,0 0-1,4-3 0,-1 1-2,-1-1 0,0 0-1,0 0 1,0 0-1,0 0 1,-1-1 0,1 0-1,3-7 1,-2 2 12,0 0 1,0 0-1,-1-1 1,-1 0-1,0 0 0,0 0 1,-1 0-1,1-16 1,-3 17 158,0-1 0,0 1 0,-1-1 0,-1 1 0,0 0 0,0 0-1,-1 0 1,0 0 0,-6-12 0,6 18-114,1 0 0,-1 0-1,0 1 1,0-1-1,0 1 1,0 0-1,0 0 1,-1 0-1,1 0 1,-1 1-1,0-1 1,0 1-1,0 0 1,0 0 0,0 1-1,0-1 1,0 1-1,-1 0 1,1 0-1,-1 0 1,1 1-1,-1-1 1,1 1-1,-6 0 1,9 0-444,-23 1 966,14 0-4268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11.3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21 816,'0'0'2324,"-17"-3"-2161,-39-9-1117,34 7 14714,33 11-4613,-5 9-5387,1 25-3815,-4-18 1292,85 266 1332,-74-240-2569,-14-47-10,-1-1 1,1 0-1,0 1 0,-1-1 1,1 0-1,0 0 0,-1 1 1,1-1-1,-1 0 0,1 0 1,0 1-1,-1-1 1,1 0-1,-1 0 0,1 0 1,-1 0-1,1 0 0,0 0 1,-1 0-1,1 0 0,-1 0 1,1 0-1,-1 0 0,1 0 1,-1 0-1,1 0 0,-1 0 1,1 0-1,0 0 0,-1-1 1,1 1-1,-1 0 0,-16-5-874,16 5 692,-1-4-756,0 0 1,1 0 0,-1 0-1,1-1 1,0 1 0,0 0-1,0 0 1,1-1-1,0 1 1,-1 0 0,2-1-1,-1 1 1,1-8 0,0-6-4828,-1-14-3966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12.1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1 3410,'0'0'11191,"-2"0"-10287,-3 7 6911,9 79-4144,25 139-1,-1-24-1908,-11-52-1590,55 218 0,-63-319-172,-7-35 0,0 0 0,1 0 0,1 0 0,0 0 0,10 24 0,-13-36 0,0 1 0,-1 0 0,1-1 0,-1 1 0,1 0 0,-1 0 0,0-1 0,0 1 0,0 0 0,0 0 0,0-1 0,0 1 0,0 0 0,-1 0 0,1-1 0,-2 4 0,2-4 0,0 0 0,-1 0 0,1 0 0,0 0 0,-1 0 0,1 0 0,0 0 0,0 0 0,0 0 0,0 0 0,0 0 0,0 0 0,0 0 0,0 0 0,0 0 0,1 0 0,-1 0 0,0 0 0,1 0 0,-1 0 0,1 0 0,0 1 0,-1-2 0,1-1 0,-1 1 0,1-1 0,-1 0 0,1 1 0,-1-1 0,1 1 0,-1-1 0,0 0 0,1 1 0,-1-1 0,0 0 0,0 0 0,0 1 0,1-1 0,-1 0 0,0 0 0,0 1 0,0-1 0,0 0 0,0 0 0,0 1 0,-1-2 0,3-18-1279,0 1 0,9-38 1,1-6-3709,-4 11-4214,5 1-5494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13.1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5 5170,'0'0'16435,"4"0"-16078,316-4 2394,-319 4-2734,0 1 1,0-1 0,-1 1 0,1-1 0,0 1 0,-1-1 0,1 1-1,0 0 1,-1-1 0,1 1 0,-1 0 0,1 0 0,-1-1-1,0 1 1,1 0 0,-1 0 0,0 0 0,1-1 0,-1 1-1,0 0 1,0 0 0,0 0 0,0 0 0,1 0 0,-2 0 0,1 0-1,0-1 1,0 1 0,0 0 0,0 0 0,0 0 0,-1 0-1,1 0 1,0-1 0,-1 1 0,1 0 0,-1 1 0,-13 35 1062,3-26-938,1 0 0,-1-1 0,-1 0 1,0-1-1,0 0 0,-1-1 0,0-1 1,0 0-1,-1 0 0,0-2 0,0 1 0,-18 3 1,32-9-141,0 0 0,1 0 0,-1 0 0,0 0-1,0 0 1,0 1 0,1-1 0,-1 0 0,0 0 0,0 0 0,0 0 0,0 1 0,1-1 0,-1 0 0,0 0 0,0 0 0,0 1 0,0-1 0,0 0 0,0 0 0,0 1 0,0-1 0,1 0 0,-1 0 0,0 0 0,0 1 0,0-1 0,0 0 0,0 0 0,0 1 0,0-1 0,0 0 0,-1 0 0,1 1 0,0-1 0,0 0 0,0 0 0,0 1-1,0-1 1,0 0 0,0 0 0,0 0 0,-1 1 0,1-1 0,0 0 0,0 0 0,0 0 0,0 0 0,-1 1 0,1-1 0,0 0 0,0 0 0,-1 0 0,1 0 0,20 7-36,2-1-6,4-1-278,44 17 0,-64-20 235,1 1 0,-1 0 0,0 0 0,0 1 0,0-1 0,-1 2 0,1-1 0,-1 0 0,0 1 0,0 0 0,7 10 0,-11-14 90,0 0 0,0 1 0,0 0 0,-1-1 0,1 1 0,-1-1 0,1 1 0,-1 0 0,0-1 0,1 1 0,-1 0 0,0-1 0,0 1 0,0 0 0,0 0 0,-1-1 0,1 1 0,0 0 0,-1-1 0,1 1 0,-1 0 0,0-1 0,1 1 0,-1-1 0,0 1 0,0-1 1,0 1-1,0-1 0,0 0 0,0 0 0,0 1 0,-1-1 0,1 0 0,0 0 0,-1 0 0,1 0 0,-1 0 0,-1 0 0,-9 6 180,0 0 1,0-2-1,-23 9 1,28-12-89,-22 9 588,0 0-1,-1-3 1,0 0 0,-1-2 0,0-1-1,-36 1 1,66-6-954,-1 20-18344,-9-13 10520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17.1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18 592,'0'0'2031,"0"-12"10461,0 7-11408,0 11-868,1 0-1,0 1 1,1-1-1,-1 0 0,1 0 1,3 8-1,9 34 620,-10-7-296,28 224 1160,-31-257-1592,0 1 0,1-1 0,0 0 0,1 0 0,0 1 0,0-1 1,7 11-1,-6-11-1867,-7-28-1443,3-39-8061,0 35 5854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18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84 1969,'0'0'4148,"6"-17"4897,-7 23-8905,-1-1 1,0 1 0,0-1-1,0 0 1,-1 1 0,0-1-1,0 0 1,-5 6-1,-6 11 294,-17 26 225,23-36-566,0-1 0,1 1 0,0 0 0,1 1 0,-7 20 0,8-17 7,6-23 112,9-24-68,73-111-346,-31 50 124,-51 90 101,0 0 0,1 0-1,-1 0 1,1 0 0,0 1 0,0-1 0,-1 0 0,1 1 0,0-1 0,0 1 0,0 0 0,1 0 0,-1 0 0,0 0 0,0 0 0,1 0-1,-1 0 1,0 1 0,1 0 0,-1-1 0,1 1 0,-1 0 0,1 0 0,-1 0 0,1 0 0,-1 0 0,0 1 0,1-1 0,-1 1-1,4 1 1,0 0 158,-1 0-1,1 0 1,-1 1-1,1 0 1,-1 0-1,0 0 0,0 1 1,-1 0-1,1 0 1,-1 0-1,5 5 1,8 13 653,-9-11-341,0 0-1,1-1 0,1 0 1,12 11-1,-18-18-323,1 0-1,0 0 1,0 0 0,0-1 0,0 0-1,0 0 1,1 0 0,-1-1 0,0 1-1,1-1 1,0 0 0,-1-1 0,10 0-1,-15 0-135,1 0 0,-1 0 0,1 0-1,-1 0 1,0 0 0,1 0 0,-1 0-1,1 0 1,-1 0 0,1 0 0,-1 0-1,1 0 1,-1 0 0,0 0 0,1 0-1,-1 1 1,1-1 0,-1 0 0,1 0 0,-1 1-1,0-1 1,1 0 0,-1 0 0,0 1-1,1-1 1,-1 0 0,0 1 0,1-1-1,-1 0 1,0 1 0,0-1 0,1 1-1,-1-1 1,-8 14-1514,-8 1-3171,1-5-3748,8-7-375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24.9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2897,'0'0'9904,"0"30"-9344,10 73 1573,-5-71-1959,1 43 0,4-35-1818,-4-24-1434,-2 0-4499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25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82 4722,'0'0'5528,"10"-13"-5240,33-40 134,-42 52-386,0 0 1,0 0-1,0-1 0,0 1 1,0 0-1,0 0 1,0 0-1,1 1 0,-1-1 1,0 0-1,1 0 1,-1 1-1,0-1 0,1 0 1,-1 1-1,1 0 1,-1-1-1,1 1 1,-1 0-1,3 0 0,-3 0-3,0 0 1,0 1-1,0-1 0,0 1 0,0 0 0,0-1 0,0 1 0,0 0 0,0-1 0,0 1 0,0 0 0,-1 0 1,1 0-1,0 0 0,-1 0 0,1 0 0,-1 0 0,1 0 0,-1 0 0,1 1 0,1 4 154,0 1 0,0-1-1,-1 1 1,0 0 0,0 10 0,-1-11-76,1 4 26,-1-1 0,-1 1-1,0-1 1,0 0 0,-3 14 0,2-20-118,1 1 0,-1-1 0,0 0 0,0 0 0,0 0 0,0 0-1,0 0 1,-1 0 0,1 0 0,-1-1 0,0 1 0,0-1 0,0 0 0,0 0 0,0 0 0,-7 3-1,2-1-3,4-2-12,0 1-1,0-1 1,0 0-1,-1-1 1,1 1-1,-1-1 1,1 0-1,-8 1 1,14-27-5099,9 11 1652,3-1-270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25.5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4626,'0'0'9220,"0"52"-8275,0-38-433,0-3-336,0-4-160,0-5-16,0-25-11973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25.7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2161,'0'0'2865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26.1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4082,'118'123'1662,"-91"-94"1074,-27-23-1659,-3-3-357,4 4-324,0 1 1,0-1 0,1 0 0,0 0-1,0 0 1,1 0 0,-1 0 0,2-1-1,-1 1 1,1-1 0,0 0-1,0 0 1,1 0 0,-1-1 0,1 1-1,8 5 1,-12-11-394,0 1 0,0-1 1,-1 0-1,1 0 0,0 0 0,0 0 0,0 0 0,0 0 1,0 0-1,0 0 0,0 0 0,0-1 0,0 1 0,0 0 1,-1 0-1,1-1 0,0 1 0,0-1 0,0 1 0,-1-1 1,1 1-1,0-1 0,0 1 0,-1-1 0,1 0 0,0 1 1,-1-1-1,1 0 0,-1 0 0,1 1 0,-1-1 0,1-1 0,19-32 51,-18 29-46,14-28-53,-2 0 0,12-43 1,-15 41 55,-9 30-133,-2 14 108,-2 14-2294,5-9-5912,9-13 4221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26.4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24 4770,'0'0'10562,"-16"5"-9438,-48 14-353,62-18-743,1 0 0,-1 0 1,0 0-1,1 1 0,0-1 1,-1 0-1,1 0 1,-1 1-1,1-1 0,0 1 1,0-1-1,0 1 0,0 0 1,0-1-1,0 1 0,1 0 1,-1 0-1,0 0 1,1-1-1,0 1 0,-1 0 1,1 0-1,0 0 0,0 0 1,0 0-1,0 0 1,0 0-1,0-1 0,1 1 1,-1 0-1,0 0 0,1 0 1,0 0-1,-1-1 1,1 1-1,0 0 0,0-1 1,0 1-1,0 0 0,3 2 1,0-3-24,1 0 0,0 0 0,-1-1 1,1 1-1,0-1 0,0 0 0,0 0 0,-1-1 1,1 0-1,0 1 0,-1-1 0,1-1 0,0 1 0,5-3 1,-7 2 2,-1 0 1,1 1 0,-1-1-1,1 0 1,-1 0-1,0 0 1,0 0 0,0-1-1,0 1 1,0 0 0,-1-1-1,1 1 1,-1-1-1,0 0 1,1 0 0,-1 1-1,0-1 1,-1 0-1,1 0 1,0 0 0,-1 0-1,0 0 1,1 0 0,-2-4-1,2 5 11,-1 0 0,0 0-1,0 0 1,0 1 0,0-1 0,0 0-1,0 0 1,-1 0 0,1 0 0,0 0-1,-1 0 1,0 0 0,1 1 0,-1-1-1,0 0 1,0 0 0,0 1 0,0-1-1,-3-2 1,1 3-171,0 0 1,0 0-1,0 0 0,-1 0 1,1 1-1,0-1 0,-1 1 0,1 0 1,0 0-1,-5 0 0,5 0-1721,17 0-10025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26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0 12342,'0'0'6568,"-9"23"-4042,-29 74-941,35-86-1318,-1 0 0,1 0 1,1 0-1,0 0 0,0 0 0,1 1 0,0-1 0,1 1 0,2 13 0,0 11-94,-2-35-191,0 0 0,1 0 1,-1 0-1,1 0 0,-1 0 0,1 0 0,0-1 0,-1 1 0,1 0 0,0 0 0,0 0 1,-1-1-1,1 1 0,0 0 0,0-1 0,0 1 0,0-1 0,0 1 0,0-1 0,0 1 1,0-1-1,0 0 0,0 1 0,0-1 0,0 0 0,0 0 0,0 0 0,0 0 0,0 0 1,0 0-1,1 0 0,41-2-1675,-36-1 1173,0 1-1,0-1 1,-1 0-1,1-1 0,-1 1 1,1-1-1,-1 0 1,11-10-1,-13 10-499,0 0 0,0-1 0,0 1 0,0-1 0,-1 0 0,0 1-1,3-7 1,-2-12-6036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26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7267,'34'116'3298,"-7"-123"-2898,0 2 2289,0 1-800,7-3-1889,-21 5-128,-6-5-2657,-7 0-3058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49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 36 1601,'0'0'4943,"0"-3"-4181,0 0-1,1 0 0,-1 0 0,-1 0 1,1 0-1,0 0 0,-1 0 0,0-4 0,-3 9-752,1 0 0,0 0 0,0 1 0,0-1-1,0 1 1,1 0 0,-1 0 0,1 0 0,0 0-1,0 0 1,0 1 0,0-1 0,0 0 0,1 1 0,-1-1-1,1 1 1,0 0 0,0 0 0,0-1 0,1 1-1,-1 6 1,-1 6 32,1-1 1,0 0-1,2 0 0,1 22 1,0-33-30,-1 1 0,1-1 1,0 0-1,0 0 0,1 0 0,-1 0 1,1-1-1,0 1 0,0-1 1,0 1-1,0-1 0,0 0 0,1 0 1,-1-1-1,1 1 0,0-1 1,0 0-1,0 1 0,0-2 0,8 4 1,-10-4 12,1 0 0,0 0 0,0 1-1,0-2 1,1 1 0,-1 0 0,0-1 0,0 1 0,0-1 0,0 0 0,1 0 0,-1 0 0,0 0 0,0-1 0,0 0 0,0 1-1,1-1 1,-1 0 0,0 0 0,-1-1 0,1 1 0,0-1 0,0 1 0,0-1 0,-1 0 0,1 0 0,-1 0 0,0 0 0,4-4-1,-1-4 166,0 0-1,-1 0 0,0 0 0,-1 0 0,0-1 1,-1 1-1,0-1 0,0-12 0,-1 15-34,0 0 0,-1 0 0,0-1 0,0 1 0,-1 0 0,0 0 0,-1 0-1,0 0 1,0 0 0,-1 0 0,-5-11 0,7 18-116,0-1 0,-1 1 0,0 0 0,1-1 0,-1 1-1,0 0 1,0 0 0,0 0 0,0 0 0,0 1 0,0-1 0,0 0 0,0 1 0,0 0 0,0-1-1,0 1 1,0 0 0,0 0 0,0 0 0,0 0 0,0 0 0,-3 1 0,4-1-77,-1 0 1,1 0-1,-1 0 1,1 0-1,-1 1 1,1-1-1,-1 0 1,1 1-1,0-1 1,-1 1 0,1-1-1,0 1 1,-1 0-1,1 0 1,0-1-1,0 1 1,0 0-1,-1 0 1,1 0-1,0 0 1,0 1-1,0-1 1,1 0-1,-1 0 1,0 1-1,0-1 1,1 0 0,-1 1-1,0 0 1,10-1-9963,9-1 5788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50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9 1088,'0'0'2965,"0"-9"9670,-1 50-11228,0-28-1232,0 1 0,1-1-1,0 1 1,1-1 0,0 1-1,1-1 1,1 0 0,0 1 0,1-2-1,6 15 1,-8-24-227,0 1 0,-1-1 0,1 1-1,-1 0 1,1-1 0,-1 1 0,0 0 0,0 8 0,1-12-721,-1 1 1,1-1 0,-1 0-1,1 1 1,-1-1-1,1 0 1,-1 0 0,1 0-1,-1 0 1,1 0 0,-1 0-1,1-1 1,-1 1 0,1 0-1,2-2 1,10-11-5538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51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91 848,'0'0'9255,"3"-3"-8801,14-11 184,1 2 0,0 0 0,0 2 0,1 0 0,0 1 0,32-11 0,-51 20-629,1 0-1,-1 0 1,1 0-1,-1 0 1,1 0 0,0-1-1,-1 1 1,1 0 0,-1 0-1,1 0 1,-1 1-1,1-1 1,0 0 0,-1 0-1,1 0 1,-1 0 0,1 0-1,-1 1 1,1-1 0,-1 0-1,1 1 1,-1-1-1,1 0 1,-1 1 0,1-1-1,-1 0 1,1 1 0,-1-1-1,0 1 1,1-1 0,-1 1-1,0-1 1,1 1-1,-1-1 1,0 1 0,0-1-1,1 1 1,-1-1 0,0 1-1,0 1 1,2 37 254,-16 41-29,2-46-208,10-27-14,-1-1 0,1 1 0,0 0 0,0 0-1,0 0 1,0 12 0,2-19 519,48 0 1649,-10-15-977,-29 6 4437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6:06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5 4034,'0'0'12403,"0"0"-12354,0 0-1,0 0 1,0-1 0,0 1-1,0 0 1,0 0 0,0 0-1,0 0 1,0-1 0,0 1 0,0 0-1,0 0 1,0 0 0,0 0-1,1-1 1,-1 1 0,0 0-1,0 0 1,0 0 0,0 0 0,0 0-1,1 0 1,-1-1 0,0 1-1,0 0 1,0 0 0,0 0 0,0 0-1,1 0 1,-1 0 0,0 0-1,0 0 1,0 0 0,1 0-1,-1 0 1,0 0 0,0 0 0,0 0-1,0 0 1,1 0 0,-1 0-1,0 0 1,0 0 0,0 0-1,0 0 1,1 0 0,-1 0 0,0 0-1,0 0 1,0 1 0,0 7 218,-1 62-657,-11-1-7475,6-48 3276,5 2 822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6:06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 1169,'0'0'12197,"-7"79"-11268,1-66-385,6 1-320,-7 4-224,7 0 0,-7 2-1377,7 1-688,-7-1-1728,7 0 447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6:07.1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0 2049,'0'0'13366,"0"9"-10373,-6-9-2672,-1 0-433,0 0-1409,0 0-5602,0-4 1264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6:07.9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154 103 288,'0'0'4226,"2"-3"-3335,9-6 1816,-13 20 3628,-8 13-1049,2-10-7203,-51 55 2427,29-36-319,-27 40-1,156-193-38,49-67-232,-148 187 82,0-1 1,0 1-1,1-1 0,-1 1 0,0 0 1,1-1-1,-1 1 0,0-1 0,1 1 0,-1-1 1,0 1-1,1 0 0,-1-1 0,1 1 1,-1 0-1,0 0 0,1-1 0,-1 1 0,1 0 1,-1 0-1,1 0 0,-1-1 0,1 1 1,-1 0-1,1 0 0,0 0 0,-1 0 0,1 0 1,-1 0-1,1 0 0,-1 0 0,1 0 1,-1 0-1,1 1 0,-1-1 0,1 0 0,-1 0 1,1 0-1,0 1 0,8 23 373,-8-17-206,1-1-1,0 0 1,1 1-1,-1-1 1,1 0-1,0 0 1,1-1-1,-1 1 1,1-1-1,0 1 1,1-1-1,6 6 1,3 0 423,-1-1 1,1-1 0,22 11-1,2 2 66,-36-21-604,0 0 0,0 0 0,0 0 0,0 0-1,0 1 1,-1-1 0,1 1 0,0-1 0,-1 1 0,1 0 0,-1 0 0,0-1 0,0 1 0,0 0 0,0 0 0,0 0 0,0 0-1,1 3 1,-2-4 531,-15 29-14325,-4-13 5171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52.6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36 2801,'0'0'11021,"1"-9"-9017,-1 8-1939,0-1-1,0 1 1,0 0 0,0-1 0,0 1 0,0 0-1,0 0 1,0-1 0,1 1 0,-1 0-1,1 0 1,-1-1 0,1 1 0,-1 0 0,1 0-1,-1 0 1,1 0 0,0-1 0,1 0-1,5 26 1437,3 71 1060,-7-53-1839,2 49 411,-6 106 0,-1-181-1173,-1-1 0,0 1-1,-1-1 1,-10 25 0,-5-1-3139,33-77-12818,4 4 11203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53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7 429 1473,'0'0'4842,"1"-7"-3898,5-22-13,-5 28-871,-1 0 0,1 0-1,0 1 1,0-1 0,0 0-1,0 0 1,0 0 0,0 1-1,0-1 1,0 0-1,0 1 1,1-1 0,-1 1-1,0 0 1,0-1 0,0 1-1,1 0 1,-1 0-1,0 0 1,0-1 0,1 1-1,-1 1 1,0-1 0,0 0-1,1 0 1,-1 0 0,0 1-1,2 0 1,6-1 542,25 0 551,258-12 2739,699-141-2255,137-17-1553,-543 126 225,-346 39 7586,-241 6-7884,0-1-1,-1 0 1,1 1 0,0 0 0,0-1 0,0 1 0,0 0 0,0 0 0,0 0 0,0 0-1,0 0 1,1 1 0,-1-1 0,0 1 0,1-1 0,-1 1 0,1-1 0,-1 1 0,1 0-1,0 0 1,0-1 0,0 1 0,0 0 0,0 0 0,-1 4 0,-3 8 92,1 0 1,-6 28 0,5-16 59,-4 25 155,2 0-1,3 0 0,3 96 1,2-75-126,2-16-21,3-1-1,2 1 1,22 76 0,-16-78-99,-2 2 0,-3 0 0,4 80 0,-13-135 1,-95-14-154,29 5-221,0 4 0,-85 5 0,51 0-21,-542 41-75,356-16 401,-609 38-58,-3-36 1057,777-28-389,109-4-120,17-1-252,19-1-145,30 2-92,63 6 0,-99 1-297,-22 2-808,-27 0-933,30-5 1773,0 0 0,0 0 0,0 0 0,0 0 0,0 0 0,-1 0 0,1 0 0,0 0 0,0-1 0,0 1 0,0 0 0,0-1 0,0 1 0,0-1 0,0 1 0,0-1 0,0 0 0,0 1 0,0-1 0,0 0 0,0 1 0,1-1 0,-1 0 0,0 0 0,1 0 0,-1 0 0,0 0 0,0-2 0,0 1-406,1-1 1,0 0-1,0 1 0,0-1 0,0 0 1,0 1-1,0-1 0,1 0 0,-1 1 0,1-1 1,-1 0-1,2-2 0,15-28-6043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54.2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41 1569,'0'0'3441,"122"-41"-3409,-109 41-32,1 0-848,0 9-497,-8 3-1088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54.4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0 2513,'0'0'13561,"0"5"-11691,-3 24-549,0 0 0,-2 0 0,-9 32 0,-6 33 705,-6 185 1232,2-14-2877,20-238-903,-4 24 400,7-34-3365,0 0-3373,22-35-7216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54.8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217 0 7331,'0'0'11051,"-12"25"-9256,4-10-1409,-6 12 381,1 0 0,1 1 0,1 0 0,-12 56 0,10 13 892,5-1 0,6 148-1,3-128-1458,-1-108-279,0 1 1,-1-1 0,-1 0 0,1 0 0,-1 0 0,-1 0 0,-3 10 0,-16 14-2719,20-29 2198,-1-1 1,1-1 0,0 1 0,-1 0 0,1 0-1,-1-1 1,0 1 0,0-1 0,0 0 0,-4 1 0,-24 2-6264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55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118 0 3730,'0'0'12077,"-5"7"-10769,-10 12-303,2 0 1,-12 21 0,21-31-784,-1 0 1,1 0-1,1 0 1,0 0-1,0 0 1,1 1-1,0-1 1,0 1-1,0 10 1,2-16-190,0 0-1,0 0 1,0 0-1,1 0 1,-1 1 0,1-1-1,0 0 1,0 0 0,2 5-1,-1-8-26,-1 1 0,0 0 0,1-1 0,-1 1 0,1-1 0,0 0 0,-1 1 0,1-1 0,0 0 0,0 0-1,0 0 1,0 0 0,0 0 0,0-1 0,0 1 0,0-1 0,0 1 0,0-1 0,0 0 0,4 0 0,1 1-11,0 0 1,1-1-1,-1-1 1,0 1 0,1-1-1,-1 0 1,0 0-1,0-1 1,0 0-1,0-1 1,0 1-1,-1-1 1,1-1 0,-1 1-1,1-1 1,-1 0-1,0 0 1,-1-1-1,1 0 1,-1 0-1,0 0 1,0-1-1,-1 1 1,1-1 0,-1 0-1,-1-1 1,1 1-1,-1-1 1,0 1-1,0-1 1,-1 0-1,0 0 1,0 0 0,-1 0-1,0-1 1,0 1-1,-1 0 1,0-10-1,0 15 6,0-1 0,0 0 0,-1 0 0,1 1 1,-1-1-1,0 1 0,1-1 0,-1 1 0,0-1 0,-1 1 0,1-1 0,0 1 0,-1 0 0,1-1 0,-1 1 0,0 0 0,0 0 0,0 1 0,0-1 0,0 0 0,0 0 0,0 1 0,-1 0 0,1-1 0,0 1 0,-1 0 0,1 0 0,-1 0 0,1 0 0,-1 1 0,-4-1 0,-10-2 9,1 1 0,-1 0 0,0 2 1,-18 1-1,9 0-3,26-1-36,-56 5 265,54-5-276,0 1 0,0-1 1,0 1-1,1 0 0,-1-1 1,0 1-1,1 0 0,-1 0 1,0 0-1,1 0 0,-1 1 0,-1 1 1,3-3-58,-1 1 1,1 0 0,-1 0-1,1 0 1,0 0 0,-1-1-1,1 1 1,0 0 0,0 0-1,0 0 1,0 0 0,0 0-1,0 0 1,0 0 0,0-1-1,0 1 1,0 0 0,0 0-1,0 0 1,1 0 0,-1 0-1,0 0 1,1-1 0,-1 1-1,1 0 1,-1 0 0,1 0-1,1 1-222,0 0-1,0-1 0,0 0 1,0 1-1,0-1 0,0 0 1,0 0-1,0 0 1,1 0-1,-1 0 0,0-1 1,0 1-1,1-1 0,-1 1 1,1-1-1,-1 0 0,0 0 1,1 0-1,1-1 0,3 2-794,40-1-5895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56.2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65 1793,'0'0'9615,"16"-10"-7593,2 0-1349,-9 6-211,-2 0 1,1-1 0,0 0-1,-1-1 1,0 0 0,9-9-1,-25 31 7772,-23 52-5780,26-54-2083,1 0-1,1 1 1,0 0 0,-2 28 0,4 4-2284,-12-47-20262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57.0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1 4306,'0'0'13433,"-7"2"-11875,0 0-1442,-10 3 1283,35-3-132,29-3-521,-23 0-427,1 1 0,32 4 0,-55-4-306,0 1 1,1 0 0,-1-1 0,0 1-1,0 0 1,0 0 0,0 0 0,0 1-1,0-1 1,0 0 0,-1 1 0,1 0-1,0-1 1,-1 1 0,1 0 0,-1-1 0,0 1-1,1 0 1,-1 0 0,0 0 0,0 0-1,0 0 1,-1 1 0,1-1 0,0 0-1,-1 0 1,1 4 0,-1-2 24,1 0 1,-1 0-1,0 0 1,0 0-1,0 0 1,-1 0-1,1 0 0,-1-1 1,0 1-1,0 0 1,0 0-1,-1-1 1,1 1-1,-1-1 1,-4 7-1,-7 4 155,-1 0 0,0-2 0,-1 1 0,-1-2 0,-20 13 0,-22 16 709,48-27-94,20-6-400,26-4-72,-32-3-266,23 0 73,-1 0 0,1-2 0,0-1 0,0-1 1,34-10-1,-71 14 3025,-18 1-6171,13 0-892,-12-1-8916,13 0 653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58.4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33 143 320,'0'0'4472,"0"-10"-3395,-1 2-1001,-2-43 3421,8 18 4645,-4 31-7995,1-1-1,0 1 1,0-1 0,0 1 0,0 0-1,0 0 1,1 0 0,-1 0-1,0 1 1,1-1 0,0 0-1,-1 1 1,1 0 0,0 0 0,0 0-1,-1 0 1,6-1 0,53-6 112,-59 8-256,0 0 0,-1 0 0,1 1-1,0-1 1,-1 0 0,1 1 0,0-1 0,-1 1 0,1 0-1,0-1 1,-1 1 0,1 0 0,-1 0 0,0 0 0,1 0-1,-1 0 1,0 1 0,1-1 0,-1 0 0,0 1 0,0-1 0,1 2-1,1 2 7,-1 0 0,0 0-1,0 0 1,0 1 0,-1-1-1,1 0 1,0 8 0,0 7 14,-1 0 0,-1-1 0,-2 25 0,0-33-3,0-1 0,-1 1 1,-1-1-1,0 1 0,0-1 1,-1 0-1,0-1 0,0 1 0,-1-1 1,-1 0-1,0 0 0,-8 8 1,-16 15 138,-53 43 1,82-73-154,-5 8 634,22-12-93,23-12 382,-17 4-402,0 1 0,1 1 0,0 1 0,1 1 0,-1 2 0,1 0 0,0 1 1,27 0-1,-48 3 1423,-16 0-2303,5-1-1196,5 8-3801,18-7-13090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5:59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10 2513,'0'0'7270,"6"-10"275,-46 68-6524,34-51-964,1-1 0,0 0 0,0 1 0,0 0 0,1 0 0,0 0 0,1 1 0,-1-1 0,1 1 0,1 0 0,-1 0 0,2 0-1,-1 0 1,0 9 0,1 17 10,0-23 48,0 0 1,1 0 0,1 0 0,0 0 0,2 12 0,-2-20-47,0-1 1,0 1-1,0-1 0,0 1 0,0-1 0,0 1 1,1-1-1,0 1 0,-1-1 0,1 0 0,0 0 1,0 0-1,0 0 0,0 0 0,0-1 0,0 1 1,1-1-1,-1 1 0,1-1 0,-1 0 0,1 0 1,-1 0-1,1 0 0,4 1 0,8 1 218,0 0 0,1-2 0,-1 0 0,0 0 0,23-3-1,-30 1-229,-1 0 0,1 0-1,0 0 1,-1-1 0,1-1-1,-1 1 1,0-1-1,1 0 1,-1-1 0,-1 0-1,1 0 1,7-6-1,-11 7-34,1-1 0,-1 0-1,0 0 1,0-1-1,0 1 1,0-1 0,-1 1-1,0-1 1,0 0-1,0 0 1,-1 0 0,1 0-1,-1 0 1,0 0-1,-1-1 1,1 1 0,-1 0-1,0 0 1,0-1-1,-1 1 1,0 0 0,0 0-1,0 0 1,-3-9-1,0 2-11,-1 0 0,0 1 0,0 0 0,-1 0 0,-1 1 1,0-1-1,0 1 0,-1 1 0,-12-12 0,16 17 115,0 0 1,0 0 0,-1 1-1,0-1 1,0 1 0,0 0-1,0 1 1,0-1-1,-1 1 1,1 0 0,-1 0-1,1 1 1,-1 0 0,0 0-1,1 0 1,-1 0 0,0 1-1,0 0 1,0 0 0,-9 2-1,14 0-426,1 0 0,-1 0-1,1 1 1,0-1 0,0 0 0,0 0-1,0 0 1,0 0 0,1 0 0,-1 0-1,1 0 1,0 2 0,13 3-3781,3-5-4255,-3-2-342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6:01.4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2321,'0'-1'25770,"0"4"-27756,0 417 7354,6-416-5208,-1-3-6824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6:03.5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48 2497,'0'0'8764,"6"0"-4246,23 0-2766,-20-1-1548,0 0 0,0-1 1,0 0-1,0-1 1,0 0-1,-1 0 0,1-1 1,7-4-1,31-12 2799,-48 20-2956,1 0 0,-1 0-1,0 1 1,0-1 0,1 0 0,-1 1 0,0-1 0,1 1 0,-1-1-1,1 0 1,-1 1 0,0 0 0,1-1 0,-1 1 0,1-1 0,-1 1-1,1 0 1,0-1 0,-1 1 0,1 0 0,0-1 0,-1 1 0,1 0-1,0-1 1,0 1 0,0 0 0,-1 0 0,1 0 0,0-1 0,0 2-1,-6 36 875,5-26-477,-18 69 1281,11-50-1191,1 0 0,2 0 0,-3 47 0,-5-21 1867,11-47-2182,0 1 0,-1-1 0,0 0 1,-1 0-1,-9 18 0,13-54-219,1-1 0,2 0 0,0 0 0,10-32 0,-2 14-78,-3 0-1,-1 0 1,-2-1-1,-2-49 1,-14 150 41,0-11 82,7-11 61,-4 44 172,7-58-278,-2 0 0,1 0 0,-2 0 0,-11 32 0,5-16 0,4-23 0,2-24 0,2-24 0,1 17 0,2 1 0,0-1 0,1 0 0,1 1 0,1-1 0,0 1 0,1 0 0,8-17 0,-14 43 0,0 0 0,1-1 0,0 1 0,0 0 0,2 12 0,-1 9 0,-1 60-2904,0-56 212,0-31 1309,0-15 81,-3-2-5437,-14-1-4669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6:16.4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1 1072,'0'0'5582,"0"9"-5059,0 20 72,1 25 1446,-3 0 0,-11 69-1,5-64-582,3 1 0,4 103 0,2-82-773,-2-66-591,-1 0 0,0 0 1,-1 0-1,-1-1 1,0 0-1,-1 1 0,-7 14 1,12-29-94,0 0 0,0 0-1,0 0 1,0 0 0,0 0 0,0 0 0,0 0 0,0 0 0,0-1 0,0 1 0,0 0 0,0 0 0,0 0 0,0 0-1,-1 0 1,1 0 0,0 0 0,0 0 0,0 0 0,0 0 0,0 0 0,0 0 0,0 0 0,0 0 0,0 0 0,0 0-1,0 0 1,0 0 0,0 0 0,-1-1 0,1 1 0,0 0 0,0 0 0,0 0 0,0 0 0,0 0 0,0 0 0,0 0-1,0 1 1,0-1 0,0 0 0,-1 0 0,1 0 0,0 0 0,0 0 0,0 0 0,0 0 0,0 0 0,0 0 0,0 0 0,0 0-1,0 0 1,0 0 0,0 0 0,0 0 0,0 0 0,0 0 0,-1 0 0,1 0 0,0 1 0,0-1 0,0 0 0,0 0-1,0 0 1,-2-12-392,0-13-1305,2 17 145,0 1 0,-1-1-1,0 1 1,0 0 0,0-1 0,-1 1-1,0 0 1,-3-7 0,-2-4-2168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6:16.7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1713,'0'0'7435,"0"-1"-7295,0 1-1,1 0 0,-1-1 1,0 1-1,0 0 1,1-1-1,-1 1 1,1 0-1,-1 0 0,0 0 1,1-1-1,-1 1 1,0 0-1,1 0 0,-1 0 1,1 0-1,-1 0 1,0 0-1,1 0 0,-1 0 1,1 0-1,-1 0 1,1 0-1,-1 0 1,0 0-1,1 0 0,-1 0 1,1 0-1,-1 0 1,0 1-1,1-1 0,-1 0 1,0 0-1,1 0 1,-1 1-1,0-1 1,1 0-1,-1 1 0,5 16 1215,0 7-278,2-1 0,10 26 0,-16-45-1008,1 1 0,0 0 0,1-1 1,-1 0-1,1 1 0,0-1 0,0 0 0,0 0 1,0-1-1,1 1 0,-1-1 0,1 0 1,0 0-1,0 0 0,1 0 0,7 4 1,-3-4 191,8 5-3208,-17-7 2636,0 0 1,0 0-1,0 0 1,0 1-1,0-1 1,0 0-1,0 0 1,0 0-1,0 1 1,0-1-1,-1 0 1,1 0-1,-1 0 1,1 0-1,0 0 1,-1 0-1,0 0 1,0 2-1,-1 1-669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6:17.0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0 6259,'0'0'8764,"-16"19"-8110,-6 6-371,8-11-9,0 2-1,2-1 0,0 2 0,1 0 1,-10 18-1,1 0 502,10-19-560,1 1 0,1 0 0,-7 19 0,11-28-398,-6-3-8104,-2-5 2052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6:17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0 324 1953,'0'0'7513,"10"-2"-6206,0 0-961,0 0-1,-1 0 1,1-1-1,-1-1 1,0 0 0,0 0-1,0-1 1,10-6 0,2-4-57,-1-1 0,0-1-1,-1 0 1,20-25 0,-30 32-301,-1-1 1,1 0-1,-2-1 0,0 1 0,0-2 0,-1 1 0,0-1 0,-1 1 1,5-24-1,-10 35 12,1-1 0,-1 0 0,0 1 0,1-1 0,-1 0 0,0 1 0,0-1 0,0 0 0,-1 1-1,1-1 1,0 0 0,-1 1 0,1-1 0,-1 0 0,1 1 0,-2-3 0,1 3 0,0 1-1,1-1 1,-1 0-1,0 1 1,1-1-1,-1 1 1,0-1-1,0 1 1,0 0-1,1-1 1,-1 1-1,0 0 1,0 0-1,0-1 1,0 1-1,1 0 1,-1 0-1,0 0 1,0 0-1,0 0 1,0 0-1,-1 1 1,-2 0 0,-1 0 0,1 0 1,0 1-1,0 0 0,0 0 1,1 0-1,-1 0 0,0 1 1,1-1-1,-1 1 0,-3 4 1,-12 13 370,2 0-1,0 1 1,1 1 0,-20 38 0,30-48-95,0 0-1,1 0 1,1 0 0,0 1-1,0 0 1,1 0 0,1 0-1,0 0 1,1 0 0,0 0-1,3 20 1,-2-29-210,1-1 1,0 1-1,0-1 0,0 0 0,1 1 1,-1-1-1,1 0 0,0 0 0,0 0 1,0 0-1,0 0 0,0 0 1,1-1-1,-1 1 0,1-1 0,0 0 1,0 1-1,0-1 0,0 0 0,0-1 1,0 1-1,0-1 0,1 1 1,-1-1-1,1 0 0,5 1 0,6 1-16,0 0-1,-1-1 1,1-1-1,0-1 1,18-1-1,-32 1-164,1 0-1,0 0 0,-1 0 0,1 0 1,-1 0-1,1-1 0,0 1 0,-1-1 1,1 1-1,-1-1 0,1 0 0,-1 0 0,1 0 1,-1 1-1,1-1 0,-1-1 0,0 1 1,0 0-1,0 0 0,1 0 0,-1-1 1,1-1-1,4-26-7885,-6 7-825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6:44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51 250 80,'0'0'4002,"-10"12"-3973,-30 37-13,43-82 986,2 0-1,11-41 0,10-58 1036,-21 99 1202,-3 27 18,-2 10 1446,0 203-779,0 275-1123,25-521-2398,-13-14-1063,-12 34-3085,-4 3-4901,-2 7-612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6:44.7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1 113 960,'0'0'12294,"6"-4"-10389,-6 3-1822,1 0-1,-1 1 1,1-1 0,0 0-1,0 1 1,-1-1-1,1 1 1,0-1 0,0 1-1,0-1 1,-1 1 0,1 0-1,0-1 1,0 1 0,0 0-1,0 0 1,0-1 0,0 1-1,0 0 1,0 0 0,0 0-1,0 0 1,0 0 0,0 1-1,0-1 1,-1 0-1,1 0 1,0 0 0,0 1-1,0-1 1,0 1 0,0-1-1,0 1 1,16 34 3227,-8-11-2528,-1 0 254,-1 0 0,5 33 0,3 10-14,-14-90-844,0-1 1,-5-45 0,1 47-178,0 0 0,1-1-1,1-24 1,1 42-3,0 0-1,0 0 1,1 0-1,-1 0 1,1 0 0,0 0-1,1 0 1,-1 0-1,1 0 1,0 1-1,0-1 1,0 1 0,1-1-1,-1 1 1,1 0-1,0 0 1,1 0-1,-1 1 1,7-7 0,-7 9-3,0 0 1,-1-1 0,1 1 0,0 1 0,0-1-1,0 0 1,0 1 0,0 0 0,0-1 0,0 1-1,0 0 1,-1 0 0,1 1 0,0-1 0,0 1 0,0-1-1,0 1 1,0 0 0,0 0 0,-1 0 0,1 1-1,0-1 1,-1 1 0,1-1 0,-1 1 0,0 0-1,1 0 1,-1 0 0,0 0 0,0 0 0,3 5 0,-4-5-371,0 0 0,0 0 1,0 0-1,0 0 1,0 0-1,-1 0 1,1 1-1,-1-1 1,1 0-1,-1 0 1,0 0-1,0 1 1,0-1-1,0 0 1,0 0-1,-1 1 1,0 2-1,-7 9-6911,-10 5-3825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6:45.4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2 608,'0'0'7084,"-5"0"-5257,5-1-1691,0 1 1,-1 0-1,1 0 1,-1 0-1,1 0 0,0-1 1,-1 1-1,1 0 1,-1 0-1,1 0 0,-1 0 1,1 0-1,0 0 1,-1 0-1,1 0 0,-1 0 1,1 0-1,0 1 1,-1-1-1,1 0 0,-1 0 1,1 0-1,0 0 1,-1 1-1,1-1 1,-1 0-1,1 0 0,0 0 1,-1 1-1,1-1 1,0 0-1,0 1 0,-1-1 1,1 0-1,0 1 1,0-1-1,-1 0 0,1 1 1,0-1-1,0 1 1,0-1-1,0 0 0,0 1 1,0-1-1,-1 1 1,1-1-1,0 1 0,0 0 1,17 21 9415,0 0-10066,8 15 1787,-9-13-205,35 43 0,-46-62-979,0 1 1,0-1-1,0-1 0,1 1 1,-1-1-1,1 0 1,0 0-1,1-1 1,-1 0-1,0 0 0,1 0 1,0-1-1,7 2 1,1-4-1300,3 0-5786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6:45.8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1 400,'0'0'14417,"1"0"-14153,-1 0-1,1 0 0,0 0 1,-1 0-1,1 0 0,-1 0 0,1 0 1,0 0-1,-1 1 0,1-1 0,-1 0 1,1 0-1,-1 1 0,1-1 0,-1 0 1,1 1-1,-1-1 0,1 0 1,-1 1-1,1-1 0,-1 1 0,1-1 1,-1 1-1,1 0 0,-3 9 143,0 0 0,0 0 0,-1-1 0,0 1 0,0-1 1,-1 1-1,-1-1 0,1 0 0,-1-1 0,-1 1 0,0-1 0,-12 13 0,10-11-250,1 0 0,0 0 1,0 0-1,1 1 0,0 0 0,1 0 0,-7 20 0,11-6-27,1-25-153,-20-2-24022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00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1905,'0'0'10343,"4"5"-8681,-2-1-1346,1 1 0,0 0 0,-1 0 0,0 1 0,0-1-1,-1 0 1,1 1 0,-1-1 0,0 1 0,0 9 0,-3 68 1254,1-35-599,8 111 1316,41 227 0,-37-314-2266,-10-41-369,-1-20-2026,-12-13-7363,4-9 4094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01.8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1 601 1265,'0'0'5026,"3"-6"-4567,10-18 69,-12 23-418,0 0 0,0 0 0,0 1 0,0-1 0,0 0 0,0 1 0,0-1 0,0 1 1,0-1-1,0 1 0,0-1 0,0 1 0,0 0 0,0 0 0,0 0 0,0-1 0,0 1 0,1 0 0,-1 0 0,0 1 0,0-1 0,0 0 0,0 0 0,0 0 1,2 1-1,0 0 243,58 1 954,-1-3-1,1-3 1,83-15 0,180-53-583,-185 38-216,2201-366-119,-2201 382-476,-2-1 3763,-137 20-3515,1-1 0,-1 0 1,1 1-1,-1-1 1,1 0-1,-1 1 1,1-1-1,-1 0 0,1 1 1,-1-1-1,0 1 1,1-1-1,-1 1 1,0-1-1,1 1 0,-1-1 1,0 1-1,1-1 1,-1 1-1,0 0 1,0-1-1,0 1 0,0-1 1,0 1-1,0 0 1,0-1-1,0 1 1,0-1-1,0 1 0,0 0 1,0 0-1,0 30-897,0-21 1197,-18 298 982,7-182-631,7 140 1,31-29-309,-21 23-126,-6-251-356,-1-8-12,0 0 0,-1-1 0,1 1 0,0-1 0,0 0 0,0 1 0,0-1 0,0 0 0,0 0 0,-1 0 0,1 0 0,0 0 0,0 0 0,0 0 0,0 0 0,-1 0 0,1 0 0,0-1 0,-2 0 0,-29-6-127,13 0-66,0 1 0,-1 0-1,1 1 1,-1 2 0,-1 0 0,-19-1 0,-131 5-865,140 0 902,-397 50-766,255-24 781,-2121 331 1961,2215-344-1384,98-20-893,0-1-1,-1-1 1,0 0 0,28-18 0,7-3-10785,-38 20 5294,4-6-1671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02.2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 3714,'0'0'6048,"5"-17"-736,-3 27-4719,0 0 0,-1 0 1,0 0-1,-1 1 1,-1-1-1,-1 13 0,0 17 632,15 289 4252,-3-231-4748,5-1 0,3 0 0,32 96 0,-43-174-819,-3-10-306,-1 1-1,0 0 0,-1 0 1,2 17-1,-4-27 307,0-1 0,0 1 0,0 0 1,0 0-1,0 0 0,0 0 0,0 0 0,0 0 0,0-1 0,0 1 0,0 0 0,1 0 0,-1 0 0,0 0 0,0 0 0,0 0 0,0 0 0,0-1 0,0 1 1,0 0-1,0 0 0,0 0 0,1 0 0,-1 0 0,0 0 0,0 0 0,0 0 0,0 0 0,0 0 0,1 0 0,-1 0 0,0 0 0,0 0 0,0 0 1,0 0-1,0 0 0,0 0 0,1 0 0,-1 0 0,0 0 0,0 0 0,0 0 0,0 0 0,0 0 0,1 0 0,-1 0 0,0 0 0,0 0 0,0 0 1,0 0-1,0 0 0,0 0 0,0 0 0,1 1 0,-1-1 0,0 0 0,0 0 0,0 0 0,0 0 0,0 0 0,0 0 0,0 1 0,0-1 0,0 0 0,0 0 1,10-14-4028,8-22-2951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02.6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14 800,'0'0'11907,"-6"-13"-8860,5 62 512,1-25-2548,0 498 7926,3-464-8060,17 94 0,-1-9-331,-9-91-176,-8-41-8938,-2-12 8095,0 0 0,0 0 0,0 0 0,0 0 0,0 0 0,-1 0 0,1 0 0,0 0 0,-1 0 0,1 0 0,-1 0 0,1 0 1,-1 0-1,0 0 0,1 0 0,-1 1 0,0-1 0,0 0 0,1 0 0,-1 1 0,0-1 0,0 1 0,0-1 0,0 1 0,-1-2 0,-23-11-9328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05.2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56 1969,'0'0'10586,"-7"-3"-9497,3 2-1026,3 0 14,-1 0-1,0 0 1,1 0-1,-1 1 0,0-1 1,0 1-1,1-1 1,-1 1-1,0-1 1,0 1-1,0 0 0,0 0 1,0 0-1,0 0 1,1 0-1,-1 1 1,0-1-1,0 1 1,0-1-1,0 1 0,1-1 1,-1 1-1,0 0 1,1 0-1,-1 0 1,0 0-1,1 0 1,-1 0-1,1 1 0,0-1 1,-1 0-1,1 1 1,-1 1-1,-9 10 306,0 0 0,1 1 0,1 0 0,0 0 1,1 1-1,1 0 0,0 1 0,1 0 0,0 0 0,2 0 0,0 1 0,1-1 0,-3 34 0,6-41-318,0 0 0,1 0-1,0 1 1,0-1-1,1 0 1,0 0 0,1 0-1,0 0 1,0-1 0,1 1-1,0-1 1,1 0-1,0 0 1,0 0 0,0-1-1,1 0 1,0 0 0,1 0-1,13 11 1,-17-16-47,1 0 1,-1 0 0,1 0-1,0 0 1,0 0-1,-1 0 1,1-1-1,1 0 1,-1 0 0,0 0-1,0-1 1,0 1-1,0-1 1,1 0 0,-1 0-1,0 0 1,0-1-1,0 1 1,0-1-1,0 0 1,0 0 0,0-1-1,0 1 1,5-4-1,3-1 6,-1 0 0,0-1 0,0 0 0,-1-1 0,0 0 0,14-15 0,-16 13-20,1 0 1,-1-1-1,-1 0 0,0 0 0,-1 0 1,0-1-1,-1 0 0,0 0 0,0-1 1,4-23-1,-5 12 64,-1 0 0,-1-1 0,-1 1 0,-4-45 0,3 64-11,-1 1 1,0 0-1,0 0 1,0 0-1,0-1 1,0 1-1,-1 0 0,0 1 1,0-1-1,0 0 1,0 0-1,-1 1 1,0 0-1,1-1 1,-1 1-1,-6-5 0,3 4 36,-1-1-1,0 1 1,1 0-1,-1 1 1,-1 0-1,1 0 0,0 1 1,-14-4-1,-3 3 212,0 0 1,-1 1-1,1 1 0,0 2 0,-27 3 1,44-3-229,1 0-1,0 0 1,0 1 0,0 0 0,0 0 0,0 0 0,1 1 0,-1 0 0,1 0 0,-1 1 0,-8 7 0,14-11-71,-1 1 1,1-1 0,0 1-1,0 0 1,0-1 0,0 1 0,0-1-1,0 1 1,0-1 0,1 1-1,-1 0 1,0-1 0,0 1-1,0-1 1,1 1 0,-1-1 0,0 1-1,0-1 1,1 1 0,-1-1-1,1 1 1,-1-1 0,0 1-1,1-1 1,-1 0 0,1 1 0,-1-1-1,1 0 1,-1 1 0,1-1-1,-1 0 1,1 0 0,-1 1 0,1-1-1,-1 0 1,1 0 0,0 0-1,-1 0 1,1 0 0,-1 0-1,2 0 1,31 12 63,-28-11-64,4 5-2570,-13-2-1689,-17 2-3949,19-6 7307,-6 2-4727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06.5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0 141 784,'0'0'10149,"14"-15"-8543,-6 6-1351,1-3 119,1 1 0,0 1 0,1 0 0,1 0 0,-1 1 0,1 0-1,1 1 1,21-11 0,-23 15-165,0 1 0,1 0 0,-1 0 0,1 1 0,-1 1 0,19-1-1,-29 2-184,0 1-1,0-1 1,-1 0-1,1 1 0,0-1 1,0 1-1,0-1 0,-1 1 1,1 0-1,0-1 0,-1 1 1,1 0-1,0-1 1,-1 1-1,1 0 0,-1 0 1,1-1-1,-1 1 0,0 0 1,1 0-1,-1 0 0,0 0 1,0 0-1,1 0 1,-1-1-1,0 1 0,0 0 1,0 0-1,0 2 0,1 34 748,-1-31-522,1 21 110,-1-1 0,-1 0-1,-2 0 1,0 0 0,-2 0-1,0-1 1,-2 1 0,-19 44-1,23-64-313,-1 0 0,0 0 0,-1-1 0,0 1 1,0-1-1,0 0 0,0 0 0,-1-1 0,1 1 0,-1-1 0,0 0 0,-1-1 0,1 0 0,0 0 0,-1 0 0,0-1 0,0 0 0,0 0 0,0 0 0,0-1 0,0 0 0,0-1 0,0 0 0,-12 0 0,17-1-43,1 1 0,-1-1 0,1 1 0,-1-1 1,0 0-1,1 1 0,-1-1 0,1 0 0,0 0 0,-1 0 0,1 0 0,0 0 0,0-1 0,-1 1 0,1 0 0,0 0 1,0-1-1,0 1 0,1-1 0,-1 1 0,0-1 0,1 1 0,-1-1 0,0 0 0,1 1 0,0-1 0,-1 1 0,1-1 0,0 0 1,0 1-1,0-1 0,0-3 0,0-5 0,0-1-1,0 1 1,1 0 0,2-13 0,-2 22 14,-1-1 0,1 0 0,0 1 0,0-1 0,0 1 0,0-1 0,1 1 0,-1 0 0,0-1 0,0 1 0,1 0 0,-1 0 1,1 0-1,-1 0 0,1 0 0,0 0 0,-1 0 0,1 1 0,0-1 0,-1 0 0,1 1 0,0 0 0,0-1 0,0 1 1,-1 0-1,4 0 0,62-1 1294,-45 2-629,153 12 1809,5-1 900,-179-12-2862,-2 0-223,-5 2-1069,0-4-10761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09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 1217,'8'-12'30731,"-8"13"-30400,6 22-246,0 0 0,2 37 0,-5-34-7,1 0-1,8 28 1,-3-18-78,10 25 0,15 33 0,-26-75 0,-1 1 0,-1 1 0,0-1 0,-2 1 0,0 0 0,-1 0 0,-1 30 0,2-15 0,-2-34 0,-1-21 0,-1 12-219,-3-14-6262,-23 17-2666,-6 4-586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10.5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5 784,'0'0'6281,"6"-4"3104,-6 55-6649,-2-6-1553,3 0 0,1 0 1,2-1-1,18 79 0,-14-98-1067,-2 0 0,-1 1 0,-1-1 0,-1 1 0,-1 44 0,-3-70-301,-1 0 0,1 0-1,0 0 1,0 0-1,0-1 1,0 1-1,0 0 1,0-1-1,0 1 1,0 0-1,1-1 1,-1 1-1,0-1 1,0 1-1,0-1 1,0 0-1,0 1 1,1-1-1,-1 0 1,-1-1-1,-1-5-1217,1-1 0,0 1 0,0-1 0,1 0-1,0 1 1,0-1 0,0-9 0,0-5-2851,-5-14-2170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11.1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162 21 5795,'0'0'9239,"-10"-6"-7849,5 9 2443,-6 24-2657,-2 1 0,-1-2 0,-32 47 0,-16 30-357,101-137-835,4-12-200,1 1 0,2 3 0,91-64-1,-136 105 596,6 6 32,0 7-81,0-1 0,1 0 0,0-1 0,1 0-1,0 0 1,1-1 0,0 0 0,1 0 0,-1-1 0,1-1 0,1 0-1,0 0 1,19 7 0,-11-4-135,-19-10-435,-10 1-2121,-37 19-7214,34-14 6352,-9 7-5333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17.485"/>
    </inkml:context>
    <inkml:brush xml:id="br0">
      <inkml:brushProperty name="width" value="0.5" units="cm"/>
      <inkml:brushProperty name="height" value="1" units="cm"/>
      <inkml:brushProperty name="color" value="#A9D8FF"/>
      <inkml:brushProperty name="tip" value="rectangle"/>
      <inkml:brushProperty name="rasterOp" value="maskPen"/>
    </inkml:brush>
  </inkml:definitions>
  <inkml:trace contextRef="#ctx0" brushRef="#br0">98 212 3073,'0'0'4715,"-14"-2"-4230,-5-2-181,-46-3 3271,70 7-3426,49 1 700,0-3 1,1-2-1,80-15 0,65-34 87,325-69 4140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28.1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9 1681,'0'0'5154,"-1"-1"-3072,-5-6 9108,5 6-10154,0 2-948,1-1-1,-1 0 1,1 0-1,-1 0 1,1 1 0,0-1-1,-1 0 1,1 0 0,0 1-1,-1-1 1,1 0-1,0 1 1,-1-1 0,1 0-1,0 1 1,-1-1-1,1 0 1,0 1 0,0-1-1,0 1 1,-1-1 0,1 1-1,0-1 1,0 1-1,0-1 1,0 0 0,0 1-1,0-1 1,0 1 0,0 0-1,0 28 1022,11 42-698,-8-52 123,0 6-181,-2-1-1,-2 38 1,0-13 379,1-48-414,1-28-8781,5 14 2943,7-4-2211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29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9 3169,'-3'2'13683,"8"-1"-10859,128-13-2379,-132 13-426,-1 0-1,1-1 1,0 1 0,-1 0-1,1-1 1,-1 1-1,1 0 1,-1 0 0,1 0-1,-1 0 1,0-1-1,1 1 1,-1 0 0,0 0-1,0 0 1,1 0-1,-1 0 1,0 0 0,0 0-1,0 0 1,0 0-1,0-1 1,-1 3 0,1 33 788,0-26-503,-1-2-225,1 0 0,-1-1-1,-1 1 1,0-1 0,0 1-1,0-1 1,-1 0 0,0 0 0,0 0-1,-1 0 1,0 0 0,0-1-1,-10 12 1,-6 4 31,-1-1-1,-32 25 1,-6 6 49,144-51 967,-58-4-960,0-1 0,29-10-1,27-4 1357,-28 13 3388,-57 6-4882,0-1 0,0 1 0,0 0 0,0-1 0,0 1 0,0 0 0,0 0 0,0 1 0,0-1 0,0 0 0,-1 2 0,-11 6-28,13-8-67,-1 0-2140,1 0 1585,0-1-1,0 1 1,0-1 0,0 1 0,0-1 0,0 1 0,0-1-1,-1 0 1,1 1 0,0-1 0,0 0 0,0 0 0,0 0-1,-2 0 1,-5 0-8159,2 0-746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35.5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4082,'0'0'14390,"7"54"-13477,-1-40-353,-6-1-288,0 3-224,0-2-48,0 4-192,7 0-800,-7 0-1345,0 2-2369,0-4-1265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35.7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3650,'0'0'13718,"0"13"-12982,7 1-320,-7 4-239,0 0-177,0 4-209,0-3-815,0-1-529,6-3-1248,-6-3 96,7-1-1025,-7-4 609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36.6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74 800,'0'0'7817,"0"-56"-1312,-1 62-6236,-1 0 1,0 0-1,0 0 1,0 0-1,-1-1 1,0 1 0,0-1-1,0 0 1,-1 1-1,0-2 1,0 1-1,0 0 1,-5 4-1,-19 26 226,20-21-426,0-1-1,-1 0 1,-1-1-1,0 0 1,-19 18-1,28-29-63,4-6-37,51-48 88,-38 35-58,1 1-1,1 1 0,1 0 1,23-15-1,-13 12 33,32-18-158,-57 34 180,1 1 1,-1 0-1,1 0 0,0 0 1,-1 1-1,1 0 0,0 0 1,0 0-1,0 1 0,9-1 1,-10 3 175,1 1 1,-1-1 0,1 1 0,-1 0-1,0 0 1,0 0 0,0 1-1,0-1 1,4 6 0,19 16 506,-16-19-509,0 0-1,0-1 1,0 0-1,1-1 1,0 0-1,21 4 0,21 6 454,-53-13-481,-1-1-67,-29 2-1778,-37-2-5692,25 0-726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44.3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6611,'0'0'9199,"0"25"-7534,0 193 1947,0-77-2217,0-47-3697,0-93 2066,0-1 0,0 1 0,0 0 1,0-1-1,0 1 0,0 0 0,-1-1 0,1 1 0,0-1 1,0 1-1,0 0 0,-1-1 0,1 1 0,0-1 0,-1 1 1,1 0-1,-1-1 0,1 1 0,0-1 0,-1 1 1,1-1-1,-1 0 0,1 1 0,-1-1 0,0 1 0,1-1 1,-1 0-1,1 0 0,-1 1 0,0-1 0,1 0 0,-1 0 1,0 0-1,1 1 0,-1-1 0,0 0 0,1 0 0,-1 0 1,0 0-1,1 0 0,-1-1 0,0 1 0,-7 0-5577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44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0 4722,'0'0'10818,"15"3"-9532,-6-2-1025,32 10 547,-40-11-770,1 1 0,0 0 0,-1 0 0,1 0-1,-1 0 1,0 1 0,1-1 0,-1 0 0,0 1-1,0-1 1,0 0 0,0 1 0,0 0-1,0-1 1,0 1 0,-1-1 0,1 1 0,-1 0-1,1 0 1,-1-1 0,1 1 0,-1 0 0,0 0-1,0-1 1,0 3 0,1 6 166,-1 1 0,-1-1 0,0 0 0,0 0 0,-1 0 0,0 0 0,-6 16 1,6-23-162,1 0 0,-1 0 0,0 0 1,0-1-1,0 1 0,-1 0 1,1-1-1,-1 0 0,1 1 0,-1-1 1,0 0-1,0-1 0,0 1 1,0 0-1,0-1 0,0 1 0,0-1 1,0 0-1,-1 0 0,1-1 1,0 1-1,-1-1 0,1 1 0,-1-1 1,1 0-1,-5-1 0,-1 2 1137,-10-1-6042,18-1 4674,1 1-1,0 0 0,0 0 1,-1 0-1,1-1 0,0 1 1,0 0-1,0 0 0,0-1 1,-1 1-1,1 0 0,0-1 0,0 1 1,0 0-1,0 0 0,0-1 1,0 1-1,0 0 0,0-1 1,0 1-1,0 0 0,0-1 1,0 1-1,0 0 0,0-1 1,0 1-1,0 0 0,0-1 0,0 1 1,0 0-1,0 0 0,1-1 1,-1 1-1,0 0 0,0 0 1,0-1-1,1 1 0,-1 0 1,0 0-1,0-1 0,0 1 0,1 0 1,-1 0-1,0 0 0,0 0 1,1-1-1,-1 1 0,0 0 1,1 0-1,-1 0 0,0 0 1,1 0-1,-1 0 0,1 0 0,22-19-7174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44.7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0 10997,'0'0'12870,"-33"104"-12694,33-97-176,0-3-32,-7-4-5843,-7 0 1217,1-6-4146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45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3 11157,'0'0'12374,"0"-2"-12150,-7 11-208,7-2-16,-7 2-720,7 0-913,-6 2-1200,6 0-2050,-7 1-2608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45.4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83 8228,'0'0'15754,"-1"15"-14615,-2 49-131,4-61-947,-1-1-1,0 1 1,1-1 0,0 1-1,0-1 1,0 1-1,0-1 1,0 0 0,0 0-1,0 1 1,1-1-1,-1 0 1,1 0 0,0 0-1,-1 0 1,1-1-1,0 1 1,3 1 0,38 21 42,-28-17-66,-13-6-137,0 0 1,0 0-1,0 0 1,0 0 0,0 0-1,0 0 1,1-1-1,-1 1 1,0-1 0,1 1-1,-1-1 1,0 0-1,3 0 1,-4 0 64,0-1 1,0 1-1,1 0 0,-1-1 0,-1 1 1,1-1-1,0 1 0,0-1 0,0 0 1,0 1-1,0-1 0,0 0 1,-1 1-1,1-1 0,0 0 0,0 0 1,-1 0-1,1 0 0,-1 0 1,1-1-1,2-5-36,-1 0 1,0-1 0,-1 1-1,0-1 1,0 1-1,-1-13 1,2-7-152,10-96 72,-12 123 121,0-1 0,0 1 0,0-1-1,0 1 1,0-1 0,0 1 0,0-1 0,0 1 0,0 0-1,0-1 1,0 1 0,0-1 0,0 1 0,0-1 0,0 1-1,0-1 1,0 1 0,0-1 0,1 1 0,-1 0-1,0-1 1,0 1 0,1-1 0,-1 1 0,0 0 0,0-1-1,1 1 1,-1 0 0,1-1 0,-1 1 0,0 0 0,1 0-1,-1-1 1,1 1 0,-1 0 0,0 0 0,1 0-1,-1-1 1,1 1 0,-1 0 0,1 0 0,-1 0 0,1 0-1,-1 0 1,1 0 0,-1 0 0,0 0 0,1 0 0,-1 0-1,1 0 1,-1 0 0,1 1 0,0-1 0,22 15-6586,-20-13 5067,11 7-5353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45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1 8900,'0'0'13974,"-18"14"-13213,-55 47-158,70-59-587,1 0-1,0 0 1,-1 0 0,1 1 0,0-1-1,1 1 1,-1-1 0,0 1 0,1 0-1,-1-1 1,1 1 0,0 0 0,0 0-1,0 0 1,0 0 0,1 0 0,-1 0 0,1 1-1,0-1 1,0 0 0,0 0 0,0 0-1,0 0 1,1 0 0,0 0 0,-1 0-1,2 3 1,-1-3-4,0-1-11,0 0-1,0-1 0,0 0 0,1 1 1,-1-1-1,0 0 0,1 1 1,-1-1-1,1 0 0,-1 0 0,1 0 1,0-1-1,-1 1 0,1 0 1,0 0-1,0-1 0,-1 1 0,1-1 1,0 0-1,0 1 0,0-1 1,-1 0-1,1 0 0,0 0 0,0-1 1,0 1-1,0 0 0,2-1 1,3 0-12,0 0-1,1 0 1,-1-1 0,0 1 0,0-2 0,9-3 0,-11 3-1,-1 1-1,1-1 1,-1 0-1,0 0 1,0 0 0,0-1-1,0 1 1,-1-1 0,1 0-1,-1 0 1,0 0-1,0-1 1,-1 1 0,1-1-1,-1 0 1,0 1 0,0-1-1,-1 0 1,1 0-1,-1 0 1,0 0 0,-1 0-1,1-1 1,-1-8-1,0 13 16,-1-1 0,1 0 0,-1 1-1,0-1 1,1 1 0,-1-1-1,0 1 1,0-1 0,0 1-1,0-1 1,0 1 0,0 0-1,0-1 1,0 1 0,-1 0-1,1 0 1,-1 0 0,1 0-1,0 0 1,-1 0 0,1 1-1,-1-1 1,0 0 0,1 1 0,-1-1-1,0 1 1,1 0 0,-1-1-1,0 1 1,0 0 0,-3 0-1,-67-1-230,54 2-51,16-1 143,1 0 0,-1 0 0,1 0 0,-1 1 0,1-1 1,-1 0-1,1 1 0,-1-1 0,1 1 0,0-1 0,-1 1 0,1 0 0,0-1 0,-1 1 1,1 0-1,0 0 0,0 0 0,0 0 0,0 0 0,0 0 0,-1 2 0,-4 17-7132,6-14 1030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46.0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1 10517,'0'0'12160,"-8"24"-10380,-23 78-292,26-81-939,2 0-1,0 0 1,2 0-1,0 0 0,4 39 1,-1-5-262,-2-53-358,0 0-1,1 1 1,-1-1 0,1 0 0,-1 1-1,1-1 1,0 0 0,0 0-1,0 0 1,0 1 0,0-1 0,0 0-1,1-1 1,-1 1 0,0 0 0,1 0-1,0 0 1,0-1 0,-1 1 0,1-1-1,0 0 1,0 1 0,0-1-1,0 0 1,3 1 0,-3-1-323,0 0 1,0-1 0,1 1-1,-1 0 1,0-1-1,0 0 1,1 1-1,-1-1 1,0 0-1,1 0 1,-1 0-1,0-1 1,1 1-1,-1 0 1,0-1 0,0 0-1,0 1 1,1-1-1,-1 0 1,0 0-1,0 0 1,0 0-1,0-1 1,0 1-1,2-2 1,2-9-5933,-4-3-1410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46.1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11941,'0'0'6131,"115"-27"-5586,-81 27-545,0 0-1809,-7 0-3922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46.8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 7619,'0'0'12678,"75"-16"-11861,-41 11-225,-1 5-176,1 0-256,-7 0-160,-6 0-16,-1 0-592,-13 0-1233,-14 18-16199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47.0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43 5410,'0'0'14535,"135"-14"-14247,-114 10-288,-8-1-624,1 1-1665,-1-1-3442,-6-6-3985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47.5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32 3890,'0'0'12694,"10"-4"-11486,4-2-864,1 1 0,-1 1 1,1 0-1,0 1 0,1 1 0,-1 0 0,24 1 0,-38 1-338,0 0-1,-1 1 1,1-1-1,-1 0 0,1 1 1,-1-1-1,1 1 0,-1-1 1,1 1-1,-1-1 0,1 1 1,-1-1-1,1 1 1,-1-1-1,0 1 0,1-1 1,-1 1-1,0 0 0,0-1 1,1 1-1,-1 0 1,0-1-1,0 1 0,0 0 1,0-1-1,0 1 0,0 0 1,0 1-1,0 25 47,-1-19-27,1-1-13,-1 0 0,0 0 0,0 0 0,-1-1 1,0 1-1,0 0 0,-1 0 0,0-1 1,0 0-1,0 0 0,-1 1 0,0-2 0,-5 7 1,-10 11 107,-42 38 0,41-44 588,-30 38 0,49-55-684,1 0 0,0 1-1,-1-1 1,1 0 0,0 1 0,0-1-1,-1 1 1,1-1 0,0 0 0,0 1-1,-1-1 1,1 1 0,0-1 0,0 1-1,0-1 1,0 1 0,0-1 0,0 0-1,-1 1 1,1-1 0,0 1 0,0-1 0,1 1-1,-1-1 1,0 1 0,0-1 0,0 1-1,0-1 1,0 1 0,0-1 0,1 0-1,-1 1 1,0-1 0,0 1 0,1-1-1,-1 0 1,0 1 0,0-1 0,1 0-1,-1 1 1,1-1 0,0 1 0,27 5 906,37-10 301,-45 0-1022,0-1-1,0-1 1,23-10 0,1-1-137,-42 17-117,-20 9-8850,8-2 664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30.0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 2225,'0'0'10946,"3"-3"-8961,-3 2-1876,1 1-1,-1-1 1,1 0-1,-1 1 0,1-1 1,0 1-1,-1-1 1,1 1-1,0-1 1,-1 1-1,1-1 0,0 1 1,-1-1-1,1 1 1,0 0-1,0 0 1,-1-1-1,1 1 0,0 0 1,0 0-1,0 0 1,0 0-1,-1 0 0,1 0 1,1 0-1,0 2 113,-1 0 0,0 0-1,1 0 1,-1 0-1,0 0 1,0 0 0,0 0-1,-1 0 1,1 1 0,0-1-1,0 4 1,8 46 1451,-3 1-1,-1 0 1,-5 101 0,-1-74-838,2-3-406,4 0 1,28 142-1,-28-208-5910,-3-28 1999,-1-43-2328,-1 51 3902,0-43-5040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30.7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218 399 6419,'0'0'11034,"20"-11"-10364,-14 7-606,16-10 140,1 1-1,0 2 0,0 0 0,1 2 0,30-9 0,1157-210 2825,-1093 211-2932,400-43-440,-509 59 304,-4 1 213,0-1 0,0 1 0,0 0 1,1 0-1,-1 0 0,0 1 0,0-1 0,0 1 1,7 3-1,-10-3-68,0 1 1,-1 0 0,1 0-1,-1-1 1,1 1-1,-1 0 1,0 0-1,0 0 1,0 0-1,0 1 1,0-1-1,0 0 1,0 0-1,-1 1 1,1-1 0,-1 0-1,0 1 1,0-1-1,0 0 1,0 1-1,0-1 1,-1 4-1,-1 19 458,-1-1-1,-2 0 1,0 0-1,-2-1 0,-13 33 1,-10 41 379,19-35-513,2 0 0,4 1 0,2-1 0,11 126 0,-2-143-429,3 1 0,2-1 0,2 0 0,21 50 0,-2-8 0,-32-86 0,0-1 0,0 1 0,0 0 0,1 0 0,-1-1 0,0 1 0,0 0 0,0-1 0,0 1 0,0 0 0,0 0 0,0-1 0,0 1 0,-1 0 0,1 0 0,0-1 0,0 1 0,-1 0 0,1-1 0,0 1 0,-1 0 0,1-1 0,0 1 0,-1-1 0,1 1 0,-1 0 0,1-1 0,-1 1 0,0-1 0,1 0 0,-1 1 0,1-1 0,-1 1 0,0-1 0,1 0 0,-1 1 0,0-1 0,1 0 0,-1 0 0,-1 0 0,-36 5 0,26-5 0,-703 127-1801,568-94 1569,-1199 243 376,1261-259-10,177-20-633,56-26-3013,-52 1-3322,-61 9-156,-13-3-3386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31.2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19 4130,'0'0'10578,"0"-5"-9177,0-9 2991,-1 44-2531,-10 299 4898,15-200-5229,38 238-1,-31-311-1541,-3-23-161,-2 1 0,3 56 0,-2-105-4229,-7 6 3308,-2-29-4778,1 35 4956,1 0-1,-1-1 1,0 1 0,0 0 0,0 0 0,-1-1 0,1 1 0,-1 0 0,-2-4 0,-21-18-9132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31.6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47 464,'0'0'13614,"8"-9"-10708,24-27-220,-32 36-2604,0-1 0,1 1 1,-1 0-1,0 0 0,0 0 0,0 0 0,0 0 0,1 0 0,-1 0 0,0 0 0,0 0 0,0 0 0,1 0 0,-1 0 0,0 0 0,0 0 0,1 0 0,-1 0 1,0 0-1,0 0 0,0 0 0,1 0 0,-1 0 0,0 0 0,0 0 0,0 0 0,1 0 0,-1 0 0,0 0 0,0 0 0,0 1 0,0-1 0,1 0 0,-1 0 1,0 0-1,0 0 0,0 1 0,0-1 0,0 0 0,0 0 0,1 0 0,-1 0 0,0 1 0,0-1 0,0 0 0,0 0 0,0 0 0,0 1 0,0-1 0,0 0 0,0 0 1,0 0-1,0 1 0,0-1 0,0 0 0,0 0 0,0 1 0,0-1 0,0 0 0,0 0 0,0 0 0,0 1 0,-1-1 0,1 0 0,0 0 0,1 19 398,-1-18-125,-3 122 3440,-1 2-3316,4-124-583,0 1 0,0-1 0,0 1 0,0-1 0,0 1 0,0-1 0,1 1 0,-1-1 0,0 0 0,1 1 0,-1-1 0,1 0 0,0 1 0,-1-1 0,1 0 0,0 0 0,0 1 0,0-1 0,1 1 0,0-1-313,-1 0-1,1 0 1,-1-1-1,1 1 1,0-1-1,-1 0 1,1 1 0,-1-1-1,1 0 1,0 0-1,-1 0 1,1 0 0,0 0-1,-1 0 1,1 0-1,0-1 1,2 0-1,22-9-7297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32.2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19 1249,'0'0'21377,"0"0"-21325,0 0 0,0-1 0,0 1 0,0 0-1,0 0 1,0-1 0,0 1 0,0 0 0,0 0-1,0-1 1,0 1 0,0 0 0,0 0-1,0-1 1,0 1 0,0 0 0,0 0 0,0-1-1,0 1 1,0 0 0,0 0 0,0-1 0,0 1-1,0 0 1,1 0 0,-1 0 0,0-1 0,0 1-1,0 0 1,0 0 0,0 0 0,1-1 0,-1 1-1,0 0 1,0 0 0,1 0 0,-1 0 0,0 0-1,0 0 1,1-1 0,6-1 48,1 0 1,-1 0-1,1 1 1,0-1-1,0 2 1,0-1-1,-1 1 1,1 0-1,0 1 1,13 2-1,-19-2-94,1 0 0,-1-1 1,1 1-1,-1 0 0,1 1 0,-1-1 0,0 0 0,0 1 1,1-1-1,-1 1 0,0 0 0,0 0 0,0 0 0,-1 0 0,1 0 1,0 0-1,-1 0 0,1 0 0,-1 1 0,0-1 0,0 0 1,0 1-1,0-1 0,0 1 0,-1 0 0,1-1 0,-1 1 0,1 0 1,-1-1-1,0 1 0,0 0 0,0-1 0,-1 1 0,0 3 1,0 0 16,0-1 1,0 1-1,0-1 1,-1 0-1,0 0 1,0 0 0,-1 0-1,1 0 1,-1 0-1,0-1 1,-6 8-1,-46 39 422,47-46-251,1 0 0,0 1 1,0 0-1,1 0 1,-1 1-1,1-1 1,1 1-1,-1 1 1,1-1-1,1 1 1,-1 0-1,-4 12 0,9-19-175,0 0 0,0 0 0,0-1 0,0 1 0,-1 0 0,1 0-1,1 0 1,-1 0 0,0-1 0,0 1 0,0 0 0,0 0 0,0 0-1,1-1 1,-1 1 0,0 0 0,1 0 0,-1-1 0,1 1 0,-1 0-1,1-1 1,-1 1 0,1-1 0,-1 1 0,1 0 0,-1-1 0,1 1-1,0-1 1,-1 1 0,1-1 0,0 0 0,0 1 0,-1-1 0,1 0-1,0 0 1,0 1 0,0-1 0,-1 0 0,1 0 0,0 0 0,0 0-1,1 0 1,45 0 436,-33-1-248,16-1-64,0-1 0,0-2-1,0-1 1,50-17 0,49-10-209,-127 33-88,-6-1-194,0 0 1,0 1 0,0-1 0,0 1 0,0 0-1,0 0 1,0 0 0,-9 2 0,-5-1-1456,4 0-478,1 1 0,-1 1 0,-24 6 0,-3 3-6379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39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10 196 1425,'0'0'9359,"-1"-4"-8975,0 1-249,1 2-96,-1 1 1,1-1 0,0 1-1,-1-1 1,1 1-1,0-1 1,0 0-1,-1 1 1,1-1-1,0 0 1,0 1-1,0-1 1,0 0 0,0 1-1,0-1 1,0 0-1,0 1 1,0-1-1,0 0 1,0 1-1,0-1 1,1 0-1,-1 1 1,0-1 0,0 1-1,1-1 1,-1 0-1,0 1 1,1-1-1,-1 1 1,1-2-1,0-6 5971,6-24-5763,0 18-249,1 0 1,0 0-1,1 0 1,19-20-1,-26 31-10,1 0 0,0 0 0,1 0 0,-1 0 0,0 0 0,1 1 0,-1-1 0,1 1 0,0 0 0,0 0 0,0 1 0,0-1 0,0 1 0,0 0 0,0 0 0,0 0 0,1 1 0,-1-1 0,0 1 0,1 0 0,-1 0 0,0 1-1,5 0 1,-7 0 12,0 0-1,0 1 1,0-1-1,-1 1 1,1 0-1,0-1 1,-1 1-1,1 0 1,-1 0-1,0 0 1,0 0-1,1 0 1,-1 0-1,-1 0 1,1 1-1,0-1 1,0 3-1,12 45 72,-13-49-71,3 12 43,-1 1 0,-1-1 0,0 1 0,-1-1 0,0 1 0,-1-1 0,-4 23 0,3-29-28,0 0 1,0 0-1,0 0 1,-1 0-1,0 0 1,-1-1-1,1 1 1,-1-1-1,0 0 1,-1 0-1,0 0 1,0-1-1,0 1 1,-11 7-1,9-7 3,-1-1 0,0-1 1,0 1-1,0-1 0,0-1 0,-1 0 0,1 0 0,-1 0 0,0-1 1,0 0-1,1-1 0,-1 0 0,-1-1 0,-9 0 0,19 0-9,-1 0-1,1-1 0,-1 1 1,1 0-1,-1 0 1,1-1-1,-1 1 0,1-1 1,-1 1-1,1 0 1,-1-1-1,1 1 0,0-1 1,-1 1-1,1-1 1,0 1-1,-1-1 1,1 1-1,0-1 0,0 0 1,-1 1-1,1-1 1,0 1-1,0-1 0,0 0 1,0 1-1,0-1 1,0 1-1,0-1 0,0 0 1,0 1-1,0-1 1,0 1-1,0-1 0,1 0 1,-1 1-1,0-1 1,0 1-1,1-1 0,-1 1 1,1-2-1,13-25 178,-6 22-34,-1 0-1,1 1 0,0 0 1,0 0-1,0 1 1,0 0-1,0 1 1,1 0-1,-1 0 0,15-1 1,15 0 1198,43 3 1,-40 1-289,-29 0-260,-1 0-1,0 0 1,0 1-1,0 1 1,0 0-1,12 5 1,-12-5 663,-10-2-1217,-1 1-211,-5 22-3382,4-23 2916,1 0 0,-1 0 0,0 0 0,0 0 0,0 0-1,0 0 1,0 0 0,0 0 0,0-1 0,0 1 0,0 0 0,0-1-1,0 1 1,-1-1 0,1 1 0,0-1 0,0 1 0,-1-1 0,1 0 0,0 0-1,-1 0 1,1 1 0,0-1 0,-2-1 0,-4 1-9749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40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3169,'0'0'9888,"13"30"-4510,-11-25-4986,0 0 0,0 0 0,-1 1 0,0-1 0,0 0 0,-1 9 0,5 19 802,29 145 2464,-28-133-2421,-1-1 1,-2 78 0,-4-94-765,2-24-1960,6 8 5018,-4-8-4402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55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0 348 2721,'0'0'7724,"3"-2"-7436,16-18-217,0-1 0,-1-1 0,-1-1 0,-1 0 0,-1-2 0,-1 1 0,21-54 0,-28 61-67,-3 8 11,-1-1-1,0 0 1,0 1-1,-1-1 1,0 0-1,0 0 1,-1-11-1,-2 20-3,-1 1 0,1-1 0,-1 1 0,0-1-1,1 1 1,-1 0 0,0-1 0,1 1 0,-1 0 0,0 0-1,1 0 1,-1 0 0,1 1 0,-1-1 0,0 0-1,-1 1 1,-4 1 57,1 0-1,0 1 1,0-1-1,0 1 1,0 1-1,0-1 0,0 1 1,1 0-1,0 0 1,0 1-1,0-1 1,0 1-1,1 0 1,-1 0-1,1 1 0,-6 10 1,4-5 111,0 0 1,1 0-1,0 0 1,0 0-1,1 1 0,1 0 1,0 0-1,-2 20 1,3-13 16,1-1 0,1 0 0,0 1 1,1-1-1,2 0 0,-1 0 0,2 0 1,1 0-1,0-1 0,1 1 0,0-1 1,2 0-1,0-1 0,1 0 0,16 22 1,14 20 1620,-112-58-11256,34 0 3748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57.0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45 800,'0'0'2431,"0"-7"-1727,0-31 9405,0 51-8231,7 218 2214,-6-223-4573,2 12 914,-3-17-5001,-18-9-9037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57.3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 2481,'0'0'12465,"16"-2"-11105,-1 0-1086,0-1 42,0 1 0,0 0 0,1 1-1,-1 1 1,27 3 0,-35-1-261,-1 0-1,0 1 1,0 0 0,0 0-1,-1 0 1,1 0-1,-1 1 1,0 0 0,9 9-1,-11-10-35,1 0 0,-1 0-1,0 0 1,0 1 0,-1 0 0,1-1-1,-1 1 1,0 0 0,0 0 0,0 0-1,0 1 1,-1-1 0,0 0-1,2 9 1,2-1 112,4-29-18459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57.5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1 800,'0'0'14807,"-128"88"-12950,107-61-945,8 2-319,6-4-385,0-5-208,7-2-80,0-4-1441,0-9-3089,14-5-3938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7:59.5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0 186 3906,'0'0'6189,"10"-7"-5861,32-23 99,-41 29-371,0 0-1,-1 1 0,1-1 0,0 1 0,0-1 1,0 1-1,0-1 0,-1 1 0,1 0 0,0-1 1,0 1-1,0 0 0,0 0 0,0-1 0,0 1 1,0 0-1,0 0 0,0 0 0,0 0 0,0 0 1,0 0-1,0 1 0,0-1 0,0 0 0,0 0 1,0 1-1,0-1 0,-1 1 0,1-1 0,0 1 1,0-1-1,0 1 0,0-1 0,-1 1 0,1 0 1,0-1-1,-1 1 0,1 0 0,0 0 1,-1 0-1,1-1 0,-1 1 0,1 0 0,-1 0 1,1 1-1,9 43 1916,-9-41-1647,0 89 2386,-1-91-2296,0-6-374,1 1 1,-1-1-1,0 1 1,1-1-1,-2 1 1,1 0-1,0-1 0,-2-4 1,2 4-21,-1-2-20,-3-23 5,2 0 0,2-44 0,0 66 14,1-1 1,0 0-1,0 1 1,1-1-1,0 0 1,1 1-1,-1 0 0,1 0 1,1 0-1,0 0 1,0 0-1,0 1 1,0-1-1,8-7 1,-11 13-85,0 0 1,0 0 0,0 0 0,0 1 0,0-1 0,0 0 0,0 1 0,0-1 0,1 1 0,-1-1-1,0 1 1,0-1 0,0 1 0,1 0 0,-1-1 0,0 1 0,0 0 0,1 0 0,-1 0 0,0 0-1,0 0 1,1 0 0,-1 1 0,0-1 0,0 0 0,1 1 0,-1-1 0,0 1 0,0-1-1,0 1 1,2 1 0,29 27-6957,-28-24 5382,10 15-5484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8:00.1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91 2289,'0'0'4800,"5"-14"-4160,18-46 262,-19 43 4759,-7 17-4506,-6 11-1011,5-2 147,1 0 0,0 1 0,1-1-1,0 1 1,0-1 0,1 1 0,0 0 0,0 0 0,2-1-1,-1 1 1,3 15 0,4 9 591,23 66-1,-22-77-605,0 1-1,-1-1 0,-2 1 0,0 1 0,1 28 1,-6 74 2263,0-127-1882,0-3-1282,0 0 0,0 0 0,0 0 1,-1 0-1,1 0 0,-1 0 0,1 0 1,-1 1-1,0-1 0,-2-3 0,2 5 121,0 0-1,0 0 0,0 0 0,0 0 1,-1 0-1,1 0 0,0 0 1,0 0-1,-1 0 0,1 1 1,-1-1-1,1 1 0,-1-1 0,-1 0 1,-3 0-1173,-14-6-4501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8:00.4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3602,'0'0'11114,"7"-4"-9503,21-9-266,-27 13-1232,0-1-1,0 1 0,0 0 1,0 0-1,0 0 1,1 0-1,-1 0 1,0 0-1,0 0 0,0 0 1,0 0-1,0 1 1,0-1-1,0 0 1,0 1-1,-1-1 1,1 1-1,0-1 0,0 1 1,0-1-1,0 1 1,0-1-1,-1 1 1,1 0-1,1 0 1,18 25 1527,-11-15-876,-8-10-680,36 34 1216,-34-33-1379,0 1 1,-1-1-1,1 0 1,0 0-1,1 0 1,-1 0-1,0 0 1,1-1-1,-1 1 1,7 1-1,-6-3-2670,-2 0 1241,6-3-11544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8:00.6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0 6227,'0'0'14615,"-115"109"-13815,101-87-80,8 1-256,-8-1-223,7-1-241,-6-5 0,6 2-369,-7 0-1119,1 2-1057,-1 3-3490,-6 1-3169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8:56.7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29 237 96,'0'0'3186,"0"-23"-1973,-2-2-774,1 14-149,1 0 0,0-1 1,1 1-1,0 0 0,0-1 1,1 1-1,7-20 1,-4-24 3547,-6 34-797,-1 19-655,0 8 800,-12 64-2005,3 1 0,-1 81 0,10 150 931,2-172-1735,1-73-365,2-1 1,22 113-1,-22-163-6182,-3-27 2434,-4-37-2635,-3 1-40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8:57.4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225 525 6051,'0'0'6104,"27"-7"-3388,-11 2-2357,20-4 338,1 1 0,-1 1 1,53-2-1,35-4 390,224-54-1,-228 40-690,483-106 541,308-65-1356,-854 186 343,-19 3 76,1 1-1,0 2 1,45 0-1,-82 6 31,-1 0 0,0 0-1,1 0 1,-1 0 0,0 1-1,0-1 1,1 0 0,-1 1 0,0-1-1,0 1 1,0-1 0,0 1-1,0 0 1,1-1 0,-1 1-1,0 0 1,-1 0 0,1 0-1,0 0 1,0 0 0,0 0 0,0 0-1,-1 0 1,1 0 0,0 0-1,-1 0 1,1 1 0,-1-1-1,0 0 1,1 0 0,-1 0 0,0 1-1,0-1 1,1 2 0,-3 47 1432,2-44-1250,-7 39 1448,-15 47 1,12-51-263,-10 76 0,12 4 39,11 191-1,6-246-1423,3 0 0,32 101 0,-17-72-17,-23-70 4,0-1 0,-2 1 0,-1 0 0,-3 43 0,1-9 0,0-57 0,1-1 0,0 1 0,-1-1 0,0 0 0,1 1 0,-1-1 0,0 0 0,0 1 0,1-1 0,-1 0 0,0 0 0,0 0 0,0 0 0,0 0 0,-1 0 0,1 0 0,0 0 0,0 0 0,-1-1 0,1 1 0,0 0 0,-1-1 0,1 1 0,0-1 0,-1 0 0,1 1 0,-1-1 0,1 0 0,-1 0 0,1 0 0,-3 0 0,-59 1 0,46-1 0,-408 31-399,3 36-263,278-42 517,-1284 270 77,1098-221 680,303-67-387,37-8-11,43-7 9,23-11-1464,79-30 1,-152 48 814,25-11-2168,-20-1-4772,-8 3 432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8:58.0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10 2993,'0'0'11680,"-4"-2"-9713,3 1-1765,0 0 1,0 0 0,0 1-1,0-1 1,0 0 0,0 1-1,0-1 1,0 1 0,0-1-1,-1 1 1,1 0-1,0 0 1,0-1 0,-1 1-1,1 0 1,0 0 0,0 0-1,-1 0 1,1 0 0,0 1-1,0-1 1,-2 0 0,2 2-55,-1-1 0,1 0 0,0 0 0,0 1 0,0-1 0,0 0 0,0 1 0,0-1 0,0 1 0,1-1 0,-1 1 0,1-1 0,-1 1 0,1 0 0,-1-1 1,1 1-1,0 0 0,0-1 0,0 4 0,-8 100 1531,8 162-1,30 105 2708,-13-197-3624,-12-102-762,-2-23 0,16 88 0,-18-135 0,-1 1 0,1-1 0,0 1 0,0-1 0,0 0 0,1 1 0,-1-1 0,1 0 0,0 0 0,0 0 0,0 0 0,0 0 0,1 0 0,-1-1 0,1 1 0,4 3 0,-7-2-3109,-8-1-6382,-10-1 1329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8:58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7379,'0'0'12782,"0"23"-10821,0 181 2326,13-83-3179,-9-104-2074,6-16-1608,-8-3 1844,0 1 1,0-1-1,0 1 1,0-1-1,0 0 0,-1 0 1,1 0-1,-1 0 1,1 0-1,1-4 0,16-34-10051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8:59.4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69 4514,'0'0'11040,"10"-7"-9293,1-1-1198,-7 4-248,1 1-1,-1 0 1,1 0-1,0 0 1,-1 0-1,1 1 1,9-3 2857,29 2-554,-18-3-2518,-6 1-89,0 1 1,0 0-1,1 1 0,-1 1 0,1 1 0,31 3 0,-50-2 3,0 1 0,1 0 0,-1-1 0,0 1 0,0 0 0,0 0 0,0 0 0,0 0-1,-1 0 1,1 0 0,0 0 0,0 0 0,-1 0 0,1 0 0,0 0 0,-1 0 0,1 1-1,-1-1 1,0 0 0,1 0 0,-1 1 0,0-1 0,0 0 0,0 1 0,0-1 0,0 0-1,0 3 1,-4 36 27,-3-29 18,1 0-1,-1-1 0,-1 1 0,0-1 0,-1-1 0,1 0 0,-2 0 0,1 0 0,-22 13 0,-19 19 487,35-28-276,12-11-176,0 0 0,0 0-1,1 1 1,-1-1 0,0 0 0,1 1 0,0 0 0,-1-1 0,1 1 0,0 0 0,1 0 0,-1 0 0,0 1 0,1-1 0,0 0 0,0 0 0,0 1 0,-1 4 0,3-7-61,0 0 0,0 0-1,0 0 1,1 0 0,-1 0 0,0-1 0,0 1-1,1 0 1,-1-1 0,0 1 0,1-1 0,-1 1-1,1-1 1,-1 0 0,1 0 0,-1 1 0,1-1-1,-1 0 1,1 0 0,-1-1 0,0 1 0,1 0-1,-1 0 1,2-1 0,4 1 71,14-2-15,0 0 1,0-1-1,0-1 0,0 0 1,0-2-1,-1-1 1,0 0-1,0-2 1,-1 0-1,23-15 1,-41 24-77,-1 0 0,1 0 0,0-1 0,-1 1 0,1 0 0,0-1 0,-1 1 0,1-1 0,-1 1 1,1-1-1,-1 1 0,1-1 0,-1 1 0,1-1 0,-1 1 0,1-1 0,-1 0 0,0 1 0,1-1 0,-1 0 1,0 1-1,1-1 0,-1 0 0,0-1 0,-12-7-1110,-29 3-3275,1 6-1853,-12 0-4464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9:00.2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4 272,'0'0'12296,"4"-1"-11082,-3 0-988,1 1-1,-1-1 1,1 1-1,0 0 1,-1-1-1,1 1 0,0 0 1,-1 0-1,1 0 1,-1 0-1,1 1 1,0-1-1,-1 0 0,1 1 1,0-1-1,-1 1 1,1-1-1,-1 1 1,1 0-1,-1 0 1,3 1-1,-2 0 86,1 1 0,-1 0 0,1-1 0,-1 1-1,0 0 1,0 0 0,0 0 0,0 1 0,2 5 0,2 9 475,-1 1 0,-1 0 0,3 22 0,-5-24-257,15 90 2299,6 197 0,-23-304-2847,0-12-595,0-41-4268,0 17-7548,0 24 3533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9:01.7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93 104 3698,'0'0'8689,"3"-6"-7568,0-1-873,0 1 1,1 0 0,0 0 0,0 0-1,0 0 1,1 1 0,0 0 0,0-1 0,0 2-1,1-1 1,-1 1 0,1 0 0,0 0-1,1 0 1,-1 1 0,0 0 0,1 0 0,0 1-1,0 0 1,0 0 0,0 0 0,0 1-1,12-1 1,-17 3-229,-1-1 0,0 0 1,0 0-1,1 1 0,-1-1 0,0 1 0,0-1 0,0 1 0,1-1 0,-1 1 0,0 0 0,0-1 1,0 1-1,0 0 0,0 0 0,0 0 0,0 0 0,-1 0 0,1 0 0,0 0 0,0 0 0,-1 0 1,1 0-1,-1 1 0,1-1 0,-1 0 0,1 0 0,0 3 0,5 40 550,-6-41-504,0 294 2162,-1-282-2207,0 1 0,-2 0 0,0 0-1,0-1 1,-2 1 0,0-1 0,0 0 0,-10 17-1,12-27-10,0 1 0,0-1 0,-1 0 0,1 0 0,-1 0 0,0 0 0,-1-1 0,1 0 0,-1 1 0,0-2 0,0 1 0,0 0 0,0-1 0,-1 0 0,1 0 0,-1-1 0,0 0 0,0 0 0,0 0 0,0-1 0,0 1 0,0-1 0,-9 0 0,11-1-5,0 0 0,1-1-1,-1 1 1,0-1 0,1 1-1,-1-1 1,0-1 0,1 1 0,-1 0-1,1-1 1,-1 1 0,1-1 0,0 0-1,0 0 1,0-1 0,-4-2 0,2-1 0,0-1-1,0 1 1,0-1 0,1 0 0,0 0 0,-4-9 0,7 15 7,0 0 1,0 0 0,1 0 0,-1 0 0,0-1-1,1 1 1,-1 0 0,1 0 0,-1 0-1,1-1 1,0 1 0,-1 0 0,1 0-1,0-1 1,0 1 0,0 0 0,0 0-1,0-1 1,0 1 0,0 0 0,1 0-1,-1-1 1,0 1 0,1 0 0,-1 0-1,1 0 1,-1-1 0,1 1 0,-1 0-1,1 0 1,0 0 0,0 0 0,-1 0-1,1 0 1,0 0 0,0 1 0,0-1 0,0 0-1,0 0 1,0 1 0,0-1 0,1 0-1,-1 1 1,0-1 0,0 1 0,0 0-1,1-1 1,-1 1 0,1 0 0,9-1 245,-1 0 0,0 0 0,1 2 0,19 2 0,-21-2-164,18 3 296,1 2 1,-1 1-1,51 21 0,-54-18-152,1-1 0,0-1 0,0-1 0,52 6 0,-16-12 1047,-39-1 1437,-24 21-2202,-5-15-497,6-5-34,-1 0 1,1 1-1,-1-1 1,1 1-1,0-1 0,0 1 1,-1-1-1,1 1 1,0-1-1,0 1 0,0 0 1,1 0-1,-1 0 0,0 0 1,1-1-1,-1 5 1,-26-1-30103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9:35.2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23 1169,'0'0'4167,"7"0"-3575,127-11 5189,-65 4-4412,87 2 4001,-162 5-5336,0 1 0,1-1 0,-1 1 0,1 1-1,0-1 1,-1 1 0,1 0 0,0 0 0,0 0 0,0 1-1,0-1 1,-5 6 0,-60 47-60,38-28 82,27-23-52,0 0-1,0 1 1,1-1-1,0 1 1,0 0-1,0 0 1,0 0-1,1 0 1,0 1 0,0-1-1,0 1 1,1 0-1,0 0 1,-2 7-1,-3-1 102,6-9 104,15-2-136,-10-1-72,1 1 0,-1 0 0,0 1 0,0-1 0,1 1 1,-1 0-1,0 0 0,-1 0 0,1 0 0,0 0 0,-1 1 0,1 0 0,-1 0 0,0 0 0,0 0 0,4 5 0,-1-1 0,0 0 1,-1 0-1,0 1 0,0 0 0,-1 0 1,6 15-1,-5-6 13,-2 1 0,0-1 1,-1 0-1,-1 1 0,-1 20 0,0-35 26,-1-1-1,0 1 1,0-1-1,1 0 1,-1 1-1,-1-1 0,1 0 1,0 0-1,0 0 1,-1 0-1,1 0 1,-1 0-1,0 0 1,0 0-1,1 0 1,-1-1-1,0 1 0,-1-1 1,1 0-1,0 1 1,0-1-1,0 0 1,-1 0-1,1-1 1,-4 2-1,-3 1 369,0 0 0,-1-1 0,1 0 0,-1-1 0,-13 1 0,-18-1 976,10 0 66,0-2-1,-35-5 1,57 3 753,5-2-4050,0 3-4221,-8 12 663,-10 12-747,-16 6-1190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9:23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117 0 2385,'0'0'9813,"-1"22"-9307,-36 298 5099,-1 26-3969,32-274-1416,-27 527 310,33-598-557,0-10-258,-1-20-1358,2 1 0,1-1 0,1 1 0,1 0 0,14-46 0,3 12-2970,5-1-611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9:26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272 321 544,'0'0'6240,"9"0"-147,15 0-4934,48-4-596,-1-2 0,78-18 1,-53 8-323,844-54 1442,-534 53-1541,301-55 182,-242 19-226,88 23 18,-56 6-147,-423 19 421,-74 36-252,-1-17-17,-2-1-1,0 1 0,0-1 1,-1 1-1,-1-1 0,-9 18 0,-2 10 428,-12 44 146,4 2 0,4 0-1,3 1 1,-8 171 0,21-182-302,-13 151 616,14-210-826,-2-1 0,0 1 0,-10 20 0,-3 11 43,-5 1-142,18-42-69,1 1 1,0 0-1,0 0 0,-4 17 0,2-10-10,0-1-1,-1 1 1,0-1-1,-1 0 0,-1 0 1,-15 18-1,23-30 1,-1-1-1,0 0 0,1 1 0,-1-1 0,0 0 1,0 0-1,0 0 0,0 0 0,0 0 1,-1-1-1,1 1 0,0-1 0,-1 0 0,1 1 1,-1-1-1,0 0 0,1 0 0,-1-1 0,0 1 1,1 0-1,-1-1 0,0 0 0,0 0 1,0 0-1,1 0 0,-1 0 0,0 0 0,-3-1 1,1 1-2,-43-3-25,-79-14 0,27 3-123,-705-38-374,-3 45 552,702 7-43,-423 20 137,358-12 71,-208 34 0,368-40-191,-299 19 87,30-4 17,245-13-92,-8 1 149,0 1 1,-69 20-1,108-26-164,3 0 39,3 16-8547,11-12 3551,12-3-948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9:27.3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46 912,'0'0'6913,"2"-7"-5686,1 0-810,-1 5-207,-1-1 0,0 1 0,0-1 0,0 1 0,-1-1 0,1 1 0,-1-1 0,1 1 0,-1-1 0,0-3 2342,0 24-1714,-4 273 6363,-13 147-4299,-15-85-1795,31-320-1030,2-28-64,-1 1 0,0-1 1,-1 0-1,1 1 0,-1-1 0,0 0 0,-2 8 0,0 9 367,3-21-545,1 0-1,-1-1 0,0 1 1,0 0-1,0-1 1,1 1-1,-1 0 1,0 0-1,0-1 0,0 1 1,0 0-1,0 0 1,0-1-1,0 1 1,0 0-1,-1-1 0,1 1 1,0 0-1,0 0 1,-1-1-1,1 1 1,0 0-1,-1-1 1,1 1-1,-1-1 0,1 1 1,-1 0-1,1-1 1,-1 1-1,1-1 1,-1 1-1,1-1 0,-1 0 1,0 1-1,1-1 1,-1 0-1,0 1 1,1-1-1,-1 0 0,0 0 1,1 1-1,-1-1 1,0 0-1,0 0 1,1 0-1,-1 0 1,0 0-1,1 0 0,-1 0 1,0 0-1,0 0 1,1-1-1,-1 1 1,0 0-1,1 0 0,-1-1 1,0 1-1,1 0 1,-1-1-1,-1 0 1,-12-8-4664,-6-10-939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9:28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184 124 544,'0'0'4050,"-1"-10"-3876,-1-1 54,-1-21-305,2 2 3084,-1 26-2687,0 0 0,0 1-1,0-1 1,0 1 0,-1-1-1,1 1 1,-1 0 0,0 0-1,0 0 1,-7-4 2024,9 7-2280,1 1 0,-1-1 0,0 1-1,0-1 1,0 1 0,1 0 0,-1-1-1,0 1 1,1 0 0,-1-1 0,0 1-1,1 0 1,-1 0 0,1-1 0,-1 1-1,1 0 1,0 0 0,-1 2 0,-42 459 9724,30 135-7435,13-577-2290,-1 0 0,-1-1 0,-1 1 0,-10 34 0,13-42-2,0-11-116,0-1-1,0 1 0,0-1 0,0 0 0,0 1 0,0-1 0,1 0 0,-1 1 0,0-1 0,0 1 1,0-1-1,0 0 0,0 1 0,0-1 0,-1 1 0,1-1 0,0 0 0,0 1 0,0-1 1,0 1-1,0-1 0,-1 0 0,1 1 0,0-1 0,0 0 0,0 1 0,-1-1 0,1 0 1,0 0-1,-1 1 0,1-1 0,0 0 0,-1 0 0,1 1 0,0-1 0,-1 0 0,1 0 1,0 0-1,-1 1 0,-1-1-1292,1-10-3286,-20-45-4983,-4 16 3553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9:29.1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65 1056,'0'0'6161,"20"-24"1173,-1 18-7339,-5 1-3,0 1 0,0-2-1,26-13 1,-40 19 78,1 0 0,-1 0-1,0 0 1,1 0 0,-1 0 0,0 0-1,1 0 1,-1 0 0,0 0-1,1 0 1,-1 0 0,0 0-1,1 1 1,-1-1 0,0 0 0,1 0-1,-1 0 1,0 1 0,0-1-1,1 0 1,-1 0 0,0 1-1,0-1 1,0 0 0,1 0 0,-1 1-1,0-1 1,0 0 0,0 1-1,0-1 1,1 0 0,-1 1 0,0-1-1,0 0 1,0 1 0,0-1-1,0 0 1,0 1 0,0-1-1,0 0 1,0 1 0,0-1 0,0 0-1,0 1 1,-1-1 0,1 0-1,0 1 1,0-1 0,0 29-246,0-21 615,0 60 1471,13 451 3205,8-56-4376,-8-255-1409,-12-218-768,0-10-3146,-4 9-4451,-3 5 471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9:38.9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1 960,'0'0'7815,"0"16"1654,-2-7-10182,-14 16 746,1 1 0,1 0 0,1 2 0,2-1 0,1 1 0,1 1 0,-8 42 0,16-69-40,1 0 0,-1 0 0,1 0 1,0 0-1,-1 1 0,1-1 0,0 0 1,0 0-1,1 0 0,-1 0 0,0 0 0,1 0 1,-1 0-1,1 0 0,0 0 0,0 0 1,-1 0-1,1 0 0,0 0 0,1 0 0,-1 0 1,0-1-1,3 3 0,-1-2-5,0-1 0,1 0 0,-1 0 0,0 0 0,1-1 1,-1 1-1,0-1 0,1 0 0,-1 0 0,1 0 0,-1 0 0,1-1 0,-1 1 0,5-2 0,-1 0 10,0-1 0,0 1 0,-1-1 0,1-1 1,0 1-1,-1-1 0,0 0 0,0-1 0,0 1 0,0-1 0,7-9 0,1-1 18,-1 0 0,-1-1-1,11-19 1,-18 27 105,-1 1 0,0-2 0,0 1 0,-1 0 0,0 0 0,-1-1 0,0 0-1,0 0 1,-1 1 0,0-1 0,0 0 0,-1 0 0,0 0 0,-1 0 0,-1-11 0,1 19-109,1 0 1,-1 1 0,1-1 0,-1 0 0,0 0 0,1 0-1,-1 1 1,0-1 0,1 0 0,-1 1 0,0-1-1,0 1 1,0-1 0,1 1 0,-1-1 0,0 1 0,0-1-1,0 1 1,0 0 0,0 0 0,0-1 0,0 1 0,0 0-1,0 0 1,-1 0 0,-31 0-104,21 1-50,9-1-24,1 0 0,-1 0 0,1 1 0,-1-1 1,1 1-1,-1-1 0,1 1 0,0 0 0,-1 0 0,1 0 0,0 0 0,0 1 1,-4 2-1,5-3-187,0-1 0,0 1 0,1 0 0,-1 0 0,0 0 1,0 0-1,1 1 0,-1-1 0,0 0 0,1 0 0,-1 0 0,1 1 1,0-1-1,-1 0 0,1 0 0,0 1 0,0-1 0,-1 1 0,1 8-4933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9:39.3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54 2113,'0'0'4986,"-2"-6"-3801,1 4-584,-7-24-246,6 16 2619,1 0 4103,1 208-4577,-3-181-1888,1-10-2658,1 1-7399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9:39.9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23 1857,'0'0'8961,"9"-9"-5797,4 5-2534,1 1 0,0 0-1,0 1 1,22 0 0,-35 44-457,-1-37-139,-1 1-1,0-1 1,0 1 0,0-1-1,-1 1 1,0-1 0,0 0-1,0 0 1,-6 9 0,-35 47 129,13-18-132,15-20-19,-25 46 48,40-69-36,0 1 0,0-1 1,0 1-1,0 0 0,0-1 1,0 1-1,0-1 0,0 1 0,0-1 1,0 1-1,0-1 0,0 1 1,1-1-1,-1 0 0,0 1 1,0-1-1,0 1 0,1-1 0,-1 1 1,0-1-1,0 1 0,1-1 1,-1 0-1,1 1 0,-1-1 0,0 0 1,1 1-1,-1-1 0,1 0 1,-1 1-1,0-1 0,1 0 1,-1 0-1,1 0 0,-1 1 0,1-1 1,-1 0-1,1 0 0,-1 0 1,1 0-1,-1 0 0,1 0 0,-1 0 1,1 0-1,-1 0 0,1 0 1,0 0-1,35-1 1012,-26 1-698,24 0 99,-17 1-205,0 0 0,1-2 0,-1 0 1,1-1-1,27-7 0,-44 8-414,0 1-1,-1 0 1,1 0 0,-1-1-1,1 1 1,0-1 0,-1 1-1,1 0 1,-1-1 0,1 1 0,-1-1-1,0 1 1,1-1 0,-1 0-1,1 1 1,-1-1 0,0 1-1,0-1 1,1 0 0,-1 1-1,0-1 1,0 0 0,0 1 0,0-1-1,1 0 1,-1 1 0,0-1-1,0 0 1,0 1 0,-1-1-1,1 0 1,0 1 0,0-2 0,1-11-5063,4 0-3108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9:40.6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39 3666,'0'0'7144,"10"-5"-5452,-6 3-1634,6-3 550,1 0 0,-1 1 0,1 0 0,0 0 0,0 1 0,1 1 0,19-2 0,-33 44 0,-6-26-433,-2-1-1,0-1 0,0 0 0,-2 0 1,-15 13-1,26-24-172,0-1 0,1 0 0,-1 1 0,0-1 0,1 0-1,-1 1 1,0-1 0,1 1 0,-1-1 0,1 1 0,-1-1 0,1 1 0,0 0 0,-1-1-1,1 1 1,-1-1 0,1 1 0,0 0 0,0 0 0,-1-1 0,1 1 0,0 0 0,0-1-1,0 1 1,0 0 0,0 0 0,0-1 0,0 1 0,0 0 0,0 0 0,0-1 0,0 1-1,0 0 1,0-1 0,1 1 0,-1 0 0,0 0 0,1-1 0,-1 1 0,0-1 0,1 1-1,-1 0 1,1-1 0,-1 1 0,1-1 0,-1 1 0,1-1 0,-1 1 0,1-1 0,0 1-1,-1-1 1,2 1 0,46 14-73,-28-9 93,-15-4-21,3 0 1,0 2 0,0-1-1,0 1 1,0 0 0,9 7 0,-15-9-1,0 0 0,0 0 0,0 0-1,0 1 1,0-1 0,0 0 0,-1 1 0,1 0 0,-1-1 0,1 1-1,-1 0 1,0 0 0,0-1 0,-1 1 0,1 0 0,0 0 0,-1 0-1,0 0 1,0 5 0,0-5 100,0-1 0,-1 1 0,0 0 0,1-1 0,-1 1 0,0-1 0,0 1 0,0-1 0,0 0 0,-1 0 0,1 1 0,-1-1 0,1 0 0,-1 0 0,0 0 0,0 0 0,0-1 0,0 1 0,0 0 0,0-1 0,0 1 0,-1-1 0,1 0 0,-4 1 0,-9 5 767,0-1 0,-31 7 0,14-5 9,-83 37 3010,114-45-3917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9:52.1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51 256,'0'0'5581,"0"-51"713,0 84-3458,0 65 1135,12 171-493,-10-172-3575,-3-85-548,30-18-8639,-10-8 2801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9:52.9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61 103 2561,'0'0'7622,"-7"-1"-6184,-20-3-50,27 3-1225,-1 1-1,0-1 1,0 0 0,1 0 0,-1 1 0,0-1 0,1 0 0,-1 0 0,1 0 0,-1 0 0,1 0-1,0 0 1,-1 0 0,1 0 0,0 0 0,0 0 0,0 0 0,0 0 0,0 0 0,0 0 0,0 0 0,0 0-1,0-2 1,4-22 487,-1 22-633,0 0 1,0 0-1,1 0 1,-1 0-1,1 1 1,0 0-1,-1 0 1,1 0-1,0 0 0,0 0 1,1 1-1,6-2 1,52-9 181,-63 12-198,16-3 70,-1 2 0,0 0 0,1 0 0,17 3 0,-32-2-67,0 0-1,-1 1 1,1-1 0,0 0 0,0 1-1,-1-1 1,1 0 0,0 1 0,-1-1 0,1 1-1,-1-1 1,1 1 0,0-1 0,-1 1 0,1 0-1,-1-1 1,1 1 0,-1 0 0,0-1-1,1 1 1,-1 0 0,0 0 0,0-1 0,1 1-1,-1 1 1,2 31 111,-13 29 251,-4-33-202,-1-1 1,0 0 0,-3-2 0,0 0-1,-38 39 1,12-13-110,39-44-47,1-4-12,0 1 0,1 0-1,0 1 1,0-1 0,0 1 0,1 0 0,0-1-1,0 2 1,0-1 0,1 0 0,0 0 0,0 1-1,-2 11 1,8-17 15,-1 0 1,1 0-1,-1 0 0,1 0 0,0 0 1,-1-1-1,1 0 0,0 0 0,0 0 1,-1 0-1,5-1 0,0 1 65,60 0 1116,0-3 1,131-21 0,-198 23-1139,0 1 0,0 0 1,0 0-1,0-1 1,1 1-1,-1-1 1,0 1-1,0-1 1,0 1-1,0-1 0,0 1 1,0-1-1,-1 0 1,1 0-1,0 0 1,0 1-1,0-1 1,-1 0-1,1 0 1,0 0-1,-1 0 0,1 0 1,-1 0-1,1 0 1,-1-2-1,0 3-76,0-1 0,0 1 0,0-1 0,0 1 0,0-1 0,0 1-1,0-1 1,0 1 0,0-1 0,0 1 0,-1 0 0,1-1 0,0 1 0,0-1 0,-1 1 0,1-1-1,0 1 1,-1 0 0,1-1 0,0 1 0,-1 0 0,1-1 0,0 1 0,-1 0 0,1-1-1,-1 1 1,0 0 0,-14-3-3621,-25 3-6949,14 0 2626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9:56.4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1 400,'0'0'2748,"4"0"-2086,19 0 10716,-25 17-9996,-35 44-464,20-35-640,2 2 1,-15 32-1,16-20-179,2 2 0,1-1 0,2 2 0,2-1 1,2 1-1,1 75 0,5-117-99,-1 0 0,1-1 0,0 1 0,0-1 1,-1 1-1,1-1 0,0 1 0,0-1 0,0 0 0,-1 1 1,1-1-1,0 0 0,0 0 0,0 1 0,0-1 0,0 0 1,-1 0-1,1 0 0,0 0 0,0 0 0,0 0 0,0 0 1,1-1-1,26-1 28,-21 1 7,0-1 0,0 0 1,0-1-1,-1 0 0,1 0 0,-1-1 1,0 1-1,1-1 0,-2 0 1,1-1-1,9-9 0,8-10 285,27-35-1,-21 22-15,-22 29-244,-1 0 1,1 0-1,-2-1 0,1 1 1,-1-2-1,-1 1 1,0 0-1,0-1 0,-1 0 1,0 0-1,-1 0 1,0 0-1,0 0 1,-1 0-1,0-1 0,-2-15 1,1 14 2,0 0 1,-1 0 0,-1 0-1,0 0 1,-1 1 0,0-1-1,0 0 1,-2 1-1,-4-11 1,6 17 14,1 1-1,-1 0 1,0-1-1,0 1 1,0 0-1,-1 1 1,1-1-1,-1 0 1,0 1-1,0 0 1,0 0-1,-1 0 1,1 1-1,-1-1 1,1 1 0,-1 0-1,0 0 1,0 1-1,0-1 1,0 1-1,0 0 1,0 1-1,0-1 1,-5 1-1,-1 0 10,0-1 259,-1 2-1,1-1 1,-1 1-1,-17 4 0,27 7-12319,2-5 7733,-6 0-684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9:31.9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2001,'0'0'7214,"1"-1"-7166,-1 1 0,0 0 0,0 0 1,0-1-1,1 1 0,-1 0 0,0 0 0,1 0 0,-1 0 0,0 0 1,0-1-1,1 1 0,-1 0 0,0 0 0,1 0 0,-1 0 1,0 0-1,1 0 0,-1 0 0,0 0 0,1 0 0,-1 0 1,0 0-1,0 0 0,1 0 0,-1 0 0,0 0 0,1 1 0,-1-1 1,0 0-1,1 0 0,-1 0 0,0 0 0,0 1 0,1-1 1,-1 0-1,0 0 0,1 1 0,1 6 497,-1 1 1,1 0-1,-1 0 0,-1-1 1,0 16-1,2 4 481,0 119 1314,-3-81-2519,-3-53-481,2-9-1985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9:32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 6115,'0'0'7179,"4"7"-6653,-2-4-476,-1 0 0,0-1 0,1 1 0,0-1 1,0 0-1,0 1 0,0-1 0,0 0 0,0 0 1,0 0-1,1 0 0,-1-1 0,1 1 0,-1-1 1,1 1-1,0-1 0,0 0 0,-1 0 0,1 0 1,0 0-1,0-1 0,0 1 0,0-1 0,0 0 1,0 0-1,4 0 0,-6 0-15,10 0 127,1 0-1,-1-1 0,19-4 0,-28 5-136,0-1 0,0 1-1,0-1 1,-1 0 0,1 0-1,0 0 1,0 0 0,-1 0-1,1 0 1,0 0 0,-1 0-1,1-1 1,0-1 0,-1 2 16,0 0-1,-1 0 1,0 0 0,1 0 0,-1 0 0,0 0 0,1 0 0,-1 0-1,0 0 1,0 0 0,0 0 0,0 0 0,0 0 0,0 0 0,0 0-1,-1 0 1,1 0 0,0 0 0,-1-1 0,1 1 0,0 0 0,-1 1-1,1-1 1,-1 0 0,1 0 0,-2-1 0,1 1-18,-1-1 0,1 1 1,-1 0-1,1 0 0,-1 0 0,1 0 1,-1 1-1,0-1 0,1 0 0,-1 1 1,0-1-1,0 1 0,1 0 0,-1-1 1,0 1-1,-3 0 0,-39 0 284,32 0-94,10 0-147,0 0 0,0 0 1,0 0-1,0 0 0,0 0 0,0 0 0,0 1 1,0-1-1,0 1 0,0-1 0,0 1 1,0 0-1,0 0 0,0 0 0,1 0 0,-1 0 1,0 0-1,1 1 0,-1-1 0,1 0 0,-1 1 1,-2 3-1,2-1-19,1 0 0,-1 0 0,1 0 0,0 1 0,0-1 0,1 1 0,-1-1 0,1 1 0,0 8 0,0-11-111,0 0 1,0 0-1,0 1 1,1-1-1,-1 0 1,1 0-1,-1 0 1,1 1-1,0-1 1,0 0-1,0 0 1,0 0-1,0 0 1,0-1-1,1 1 1,-1 0-1,1 0 1,-1-1-1,1 1 1,0-1-1,-1 1 1,1-1-1,0 0 1,3 2-1,1 0-1163,1-1 0,-1 0 0,1 0 0,0 0-1,-1 0 1,1-1 0,8 0 0,17 0-4587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9:32.6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 1 7908,'0'0'12349,"-9"2"-11746,7-1-572,-1 0 0,0 0 0,1-1 0,-1 1 0,1 1 0,-1-1 0,1 0 0,0 1-1,-1-1 1,1 1 0,0 0 0,-4 3 0,4-1 32,0 0-1,0 0 0,0 0 1,1 0-1,-1 0 1,1 0-1,0 1 0,0-1 1,1 0-1,-1 8 1,-2 177 732,5-105-1107,-7-56-1467,2-21-1313,-2-4-3597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9:32.8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 2881,'0'0'10773,"109"0"-10773,-82-4-1216,7-5-1618,-7-3-767,7-8-1746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9:33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0 5282,'0'0'8202,"-4"20"-6058,-46 153 2010,46-161-3901,-2 2-349,1 0 0,0 1 0,1-1 0,1 1 1,-4 28-1,8-42-106,-1 0 0,1-1 0,-1 1 0,1-1 0,-1 1 0,1 0 0,-1-1 0,1 1 1,0-1-1,-1 1 0,1-1 0,0 0 0,-1 1 0,1-1 0,0 0 0,0 1 1,-1-1-1,1 0 0,0 0 0,0 0 0,-1 1 0,1-1 0,0 0 0,0 0 0,0 0 1,1-1-1,28 2-2083,-25-1 1374,54-2-4913,-30-3 1940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9:33.2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32 3826,'0'0'7491,"122"0"-7491,-61-7-288,13-2-896,7-7-2930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9:35.6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14 816,'0'0'10098,"3"5"-8441,7 14-464,-1 0 0,-1 1 0,-1 0 0,0 0-1,-2 1 1,0 0 0,2 28 0,-7-71-1253,-1 4 12,2 0-1,3-29 1,-2 40 38,-1 1-1,1-1 1,0 1 0,1-1 0,0 1 0,0 0-1,0 0 1,1 0 0,0 0 0,6-6 0,-7 8-103,-2 2-28,0 0 0,1 0-1,0 0 1,0 0 0,-1 0 0,1 1 0,0-1 0,0 1-1,0-1 1,1 1 0,-1-1 0,0 1 0,3-1 0,-4 2-1732,6 2-5800,0 10 3002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9:35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0 5747,'0'0'17800,"0"115"-17608,0-112-160,-7-3-5507,-6-16-1152,-1-9-768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9:36.0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5987,'0'0'11541,"13"27"-12213,-6-4-2034,0-1-1808,6 1-1296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9:36.3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172 104 5907,'0'0'8985,"-24"1"-5373,-74 6-810,95-7-2702,0 1 1,0-1 0,0 1-1,0 0 1,0-1 0,0 1-1,0 1 1,0-1 0,1 0-1,-1 1 1,-4 3 0,6-4-89,0 0 0,0 0-1,0 0 1,0 0 0,0 0 0,1 0 0,-1 0 0,0 0 0,1 1 0,-1-1-1,1 0 1,-1 0 0,1 1 0,0-1 0,0 0 0,-1 1 0,1-1 0,0 2-1,0 0-52,1-1 0,-1 1-1,1-1 1,0 1-1,-1 0 1,1-1 0,0 1-1,1-1 1,-1 0-1,0 1 1,1-1 0,-1 0-1,1 0 1,0 0-1,-1 0 1,1 0-1,3 2 1,35 21-326,-25-16-96,0 0-1,-1 1 1,15 13-1,-26-20 269,0 0 0,0 0-1,0 1 1,0-1-1,-1 1 1,1-1-1,-1 1 1,0 0-1,0 0 1,0 0 0,-1 0-1,1 0 1,-1 1-1,0-1 1,0 0-1,-1 1 1,1 4-1,-2-8 200,1 0 0,-1 0 0,0 0-1,1 0 1,-1 0 0,0 0-1,0 0 1,0 0 0,1 0-1,-1 0 1,0 0 0,0-1-1,0 1 1,-1 0 0,1-1 0,0 1-1,0-1 1,0 1 0,0-1-1,-1 1 1,1-1 0,0 0-1,0 0 1,-1 1 0,1-1 0,0 0-1,0 0 1,-2-1 0,-46 3 225,42-2-195,6 0-14,-1 0 0,1 0 1,0 0-1,-1 0 0,1 0 0,0-1 0,-1 1 0,1 0 0,0-1 0,0 1 0,0 0 1,-1-1-1,1 0 0,0 1 0,0-1 0,0 0 0,0 1 0,0-1 0,0 0 0,0 0 0,0 0 1,0 0-1,0 0 0,0-1 0,0 0-30,1 0-1,-1 1 1,1-1 0,0 0-1,0 1 1,0-1-1,0 0 1,0 1 0,0-1-1,0 0 1,1 1 0,-1-1-1,0 1 1,1-1 0,-1 0-1,1 1 1,0-1 0,0 1-1,-1-1 1,3-2 0,9-11-438,1 1 1,0 0 0,1 1-1,23-18 1,-7 5-694,29-24-1538,55-50-4081,-66 50 4026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9:36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1 816,'0'0'16840,"-21"12"-14871,-62 42-454,80-51-1434,-1-1 0,2 1 0,-1 0 0,0 0 0,0 0 0,1 0 0,0 1 0,0-1 0,0 1 0,0-1 0,0 1 0,1 0 0,-1-1 0,1 1 0,0 0 0,0 0 0,1 0 0,-1 0 0,1 0 0,0 0 0,0 0 0,0 0 0,0 0 0,1 0 0,1 7-1,0 13 267,-2 144 560,0-167-1005,3-2-100,0-1 158,-1 1 1,1 0-1,-1-1 0,1 1 0,-1-1 0,1 0 1,-1 0-1,0 0 0,0 0 0,0 0 0,0 0 0,2-5 1,21-16-266,-24 23 288,0-1 0,1 1-1,-1 0 1,0-1-1,0 1 1,0 0-1,1 0 1,-1 0 0,0 0-1,1 0 1,-1 0-1,0 0 1,0 0-1,1 1 1,-1-1 0,0 0-1,0 1 1,0-1-1,1 1 1,-1-1-1,0 1 1,0 0 0,1 0-1,24 25-1223,-24-23 984,0 0 1,0 0 0,1-1 0,-1 1-1,1-1 1,0 1 0,-1-1-1,1 0 1,0 0 0,0 0-1,0-1 1,6 3 0,6-3-5998,4-1-1720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9:37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 7860,'0'0'15620,"-10"21"-13803,-32 71-598,39-85-1071,0 1 1,0-1-1,1 0 0,-1 1 1,2 0-1,-1-1 0,1 1 0,1 0 1,-1 0-1,1-1 0,2 12 1,-1 9-163,-1-26-69,1 0-1,-1 0 0,1 0 0,0-1 0,-1 1 1,1 0-1,0-1 0,0 1 0,0-1 1,0 1-1,0-1 0,0 1 0,1-1 1,-1 0-1,0 1 0,1-1 0,-1 0 0,1 0 1,-1 0-1,1 0 0,0 0 0,-1-1 1,1 1-1,0 0 0,-1-1 0,1 1 1,0-1-1,0 0 0,0 1 0,-1-1 0,1 0 1,3 0-1,6 0-1225,-1 1-1,1-1 1,-1-1 0,16-2-1,-7-7-3892,-10-8-1780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9:37.1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9284,'0'0'12326,"102"5"-12054,-75-1-272,0 1-1409,-13-3-2096,-1-2-3875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9:24.8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5394,'0'0'9167,"0"19"-7286,6 392 3519,-12-323-7321,-1-98-11154,0-6 7942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9:26.3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0 266 16,'0'0'5968,"13"-6"-2537,14 4-2968,0 0-1,30-7 1,23-3 57,321-7 1085,-17 2-929,340-71 26,176-9-185,-776 96-381,77-6 4359,-190 3-3230,-8 3 602,-2 11-1386,0 126 340,33 247 1,-23-285-709,-2 195 0,-10-210-30,1-82 174,-1-47 428,0 44-680,-1 0 0,1 0-1,-1 0 1,1 0 0,-1 0 0,0 1-1,0-1 1,0 0 0,0 1 0,0 0-1,0-1 1,-1 1 0,1 0 0,0 0-1,-1 0 1,1 0 0,-5 0-1,-47-8-72,41 7 49,-424-26-895,262 22 731,-1615 15 364,1418 0 852,369-9-913,2 0-59,-4 0-55,4 0-33,-34 0 379,15 1-2019,38-1-1761,42-2-5545,-8-15-1082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9:26.9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 0 2913,'0'0'7276,"-5"4"-6161,-1 0-506,1 1 1,-1 0 0,1 0-1,0 1 1,0-1 0,0 1-1,1 1 1,0-1 0,0 0-1,1 1 1,-1 0 0,2 0-1,-4 8 1,2 4 20,1-1 1,0 0 0,1 1-1,2 28 1,0 556 6055,0-602-6468,0-73-1083,0 38-2461,-1 33 2852,1-1 0,-1 1 0,1-1 0,-1 1 0,1-1 0,-1 1 0,0 0 0,0-1 0,0 1 0,0 0 0,0 0 0,0-1 0,0 1 0,0 0 0,0 0 0,0 0 1,-1 0-1,1 1 0,0-1 0,-1 0 0,1 0 0,-1 1 0,1-1 0,0 1 0,-1-1 0,0 1 0,1 0 0,-2-1 0,1 1-297,-24-8-9105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9:27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2593,'0'0'9026,"0"20"-3760,0 33-3281,-11 37-382,1-3-4164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9:28.2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22 4866,'0'0'10666,"0"7"-9497,-6 169 1715,6-175-2890,1 1 1,0 0-1,-1-1 1,1 1-1,0-1 0,0 1 1,0-1-1,0 1 1,0-1-1,1 0 1,-1 0-1,0 0 0,1 1 1,-1-1-1,1 0 1,-1-1-1,1 1 1,-1 0-1,1 0 0,0-1 1,-1 1-1,1-1 1,0 1-1,-1-1 1,1 0-1,0 1 0,0-1 1,-1 0-1,1 0 1,3-1-1,-2 2 2,1-1 0,-1 0 0,0 0 0,1 0 0,-1 0 0,0-1 0,1 1 0,-1-1 0,0 0 1,0 0-1,1 0 0,-1 0 0,0-1 0,0 1 0,-1-1 0,4-2 0,0-5 109,-1 0 0,0 0 0,0 0 0,-1 0 0,0-1 0,-1 0 0,0 0 0,-1 0 0,0 0 0,0 0 0,-1 0 0,-1-1 0,0 1 1,0 0-1,-3-21 0,2 29 19,0 0 1,1 0 0,-1-1 0,0 1 0,0 0-1,-1 0 1,1 1 0,0-1 0,-1 0 0,1 0 0,-1 1-1,1-1 1,-1 0 0,0 1 0,0 0 0,1-1-1,-1 1 1,0 0 0,0 0 0,-1 0 0,1 0-1,0 0 1,-3 0 0,4 1-162,-1-1-1,1 1 1,-1-1-1,0 1 1,1 0-1,-1 0 1,1 0-1,-1 0 1,0 0-1,1 0 1,-1 0-1,0 1 1,1-1-1,-1 1 1,1-1-1,-1 1 1,1-1-1,-1 1 1,1 0-1,0 0 1,-1-1-1,1 1 1,0 0-1,-1 0 1,1 1-1,0-1 1,0 0-1,0 0 1,0 1-1,0-1 1,-1 3-1,1 8-4765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9:29.3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17 6467,'0'0'8406,"-7"-2"-7429,-3-2-600,-1 1 0,0 1-1,1 0 1,-1 0 0,0 1 0,0 1 0,0 0 0,0 0-1,-13 3 1,16-2-235,0 0-1,0 1 1,0 0-1,0 0 1,1 1-1,-1 0 1,1 0-1,0 1 1,0 0-1,0 0 1,0 1-1,1 0 1,0 0-1,-8 8 1,13-12-146,0 1 0,0-1 1,0 1-1,0 0 1,0 0-1,1-1 1,-1 1-1,0 0 0,1 0 1,0 0-1,-1 0 1,1 0-1,0-1 0,0 1 1,0 0-1,0 0 1,0 0-1,0 0 1,1 0-1,-1 0 0,1 0 1,-1 0-1,1-1 1,0 1-1,0 0 0,0 0 1,0-1-1,0 1 1,0-1-1,0 1 1,0-1-1,2 2 0,6 7-45,0 0 0,1-1 0,16 13 0,-11-11-34,-5-2 60,45 43-322,-52-50 335,-1 0 0,0 1 0,0-1 0,-1 1 0,1-1 0,0 1 0,-1 0 0,1 0 0,-1-1 0,0 1 0,0 0 0,0 0 0,0 0 0,-1 0 0,1 0 0,-1 1 0,0-1 0,0 0 0,0 5 0,-2-6 27,1 1 0,0-1 1,-1 1-1,0-1 0,1 0 0,-1 0 1,0 0-1,0 0 0,0 0 0,0 0 1,-1 0-1,1-1 0,-1 1 0,1-1 1,-1 1-1,1-1 0,-1 0 0,1 0 1,-1 0-1,0-1 0,-5 2 0,-4 0 39,0 0-1,-1 0 0,-17-1 0,29-1-56,0-1 0,1 0 0,-1 1 0,0-1 0,1 0 0,-1 0-1,0 1 1,1-1 0,-1 0 0,1 0 0,-1 0 0,1 0 0,0 0 0,-1 0 0,1 0 0,0 0 0,0 0-1,-1 0 1,1 0 0,0 0 0,0 0 0,0 0 0,0 0 0,0 0 0,1 0 0,-1-1 0,4-32-63,0 28 60,0-1 0,0 1 0,0 0 0,1 0 0,-1 1 0,1-1 0,1 1 0,-1 0 0,1 0 0,0 1 0,6-4 0,81-42 203,-52 30 223,-38 18-309,-1 1-1,1-1 0,-1 1 0,1-1 1,-1 0-1,0 0 0,0 0 0,0 0 1,0 0-1,0-1 0,0 1 1,0-1-1,-1 1 0,0-1 0,3-5 1,-4 7-50,0-1 1,1 0 0,-1 1-1,0-1 1,0 0-1,0 0 1,0 1 0,-1-1-1,1 0 1,0 1 0,-1-1-1,1 0 1,-1 1-1,0-1 1,1 1 0,-1-1-1,0 1 1,0-1 0,0 1-1,0-1 1,0 1 0,0 0-1,-1 0 1,1-1-1,0 1 1,-1 0 0,1 0-1,-3-1 1,-5-3-41,0 1 0,0 0 0,0 0 0,-1 1 0,1 1-1,-1 0 1,0 0 0,1 0 0,-1 1 0,0 1 0,-19 1 0,27-3-1402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9:30.9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1281,'0'0'9174,"0"7"-8640,0 302 7077,0-202-8242,0-2-4063,0-104 4488,0-1 0,0 0 0,-1 1 0,1-1 0,0 1 0,0-1-1,0 0 1,-1 1 0,1-1 0,0 1 0,0-1 0,-1 0 0,1 1-1,0-1 1,-1 0 0,1 0 0,-1 1 0,1-1 0,0 0 0,-1 0 0,1 0-1,-1 1 1,1-1 0,0 0 0,-1 0 0,1 0 0,-1 0 0,0 0-1,-1 1-1122,-6 4-2862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9:31.2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2161,'0'0'10125,"2"-4"-8997,-1 3-998,0 0 0,0-1-1,0 1 1,0 0 0,1 0-1,-1 0 1,0 0 0,1 0 0,-1 0-1,0 0 1,1 0 0,-1 0-1,1 1 1,0-1 0,-1 1 0,1-1-1,-1 1 1,1 0 0,0-1 0,-1 1-1,1 0 1,0 0 0,-1 0-1,1 0 1,0 0 0,-1 1 0,1-1-1,0 1 1,-1-1 0,1 1-1,-1-1 1,1 1 0,-1 0 0,1-1-1,-1 1 1,1 0 0,-1 0-1,0 0 1,1 0 0,-1 1 0,0-1-1,0 0 1,0 0 0,2 3-1,4 5-445,3 2 761,0 0-1,1-1 1,22 17-1,-29-25-770,-1 0 0,0 0 0,1-1 0,-1 1 0,1-1 0,0 1 0,-1-1 0,8 1 0,-9-2-327,1 0 0,-1 0 1,0 0-1,1-1 1,-1 1-1,0 0 0,1-1 1,-1 0-1,0 1 0,0-1 1,1 0-1,-1 0 1,0 0-1,0-1 0,3-1 1,8-9-4892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9:31.4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0 5074,'0'0'12758,"-102"120"-11957,89-102-497,-1-4-240,1-5-64,6-3-352,0-6-1217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9:34.3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1553,'0'0'7971,"1"-4"-6754,1 33 5354,2 142-3756,-4-47-2059,0-35 914,0-29-3337,0-10-2890,0 0-3950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9:34.6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6003,'0'0'11568,"12"8"-10432,-7-5-1014,9 4 271,-1 2-1,0 0 0,-1 0 0,0 1 1,16 19-1,54 54 568,-82-83-1194,0 0-1,0 0 1,1 1-1,-1-1 1,0 0-1,0 0 0,1 0 1,-1 0-1,0 0 1,1 1-1,-1-1 0,0 0 1,1 0-1,-1 0 1,0 0-1,1 0 1,-1 0-1,0 0 0,1 0 1,-1 0-1,0 0 1,1 0-1,-1 0 0,0-1 1,1 1-1,-1 0 1,0 0-1,1 0 1,-1 0-1,0 0 0,1-1 1,-1 1-1,0 0 1,0 0-1,1-1 0,-1 1 1,0 0-1,0 0 1,0-1-1,1 1 1,-1-1-1,7-14-6021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29:34.9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217 1 4034,'0'0'14695,"-101"117"-13815,80-99-384,1-2-144,7-4-144,-1-3-208,7-5-48,1-2-480,-1-2-832,-7 0-1202,7 0-2304,1 0-2273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27.2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1 544,'0'0'6635,"-6"9"-2655,-20 31-3307,25-39-674,1 0 0,-1 0 1,1-1-1,0 1 0,-1 0 0,1 0 0,0 0 1,0 0-1,-1-1 0,1 1 0,0 0 0,0 0 1,0 0-1,0 0 0,0 0 0,0 0 0,1 0 0,-1-1 1,0 1-1,0 0 0,1 0 0,-1 0 0,0 0 1,1-1-1,-1 1 0,1 0 0,-1 0 0,1-1 1,-1 1-1,1 0 0,-1-1 0,1 1 0,0-1 1,0 1-1,-1 0 0,1-1 0,0 0 0,0 1 0,0 0 1,43 2-52,-41-4 56,1 1-1,-1-1 0,0 1 1,1 0-1,-1 0 1,1 0-1,-1 0 1,0 1-1,1 0 1,-1-1-1,0 1 0,0 0 1,0 0-1,1 1 1,-1-1-1,0 1 1,-1 0-1,5 2 0,-5-1 113,0 0 0,-1 0 0,1 0-1,-1 1 1,0-1 0,0 0 0,0 1-1,-1-1 1,1 0 0,-1 1-1,0-1 1,0 1 0,0-1 0,0 0-1,0 1 1,-1-1 0,0 0 0,1 1-1,-1-1 1,0 0 0,-1 0-1,1 1 1,-1-1 0,1 0 0,-1 0-1,0-1 1,0 1 0,-4 4 0,1-4 27,0 0 0,0 0 1,0 0-1,0-1 0,-1 0 1,1 0-1,-10 2 0,-23-1-2247,37-4 1826,0 1-1,-1-1 1,1 1 0,0-1 0,0 0 0,0 1-1,0-1 1,0 0 0,0 0 0,0 0 0,1 0-1,-1 0 1,0 0 0,0 0 0,1 0 0,-1 0-1,0 0 1,1 0 0,-1 0 0,1-1-1,0 1 1,-1 0 0,1 0 0,0-2 0,-1-13-3553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27.5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46 1761,'0'0'13782,"122"-34"-12982,-95 27-159,0 5-257,0 0-112,-7 2-192,7 0-80,-6 0-128,6 0-1008,0 0-1666,7 0-2272,6 0-2337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28.3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304 15 1585,'0'0'4901,"-4"-14"5135,-44 70-8663,-44 56-139,42-49-1149,31-40-70,0 1 0,-15 26 0,29-42-33,1 1 0,0 0-1,0 0 1,1 1-1,0-1 1,0 1-1,1-1 1,0 1 0,1 0-1,0 12 1,1-21 10,1 1 0,-1 0 1,1 0-1,0 0 0,-1-1 0,1 1 1,0 0-1,0-1 0,0 1 1,1-1-1,-1 1 0,0-1 1,0 0-1,1 1 0,-1-1 0,1 0 1,-1 0-1,1 0 0,0 0 1,-1 0-1,1 0 0,0-1 0,0 1 1,-1 0-1,1-1 0,0 1 1,0-1-1,0 0 0,0 0 0,0 0 1,0 0-1,-1 0 0,3 0 1,1 0-10,0 0 1,0 0 0,-1 0 0,1 0 0,0-1 0,0 0-1,-1 0 1,1 0 0,0 0 0,-1-1 0,1 0 0,4-2 0,-7 1 23,0 1 0,0-1 0,0 0 0,0 1 0,0-1 0,0 0 0,-1 0 0,0 0 0,1-1 0,-1 1 0,0 0 0,0 0 0,-1-1 0,1 1 0,-1 0 0,0-1 0,0 1 0,0 0 0,0-1 0,-1-5 0,0-8 43,1 16-28,0 0-1,-1 0 1,1 0-1,-1 0 1,1 0 0,-1 1-1,1-1 1,-1 0-1,1 0 1,-1 0 0,0 0-1,0 1 1,1-1-1,-1 0 1,0 0 0,0 1-1,0-1 1,0 1-1,0-1 1,0 1 0,0-1-1,0 1 1,0 0-1,0-1 1,0 1 0,0 0-1,0 0 1,0 0-1,0 0 1,0 0 0,-1 0-1,-43-1 281,35 2-220,0-3-38,7 2-36,0-1 1,-1 0 0,1 1 0,-1 0-1,1 0 1,0 0 0,-1 0-1,1 1 1,-1-1 0,1 1-1,0 0 1,-1 0 0,-2 1-1,44 0-8278,-23-2 2937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30.2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0 6419,'0'0'11048,"0"8"-10704,0 2-290,0 1 22,0 1 0,0 0 0,5 22 0,-4-31-86,0 0-1,-1 0 0,2 0 0,-1 0 1,0 0-1,1 0 0,-1 0 1,1 0-1,0 0 0,0-1 0,0 1 1,0-1-1,0 1 0,0-1 1,1 0-1,-1 0 0,1 0 0,0 0 1,0 0-1,5 2 0,16 5 68,-1 2 0,1 1-1,-2 0 1,0 2 0,0 1-1,-2 0 1,35 34 0,-54-48-13,1 0 0,-1 0 0,0 0 1,0 1-1,0-1 0,0 1 0,0-1 0,0 1 1,0-1-1,-1 1 0,1-1 0,0 1 0,-1 0 1,1-1-1,-1 1 0,0 0 0,1 0 0,-1-1 1,0 1-1,0 0 0,0 0 0,-1-1 0,1 1 1,-1 3-1,0-2 55,-1-1 0,1 1 0,-1-1 0,0 0 1,0 1-1,0-1 0,0 0 0,0 0 0,0 0 0,-1 0 0,1-1 1,-1 1-1,-3 1 0,-9 4 139,1-1 0,-1 0 1,-1-1-1,-20 4 0,-13-1-1160,-1-3 0,-69 0 0,118-5 803,0 0 0,0 0 1,-1 0-1,1 0 1,0 0-1,0 0 1,0 0-1,0 0 1,0-1-1,0 1 1,0-1-1,0 1 1,0 0-1,0-1 1,0 0-1,0 1 1,0-1-1,0 0 1,0 1-1,0-1 1,0 0-1,1 0 1,-1 0-1,0 1 1,1-1-1,-2-2 1,-2-27-4557,4 26 3767,0-31-6536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30.4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64 7555,'0'0'11798,"142"-3"-11606,-81 3-96,7-9 0,13-4-96,-6 1-1056,-1-1-2114,-13-1-4545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30.6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0 13158,'0'0'8564,"-27"124"-6675,20-87-1105,0-4-208,0 1-399,7 0-129,-6-7-48,6 0-161,-14-4-719,7-5-769,0-2-1104,-6-10-2017,6-3-2946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30.8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70 8820,'0'0'10341,"116"-4"-10293,-69 4-48,7 0-256,7-7-1377,7-4-1777,6-9-2304,1-8-2482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31.2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468 0 7587,'0'0'11985,"-25"16"-11004,-5 2-676,5-3-35,0 1 0,2 1 0,-1 1 0,-21 22 0,25-20-65,0 0 0,1 1 0,-27 38 0,41-51-198,0 0 0,1 1 0,-1 0 0,2 0 0,-1 0 0,2 0 0,-1 0 0,1 1 0,0-1 0,1 1 0,0-1 0,1 1 0,0 0 0,1 12 0,0-20-7,-1 0-1,0-1 0,1 1 0,0 0 1,-1 0-1,1-1 0,0 1 1,0-1-1,0 1 0,0-1 1,0 1-1,1-1 0,-1 0 1,0 1-1,1-1 0,-1 0 0,0 0 1,1 0-1,0 0 0,-1 0 1,3 0-1,1 2-8,1-1 0,0 0 0,0-1 0,0 1 0,0-1 0,11 0 0,-10 0-11,0-1-1,0 0 0,-1 0 0,1-1 0,0 1 0,0-2 0,0 1 0,-1-1 0,1 0 0,0 0 1,-1-1-1,9-4 0,-13 6 22,-1 0 0,1-1 0,0 1 0,-1 0 0,0 0 0,1-1 1,-1 1-1,0-1 0,1 1 0,-1-1 0,0 0 0,0 1 0,0-1 0,-1 0 1,1 0-1,0 1 0,0-1 0,-1 0 0,0 0 0,1 0 0,-1 0 0,0 0 0,0 0 1,0 0-1,0 0 0,0 0 0,0 0 0,-1 0 0,1 0 0,-1 1 0,1-1 0,-1 0 1,0 0-1,1 0 0,-1 0 0,0 1 0,-2-3 0,0 1 4,0 0-1,-1-1 1,1 2-1,-1-1 0,0 0 1,0 1-1,0 0 1,0 0-1,-1 0 1,1 0-1,0 1 1,-1-1-1,1 1 1,-9-1-1,-10-1 8,1 2 0,-34 1 1,48 0-536,0 1 0,0 0 1,0 1-1,1 0 1,-1 0-1,0 1 1,1-1-1,0 2 0,0-1 1,-10 7-1,-7 6-6179,-8 0-3201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31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0 346 1681,'0'0'6491,"26"0"-3573,-5 0-2358,17 0 459,-1-2 1,74-13-1,1070-155 5438,4 88-5141,-390 33 1278,-733 46-2218,-35 3 392,0-2 0,0-1 0,-1 0 0,34-10 0,-59 12 304,-10-1 1111,-17 2-1791,-35 0-3667,0 9-7126,28-2 2472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32.3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 6963,'0'0'12102,"26"0"-10197,204-5 1742,-220 5-3470,-3 0-90,1 0-1,-1 0 0,1 0 0,-1 1 0,0 0 1,1 1-1,9 3 0,-16-5-79,1 1-1,-1 0 0,0 0 1,0-1-1,0 1 1,1 0-1,-1 0 1,0 0-1,0 0 1,0 0-1,-1 0 1,1 1-1,0-1 1,0 0-1,-1 0 1,1 1-1,0-1 1,0 2-1,-1 0 5,0 0 0,1 0 0,-1 0 0,0 0 0,0 0 0,-1 0 0,1 0 1,-1 0-1,1 0 0,-1 0 0,-2 5 0,-2-1 31,1 1 1,-2-1-1,1 0 0,-1-1 1,0 1-1,0-1 1,-1 0-1,1-1 1,-1 1-1,-1-1 0,-14 7 1,-3 4 91,-16 11 36,23-17 143,1 1 0,1 1 1,0 0-1,-22 22 1,37-33-284,0 0 1,0 0-1,1 0 1,-1 0-1,0 0 1,0 0 0,0 1-1,1-1 1,-1 0-1,1 0 1,-1 1-1,1-1 1,-1 0 0,1 0-1,0 1 1,0-1-1,0 1 1,-1-1-1,1 2 1,1-2-16,-1-1 0,1 1 0,-1 0-1,1 0 1,-1 0 0,1-1 0,-1 1 0,1 0-1,-1-1 1,1 1 0,0-1 0,0 1 0,-1 0 0,1-1-1,0 1 1,0-1 0,-1 0 0,1 1 0,0-1-1,0 0 1,1 1 0,7 1 99,0-1 0,0 0 0,0 0 0,13-1 0,-16 0 19,42-2 316,-1-2 0,0-2 0,0-2-1,85-26 1,-111 27-778,12-4 698,-22 9-4426,-1 1-3894,-3 1 129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32.9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2321,'0'0'10418,"5"10"-8716,15 28 67,-17-35-1503,-1-1-1,1 0 1,-1 0 0,1 0 0,0-1-1,0 1 1,0 0 0,0-1-1,0 0 1,0 0 0,0 0-1,0 0 1,0 0 0,1-1-1,-1 1 1,0-1 0,1 0-1,-1 0 1,0 0 0,0-1-1,6 0 1,3 0 255,143-5 2448,-133 2-3664,1 0-1,33-11 1,-60 15-5383,-27 0-231,-14 0-3306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33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7235,'0'0'9461,"128"0"-7556,-87 0-945,0 0-480,-8 0-480,-5 0-96,-8 0-2177,-7 0-4418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35.6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6771,'0'0'10293,"4"12"-9229,3 6-577,-2 0 0,0 1 0,0 0 0,-2 0 0,2 31 0,-5-29-171,1-4-172,-1 0 0,-1 0 0,0-1 0,-1 1-1,0 0 1,-2 0 0,0-1 0,-11 28 0,12-35 466,1-1-5811,1-17-1325,1-17 697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35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7603,'0'0'12694,"-7"136"-11541,7-102-97,0-3-447,0-6-513,0-5-96,0-4-513,0 0-2224,0-5-2129,-7 1-5123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36.3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1 107 592,'0'0'7502,"21"-2"-5327,359-46 4847,305 8-1996,-379 30-4818,-247 6-299,-53 2-2401,-34 2-4156,1 2-2644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36.8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77 10645,'0'0'11109,"24"-12"-10370,77-35 11,-94 44-669,0 0 0,-1 1 0,1-1 0,0 1 0,0 1 0,0 0 0,1 0 0,-1 0 0,0 1 0,12 0 0,2 1 92,-20-1-169,0 1 1,0-1-1,-1 0 0,1 0 0,0 1 0,0-1 1,0 0-1,-1 1 0,1-1 0,0 1 1,-1-1-1,1 1 0,0-1 0,-1 1 1,1 0-1,0-1 0,-1 1 0,1 0 0,-1-1 1,1 1-1,-1 0 0,0 0 0,1 0 1,-1-1-1,0 1 0,0 0 0,1 0 0,-1 0 1,0 0-1,0-1 0,0 1 0,0 0 1,0 0-1,0 1 0,-2 34 59,2-31-28,-2 4-17,0 0 1,-1 0 0,0 0 0,0 0 0,-1 0 0,0-1 0,-1 1 0,0-1 0,0 0-1,0-1 1,-13 14 0,10-12 0,0 1 0,1 0-1,0 0 1,1 1 0,0 0-1,-6 15 1,11-25-3,1 0-1,0-1 0,0 1 1,0 0-1,-1 0 1,1-1-1,0 1 1,0 0-1,0 0 1,0-1-1,0 1 1,0 0-1,0 0 1,0-1-1,1 1 1,-1 0-1,0-1 1,0 1-1,1 0 1,-1 0-1,0-1 0,1 1 1,-1-1-1,1 1 1,-1 0-1,1-1 1,-1 1-1,1-1 1,-1 1-1,1-1 1,-1 1-1,1-1 1,0 1-1,-1-1 1,1 0-1,0 1 1,-1-1-1,1 0 1,0 0-1,-1 0 1,1 1-1,0-1 0,0 0 1,-1 0-1,2 0 1,45 0 739,-29-2-450,216-16 2033,-180 12-2059,-41 2-1211,-10-12-8264,-3 8 6051,0-7-6254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37.2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 1345,'0'0'11271,"29"2"-5201,18-2-3250,86-1 816,-92 0-3480,0-3-1,72-14 1,-122 17-6027,-49 3-2006,-1 8-366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1:37.4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34 7091,'0'0'13751,"142"5"-13255,-108-5-496,-14-7-528,-13-2-1665,-7-2-3170,-14 0-3089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07.2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165 68 144,'0'0'6112,"-7"-36"-3134,4 4-1419,-4 45 3148,-1 30-10,6-19-5045,-12 237 4435,1-227-3724,13-34 179,176-11-820,-173 12 265,0-1 1,0 1-1,0 0 0,0 0 0,0 0 0,0 0 1,0 1-1,0-1 0,-1 1 0,1 0 0,-1-1 1,1 1-1,-1 0 0,0 1 0,1-1 1,-1 0-1,0 1 0,0-1 0,-1 1 0,1 0 1,-1-1-1,1 1 0,-1 0 0,0 0 0,0 0 1,0 0-1,0 0 0,0 5 0,3 8 34,-1 0 0,0 0 0,-2 1 0,1 19-1,-3-33 3,0-1-1,0 1 0,0 0 0,0-1 1,0 1-1,0-1 0,-1 0 0,1 1 0,-1-1 1,1 0-1,-1 0 0,0 0 0,0 0 1,0 0-1,0-1 0,0 1 0,-1-1 0,1 1 1,-4 1-1,-53 26 593,53-27-511,-12 4 12,-1 0-1,0-2 1,0 0 0,-1-2 0,1 0 0,0-1 0,-1-1 0,-21-2 0,-14 1-2379,54 1 1988,0 0 0,1-1 0,-1 1 0,1 0 0,-1 0 0,1-1-1,-1 1 1,1 0 0,-1-1 0,1 1 0,-1-1 0,1 1 0,-1 0-1,1-1 1,-1 1 0,1-1 0,0 1 0,-1-1 0,1 0 0,0 1-1,0-1 1,-1 1 0,1-1 0,0 1 0,0-1 0,0 0-1,0 1 1,0-1 0,0 1 0,0-1 0,0 0 0,0 1 0,0-1-1,0 0 1,0 1 0,0-1 0,0 1 0,1-1 0,-1-1 0,1-3-2323,-1-14-4790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07.8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10 592,'0'0'5387,"0"1"-5721,4 9 10793,0-8-8758,43-2-243,88-13 0,-103 9-162,58-1 3051,-90 34-13890,0-15 806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08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406 1 704,'0'0'10533,"-6"2"-9431,-10 6-585,2 0 1,-1 1-1,1 0 1,0 1-1,1 1 1,0 0-1,-12 14 1,-82 100 1689,87-100-2075,2 0 0,0 2 0,2 1 0,0 0 0,2 0 0,2 2 0,0 0 0,2 0 0,1 1 0,2 0 1,1 0-1,1 1 0,-1 45 0,7-69-117,0 0 0,0-1 0,0 1 0,1-1 0,0 1 0,1-1 0,0 0 0,0 0 0,0 0 1,1 0-1,0 0 0,0-1 0,10 11 0,-10-13-199,-1 0 1,2 0-1,-1-1 1,0 1-1,1-1 1,-1 0-1,1 0 1,0-1-1,5 3 1,-6-4-361,0 0 1,0 0 0,-1 0-1,1 0 1,0-1 0,0 0-1,0 1 1,0-1 0,0-1-1,0 1 1,-1-1 0,1 1-1,7-3 1,2-5-5174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08.9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4914,'0'0'14887,"-7"107"-14167,7-89-576,0-3-144,0-3-16,0-5-832,0-3-833,0-20-13366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09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5442,'0'0'12342,"0"88"-12470,0-63-1281,0 2-2432,0-5-1682,0-1-1360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09.5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8244,'0'0'13056,"0"13"-11956,0 89-47,28-107-4046,-15-3 2654,-2-2 1,1 1-1,-1-2 0,10-12 0,-2 3 3727,-17 21-3363,-1-1 0,1 1-1,-1 0 1,1-1 0,-1 1-1,0 0 1,0 0 0,1 0-1,-1 0 1,0 1 0,0-1-1,0 0 1,0 0 0,0 1-1,0-1 1,-1 0 0,1 1-1,0 1 1,1 0-362,-1-1 0,1 1 1,0 0-1,0-1 0,0 1 0,0-1 0,0 0 0,0 0 0,1 0 0,-1 0 0,1 0 1,-1 0-1,5 1 0,12 0-4497,1-2-2172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09.7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0 8436,'0'0'12374,"-55"154"-9637,42-104-1217,13-3-255,0-6-288,0-3-577,0-4-384,0-7-16,0-4-256,0-8-817,0-8-496,0-2-432,0-17-13846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10.1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9380,'0'0'10261,"21"11"-8858,-12-5-1239,27 15 475,2-1 0,67 25 0,-81-39-620,0 0-1,0-1 0,1-2 1,-1 0-1,1-2 0,0-1 1,41-4-1,-64 4-25,-1-1 0,1 1 0,-1-1 0,1 1 0,-1-1-1,0 1 1,1-1 0,-1 0 0,0 1 0,1-1 0,-1 0 0,0 0 0,0 0 0,0 0 0,0 0-1,0 0 1,0 0 0,0-1 0,0 1 0,0 0 0,0 0 0,-1-1 0,1 1 0,-1-1 0,1 1-1,-1 0 1,1-1 0,-1 1 0,0-1 0,0 1 0,0-1 0,0-2 0,0 1 14,0 0 0,0 1 0,0-1 0,-1 1 1,1-1-1,-1 1 0,0 0 0,0-1 0,0 1 1,0 0-1,0-1 0,0 1 0,-1 0 0,1 0 0,-1 0 1,1 0-1,-1 0 0,0 0 0,-3-2 0,2 2 24,-1-1 0,1 1 1,-1 0-1,1 1 0,-1-1 0,0 1 0,1-1 0,-1 1 0,0 0 0,0 1 0,0-1 0,-5 0 0,7 2-26,1-1-1,-1 0 0,1 1 1,0-1-1,-1 1 0,1-1 1,0 1-1,0 0 0,-1 0 0,1-1 1,0 1-1,0 0 0,0 0 1,0 0-1,0 0 0,0 1 0,0-1 1,0 0-1,0 0 0,1 0 1,-1 1-1,0-1 0,1 0 0,-1 1 1,1-1-1,0 1 0,-1-1 1,1 1-1,0-1 0,0 0 0,0 1 1,0-1-1,0 1 0,0-1 1,0 1-1,1 1 0,-1 15 25,-1-10-104,1 0-1,0 0 1,0 0-1,1 0 1,1 0 0,2 13-1,-2-19-133,-1 1 0,0-1 0,1 1 0,-1-1 0,1 0 0,0 0 0,-1 0 0,1 0-1,0 0 1,0 0 0,1 0 0,-1-1 0,0 1 0,0-1 0,1 0 0,-1 0 0,1 1 0,-1-2-1,1 1 1,0 0 0,-1 0 0,1-1 0,5 1 0,81 2-10070,-30-5 2955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10.9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 85 10549,'0'0'9436,"-19"-3"-7390,-62-6-1187,78 9-831,0-1-1,0 1 1,0 0-1,0 0 0,0 0 1,0 0-1,0 0 0,0 0 1,0 1-1,0 0 1,0-1-1,0 1 0,1 0 1,-1 1-1,0-1 0,1 0 1,-1 1-1,1-1 0,-1 1 1,1 0-1,-1 0 1,1 0-1,0 0 0,0 0 1,0 1-1,0-1 0,1 0 1,-1 1-1,-1 3 0,0 2-96,1 0 0,0 0 0,0 0-1,1 1 1,0-1 0,0 0 0,2 14-1,-1-21 20,1 0 1,1 1-1,-1-1 0,0 0 0,0 0 0,0 0 0,0 0 0,1 0 1,-1 0-1,1 0 0,-1 0 0,0-1 0,1 1 0,0 0 1,-1-1-1,1 1 0,-1-1 0,1 0 0,-1 1 0,1-1 0,0 0 1,-1 0-1,1 0 0,0 0 0,-1-1 0,3 1 0,50-3-207,-46 1 151,-1 0 0,0 0 0,0-1 0,0 0 0,0-1 1,0 1-1,-1-1 0,0-1 0,0 1 0,0-1 0,0 0 0,-1 0 0,1-1 1,-1 1-1,8-14 0,-46 85 409,3 0 1,3 2-1,-24 96 1,48-151-209,-14 55 300,16-64-366,-1 1 1,1-1-1,-1 0 0,0 0 0,0 0 0,-1-1 0,1 1 1,-1 0-1,0-1 0,0 0 0,0 0 0,-5 4 0,7-5-19,-1-1-1,0-1 0,0 1 0,0 0 0,0 0 0,0-1 1,0 1-1,0-1 0,0 0 0,0 1 0,0-1 0,0 0 0,0 0 1,0 0-1,0-1 0,0 1 0,0 0 0,0-1 0,0 0 1,0 1-1,0-1 0,0 0 0,0 0 0,0 0 0,1 0 1,-1 0-1,0 0 0,1 0 0,-1-1 0,1 1 0,-1-1 1,1 1-1,0-1 0,-1 0 0,1 1 0,0-1 0,-1-3 1,-2-1-52,0 0 0,1 0 0,0 0 1,0-1-1,1 1 0,0-1 0,0 0 1,0 1-1,0-14 0,2 17 35,-1-8-33,1 1-1,1-1 1,0 0 0,3-11 0,-3 17 25,1 1 0,0 0 1,0-1-1,0 1 0,0 0 0,1 0 0,-1 1 1,1-1-1,0 1 0,0-1 0,1 1 1,4-4-1,29-20-37,1 2 1,1 2 0,1 2-1,72-28 1,-69 31 52,0-1 0,-1-2 1,-1-2-1,41-31 0,-79 53 33,-1-1-1,1 1 1,-1-1 0,0 0 0,0 0-1,0 0 1,0 0 0,0 0-1,-1 0 1,1 0 0,0-1 0,-1 1-1,0-1 1,0 1 0,0-1-1,0 0 1,0 1 0,0-1 0,0 0-1,-1 0 1,0 1 0,1-5-1,-2 5 21,0-1-1,-1 0 0,1 1 1,0-1-1,-1 1 0,0-1 0,1 1 1,-1 0-1,0-1 0,0 1 0,0 0 1,-1 0-1,1 1 0,0-1 1,-1 0-1,1 1 0,-1-1 0,0 1 1,-5-2-1,2-1 6,-1 1 1,1 0-1,-1 0 1,1 1-1,-1 0 1,0 0-1,0 1 1,0-1-1,-1 1 0,1 1 1,0 0-1,0 0 1,-10 1-1,16 1-42,-1 1-1,1 0 0,0-1 0,0 1 1,0 0-1,0 0 0,1-1 0,-1 1 1,1 0-1,-1 0 0,1 0 0,0 0 1,0 0-1,1 3 0,-1-4 2,0 6-1,0 3 5,0-1 0,0 1 0,5 21 0,-4-28-28,1 0 1,-1 0-1,1-1 0,0 1 1,0 0-1,0-1 1,0 1-1,1-1 0,-1 0 1,1 0-1,0 0 1,0 0-1,5 3 0,3 2-512,0 0-1,1-1 0,0 0 1,0-1-1,23 8 1,-20-9-1240,1-1 0,0 0 0,0-1 0,24 1 0,7-3-4314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11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3 142 6307,'0'0'13940,"5"0"-12614,-4 1-1249,0-1 1,0 0-1,0 0 1,0 0-1,0 1 1,0-1-1,0 0 1,0 1 0,0-1-1,0 1 1,0 0-1,0-1 1,-1 1-1,1-1 1,0 1-1,0 0 1,0 0 0,-1 0-1,1-1 1,0 1-1,-1 0 1,1 0-1,-1 0 1,1 0-1,-1 0 1,0 0 0,1 0-1,-1 0 1,0 0-1,1 0 1,-1 0-1,0 0 1,0 2-1,0 51 2582,-1-28-1960,1-25-528,-8-6 42,5 1-242,1 0-1,0 1 1,-1-2-1,1 1 1,0 0-1,1 0 1,-1-1-1,1 1 1,0 0-1,0-1 1,0 0-1,1 1 1,-1-1-1,1 1 1,0-1-1,1 0 1,-1 1-1,1-1 0,0 1 1,0-1-1,0 1 1,1-1-1,-1 1 1,1 0-1,0 0 1,0 0-1,1 0 1,-1 0-1,5-4 1,8-4-199,2 2 0,0 0 0,0 1 1,1 0-1,0 1 0,0 2 0,1-1 1,24-3-1,60-9-2534,-8 9-4037,-58 9-972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12.1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393 535 5939,'0'0'14959,"-21"-5"-13615,2 0-1015,9 2-182,1 0 0,-1 1 0,1-1 0,-1 2 0,0 0-1,0 0 1,0 1 0,0 0 0,0 0 0,0 1 0,1 1 0,-17 3 0,7 2 231,1 1 1,-1 0-1,1 2 1,1 0 0,-27 20-1,38-26-343,0 1 0,1-1-1,-1 1 1,1 0 0,0 1 0,0 0-1,1-1 1,-1 2 0,1-1 0,1 0-1,-1 1 1,1-1 0,0 1 0,1 0 0,-1 0-1,1 0 1,1 1 0,-2 9 0,3-16-65,1 0 1,-1-1-1,1 1 1,-1-1-1,1 1 1,-1-1-1,1 1 1,-1-1-1,1 1 1,-1-1-1,1 1 1,-1-1-1,1 1 1,0-1-1,-1 0 1,1 1-1,0-1 1,-1 0-1,1 0 1,0 0-1,-1 0 1,1 1-1,0-1 1,0 0-1,-1 0 1,1 0-1,0 0 1,0 0-1,-1-1 1,1 1-1,1 0 1,23-5-257,-14 0 166,-1-2 1,-1 1-1,1-1 1,-1-1-1,0 0 1,-1 0-1,11-15 1,0 3-203,54-59-1913,74-103 0,-113 134 1731,-3-2 0,-1-2 0,38-92 0,-56 118 640,-9 21 218,-1 0 0,1 0 0,-1 0 0,0 0-1,0 0 1,-1 0 0,1-6 0,-2 9 1215,0 7-276,-1 5-1178,-1-1 0,0 1 0,-1-1-1,0 0 1,0 0 0,-1-1 0,0 1 0,0 0-1,-8 8 1,-10 24 237,4-1-151,1 0-1,2 1 1,2 1 0,2 0 0,2 0-1,1 1 1,-3 85 0,10-110-170,1-14-49,0-1 0,-1 1 0,1-1 0,1 0 0,-1 1-1,0-1 1,1 1 0,0-1 0,1 5 0,-1-6-17,1-1-1,-1 0 1,0 0-1,0 0 0,1 0 1,-1 0-1,0 0 1,1 0-1,-1 0 1,1 0-1,0-1 0,-1 1 1,1 0-1,-1-1 1,1 0-1,0 1 1,-1-1-1,1 0 1,0 0-1,-1 0 0,1 0 1,0 0-1,1 0 1,4-1-42,0 0 0,0 0 0,-1-1 1,1 1-1,-1-1 0,0-1 0,1 1 1,-1-1-1,0 0 0,0-1 0,-1 1 1,1-1-1,9-9 0,7-7-483,35-43 1,-44 47 373,-12 14 401,1 0 0,-1 0 0,1 0 0,-1 0 0,1 1 0,0-1 0,0 0 0,0 1 0,0-1 0,0 1 0,0 0 0,4-2 0,-4 3-121,1 1 0,0-1 0,0 1 0,0 0 0,0 0-1,0 0 1,-1 0 0,1 0 0,-1 0 0,1 1 0,2 1 0,47 16-1280,-22-16-2831,-6-10-5139,-9-12-1321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12.3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16039,'0'0'7540,"7"58"-9109,0-35-1456,-1-1-2306,8-4-2720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12.7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68 13382,'0'0'11827,"-2"14"-10963,-2 4-607,1-7-107,2-1 0,-1 0-1,1 1 1,0 13 0,2-23-145,-1 1-1,0-1 1,0 0-1,1 0 1,-1 0-1,0 0 1,1 0-1,-1 0 1,1 0-1,0 0 1,-1 0-1,1 0 1,0 0-1,-1 0 1,1-1-1,0 1 1,0 0-1,0 0 1,0-1 0,0 1-1,0-1 1,0 1-1,0-1 1,0 1-1,0-1 1,0 1-1,0-1 1,0 0-1,0 0 1,0 1-1,1-1 1,-1 0-1,0 0 1,1 0-1,1 0-8,0 0 0,-1 0 0,1 0 0,0 0 0,-1-1 1,1 1-1,0-1 0,-1 1 0,1-1 0,-1 0 0,1 0 0,4-3 0,2-3 22,0-1 0,-1 0 0,0 0 0,0-1 0,-1 0 0,0-1 0,-1 1 0,0-1 0,0-1 0,-1 1 0,0-1 0,-1 0 0,0 0 0,-1 0 0,-1 0 1,3-16-1,-5 27-421,-1 8-11533,-5 2 3713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12.9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1 13830,'0'0'15047,"-47"68"-15031,40-66-16,7-27-27869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13.1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1 12310,'0'0'13238,"-82"47"-13366,82-31-993,0 2-1568,0-5-1793,7-4-2673,13 0-2050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13.4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14663,'71'132'3433,"-70"-131"-3202,-1 0-1,1 0 0,-1 0 1,1 1-1,-1-1 1,1 0-1,-1 0 0,1 1 1,-1-1-1,0 0 0,0 1 1,0-1-1,0 0 1,0 1-1,0-1 0,0 1 1,0-1-1,-1 2 0,-12 5 3739,12-8-3898,1 0 1,-1 0-1,0 0 0,1 0 0,-1 0 1,0 1-1,1-1 0,-1 0 1,0 0-1,1 1 0,-1-1 0,1 0 1,-1 1-1,1-1 0,-1 1 0,1-1 1,-1 1-1,1-1 0,-1 1 0,1-1 1,-1 1-1,1-1 0,0 1 0,0-1 1,-1 1-1,1 0 0,0-1 0,0 1 1,-1 0-1,1-1 0,0 2 0,1 3-343,-1-1-1,1 1 0,0-1 1,0 0-1,1 1 0,0-1 1,-1 0-1,1 0 0,1 0 0,-1 0 1,0 0-1,4 3 0,-3-4 136,-1 0 0,0 0 0,0 0-1,0 1 1,0-1 0,0 0-1,-1 1 1,1-1 0,-1 1 0,0 0-1,0 0 1,0-1 0,-1 1-1,1 0 1,-1 0 0,0 0 0,-1 7-1,-2-7 280,0 1-1,0-1 1,-1 0-1,0 0 0,0 0 1,0 0-1,0-1 1,-1 0-1,1 0 0,-1 0 1,0 0-1,1-1 1,-2 0-1,1 0 0,0 0 1,0 0-1,-7 0 1,10-2-116,31-4-8579,-3-8 1945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13.6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1 8340,'0'0'21049,"-81"52"-20552,74-48-497,7-2-80,0-20-27261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13.8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0 14983,'0'0'9828,"-75"117"-11140,75-85-2274,0-5-3729,0-4-4307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14.4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117 66 16103,'0'0'12241,"-17"11"-11836,-53 36-285,67-45-115,0 0-1,0 0 1,1 0-1,-1 0 1,1 1-1,0-1 1,0 1-1,0-1 1,0 1-1,-2 3 0,2 17-72,3-9-225,-1-14-3,1 0 275,0 0 0,0 1 0,0-1 0,-1 0 0,1 0 0,0 0 0,0 0 0,0 0 0,0 0 0,-1 0 0,1 0 0,0-1 0,0 1 0,0 0 0,-1 0 0,1-1 0,0 1 0,0 0 0,-1-1 0,1 1 0,0-1 0,-1 1 0,1-1 0,-1 1 0,1-1 0,0 1 0,-1-1 0,1 0 0,0 0 0,17-19 38,-18 20-31,15-20-94,-2 0 0,19-36-1,-4 5-62,-28 50 164,0 0 1,1 0 0,-1 1-1,0-1 1,0 0-1,1 1 1,-1-1 0,1 0-1,-1 1 1,0-1 0,1 1-1,-1-1 1,1 1-1,-1-1 1,1 1 0,-1-1-1,1 1 1,0-1-1,-1 1 1,1 0 0,0-1-1,-1 1 1,1 0 0,0 0-1,-1-1 1,1 1-1,0 0 1,-1 0 0,1 0-1,0 0 1,0 0 0,-1 0-1,1 0 1,0 0-1,0 0 1,-1 0 0,1 0-1,0 1 1,-1-1-1,1 0 1,0 0 0,-1 1-1,1-1 1,0 1 0,-1-1-1,1 0 1,-1 1-1,1-1 1,-1 1 0,2 0-1,23 42 229,-12-18 101,2 4-6,-13-24-281,1 0 0,0 1 0,-1-1 0,2 0 0,6 9 0,-8-13-9,26-9-1033,4-17 190,-26 20 922,0-1 1,1 1-1,-1 1 0,1-1 0,1 1 1,7-3-1,-15 6-31,1 1 0,0-1 0,0 1 1,-1 0-1,1 0 0,0-1 0,0 1 0,0 0 1,-1 0-1,1 0 0,0 0 0,0 0 0,0 0 0,-1 0 1,1 0-1,0 0 0,0 0 0,0 0 0,-1 1 1,1-1-1,0 0 0,0 1 0,-1-1 0,1 0 0,0 1 1,0-1-1,-1 1 0,1-1 0,-1 1 0,1-1 0,0 1 1,-1 0-1,1-1 0,-1 1 0,1 0 0,-1-1 1,0 1-1,1 0 0,-1 0 0,0-1 0,1 1 0,-1 0 1,0 1-1,0 43-584,-1-26-1049,1-19 1392,0 0 0,0 0 1,0 0-1,0 1 1,-1-1-1,1 0 1,0 0-1,0 0 1,0 1-1,1-1 0,-1 0 1,0 0-1,0 0 1,0 1-1,0-1 1,0 0-1,0 0 1,0 0-1,0 0 1,0 1-1,0-1 0,0 0 1,1 0-1,-1 0 1,0 0-1,0 1 1,0-1-1,0 0 1,0 0-1,1 0 0,-1 0 1,0 0-1,0 0 1,0 0-1,0 0 1,1 0-1,-1 1 1,0-1-1,0 0 1,0 0-1,1 0 0,-1 0 1,0 0-1,0 0 1,0 0-1,1 0 1,-1 0-1,0 0 1,0 0-1,0-1 0,1 1 1,1 0-1503,10 0-11045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14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1953,'0'0'9241,"12"25"-6242,2 5-2150,69 127 2915,-53-107-1954,-3 2-1,39 105 1,-57-126-1636,0-1 0,-2 1 0,-2 1 0,-1-1 0,-1 1 0,-1 0 1,-3 33-1,-1-57-154,1-1 0,-1 1 1,0-1-1,0 0 0,-1 0 1,1 0-1,-2 0 0,1 0 1,-1-1-1,0 0 0,-1 0 0,1 0 1,-10 9-1,-8 7-171,-1-2 0,-28 19 0,3-2-2428,35-28-1628,-1-4-2749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23.1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1 6771,'0'0'12038,"0"115"-11766,0-95-224,0 1-48,0-3-288,0 2-769,0-2-1488,0 0-2033,-7 2-2385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24.2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224 60 2849,'-1'-1'13873,"-12"5"-13710,-3 8-33,1 0 0,1 1 1,0 0-1,1 1 0,0 1 0,1 0 1,-11 19-1,-11 10-11,24-32-76,5-7-40,0 0 0,1 1 0,-1 0 0,1 0 0,0 0 0,0 0 0,1 0 1,0 1-1,0 0 0,-2 7 0,5-13-46,1-6-53,7-12 105,0 1 1,2 1-1,-1-1 0,2 2 0,0-1 0,1 2 0,18-18 0,-11 11-2,32-44-1,15-28 42,-66 92 10,0 0 1,0 0 0,1-1-1,-1 1 1,0 0 0,0 0-1,1-1 1,-1 1 0,0 0-1,0 0 1,1 0 0,-1-1-1,0 1 1,0 0 0,1 0-1,-1 0 1,0 0 0,1 0-1,-1 0 1,0-1 0,1 1-1,-1 0 1,0 0 0,1 0-1,-1 0 1,0 0 0,1 0-1,-1 1 1,0-1 0,1 0-1,-1 0 1,0 0 0,1 0-1,-1 0 1,0 0 0,0 0-1,1 1 1,-1-1 0,0 0-1,1 0 1,-1 0 0,0 1-1,0-1 1,0 0 0,1 0-1,-1 1 1,0-1 0,0 0-1,1 1 1,13 20 743,-6-9-101,7 3-199,0-1-1,1 0 1,1-1-1,0-1 1,1 0-1,0-2 1,24 11 0,-26-13-265,25 25 485,-37-28-565,0-1 0,1 0-1,-1 0 1,1 0-1,0-1 1,0 1 0,1-1-1,5 2 1,-6-4-165,-4-1-131,-17 5-10567,-9 12 2948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23.3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 0 2497,'0'0'19433,"0"113"-19337,0-102-96,0 1-672,0 1-1329,0 3-1041,-7 2-2224,7 5-1265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23.5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7 127 1713,'0'0'17688,"0"6"-17224,0-15-464,0-9-80,0-2-1185,0-3-1504,0-6-2033,-7-5-1857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25.17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69 5026,'0'0'14033,"5"9"-12221,-2-2-1566,3 4 127,-1 0-1,-1 1 1,1-1 0,-2 1 0,0 0-1,0 0 1,1 14 0,-1 7-202,1-32-428,2-17-209,-2 1 384,1 0 1,0 0-1,1 1 1,0 0-1,2 0 0,-1 0 1,2 1-1,-1 0 1,2 1-1,0 0 1,0 0-1,1 1 0,12-10 1,-22 21 122,-1-1 0,1 1-1,-1 0 1,0 0 0,1-1 0,-1 1 0,1 0-1,-1 0 1,1-1 0,-1 1 0,1 0 0,-1 0-1,1 0 1,-1 0 0,1 0 0,-1 0 0,1 0 0,-1 0-1,1 0 1,-1 0 0,1 0 0,-1 0 0,1 0-1,-1 0 1,1 0 0,-1 0 0,1 1 0,-1-1 0,1 0-1,-1 0 1,1 1 0,-1-1 0,0 0 0,1 1-1,-1-1 1,1 0 0,-1 1 0,0-1 0,1 1-1,-1-1 1,0 0 0,0 1 0,1-1 0,-1 2 0,9 30 902,-9-30-923,0 0 1,0 0-1,0-1 1,0 1-1,1 0 1,-1 0-1,0 0 0,1-1 1,-1 1-1,1 0 1,0 0-1,0-1 0,0 1 1,-1 0-1,2-1 1,-1 1-1,0-1 0,0 0 1,0 1-1,1-1 1,-1 0-1,3 2 0,1-4-67,0 0 0,1 0 0,-1 0 0,0-1 1,0 0-1,0 0 0,0-1 0,0 1 0,-1-1 0,1 0 0,-1 0 0,1 0 0,-1-1 0,0 0 0,-1 0 0,5-4 0,-3 2 71,0 1 1,0 1-1,1-1 0,-1 0 1,1 1-1,0 0 1,1 1-1,6-4 0,-12 7 574,-1 27 688,0-13-1285,2 25 1576,7-25-4380,8-5-5582,-4-8 1793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25.3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 1 10037,'0'0'14422,"-13"43"-14422,6-43-4098,0-5-992,0-15-4018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25.4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4434,'0'0'12598,"33"126"-17288,-19-105-1233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26.0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177 83 10277,'0'0'8929,"-21"6"-7200,-68 21-686,85-26-960,0 0 1,1 1-1,-1 0 1,1-1-1,-1 1 1,1 0-1,0 1 0,-1-1 1,1 0-1,1 1 1,-1 0-1,0 0 1,1 0-1,-1 0 0,1 0 1,0 0-1,0 1 1,-2 3-1,2 0 68,0 0-1,1-1 0,-1 1 1,2 0-1,-1 0 1,1 0-1,0 7 0,0-6-3,0-8-107,5-2-28,-1-1-1,1 0 1,-1 0 0,0-1 0,0 1-1,0-1 1,0 0 0,-1 0 0,0 0 0,0-1-1,0 1 1,3-7 0,2 0-67,4-6 1,-2 0 0,0-1 0,0 0 0,-2 0 0,0-1 0,-2 0 0,7-26 0,-10 82 3100,-1 72-2949,5-77-837,-6-30 365,0-1 0,1 1 0,-1 0 0,0 0 0,1-1 0,-1 1 0,1-1-1,0 0 1,-1 1 0,1-1 0,0 0 0,0 0 0,0 0 0,-1 0 0,1 0-1,3 1 1,1-1-792,-1 0 0,1 0 1,-1-1-1,1 0 0,-1 0 0,1 0 0,-1 0 0,1-1 0,-1 0 0,11-3 0,12-8-4449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26.5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137 458 7091,'0'0'17328,"-8"1"-16061,2-1-1095,0 0-1,0 1 0,0 0 0,0 1 0,1-1 1,-1 1-1,0 0 0,1 0 0,0 1 0,-1 0 1,1 0-1,0 0 0,0 0 0,1 1 0,-1 0 0,1 0 1,0 0-1,0 0 0,0 1 0,0 0 0,1-1 1,0 1-1,-5 11 0,6-10-163,0 0 0,1 0 1,0 0-1,0 0 0,1 0 0,0 12 1,0-12-22,3-6-35,0 0-1,0 0 0,0-1 0,0 1 1,0 0-1,-1-1 0,1 0 0,0 0 1,0 0-1,4-2 0,18-16-474,-2-1-1,0 0 1,-1-2 0,-1-1-1,32-46 1,-34 44 314,-2-1 1,0-1-1,-2-1 0,-1 0 0,-2-1 1,0 0-1,-2-1 0,-1 0 1,-2 0-1,-1-1 0,-1 0 0,1-43 1,-14 75 2070,1 9-1548,-1 0 0,2 0 1,-1 1-1,2 0 0,-1 0 1,1 0-1,1 1 0,0 0 0,-2 12 1,-1 10 147,2 0 0,2 1 0,1 0 0,3 43 0,0-19-403,-1-56-56,0 1 1,1-1 0,-1 1-1,1-1 1,-1 1-1,1-1 1,0 0 0,1 1-1,1 3 1,-2-5-273,0 0-1,1 0 1,-1 0 0,0 0 0,1 0 0,0-1-1,-1 1 1,1-1 0,0 1 0,0-1-1,0 1 1,2 0 0,-2-1-197,0 0-1,1-1 1,-1 1 0,0-1-1,0 0 1,0 1 0,0-1-1,0 0 1,1 0-1,-1-1 1,0 1 0,0 0-1,0-1 1,0 1 0,0-1-1,0 0 1,0 0 0,0 0-1,0 0 1,0 0 0,0 0-1,0 0 1,0 0 0,-1-1-1,1 1 1,-1-1-1,1 1 1,-1-1 0,0 0-1,1 0 1,1-3 0,17-27-7586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26.81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85 1 10805,'0'0'14094,"-13"25"-12191,-36 83-271,44-97-1277,1 1-1,0 1 0,1-1 1,1 0-1,0 1 1,1-1-1,0 1 0,1 0 1,1 17-1,0 7 192,-1 58-289,0-54-4713,1-41 3825,0 0 0,0 1 0,0-1 1,-1 0-1,1 1 0,0-1 0,0 0 0,0 0 0,-1 0 1,1 0-1,0 0 0,0 0 0,0 0 0,0 0 0,0 0 0,-1 0 1,1 0-1,0 0 0,0-1 0,0 1 0,-1 0 0,1-1 1,1 1-1,11-14-8472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27.2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 89 9492,'0'0'14388,"20"4"-12368,-8-1-1927,1 0 1,0-1-1,0 0 0,0-1 1,0-1-1,0 0 0,0-1 1,-1 0-1,21-5 1,-31 5-121,1 0 1,-1 0 0,0-1 0,0 1-1,0-1 1,0 0 0,0 0 0,0 1 0,0-1-1,0 0 1,0-1 0,-1 1 0,1 0-1,-1 0 1,0-1 0,0 1 0,0-1-1,0 1 1,0-1 0,1-4 0,-2 5 12,1 1 0,-1 0 0,0-1 0,1 1 1,-1-1-1,0 1 0,0-1 0,0 1 0,0-1 1,0 1-1,0-1 0,0 1 0,-1-1 0,1 1 1,-1-1-1,1 1 0,-1 0 0,1-1 0,-1 1 1,0 0-1,0-1 0,1 1 0,-1 0 0,0 0 0,0 0 1,0 0-1,0 0 0,-1 0 0,1 0 0,0 0 1,0 0-1,-1 0 0,1 1 0,0-1 0,-1 0 1,-2 0-1,-4 0 167,0-1 1,0 2-1,-1-1 1,1 1-1,0 1 0,0-1 1,0 1-1,-1 1 1,1 0-1,0 0 1,1 0-1,-1 1 1,0 0-1,1 1 0,-1-1 1,-10 9-1,14-9-51,-1 1 0,1-1-1,0 1 1,0 0 0,0 1 0,0-1-1,1 1 1,-1 0 0,1 0-1,1 0 1,-1 0 0,1 0 0,0 0-1,0 1 1,0-1 0,1 1-1,-1 0 1,2-1 0,-1 1 0,0 0-1,1 0 1,0-1 0,1 1-1,-1 0 1,2 5 0,-1-8-117,0 0 0,1 0 0,-1-1 0,0 1 1,1 0-1,0-1 0,-1 0 0,1 1 0,0-1 0,0 0 0,0 0 0,1 0 1,-1 0-1,0 0 0,1-1 0,-1 1 0,1-1 0,4 3 0,30 5-5945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27.7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2721,'0'0'11622,"0"20"-10102,6 16 81,-6 7-320,7 7-657,-7-3-464,7 1-160,0-3-560,-7-9-3138,0 0-4626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28.5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4098,'0'0'8839,"5"10"-6921,4 17-860,-1 0 0,-2 1 0,0 0 0,2 53 0,0 18-180,1 8-1413,-7-34-5416,-2-62 656,0-6-858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28.8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 31 7652,'0'0'9927,"20"-7"-9098,-1 0-582,-1 1-1,29-5 0,-45 11-223,-1 0 1,1 0-1,-1 0 0,1 1 0,-1-1 0,1 0 0,0 1 0,-1-1 0,1 1 0,-1 0 0,0-1 0,1 1 0,-1 0 0,1 0 0,-1 0 0,0 0 0,0 0 0,0 0 1,1 0-1,-1 0 0,0 0 0,0 1 0,-1-1 0,1 0 0,0 1 0,0-1 0,0 2 0,13 44 252,-12-36-232,-1-6-31,1 0 1,-1-1 0,0 1 0,-1 0 0,1 0 0,-1 0 0,0 0 0,0 0 0,-1 0 0,1 0 0,-2 6 0,0-9-11,1 1 1,0-1-1,-1 0 1,1 0-1,-1 0 1,1 0-1,-1 0 0,0 0 1,0-1-1,0 1 1,0 0-1,0-1 0,0 0 1,-1 1-1,1-1 1,0 0-1,-1 0 0,1 0 1,-1 0-1,1-1 1,-1 1-1,1-1 1,-4 1-1,-11 1-165,0 0 0,-1-1 1,-30-2-1,47 1 62,0-1 1,0 1-1,0 0 0,0-1 0,0 1 1,1-1-1,-1 0 0,0 1 0,0-1 1,1 0-1,-1 1 0,0-1 1,1 0-1,-1 0 0,1 1 0,-1-1 1,1 0-1,-1 0 0,1 0 0,-1 0 1,1 0-1,0 0 0,0 0 1,-1 0-1,1 0 0,0 0 0,0 0 1,0 0-1,0-2 0,0 2-279,0 0 1,0 0-1,0 0 1,1 0-1,-1 0 0,0 0 1,0 0-1,1 0 1,-1 0-1,1 1 0,-1-1 1,1 0-1,-1 0 1,1 0-1,-1 0 0,1 1 1,0-1-1,-1 0 1,1 0-1,0 1 0,1-2 1,16-7-4495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29.0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3282,'0'0'15895,"75"50"-14695,-75-37-399,0 1-561,0-3-240,0-2-544,-14 0-1393,8-4-2081,-8-3-2001,-6-2-1504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29.2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1 8660,'0'0'7732,"-13"115"-9365,26-99-2401,-13-3-2225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29.6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72 7091,'0'0'12403,"11"20"-11114,1 5-943,-6-12-180,1 0 1,0 0-1,0 0 1,2-1-1,-1 0 1,1-1-1,18 17 1,-24-25-161,0-1-1,0 0 1,0 1 0,1-1-1,-1-1 1,1 1 0,0 0-1,-1-1 1,1 0 0,5 2-1,-8-3-20,1 0-1,-1 0 0,0 1 0,0-1 0,1 0 0,-1 0 0,0 0 0,1 0 0,-1 0 1,0-1-1,0 1 0,1 0 0,-1-1 0,0 1 0,0 0 0,0-1 0,0 0 0,1 1 1,-1-1-1,0 0 0,0 1 0,0-1 0,0 0 0,0 0 0,-1 0 0,1 0 1,0 0-1,0 0 0,0 0 0,-1 0 0,1 0 0,-1 0 0,1 0 0,0-2 0,7-32 54,-1 1 0,-2-1 0,-1 0 0,-1-59 0,-3 93 1357,0 44-6536,0-32 598,0-4-2138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29.9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100 0 5795,'0'0'14134,"-14"10"-12893,-41 35-404,52-41-774,-1 0 0,1 1 0,1 0 0,-1-1 0,1 1 0,-1 0 0,1 0 0,1 0 0,-1 0 0,1 1 0,0-1 0,0 0 0,0 1 0,1-1 0,0 0 0,0 1 0,0-1 0,0 1 0,1-1 0,2 7 0,-3-9-57,1 0-5,0-1 0,0 1 0,0 0-1,0-1 1,0 1 0,1-1 0,-1 1 0,1-1 0,0 0 0,0 0-1,0 1 1,0-1 0,0 0 0,0-1 0,0 1 0,0 0 0,1-1-1,-1 1 1,1-1 0,-1 0 0,1 0 0,0 0 0,-1 0 0,1 0-1,0 0 1,0-1 0,0 0 0,-1 1 0,6-1 0,-3 0-24,1 1 1,-1-1-1,1 0 1,-1-1-1,0 1 1,1-1-1,-1 0 0,1 0 1,-1-1-1,0 0 1,0 0-1,0 0 1,0 0-1,8-6 1,-9 4-22,0 0 0,-1 0-1,1 0 1,-1 0 0,0-1 0,0 0 0,0 1 0,0-1 0,-1 0-1,0 0 1,0-1 0,-1 1 0,1 0 0,-1-1 0,0 1-1,0-1 1,-1 1 0,0-1 0,0-8 0,-1 12 30,1-1 0,-1 1-1,1 0 1,-1 0 0,0-1 0,0 1 0,0 0 0,0 0 0,0 0 0,-1 0-1,1 0 1,-1 0 0,1 1 0,-1-1 0,1 0 0,-1 1 0,0-1 0,0 1-1,0-1 1,0 1 0,0 0 0,0 0 0,0 0 0,0 0 0,-1 1 0,1-1-1,0 0 1,-1 1 0,1-1 0,-5 1 0,-11-3-722,0 1 0,-35 2-1,40 0-327,-12 4-2677,5 7-4134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30.2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8436,'0'0'9506,"3"27"-7524,3 10-1367,-1-1 187,-1 1 1,-2 47 0,-1-3 566,13 96 1,-14-174-1480,1-1-1,-1 1 0,1-1 1,0 1-1,0-1 0,0 0 0,0 0 1,0 1-1,0-1 0,1 0 1,-1 0-1,1 0 0,-1 0 1,1 0-1,0-1 0,0 1 0,0-1 1,0 1-1,2 1 0,-1-2-207,-1 0 0,0 0-1,0 0 1,1 0-1,-1 0 1,1-1 0,-1 1-1,1-1 1,-1 0 0,1 0-1,-1 0 1,1 0-1,-1 0 1,1 0 0,-1-1-1,1 1 1,-1-1 0,1 1-1,-1-1 1,0 0-1,1 0 1,-1 0 0,0-1-1,0 1 1,0 0 0,0-1-1,0 0 1,0 1-1,2-3 1,-1 1-351,-1 1 0,0 0 0,-1 0-1,1-1 1,0 1 0,-1-1 0,1 1 0,-1-1 0,0 0-1,2-4 1,-2-11-4434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30.45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52 5587,'0'0'12453,"115"-18"-12037,-74 18-416,0-2-128,6-5-1504,7-2-2034,0-7-3153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30.7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7251,'0'0'10173,"14"2"-8884,168 16 4409,-103-15-9251,-77-3-271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30.9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52 2721,'0'0'16456,"88"12"-15448,-61-26-576,0 1-223,7 1-209,-7 3-1553,0 2-2705,-7-2-4610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32.7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1 5923,'0'0'10997,"-7"149"-9749,7-98-511,0 4 79,0-6-512,0-4-144,0-6-160,0-5-16,0-3-464,0-6-496,-6-7-801,6-11-928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32:33.2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90 14 3394,'0'0'10130,"0"19"-7532,-1-13-2404,0 0 1,-1 0-1,0 0 0,0 0 1,0-1-1,0 1 1,-1-1-1,0 1 0,-1-1 1,1 0-1,-1 0 0,-5 5 1,-21 37 605,26-38-691,1 0 0,-1 1 0,2 0 0,-1 0 1,1 0-1,1 0 0,0 0 0,0 0 0,1 13 0,0-20-107,0 0 0,1 0 1,-1 0-1,1 0 0,0 1 0,0-1 0,0 0 0,0 0 0,0 0 0,1-1 0,-1 1 0,1 0 1,0 0-1,0-1 0,0 1 0,0-1 0,0 0 0,1 1 0,-1-1 0,1 0 0,-1 0 0,1-1 1,0 1-1,0-1 0,0 1 0,0-1 0,0 0 0,0 0 0,0 0 0,0 0 0,0-1 0,4 1 0,1 0-16,1 0-1,-1-1 1,0 0 0,1 0-1,-1-1 1,1 0-1,-1 0 1,0-1-1,0 0 1,1-1-1,-1 1 1,-1-2-1,1 1 1,0-1-1,-1 0 1,0-1-1,0 0 1,0 0-1,-1 0 1,0-1-1,0 0 1,0 0-1,0-1 1,-1 1-1,0-1 1,-1 0-1,0-1 1,0 1-1,0-1 1,-1 0-1,0 1 1,0-2 0,-1 1-1,2-15 1,-3 14 22,0-1 1,-1 1 0,0-1 0,-1 1 0,0 0 0,0-1 0,-1 1 0,0 0 0,-4-10 0,4 15 53,0 0 0,0 0 0,0 0 1,0 1-1,-1-1 0,0 1 0,0-1 0,0 1 0,0 0 0,0 0 1,0 0-1,-1 0 0,0 1 0,1 0 0,-1-1 0,0 1 0,0 1 1,0-1-1,0 0 0,-1 1 0,-5-1 0,-1 0 211,-1 0 1,1 1-1,-1 0 0,0 1 1,1 0-1,-1 1 0,1 0 0,-21 6 1,27-6-376,1 0 1,-1 1 0,1 0 0,-1 0 0,1 1-1,0-1 1,0 1 0,0 0 0,1 0 0,-6 4 0,7-4-351,0 0 0,0 0 0,0 0 0,0 0 0,0 0 1,1 0-1,-1 1 0,1-1 0,0 0 0,0 1 1,0-1-1,1 1 0,-1-1 0,1 1 0,0 4 1,0-2-7398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0:50.6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1 638 4690,'0'0'10221,"5"-7"-9407,41-41 326,-25 28-527,0-2 0,21-29 1,173-281-1201,-209 322 518,1 0 0,-2 0 0,1-1 0,-2 0 0,1 0 0,-1 0 0,-1-1 1,0 1-1,-1-1 0,2-22 0,-4 33 75,0 1 0,0-1 0,0 0-1,0 1 1,0-1 0,0 1 0,0-1 0,-1 0 0,1 1-1,0-1 1,0 1 0,-1-1 0,1 1 0,0-1 0,-1 1 0,1-1-1,-1 1 1,1-1 0,0 1 0,-1 0 0,1-1 0,-1 1 0,1 0-1,-1-1 1,1 1 0,-1 0 0,0 0 0,1-1 0,-1 1-1,1 0 1,-1 0 0,1 0 0,-1 0 0,0 0 0,-26 0 203,19 1-167,-3 1 59,1 1 1,0 0-1,-1 0 0,1 1 0,1 0 0,-1 0 0,1 1 1,-1 1-1,1 0 0,1 0 0,-1 0 0,1 1 0,0 1 1,1-1-1,0 1 0,0 1 0,1-1 0,0 1 0,0 0 1,1 0-1,0 1 0,0 0 0,1-1 0,1 2 1,-5 19-1,7-20-18,0 0 0,1-1-1,0 1 1,1 0 0,0-1 0,1 1 0,0-1 0,0 1 0,1-1 0,0 0 0,0 0 0,1 0 0,1 0 0,-1-1 0,1 0 0,1 0-1,0 0 1,0 0 0,0-1 0,1 0 0,0 0 0,0-1 0,16 11 0,-8-7-75,-1-1-1,1-1 1,0 0 0,1-1-1,0-1 1,0 0 0,28 6 0,27-5-5958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0:47.6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1 5523,'0'0'10298,"-5"27"-8807,1-10-1225,-4 23 365,1-1 0,2 1 0,0 44 1,1 272 3561,-24-2-3301,27-319-3438,1-38-2208,12-55-4375,-4 12 2659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0:48.4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0 448 4178,'0'0'4375,"22"-5"-3265,-3 1-827,8-2 216,0 1 0,0 1-1,35 0 1,523-46 4960,-11-45-5408,-338 53 258,908-155-688,-1057 183 651,161-7 1,-245 21-124,-1 0 1,1 1 0,-1 0 0,0-1 0,1 1 0,-1 0-1,0 0 1,1 1 0,-1-1 0,0 0 0,0 1 0,0-1-1,0 1 1,0 0 0,-1 0 0,1-1 0,0 1 0,-1 0-1,1 0 1,-1 1 0,0-1 0,0 0 0,0 0 0,0 1-1,0-1 1,0 0 0,-1 1 0,1-1 0,-1 1 0,1 3-1,2 11 530,-1 1 0,-1-1 0,0 20 0,-1-29-497,2 283 4137,30 143-2430,-25-344-1685,-5-60-99,0 0-1,2-1 0,13 52 0,-15-68-45,-2-12 11,-15-3-52,-12-7-236,9 2 45,-1 1 0,0 1 0,0 0 0,-24-1 0,-99-2-355,-1 7 0,-261 31 0,-279 91 327,26 29 98,-263 52 302,903-199-212,-21 4 267,33-8-125,22-7-96,235-108-2479,-196 82-2156,-26 6-1663,-14 4-1997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0:49.0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50 96,'0'0'696,"21"-8"-786,62-25-292,-81 32 457,0 0 1,0 0-1,0 0 0,1 0 0,-1 0 1,0 0-1,0 1 0,1-1 1,-1 1-1,0 0 0,1 0 0,-1 0 1,0 0-1,1 0 0,-1 0 0,3 1 1,-7 11 3005,1-11-2712,3 35 11335,3 1-7969,2 45-1264,-6 86 1327,-21 507 1907,17-631-5325,3-30-883,3-29-2874,23-63-9517,-19 47 3900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0:51.0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1473,'0'0'9689,"3"-12"-7800,1-2-1776,5-14 2367,-6 34-697,-2 25-89,-2 47 1056,7 193 1834,-3-104-3622,-4-113-3997,1-40-2114,0-21 4082,0 4 96,0 0-1,0 0 1,0 0 0,0 0-1,-1 0 1,1-1-1,-1 1 1,0 0 0,0 0-1,0 0 1,-2-4 0,-10-11-5379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0:51.3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2193,'0'0'18614,"3"13"-16944,-3-12-1638,1 3 117,0 1-1,0-1 0,0 0 1,1 1-1,0-1 0,-1 0 0,1 0 1,1-1-1,-1 1 0,0 0 0,1-1 1,0 1-1,0-1 0,0 0 0,0 0 1,1 0-1,-1 0 0,1 0 1,-1-1-1,1 0 0,0 0 0,0 0 1,8 3-1,6 0 282,0 0 1,0-2 0,23 3-1,0-4-7987,-41-2 7197,1 0 0,-1 0 0,1 0-1,0 0 1,-1-1 0,1 1-1,-1 0 1,1 0 0,-1 0 0,1-1-1,-1 1 1,1 0 0,0-1 0,-1 1-1,0 0 1,1-1 0,-1 1 0,1-1-1,-1 1 1,1 0 0,-1-1 0,0 1-1,1-1 1,-1 1 0,0-1 0,0 0-1,1 1 1,-1-1 0,0 0 0,7-18-7817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0:51.5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0 6035,'0'0'17944,"-81"120"-16343,60-97-385,8-3-816,6-9-400,7-4-112,0-2-1424,20-10-20859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0:52.4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1 240 4770,'0'0'13276,"2"6"-12633,4 18-68,-1 0 0,-2 0 0,0 1 0,-1-1 0,-3 39 0,1-39-341,1-108 114,18-142 0,-14 191-336,-5 28-14,0-1 1,1 0 0,1 1 0,-1-1 0,1 1 0,0-1-1,1 1 1,0 0 0,0 0 0,0 0 0,6-8 0,-7 14-4,0-1 0,0 1 0,0 0 0,0 0 0,0 0 0,0 0 0,0 0 0,0 0 0,0 1 0,0-1 0,1 1 0,-1-1 1,0 1-1,0 0 0,5 0 0,43 2-96,-36-1-53,-9-1-81,0 0 0,0 1 0,-1 0 0,1 0 0,0 0 0,0 1 0,7 2 0,-10-3-248,-1 0 1,1 0 0,-1 0-1,0 0 1,1 0-1,-1 0 1,0 0-1,0 0 1,0 1-1,0-1 1,0 0-1,0 1 1,0-1 0,0 1-1,0-1 1,0 3-1,0 7-7878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0:53.1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1185,'0'3'17327,"0"18"-16153,0 198 2654,0 296-965,0-514-3153,0-35-8533,-7 13-1670,0 10 4266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0:53.4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5346,'0'0'14362,"6"2"-12623,8 7-774,0-1-1,-1 2 1,0 0-1,22 21 1,32 24 668,-63-52-1600,0 0-1,1 0 0,-1-1 0,1 0 1,0 0-1,0 0 0,0 0 1,0-1-1,8 1 0,1 0-5243,0-2-5572,-8 0 2041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0:53.6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0 6307,'0'0'14134,"-102"77"-12901,82-50-177,6 0-415,1-4-369,6-1-272,-7 1-288,8-3-1297,-8 1-2065,-6-3-4401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1:06.9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55 64,'0'0'390,"0"-2"-872,0-6 8034,0 6-6907,0 0-632,0 0-2,0-37 2985,1 44 801,-3 28-2122,-4 46 967,5 118-1,3-84-2015,-2-113-618,1-34-4218,24-23-5266,-18 31 4650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1:07.4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60 2673,'0'0'9068,"4"-3"-7915,-4 2-1018,0 1 0,1-1-1,-1 0 1,0 1 0,1-1 0,-1 1 0,1-1 0,-1 1-1,1 0 1,-1-1 0,1 1 0,-1-1 0,1 1 0,0 0-1,-1-1 1,1 1 0,0 0 0,-1 0 0,1 0 0,-1-1-1,1 1 1,0 0 0,0 0 0,-1 0 0,1 0 0,0 0-1,0 0 1,2 18 1643,-15 42-501,9-51-832,-4 28-49,1 0-1,1 0 1,2 61-1,3-96-392,0 1-1,0-1 1,1 0-1,-1 1 1,1-1-1,0 0 1,0 0-1,0 0 1,0 0 0,0 1-1,0-1 1,0-1-1,1 1 1,-1 0-1,1 0 1,-1 0-1,1-1 1,0 1-1,0-1 1,0 1-1,0-1 1,0 0-1,0 0 1,0 0-1,0 0 1,0 0-1,0 0 1,1 0-1,-1-1 1,0 1 0,3-1-1,0 1 49,0 0 1,0-1-1,-1 1 0,1-1 1,0 0-1,0-1 1,0 1-1,0-1 0,-1 0 1,1 0-1,0 0 0,-1-1 1,1 0-1,7-4 0,-3-1 31,0 0 0,-1 0 0,0-1 0,0 0 0,-1 0 0,0-1-1,0 0 1,-1 0 0,0-1 0,-1 1 0,0-1 0,0-1 0,-1 1 0,4-16-1,-2-2 291,-1 0-1,0 0 0,-3-1 0,0-39 0,-2 66-336,0 0 0,-1-1 0,1 1 0,-1 0 0,1 0 0,-1 0 0,0-1 0,0 1 0,0 0 0,0 0 0,0 0 0,-1 0 0,1 1 0,0-1 0,-1 0 0,1 1 0,-1-1 0,0 0 0,0 1 0,0 0 0,1-1 0,-1 1 0,0 0 0,-1 0 0,1 0 0,0 1 0,0-1 0,0 0 0,0 1 0,-1-1 0,1 1 0,-4 0 0,-12-2-31,0 0 0,0 2-1,-24 2 1,13-1 62,28-1-96,0 1 1,0-1 0,0 1 0,0-1 0,0 1-1,1 0 1,-1-1 0,0 1 0,0 0 0,1 0-1,-1 0 1,0-1 0,1 1 0,-1 0 0,1 0-1,-1 0 1,1 0 0,-1 0 0,1 0-1,0 0 1,0 0 0,-1 0 0,1 0 0,0 1-1,0-1 1,0 0 0,0 1 0,0-1-326,0 1 0,0-1 0,-1 1 0,1-1 0,0 1 0,0-1 0,1 0 0,-1 1 0,0-1 0,0 1 0,1-1 0,-1 0 0,1 1 0,-1-1 0,1 0 0,0 0 0,-1 1 0,1-1 0,0 0 0,0 0 0,0 0 0,0 0 0,2 2 0,15 1-4853,2-3-1245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1:09.1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214 39 3378,'0'0'5242,"2"-5"-4458,1 1-520,-2 2-169,0 1 0,0-1 0,0 1 0,0-1 0,-1 0 0,1 1 0,0-1 0,-1 0 0,1 0 1,-1 0-1,0 1 0,0-3 0,1-1 6872,-8 5-7731,-10 2 919,0 1 1,0 0-1,0 1 1,1 1 0,0 0-1,0 2 1,0 0 0,1 0-1,0 1 1,0 1-1,-17 14 1,31-22-156,0-1 0,1 1 0,-1-1 0,0 1 0,0-1 1,1 1-1,-1 0 0,0-1 0,1 1 0,-1 0 0,1-1 0,-1 1 0,1 0 0,0 0 0,-1-1 0,1 1 1,-1 0-1,1 0 0,0 0 0,0 0 0,0 0 0,0 0 0,-1-1 0,1 1 0,0 0 0,0 0 0,1 0 1,-1 0-1,0 0 0,0 0 0,0 0 0,1-1 0,-1 1 0,0 0 0,1 0 0,-1 0 0,0-1 1,1 1-1,-1 0 0,1 0 0,0-1 0,-1 1 0,1 0 0,-1-1 0,1 1 0,0-1 0,0 1 0,-1-1 1,1 1-1,1 0 0,47 22-24,-40-19 22,5 3 2,0 1 0,0 0 0,-1 1 0,0 1 0,0 0 0,-1 1 0,-1 0 0,0 0 0,0 2 0,-1-1 0,-1 1 0,0 1 0,-1 0 0,0 0 0,-1 0 0,-1 1 0,7 21 0,-13-35 0,1 0-1,-1 1 1,0-1 0,0 0 0,0 0 0,0 0 0,0 0 0,0 1 0,0-1 0,0 0-1,0 0 1,0 0 0,-1 0 0,1 0 0,0 1 0,-1-1 0,1 0 0,-1 0-1,1 0 1,-1 0 0,0 0 0,1 0 0,-1 0 0,0-1 0,-1 2 0,0 0 1,-1 0 0,0 0-1,0-1 1,1 1 0,-1-1 0,0 0 0,0 0 0,-1 0 0,-3 1 0,-10 0 3,-1 0 1,-30-1-1,38-1-7,4 0 7,-1 0-1,1 0 1,0-1 0,0 0 0,0 0 0,0 0 0,1-1 0,-1 0-1,0 0 1,-10-6 0,13 6 1,1 0-1,-1 0 1,1 0 0,-1-1-1,1 1 1,0-1 0,0 1-1,0-1 1,0 0 0,1 0-1,-1 0 1,1 0 0,0 0-1,0 0 1,0 0 0,0 0-1,0-1 1,1 1-1,-1 0 1,1-1 0,0 1-1,0-4 1,1 1 7,-1-1 0,1 0-1,0 1 1,0-1 0,1 1-1,0 0 1,0-1 0,1 1 0,-1 0-1,2 0 1,-1 0 0,0 1 0,1-1-1,0 1 1,0 0 0,8-8 0,8-4 150,0 1 1,1 0 0,25-13-1,-27 18 182,-1-1 0,0-1 0,-1 0-1,18-20 1,-33 32-285,-1 0-1,1-1 1,-1 1 0,0-1-1,0 1 1,0-1-1,0 0 1,0 1-1,0-1 1,0 0-1,0 0 1,-1 0 0,1 0-1,-1 0 1,0 0-1,1 0 1,-1 0-1,0 0 1,0 1 0,0-1-1,0 0 1,0 0-1,-1 0 1,0-3-1,0 3-20,0 1 0,0-1 0,0 1 0,0 0 0,0-1 0,-1 1 0,1 0 1,0 0-1,-1 0 0,1 0 0,-1 0 0,1 0 0,-1 0 0,1 0 0,-1 1 0,0-1 0,0 1 0,1-1 0,-1 1 0,0 0 0,1-1 0,-1 1 0,0 0 0,-3 0 0,2 0-31,-14 0 271,-1 0 0,1 1 0,-1 1 0,1 0 0,0 1 0,-30 10 0,92-13-4587,-3 1-1905,-15-7-1378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1:13.8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5202,'0'0'13262,"0"-3"-12030,1 8-986,42 260 4492,-26 145-3179,-20-381-1783,3-28 152,0-1 1,0 1-1,0-1 0,0 1 0,0-1 0,0 1 1,0-1-1,0 1 0,0-1 0,-1 1 1,1-1-1,0 0 0,0 1 0,0-1 1,0 1-1,-1-1 0,1 1 0,0-1 1,-1 1-1,1-1 0,0 0 0,-1 1 0,1-1 1,0 0-1,-1 1 0,1-1 0,-1 0 1,1 0-1,0 1 0,-1-1 0,1 0 1,-1 0-1,1 0 0,-1 1 0,1-1 0,-1 0 1,1 0-1,-1 0 0,1 0 0,-1 0 1,1 0-1,-1 0 0,1 0 0,-1 0 1,1 0-1,-1 0 0,0-1 0,0-1-390,0 0 0,0 1-1,0-1 1,0 0 0,1 0-1,-1 0 1,1-1 0,-1 1-1,1 0 1,0 0-1,0 0 1,0-2 0,-1-5-1286,-5-32-4879,5-9-566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1:14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0 641 4130,'0'0'8030,"15"-10"-6680,-7 4-1141,2-1 20,0 0 0,1 0 0,0 1 0,0 1 1,0 0-1,0 0 0,1 1 0,0 1 0,12-3 0,544-98 4071,280-62-2778,2 0-1405,-245 42-27,-588 120 779,0 2-1,1 0 1,35 0-1,-51 3-716,0 0 1,0-1-1,1 1 0,-1 0 0,0 0 1,0 1-1,0-1 0,0 0 0,0 1 1,0-1-1,0 1 0,-1 0 1,1-1-1,-1 1 0,1 0 0,-1 0 1,1 0-1,-1 0 0,0 0 0,0 1 1,1 1-1,21 59 1733,-17-42-1275,11 35-328,-4 2 0,-2-1 0,-2 2-1,1 92 1,-7 150-282,-5-165 0,-12 50 0,7-122 0,-5 0 0,11-65 0,1 1 0,0 0 0,0 0 0,0 0 0,0 0 0,0-1 0,0 1 0,0 0 0,0 0 0,-1 0 0,1 0 0,0-1 0,0 1 0,0 0 0,0 0 0,-1 0 0,1 0 0,0 0 0,0 0 0,0 0 0,0 0 0,-1 0 0,1-1 0,0 1 0,0 0 0,0 0 0,-1 0 0,1 0 0,0 0 0,0 0 0,0 0 0,-1 0 0,1 0 0,0 0 0,0 1 0,0-1 0,-1 0 0,1 0 0,0 0 0,0 0 0,0 0 0,-1 0 0,1 0 0,0 0 0,0 1 0,0-1 0,0 0 0,0 0 0,-1 0 0,1 0 0,0 0 0,0 1 0,0-1 0,0 0 0,0 0 0,0 0 0,0 1 0,0-1 0,0 0 0,-1 0 0,1 1 0,-12-19 0,11 17 0,-3-4 0,-1 1 0,1-1 0,-1 1 0,0 0 0,0 1 0,0-1 0,-1 1 0,1 0 0,-1 0 0,0 0 0,0 1 0,0 0 0,0 0 0,0 1 0,-10-2 0,-12 0 0,0 1 0,-35 2 0,32 0 0,-98 0 0,-150 20 0,-172 49 0,-802 232 0,1116-257 0,27-8 0,-144 29 0,241-62-55,0-1 1,0 0-1,0-1 0,0 0 1,0-1-1,0-1 0,0 0 0,0 0 1,0-2-1,1 1 0,-1-2 1,1 0-1,-16-6 0,7 0-431,0 1 0,-1 0 0,-25-5-1,46 14 359,1 0 0,0 0 0,-1 0 0,1 0 0,-1 0 0,1 0 0,0 0 0,-1 0 0,1 0 1,0 0-1,-1-1 0,1 1 0,0 0 0,-1 0 0,1 0 0,0-1 0,-1 1 0,1 0 0,0 0 0,0-1 0,-1 1 0,1 0 0,0-1 0,0 1 0,0 0 0,-1-1 0,1 1 0,0 0 0,0-1 0,0 1 0,0 0 0,0-1 0,0 1 0,0 0 0,0-1 0,0 1 0,0-1 0,0 1 0,0 0 0,0-1 0,0 1 0,0 0 0,0-1 0,0 1 0,0 0 0,0-1 0,0 1 0,1 0 0,-1-1 0,0 1 0,1-1 0,15-15-4680,21-7-2209,9-9-2558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1:15.1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0 4162,'0'0'10786,"0"22"-6034,4 110 924,-1-60-3952,-12 139 0,-11-39 22,2 194 0,17-344-1649,3 40 148,-1-58-238,-1-1 0,1 1 0,0-1 1,0 0-1,0 1 0,1-1 1,-1 0-1,1 0 0,-1 0 1,1 0-1,0 0 0,0 0 0,0-1 1,5 5-1,-7-6-29,1-1 0,0 1 1,0-1-1,-1 1 0,1-1 0,0 0 0,0 1 1,-1-1-1,1 0 0,0 1 0,0-1 0,0 0 1,0 0-1,-1 0 0,1 0 0,0 1 1,0-1-1,0-1 0,0 1 0,0 0 0,0 0 1,-1 0-1,1 0 0,0-1 0,0 1 0,0 0 1,0-1-1,-1 1 0,1 0 0,0-1 0,-1 1 1,1-1-1,0 0 0,-1 1 0,1-1 0,0 1 1,-1-1-1,1 0 0,-1 1 0,1-1 1,-1 0-1,1 0 0,-1 0 0,0 1 0,1-1 1,-1 0-1,0 0 0,0-1 0,13-41-2274,-12 39 1570,-1 1-1,1 0 1,-1-1 0,0 1 0,0 0 0,0-1 0,-1 1 0,1 0-1,-1-1 1,-1-4 0,-15-11-7179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1:15.9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266 203 4786,'0'0'12633,"-17"-3"-11027,3-1-1221,8 2-213,-1 0 0,0 0 0,0 1 0,0 0 0,0 0 0,0 1 0,0 0 0,0 0-1,0 0 1,0 1 0,1 0 0,-1 0 0,0 1 0,-9 3 0,1 1 272,-45 20 1040,56-24-1364,0 0-1,1 0 0,-1 1 0,0-1 0,1 1 0,-1 0 1,1 0-1,0 0 0,0 1 0,0-1 0,-3 5 1,6-7-112,-1 1 0,0-1 0,1 1 0,0-1 0,-1 1 0,1-1 0,0 1 0,0-1 0,0 1 0,0 0 0,0-1 0,0 1 0,0-1 0,1 1 0,-1-1 0,0 1 0,1-1 0,-1 1 0,1-1 0,0 1 0,0-1 0,-1 0 0,1 1 0,0-1 0,0 0 0,0 0 0,0 1 0,0-1 0,1 0 0,-1 0 0,0 0 0,0 0 0,1-1 0,-1 1 0,1 0 0,-1 0 0,0-1 0,1 1 1,1 0-2,10 4-16,0-1 0,0 0 0,21 4 0,-23-6 21,24 5-44,0 0-189,44 15 0,-71-20 157,-1 1 0,1 0 0,-1 0 0,0 1 0,0 0 0,0 0-1,0 0 1,-1 1 0,0 0 0,0 1 0,9 10 0,-13-14 57,-1-1 1,1 2-1,-1-1 1,1 0-1,-1 0 1,0 0-1,0 1 1,0-1-1,0 0 1,-1 1 0,1-1-1,-1 1 1,1-1-1,-1 1 1,0-1-1,0 1 1,0-1-1,0 1 1,0-1-1,-1 1 1,1-1 0,-2 5-1,0-4 10,0 0 0,0 0 0,0 0 1,0 0-1,-1-1 0,1 1 0,-1 0 0,0-1 0,1 0 0,-1 0 0,0 0 1,0 0-1,-7 3 0,-4 0 38,0 0 1,-1 0 0,1-1-1,-1-1 1,1-1 0,-25 2-1,29-4 5,3 1-2,0-1 1,0 0-1,0 0 0,0-1 1,-12-3-1,17 4-37,0-1-1,1 0 1,-1 1-1,1-1 1,-1 0-1,0 0 1,1 0-1,0-1 1,-1 1-1,1 0 1,0 0 0,-1-1-1,1 1 1,0-1-1,0 1 1,0-1-1,0 1 1,1-1-1,-1 0 1,0 1-1,1-1 1,-1 0-1,1 0 1,-1 0-1,1 1 1,0-4-1,-1-3 13,1 0 0,0 0-1,0 0 1,1 0-1,0 0 1,1 0-1,0 0 1,0 0-1,0 0 1,1 1 0,1-1-1,-1 1 1,1 0-1,0 0 1,10-12-1,5-4 96,1 2-1,1 1 1,26-21-1,-19 18 84,12-10 138,-16 16-40,37-40-1,-55 52-231,-2-1 1,1 0 0,0 0 0,-1 0-1,0 0 1,-1-1 0,1 0 0,-1 1-1,-1-1 1,1 0 0,-1-1 0,2-9-1,-4 16-40,0-1 0,0 0-1,0 0 1,0 0 0,0 1-1,0-1 1,0 0-1,-1 0 1,1 1 0,-1-1-1,1 0 1,-1 1-1,0-1 1,0 0 0,1 1-1,-1-1 1,0 1 0,0-1-1,-1 1 1,1 0-1,0-1 1,0 1 0,-1 0-1,1 0 1,0 0 0,-1 0-1,0 0 1,1 0-1,-1 0 1,1 1 0,-1-1-1,0 0 1,1 1 0,-3-1-1,-7-1 26,0 0-1,0 1 0,0 0 1,-16 1-1,17 0-22,-3 0-5,-78 5 253,84-4-256,-1 1 0,1-1 0,0 2 0,0-1 0,0 1 0,1 0 0,-1 0 0,0 1 0,1-1 0,-8 8 0,13-10-42,-1 0-1,1 0 0,0 0 0,-1 0 0,1 1 0,0-1 0,0 0 0,0 1 0,0-1 0,0 1 0,0-1 0,0 1 0,0 0 1,1-1-1,-2 4 0,2-4-19,0 0-1,1 0 1,-1 0 0,0 0 0,0 0-1,0 0 1,1 0 0,-1-1 0,0 1 0,1 0-1,-1 0 1,1 0 0,-1-1 0,1 1-1,-1 0 1,1 0 0,-1-1 0,1 1 0,0-1-1,-1 1 1,1 0 0,1 0 0,3 1-259,0 1 1,0-1-1,0 0 1,0 0-1,0-1 1,0 0-1,1 0 1,8 1 0,105 1-8712,-51-3 574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1:16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117 0 2689,'0'0'17491,"-8"19"-15031,-26 62 1093,-37 134 1,69-203-3553,1-1 0,0 0 0,2 21 0,-1-7-3561,3-24 2573,-1 0-1,0-1 1,0 1 0,0-1 0,1 0 0,-1 1 0,0-1 0,1 0 0,-1 0-1,0-1 1,1 1 0,-1 0 0,3-2 0,15-7-7014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1:16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118 23 11397,'0'0'15221,"-13"17"-13482,1-3-1406,1-2-87,0 1-1,1 0 0,0 0 0,1 1 0,1 0 0,0 1 1,1 0-1,-7 18 0,13-26-207,0 0-1,0 1 1,0-1 0,1 0-1,0 0 1,1 12 0,-1-17-40,0-1 0,1 1 1,-1 0-1,1 0 0,-1-1 0,1 1 0,-1 0 1,1-1-1,0 1 0,0-1 0,0 1 0,0-1 0,0 1 1,0-1-1,0 0 0,1 0 0,-1 1 0,0-1 1,1 0-1,-1 0 0,1 0 0,-1-1 0,1 1 1,0 0-1,-1 0 0,1-1 0,0 1 0,-1-1 1,1 1-1,2-1 0,12 1-69,-1-1 0,1-1 0,-1 0 0,1-1 0,-1-1 0,0-1 0,0 0 0,0 0 0,-1-2 0,1 0 0,-1 0 1,15-11-1,-21 13 51,0-1 1,0 0 0,-1 0 0,0-1 0,0 0 0,0-1 0,-1 1 0,0-1 0,0 0 0,-1-1 0,1 1 0,-2-1 0,1 0 0,-1-1-1,0 1 1,-1-1 0,0 1 0,-1-1 0,1 0 0,-2 0 0,2-16 0,-3 22 39,0 1 1,-1-1-1,1 0 1,-1 1-1,0-1 1,0 0-1,0 1 1,0-1-1,0 1 0,0 0 1,-1-1-1,1 1 1,-1 0-1,0 0 1,0 0-1,1 0 1,-1 0-1,0 0 0,-1 0 1,1 1-1,0-1 1,0 1-1,-1 0 1,1-1-1,-1 1 1,1 0-1,-1 0 0,0 1 1,1-1-1,-6 0 1,-9-2 148,-1 0 1,0 2-1,-28 0 0,33 1-93,4 0-97,1 0 71,1 0 0,-1 0 1,0 1-1,1 0 0,-11 3 1,16-3-110,-1-1 1,1 1-1,0 1 1,0-1-1,0 0 1,0 0-1,0 1 1,0-1 0,0 1-1,1 0 1,-1-1-1,0 1 1,1 0-1,-1 0 1,1 0-1,0 0 1,0 0-1,0 0 1,0 1-1,0-1 1,-1 4-1,-5 16-2939,1-2-2442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1:32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96 154 2049,'0'0'4151,"8"-20"-3204,24-60 128,-11 39 760,-1 29 5367,-41 27-5826,9-7-1212,0 1 0,1 1 0,0 0 1,1 1-1,0 0 0,1 1 0,0-1 0,1 2 0,-13 25 0,21-37-167,-1 0 1,1 0-1,0 0 0,0 0 1,0 0-1,0 0 0,0 0 1,0 0-1,1-1 0,-1 1 1,0 0-1,0 0 0,1 0 1,-1 0-1,0 0 0,1 0 1,-1-1-1,1 1 0,-1 0 1,1 0-1,0-1 0,-1 1 1,1 0-1,0-1 0,-1 1 1,1 0-1,0-1 0,0 1 1,-1-1-1,1 0 0,0 1 1,0-1-1,0 1 0,0-1 1,0 0-1,0 0 0,0 0 1,0 0-1,-1 1 0,1-1 1,0 0-1,0 0 0,0-1 1,1 1-1,57 0-187,-42-1 150,20 0-8,-23 0-31,1 0 0,-1 1 0,1 1 0,-1 0 0,23 6 0,-36-7 71,1 1 0,-1 0 0,0-1 1,0 1-1,1 0 0,-1 0 0,0 0 1,0 0-1,0 0 0,0 0 1,0 1-1,0-1 0,0 0 0,-1 0 1,1 1-1,0-1 0,-1 0 0,1 1 1,-1-1-1,1 1 0,-1-1 1,0 1-1,0-1 0,1 0 0,-1 1 1,0-1-1,0 1 0,-1-1 0,1 1 1,0-1-1,0 1 0,-1-1 1,1 1-1,-1-1 0,1 0 0,-2 3 1,0 1 29,0 1 0,0-1 0,-1 0 1,1 1-1,-1-1 0,0-1 1,-1 1-1,-3 4 0,-20 16 574,-1-2 0,-31 21 0,57-43-667,0 0 0,0 0 0,0-1 0,0 1 0,0-1 0,0 1 0,0-1 0,0 0 1,0 0-1,0 0 0,0 0 0,0 0 0,0 0 0,0 0 0,0-1 0,0 1 0,0-1 1,0 1-1,0-1 0,0 0 0,0 0 0,-3-2 0,-42-30-5009,34 22 2861,-14-9-2484,0 0-369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1:33.1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79 6707,'0'0'12598,"129"-33"-12278,-95 30-304,6-1-16,14-1-832,1-2-1169,5 3-1905,1-7-1601,-6-1-1520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1:33.5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367 16 3650,'0'0'11845,"0"-1"-11672,1 0-1,-1 1 1,0-1-1,1 1 0,-1-1 1,0 0-1,0 1 1,0-1-1,1 0 1,-1 1-1,0-1 1,0 0-1,0 0 1,0 1-1,0-1 1,0 0-1,0 1 1,0-1-1,-1-1 1,-4 4 9,0 1 1,0 0 0,0 0 0,0 1-1,1-1 1,-1 1 0,1 0 0,-6 7 0,7-9-86,-155 167 781,139-146-799,1 1 1,1 1-1,2 1 1,0 1-1,-18 47 1,29-64-133,1 0-1,0 0 0,1 1 1,0-1-1,0 1 1,1-1-1,1 1 0,-1 0 1,2-1-1,0 1 1,2 13-1,-1-22 18,-1 0 0,1 0-1,0 0 1,-1 0 0,1-1 0,0 1-1,0-1 1,0 1 0,0-1 0,0 0 0,1 0-1,-1 1 1,0-2 0,0 1 0,1 0-1,-1 0 1,1-1 0,-1 1 0,1-1-1,-1 0 1,0 0 0,1 0 0,-1 0-1,5-1 1,3 1 10,-1-1 0,1 0 0,0 0 0,0-1 0,9-4 0,-15 4 20,0 0 0,0 0-1,-1-1 1,1 0 0,-1 0 0,1 0-1,-1 0 1,0-1 0,0 1 0,0-1-1,3-4 1,-6 7 16,1 0 1,0-1-1,0 1 0,0 0 0,-1 0 1,1 0-1,-1 0 0,1-1 0,-1 1 1,1 0-1,-1-1 0,0 1 0,0 0 1,1 0-1,-1-1 0,0 1 0,0-1 1,0 1-1,-1 0 0,1-1 0,0 1 1,0 0-1,-1 0 0,1-1 1,-1 1-1,1 0 0,-1 0 0,1-1 1,-1 1-1,0 0 0,0 0 0,1 0 1,-1 0-1,0 0 0,0 0 0,0 0 1,0 0-1,0 1 0,-1-1 0,1 0 1,0 1-1,0-1 0,-2 0 0,-11-3 113,-1 0 0,0 2 0,1-1 0,-1 2 0,0 0 0,0 1 0,-20 2 0,-5-1 689,40-1-806,-1 0 0,1 0 0,0 0 0,0 0-1,0 0 1,-1-1 0,1 1 0,0 0 0,0 0 0,-1 0 0,1 0 0,0 0 0,0 0-1,-1 0 1,1 0 0,0 0 0,0 0 0,-1 1 0,1-1 0,0 0 0,0 0 0,-1 0 0,1 0-1,0 0 1,0 0 0,0 0 0,-1 1 0,1-1 0,0 0 0,0 0 0,0 0 0,-1 0-1,1 1 1,0-1 0,0 0 0,0 0 0,0 1 0,0-1 0,0 0 0,-1 0 0,1 0 0,0 1-1,0-1 1,0 0 0,0 0 0,0 1 0,0-1 0,0 0 0,0 0 0,0 1 0,0-1-1,0 0 1,0 0 0,0 1 0,0-1 0,1 0 0,-1 0 0,0 1 0,0-1 0,0 0 0,0 0-1,0 0 1,1 1 0,13 10-1215,4-6-1777,-5-3-2902,-5-2-4402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0 309 14417,'8507'-309'0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2721,'0'0'0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0 4514,'0'0'6232,"-12"7"-5728,-34 20 134,42-24-465,1 0 1,-1 0-1,0 0 0,1 0 0,0 1 0,0-1 0,0 1 1,0 0-1,1 0 0,-1 0 0,1 0 0,0 0 1,0 1-1,-2 8 0,-3 5 444,3-10-408,1 1 0,-1 0 0,1-1 0,1 2 0,-2 9 0,4-18-199,-1 0-1,1 1 1,0-1-1,0 1 1,0-1-1,0 1 1,0-1-1,0 0 1,1 1-1,-1-1 1,0 1-1,1-1 1,-1 0-1,1 1 1,-1-1-1,1 0 1,0 1-1,0-1 1,-1 0 0,1 0-1,0 0 1,0 0-1,0 0 1,0 0-1,0 0 1,1 0-1,-1 0 1,0 0-1,0-1 1,0 1-1,1-1 1,-1 1-1,0 0 1,1-1-1,-1 0 1,1 1-1,-1-1 1,0 0-1,1 0 1,-1 0-1,3 0 1,8 1 37,0 0-1,1-1 1,-1-1-1,23-3 1,-30 2-40,-1 1 0,1-1 0,-1 0 0,0 0 0,1 0 0,-1-1 1,0 1-1,0-1 0,0 0 0,-1 0 0,1-1 0,-1 1 0,0-1 1,0 0-1,4-5 0,-1 0 65,-1 0 0,0 0 0,-1 0 1,0 0-1,-1-1 0,1 0 0,-2 1 1,1-1-1,-2 0 0,1-1 0,-1 1 1,-1 0-1,0-17 0,-4 26 74,1 0 1,-1 1-1,1-1 1,-1 1-1,0-1 1,1 1-1,-1 0 1,0 0-1,1 1 1,-8 1-1,9-1-129,-1 1-1,1 0 0,0-1 1,0 1-1,0 0 0,0 1 1,0-1-1,0 0 0,0 0 1,-2 6-1,4-8-86,-1 1 0,1-1 0,-1 1-1,1-1 1,-1 1 0,1-1 0,0 1 0,-1-1 0,1 1 0,0 0-1,0-1 1,-1 1 0,1-1 0,0 1 0,0 0 0,0-1 0,0 1 0,0 0-1,0-1 1,0 1 0,0 0 0,0-1 0,0 1 0,0 0 0,0-1-1,0 1 1,0-1 0,1 1 0,-1 0 0,0-1 0,1 1 0,-1-1-1,0 1 1,1-1 0,-1 1 0,1 0 0,-1-1 0,0 0 0,1 1 0,-1-1-1,1 1 1,0-1 0,-1 0 0,1 1 0,-1-1 0,1 0 0,-1 1-1,1-1 1,0 0 0,-1 0 0,1 0 0,0 0 0,31 1-4228,13-1-2215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 2385,'0'0'9733,"0"102"-6215,-1-47-2297,-16 103 0,12-72-2286,6-77-719,-1-11-437,1-46-3202,2 17 1920,8-3-579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62 1409,'0'0'5520,"18"-1"-1984,74 0-2230,156-16-418,-60 2-602,-72 15-184,-72 1 139,-1-1 0,1-2 0,75-15 1,-99 10 1100,-7 5 1957,-18 24-2351,-10 24-621,1 0 0,3 1 1,-11 94-1,11 148 15,11-167 363,0-122-140,-5 0-556,0-1 0,-1 0 0,1 0 0,0-1 0,0 1-1,0-1 1,0 0 0,1 0 0,-1-1 0,1 0 0,-1 0 0,-4-4 0,-38-19-93,24 21 58,-1 0-1,0 1 1,1 2-1,-1 0 0,-46 4 1,19-2 12,-51 5 1,-140 24 1,140-14 195,-148 4 0,239-19-29,6 0 97,7 0 42,60 0 429,-54-2-758,1 0 1,-1 0-1,1-1 1,-1 0 0,0 0-1,15-9 1,-22 10 27,-1 0 1,1 1 0,-1-1 0,0 0 0,1 0 0,-1 0-1,0 0 1,0 0 0,0 0 0,-1 0 0,1 0-1,-1-2 1,1 4-3,0-7-24,-1 0 1,0 1 0,-1-1 0,1 0 0,-1 1 0,-1 0-1,1-1 1,-6-9 0,5 10-321,0 0 1,0 0-1,0 0 0,1-1 1,0 1-1,1-1 0,0 0 1,-2-11-1,3 4-320,0 8-299,-1 1-1,1-1 1,0 1-1,1-1 1,-1 1 0,1-1-1,0 1 1,1 0-1,-1-1 1,1 1-1,0 0 1,3-5-1,9-9-5061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231 39 4482,'0'0'11211,"-3"-6"-10360,2 4-803,0 0 0,0 0 0,0 0 0,0 0 0,-1 0 0,1 0 1,0 1-1,-1-1 0,1 0 0,-1 1 0,0 0 0,0-1 1,1 1-1,-1 0 0,0 0 0,0 0 0,0 0 0,0 0 0,0 0 1,0 1-1,-1-1 0,1 1 0,0-1 0,0 1 0,0 0 1,-1 0-1,1 0 0,0 0 0,0 0 0,0 0 0,-1 1 0,1-1 1,0 1-1,0-1 0,0 1 0,0 0 0,0 0 0,0 0 1,0 0-1,-3 3 0,-5 1-17,0 1 1,0-1 0,1 2-1,0 0 1,0 0-1,1 0 1,0 1-1,0 0 1,0 1 0,1 0-1,1 0 1,0 0-1,0 1 1,0 0-1,1 0 1,1 0-1,0 1 1,0 0 0,1 0-1,1 0 1,0 0-1,0 0 1,0 21-1,2-31-41,0 0-1,-1 0 1,1 1-1,0-1 0,1 0 1,-1 1-1,0-1 1,0 0-1,0 0 0,1 1 1,-1-1-1,1 0 0,-1 0 1,1 1-1,-1-1 1,1 0-1,0 0 0,0 0 1,-1 0-1,1 0 0,2 1 1,-2-1-5,0-1 0,0 0 0,0 1 0,0-1 0,0 0 0,0 0 0,1 0 1,-1 0-1,0 0 0,0 0 0,0 0 0,0 0 0,0-1 0,0 1 0,0 0 0,0-1 0,0 1 0,0-1 0,2 0 1,4-3-25,0-1 0,0 0 0,-1 0 0,1 0 0,7-10 0,4-3-37,-1-2 0,-1 0 0,-1 0 0,-1-2 0,0 0 0,-2 0 0,11-28 0,-11 25 238,-11 24 1164,-1 28-501,0-4-469,-1-17-276,1 1-1,0 0 1,0-1-1,1 1 0,0 0 1,3 10-1,-3-14-144,0-1 0,1 1-1,-1 0 1,1-1 0,0 0-1,0 1 1,0-1 0,0 0-1,0 0 1,0 0 0,0 0 0,1 0-1,-1-1 1,1 1 0,-1-1-1,1 0 1,0 1 0,5 0-1,54 17-3231,4-6-4205,-13-6 80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0 108 384,'0'0'4858,"54"-4"-677,585-22-3066,600-26 872,-608 37-516,-610 15-1310,-11 0 138,-1 0-1,0-1 1,0 0-1,16-4 1,-22 1 2961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3602,'0'0'6600,"3"9"-5882,-1-3-536,0-1 0,0 0 0,1 0 0,0 0 0,0 0 0,0-1 0,0 1 0,1-1 0,0 0 0,0 0 1,0 0-1,0 0 0,0-1 0,1 1 0,9 4 0,13 6 300,-10-6-216,-1 0 0,0 2-1,0 0 1,-1 1 0,0 0 0,19 20-1,-33-30-225,0 0 0,0 0 0,0 1 0,0-1 0,0 0 0,-1 0 0,1 1 0,0-1 0,-1 1 0,1-1 0,-1 1 0,0-1 0,1 0 0,-1 1 1,0-1-1,0 1 0,0-1 0,0 1 0,0 0 0,0-1 0,0 1 0,-1-1 0,1 0 0,0 1 0,-1-1 0,1 1 0,-1-1 0,0 0 0,1 1 0,-1-1 0,0 0 0,0 1 0,0-1 0,0 0 0,0 0 0,0 0 0,0 0 0,0 0 0,-1 0 0,-1 1 0,-7 5 261,1-1 1,-1-1-1,-1 0 1,-13 6 0,15-7-185,-20 7-132,19-7 222,-1 0 0,1 0-1,0 1 1,-18 13 0,6 9-2185,20-23 1330,1 0 1,-1-1-1,1 1 0,0 0 1,0 0-1,1 0 1,-1 0-1,1 6 1,0 5-5492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0 3265,'0'0'7060,"0"26"-4446,1 8-1893,0 1 92,-2 0-1,-6 42 1,-88 520 4651,82-533-5436,3 1 1,-1 73-1,11-136-596,3-10-1865,35-68-4322,-18 15 114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5 237 592,'0'0'4858,"-4"-15"2092,693-11-4415,806-72-753,25 50 102,-969 26-1574,312-3 914,-356 22-1166,610 8 310,-259 53-189,-609-24 1239,-105-12 233,205 4 0,-101-26 942,-246 0-2305,-2 0-425,-1 1-1,1-1 1,-1 1-1,1-1 1,-1 1-1,1-1 1,-1 1 0,1-1-1,-1 0 1,0 1-1,1-1 1,-1 0-1,0 1 1,1-1 0,-1 0-1,0 0 1,1 0-1,-1 0 1,0 0 0,1 0-1,-1 0 1,0 0-1,0 0 1,1 0-1,-1 0 1,0 0 0,1 0-1,-1 0 1,0-1-1,1 1 1,-1 0-1,0-1 1,1 1 0,-1 0-1,1-1 1,-2 0-1,-30-14-6116,0-6-1592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319 0 768,'0'0'6964,"13"5"562,-15 11-6870,0 0 0,-1-1 1,-1 0-1,-8 24 0,-4 16 996,5 8-305,-4 76 1,0 3-527,-78 267 588,16-87-681,75-314-697,-2 13 244,0-1 0,0 36 0,-11-58-5757,-6-11-1228,-11-10-5237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3314,'0'0'9092,"0"29"-5749,-1-13-2741,-1 1 1,0-1 0,-2 0 0,0 0 0,-10 29 0,-6 20 558,-62 360 1744,75-368-2793,1-15 76,-1 50 0,-3-48 306,3-30-1135,4-32-3483,3 10 3059,1 0 0,0 0 1,1 0-1,0 0 0,0 0 0,1 1 0,6-15 0,11-25-5839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1 1873,'0'0'6288,"-1"0"-5914,-1-1-1,0 1 1,1 0 0,-1 0-1,1 0 1,-1 0 0,1 0-1,-1 1 1,1-1 0,-1 0-1,1 1 1,-1-1 0,1 1-1,-1 0 1,1-1 0,0 1-1,-3 2 1,-7 11 250,2 0 0,0 1 0,0 0 0,2 0 0,0 1 0,0 0 1,-7 33-1,-18 124 1639,20-37-877,7 203-1,7-184-1530,-3-155-415,1 0 464,0 0 0,0 0 0,-1 0 0,1 0 0,0 0 0,0 0 0,-1 0 0,1 0 0,0 0 0,0 0 0,-1 0 0,1 0 0,0-1 0,0 1 0,-1 0 0,1 0 0,0 0 0,0 0 0,0 0 0,-1 0 0,1-1 0,0 1 0,0 0 0,0 0 0,0 0 0,0 0 0,-1-1 0,1 1 0,0 0 0,0 0 0,0-1 0,0 1 0,0 0 0,0 0 0,0 0 0,0-1 0,0 1 0,0 0 0,0 0 0,0-1 0,0 1 0,0 0 0,0 0 0,0-1 0,0 1 0,0 0 0,0 0 0,0-1 0,0 1 0,0 0 0,4-71-9869,13 17 2122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 0 1072,'0'0'12118,"-1"12"-11515,-52 135 4247,39-91-3999,2 1 0,3 0 0,2 0 0,1 65 0,7-67-782,0-13-4,-1-1 0,-2 1-1,-2-1 1,-11 51 0,12-84-783,3-12-1173,2-24-3848,-1 13 2017,5-40-4938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 0 3025,'0'0'11005,"0"6"-9551,-3 27 170,-1-1 0,-1 0 0,-18 56 0,-9 55 308,14 57-1091,8 231 0,10-383-874,0-47-413,14-5-2926,-7-3 2241,0 1-1,-1-1 1,-1 0 0,9-13-1,-5 8-585,24-36-5497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51 384,'0'0'3012,"-5"-6"-2980,1 2 75,2 2-47,1 1 0,-1-1 0,1 1 0,-1-1 0,1 0 0,0 1 0,0-1 0,0 0-1,0 0 1,0 0 0,0 0 0,0 0 0,1 0 0,-1 0 0,1 0 0,-1 0 0,1 0 0,0-3 0,0 5 32,-1 0-1,1 0 1,0-1 0,0 1-1,0 0 1,0 0-1,0 0 1,0 0 0,-1-1-1,1 1 1,0 0 0,0 0-1,0 0 1,-1 0-1,1 0 1,0 0 0,0 0-1,0 0 1,-1 0-1,1 0 1,0 0 0,0-1-1,0 1 1,-1 0-1,1 0 1,0 0 0,0 0-1,0 1 1,-1-1 0,1 0-1,0 0 1,0 0-1,0 0 1,-1 0 0,1 0-1,0 0 1,0 0-1,0 0 1,-1 0 0,1 1-1,0-1 1,0 0 0,0 0-1,0 0 1,0 0-1,-1 0 1,1 1 0,0-1-1,0 0 1,0 0-1,0 0 1,0 1 0,0-1-1,0 0 1,0 0 0,0 0-1,0 1 1,-12 11 1661,0 12-561,0 0-1,2 0 1,1 1-1,0 0 0,2 0 1,-7 49-1,-4 164 2363,16-179-2925,2 123 270,2-104-581,-11 107-1,1-120-346,8-64-339,1-13-6243,6-16 1526,5-11-2729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41 480,'0'0'6454,"1"-7"-5059,4-20-122,-4 20 5052,-1 18-5039,-20 302 3645,0-56-3307,18-176-1253,-23 388 840,17-432-1063,6-25 196,5-22 637,4 0-1614,-2 2-1953,-4 1-3266,-1 2-1047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8 2865,'2'-3'12562,"-5"2"-12971,-7-1 402,0 1 0,1 1 1,-1 0-1,0 0 0,-15 3 1,24-2-29,0 1 1,0-1 0,1 0 0,-1 1 0,0-1 0,0 1 0,1-1 0,-1 1 0,1-1 0,-1 1-1,1-1 1,0 1 0,0 0 0,0-1 0,0 1 0,0 0 0,0-1 0,0 3 0,4 32-202,42 64-41,-28-56 146,-14-35 99,1-1 0,-2 1 0,1 0 0,-1 0 0,0 0 0,-1 1 0,0-1 0,-1 1 0,0-1 0,-1 1 0,1 0 0,-3 12 0,1-19 47,0-1-1,0 1 0,-1-1 1,0 1-1,1-1 1,-1 0-1,0 0 1,0 0-1,0 0 1,0 0-1,0 0 1,-1 0-1,1-1 0,0 1 1,-1-1-1,1 0 1,-1 1-1,0-1 1,1 0-1,-6 0 1,3 1-3,0-1 1,0 1-1,0-2 0,-1 1 1,1 0-1,0-1 1,0 0-1,-1 0 0,1-1 1,-9-1-1,13-1-7,-1 0 0,1 1 0,0-1 0,0 0 0,0 0 0,1 0 0,-1 0 0,1 0 0,-1 0-1,1 0 1,0 0 0,0 0 0,0 0 0,0 0 0,2-5 0,-1-3 39,-2 4-32,2 0-1,-1 0 1,1 0 0,0 0 0,1 1-1,0-1 1,0 0 0,0 1-1,1-1 1,0 1 0,0 0 0,5-8-1,-1 5 4,1 0-1,0 1 1,0 0-1,0 0 1,1 1-1,17-11 0,-19 14 121,-1-1 0,1 1 0,-1-1 0,0 0 0,0-1 0,9-11 0,-13 13 88,1-1 0,-1 1 0,-1-1 1,1 0-1,-1 1 0,1-1 0,-1 0 0,-1 0 1,1 0-1,-1 0 0,0-9 0,0 12-180,-1 0-1,1 1 0,0-1 1,-1 0-1,1 0 1,-1 1-1,0-1 0,1 1 1,-1-1-1,0 1 0,0-1 1,0 1-1,0-1 0,0 1 1,-1 0-1,1-1 0,0 1 1,-1 0-1,1 0 0,0 0 1,-1 0-1,0 0 0,1 0 1,-1 1-1,1-1 1,-1 0-1,-2 0 0,-3-1 7,-1 0 1,1 1-1,0 0 0,-1 0 0,-10 0 0,18 1-280,0 1 0,-1-1 0,1 0 0,0 1 0,0-1 0,0 1 0,0-1 0,0 0 0,0 1 0,0-1 0,0 0 0,0 1 0,0-1 0,0 1 0,0-1 0,0 0 0,0 1 0,0-1 0,0 1 0,0-1 0,1 0 0,-1 1 0,0-1 0,0 0 0,0 1 0,1-1 1,-1 0-1,0 0 0,0 1 0,1-1 0,-1 0 0,0 0 0,1 1 0,-1-1 0,0 0 0,1 0 0,-1 0 0,0 1 0,1-1 0,-1 0 0,0 0 0,1 0 0,-1 0 0,1 0 0,-1 0 0,0 0 0,1 0 0,-1 0 0,1 0 0,23 1-5057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66 2145,'0'0'11317,"29"-20"-9577,-14 13-1585,0 1 0,0 0 0,0 1 0,1 1 0,0 0 0,19-1 0,8 0-85,48 2-1,-91 29 99,-2-20-103,0-1 1,0 1-1,0 0 0,-1 0 0,0-1 1,-1 0-1,1 1 0,-1-1 0,0-1 0,0 1 1,0 0-1,-1-1 0,1 0 0,-11 6 1,-12 9 109,-46 24 1,39-25-158,28-14 59,-3 2-1270,15-4-334,10 1 1710,-8 0-233,0 0 1,1 0 0,-1 0-1,0 1 1,-1 0 0,1 1-1,-1 0 1,8 6 0,-11-8 36,-1 0 0,0 0 0,0 0 0,0 0 0,-1 1 1,1-1-1,-1 1 0,0 0 0,0 0 0,0 0 0,-1 0 0,1 0 1,-1 0-1,0 0 0,0 0 0,0 1 0,-1-1 0,1 5 0,-2-6 133,1-1-1,0 1 0,-1 0 0,0-1 0,0 1 0,0 0 0,0-1 0,0 1 1,0-1-1,-1 0 0,1 1 0,-1-1 0,0 0 0,0 0 0,0 0 0,0 0 1,0 0-1,0 0 0,0-1 0,0 1 0,-1-1 0,1 1 0,-1-1 0,1 0 1,-1 0-1,1 0 0,-1 0 0,0-1 0,1 1 0,-1-1 0,-4 1 0,-14 2 444,1-1-1,-1-1 0,-25-1 0,25 0-206,11-1 1609,4-1-6927,25 0-5578,13 2 5876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3 2913,'0'0'10707,"1"-1"-10562,-1 1 0,0 0 1,0 0-1,1 0 0,-1-1 1,0 1-1,1 0 1,-1 0-1,0 0 0,1 0 1,-1 0-1,0-1 0,1 1 1,-1 0-1,0 0 0,1 0 1,-1 0-1,1 0 1,-1 0-1,0 0 0,1 0 1,-1 1-1,0-1 0,1 0 1,-1 0-1,0 0 1,1 0-1,-1 0 0,0 0 1,1 1-1,-1-1 0,0 0 1,1 0-1,-1 1 0,0-1 1,0 0-1,1 0 1,-1 1-1,0-1 0,0 0 1,0 1-1,1-1 0,-1 26 735,-1 0 0,-2 0 0,-7 36-1,1-7-527,2-6-1362,-3-18-4350,9-20-3802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23 112,'0'0'6110,"4"-3"-4830,-2 1-688,1 0 0,0 0 0,0 0 0,0 1 0,1-1 0,-1 1 0,0 0 0,0 0-1,1 0 1,-1 0 0,1 1 0,-1-1 0,6 1 0,21-1-139,299-1 1132,-337 41-1497,-36 42 702,34-67-595,2 1 0,-1 0 0,2 0 0,0 1 0,0 0 0,-7 32 1,8-18 89,-2 22-1269,7-51 717,1 0 1,0 0 0,-1 0-1,1 1 1,-1-1 0,1 0-1,-1 0 1,1 0 0,-1 0-1,0 0 1,0 0 0,1 0-1,-1 0 1,0 0 0,0 0 0,0 0-1,0 0 1,0-1 0,0 1-1,-2 0 1,-15 5-9386,12-6 6998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2449,'0'0'11966,"9"0"-9579,353 5-842,-361-5-1774,-29 2-7335,9-2 2501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109 118 704,'0'0'7630,"6"-8"-6111,16-23 73,-16 23 1668,-28 10-626,14 0-2594,2 1 1,-1-1-1,0 2 0,0-1 1,1 1-1,0 0 1,0 0-1,0 1 1,0 0-1,1 0 1,0 0-1,0 1 0,0-1 1,1 1-1,-1 1 1,2-1-1,-1 0 1,1 1-1,0 0 1,0 0-1,0 0 0,1 0 1,0 0-1,-1 13 1,3-14-88,0 0 0,1 0 0,0 0 0,0 0 0,0 0 0,1 0 0,0 0 0,0-1 0,0 1 0,1-1 0,-1 1 0,1-1 0,1 0 0,-1 0 0,6 6 0,-6-8 25,0-1-1,0 1 0,0-1 1,1 1-1,-1-1 1,1 0-1,-1-1 1,1 1-1,-1 0 1,1-1-1,0 0 1,0 0-1,0 0 0,0 0 1,0-1-1,0 0 1,0 0-1,0 0 1,0 0-1,0 0 1,0-1-1,-1 1 1,1-1-1,7-3 0,0-2 31,0 0-1,-1-1 0,0-1 0,0 0 0,0 0 0,-1-1 1,-1 0-1,14-19 0,-1 5 1,-7 8 32,-2 0 1,0 0-1,13-22 1,-21 30 74,0-1 0,-1 0 0,0 0 1,0 0-1,-1 0 0,0 0 0,0-1 1,-1 1-1,0 0 0,-1-10 0,0 17-86,-1-1-1,1 0 0,-1 0 0,0 0 1,0 0-1,0 0 0,0 1 0,0-1 0,0 0 1,0 1-1,-1-1 0,1 1 0,0-1 0,-1 1 1,1 0-1,-1 0 0,0-1 0,1 1 0,-1 0 1,0 0-1,0 1 0,0-1 0,0 0 1,0 1-1,1-1 0,-1 1 0,0-1 0,0 1 1,-4 0-1,-62-5-3913,68 5 3837,6 9-12024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1008,'0'1'14671,"0"15"-13980,1 10 100,-2 0 1,-2-1-1,0 1 0,-12 45 1,15-70-1298,-10 16 1063,6-7-4146,19-6-11647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53 2145,'0'0'13652,"0"16"-12038,-13 76-174,13-81-1410,-1-8-69,1-1 0,0 1 0,0 0 0,0 0 0,0 0 1,1 0-1,-1-1 0,1 1 0,0 0 0,1 4 0,0-6 21,-1 1 0,0-1 1,1 0-1,0 0 0,-1-1 0,1 1 0,-1 0 0,1 0 1,0-1-1,-1 1 0,1-1 0,0 1 0,0-1 0,-1 0 0,1 0 1,0 0-1,0 0 0,0 0 0,2 0 0,6 0 15,-1-1 0,1 0 0,-1 0 0,0-1 0,0 0 0,0 0 0,0-1 0,0 0 0,0-1 0,-1 0 0,1-1 0,13-9 0,-17 10 60,0 0 1,0 0-1,-1-1 1,0 0-1,1 0 1,-2 0-1,1 0 0,-1-1 1,1 1-1,-2-1 1,1 0-1,0 0 1,-1 0-1,0 0 1,-1 0-1,0-1 1,0 1-1,0 0 1,0-12-1,-1 16-3,-1 0 0,0-1-1,1 1 1,-1 0 0,0-1-1,0 1 1,0 0 0,0 0-1,0 0 1,-1 0 0,1 0-1,-1 0 1,1 0 0,-1 1 0,0-1-1,0 0 1,1 1 0,-1-1-1,0 1 1,0 0 0,-1 0-1,1 0 1,0 0 0,0 0 0,0 0-1,-1 1 1,1-1 0,0 0-1,-1 1 1,-2 0 0,-11-3-157,0 1 0,0 0 1,-17 2-1,31 0-705,3 1 353,-1 0 1,1 0-1,-1 0 1,1 0-1,-1 0 1,1-1-1,0 1 1,-1 0-1,1 0 1,0 0-1,-1-1 1,1 1-1,0 0 1,0-1 0,0 1-1,0-1 1,0 1-1,0-1 1,1 1-1,23 6-5673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06.9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56 2369,'0'0'8030,"23"-8"-6648,73-26-34,-85 31-1085,1 0 0,0 0 1,0 1-1,0 1 0,0 0 0,0 0 1,0 1-1,13 2 0,14 0 302,-38-2-542,-1 0-1,1 0 1,0 0-1,0 1 1,-1-1 0,1 0-1,0 0 1,0 1-1,-1-1 1,1 0-1,0 1 1,-1-1-1,1 1 1,0-1-1,-1 1 1,1-1-1,-1 1 1,1-1-1,-1 1 1,1 0 0,-1-1-1,0 1 1,1 0-1,-1-1 1,0 1-1,1 0 1,-1 0-1,0-1 1,0 1-1,1 0 1,-1 0-1,0-1 1,0 1-1,0 0 1,0 0 0,0-1-1,0 1 1,-1 0-1,1 0 1,0-1-1,0 1 1,0 0-1,-1 0 1,1-1-1,0 1 1,-1 0-1,0 0 1,0 4 72,-1 0 0,0 0 0,0-1 0,-1 1 1,1-1-1,-7 8 0,-20 18 241,-1-1 0,-59 42 0,85-68-325,0 0-1,0 0 0,0 0 0,1 0 1,-1 1-1,1 0 0,0 0 1,0-1-1,0 2 0,0-1 0,1 0 1,-1 0-1,1 1 0,0 0 1,1-1-1,-1 1 0,1 0 1,0 0-1,0 0 0,0 7 0,3-11 35,1 1-1,-1-1 1,1 0-1,0 0 1,-1 0-1,1-1 1,0 1-1,0-1 1,0 1-1,-1-1 1,1 0-1,5 0 1,-6 0 6,165 3 2355,-166-3-1021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15.2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360 12 208,'0'0'8070,"0"-8"-5287,0 8-2668,0 0-1,0 0 1,0 0 0,0 0 0,0 0-1,0 0 1,-1 0 0,1 0-1,0 0 1,0 0 0,0 0 0,0 0-1,0 0 1,0 0 0,0 0 0,0 0-1,0 0 1,-1 0 0,1 0-1,0 0 1,0 0 0,0 0 0,0 0-1,0 0 1,0 0 0,0 0-1,0-1 1,0 1 0,0 0 0,0 0-1,-1 0 1,1 0 0,0 0 0,0 0-1,0 0 1,0 0 0,0 0-1,0-1 1,0 1 0,0 0 0,0 0-1,0 0 1,0 0 0,0 0-1,0 0 1,0 0 0,0 0 0,0 0-1,0-1 1,0 1 0,0 0-1,0 0 1,0 0 0,0 0 0,0 0-1,0 0 1,-9 11-72,-1-1-1,0 0 1,-1 0 0,0-1 0,-13 9-1,-27 23 158,28-19-89,2 2-1,1 0 1,0 2 0,2 0-1,1 1 1,1 0-1,1 2 1,2 0 0,1 0-1,-16 59 1,25-70-85,1-1-1,0 0 1,2 27 0,0-27-20,1-16-2,-1 0 1,1 0-1,-1 0 0,1 0 1,0 0-1,0 0 0,0 0 0,0 0 1,-1 0-1,1-1 0,0 1 1,0 0-1,0-1 0,1 1 0,-1-1 1,0 1-1,0-1 0,0 1 0,0-1 1,0 0-1,1 1 0,-1-1 1,0 0-1,0 0 0,0 0 0,1 0 1,-1 0-1,0 0 0,2-1 1,40-1 274,-39 1-197,1-1-1,-1 1 1,1-1 0,-1 0-1,1-1 1,-1 1-1,0-1 1,0 0-1,0 0 1,0 0-1,-1 0 1,1-1-1,-1 1 1,0-1 0,0 0-1,0 0 1,-1 0-1,1 0 1,-1-1-1,0 1 1,0-1-1,2-8 1,-4 12-19,-1 0 0,1 0 0,-1 0-1,1 0 1,-1 0 0,1 0 0,-1 0 0,1 1 0,-1-1 0,0 0 0,0 0-1,1 1 1,-1-1 0,0 0 0,0 1 0,0-1 0,0 1 0,0-1 0,0 1-1,1-1 1,-1 1 0,0 0 0,0-1 0,0 1 0,-1 0 0,1 0 0,0 0-1,0 0 1,0 0 0,-1 0 0,-39-2-13,33 2 64,-57 0 383,50 0-5306,-1 0-5270,11 0 3844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16.5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1 128 3121,'0'0'5430,"3"-3"-5086,3-2-265,-1 0 0,1 0 0,-1-1 1,-1 1-1,1-1 0,-1-1 0,0 1 0,0 0 1,0-1-1,-1 0 0,0 0 0,3-12 1,5-10 1144,-6 25 634,-2 18-917,-3-5-748,0 88 2836,0-31-6777,2-57-304,9 0-980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17.1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2721,'0'0'10170,"28"0"-8951,-26 0-1198,-1 0 0,1 0 0,-1 0-1,1 0 1,-1 0 0,1 0-1,-1 0 1,1 0 0,-1 1-1,1-1 1,-1 1 0,1-1-1,-1 1 1,1-1 0,-1 1 0,0 0-1,1 0 1,-1 0 0,0 0-1,0 0 1,1 0 0,-1 0-1,2 2 1,-2 1 55,0-1 1,0 1-1,-1 0 0,1-1 0,-1 1 1,0 0-1,0-1 0,0 8 0,0 4 118,0-5-66,0 0 0,-1 0 0,0-1 0,0 1 0,-1 0 0,0 0 0,-1-1 1,0 0-1,0 1 0,-7 11 0,8-18-70,1-1 1,0 1 0,0 0 0,0 0-1,0 0 1,1 0 0,-1 0-1,1 0 1,0 5 0,1-7-42,1 0 1,0 0-1,0-1 1,-1 1 0,1-1-1,0 1 1,0-1-1,0 1 1,-1-1-1,1 0 1,0 0 0,0 0-1,0 0 1,0 0-1,0-1 1,1 0-1,5-1-46,0 0-1,-1 0 1,1-1-1,-1 0 0,0-1 1,0 0-1,9-6 0,20-11-2270,37-6-6949,-38 14 3398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17.6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 6227,'0'0'9404,"13"-3"-9073,21-5 131,-1 2 1,63-4-1,-96 38 387,0-23-658,-1 0 0,0 0 0,0 0 0,0-1 0,-1 1 0,1 0 0,-1 0 0,0-1 0,-4 6 0,4-6-186,-1 1-1,1 0 1,0 0-1,0 0 1,1 0-1,-1 0 1,1 0-1,0 1 1,0 5-1,2-9-49,-1-1-1,1 0 1,-1 0-1,1 0 1,0 0-1,-1 0 1,1 0 0,0 0-1,0 0 1,0-1-1,0 1 1,0 0-1,0 0 1,0-1-1,0 1 1,0-1-1,0 1 1,0-1 0,0 1-1,1-1 1,-1 1-1,0-1 1,0 0-1,3 0 1,40 8-369,-28-6 323,-15-2 92,-1 0-1,1 0 0,0 1 0,0-1 0,-1 0 0,1 0 0,0 0 1,-1 1-1,1-1 0,0 0 0,0 1 0,-1-1 0,1 0 0,-1 1 0,1-1 1,0 1-1,-1-1 0,1 1 0,-1-1 0,1 1 0,-1 0 0,0-1 1,1 1-1,-1 0 0,1-1 0,-1 1 0,0 0 0,0-1 0,1 1 0,-1 0 1,0 0-1,0-1 0,0 2 0,0 0 50,-1 0 0,0 0 0,1 0 0,-1 0 0,0 0 0,0 0 0,0 0 0,-1-1 1,1 1-1,0 0 0,-4 2 0,-43 35 1175,20-24-857,18-11-336,0 1 1,0 1 0,1 0 0,-1 0 0,2 1-1,-14 11 1,27-16-4036,19-2 563,17-7-2443,17-14-1731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18.1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0 7475,'0'0'9413,"0"24"-5705,0-15-2994,-1 0-1,0 0 1,0 0-1,-1 0 0,-5 15 1,3-13-487,-1-1-1,0 1 1,-1-1-1,0 0 1,0-1-1,-1 1 1,-9 8 0,16-17-235,-1-1 1,0 1 0,1 0 0,-1-1 0,0 1 0,1 0-1,-1-1 1,1 1 0,-1 0 0,1 0 0,0 0 0,-1-1 0,1 1-1,0 0 1,-1 0 0,1 0 0,0 0 0,0 0 0,0-1-1,0 1 1,0 0 0,0 0 0,0 0 0,0 0 0,0 0-1,0 0 1,1 1 0,0-1-2,0 0 0,0 0 0,0 0-1,0 0 1,0 0 0,1 0 0,-1 0-1,0 0 1,0-1 0,1 1 0,-1 0-1,0-1 1,1 1 0,2 0 0,56 6-72,-58-7 84,39 2-4,-13 0-197,0-1 0,0-1 1,47-7-1,-68 4-2383,-10 0-1390,-11-1-2864,11 4 6312,-17-6-7879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18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1 9652,'0'0'9637,"-94"138"-8741,94-116-800,0-4-96,0 0-432,13-2-1297,7-5-1520,14-6-2066,-7-5-815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18.8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 1 5843,'0'0'10578,"-3"7"-6777,-15 28-1856,13-28-1589,2-5-327,1 1 0,-1-1 0,1 1 0,0 0 0,-1 0 0,1 0 0,1 0 1,-1 0-1,0 0 0,1 0 0,-1 0 0,1 1 0,0-1 0,0 1 0,1-1 0,-1 1 1,1-1-1,-1 1 0,1-1 0,0 1 0,1-1 0,-1 1 0,2 5 0,-1-7-154,0 0-1,1-1 0,0 1 1,-1 0-1,1-1 0,0 1 1,0-1-1,0 0 0,0 0 1,0 1-1,0-1 0,0-1 1,1 1-1,-1 0 1,3 0-1,44 12-1263,-32-9 909,-14-3 382,-1 0 0,1 0 0,0 0 0,0 0-1,-1 0 1,1 1 0,-1-1 0,1 1 0,-1 0 0,0 0 0,0 0 0,0 0-1,4 4 1,-6-5 100,1 0 0,-1 0 0,0 0 0,1 0 0,-1 0 0,0-1 0,0 1 0,0 0 0,0 0-1,0 0 1,0 0 0,0 0 0,0 0 0,0 0 0,0 0 0,-1 0 0,1 0 0,0 0 0,-1-1 0,1 1 0,0 0 0,-1 0-1,1 0 1,-1 0 0,0-1 0,1 1 0,-1 0 0,1-1 0,-1 1 0,0 0 0,0-1 0,1 1 0,-1-1 0,0 1 0,0-1-1,0 1 1,0-1 0,0 0 0,1 1 0,-1-1 0,0 0 0,-2 0 0,-25 13 286,-2-3 0,1 0 0,-1-2 0,-33 6 1,60-14-527,-7 1-2111,1-5-4442,2-9-1050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3:19.0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7059,'0'0'8868,"128"34"-9284,-101-32-3490,0-2-3521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29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8 48,'0'0'7414,"0"-8"1705,1 49-8871,-2-1-1,-2 0 1,-1 0 0,-2 0 0,-2-1 0,-2 0-1,-21 57 1,6-46-652,-2 0-1,-64 86 0,88-131 283,-11 22-1756,12-21-7642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29.6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5 109 5987,'0'0'4375,"24"-17"-2198,75-52-915,-95 66-1154,-1 1 0,1-1-1,0 1 1,0 0 0,0 0 0,0 0 0,0 1-1,1 0 1,-1-1 0,0 1 0,1 1 0,-1-1-1,1 1 1,-1 0 0,1 0 0,5 0 0,-7 1-47,-1 0 1,0 0-1,0 0 0,0 0 1,1 1-1,-1-1 0,0 0 1,-1 1-1,1 0 1,0-1-1,0 1 0,-1 0 1,1 0-1,-1 0 1,1 0-1,-1 0 0,0 0 1,0 0-1,0 1 1,1 3-1,1 6 72,-1-1 0,0 0 0,0 1 0,-2 0 0,1-1 0,-2 1 0,1-1 0,-4 19 0,1-21-97,0-1 1,0 0-1,-1 0 0,0 0 0,0 0 0,-1-1 1,0 1-1,0-1 0,0 0 0,-1-1 0,-1 1 1,1-1-1,-1-1 0,-9 7 0,7-5-23,-1 0 1,0-1-1,-1 0 0,1 0 0,-1-2 1,0 1-1,0-1 0,-1-1 0,1 0 0,-15 2 1,12-5 991,-1-3-5678,13-5-942,16-7 2265,17-4 39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30.0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1617,'0'0'11077,"6"9"-7745,-4 69-85,-3-42-2353,1-35-886,0 1 1,0-1 0,0 1 0,0-1 0,0 0-1,0 1 1,1-1 0,-1 1 0,1-1 0,-1 0-1,1 0 1,-1 1 0,1-1 0,0 0 0,0 0-1,-1 0 1,1 0 0,0 1 0,0-1-1,0-1 1,0 1 0,0 0 0,0 0 0,1 0-1,1 1 1,0-1-20,1 0 0,-1 0 0,1 0-1,-1-1 1,1 1 0,-1-1 0,1 0-1,-1 0 1,1 0 0,4-1 0,2 0-114,-1-1 1,1-1-1,0 0 1,-1 0 0,1 0-1,13-8 1,19-18-797,-2-2 1,41-38 0,-81 69 989,0-1 0,0 1 1,0 0-1,0 0 0,0 0 0,0-1 1,0 1-1,0 0 0,0 0 1,0 0-1,0 0 0,1-1 0,-1 1 1,0 0-1,0 0 0,0 0 1,0 0-1,1-1 0,-1 1 1,0 0-1,0 0 0,0 0 0,0 0 1,1 0-1,-1 0 0,0 0 1,0 0-1,0 0 0,1 0 1,-1 0-1,0 0 0,0 0 0,0 0 1,1 0-1,-1 0 0,0 0 1,0 0-1,1 0 0,-1 0 0,0 0 1,0 0-1,0 0 0,1 0 1,-1 0-1,0 0 0,0 0 1,0 1-1,0-1 0,1 0 0,-1 0 1,0 0-1,0 0 0,0 0 1,0 1-1,0-1 0,0 0 1,1 0-1,-1 1 0,-1 18 845,1-15-945,-1-1 0,1 1 0,-1-1 0,1 1 0,0-1 0,1 1 0,-1-1 0,1 1 0,-1-1-1,1 0 1,0 1 0,0-1 0,2 5 0,-1-6-214,0 0 1,0 0-1,1 0 1,-1 0-1,0 0 0,1 0 1,-1-1-1,1 1 1,-1-1-1,1 1 1,3 0-1,22 2-6755,-14-4 1122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30.4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0 7619,'0'0'8967,"-17"24"-6374,-53 82-725,62-90-1628,1 0 1,0 1-1,1-1 1,0 1-1,2 0 0,0 1 1,1-1-1,0 1 0,2 0 1,0 0-1,3 28 1,-2-16-87,0 30-245,0-60-200,2-7-613,7-5 678,0 1 0,0 0 0,1 1 0,0 0 0,1 0 0,1 1-1,-1 0 1,1 1 0,0 1 0,16-8 0,-27 15 220,0-1 0,-1 0 0,1 1 0,0-1 0,-1 1 0,1 0 0,0-1 0,0 1 0,-1-1 0,1 1 0,0 0 0,0 0 0,0-1 0,-1 1 0,1 0 0,0 0 0,0 0 0,0 0 0,0 0 0,0 0 0,-1 0 0,1 0 0,0 1 0,0-1-1,0 0 1,-1 0 0,1 1 0,0-1 0,0 0 0,0 1 0,-1-1 0,1 1 0,0-1 0,-1 1 0,1-1 0,0 1 0,-1 0 0,1-1 0,-1 1 0,1 0 0,-1-1 0,1 1 0,-1 0 0,0-1 0,1 2 0,1 43 329,-3-28-30,0-9-212,-1 0 1,-1 0-1,1 0 0,-1-1 0,-1 1 0,1-1 1,-1 0-1,0 0 0,-1 0 0,0 0 0,0-1 0,0 0 1,-1 0-1,0 0 0,0-1 0,0 0 0,-1 0 1,1-1-1,-1 0 0,-1 0 0,1 0 0,-10 3 1,16-7-227,-1 1 1,0 0-1,1-1 0,-1 0 1,0 1-1,0-1 1,1 0-1,-1 0 1,0 0-1,0 0 0,1 0 1,-1 0-1,0-1 1,1 1-1,-1-1 1,0 1-1,0-1 1,1 1-1,-1-1 0,-1-1 1,2 0-278,-1 1-1,1-1 1,0 0 0,0 0-1,0 0 1,1 0 0,-1 0-1,0 0 1,1 0 0,-1 0-1,1 0 1,0 0 0,0 0-1,-1 0 1,1 0 0,1-3-1,-1-30-5654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30.6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0 8852,'0'0'5427,"-54"117"-2034,27-56 97,7 3-1649,-7-1-801,6-4-432,1-5-368,13-11-224,0-5-16,1-4-560,6-9-945,0-7-1520,0-5-1105,0-8-3009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30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0 9861,'0'0'10772,"-68"133"-7746,55-94-1810,6-5-799,-7-5-369,14-7-48,-6-6-208,6-4-945,0-6-928,6-21-14567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31.0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0 320,'0'0'17768,"21"95"-18904,-8-68-2690,7-2-2673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31.2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0 12005,'0'0'5907,"-135"91"-1761,101-62-1745,20-2-1360,14-2-641,0 0-400,14-3 48,13 1-48,7-9-288,6-5-433,8-9-623,6 0-1249,7-12-1601,0-24-4002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32.7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 8644,'0'0'8321,"4"20"-7987,15 63-124,-18-81-191,0 0-1,0 0 1,0 0 0,0 0-1,0 0 1,0 0-1,0 0 1,1 0-1,-1 0 1,1 0-1,0-1 1,-1 1 0,1-1-1,0 1 1,0-1-1,0 0 1,0 1-1,0-1 1,0 0-1,0 0 1,0-1 0,1 1-1,-1 0 1,0-1-1,0 1 1,1-1-1,-1 0 1,0 0-1,1 0 1,-1 0 0,0 0-1,1 0 1,-1-1-1,0 1 1,0-1-1,1 0 1,-1 1-1,0-1 1,0 0 0,0 0-1,0-1 1,0 1-1,2-2 1,37-83 1883,-29 63-1597,-9 18-151,-1-1-1,1 0 0,1 1 0,-1 0 1,1-1-1,0 2 0,7-8 0,-10 11 960,0 39-6417,0-37 5042,-1 0 0,1 0 0,0 0 0,0-1 0,0 1 0,-1 0 0,1 0-1,0-1 1,0 1 0,0 0 0,0-1 0,0 1 0,0-1 0,0 1 0,0-1 0,0 0 0,1 1 0,-1-1 0,0 0 0,0 0 0,0 0-1,0 0 1,0 0 0,1 0 0,-1 0 0,0 0 0,1-1 0,4 2-793,32-1-3734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33.0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15 1153,'0'0'16807,"-10"-2"-15123,4 1-1467,-1 0-1,0 1 1,1 0 0,-1 0 0,0 1 0,0 0 0,1 0 0,-1 0 0,1 1 0,-1 0 0,1 0 0,0 1 0,0 0-1,0 0 1,0 0 0,0 1 0,1 0 0,0 0 0,-1 0 0,1 1 0,1-1 0,-6 8 0,6-7-191,0 0 0,0 0 1,1 0-1,0 1 0,0-1 1,0 1-1,1 0 0,0 0 1,0 0-1,1 0 0,-1 0 0,1 1 1,0-1-1,1 10 0,0-15-41,1 0 0,-1 1 0,1-1 0,0 0-1,-1 0 1,1 1 0,0-1 0,0 0-1,0 0 1,0 0 0,0 0 0,0 0 0,0 0-1,0 0 1,0 0 0,1-1 0,-1 1-1,0 0 1,0-1 0,1 1 0,-1-1-1,0 1 1,1-1 0,-1 0 0,1 1 0,-1-1-1,0 0 1,1 0 0,-1 0 0,1 0-1,-1 0 1,2-1 0,52-2-1022,-47 1 828,0 0-1,-1 0 1,0-1-1,1 0 1,-1 0 0,0-1-1,-1 0 1,1 0-1,-1 0 1,1-1-1,-1 0 1,-1 0 0,1-1-1,-1 0 1,0 0-1,0 0 1,-1 0-1,1-1 1,-1 1 0,-1-1-1,0 0 1,0-1-1,0 1 1,-1 0-1,1-1 1,-2 1 0,2-10-1,-4 15 214,1 1 1,-1-1-1,1 1 1,-1 0-1,1 0 0,-1-1 1,0 1-1,0 0 1,0 0-1,0 0 0,0 0 1,0 0-1,0 0 0,0 0 1,0 0-1,0 0 1,-1 0-1,1 1 0,0-1 1,0 0-1,-1 1 1,1-1-1,-1 1 0,1 0 1,0-1-1,-1 1 0,1 0 1,-1 0-1,1 0 1,-3 0-1,-56-2 153,49 3-162,-4-2-137,-1 1-762,5 1-7772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33.2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0 1665,'0'0'22314,"-88"117"-22138,88-107-176,0-6-288,0 1-1425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33.4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9668,'0'0'7012,"6"88"-11286,8-50-1137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33.8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262 416 6339,'0'0'10242,"-23"1"-7123,-73 6-1132,88-6-1796,0 1-1,0-1 1,0 1-1,0 1 1,0-1-1,0 1 1,1 1-1,-1 0 1,1 0-1,0 0 1,0 0-1,1 1 1,-1 1 0,1-1-1,0 1 1,-7 9-1,12-14-185,0 0 0,0 0-1,0 1 1,0-1 0,0 0 0,0 1 0,0-1-1,0 1 1,1-1 0,-1 1 0,0 0-1,1-1 1,-1 1 0,1 0 0,0-1 0,0 1-1,0 0 1,0-1 0,0 1 0,0 0-1,0-1 1,0 1 0,0 0 0,1-1 0,-1 1-1,1 0 1,-1-1 0,1 1 0,0-1 0,0 1-1,0-1 1,0 1 0,0-1 0,0 0-1,0 1 1,0-1 0,0 0 0,0 0 0,1 0-1,-1 0 1,0 0 0,1 0 0,-1 0-1,1 0 1,-1-1 0,1 1 0,0 0 0,-1-1-1,1 0 1,0 1 0,-1-1 0,4 0 0,3 1-52,0-1 0,0 0 0,0-1 0,0 0 0,0 0 0,0-1 0,0 0 0,0 0 1,12-6-1,-6 1-122,-1-2 1,0 1 0,24-22 0,-9 4-13,-2 0 0,-1-2 1,-2 0-1,0-2 1,-2-1-1,-2 0 0,0-2 1,-2 0-1,-2-1 1,-1 0-1,-2-1 1,14-61-1,-23 69 1914,-4 28-1566,0-1 0,-1 1 0,1-1 0,0 0 0,0 1 0,0 0 0,0-1 0,0 1 0,0 0 0,1-1 0,-1 1 0,0 0 0,0 0 0,0 0 0,1 0 0,-1 0 0,0 0 0,1 0 0,-1 0 0,0 1 0,-28 35 657,1 1 0,2 2 0,-30 60 0,47-80-771,1 0 0,0 1 1,1 0-1,1 1 0,2-1 0,0 1 0,1 0 1,1 0-1,1 39 0,2-58-198,-1 1-1,1-1 1,0 1 0,0-1-1,0 1 1,0-1-1,1 1 1,-1-1 0,1 0-1,0 0 1,0 0 0,0 0-1,0 0 1,0-1-1,1 1 1,-1 0 0,1-1-1,0 0 1,0 0 0,0 0-1,0 0 1,0 0-1,0 0 1,1-1 0,-1 1-1,0-1 1,1 0-1,-1 0 1,1-1 0,3 1-1,13 2-1438,0-1 0,-1-1 0,1-1 0,25-2 0,60-9-7031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35.2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690 31 624,'0'0'13689,"3"-5"-11651,1-15 433,-5 19-2377,0 1 1,0-1-1,0 0 1,0 1-1,0 0 0,0-1 1,0 1-1,0 0 1,0-1-1,0 1 0,0 0 1,0 0-1,0 0 1,-1 0-1,1 0 0,0 0 1,0 0-1,0 0 1,0 0-1,0 1 0,0-1 1,0 0-1,0 1 1,-1-1-1,0 2 0,-26 9 194,1 1 0,0 1-1,1 1 1,-27 20 0,42-27-238,3-1 4,-1 0 1,2 0-1,-1 0 1,-12 14-1,17-17-48,1 0 0,-1 1 0,1-1 0,0 0 0,0 1 0,0 0 1,1-1-1,-1 1 0,1 0 0,0 0 0,0 0 0,0 0 0,0 0 0,0 4 0,2-7-8,-1 0 0,0 0 0,0 0 0,1-1 0,-1 1 0,0 0 0,1 0 0,-1-1 0,1 1 0,-1 0-1,1-1 1,0 1 0,-1 0 0,1-1 0,-1 1 0,1-1 0,0 1 0,0-1 0,-1 1 0,1-1 0,0 0 0,0 1 0,-1-1 0,1 0 0,0 0 0,0 1 0,0-1 0,0 0 0,-1 0 0,3 0 0,32 1-43,-28-1 17,14 0-47,0-2 1,0 0-1,0-2 1,0 0-1,0-1 1,-1-1 0,0-1-1,0-1 1,-1-1-1,1 0 1,23-17-1,-48 26 1109,4 0-1030,0 0 0,0 0-1,0 0 1,0 0-1,0 0 1,-1 0 0,1 1-1,0-1 1,0 0 0,0 1-1,0-1 1,0 1 0,0-1-1,0 1 1,0-1 0,0 1-1,0 0 1,0-1 0,-1 3-1,-61 71 294,-59 89 0,-32 39 395,19-51-134,-38 43 629,165-183-1102,0-4 11,1 2 1,0-1 0,1 1-1,-1 0 1,2 0-1,-1 1 1,1 0-1,1 0 1,0 0 0,-4 17-1,8-26-89,0 0 0,0 0-1,0-1 1,0 1 0,0 0-1,0 0 1,0 0 0,0 0-1,1-1 1,-1 1 0,0 0-1,1 0 1,-1-1 0,0 1-1,1 0 1,-1 0 0,1-1-1,-1 1 1,1-1 0,0 1-1,-1 0 1,1-1 0,0 1-1,-1-1 1,1 0 0,0 1-1,-1-1 1,1 1 0,0-1-1,0 0 1,0 0 0,-1 1-1,1-1 1,0 0 0,0 0-1,0 0 1,0 0 0,1 0-1,42-1 189,-33 0-122,29-4 75,0-3-1,-1-1 0,0-2 0,-1-2 0,63-29 0,-36 14-5,-37 17-105,20-7-37,-1-2 0,-1-2 0,-1-2 0,45-31 0,-87 53-197,0 0-1,-1-1 1,1 1 0,-1 0-1,1-1 1,-1 1 0,0-1-1,0 0 1,0 0-1,-1 0 1,1 0 0,-1 0-1,2-4 1,1-16-5328,-4-6-3968,0 27 8516,0-24-7413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35.6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 1 6707,'0'0'16264,"-11"16"-14589,-34 53-437,43-66-1153,0 1 0,0-1 0,0 0 0,1 1 0,-1-1 0,1 1 0,0-1 0,0 1 0,0 0 0,1 0 0,-1-1 0,1 1 0,0 0 0,0 0 0,0-1 0,1 1 0,-1 0 0,1 0 0,0-1 0,2 5 0,-2-5-74,0-1 0,1 0 0,0 0 0,-1 1 1,1-1-1,0-1 0,0 1 0,0 0 0,0 0 0,1-1 0,-1 1 1,0-1-1,1 0 0,-1 0 0,1 1 0,-1-2 0,1 1 1,-1 0-1,1 0 0,0-1 0,3 1 0,4-1-138,0 0-1,1-1 1,-1 0 0,-1-1-1,1 1 1,0-2-1,0 0 1,-1 0 0,1-1-1,-1 0 1,0 0-1,0-1 1,-1 0 0,1-1-1,-1 0 1,0 0-1,-1 0 1,0-1 0,0-1-1,0 1 1,-1-1 0,0 0-1,5-9 1,-6 40 4459,2-7-4386,0-1 0,0 0 0,16 22 0,-21-35-188,1 0 0,-1 0 0,1 0 0,0 0 0,-1 0 0,1-1 0,0 1 0,0-1 0,0 0-1,0 0 1,0 0 0,1 0 0,-1 0 0,0-1 0,5 1 0,0-1-919,0 0 0,1 0 0,-1 0 0,0-1 0,9-3 0,30-13-5672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35.8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0 13782,'0'0'12422,"-41"127"-12262,41-111-160,0-3-240,0-4-1185,0-4-1808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35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1 10325,'0'0'12886,"-7"79"-13783,14-50-1760,20 0-1697,7-6-3249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36.1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0 10613,'0'0'11541,"-128"77"-8932,101-43-912,13 0-544,7-3-609,7-1-336,0-6-208,27-8-256,14-16-689,13 0-623,14-20-657,7-25-1809,-1-14-3986,1-13-3297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36.7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299 0 10965,'0'0'10495,"-14"25"-7365,1-1-2390,-4 7 87,0 1 1,2 0-1,-16 54 1,-29 203 1759,16-56-2111,40-212-460,-1-1 0,-1-1 0,-1 1 0,-1-1 0,0 0 0,-1-1 0,-17 26 0,26-45-24,0 1 0,0 0 0,0-1 0,0 1 0,-1 0 0,1 0 1,0-1-1,0 1 0,0 0 0,0-1 0,0 1 0,0 0 0,0 0 1,0-1-1,-1 1 0,1 0 0,0 0 0,0 0 0,0-1 0,0 1 1,-1 0-1,1 0 0,0 0 0,0-1 0,-1 1 0,1 0 0,0 0 1,0 0-1,-1 0 0,1 0 0,0 0 0,0 0 0,-1 0 0,1-1 1,0 1-1,-1 0 0,1 0 0,0 0 0,0 0 0,-1 0 0,1 0 0,0 1 1,-1-1-1,1 0 0,0 0 0,0 0 0,-1 0 0,1 0 0,0 0 1,0 0-1,-1 1 0,1-1 0,0 0 0,0 0 0,-1 0 0,1 0 1,0 1-1,0-1 0,0 0 0,0 0 0,-1 1 0,1-1 0,0 0 1,0 0-1,0 1 0,0-1 0,0 0 0,0 0 0,0 1 0,-1-27-709,1 22 643,1-7-110,0 1 0,1-1 0,0 1 0,1 0 1,0 0-1,0 0 0,1 1 0,0-1 0,1 1 1,0 0-1,1 0 0,11-14 0,-3 6-388,1 0 1,1 0-1,1 2 1,34-26-1,-45 37 543,1 0 0,-1 0 0,0 1 0,1 0 0,0 0 0,0 1 0,0 0 0,0 0 0,0 1 1,0 0-1,0 0 0,13 0 0,-19 30 2416,-1-25-2229,0-1 0,-1 1 0,1-1 0,-1 1 0,0-1-1,0 0 1,0 1 0,0-1 0,-1 0 0,1 0-1,-1 0 1,0 0 0,0 0 0,0 0 0,0-1-1,-5 6 1,-3 0 154,-1 1 0,1-1 0,-16 8 0,19-13-219,0 1 0,0 0 0,1 0 0,0 0 0,0 1 0,0 0 0,0 0-1,1 1 1,0-1 0,0 1 0,0 1 0,1-1 0,-7 13 0,9-15-80,1 0-1,0-1 0,0 1 1,0 0-1,1 0 1,-1 0-1,1-1 1,0 1-1,0 0 0,0 0 1,1 0-1,1 7 1,-1-9-39,0 0 0,0-1 0,0 1 1,0 0-1,0 0 0,1-1 1,-1 1-1,1-1 0,-1 1 1,1-1-1,-1 0 0,1 0 0,0 1 1,0-1-1,0 0 0,-1-1 1,1 1-1,0 0 0,0 0 1,0-1-1,1 1 0,-1-1 0,0 0 1,0 0-1,3 0 0,13 1-849,-1 0 0,0-2 0,0 0 0,34-7-1,-25 1-2762,0-1 1,36-16-1,-20 4-4118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37.1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394 0 12630,'0'0'11077,"-21"1"-8228,9 0-2494,-5-1 22,1 1 0,-1 1 1,0 1-1,1 0 0,0 1 0,-1 1 0,-23 10 0,18-5-18,1 2-1,0 0 1,1 1-1,0 1 1,-24 22-1,39-32-392,0 1 0,0 0 0,0 1 0,1-1 0,0 1-1,0 0 1,0 0 0,1 0 0,0 0 0,0 1 0,1 0 0,-1-1 0,1 1-1,1 0 1,-1 0 0,1 0 0,1 0 0,-1 0 0,1 0 0,0 0 0,1 0-1,2 12 1,-2-15-101,0-1-1,1 1 1,0 0-1,0-1 1,0 0-1,0 1 0,1-1 1,-1 0-1,1 0 1,0 0-1,0-1 1,0 1-1,0-1 0,0 1 1,1-1-1,-1 0 1,6 2-1,10 5-647,1-1-1,23 6 0,-15-5-185,34 10-948,-39-12 966,0 0 1,0 1 0,0 1-1,-1 1 1,21 13 0,-42-22 934,0-1 1,0 1 0,0 0-1,0 0 1,0-1 0,0 1-1,0 0 1,0 0-1,0 0 1,0 0 0,-1 0-1,1 0 1,0 0-1,-1 0 1,1 0 0,-1 1-1,1-1 1,-1 0-1,0 0 1,1 0 0,-1 1-1,0-1 1,0 0-1,0 0 1,0 2 0,0-1 112,-1 0 1,0 0-1,0 0 1,0-1-1,0 1 1,0 0-1,0-1 1,-1 1 0,1-1-1,0 1 1,-1-1-1,1 0 1,-1 1-1,-2 0 1,-9 6 806,0-1 0,0-1 1,-21 8-1,25-11-737,-273 114 6754,272-111-7740,14-3-2821,23-5-1660,14-13-199,11-10-2283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37.6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117 154 368,'0'0'24265,"-6"1"-22102,0 0-1830,0 1-1,0-1 1,0 2-1,0-1 0,1 1 1,-1 0-1,1 0 1,0 0-1,0 1 1,-10 8-1,12-9-271,-1 0-1,1 0 1,0 1 0,0-1-1,0 1 1,1 0 0,-1 0-1,1 0 1,0 0-1,0 0 1,0 1 0,1-1-1,-1 1 1,1-1 0,0 1-1,0 7 1,0-8-71,1 0 1,0 0-1,0 0 1,0 0-1,1-1 0,-1 1 1,1 0-1,0 0 1,0 0-1,0-1 1,1 1-1,-1 0 1,1-1-1,3 5 1,-3-6-39,1 0 1,0-1 0,-1 1 0,1 0 0,0-1 0,0 0 0,0 0 0,0 0 0,0 0 0,0 0 0,0-1 0,1 1-1,-1-1 1,0 0 0,0 0 0,0 0 0,1 0 0,2-1 0,-2 1-18,0-1 0,-1 1-1,1-1 1,0 0 0,-1 0 0,1 0 0,-1 0-1,1-1 1,-1 1 0,1-1 0,-1 0 0,0 0-1,0 0 1,0-1 0,0 1 0,0-1 0,-1 1-1,1-1 1,-1 0 0,3-3 0,2-7-229,1 0 1,-2 0 0,10-29-1,-12 30 266,1 0-1,0 0 0,0 1 0,10-15 0,-14 25 47,-1 0-1,1 0 0,-1 0 0,1 0 0,0 0 1,-1 1-1,1-1 0,0 0 0,0 0 0,0 1 1,0-1-1,0 0 0,0 1 0,0-1 0,0 1 0,0-1 1,0 1-1,0 0 0,2-1 0,-2 1 8,0 1 0,0-1 1,0 1-1,0 0 0,0-1 0,0 1 0,-1 0 0,1 0 0,0 0 0,0 0 0,-1 0 0,1 0 0,0 0 1,-1 0-1,1 0 0,-1 0 0,1 0 0,-1 0 0,1 2 0,3 7 175,0 2-45,0-2 0,1 1 0,0-1 0,1 1 0,0-1 0,0-1 0,1 1 0,1-1 0,-1 0 0,15 11 0,-28-25-49,1 0 0,0 0 0,0-1-1,0 0 1,1 0 0,0 0 0,0 0 0,0-1 0,1 1 0,-4-13 0,5 15-67,1 1 0,0 0 0,-1 0 0,2-1 0,-1 1 0,0-1 0,1 1 0,-1-1 0,1 1 0,0-1 0,0 1 0,1-1 0,-1 1 0,1-1 0,-1 1 0,1-1 0,0 1 0,1 0 0,-1 0 0,0-1 0,1 1 0,0 0 0,0 0 0,0 0 0,0 1 0,0-1 0,5-4 0,40-21-2014,32 0-5740,10-5-1473,-48 9-299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37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285 0 9604,'0'0'11395,"-25"19"-7409,-1 0-2982,9-9-527,1 2 0,0 0 0,1 0 1,1 2-1,0 0 0,1 0 0,0 1 0,-12 19 0,12-12-270,1 0 0,1 0 0,1 1 0,1 0 0,0 1 0,2 0 0,1 0 0,2 1 0,0-1 0,1 1 0,1 38 0,2-52-207,4 83 0,-3-85 0,0 0 0,1-1 0,0 1 0,1 0 0,0-1 0,0 0 0,1 1 0,7 10 0,-10-18-122,0 0 0,1 0 0,-1 0 0,1 0 0,-1 0 0,1 0 0,0 0 0,-1 0 0,1 0 0,0-1 0,0 1 0,-1-1 0,1 1 0,0-1 0,0 0 0,0 0 0,-1 0 0,1 0 0,0 0 0,0 0 0,0 0 0,0-1 0,-1 1 0,1-1 0,0 1 0,0-1 0,-1 1 0,1-1 0,0 0 0,1-2 0,6-1-1106,-1 0-1,0-1 1,0 0-1,12-10 0,7-16-4803,-6-4-2662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38.1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 5202,'0'0'15351,"122"9"-13574,-75-9-1217,0 0-463,-6 0-97,0 0-1537,-14-9-2369,7-5-6163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38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617 0 9652,'0'0'2324,"-18"14"603,-67 52 2096,-95 94 1,133-111-3969,3 2 0,2 3 0,-55 91 0,81-118-844,2 1 0,0 1 0,3 0 0,0 1-1,2 0 1,1 0 0,1 1 0,2 0 0,-3 60-1,9-73-188,0 0 0,2 0-1,0 0 1,1 0 0,1-1 0,0 1-1,1-1 1,1-1 0,1 1-1,0-1 1,1 0 0,19 23-1,-15-22-299,1 0 0,1-2-1,0 0 1,1 0 0,0-1-1,2-1 1,-1-1-1,1-1 1,1 0 0,29 11-1,-42-19-449,1-1 0,0 0 1,0-1-1,0 0 0,0 0 0,12 0 0,-6-5-4635,-11-14-4033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39.5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17 896,'0'0'15018,"4"-5"-12345,12-7-670,-17 23-215,-26 43 685,15-30-2016,4-10-389,1-1 0,1 1 0,0 0 0,1 1 0,1-1 1,0 1-1,1 0 0,-2 17 0,4-54-7857,2 11 5547,-1-32-7101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39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9412,'0'0'14455,"-14"95"-14455,14-64-64,0-1-897,0-1-975,14 0-1122,-1-4-2512,1-4-2690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40.0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6035,'0'0'16861,"0"19"-14986,0 90 268,42-106-2141,-25-5-259,0 0 1,0-1-1,0-1 0,-1 0 0,0-1 0,0-1 0,0-1 1,0 0-1,-1-1 0,16-12 0,-8 73 2794,-14-32-4257,15 26-3712,-23-45 4724,0-1 0,0 1 0,0-1-1,0 0 1,0 1 0,0-1-1,0 0 1,1 0 0,-1 0 0,0 0-1,1 0 1,-1 0 0,1 0-1,1 0 1,11 0-8144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40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165 1 10277,'0'0'6275,"-18"20"-2295,-58 70-899,69-80-2714,0 0 0,1 0 0,0 1 0,0 0-1,1 1 1,1-1 0,0 1 0,0-1 0,-2 21-1,0-9 224,3-9-404,1 0 0,0-1-1,0 1 1,2 0-1,0 0 1,3 25 0,-3-37-294,1 0 1,0 1 0,0-1-1,0-1 1,0 1 0,0 0-1,1 0 1,-1 0 0,1-1-1,-1 1 1,1 0 0,-1-1-1,1 0 1,0 1-1,0-1 1,0 0 0,0 0-1,0 0 1,0 0 0,0 0-1,0 0 1,0-1 0,0 1-1,0-1 1,0 1 0,1-1-1,1 0 1,11 2-2492,0-1 1,29-3-1,-31 2-59,20-2-4185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40.5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1 117 11941,'0'0'4386,"129"-58"-3521,-62 44-865,8 1-48,-1 4-1505,1-3-2097,-1 1-2352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41.0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548 8 9268,'0'0'7881,"-25"-2"-5157,5 1-2287,-36-3 1641,-94 5-1,123 2-1415,-1 0 0,1 2 0,-52 17 1,78-22-659,-1 1 0,1 0 0,0-1 0,0 1 0,0 0 0,0 0 0,0 0 0,0 0 0,0 0 0,0 0 0,0 0 0,1 0 0,-1 1 0,0-1 0,1 0 0,-1 0 0,1 1 0,-1-1 1,1 0-1,0 1 0,-1-1 0,1 0 0,0 1 0,0-1 0,0 0 0,0 1 0,0-1 0,0 1 0,0-1 0,1 0 0,-1 1 0,0-1 0,1 0 0,0 3 0,26 55-74,-14-34 95,-10-13-44,0 0 0,-1 0 0,0 0 0,-1 1 1,-1-1-1,0 0 0,0 1 0,-1-1 0,-1 0 1,0 1-1,0-1 0,-1 0 0,-1 0 0,0-1 0,-1 1 1,0-1-1,-11 18 0,-34 38-17,34-49 39,2 2 0,0 0 0,-13 25 0,20-17-36,8-28 28,-1 1 0,0 0 1,0 0-1,0-1 0,0 1 0,1 0 1,-1-1-1,0 1 0,1 0 1,-1-1-1,1 1 0,-1-1 1,0 1-1,1-1 0,-1 1 0,1-1 1,0 1-1,-1-1 0,1 1 1,-1-1-1,1 0 0,0 1 1,4 0-13,-1 0 1,1 0 0,-1 0 0,1 0-1,0-1 1,-1 0 0,10-1-1,4 0 89,33-2-98,1-3 0,-1-3-1,-1-1 1,70-24 0,-108 30-388,24-10-45,-34 13-112,-1-1 1,0 1-1,1 0 1,-1-1-1,0 1 1,0-1 0,0 1-1,0-1 1,0 0-1,0 1 1,0-1-1,0-2 1,5-8-6409,0-5-3373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41.5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84 6035,'0'0'15972,"-5"-2"-15102,6 2-858,-1 0-1,0 0 1,0 0-1,0 0 0,0 0 1,0 0-1,0 0 1,0 0-1,1 0 1,-1-1-1,0 1 1,0 0-1,0 0 1,0 0-1,0 0 1,0 0-1,0 0 1,0-1-1,0 1 1,0 0-1,0 0 0,0 0 1,0 0-1,0 0 1,0-1-1,0 1 1,0 0-1,0 0 1,0 0-1,0 0 1,0 0-1,0-1 1,0 1-1,0 0 1,0 0-1,0 0 1,0 0-1,0 0 0,-1 0 1,1-1-1,0 1 1,0 0-1,0 0 1,0 0-1,0 0 1,0 0-1,0 0 1,-1 0-1,1 0 1,0 0-1,0 0 1,0-1-1,0 1 1,0 0-1,0 0 0,-1 0 1,1 0-1,0 0 1,0 0-1,0 0 1,0 0-1,0 0 1,-1 0-1,23-6 600,58-5 243,-33 4-548,55-14 36,-62 12-221,0 1-1,0 1 1,42 0 0,-81 7 65,-21 24 1295,9-11-1255,2 1-1,0 0 1,0 0 0,1 0-1,1 1 1,0 1-1,2-1 1,-1 1 0,2 0-1,-4 25 1,1 12-10,2 102-1,5-141-185,10 94 13,-5-72 5,0 41 0,-53-75 120,-226-2 77,186 0-2819,109-1-8,-1-1 1,1-1-1,-1 0 1,31-11-1,3-3-7782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42.1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269 0 6755,'0'0'12382,"-24"7"-9757,-76 23-341,90-27-1942,1 1 0,0 0 1,0 0-1,0 1 0,1 0 1,-1 0-1,1 1 1,1 0-1,-1 0 0,1 1 1,0 0-1,-11 14 0,15-16-303,0 1-1,0-1 1,0 0-1,0 1 1,1 0-1,0 0 0,0 0 1,1-1-1,-1 2 1,1-1-1,1 0 1,-1 0-1,1 0 1,0 0-1,0 0 0,1 1 1,0-1-1,2 7 1,-2-11-53,0-1 0,0 0 1,0 1-1,0-1 1,1 0-1,-1 0 0,0 0 1,1 0-1,-1 0 0,1-1 1,-1 1-1,1 0 1,0-1-1,-1 1 0,1-1 1,0 1-1,-1-1 1,1 0-1,0 1 0,-1-1 1,1 0-1,0 0 0,-1-1 1,3 1-1,43-4-382,-38 1 224,1 0 0,0-1 0,-1 0 0,0 0 0,0-1 0,0-1 0,0 1 0,-1-1 0,0-1 0,0 1 0,-1-1 0,0-1 0,0 0 0,0 0 0,-1 0 0,-1 0 0,1-1 0,5-14 0,-5 8 3498,-10 45-1964,4-25-1401,0-1 0,0 1 0,1 0 1,-1-1-1,1 1 0,0-1 0,0 1 0,0-1 1,1 1-1,-1-1 0,1 0 0,0 0 1,1 0-1,-1 0 0,1 0 0,5 6 0,-4-6-310,0-1-1,0 0 0,1 0 1,-1 0-1,1 0 0,0-1 0,0 0 1,0 0-1,9 2 0,0-1-1580,0-1-1,0 0 1,1-1-1,22-1 1,17-2-7080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42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4594,'0'0'11045,"14"11"-9716,92 71 306,-33-28-316,-3 3 1,121 128-1,-174-165-1151,0 1 1,0 1-1,-2 1 0,-1 0 0,-1 1 0,-1 0 0,-1 1 0,-2 0 1,0 1-1,-1 0 0,-2 0 0,-1 1 0,0 0 0,0 42 0,-5-61-77,0 0-1,0 1 0,-1-1 0,0 0 0,-1 0 0,1 0 0,-2 0 0,1 0 0,-1 0 0,0 0 0,-1-1 0,0 1 0,0-1 0,0 0 0,-1 0 0,0-1 0,-1 1 0,1-1 0,-1 0 0,0-1 0,-1 1 0,1-1 0,-1 0 0,0-1 1,0 0-1,-1 0 0,-14 5 0,-10 5 424,-68 17 0,10-10-3090,84-20 1067,38-26-17949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49:43.2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683 197 5106,'0'0'9167,"-14"-23"-6203,-52-77 342,62 94-3050,-1 0 0,0 1 1,0-1-1,0 1 0,-1 0 1,1 1-1,-1 0 0,0-1 1,-1 2-1,1-1 0,-1 1 1,1 0-1,-10-3 0,3 3 100,-1 1-1,1 0 0,-1 1 0,-24 1 0,23 0-162,8 0-91,0 0-1,0 1 1,0 0 0,0 0-1,0 1 1,1 0 0,-1 0-1,1 0 1,-1 1 0,1 0-1,0 0 1,0 1 0,0-1-1,-11 10 1,10-6-40,1 0 0,-1 0 0,1 1-1,0 0 1,1 0 0,0 1 0,0-1 0,1 1-1,-6 18 1,6-14-71,0 0 0,1 0 1,1 0-1,0 1 0,1-1 0,0 1 0,1-1 0,1 0 0,0 1 0,1-1 0,0 0 0,1 1 1,0-1-1,1-1 0,11 24 0,46 62-1013,9 15-1288,-67-107 2176,0 1 1,0 0 0,-1-1 0,0 1 0,0 0-1,-1 0 1,0 0 0,0 0 0,-1 0-1,1 0 1,-2 1 0,-1 12 0,1-16 115,0 1-1,0 0 1,-1-1 0,1 1 0,-1 0-1,-1-1 1,1 0 0,-1 0 0,1 1-1,-1-2 1,0 1 0,-1 0 0,1 0 0,0-1-1,-1 0 1,0 0 0,0 0 0,-7 4-1,-28 11 407,-1-2 0,-1-2 0,-74 17 0,45-13 574,61-16-718,7-2-196,0 1 1,0-1-1,1 0 1,-1 1-1,1-1 0,-1 1 1,0 0-1,1-1 1,-1 1-1,1 0 1,-1 0-1,1 0 0,0 0 1,-1 0-1,-1 2 1,19 0-193,106-3-1964,63 0-5909,-183 0 7895,0 0 1,1 0 0,-1 0-1,0 0 1,0 1-1,0-1 1,0 0-1,0 1 1,0 0-1,0-1 1,0 1-1,0 0 1,0 0-1,0 0 1,0 0-1,-1 1 1,1-1-1,0 0 1,-1 1-1,1-1 1,-1 1-1,1-1 1,-1 1-1,2 3 1,-2-2 90,0 0 0,0 0 0,-1 0 0,1 0 0,-1 0 0,1 0 0,-1 0 0,0 1 1,0-1-1,-1 0 0,1 0 0,-1 0 0,0 0 0,1 0 0,-1 0 0,0 0 0,-3 5 0,-6 6 740,0 1-1,-1-1 0,0-1 0,-1 0 1,-1-1-1,0 0 0,-25 17 0,6-4 814,17-12-499,0 0 0,1 1 0,-18 23 0,28-31-681,0 0 0,0 0-1,0 1 1,1-1 0,0 1-1,1 0 1,0-1 0,0 1-1,0 0 1,1 1 0,0-1 0,0 13-1,1-19-298,0 1 0,0 0 0,0-1 0,1 1 0,-1-1 0,0 0 0,1 1 0,0-1 0,-1 1 0,1-1-1,0 0 1,0 1 0,-1-1 0,1 0 0,0 0 0,0 0 0,0 0 0,1 0 0,-1 0 0,0 0 0,2 2 0,2-1 42,0 1 1,0-1 0,0 0-1,0 0 1,0 0 0,8 0-1,9 2 161,1-1 0,25-1 0,-45-2-201,36 1 169,0 1 15,51-5 0,-81-1 74,-13 0-1038,-14-3-2536,-16 4-7225,14-1 609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29.6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380 25 2049,'0'0'12059,"1"0"-12007,-1-1 1,1 1 0,-1-1-1,1 1 1,-1-1 0,1 1-1,-1-1 1,0 0-1,1 1 1,-1-1 0,0 0-1,0 1 1,1-1-1,-1 0 1,0 1 0,0-1-1,0 0 1,0 0 0,0 1-1,0-1 1,0 0-1,0 1 1,0-1 0,0 0-1,0 0 1,0 1 0,-1-1-1,1 0 1,-18-2 423,0 1 1,0 1-1,-36 3 1,29-1 117,19-1-538,1 1 0,0 0 1,0-1-1,0 2 0,0-1 1,0 0-1,0 1 1,1 0-1,-1 0 0,0 1 1,1-1-1,0 1 0,-1 0 1,1 0-1,0 0 0,1 1 1,-1-1-1,0 1 0,1 0 1,0 0-1,0 0 1,0 1-1,1-1 0,-1 1 1,1-1-1,0 1 0,0 0 1,1 0-1,0 0 0,-1 0 1,0 10-1,3-14-53,-1 0 0,0 0-1,1 0 1,-1 0 0,1 0-1,-1-1 1,1 1 0,-1 0 0,1 0-1,-1-1 1,1 1 0,0 0-1,0-1 1,-1 1 0,1 0-1,0-1 1,0 1 0,0-1 0,-1 1-1,1-1 1,0 0 0,0 1-1,0-1 1,0 0 0,0 0 0,0 1-1,0-1 1,0 0 0,0 0-1,0 0 1,1 0 0,42 0 47,-31-1-35,190-5 409,-202 6-358,0 1-1,0-1 1,0 1 0,0 0-1,0-1 1,0 1-1,0 0 1,0 0-1,0 0 1,-1 0-1,1 0 1,0 0-1,-1 0 1,1 0 0,0 0-1,-1 0 1,0 0-1,1 0 1,-1 0-1,1 1 1,-1-1-1,0 0 1,0 0-1,0 0 1,0 1 0,0-1-1,0 0 1,0 0-1,0 0 1,-1 2-1,-5 48 1268,-7-21-959,-2-1 0,-1 0 1,-1-1-1,-1-1 1,-22 25-1,0 3 37,-208 296 1123,246-348-1521,0 0 0,-1 0 0,1 0 0,0 0 1,0 1-1,1-1 0,-1 1 0,1 0 0,0-1 0,0 1 1,0 0-1,0 0 0,1-1 0,-1 7 0,1-10-14,1 0-1,-1 1 0,0-1 1,1 0-1,-1 1 0,1-1 1,-1 0-1,0 0 0,1 1 0,-1-1 1,1 0-1,-1 0 0,1 0 1,-1 0-1,1 0 0,-1 0 1,1 1-1,-1-1 0,1 0 1,-1 0-1,1 0 0,-1-1 1,1 1-1,-1 0 0,1 0 1,0 0-1,4 0-6,14-1 11,-1-1 0,1-1 0,-1 0 0,0-1 0,0-1 1,0-1-1,33-16 0,112-72-55,-161 92 52,3 0-39,0-2 0,0 1-1,0 0 1,-1-1 0,0 0 0,0 0-1,0 0 1,5-7 0,-3-11-3337,-6 21 2808,-1 1 0,0-1 0,1 0 1,-1 1-1,0-1 0,1 1 1,-1-1-1,0 1 0,1 0 1,-1-1-1,0 1 0,0 0 0,0-1 1,1 1-1,-1 0 0,0 0 1,0 0-1,0 0 0,-1 0 0,-2-1-2612,-10-5-5750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30.1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9941,'0'0'13737,"0"13"-12649,0 102 764,0-114-1863,0 1 0,0-1 1,0 0-1,1 1 1,-1-1-1,0 0 1,1 0-1,-1 1 0,1-1 1,-1 0-1,1 0 1,-1 0-1,1 1 1,0-1-1,0 0 1,-1 0-1,1 0 0,0 0 1,0 0-1,0-1 1,0 1-1,0 0 1,0 0-1,2 0 1,0 1-55,0-1 0,1 0 0,-1 0 0,1 0 0,-1 0 0,1-1 1,-1 1-1,1-1 0,3 0 0,1 0 0,0-1 1,1 1-1,-1-2 0,0 1 1,0-1-1,0-1 0,10-3 1,27-30 33,-10 7 2946,-33 45-3777,0-14 446,1 1 1,-1-1 0,0 0-1,1 1 1,-1-1-1,1 0 1,0 0 0,0-1-1,-1 1 1,1-1 0,0 1-1,1-1 1,-1 0-1,4 1 1,0-1-1744,0 0 0,0 0 0,0-1 0,0 1 0,14-3 0,12-4-5706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30.2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9156,'0'0'16616,"-20"81"-16440,20-74-176,0-3-704,0-1-1153,-7-3-2081,7-18-14999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30.4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0 12470,'0'0'9428,"-41"138"-10276,41-111-1393,14 0-1649,6-4-1473,7-7-591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30.6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8948,'0'0'15319,"-136"79"-13382,116-52-672,13-4-337,0-1-640,7-4-224,0-2-64,27-9-176,7-5-624,14-2-417,6-13-624,7-24-1584,6-8-1409,-12-11-5187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31.1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139 0 9957,'0'0'11616,"-19"27"-8306,-60 88-962,73-104-2125,0-1 1,1 1-1,1 1 1,-1-1-1,2 1 0,0-1 1,0 1-1,1 0 0,1 0 1,-1 0-1,2 0 0,0 0 1,2 13-1,-1 8 89,-1 227-539,0-269-4,-1-2-96,0 0 0,1-1 1,1 1-1,0-1 0,0 1 0,1-1 0,1 1 1,0 0-1,0 0 0,1 0 0,0 1 1,9-16-1,3 4-800,30-34 0,-40 49 952,1 1 0,0 0-1,0 0 1,0 0 0,0 1 0,1 0-1,0 1 1,15-7 0,-23 11 222,1-1-1,0 1 1,0 0 0,0-1 0,0 1 0,0 0 0,0 0-1,0 0 1,0 0 0,0 0 0,0 0 0,0 0 0,0 0 0,0 0-1,0 1 1,0-1 0,0 0 0,0 1 0,0-1 0,0 0-1,0 1 1,0-1 0,0 1 0,0 0 0,-1-1 0,1 1-1,0 0 1,0-1 0,0 2 0,1 1 90,-1 0-1,0-1 1,0 1 0,0-1 0,0 1 0,0 0-1,0 0 1,-1 0 0,0 0 0,1 5 0,-1-3 107,0 1 1,0-1 0,0 0 0,-1 1 0,0-1 0,0 1 0,0-1-1,-1 0 1,0 0 0,0 0 0,-5 9 0,0-7 34,-1-1 0,1 1 1,-1-2-1,-10 6 0,10-6-132,1 0 0,-1 0 0,1 1 0,-9 8 0,15-11-99,-1 1 0,1-1-1,-1 0 1,1 1-1,0-1 1,1 1-1,-1-1 1,1 1-1,-1-1 1,1 1-1,0 0 1,0-1-1,1 1 1,0 3 0,-1 8-31,1-13-22,0-1 0,-1 1 0,1-1 0,0 1 0,0-1 0,0 0-1,0 0 1,0 1 0,0-1 0,0 0 0,0 0 0,0 0 0,1 0-1,-1 0 1,0 0 0,1-1 0,-1 1 0,1 0 0,-1-1 0,1 1-1,-1-1 1,1 1 0,-1-1 0,1 0 0,-1 1 0,1-1 0,0 0-1,1 0 1,53 3-818,-54-3 755,22 0-921,-1-1 1,0-1-1,0-1 1,24-6-1,-30 4-756,0-1 0,-1 0 0,23-13 0,22-16-6595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31.5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405 6 4978,'0'0'13361,"-20"-1"-9428,4 0-3043,3-1-356,1 1 0,0 1-1,0 0 1,-1 0-1,1 2 1,0-1 0,0 2-1,0-1 1,-18 8-1,3 1 366,1 1-1,-40 25 0,61-34-823,0 0 0,0 0 0,1 1 0,-1 0 0,1-1 0,-1 2 0,1-1 0,0 0 0,1 1-1,-1 0 1,1 0 0,0 0 0,0 0 0,1 0 0,-1 0 0,1 1 0,0 0 0,1-1 0,-1 1 0,0 6 0,3-10-122,-1 1-1,1 0 1,-1-1 0,1 1-1,0-1 1,0 1 0,0-1-1,0 1 1,1-1 0,-1 0-1,1 1 1,-1-1 0,1 0-1,0 0 1,0 0 0,0 0-1,0-1 1,0 1 0,0 0-1,0-1 1,1 1 0,-1-1-1,1 0 1,-1 0-1,1 0 1,3 1 0,12 4-739,-1-1 0,36 4 0,-26-4 65,4 1-457,40 8-1236,-65-12 2172,-1-1 0,1 1 0,-1 0 1,0 0-1,0 1 0,0 0 0,0-1 0,0 2 0,4 3 1,-8-7 234,-1 1 0,1 0 0,-1-1 0,1 1 0,-1 0 0,1 0-1,-1-1 1,1 1 0,-1 0 0,0 0 0,1 0 0,-1 0 0,0 0 0,0 0 0,0 0 0,0 0 0,0-1 0,0 1 0,0 0 0,0 0 0,0 0 0,0 0 0,0 0 0,0 0 0,-1 0 0,1 0 0,0-1 0,-1 1 0,1 0 0,-1 0 0,0 1 0,-21 19 248,-15-2 1010,1-2 0,-62 20 0,57-23-230,2 1 0,-49 27 0,88-39-2413,11-2 468,19-4-650,-9-3-869,1-2-1,39-21 1,-45 21 596,58-29-7547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32.1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38 5795,'0'0'12259,"-19"6"-8001,-61 21-651,77-26-3497,1-1 1,-1 1 0,1 0 0,-1 0-1,1 0 1,-1 0 0,1 1 0,0-1 0,-1 0-1,1 1 1,0 0 0,0 0 0,0-1-1,0 1 1,0 0 0,1 1 0,-1-1 0,1 0-1,-1 0 1,1 1 0,0-1 0,0 1 0,0-1-1,0 1 1,0-1 0,0 1 0,1 0-1,-1-1 1,1 1 0,0 3 0,0-4-28,1 1 1,0 0 0,0 0 0,0-1-1,0 1 1,0-1 0,1 1 0,-1-1-1,1 1 1,-1-1 0,1 0-1,0 0 1,0 0 0,0 0 0,0 0-1,1 0 1,-1 0 0,0-1-1,1 1 1,-1-1 0,1 0 0,2 2-1,5 0-282,1 1 0,-1-1-1,1-1 1,0 0 0,0 0-1,0-1 1,0 0-1,0-1 1,0-1 0,14-1-1,-23 1 126,-1 0-1,0 1 1,0-1 0,1 0-1,-1 0 1,0 0-1,0 0 1,0 0-1,0 0 1,0 0-1,0 0 1,0 0-1,0 0 1,-1-1 0,1 1-1,0 0 1,-1-1-1,1 1 1,-1 0-1,1-1 1,-1 1-1,0-1 1,0 1-1,1-2 1,1-39-607,-2 36 598,0 4 139,-1 0-1,1 1 0,0-1 1,0 0-1,0 0 1,0 0-1,1 1 1,-1-1-1,1 0 0,-1 0 1,1 0-1,-1 1 1,1-1-1,0 0 1,0 1-1,0-1 0,0 1 1,0-1-1,0 1 1,0-1-1,0 1 1,3-2-1,-2 2-20,0 1 0,1 0 0,-1-1 0,0 1 0,0 0 0,1 0 0,-1 1 0,0-1 0,0 0 0,1 1-1,-1-1 1,0 1 0,0 0 0,0 0 0,0 0 0,0 0 0,0 0 0,0 0 0,0 0 0,2 2 0,13 9 148,-1 0 0,0 1 1,-1 1-1,0 0 0,24 32 0,-37-44-158,-1-1 0,0 1-1,-1-1 1,1 1 0,0 0 0,0-1-1,-1 1 1,1-1 0,-1 1-1,1 0 1,-1 0 0,0-1 0,0 1-1,1 3 1,-1-5 442,-3-2-264,-3-4-205,0 0 0,0-1 1,0 0-1,1-1 1,0 1-1,0-1 0,1 0 1,0 0-1,1 0 0,-1 0 1,2-1-1,-1 0 0,1 1 1,0-1-1,1 0 1,0 0-1,1-17 0,0 25-52,1-1-1,0 1 1,0 0-1,-1-1 1,1 1-1,0 0 1,0 0-1,0-1 1,1 1-1,-1 0 1,0 0-1,0 0 1,1 1-1,-1-1 1,0 0-1,1 0 1,-1 1-1,0-1 1,1 1-1,-1-1 1,1 1-1,1-1 1,48-12-3193,-35 9 808,25-12-7966,-15 3 2180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32.3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1 13510,'0'0'3364,"-12"20"918,8-12-3828,-12 20 1336,1 0 0,2 0 0,1 2 1,1-1-1,-7 32 0,7 25-1651,4-1-1,4 100 1,3-182-139,0-2-149,0 1-1,0 0 1,1-1-1,-1 1 1,0 0-1,1-1 1,-1 1 0,1-1-1,0 1 1,-1-1-1,1 1 1,0-1 0,0 1-1,0-1 1,0 0-1,0 1 1,3 1-1,-3-2-151,0 0-1,0 0 0,1 0 0,-1-1 0,0 1 1,0 0-1,1-1 0,-1 1 0,0-1 0,1 1 1,-1-1-1,1 1 0,-1-1 0,0 0 1,1 0-1,-1 0 0,1 0 0,-1 0 0,1 0 1,-1 0-1,0-1 0,1 1 0,-1 0 0,1-1 1,-1 1-1,0-1 0,1 1 0,-1-1 0,0 0 1,0 1-1,3-3 0,5-18-11378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32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66 10629,'0'0'11157,"142"-14"-10757,-81 5-400,7 0-752,7 0-1745,6-2-3282,0-3-3393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32.8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658 1 9925,'0'0'6330,"-23"3"-2656,7-1-3205,0 1 0,0 1 0,0 0-1,0 1 1,1 0 0,-1 1 0,2 1 0,-1 1 0,1 0-1,-16 11 1,-26 24 888,1 3-1,2 1 1,-80 94-1,116-119-1253,0 0 0,1 1 0,1 1 0,2 0-1,0 1 1,2 0 0,0 1 0,2 0 0,1 1 0,1 0 0,1 0-1,-3 44 1,8-60-186,1 0 0,0-1-1,1 1 1,0-1 0,0 0 0,2 1-1,-1-1 1,1 0 0,0 0-1,1 0 1,0 0 0,1-1 0,0 0-1,0 0 1,1 0 0,0 0 0,1-1-1,0 0 1,0 0 0,1-1-1,0 0 1,0 0 0,0-1 0,1 0-1,0-1 1,0 0 0,12 5 0,4 0-1028,0-2 1,0 0-1,1-1 1,0-2-1,0-1 1,0-1-1,0-1 1,44-2 0,26-2-6617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33.3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20 5314,'0'0'14218,"-14"-4"-12396,10 3-1758,-8-3 383,-1 1 0,0 0 0,0 1 0,-1 1 0,-16-1 0,27 2-364,0 0 0,-1 1 0,1-1 0,0 0 0,0 1 0,0 0 0,0 0 0,0 0 0,0 0 0,0 0 0,0 0 0,0 1 0,1-1 0,-1 1 0,1 0 0,-1 0 0,1 0 0,-1 0 0,1 1 0,0-1 0,0 0 0,0 1 0,1-1 0,-1 1 0,0 0 0,1 0 0,0 0 0,-1 0 0,1 0 0,1 0 0,-1 0 0,-1 5 0,-2 57 907,4-63-984,0-1 0,0 1 0,0 0 1,0-1-1,0 1 0,0 0 0,0-1 0,1 1 0,-1-1 0,0 1 0,1-1 0,-1 1 1,1 0-1,0-1 0,0 0 0,-1 1 0,1-1 0,0 0 0,0 1 0,0-1 0,1 0 1,-1 0-1,0 0 0,0 0 0,1 0 0,-1 0 0,0 0 0,1 0 0,-1 0 0,1-1 1,-1 1-1,1-1 0,2 2 0,-1-3-43,0 1 0,0 0 1,0-1-1,-1 0 0,1 1 1,0-1-1,0 0 0,-1 0 0,1-1 1,-1 1-1,1 0 0,-1-1 0,0 0 1,1 1-1,-1-1 0,0 0 1,0 0-1,0 0 0,0-1 0,-1 1 1,1 0-1,-1-1 0,1 1 1,-1-1-1,0 1 0,0-1 0,1-3 1,20-29-646,-18 29 560,37-42-527,-38 45 706,-1 0 1,1 1-1,-1-1 0,1 1 1,0 0-1,0 0 0,0 0 1,0 0-1,0 0 0,0 1 1,0-1-1,1 1 0,5-2 1,-8 3 916,-1 12 1205,0-7-2080,0 1-1,1-1 1,-1 1 0,1 0-1,0-1 1,1 0 0,-1 1-1,1-1 1,0 0-1,0 0 1,1 0 0,0 0-1,0 0 1,0 0 0,0-1-1,0 0 1,1 1 0,0-1-1,0-1 1,0 1-1,1 0 1,-1-1 0,1 0-1,0 0 1,-1 0 0,1-1-1,1 0 1,-1 0 0,0 0-1,0 0 1,1-1-1,9 1 1,-2 1-1052,0-1 0,1 0 0,-1-2 0,1 1-1,-1-1 1,1-1 0,14-3 0,-1-7-6069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33.7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420 1 1969,'0'0'20329,"-115"142"-17495,67-103-1090,-6-3-847,14-2-897,-1 4-176,0 0-1809,1-2-2673,-1-4-401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34.9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19 4258,'0'0'11066,"2"-3"-9361,7-9-3,-6 9-48,-11 11 678,-4 7-2137,1 0-1,0 1 1,2 0-1,0 1 1,0 0 0,2 0-1,0 1 1,1 0-1,1 0 1,0 0-1,2 1 1,0 0 0,1 0-1,0 30 1,3-46-197,-1 0 1,0-1-1,1 1 1,-1 0-1,1 0 0,0 0 1,0-1-1,0 1 1,0 0-1,1-1 1,-1 1-1,1-1 1,-1 0-1,1 1 1,0-1-1,0 0 0,0 0 1,0 0-1,0 0 1,1 0-1,-1-1 1,0 1-1,1-1 1,-1 1-1,1-1 1,0 0-1,-1 0 0,1 0 1,0-1-1,0 1 1,0 0-1,0-1 1,-1 0-1,4 0 1,5 1 17,-1 0 0,0-1 0,1-1 0,-1 0 0,0 0 0,0-1 0,0 0 0,16-6 0,-6 0-8,-2-1-1,0-1 1,0 0-1,0-2 1,-2 0-1,1 0 0,-1-2 1,-1 0-1,-1-1 1,0 0-1,-1-1 1,0 0-1,12-24 0,-23 36-7,1-1 0,-2 1 0,1 0-1,0-1 1,-1 1 0,0-1-1,0 1 1,-1-1 0,1 0-1,-1 1 1,0-1 0,-1-9 0,0 11 7,1 1 1,-1-1-1,0 1 1,0 0 0,-1-1-1,1 1 1,0 0-1,-1 0 1,1 0 0,-1 0-1,0 0 1,0 0-1,0 0 1,0 1 0,0-1-1,0 1 1,0-1 0,0 1-1,-1 0 1,1 0-1,0 0 1,-1 0 0,-3-1-1,-15-3 38,1 2 0,-1 0 0,0 1 0,0 1 0,-36 3 0,4 0-77,53-2 28,-43 4-171,42-4 70,0 0 0,0 0-1,0 0 1,0 1 0,0-1-1,0 0 1,0 1 0,1-1-1,-1 1 1,0-1 0,0 1-1,0-1 1,1 1 0,-1 0-1,0-1 1,0 1 0,1 0-1,-1 0 1,1-1 0,-1 1-1,1 0 1,-1 0 0,1 0 0,-1 0-1,1-1 1,0 1 0,-1 0-1,1 0 1,0 0 0,0 0-1,0 0 1,0 0 0,0 0-1,0 0 1,0 0 0,0 0-1,0 0 1,0 0 0,1 1-1,10 9-4477,24-4-2572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35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1 3217,'0'0'15031,"-60"121"-13494,32-82-849,-5-1-464,-8 3-224,7-3-1632,7-4-3907,0-7-6995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38.0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1 992,'0'0'15517,"-4"-1"-14322,0 1-1076,0 1-1,1-1 0,-1 1 1,0-1-1,1 1 1,-1 0-1,1 1 0,-1-1 1,1 0-1,-1 1 1,1 0-1,0 0 0,0 0 1,0 0-1,0 1 1,0-1-1,1 1 0,-1-1 1,1 1-1,-3 4 1,-12 14 761,-24 39-1,25-36-411,11-15-401,0 1-1,1-1 1,-1 1-1,2 0 1,0 0-1,0 1 1,1-1-1,0 0 1,0 1-1,1 0 0,1 19 1,4-29-86,-1 0-1,0 0 1,1 0-1,-1-1 1,1 0 0,-1 0-1,1 0 1,-1 0-1,0 0 1,5-1 0,0-1 5,-1-1 0,1 0 0,-1 0 0,0 0 0,0 0 1,0-1-1,-1-1 0,1 1 0,-1-1 0,0 0 1,8-8-1,6-8-54,29-39 0,-38 36-36,-7 14 704,-3 18 3005,-1 14-2980,-1-15-448,1 1-1,0-1 0,1 1 0,-1 0 0,5 14 0,-4-19-175,0 0 1,1 0-1,-1 0 0,1 0 0,0-1 0,0 1 0,0 0 0,0-1 0,1 1 0,-1-1 0,1 0 0,-1 0 0,1 0 0,0 0 0,0 0 1,0-1-1,4 2 0,3 2-369,0-1 1,1-1-1,-1 0 1,1 0-1,20 2 1,54-2-5978,-80-3 5808,44 0-6891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38.2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39 8564,'0'0'24203,"-41"2"-24203,48-2-4242,20-16-1328,-7-9-4899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38.5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0 8244,'0'0'12187,"-22"31"-8570,-73 103-58,83-114-3108,1 1 0,1 0-1,0 1 1,2 0 0,1 0-1,0 1 1,2 0 0,-5 44-1,-3 9 168,-11 76-419,21-87-5461,13-72-10615,14-14 7545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39.2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93 9012,'0'0'15413,"9"10"-14373,-5-5-936,0-1-1,1 0 1,-1 1-1,1-1 1,0-1-1,0 1 1,1-1-1,-1 0 1,1 0-1,-1-1 1,1 1-1,0-1 1,0-1-1,0 1 1,0-1-1,0 0 1,0 0-1,1-1 1,11 0-1,-10 0-79,0-1 0,0 0 0,0 0 0,0-1-1,0 0 1,-1 0 0,1-1 0,-1 0 0,1 0-1,-1-1 1,0 0 0,8-6 0,-12 8-46,0 0 0,1-1 1,-1 0-1,0 0 0,-1 0 0,1 0 1,0 0-1,-1-1 0,0 1 0,0-1 1,0 0-1,0 1 0,-1-1 0,1 0 1,-1 0-1,0 0 0,0 0 0,0 0 0,-1 0 1,1-1-1,-1 1 0,0 0 0,0 0 1,-1 0-1,-1-8 0,2 11 21,-1 0 1,0 0-1,1 0 0,-1 0 0,0 0 1,0 0-1,0 0 0,1 0 0,-1 1 0,0-1 1,0 0-1,-1 0 0,1 1 0,0-1 1,0 1-1,0-1 0,0 1 0,0-1 1,-1 1-1,1 0 0,0-1 0,0 1 1,-1 0-1,1 0 0,-2 0 0,-38-1 4,30 2-5,4-2 10,-1 1-1,1 0 1,-1 1-1,1 0 0,-1 0 1,1 1-1,0 0 1,0 0-1,0 1 1,0-1-1,0 2 0,0-1 1,1 1-1,-1 0 1,1 0-1,0 1 0,0-1 1,1 1-1,0 1 1,-1-1-1,2 1 0,-1 0 1,1 0-1,0 0 1,0 1-1,0-1 0,1 1 1,0 0-1,1 0 1,-1 0-1,1 1 0,1-1 1,-1 0-1,1 1 1,1-1-1,-1 1 0,1-1 1,1 1-1,0 8 1,0-13-76,-1 0 1,1 0 0,0-1 0,0 1 0,0 0-1,0 0 1,0-1 0,1 1 0,-1-1-1,1 1 1,-1-1 0,1 1 0,0-1 0,0 0-1,0 0 1,0 0 0,1 0 0,1 1-1,2 1-250,-1-1-1,1-1 1,0 1-1,0-1 0,-1 0 1,1 0-1,1-1 1,5 1-1,11 1-1286,-1-2 0,0-1 0,37-4 0,-47 2 889,0-1 1,-1 0 0,1 0-1,-1-1 1,1 0-1,-1-1 1,0-1-1,14-9 1,28-22 174,-5-3 4967,-37 33 6626,-8 9-6097,1 11-4183,5 11-1148,-7-22 336,1 1 1,-1-1-1,1 0 1,0 0-1,-1-1 1,1 1-1,0-1 1,0 1-1,0-1 1,1 0-1,-1 0 1,0 0 0,0-1-1,0 1 1,1-1-1,-1 1 1,0-1-1,1 0 1,3-1-1,64-7-1361,-54 4 872,-1-1-1,1-1 1,15-8-1,-26 12 398,0-1 1,-1 0-1,1 0 1,-1-1-1,0 1 0,0-1 1,0 0-1,-1-1 1,1 1-1,-1-1 0,6-8 1,-8 1 2766,-6 12-1155,4 1-1507,-1-1-1,1 1 1,0 0 0,0-1-1,0 1 1,0-1 0,0 1-1,0 0 1,0-1 0,0 1-1,0-1 1,0 1 0,0 0 0,0-1-1,0 1 1,0-1 0,1 1-1,-1-1 1,0 1 0,0-1-1,1 1 1,-1 0 0,0-1-1,1 0 1,-1 1 0,1-1-1,-1 1 1,0-1 0,1 1-1,-1-1 1,1 0 0,-1 1 0,1-1-1,0 0 1,-1 0 0,1 1-1,-1-1 1,1 0 0,-1 0-1,1 0 1,0 0 0,-1 1-1,1-1 1,13 4-1652,0 1 0,0-2 0,0 0 0,1 0 0,-1-1 0,1-1 0,-1-1-1,18-1 1,-18 1-299,34 0-7117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39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780 13 7668,'0'0'14681,"-20"-3"-13707,-60-7-291,78 10-647,0 0 1,-1 1-1,1-1 1,0 1 0,0-1-1,-1 1 1,1 0 0,0 0-1,0 0 1,0 0-1,0 0 1,0 0 0,0 1-1,1-1 1,-1 1-1,0-1 1,0 1 0,1 0-1,-1-1 1,1 1 0,0 0-1,0 0 1,-1 0-1,1 0 1,0 0 0,0 4-1,-2 3 42,0 0-1,1 0 1,0 0 0,-1 15-1,2-18-66,0 60-174,1-65 122,1 0-1,-1 0 0,1 0 1,-1 0-1,1 0 1,0-1-1,-1 1 1,1 0-1,0 0 0,-1-1 1,1 1-1,0 0 1,0-1-1,0 1 0,0-1 1,-1 1-1,1-1 1,0 1-1,0-1 0,0 1 1,0-1-1,0 0 1,0 0-1,0 0 1,0 1-1,0-1 0,0 0 1,0 0-1,0 0 1,0-1-1,0 1 0,0 0 1,0 0-1,0 0 1,0-1-1,1 0 0,3 1-87,-1-1-1,0 0 1,0 1-1,0-2 0,0 1 1,0 0-1,-1-1 1,6-3-1,-3 0-27,-1-1 0,0 0 0,0-1 0,0 1 0,-1-1 0,5-10 0,2-3 154,-7 18 1459,-3 11-1091,-2 12-289,-66 292 1968,62-290-1778,-1 0 0,-1-1 0,0 0 0,-2 0 0,-1-1 0,-1 0 0,-25 37 0,27-47-113,0 0 1,-1-1-1,0 0 1,-1 0-1,0-1 1,-1-1 0,0 0-1,0-1 1,0 0-1,-1 0 1,0-2-1,-1 1 1,1-2-1,-20 5 1,-3-3-62,0-1 0,-1-1 0,0-2 0,0-2 0,-40-5 0,70 5-106,0-2 0,0 1-1,1-1 1,-1 0 0,1 0-1,-1-1 1,1 0-1,0 0 1,0 0 0,0-1-1,1 0 1,-1 0 0,1-1-1,0 1 1,-7-10 0,9 10-205,0 0 0,0 0 0,0 0 0,1-1 0,0 1 0,-1-1 0,2 0 0,-1 1 0,1-1 0,-1 0 0,1 0 0,1 0 0,-1-9 0,1 12-25,1 0 1,-1 0-1,1 0 0,-1 0 0,1 0 0,0 0 0,0 0 0,0 0 0,0 0 0,0 0 1,1 1-1,-1-1 0,1 0 0,-1 1 0,1-1 0,-1 1 0,1 0 0,0-1 0,2 0 1,43-24-5194,-31 18 2892,24-14-5213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40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0 16231,'0'0'2001,"-74"115"1329,40-42 1360,7 3-1921,6-1-1568,1-10-545,7-6-352,-1-11-240,7-15-64,0-5-704,1-13-641,-1-8-1264,0-7-1089,0 0-2993,-6-11-5282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40.5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0 379 6419,'0'0'5736,"24"-9"-2468,163-59 3669,-160 60-6242,40-13 518,76-36-1,-125 49-1205,0-1 0,-1-1 0,0-1 0,0 0 0,-1-1 0,-1-1 0,0-1 0,-1 0 0,13-16 0,-24 26-16,-1 1-1,1-1 0,-1 0 0,0 1 0,0-1 0,-1 0 1,1 0-1,-1 0 0,0-1 0,0 1 0,0 0 0,-1 0 0,1-1 1,-1 1-1,0-8 0,-1 12 28,1-1-1,0 0 1,-1 1 0,1-1-1,0 0 1,-1 1 0,1-1-1,0 1 1,-1-1 0,1 0-1,-1 1 1,0-1 0,1 1-1,-1-1 1,1 1 0,-1 0-1,0-1 1,1 1 0,-1 0-1,1-1 1,-1 1 0,0 0-1,0 0 1,1 0 0,-1-1-1,0 1 1,1 0 0,-1 0-1,0 0 1,0 0 0,1 0-1,-2 1 1,-31 1 341,30-2-322,-5 2 25,0 0 0,0 1 0,1 0 0,-1 0 0,0 1 0,1 0-1,0 0 1,0 0 0,0 1 0,1 0 0,-1 1 0,1 0 0,-9 11 0,-4 6 228,0 0 0,-22 41 0,23-32-259,1 1 0,2 1 0,2 0 0,1 1 0,1 0 0,2 1 0,2 0 0,1 1 0,2-1 0,1 65 0,3-99-321,9-4-95,6-8 384,-1-1 0,1-1-1,-2 0 1,0 0 0,20-26-1,-12 56 4697,-16-13-4880,0 0 1,1-1 0,0 0 0,0 0-1,0 0 1,0-1 0,14 5 0,45-8-5371,-25-4 35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41.5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59 4578,'0'0'12171,"4"0"-10098,57 1 3447,37-1-1806,-69 0-3831,1-3-1,-1 0 1,31-8-1,-22-3-4608,-14-1-3533,-5 1-1412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41.8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 6739,'0'0'15268,"-3"7"-14171,-7 30 246,1 1 0,2 0-1,1 0 1,3 0 0,0 41 0,-4-18-2520,7-79-20579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42.4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29 1072,'0'0'6878,"-2"-5"-5883,1 5-937,1-1-1,-1 1 1,1-1-1,-1 1 1,1-1-1,0 0 0,0 1 1,-1-1-1,1 0 1,0 1-1,0-1 1,-1 0-1,1 1 0,0-1 1,0 0-1,0 0 1,0 1-1,0-1 1,0 0-1,0 1 0,1-1 1,-1 0-1,0 1 1,0-1-1,0 0 1,1 1-1,-1-1 0,0 0 1,1 1-1,-1-1 1,0 0-1,1 1 1,-1-1-1,1 0 0,2 1 131,-1 0 0,0 0 0,0 0 0,0 0 0,0 0 0,1 0-1,-1 0 1,0 1 0,0-1 0,0 1 0,0 0 0,0 0-1,0-1 1,0 1 0,3 2 0,9 5 321,-1 0 0,0 1 1,0 1-1,-1 0 0,0 0 0,-1 1 0,0 1 1,11 15-1,1 3 276,-2 1 1,22 44-1,-25-37-447,-1 0-1,-2 1 0,-1 1 1,-2 0-1,-2 1 0,-2 0 1,-1 1-1,-3-1 1,-1 1-1,-3 53 0,-1-87-208,1-1 0,-2 0 0,1 0 0,-1 0 0,0 0 0,-1 0 0,1 0 0,-1 0 0,-1-1 0,1 1 0,-1-1 0,0 0 0,-6 6 0,2-3 102,0 0 0,-1-1-1,-1 0 1,1-1 0,-1 0-1,0-1 1,-15 8 0,-3-3 36,1 0 0,-2-2 0,1 0-1,-1-2 1,-50 5 0,79-12-334,0 0-1,-1 0 0,1 0 1,0 0-1,0 0 1,-1 0-1,1 0 0,0 0 1,0 0-1,0 0 0,-1 0 1,1 0-1,0 0 1,0 0-1,-1 0 0,1 0 1,0 0-1,0 0 0,0 0 1,-1 0-1,1 0 0,0 0 1,0 0-1,0-1 1,-1 1-1,1 0 0,0 0 1,0 0-1,0 0 0,0 0 1,0-1-1,-1 1 1,1 0-1,0 0 0,0 0 1,0-1-1,0 1 0,0 0 1,0 0-1,0 0 0,0-1 1,0 1-1,0 0 1,0 0-1,0 0 0,0-1 1,0 1-1,6-15-1905,16-11-1361,19-10-2722,11-4-2636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42.6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4114,'0'0'26156,"0"-2"-23659,0 11-8900,0-2 897,0 0-5491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42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366 1 12614,'0'0'8131,"-88"115"-3809,61-77-1408,-7 1-2066,7-1-752,-7 1-96,0 4-608,7-1-1025,0 4-800,-7-4-1985,0 1-3554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44.8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69 3586,'0'0'8209,"0"-14"-6691,3 9 2598,87-11-2198,-33 4-1050,1 3 0,79-3 0,-137 12-835,1 1 0,-1-1 0,1 0-1,0 1 1,-1-1 0,1 1 0,-1-1-1,1 1 1,-1-1 0,0 1-1,1-1 1,-1 1 0,0 0 0,1-1-1,-1 1 1,0 0 0,1-1 0,-1 1-1,0 0 1,0-1 0,0 1 0,0 0-1,0-1 1,0 1 0,0 0 0,0-1-1,0 2 1,0 26 337,0-22-208,0 9-54,0 0 1,-1 0-1,0 0 1,-1 0-1,-1 0 1,0 0-1,-1-1 0,0 0 1,-2 1-1,-7 14 1,4-13-75,1 2 0,0-1 0,1 1 0,1 0 0,1 0 0,0 1 1,1 0-1,1 0 0,0 35 0,2-31-9,1-17-23,-1 0 0,1 0 0,0 0 0,1-1-1,-1 1 1,1 0 0,2 6 0,-2-10 0,0 0 0,0 0 0,0-1 0,0 1 0,1 0 0,-1-1 0,0 1 0,1-1-1,-1 1 1,1-1 0,0 0 0,-1 0 0,1 0 0,0 0 0,0 0 0,0 0 0,-1 0 0,1 0 0,0-1 0,0 1-1,0-1 1,0 0 0,0 1 0,4-1 0,3 1 6,0-1 0,0 0-1,0 0 1,-1-1 0,1 0 0,15-3-1,-21 3-6,-1 1-1,0-1 1,0 0-1,1 0 1,-1 0-1,0 0 1,0 0-1,0 0 1,0 0-1,0-1 1,0 1-1,-1-1 1,1 1-1,0-1 1,-1 0-1,1 0 1,-1 0-1,1 0 1,-1 0-1,0 0 1,0 0-1,0 0 1,0 0-1,0-1 1,-1 1-1,1 0 1,-1 0-1,1-1 1,-1-3-1,-5 5 43,-1-1 0,1 1 0,-1 0 0,0 1 0,1-1 0,-1 1 0,1 0 0,-11 2-1,15-2-27,-3 0 3,1 1-1,-1 0 1,0 0 0,1 0 0,-1 0 0,1 1 0,-1-1-1,1 1 1,0 0 0,0 0 0,0 0 0,0 0 0,0 1-1,0-1 1,0 1 0,1 0 0,-1-1 0,1 1 0,0 1-1,0-1 1,0 0 0,0 0 0,1 1 0,-1-1 0,1 1-1,0-1 1,0 1 0,0 3 0,-4 11-15,2 1 0,1-1 1,0 1-1,1 23 0,2-25-2,0 0-1,1 0 0,0 0 0,2 0 1,0 0-1,1-1 0,0 0 1,2 0-1,13 25 0,3-4 0,1-1 0,45 52 0,-57-74 2,26 34-7,-35-45 8,-1 0 0,0 1-1,0 0 1,0-1 0,0 1-1,0 0 1,-1 0 0,0 0-1,0 0 1,1 8 0,-2-11 1,0 0 0,-1 0 0,1 0 0,0 0 0,-1 0 0,1 0 0,-1 0 0,0 0 0,1 0 0,-1 0 0,0 0 0,1 0 0,-1 0 0,0 0 0,0-1 0,0 1 0,1 0 0,-1-1 0,0 1 0,0-1 0,0 1 0,0-1 0,0 1 0,0-1 0,-1 1 0,-1-1 0,-35 8 243,33-7-181,-242 24 2459,68-10 529,176-14-2569,38-1-1344,22-1-1900,-29 0-844,-2 1-4650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39.1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0 4898,'0'0'19289,"-54"131"-16376,27-92-992,14-3-800,-1-5-625,0-6-432,14-11-64,-6-7-176,6-35-8084,0-17-1152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39.3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7027,'0'0'17960,"0"77"-17960,0-41-48,0 3-1168,7 1-1633,-1-1-1601,1-10-4883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39.7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5026,'0'0'21997,"1"10"-20119,5 36-632,-5-43-1215,-1 0 0,1 0 0,0 0 0,0 0 0,0-1 0,1 1 0,-1 0 0,1-1 0,-1 1 0,1-1 0,0 0 0,0 0 0,0 1 0,0-1-1,0 0 1,1-1 0,-1 1 0,0 0 0,1-1 0,0 1 0,-1-1 0,1 0 0,0 0 0,0 0 0,-1 0 0,5 1 0,6 0-386,0 0 1,0-1-1,0 0 0,19-2 1,-15 1-504,3 0 45,-14 1 504,0 0 0,0 0 1,-1-1-1,1 0 0,0-1 1,0 1-1,0-1 0,0 0 1,0-1-1,0 1 0,-1-1 0,1 0 1,-1-1-1,1 1 0,7-6 1,-18 7 5134,-6 5-3324,10-4-1508,1 0 0,-1 0 0,1 0 0,0 0 0,-1 0 1,1 1-1,-1-1 0,1 0 0,0 0 0,-1 1 0,1-1 0,0 0 0,-1 1 0,1-1 0,0 0 0,0 1 0,-1-1 0,1 0 0,0 1 0,0-1 0,0 1 0,-1-1 0,1 0 0,0 1 0,0-1 0,0 1 0,0-1 0,0 0 0,0 1 0,0-1 0,0 1 0,0-1 0,0 1 1,0-1-1,0 0 0,0 1 0,0-1 0,1 1 0,-1-1 0,0 1 0,0-1 0,0 0 0,1 1 0,-1-1 0,0 0 0,0 1 0,1-1 0,-1 0 0,0 1 0,1-1 0,-1 0 0,0 0 0,1 1 0,-1-1 0,0 0 0,1 0 0,-1 0 0,1 1 0,0-1 0,3 2-360,0 0 0,0 0-1,0 0 1,0 0 0,1-1-1,-1 1 1,0-1-1,1 0 1,5 0 0,28 1-7010,-13-2-871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39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1 14343,'0'0'4658,"-81"126"592,54-69-2160,13 1-769,7-6-785,7-2-639,0-5-497,0-9-272,0-4-128,14-9 0,-1-10-592,8-6-561,-1-7-912,0 0-1681,-6-7-2977,-1-22-7619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40.1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12358,'0'0'1024,"135"11"-15,-67-9-1009,-1-2-2321,8 0-5619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40.5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0 116 11333,'0'0'14770,"7"20"-12593,20 58-881,-26-77-1221,-1 0 0,1 0 0,-1 0 0,1 0 0,0 0 0,-1 0 0,0 1 0,1-1 0,-1 0 0,0 0 0,0 0 0,1 1 0,-1-1 1,0 0-1,0 0 0,-1 1 0,1-1 0,0 0 0,0 0 0,0 0 0,-1 1 0,1-1 0,-1 0 0,0 2 0,-8-6 1240,11-17-1338,0 0-1,2 0 1,0 1 0,1-1 0,1 1-1,1 0 1,1 1 0,0-1-1,1 2 1,17-26 0,-25 43-109,-1-1 1,0 1-1,1-1 1,-1 1-1,1-1 1,-1 1-1,0-1 1,1 1-1,-1 0 1,1-1-1,-1 1 0,1 0 1,-1-1-1,1 1 1,0 0-1,-1-1 1,1 1-1,-1 0 1,1 0-1,0 0 1,-1 0-1,1 0 1,-1 0-1,1 0 1,0 0-1,-1 0 0,1 0 1,0 0-1,-1 0 1,1 0-1,-1 0 1,1 0-1,0 1 1,-1-1-1,1 0 1,-1 0-1,1 1 1,0-1-1,24 23-7487,-2-2-543,9-6 436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40.6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11701,'0'0'19913,"-27"38"-19480,27-56-24476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40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5 13014,'0'0'11301,"-13"-5"-12373,13 8-2322,6 15-2561,15 2-3233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41.5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260 527 8612,'0'0'17373,"-20"10"-16954,-56 33-262,74-41-154,0-1 0,0 1 0,0 0 0,0 0 0,1 0-1,-1 0 1,1 1 0,0-1 0,-1 0 0,1 1 0,0-1-1,0 0 1,1 1 0,-1-1 0,0 1 0,1 0 0,0-1-1,-1 1 1,1-1 0,0 1 0,0 0 0,1-1-1,-1 1 1,1 3 0,0 9 20,-1 226-642,1-237 537,-1 1 0,0-1-1,0 0 1,-1 0 0,1 0 0,-1 1 0,0-1 0,0 0-1,-1 0 1,1 0 0,-1-1 0,0 1 0,0 0-1,0 0 1,0-1 0,-4 5 0,2-5 57,1 0 0,-1-1 1,0 0-1,1 0 0,-1 0 1,0 0-1,0-1 0,0 1 0,-1-1 1,1 0-1,0-1 0,0 1 0,-1-1 1,1 1-1,-8-2 0,10 2 31,0-1 0,0 0 0,0 0 0,0 0 0,0 0-1,0 0 1,0-1 0,0 1 0,0-1 0,0 1 0,0-1 0,0 0 0,0 1 0,0-1-1,1 0 1,-1 0 0,0 0 0,1-1 0,-1 1 0,1 0 0,-1-1 0,-2-2-1,3 1 4,0 0-1,1-1 0,-1 1 0,0 0 1,1-1-1,0 1 0,0 0 0,0-1 1,0 1-1,0-1 0,1 1 0,-1 0 0,1-1 1,2-4-1,5-16-49,2 0-1,1 0 1,1 1 0,1 0 0,0 1 0,28-32-1,-3 0-267,48-66-2535,5 4 0,121-120 0,-22 55 6758,-189 181-3709,-1 0 0,1 0 0,-1 0 0,1-1 0,-1 1 0,1 0 0,-1 0 0,1-1 0,-1 1 0,0 0 0,1-1 0,-1 1 0,0-1 0,1 1 0,-1 0 0,0-1 0,1 1 0,-1-1 0,0 1 0,0-1 0,1 1 0,-1-1 1,0 1-1,0-1 0,0 1 0,0-1 0,0 1 0,0-1 0,0 1 0,0-1 0,0 1 0,0-1 0,0 1 0,0-1 0,0 1 0,0-1 0,-1 0 0,-21-2 1928,-37 16-1657,49-8-427,1 0 0,0 1 0,0 0 0,1 0 0,-1 1 0,1 0 0,0 0 1,1 1-1,0 0 0,0 0 0,1 1 0,0 0 0,1 0 0,-1 0 0,2 1 1,-1-1-1,2 1 0,-4 12 0,-5 23-149,2-1 0,-9 90 0,12-73-61,0 8-1859,0 72 1,42-157 1843,49-37 762,-75 57 3851,2 19-4714,-7-12 506,-2-8-438,0 0 1,0 1-1,1-1 0,-1 0 1,1 0-1,0 0 1,0-1-1,0 1 0,0-1 1,0 1-1,7 3 0,-7-5-633,0 0 0,1 1-1,-1-1 1,1-1 0,-1 1 0,1 0-1,-1-1 1,1 0 0,-1 1 0,1-1 0,-1-1-1,1 1 1,0-1 0,3 0 0,19-9-8072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41.8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1 2897,'0'0'19340,"-18"25"-14626,-1 0-3673,9-13-684,0 1 1,1 0 0,0 0 0,1 1-1,1 0 1,0 1 0,1-1-1,0 1 1,2 1 0,-5 18 0,-3 29-78,2 0 0,-1 94 0,7-134-1903,1 4-3366,7-24 2018,6-15 122,10-16-6569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42.0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12230,'0'0'8211,"115"14"-8019,-81-14-192,0 2-1536,7-2-1490,-1 0-3745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42.3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1 7443,'0'0'12654,"8"23"-11371,1 3-1052,103 332 3759,-101-313-3559,37 174 2337,-43-189-2510,-1 1 0,-2-1-1,-2 1 1,0 0 0,-6 34 0,5-58-215,-1 1 0,0-1 0,0 0 0,-1 0-1,0 0 1,0 0 0,-1 0 0,0-1 0,0 0 0,0 1 0,-1-1-1,0-1 1,0 1 0,0-1 0,-1 0 0,0 0 0,0-1 0,0 1-1,0-1 1,-1-1 0,0 1 0,0-1 0,0-1 0,-14 5 0,-7 0-73,-1-1 1,0-2 0,0-1 0,-57 0 0,86-3-85,-1 0 0,1-1 1,-1 1-1,1 0 0,-1 0 0,1 0 0,-1 0 1,1 0-1,-1-1 0,1 1 0,-1 0 0,1-1 1,-1 1-1,1 0 0,0-1 0,-1 1 0,1 0 1,0-1-1,-1 1 0,1-1 0,0 1 0,-1 0 1,1-1-1,0 1 0,0-1 0,-1 1 0,1-1 1,0 1-1,0-1 0,0 1 0,0-1 0,0 0 0,0 1 1,0-1-1,0 1 0,0-1 0,0 1 0,0-1 1,0 1-1,0-1 0,0 1 0,0-1 0,1 1 1,-1-1-1,0 1 0,0-1 0,1 1 0,-1-1 1,0 1-1,0 0 0,1-1 0,-1 1 0,1-1 1,-1 1-1,1-1 0,19-28-5572,17-5-3860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43.0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563 158 9396,'0'0'13465,"-18"-22"-11496,-61-68-872,74 86-1009,0-1 0,0 1 0,0 0 0,-1 0 0,0 1 0,0-1 0,1 1 0,-2 1 0,1-1 0,0 1 0,0 0 0,-1 0 0,1 1 0,-1 0 0,0 0 0,1 1 0,-1-1 0,0 2 1,1-1-1,-1 1 0,-8 1 0,5-1 29,8 0-114,-1-1 1,1 1-1,-1 0 1,1 0-1,-1 0 1,1 0-1,0 0 1,-1 0-1,1 1 1,0-1-1,0 1 1,0 0-1,0-1 1,0 1-1,0 0 1,1 0-1,-1 0 1,0 0-1,1 1 1,0-1-1,0 0 1,-1 1-1,1-1 1,1 1 0,-1-1-1,0 1 1,1-1-1,-1 5 1,-2 10-11,1-1 1,1 1 0,2 24 0,-1-21-2,3 45-1074,20 123 1,-19-167 840,0 1 1,-2-1-1,0 1 1,-2 0-1,0 0 1,-7 43-1,5-61 254,0 0 0,1 0 0,-1 0 0,-1 0 0,1 0 0,0-1 1,-1 1-1,0-1 0,0 0 0,0 0 0,0 0 0,0 0 0,-1 0 0,1-1 0,-1 1 0,0-1 0,0 0 0,0 0 0,0-1 0,-4 2 0,-12 3 275,1-1-1,-1-1 0,-25 2 0,-29 8 766,73-14-1058,1 0-1,0 0 1,0 0 0,-1 0-1,1 0 1,0 0 0,0 0-1,-1 0 1,1 0-1,0 0 1,0 0 0,-1 0-1,1 0 1,0 0 0,0 0-1,-1 0 1,1 1 0,0-1-1,0 0 1,0 0 0,-1 0-1,1 0 1,0 0 0,0 1-1,0-1 1,0 0 0,0 0-1,-1 0 1,1 1 0,0-1-1,0 0 1,0 0 0,0 1-1,0-1 1,0 0 0,0 0-1,0 1 1,0-1 0,0 0-1,0 0 1,0 1 0,0-1-1,0 0 1,0 0 0,0 1-1,0-1 1,13 7-366,19 1-344,-32-8 699,38 5-1451,-32-5 1120,1 0-1,0 0 0,-1 1 1,1 0-1,0 0 1,-1 0-1,0 1 0,1 0 1,-1 1-1,0-1 1,0 1-1,0 0 0,7 6 1,-11-7 350,-1 0 0,1 0 0,-1 1 0,0-1 0,0 0 0,0 1 0,0-1 0,-1 1 0,1-1 0,-1 1-1,1-1 1,-1 1 0,0 0 0,0-1 0,0 1 0,0-1 0,0 1 0,-1 0 0,1-1 0,-1 1 0,0-1 0,0 1 0,-1 1 0,-1 4 119,0 0-1,-1 0 1,0-1-1,-1 0 1,-8 11-1,-29 31 959,15-18-259,1 1 0,-22 36 0,41-57-526,1 0 0,0 1 0,1-1 0,0 1-1,1 1 1,1-1 0,0 1 0,0-1 0,1 1 0,0 21 0,1-32-222,1 0 0,0 0-1,0 0 1,0-1 0,0 1-1,0 0 1,1 0 0,-1 0-1,0-1 1,1 1 0,0 0-1,-1 0 1,1-1 0,0 1 0,0 0-1,0-1 1,0 1 0,0-1-1,0 1 1,0-1 0,0 0-1,1 1 1,-1-1 0,0 0-1,3 1 1,1 0 25,-1-1 0,1 0-1,0 0 1,0 0 0,0-1 0,0 1-1,10-2 1,-8 1-19,53 1 483,-20 1 360,48-5 0,-135-1-14819,20 4 5181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56.0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1 7876,'0'0'7120,"0"21"-4671,-4 72 155,-17 97 0,-1 19-1601,10-134-2017,4-67-2155,7-8 2750,1 0 0,-1 0 0,0-1 0,1 1 0,-1 0 0,1 0 0,-1 0 0,0-1 0,1 1 0,-1 0 0,1-1 0,-1 1 0,1 0 0,-1-1 1,1 1-1,-1-1 0,1 1 0,-1-1 0,1 1 0,0-1 0,-1 1 0,1-1 0,0 1 0,-1-1 0,1 0 0,0 1 0,0-1 0,-1 0 0,-6-24-6904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56.3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1 6467,'0'0'9599,"19"13"-8313,59 46-384,-75-57-820,0 2 0,-1-1 0,1 0 0,-1 0 0,0 1 0,0 0 1,0-1-1,0 1 0,0 0 0,-1 0 0,0 0 0,0 0 0,0 0 0,0 0 1,-1 0-1,1 0 0,-1 0 0,0 0 0,0 0 0,-1 1 0,-1 6 0,1 9 393,1-16-352,0 1 0,-1 0 0,1-1 0,-1 1 1,0-1-1,0 1 0,-1-1 0,1 0 0,-1 1 0,0-1 1,0 0-1,-1 0 0,1 0 0,-1 0 0,1-1 0,-1 1 1,-1-1-1,-4 5 0,-1-1 0,-1 0 1,0-1-1,0 0 1,0 0-1,-1-1 0,-12 3 1,18-6-148,0 0-1,0-1 1,0 0 0,0 0 0,0 0-1,0-1 1,0 1 0,0-1 0,0-1-1,-6 0 1,9 1-127,1 0 1,0-1-1,0 1 0,0 0 0,-1-1 0,1 1 1,0-1-1,0 0 0,0 1 0,0-1 1,0 0-1,0 0 0,0 1 0,0-1 1,0 0-1,1 0 0,-1 0 0,0 0 1,1 0-1,-1 0 0,0-1 0,1 1 0,-1 0 1,1 0-1,0 0 0,-1-1 0,1 1 1,0 0-1,0 0 0,-1-1 0,1 1 1,0 0-1,1 0 0,-1-1 0,0 1 1,0 0-1,0 0 0,1 0 0,-1-1 0,0 1 1,1 0-1,0 0 0,-1 0 0,2-2 1,0-2-1036,1 0 1,0 0 0,0 0 0,1 1 0,-1-1-1,1 1 1,8-7 0,19-14-4997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56.6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1 148 6035,'0'0'14017,"4"20"-12224,3 2-1296,-3-10-170,-1 0 0,0 0 0,0 0 0,-1 0-1,-1 1 1,0-1 0,-1 0 0,-1 18 0,0-30-321,1 0 0,-1 0 0,1 0-1,-1 0 1,0 0 0,1 0 0,-1 0 0,0 0 0,1-1 0,-1 1 0,1 0 0,-1 0 0,1-1 0,-1 1 0,1-1 0,-1 1 0,1 0 0,-1-1 0,1 1 0,-1-1 0,1 1 0,0-1 0,-1 1 0,0-2 0,-1-7-18,-1-2-1,2 1 1,-1 0 0,1 0 0,1-1-1,0 1 1,2-16 0,-1-7 67,0 21-64,1-1 0,1 1-1,0 0 1,1 0 0,0 0 0,1 0-1,0 1 1,0-1 0,2 1-1,-1 1 1,1-1 0,9-9-1,-11 13-15,-4 6-86,-1 1 1,1-1 0,-1 0 0,1 0 0,-1 1-1,1-1 1,0 0 0,-1 1 0,1-1-1,0 0 1,0 1 0,0-1 0,-1 1 0,1 0-1,0-1 1,0 1 0,0 0 0,0-1 0,0 1-1,0 0 1,0 0 0,1 0 0,-1 0-828,1 0 1,0 1 0,-1-1-1,1 1 1,-1 0-1,1 0 1,-1-1-1,1 1 1,-1 0 0,0 0-1,0 0 1,1 1-1,-1-1 1,0 0 0,2 3-1,9 7-6772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56.8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1 6451,'0'0'17896,"0"108"-17816,0-106-80,-6 1-432,-1-3-1825,0-5-9076,7-20 1024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56.9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4738,'0'0'13046,"0"134"-13430,0-96-2193,7-2-3362,0-4-288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57.3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1 129 6707,'0'0'15044,"4"21"-13899,16 69-609,-8-48-286,-11-41-259,-1 0-1,1 0 1,0 0 0,-1 0 0,1-1 0,0 1-1,-1 0 1,1 0 0,0-1 0,0 1 0,-1 0 0,1-1-1,0 1 1,0-1 0,0 1 0,0-1 0,0 0-1,0 1 1,0-1 0,0 0 0,0 0 0,0 0-1,0 1 1,0-1 0,2 0 0,-2 0-399,0-5 297,1 0 0,0 1 0,0 0 0,0-1 0,0 1 0,6-7 0,0-1-9,13-27-103,2-4 130,-2-1 0,23-66 1,-38 101-1679,3 9-8936,2 6 3725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57.7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185 1 6563,'0'0'15031,"-23"2"-13460,-71 10-373,91-12-1147,0 1 0,0-1 0,0 1 0,0 0 0,0 0 0,0 0 0,0 0 0,0 0 0,0 1 0,0 0 0,1-1 0,-1 1 0,0 0 0,1 0-1,0 0 1,-1 1 0,1-1 0,0 0 0,0 1 0,0 0 0,1-1 0,-1 1 0,1 0 0,-1 0 0,1 0 0,0 0 0,0 0 0,0 0 0,1 0 0,-1 0 0,1 0 0,-1 1 0,1-1 0,0 0 0,0 0 0,1 0 0,0 4-1,-1-4-62,0-2 4,0 0 1,1-1 0,-1 1 0,1 0-1,-1-1 1,0 1 0,1 0-1,-1-1 1,1 1 0,0 0 0,-1-1-1,1 1 1,0-1 0,-1 1-1,1-1 1,0 0 0,-1 1 0,1-1-1,0 1 1,0-1 0,-1 0-1,1 0 1,0 0 0,0 1 0,0-1-1,-1 0 1,1 0 0,0 0-1,0 0 1,1-1 0,35 2-340,-26-2 26,-5 1 130,0-1 0,0 1 0,-1-1 1,1-1-1,0 1 0,8-4 0,-12 5 150,0-1 1,-1 0-1,1 1 0,0-1 1,-1 0-1,1 0 0,-1 0 1,1 0-1,-1 0 0,1-1 1,-1 1-1,0 0 1,0-1-1,1 1 0,-1-1 1,0 1-1,0-1 0,-1 1 1,1-1-1,0 0 0,0 0 1,-1 1-1,1-1 0,-1 0 1,1-3-1,-1 5 294,1 14-517,1 9-4,4 16-4767,-5-38 4719,-1 0 1,1 0-1,-1-1 1,1 1-1,-1 0 1,1 0-1,0-1 0,-1 1 1,1 0-1,0-1 1,0 1-1,-1-1 1,1 1-1,0-1 1,0 1-1,0-1 1,0 0-1,0 1 1,0-1-1,-1 0 0,1 0 1,0 0-1,0 1 1,0-1-1,0 0 1,0 0-1,0 0 1,0-1-1,0 1 1,0 0-1,0 0 0,0 0 1,0-1-1,0 1 1,0-1-1,0 0 1,20-10-5344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58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1 6355,'0'0'14337,"-3"26"-12144,0 7-1557,2-14-269,-2 0-1,0 0 1,0 0-1,-2 0 1,-1 0-1,-7 18 1,2-12-2,2 0 1,0 1-1,2 0 1,1 0-1,1 1 1,1-1-1,0 34 1,5-59-427,-1 0-1,1 1 1,-1-1 0,1 0 0,-1 0 0,1 0 0,0 0 0,0 1 0,-1-1 0,1 0 0,0 0 0,0 0-1,0-1 1,0 1 0,0 0 0,0 0 0,0 0 0,1-1 0,-1 1 0,0-1 0,0 1 0,1-1 0,-1 1-1,0-1 1,0 0 0,1 1 0,-1-1 0,0 0 0,1 0 0,-1 0 0,2 0 0,57 1-3894,-44-2 1250,-16 1 2682,25-3-4472,-12-8-1429,-5-4-1645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58.2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6643,'0'0'13174,"149"-9"-13046,-115 9-128,0 0-384,0 0-1489,-7 5-1745,0 1-1824,-7 1-977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0:58.5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48 5026,'0'0'13380,"14"11"-11617,45 35-343,-55-43-1334,1-1 1,0 0 0,0 0 0,0 0 0,0 0 0,1-1-1,-1 0 1,0 0 0,1-1 0,-1 1 0,1-1-1,-1 0 1,0-1 0,1 1 0,-1-1 0,1 0 0,-1 0-1,0-1 1,0 1 0,0-1 0,7-4 0,-10 5-100,-1 0 0,0 0 1,0-1-1,0 1 0,0 0 1,0 0-1,0-1 0,0 1 1,-1-1-1,1 1 0,0-1 0,-1 1 1,1-1-1,-1 1 0,0-1 1,1 1-1,-1-1 0,0 0 1,0 1-1,0-1 0,0 1 1,0-1-1,0 0 0,-1 1 0,1-1 1,0 1-1,-1-1 0,1 1 1,-1-1-1,-1-1 0,1-1-18,-1 1 0,0 0 1,0 0-1,0 1 0,0-1 0,-1 0 0,1 1 0,-1-1 0,1 1 0,-1 0 0,0 0 1,-3-2-1,-7-1 197,1 0 0,-1 2 0,0-1 0,0 2 0,0 0 0,0 0 0,-1 1 0,-25 2 0,38-1-84,0 1 1,0-1-1,0 1 1,0-1-1,0 1 0,0-1 1,0 1-1,0 0 1,0 0-1,0 0 1,0-1-1,1 1 1,-1 0-1,0 0 1,1 0-1,-1 0 1,0 0-1,1 0 0,-1 0 1,1 1-1,0-1 1,-1 0-1,1 0 1,0 0-1,-1 0 1,1 1-1,0-1 1,0 0-1,0 2 1,-1 48 763,1-41-706,0-4-142,0-1 0,0 1 1,0-1-1,1 1 0,0 0 0,0-1 0,0 1 1,1-1-1,0 0 0,0 0 0,4 8 0,-4-10-115,1 0-1,0 0 0,0 0 0,0-1 0,0 0 1,0 1-1,0-1 0,0 0 0,1-1 0,-1 1 1,1 0-1,0-1 0,-1 0 0,1 0 0,0 0 1,0 0-1,-1-1 0,7 1 0,29 1-3598,42-3-1,-74 1 3061,72-4-5928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35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0 3410,'0'0'13254,"5"0"-10840,12 1-1009,-17 1 88,-31 6 1274,-21 5-949,39-8-1443,1 1-1,0 0 0,0 1 1,1 0-1,0 1 0,0 0 0,-13 14 1,19-18-337,0 2 1,1-1 0,-1 1-1,1-1 1,0 1-1,1 0 1,0 1 0,0-1-1,0 0 1,1 1 0,-1 0-1,2-1 1,-1 1 0,1 0-1,-1 14 1,2-20-46,0 0 0,0 0 0,0 0 0,1-1 0,-1 1 0,0 0 0,1 0 0,-1 0 0,0 0-1,1 0 1,-1 0 0,1-1 0,-1 1 0,1 0 0,0 0 0,-1-1 0,1 1 0,0 0 0,-1-1 0,1 1 0,0-1 0,0 1 0,0-1 0,0 1 0,-1-1 0,1 1 0,1-1 0,36 6-402,-26-7 138,1 0-1,-1 0 0,0-1 1,14-4-1,-15 1 82,-1 0-1,1-1 1,-1 0 0,0 0-1,0-1 1,-1-1 0,0 0-1,0 0 1,8-11-1,-1-7 5769,-16 30-5666,0 0 0,1 0 0,0 0 0,-1-1 1,1 1-1,1 0 0,-1 0 0,1-1 0,-1 1 0,1-1 0,0 0 0,0 1 0,1-1 1,-1 0-1,1 0 0,-1 0 0,1-1 0,0 1 0,0-1 0,0 1 0,0-1 1,1 0-1,-1 0 0,0-1 0,1 1 0,0-1 0,3 2 0,53 12-4909,-3-10-3496,-2-5-4158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35.2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1 8580,'0'0'14775,"-102"128"-12022,75-96-2177,-7 0-576,7-3-1024,-7-4-2258,0-5-5266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36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0 4338,'0'0'19497,"-7"88"-17352,0-49-608,1-8-545,-1-4-720,7-11-256,0-9-16,13-43-9124,8-14-2369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36.1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16055,'0'0'7300,"-7"134"-7300,7-87-1057,0 0-1760,0 1-2385,0-8-3554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36.5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 12214,'0'0'15316,"-6"19"-14449,-12 57-451,18-75-411,0 1 0,0-1 0,1 0 1,-1 0-1,0 0 0,0 0 0,1 0 0,-1 0 0,0 1 0,1-1 0,-1 0 0,1 0 0,0 0 0,-1 0 1,1 0-1,0-1 0,-1 1 0,1 0 0,0 0 0,0 0 0,0-1 0,0 1 0,0 0 0,0-1 0,0 1 0,0-1 1,0 1-1,0-1 0,0 1 0,0-1 0,0 0 0,1 0 0,1 1 0,40 1 9,-35-3-41,32 3-450,-27-1-147,0-1 0,0 0 0,0 0 1,17-4-1,-9-4 397,-20 8 338,0 0 0,-1-1 0,1 1-1,0-1 1,0 1 0,0 0 0,0 0 0,0-1 0,-1 1 0,1 0 0,0 0 0,0 0-1,0 0 1,0 0 0,0 0 0,0 0 0,0 0 0,-1 1 0,1-1 0,0 0 0,0 0 0,0 1-1,0-1 1,-1 1 0,1-1 0,0 1 0,0-1 0,-1 1 0,1-1 0,0 1 0,0 1-1,5 1-576,-1 0-1,1-1 0,0 1 0,-1-1 0,1 0 0,0 0 0,0-1 0,11 2 0,49-2-12904,-39-3 3751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36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1 12774,'0'0'5840,"-16"20"-1646,3-4-3293,-4 4 15,2 0 0,0 1 1,1 1-1,-18 39 0,22-36-434,2-1-1,0 1 0,2 1 0,0-1 0,2 1 1,1 0-1,1 51 0,2-74-525,0-1 0,0 1 1,0 0-1,1 0 0,-1-1 0,1 1 0,0 0 0,0-1 0,0 1 1,0-1-1,0 1 0,1-1 0,-1 0 0,1 1 0,0-1 1,-1 0-1,1 0 0,0 0 0,0 0 0,0 0 0,1-1 1,-1 1-1,0-1 0,0 1 0,1-1 0,-1 0 0,1 0 0,0 0 1,-1 0-1,6 1 0,40 3-3505,-3-11-3503,-44 6 6679,0 0 0,0 0 1,-1 0-1,1-1 0,0 1 0,0 0 1,-1-1-1,1 1 0,0 0 0,-1-1 1,1 1-1,0-1 0,-1 1 1,1-1-1,-1 1 0,1-1 0,-1 0 1,1 1-1,-1-1 0,1 0 0,1-18-9914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36.9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10613,'0'0'6467,"135"0"-5699,-87 0-768,6 0-1120,7 0-4515,-7-6-5458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37.2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1 13862,'0'0'7828,"-47"126"-2674,33-65-1968,-6 2-1265,7-4-1105,-1-5-816,1-9 0,6-11 0,0-9 0,7-7-512,0-9-1153,0-4-1232,14-5-7732,6-5 288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37.6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8900,'0'0'15399,"9"8"-14457,-1-2-827,-1 1 0,1-2 0,1 1-1,-1-1 1,1 0 0,0-1 0,0 0 0,0 0 0,1-1 0,-1 0 0,1-1 0,0 0 0,0-1-1,12 1 1,50-2-582,-71 0 443,-1 0-1,1-1 0,0 1 0,-1 0 1,1-1-1,0 1 0,-1-1 0,1 1 0,-1-1 1,1 1-1,-1-1 0,1 1 0,-1-1 1,1 0-1,-1 1 0,0-1 0,1 0 0,-1 1 1,0-1-1,1 0 0,-1 1 0,0-1 1,0 0-1,0 0 0,0 1 0,0-1 0,0 0 1,0 1-1,0-1 0,0 0 0,0 0 1,0 1-1,0-1 0,-1-1 0,1 0-9,0 0 1,0-1-1,-1 1 0,1 0 0,-1 0 0,1 0 0,-1 0 0,0 0 1,0 0-1,0 0 0,0 0 0,-2-2 0,-3 0 76,1 1 0,-1 0-1,0 0 1,-1 1 0,1-1-1,0 1 1,-1 1 0,1-1-1,-1 1 1,0 1 0,1-1-1,-1 1 1,0 0 0,-12 2-1,1-2 601,17 0-617,0 1-1,0-1 1,0 1-1,0-1 1,0 1-1,0-1 1,0 1-1,0 0 0,0-1 1,1 1-1,-1 0 1,0 0-1,0 0 1,1 0-1,-1 0 0,1-1 1,-1 1-1,1 0 1,-1 0-1,1 0 1,0 0-1,-1 1 1,1-1-1,0 0 0,0 0 1,0 0-1,-1 0 1,1 0-1,1 0 1,-1 0-1,0 0 0,0 0 1,0 0-1,0 1 1,1-1-1,0 1 1,-1 3-25,1-1 1,0 1-1,0-1 1,0 0-1,1 1 1,-1-1 0,1 0-1,0 0 1,3 4-1,1-1-279,1 0-1,1-1 0,-1 0 1,1-1-1,0 1 0,0-2 1,1 1-1,-1-1 1,1 0-1,0-1 0,0 0 1,0 0-1,0-1 0,15 2 1,-4-2-1856,0 0 0,0-2 1,0 0-1,1-1 0,38-7 1,14-15-5622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37.8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441 34 11013,'0'0'3962,"-25"-6"-286,-2-1-2554,13 2-575,0 1 0,0 0 0,-1 1 0,0 1 0,1 1 0,-1 0 0,0 0 1,-24 4-1,33-2-378,0 0 0,0 0 0,0 1 0,0 0 0,0 1 0,1-1 0,-1 1 0,1 0 0,-1 0 0,1 1 0,0 0 0,1 0 0,-1 0 0,1 0 0,-1 1 0,1-1 0,0 1 0,1 0 0,-1 0 0,1 1 0,0-1 1,1 1-1,-1 0 0,1-1 0,0 1 0,-1 9 0,-3 13-13,2 1 1,1-1 0,1 1-1,3 41 1,0-29 88,6 384-446,-7-422 70,0 0-1,0 0 1,0 0-1,0 0 1,-1 0-1,1 0 1,-1-1-1,0 1 1,0 0-1,0 0 1,0-1-1,0 1 1,0 0-1,-1-1 1,1 0-1,-1 1 1,0-1-1,1 0 1,-5 4-1,3-5-501,0 1 1,0 0-1,0-1 0,-1 0 0,1 0 0,0 0 0,-1 0 1,1 0-1,-1-1 0,1 1 0,-1-1 0,1 0 1,-1 0-1,1 0 0,-7-2 0,-17-4-8904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38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66 11301,'0'0'10373,"129"-16"-10373,-81 12-80,6-8-2065,0-1-2385,0-8-3986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38.2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200 1 7523,'0'0'8751,"-20"12"-4504,-66 41-221,80-48-3654,0 1 0,0-1 0,1 1-1,-1 0 1,1 0 0,1 0 0,-1 1 0,1 0-1,0 0 1,1 0 0,-1 0 0,-2 10-1,1 3 67,1 0-1,0-1 1,0 23-1,2-20-230,0-6-32,-7 105 519,9-110-742,1 0-1,0-1 1,0 1 0,1 0 0,0-1 0,1 0-1,0 1 1,8 17 0,-10-26-144,0 0 0,0 0 0,0-1 0,0 1 0,0 0 0,0-1 0,1 1 0,-1-1 1,1 0-1,-1 1 0,1-1 0,-1 0 0,1 0 0,0 0 0,-1 0 0,1 0 0,0 0 0,0-1 0,0 1 0,-1-1 0,1 1 0,0-1 1,0 0-1,0 1 0,0-1 0,0 0 0,3-1 0,-3 1-328,0-1 0,0 1 0,-1-1 0,1 0 0,0 0 0,-1 1 0,1-1 1,0 0-1,-1-1 0,0 1 0,1 0 0,-1 0 0,0-1 0,1 1 0,-1 0 0,0-1 0,0 1 0,0-1 0,0 0 0,-1 1 1,1-1-1,0 0 0,-1 1 0,1-1 0,-1 0 0,1 0 0,-1-3 0,1-28-9863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38.4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10949,'0'0'8084,"143"24"-6980,-83-19-1104,1 4-304,-6 0-1953,-8 0-3185,-6-2-3362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38.5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298 0 11477,'0'0'8436,"-108"116"-3490,74-85-2817,-7-4-2129,1 0-176,-1-4-2321,7-9-4514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6.2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201 22 272,'0'0'13428,"0"-6"-10889,0 6-2480,0 0 0,0-1 1,0 1-1,1-1 0,-1 1 0,0-1 0,0 1 0,0-1 0,0 1 0,0-1 0,0 1 0,0 0 0,0-1 0,0 1 0,0-1 0,0 1 0,0-1 0,-1 1 0,1-1 0,0 1 0,0-1 0,0 1 0,-1 0 0,1-1 0,0 1 0,0-1 0,-1 1 0,1 0 0,0-1 0,-1 1 0,1 0 0,0 0 0,-1-1 1,1 1-1,-1 0 0,1 0 0,0-1 0,-1 1 0,1 0 0,-1 0 0,1 0 0,-1 0 0,1 0 0,-1-1 0,-21 20 2033,-22 47 736,23-25-2099,1 0 1,2 2-1,2 0 0,2 1 0,-17 86 1,29-116-920,0 0 0,1 0 0,1 0 0,0 1 1,1-1-1,2 16 0,-2-29-24,0 0 0,0 0-1,0 0 1,0 0 0,-1 0 0,1 0-1,0-1 1,1 1 0,-1 0 0,0-1 0,0 1-1,0-1 1,0 1 0,0-1 0,1 0 0,-1 0-1,0 1 1,0-1 0,0 0 0,1 0 0,-1 0-1,2 0 1,0 0-591,0 0 0,0 0-1,-1 0 1,1-1 0,0 1 0,0 0-1,-1-1 1,1 0 0,4-2 0,8-15-7749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6.6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78 3570,'0'0'15081,"17"1"-13565,242 6 1552,-257-7-3064,-1 0 1,1 0 0,-1 0-1,1 0 1,-1 0 0,1-1-1,-1 1 1,0 0 0,1-1-1,-1 0 1,1 1 0,-1-1-1,0 0 1,0 1 0,1-1 0,1-2-1,-2 2 3,-1 0-1,0 1 1,1-1-1,-1 0 1,0 0-1,1 1 1,-1-1-1,0 0 0,0 0 1,1 0-1,-1 0 1,0 1-1,0-1 1,0 0-1,0 0 1,0 0-1,-1 0 1,1 1-1,0-1 1,0 0-1,-1-1 1,0-1 0,0 0 0,-1 1 1,1-1-1,-1 1 0,0-1 0,1 1 1,-1 0-1,0 0 0,-1 0 1,1 0-1,0 0 0,0 0 1,-1 0-1,1 1 0,-5-2 0,-7-2 197,0 0-1,-1 2 1,0 0-1,1 0 1,-1 2-1,0 0 0,-21 1 1,34 0-183,1 0 0,-1 1 0,1-1 1,0 1-1,-1-1 0,1 1 0,0-1 0,0 1 0,-1 0 1,1 0-1,0 0 0,0 0 0,0 0 0,0 0 0,0 0 1,0 0-1,0 0 0,1 0 0,-1 0 0,0 0 0,0 1 1,1-1-1,-1 0 0,1 1 0,-1-1 0,1 0 0,0 1 1,-1-1-1,1 0 0,0 1 0,0 1 0,-2 51 36,2-44-20,0-6-87,1 1 1,0-1-1,-1 1 1,2-1-1,-1 1 1,0-1-1,1 0 1,0 0-1,0 0 1,0 0-1,0 0 1,1 0-1,-1 0 1,1-1-1,0 1 1,0-1-1,1 0 1,-1 0-1,0 0 1,1 0-1,0-1 1,0 1-1,0-1 1,0 0-1,0 0 1,0-1-1,8 3 1,6 1-1213,-1 0 1,1-2 0,0 0 0,0 0 0,30-2-1,19-3-5970,-5-9-2458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6.9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346 152 7587,'0'0'2145,"-3"-21"817,-8-65 912,11 83-3610,0 1 0,-1 0 0,1-1 1,-1 1-1,0 0 0,1-1 0,-1 1 0,0 0 1,0 0-1,0 0 0,-1-1 0,1 1 1,0 1-1,-1-1 0,0 0 0,1 0 1,-1 0-1,-2-1 0,2 2-135,1 1 0,0 0 0,-1-1 0,1 1 1,-1 0-1,1 0 0,-1-1 0,1 1 0,-1 1 0,1-1 0,-1 0 0,1 0 1,-1 0-1,1 1 0,0-1 0,-1 1 0,1-1 0,-1 1 0,1-1 0,-3 3 1,-3 2 148,-1 1 0,1 0 0,-1 0 1,2 1-1,-11 13 0,-7 10 22,2 1 0,2 1 0,0 1 0,3 1 0,0 0 0,2 1 0,2 1 0,2 0 0,0 1 0,3 0 0,1 0 0,2 1 0,-1 45-1,5 43-1042,1-80-2814,-9-49-7528,-9-17 2961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7.0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50 7668,'0'0'5154,"121"-7"-1456,-66 7-2242,6 0-1136,0-2-320,6-5-1408,1-6-3234,0-8-3106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7.2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0 12534,'0'0'4722,"-88"154"208,61-84-1856,7-2-1058,-1-1-607,8-10-641,6-10-479,0-9-289,7-13 0,0-7-673,0-9-751,14-6-785,6-3-385,7 0-1952,-7-27-4146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7.4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10725,'0'0'5939,"162"11"-5331,-94-11-608,0 0-1777,0 0-3009,-14 0-2433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7.6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0 11989,'0'0'7764,"-81"111"-20010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8.0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22 113 5587,'0'0'21417,"4"16"-19717,2 4-1201,-2 2 0,0-1 0,1 32 0,-4-43-422,-1 1 0,-1-1 0,1 0-1,-2 1 1,0-1 0,0 0 0,0 0 0,-1 0 0,-1 0-1,-9 18 1,13-27-83,0-1 0,0 0 0,0 1 0,0-1 0,0 0 0,0 1 0,0-1 0,0 0 0,0 1 1,0-1-1,-1 0 0,1 0 0,0 1 0,0-1 0,0 0 0,0 1 0,-1-1 0,1 0 0,0 0 0,0 0 0,0 1 0,-1-1 0,1 0 0,0 0 0,0 0 0,-1 1 0,1-1 0,0 0 0,-1 0 0,1 0 0,0 0 0,0 0 0,-1 0 0,1 0 0,0 0 1,-1 0-1,1 0 0,0 0 0,-1 0 0,1 0 0,0 0 0,-1 0 0,1 0 0,0 0 0,-1 0 0,1 0 0,0 0 0,0 0 0,-1 0 0,1-1 0,-1 1 0,-3-23-220,7-34-30,0 42 242,0 1 1,2-1 0,0 1-1,0 0 1,2 1 0,-1-1-1,14-17 1,6-5-167,35-38 0,-16 22-591,-36 44-1823,6 7-10273,-8 3 9853,-2 0 3131,21 6-8297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8.2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7 10853,'0'0'18056,"-14"116"-17351,14-135-5636,0-10-591,7-5-2322,7-6-2080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8.4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0 5122,'0'0'9605,"-68"109"-11270,68-80-2609,14 1-3426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9.1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368 713 7379,'0'0'8247,"-21"-2"-3664,-62-2-930,81 3-3543,0 1 0,0 0 0,0 0 0,0 0 0,0 0 0,0 0 0,0 0 0,0 0 0,0 1 0,1-1 0,-1 1 0,0-1 0,0 1 0,0 0 0,0-1 0,1 1 0,-1 0 0,0 0 0,1 1 0,-1-1 0,1 0 0,-1 0 1,1 1-1,0-1 0,0 1 0,-1-1 0,1 1 0,-1 2 0,0 1-96,1-1 0,1 1 1,-1-1-1,0 1 0,1 0 0,0-1 1,0 1-1,2 7 0,-1 4 207,-1 16-245,3 0 0,0 0 0,10 40 0,-10-63-122,-1 1 0,-1-1 0,1 1 0,-2 0 0,1 0 0,-1 0 0,-1-1 1,-2 18-1,1-22 76,1 0 1,-1-1-1,0 0 1,0 1-1,0-1 1,-1 0-1,1 0 1,-1 0-1,0-1 1,0 1 0,-1-1-1,1 1 1,-1-1-1,1 0 1,-1 0-1,0-1 1,0 1-1,0-1 1,-6 2-1,-3 2 41,-1-2 1,0 0-1,0 0 0,-1-2 0,1 0 0,0 0 0,-1-1 1,-23-2-1,36 1 27,1 0 3,0 0 1,1 0-1,-1 0 0,0 0 1,1 0-1,-1 0 0,0 0 1,1-1-1,-1 1 1,0 0-1,1 0 0,-1-1 1,1 1-1,-1 0 0,0-1 1,1 1-1,-1-1 1,1 1-1,-1 0 0,1-1 1,0 1-1,-1-1 0,1 1 1,-1-1-1,1 0 1,0 1-1,-1-1 0,1 1 1,0-1-1,0 0 0,-1 1 1,1-1-1,0 0 1,0 1-1,0-1 0,0 0 1,0 1-1,0-1 0,0 0 1,0 0-1,1-2-2,-1 0-1,1 1 1,-1-1-1,1 1 1,0 0-1,0-1 1,0 1-1,0 0 1,0-1 0,1 1-1,-1 0 1,2-2-1,16-14-18,-1 1 0,2 1 0,0 1 0,25-14-1,12-10-3,4-8-811,-2-3 0,-2-3 0,-3-1-1,84-111 1,-62 59-2969,-6-3 0,58-120-1,-115 205 3486,16-45-1,-27 60 897,1 0 0,-2 0 0,1 0 0,-1 0 0,0-9 0,-1 17-445,0 1 1,0 0-1,0-1 1,0 1-1,0-1 0,0 1 1,0 0-1,-1-1 1,1 1-1,0 0 0,0-1 1,0 1-1,0 0 1,-1-1-1,1 1 0,0 0 1,0-1-1,-1 1 1,1 0-1,0 0 0,-1-1 1,1 1-1,0 0 1,-1 0-1,1 0 0,0-1 1,-1 1-1,1 0 1,0 0-1,-1 0 0,1 0 1,-1 0-1,1 0 1,0 0-1,-1 0 0,1 0 1,0 0-1,-1 0 1,0 0-1,-16 3 1098,16-3-857,-7 4 15,0-1 0,1 1-1,0 0 1,0 1 0,0-1-1,0 1 1,1 1 0,0-1 0,0 1-1,0 0 1,1 1 0,0-1 0,0 1-1,0 0 1,1 0 0,0 1-1,-3 8 1,-9 20 566,2 1 0,-12 45 0,26-81-929,-11 48 551,2 0-1,2 1 1,0 66 0,5-61-332,-2-1 1,-18 82-1,15-95-185,9-43-62,-1 0 0,1 0 0,0 0 0,0 0 0,0 0 0,0 0 0,0 0 0,0 1 0,1-1 0,2 0 0,-1-1-23,128-89-259,-131 91 298,0 0 1,1 1 0,-1 0 0,0-1 0,0 1 0,0 0 0,0 0 0,0-1 0,0 1 0,1 0 0,-1 0 0,0 0 0,0 0 0,0 0 0,0 1 0,0-1 0,0 0 0,1 1 0,-1-1 0,0 0 0,0 1 0,0-1 0,0 1 0,0 0 0,0-1 0,0 1 0,0 0 0,-1-1-1,1 1 1,0 0 0,1 2 0,25 34-420,-20-26 16,-4-7-24,0-1 0,-1 1 1,2 0-1,-1-1 0,0 1 0,1-1 0,-1 0 0,1 0 0,0-1 1,6 4-1,-4-4-591,-1 0 0,0-1-1,1 0 1,-1 0 0,1 0 0,-1-1 0,1 1 0,9-2 0,12-1-5902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9.3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151 0 13654,'0'0'5774,"-17"20"-994,-54 66-1069,63-75-3447,1 0 0,0 0-1,1 1 1,0 0-1,1 0 1,0 1-1,1 0 1,0 0-1,-1 15 1,1 1 398,2 0 1,3 45-1,0-23-437,-1-47-387,0 0 0,0-1 0,0 1-1,0 0 1,1 0 0,-1-1 0,1 1 0,0 0 0,0-1-1,1 1 1,-1-1 0,1 1 0,-1-1 0,1 0 0,5 6-1,-5-7-73,1 0 1,-1-1-1,1 1 0,-1-1 0,1 0 0,0 0 0,0 0 0,0 0 0,0 0 0,0 0 0,-1-1 0,1 1 0,0-1 0,1 0 0,-1 0 0,0 0 0,0 0 0,0-1 0,0 1 0,2-2 0,15-7-6255,-6-17-4311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9.5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13286,'0'0'7283,"122"13"-6994,-82-8-289,1-5-161,0 0-1391,6 0-1906,-6 0-4001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9.9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0 9604,'0'0'14298,"10"26"-12511,82 178 1375,8 5-856,-87-178-2060,-2 0 0,-1 1 1,-1 0-1,8 64 0,-16-85-231,0 0 0,-1 0 1,0 0-1,0-1 0,-1 1 0,-1 0 0,0 0 0,0-1 1,-1 1-1,0-1 0,-1 1 0,0-1 0,-1-1 0,0 1 0,0-1 1,-1 1-1,-1-1 0,1-1 0,-1 0 0,-1 0 0,0 0 1,0-1-1,0 0 0,-13 8 0,-9 4-15,-1-1 0,-1-2 0,0-1 0,-52 15 0,77-29-155,6-1-853,3-3 80,1 1 0,-1-1 0,1 0 1,-1 1-1,1-1 0,0 1 0,0 0 0,0 0 1,0 0-1,1 0 0,2-1 0,0 0-1328,32-19-8226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01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11541,'0'0'17016,"14"0"-16328,-7 2-223,0 3-305,-1 2-160,1-3-417,-7 7-1119,7 3-1490,-7 2-1936,0-5-3506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01.4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0 7507,'0'0'8468,"-81"144"-8084,61-107-384,-7 1-464,0-2-3121,-7 0-4499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11.1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1 185 4018,'0'0'7841,"2"-5"-6689,-1 3-812,0 0 0,1-1 0,-1 1 0,0 0-1,1 0 1,-1 0 0,1 0 0,0 1 0,0-1-1,0 0 1,0 1 0,0-1 0,0 1 0,0 0 0,0-1-1,1 1 1,-1 0 0,0 0 0,1 1 0,-1-1-1,1 0 1,-1 1 0,1 0 0,2-1 0,-3 2-301,1-1 1,-1 1-1,1-1 1,-1 1 0,0 0-1,0 0 1,0 0-1,1 0 1,-1 0-1,0 0 1,0 1 0,0-1-1,3 4 1,21 22 727,38 52 0,-39-46-692,30 31-1,-42-118-178,-6 30 70,2 1-1,0 0 0,2 1 1,1 0-1,0 0 0,30-37 1,-19 27 94,27-51-1,-49 98-3877,-1 3-2332,0-12 1984,0 3-1968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11.4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76 2305,'0'0'17139,"-11"12"-15821,1-1-1050,-33 38 746,40-45-959,0 1 1,0-1-1,1 1 0,0 0 1,-1 0-1,1 0 1,1 0-1,-1 0 1,1 0-1,0 0 1,-1 10-1,3-14-66,-1 0 1,0 0-1,0 0 1,0-1-1,0 1 1,1 0-1,-1 0 0,0 0 1,1 0-1,-1-1 1,0 1-1,1 0 0,-1 0 1,1-1-1,0 1 1,-1 0-1,1-1 0,-1 1 1,1-1-1,0 1 1,0-1-1,-1 1 0,1-1 1,0 1-1,0-1 1,1 1-1,30 3-276,-28-4 269,0 0 1,0 0-1,0-1 0,0 1 1,0-1-1,0 0 0,0 0 1,0-1-1,-1 1 0,1-1 1,-1 0-1,1 0 1,-1 0-1,6-4 0,-5-2 17,0 1 1,0-1-1,0 0 0,-1 0 0,-1 0 0,1 0 0,-1 0 1,0 0-1,-1-1 0,0 1 0,-1-1 0,1 1 0,-2-1 0,1 1 1,-1-1-1,0 1 0,-1 0 0,0-1 0,0 1 0,-1 0 1,-4-8-1,6 13-4,-1 1 0,0 0 0,0 0 0,0 0 0,-1 0 0,1 0 0,0 0 0,-1 0 0,1 1 0,-1-1 0,0 1 0,1 0 0,-1 0 1,0 0-1,0 0 0,1 0 0,-7 0 0,-15 3-3004,23-2 2752,1 0-1,-1 1 0,1-1 1,0 0-1,-1 1 0,1-1 1,-1 0-1,1 1 1,0-1-1,-1 1 0,1-1 1,0 1-1,-1-1 0,1 1 1,0-1-1,0 1 1,-1-1-1,1 1 0,0-1 1,0 1-1,0-1 0,0 1 1,0-1-1,0 1 1,0-1-1,0 1 0,0 0 1,0-1-1,0 1 0,0 9-5342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11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0 592,'0'0'22811,"-7"120"-22171,0-104-448,7-5-192,-7-2-112,7-5-768,-6-1-1185,6-33-12086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11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7043,'0'0'7876,"13"124"-11750,-6-83-560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12.3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224 605 7347,'0'0'12697,"-19"4"-11224,-63 17-396,75-17-949,-1-1 0,1 1 0,0 0 0,0 1 0,1 0 0,-1 0 0,1 0 0,0 1 0,0 0 0,1 0 0,-10 13 0,9-10-60,2-4-58,1 0 1,-1 0 0,1 0-1,1 0 1,-1 1 0,1-1-1,0 1 1,0 0 0,0-1-1,1 1 1,-1 6 0,3-11-43,0 0 1,0-1 0,-1 1-1,1 0 1,0-1 0,0 1-1,0-1 1,-1 1 0,1-1-1,0 0 1,0 1 0,0-1-1,0 0 1,0 0-1,0 1 1,0-1 0,0 0-1,0 0 1,0 0 0,0 0-1,0 0 1,0 0 0,0-1-1,1 1 1,29-5-263,-20-2 93,-1 0 0,1-1 0,-1 0 1,0-1-1,-1 0 0,0 0 0,12-16 0,-3 3-369,30-34-690,-3-1 1,-2-3-1,-3-2 0,-3-1 1,-2-2-1,32-87 1,-58 126 918,11-47 0,-13 8 2815,-9 65-2184,0 0 0,1 0-1,-1 0 1,0 0 0,0 1-1,0-1 1,1 1 0,-1 0-1,0-1 1,1 1 0,-1 0-1,0 0 1,-2 2 0,-8 12 276,0 0 1,1 1 0,1 0 0,0 0 0,1 1-1,1 0 1,1 1 0,-7 22 0,3-4 107,0 1 1,3 1-1,0 0 1,3 0-1,-1 76 1,6-107-659,0 0 0,0 0 1,1 0-1,0 0 0,0 0 0,1-1 1,0 1-1,0 0 0,0-1 0,1 0 1,6 11-1,-6-13-95,0 0 0,0-1 0,0 0-1,1 1 1,-1-1 0,1 0 0,0-1 0,0 1-1,0-1 1,0 0 0,0 0 0,1 0 0,-1 0 0,1-1-1,-1 1 1,1-1 0,9 0 0,3 1-1037,1 0 1,0-2-1,-1 0 0,1-1 1,23-5-1,45-20-6108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13.9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644 22 5234,'0'0'13463,"-23"-5"-12370,-71-11-154,88 15-851,1 1-1,0 0 0,-1 0 1,1 1-1,0 0 0,0 0 0,-1 0 1,1 0-1,0 1 0,0 0 1,0 0-1,1 0 0,-1 1 1,0-1-1,1 1 0,0 0 0,0 1 1,0-1-1,0 1 0,0 0 1,-3 4-1,-4 3 210,8-9-270,0 1 0,0 0 0,0 0 0,0 0 0,1 1 1,-1-1-1,1 0 0,0 1 0,0 0 0,0-1 0,1 1 1,-1 0-1,1 0 0,0 0 0,-1 7 0,2-10-27,1 0-1,0-1 1,-1 1-1,1 0 1,-1 0-1,1-1 1,0 1-1,-1-1 1,1 1-1,0-1 1,0 1-1,-1-1 1,1 1-1,0-1 1,0 0-1,0 1 1,0-1-1,-1 0 1,1 0-1,0 0 1,0 1-1,0-1 1,0 0-1,0 0 0,1-1 1,31 3 42,-27-2-36,19 0 27,-18-1-37,-1 1 0,1 0 0,0 0 0,-1 1 1,14 3-1,-19-4 15,1 1 1,-1 0 0,1-1-1,-1 1 1,0 0-1,1 0 1,-1 0-1,0 0 1,0 0 0,0 0-1,1 0 1,-1 0-1,0 1 1,-1-1 0,1 0-1,0 1 1,0-1-1,0 1 1,-1-1 0,1 1-1,-1-1 1,1 1-1,-1-1 1,0 1 0,1-1-1,-1 1 1,0 0-1,0-1 1,0 3 0,-2 11 228,1 0 0,-2-1 1,0 1-1,-1 0 0,0-1 0,-1 0 1,0 0-1,-2-1 0,1 0 1,-12 16-1,-14 20 340,-47 53 0,70-91-510,-201 214 830,100-112 33,106-110-906,1 0 0,0 0-1,0 1 1,0-1 0,0 1-1,1-1 1,0 1 0,-1 0-1,1 0 1,0 0 0,1 0-1,-1 0 1,1 1 0,0-1-1,0 0 1,0 7 0,1-10-28,1-1 0,0 1 0,-1 0 0,1 0-1,0-1 1,0 1 0,0 0 0,0-1 0,0 1 0,0-1 0,0 1 0,0-1 0,0 0 0,0 1 0,0-1 0,0 0 0,0 0 0,0 0 0,0 0 0,0 0 0,0 0 0,0 0 0,0 0 0,0 0-1,2-1 1,37 0-7,-35 0 6,31-5-21,0-2 0,0-1 0,-1-1 0,-1-3-1,1 0 1,-2-3 0,0 0 0,-1-2-1,31-24 1,-56 37-224,-1 0-1,1 0 1,-1 0-1,0-1 1,-1 0-1,0 0 0,0 0 1,0-1-1,0 0 1,-1 0-1,0 0 1,3-10-1,2-19-4418,-6-5-3828,-3 12 506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14.3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7075,'0'0'18081,"0"24"-16435,0 129 800,-1-150-2429,1 0 1,0 0-1,0 0 0,0 0 0,0 0 1,1 0-1,-1 0 0,1 0 0,-1 0 0,1 0 1,0-1-1,0 1 0,1 0 0,-1 0 1,0-1-1,1 1 0,0-1 0,-1 0 1,1 1-1,0-1 0,0 0 0,0 0 1,1 0-1,-1 0 0,0 0 0,1-1 1,0 1-1,-1-1 0,1 0 0,0 1 1,-1-1-1,1 0 0,0-1 0,0 1 1,0 0-1,5-1 0,0 0-98,0 0 0,1-1 0,-1 0 0,0-1 0,0 1 0,0-2-1,0 1 1,-1-1 0,1 0 0,-1-1 0,0 0 0,12-8 0,2-2 4,-1 0 0,0-2 1,-1-1-1,0 0 0,-2-1 1,0-1-1,17-26 0,-26 40 2728,-2 16-1599,0 24-845,-6-29 34,1-5-229,-1 8-203,2 0 1,-1-1 0,1 1 0,1-1 0,0 1 0,7 15-1,-8-21-254,0-1 0,0 1-1,0-1 1,1 0-1,-1 0 1,1 0-1,-1 0 1,1 0-1,0 0 1,0-1 0,0 1-1,0-1 1,0 0-1,0 0 1,0 0-1,0 0 1,0-1-1,0 1 1,1-1 0,-1 0-1,0 0 1,6 0-1,30-4-7304,8-15-2295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14.5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 15559,'0'0'14311,"-40"74"-14311,40-69-112,0-19-23035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14.6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37 3025,'0'0'21098,"0"-36"-21098,7 63-336,7 4-1713,-1 3-1841,14-2-3105,14-1-2577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14.8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1 1473,'0'0'16615,"-149"74"-12133,115-38-256,7-2-2049,20 0-1232,7-5-705,0-4-224,27-7-16,7-9-272,13-9-817,14 0-1296,14-20-1201,-1-23-1472,-6-13-4578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15.3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1 17960,'0'0'4770,"-18"26"-674,-1-2-3157,10-13-634,-1 1 0,2 0 0,-1 1 0,2 0 0,0 0 0,0 1 0,1 0 0,1 0 0,0 0 0,1 1 0,-3 22 0,-8 102 463,8-54-481,-25 109 0,19-146-287,-2 0 0,-33 73 0,45-118-3,1-10-25,0-9-232,3 3 26,1 0 0,0 0 0,1 0-1,0 0 1,1 1 0,1-1 0,0 1-1,0 0 1,1 1 0,1-1 0,0 1 0,0 0-1,11-11 1,-8 10-77,1-1 0,0 2 0,1 0 0,1 0 1,-1 1-1,2 1 0,-1 0 0,1 0 0,0 2 0,23-10 0,-37 17 367,1 0 0,-1 0-1,0 0 1,0 0 0,1 0 0,-1 0-1,0 0 1,0 0 0,1 0-1,-1 0 1,0 0 0,0 0 0,1 0-1,-1 1 1,0-1 0,0 0 0,0 0-1,1 0 1,-1 0 0,0 0 0,0 0-1,0 0 1,1 1 0,-1-1-1,0 0 1,0 0 0,0 0 0,0 1-1,1-1 1,-1 0 0,0 0 0,0 0-1,0 1 1,0-1 0,0 0 0,0 0-1,0 1 1,0-1 0,0 0 0,0 0-1,0 0 1,0 1 0,1 17 1195,-8 16 74,-5-1-947,7-22-229,0 0 0,1 0 0,1 0 0,-1 0 0,2 1 0,0-1 0,0 1 0,1 0 0,1 0 0,1 21 0,0-31-166,0 0 0,0 1 1,0-1-1,0 0 0,1 0 0,-1 0 0,1 0 1,-1 0-1,1-1 0,0 1 0,0 0 0,0-1 1,-1 1-1,2-1 0,-1 0 0,0 0 1,0 0-1,0 0 0,1 0 0,-1 0 0,0 0 1,1-1-1,-1 1 0,0-1 0,1 0 0,-1 1 1,5-2-1,3 2-166,-1 0-1,0-2 1,1 1 0,-1-1 0,1 0-1,10-4 1,-11 2-416,0-1-1,0 0 1,0-1 0,-1 0-1,0-1 1,8-6 0,44-40-7395,-19 7-2251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15.7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450 1 15911,'0'0'3634,"-26"8"-91,6-2-2659,-15 6 813,0 0-1,1 3 1,-40 22-1,41-17-893,-38 29 1,60-41-754,2 0 0,-1 1 1,1 0-1,1 1 0,0-1 0,0 2 1,-11 18-1,17-26-66,1-1 0,0 0 0,-1 1 1,1-1-1,0 0 0,0 1 0,0-1 0,1 1 0,-1 0 0,1-1 1,-1 1-1,1 0 0,0-1 0,0 1 0,0 0 0,0-1 0,1 1 1,-1 0-1,1-1 0,0 1 0,-1-1 0,1 1 0,0-1 0,0 1 1,1-1-1,-1 0 0,0 1 0,1-1 0,0 0 0,-1 0 0,1 0 1,0 0-1,0 0 0,0-1 0,0 1 0,0 0 0,5 1 0,6 4-207,1-2 0,0 0-1,1 0 1,-1-1 0,24 3-1,-10-2-215,1 2-334,-7-3 60,0 1 0,-1 0 0,1 2 1,-1 1-1,0 0 0,23 14 0,-42-21 716,-1 0 1,1 0-1,0 0 0,-1 0 1,1 0-1,-1 1 1,0-1-1,1 0 0,-1 1 1,0-1-1,0 1 0,0 0 1,0-1-1,0 1 1,0 0-1,0-1 0,0 1 1,-1 0-1,1 0 0,-1 0 1,1 0-1,-1 0 1,0-1-1,0 5 0,0-3 128,-1 0 0,0 0 1,-1 0-1,1 0 0,-1 0 0,1 0 0,-1-1 0,0 1 0,0-1 0,0 1 0,0-1 0,0 0 0,-5 4 1,-8 5 817,-1 0 1,0-1 0,-31 15 0,44-24-890,-265 118 2306,241-104-2366,27-15-9,-1 0 0,1 0 0,0 0 0,0 0 0,-1 0 0,1 0-1,0 0 1,0 0 0,-1 0 0,1 1 0,0-1 0,0 0 0,-1 0 0,1 0 0,0 0 0,0 1 0,0-1 0,0 0-1,-1 0 1,1 0 0,0 1 0,0-1 0,0 0 0,0 0 0,0 1 0,0-1 0,-1 0 0,1 0 0,0 1 0,0-1-1,0 0 1,0 0 0,0 1 0,0-1 0,0 0 0,0 1 0,0-1 0,0 0 0,0 0 0,1 1 0,-1-1 0,0 0-1,0 0 1,0 1 0,0-1 0,0 0 0,6 1-441,0 0 1,1 0-1,-1-1 0,0 0 0,0 0 0,0-1 1,0 0-1,0 0 0,0 0 0,0 0 0,9-5 1,-5 3-293,70-26-5364,7-8-4048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16.2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157 140 12038,'0'0'9991,"-20"5"-5509,-66 16-1086,83-20-3269,0-1 1,0 1-1,0 0 0,0 0 0,0 1 1,0-1-1,1 1 0,-1-1 0,0 1 1,1 0-1,-1 0 0,1 0 0,0 0 1,-4 5-1,4-4-52,1-1 1,1 1 0,-1-1-1,0 1 1,1 0-1,-1-1 1,1 1 0,0 0-1,0 0 1,0-1-1,0 5 1,0 3-32,1-7-44,-1-1 0,1 0 0,0 1 0,0-1 0,0 0 0,0 0 0,0 0 0,0 0 0,0 0 0,1 0 0,-1 0 0,1 0 0,0 0 0,-1-1 0,1 1 0,0 0 0,0-1 0,0 0 0,0 1 0,0-1 0,0 0 0,0 0 0,1 0 0,-1-1 0,0 1 0,1 0 0,-1-1 0,0 1 0,5-1 0,9 3 0,1-1 0,31 0 0,-47-2 0,6 0-85,0 0 1,0 0-1,1-1 1,-1 1-1,0-2 0,12-2 1,-16 2 54,-1 1 0,0 0 0,0 0 0,0-1 0,-1 1 0,1-1 0,0 0 1,0 0-1,-1 1 0,1-1 0,-1 0 0,0 0 0,1 0 0,-1-1 0,0 1 0,0 0 0,0 0 0,-1-1 1,1 1-1,-1 0 0,1-1 0,-1 1 0,1-5 0,3-59-293,-3 61 321,-1-1 0,0 1 0,-1 0 1,1-1-1,-1 1 0,0-1 0,0 1 0,-1 0 0,-3-9 1,5 14 17,0-1 1,-1 1 0,1-1 0,0 1 0,0-1 0,0 1 0,-1 0 0,1-1 0,0 1 0,-1-1-1,1 1 1,0 0 0,-1-1 0,1 1 0,-1 0 0,1 0 0,0-1 0,-1 1 0,1 0 0,-1 0 0,1-1-1,-1 1 1,1 0 0,-1 0 0,1 0 0,-1 0 0,1 0 0,-1 0 0,1 0 0,-1 0 0,1 0-1,-1 0 1,1 0 0,-1 0 0,1 0 0,0 0 0,-1 0 0,0 1 0,1 0-12,0-1 0,0 1 0,0 0 1,0 0-1,0-1 0,0 1 0,0 0 1,0-1-1,0 1 0,0 0 0,1 0 1,-1-1-1,0 1 0,0 0 0,1-1 1,-1 1-1,1-1 0,-1 1 0,0 0 1,1-1-1,-1 1 0,1-1 0,-1 1 1,1-1-1,-1 1 0,1-1 0,0 1 1,-1-1-1,1 0 0,0 1 0,0-1 1,54 34 70,-41-27-73,0 1-1,0 1 0,-1 0 0,22 21 1,-34-30-2,-1 0 1,1 1 0,0-1 0,0 1 0,-1 0-1,1-1 1,0 1 0,-1-1 0,1 1-1,-1 0 1,1 0 0,-1-1 0,1 1 0,-1 0-1,1 0 1,-1 0 0,0-1 0,1 1-1,-1 0 1,0 0 0,0 0 0,0 0 0,0 0-1,0 0 1,0 0 0,0-1 0,0 1-1,0 0 1,0 0 0,0 0 0,0 0 0,-1 0-1,1 0 1,0-1 0,-1 1 0,1 0-1,-1 0 1,0 0 0,-1 1 47,0-1 1,0 0-1,0 0 0,0-1 0,0 1 1,-1 0-1,1-1 0,0 1 0,0-1 1,-1 0-1,1 0 0,-4 0 0,5 0-48,0-1 0,0 1 1,0-1-1,0 1 0,0-1 0,1 0 0,-1 1 0,0-1 0,0 0 0,0 0 0,1 0 0,-1 1 0,1-1 0,-1 0 0,0 0 1,1 0-1,0 0 0,-1 0 0,1 0 0,-1 0 0,1 0 0,0 0 0,0 0 0,0-1 0,0 1 0,0 0 0,0 0 0,0 0 1,0 0-1,0-1 0,4-38-8,-2 35 7,0 1 0,1-1 0,0 1 0,0-1 0,0 1 0,1 0 0,-1 0 0,1 0 0,0 1 0,0-1 0,7-4 0,59-34 0,-47 29 0,-15 8-227,-3 3-550,-1-1-1,1 1 0,0-1 1,-1 0-1,0 0 1,0 0-1,0 0 0,0-1 1,0 0-1,-1 0 1,0 0-1,0 0 0,0 0 1,4-7-1,-2-3-6940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16.5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0 14855,'0'0'11971,"-9"28"-8234,-1 3-2765,-6 16-356,-16 83 0,11-29-616,5-34 0,4 1 0,-7 131 0,19-162 0,0-37-12,0 1 0,1-1 0,-1 1-1,0-1 1,1 0 0,-1 1 0,1-1 0,-1 1 0,0-1 0,1 0-1,-1 1 1,1-1 0,-1 0 0,1 1 0,-1-1 0,1 0 0,-1 0-1,1 1 1,-1-1 0,1 0 0,0 0 0,-1 0 0,1 0-1,-1 0 1,1 0 0,-1 0 0,1 0 0,0 0 0,-1 0 0,1 0-1,-1 0 1,1 0 0,-1-1 0,1 1 0,-1 0 0,1 0 0,0-1-1,21-6-2129,-17 3 736,-1-1 0,1 1-1,-1-1 1,0 0 0,0 0-1,0 0 1,5-12 0,6-16-9535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16.7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1 104 7251,'0'0'14823,"135"0"-13542,-74 0-1105,0-11-176,7-7-1105,-7-2-2160,0-5-3602,0-4-4018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17.0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567 0 9044,'0'0'7374,"-25"14"-3548,12-6-3237,-16 8 552,1 1 1,0 2-1,2 1 1,-43 40-1,21-8-221,1 2-1,3 1 0,-41 69 1,66-93-637,2 1 0,1 0 1,1 1-1,2 1 0,1 0 0,2 1 1,1 0-1,-3 37 0,11-55-283,1 0 0,0-1 0,2 1 0,0 0 0,1 0 0,0-1 0,2 1 0,0-1 0,0 0 0,2-1 0,0 1 0,0-1 0,2-1 0,0 1 0,0-2 0,12 14 0,9 7 0,1-2 0,1 0 0,2-3 0,66 46 0,-89-66 0,-1-2 0,1 1 0,1-1 0,0-1 0,-1 0 0,2-1 0,-1 0 0,1-1 0,-1 0 0,1-1 0,27 3 0,-40-6-35,0 0 0,1 0 0,-1 1 0,0-1 0,1 0-1,-1 0 1,0 0 0,1 0 0,-1 0 0,0 0 0,1 0 0,-1 0 0,1 0 0,-1 0 0,0 0 0,1 0-1,-1 0 1,1 0 0,-1 0 0,0 0 0,1 0 0,-1 0 0,0 0 0,1-1 0,-1 1 0,0 0-1,1 0 1,-1 0 0,0-1 0,1 1 0,-1 0 0,0 0 0,0-1 0,1 1 0,-1 0 0,0-1 0,0 1-1,0 0 1,1-1 0,-1 1 0,0 0 0,0-1 0,0 1 0,0-1 0,0 1 0,0 0 0,0-1 0,0 1-1,0 0 1,0-1 0,0 1 0,0-1 0,0 1 0,0 0 0,0-1 0,0 1 0,-1-2-230,0 1 0,0 0 0,0 0 0,0 0 0,-1 0 0,1 0 1,0 0-1,0 0 0,-1 0 0,1 1 0,0-1 0,-1 0 0,1 1 0,-3-1 1,-29-4-4955,-7 0-3166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32.3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 7139,'0'0'15906,"-13"94"-10535,9-61-4989,4-28-549,-1 1 0,1 0 0,-1-1 1,0 1-1,-1 0 0,1-1 0,-1 1 0,0-1 1,-3 7-1,4-11-511,0-17-21372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32.5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12166,'0'0'10388,"-20"93"-11732,20-51-1618,0 1-1776,0-4-2049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32.9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11429,'0'0'14132,"3"6"-13124,61 112 500,-63-117-1588,-1 0 1,1 0-1,-1 0 1,1 0-1,0-1 1,-1 1-1,1 0 1,0-1-1,0 1 1,-1 0-1,1-1 1,0 1-1,0-1 1,0 1-1,0-1 1,0 1-1,0-1 1,0 0-1,0 0 1,0 1-1,0-1 1,0 0-1,0 0 1,0 0-1,0 0 1,0 0-1,0 0 1,0 0-1,0 0 1,0-1-1,0 1 0,0 0 1,0 0-1,0-1 1,-1 1-1,1-1 1,2 0-1,33-31-536,-17 13 340,47-32 706,-65 50-361,0 0 1,1 1 0,-1-1 0,0 1 0,0-1-1,0 1 1,1 0 0,-1-1 0,0 1 0,1 0-1,-1 0 1,0 0 0,0 0 0,1 0 0,-1 0-1,0 0 1,1 0 0,-1 1 0,0-1 0,0 0-1,1 1 1,-1-1 0,0 1 0,0 0 0,0-1-1,0 1 1,0 0 0,0 0 0,0-1 0,0 1-1,0 0 1,0 0 0,0 0 0,0 0 0,0 2-1,19 10-778,-10-10-302,-1-1 0,1-1 0,0 0 0,-1 0 0,19-1 0,-9-1-1983,21 1-5138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33.1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1 4274,'0'0'20825,"-81"155"-18391,60-103-818,15 3-207,-1-8-593,7-6-560,0-8-240,0-10-16,0-7-208,0-7-672,13-7-641,15-2-1136,-1 0-560,0-9-1762,0-14-3969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33.3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 12198,'0'0'5346,"136"0"-3889,-69 0-1457,1 0-641,0-2-3040,0-14-4547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33.9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522 0 5827,'0'0'19283,"-23"7"-17813,-358 74 1291,368-78-2768,7-3-5,0 1 0,0 0 0,0 0 0,0 1 0,1 0 0,-1 0 0,1 0 0,-1 1 0,1 0 1,-7 5-1,11-7-1,0 1 0,1-1 1,-1 1-1,1 0 0,-1-1 1,1 1-1,0 0 1,0 0-1,-1-1 0,1 1 1,0 0-1,1 0 0,-1-1 1,0 1-1,0 0 0,1 0 1,-1-1-1,1 1 0,-1-1 1,1 1-1,0 0 0,1 1 1,23 38-313,-18-31 295,-1 2 34,-1 1-1,1 0 1,-2 0-1,0 0 1,-1 1-1,0-1 1,-1 1-1,0 0 1,-2-1-1,1 1 1,-1 0-1,-1 0 1,-1 0-1,0-1 1,-1 1-1,0-1 1,-1 0-1,0 1 1,-1-2-1,-1 1 1,-9 17-1,0-10 49,10-15-31,0 0 1,0 1-1,1 0 1,0 0-1,0 0 1,1 1-1,0-1 1,0 1-1,0 0 1,1-1-1,-2 11 1,25-17 63,0 0-33,126-4 355,-126 2-360,0-1 0,-1 0 0,0-2 0,39-13 0,-59 17-107,1 1 0,0-1-1,-1 1 1,1-1 0,-1 1 0,1-1-1,-1 1 1,1-1 0,0 1 0,-1-1 0,0 0-1,1 1 1,-1-1 0,1 0 0,-1 1 0,0-1-1,0 0 1,1 1 0,-1-1 0,0 0 0,0 0-1,0-1 1,0-19-7678,0 12 1905,0-7-5989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34.4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37 12438,'0'0'13294,"8"-3"-12817,16-4-305,0 1-1,0 1 1,1 1-1,0 1 1,0 1-1,-1 1 1,27 3 0,-9-1 63,79-9 1,-121 8-153,0 1 1,1-1 0,-1 1-1,0-1 1,0 1 0,1-1-1,-1 1 1,0-1 0,0 1-1,0-1 1,0 1 0,1-1-1,-1 1 1,0 0 0,0-1-1,0 1 1,0-1 0,0 1-1,-1-1 1,1 1 0,0 0-1,0-1 1,0 1 0,0-1-1,-1 1 1,1-1 0,0 1-1,0-1 1,-1 1 0,1-1-1,0 1 1,-1 0 0,-13 32-34,8-20 314,-3 13-166,1 0 0,2 0 0,0 1 0,-3 44 0,6 110 90,4-112-171,-50-67-24,-39 1-67,-152 23-1,232-25-244,23-1-2059,0 0-1,0-1 1,0-1 0,0 0-1,17-6 1,15-9-8452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46.5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1 4018,'0'0'12277,"0"17"-9683,-2 3-1890,-1-1 0,-1 0 1,-1 0-1,-13 32 0,8-22-730,8-24-319,-1-1 1,1 1-1,-1-1 0,0 0 1,0 1-1,-5 5 1,7-25-16827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46.7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0 5475,'0'0'15431,"-27"27"-15463,20 5-1041,-6 4-1664,-1 2-1953,0 3-2706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47.1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6611,'0'0'16554,"4"12"-15345,0 1-942,1 2-4,-1-1 1,-1 1-1,0 1 1,1 20 0,-4-34-261,0 0 0,0 0 0,0 1 0,0-1 0,0 0 0,1 0 0,-1 0 0,1 0 0,-1 0 0,1 1 0,0-1 0,0 0 0,0 0 0,0 0 0,0-1 0,0 1 0,0 0 0,3 3 0,-3-5-45,1 1-1,-1 0 1,1-1-1,-1 1 1,1-1-1,-1 1 1,1-1-1,-1 1 1,1-1-1,-1 0 1,1 0-1,0 0 1,-1 0 0,1 0-1,-1 0 1,1-1-1,-1 1 1,1 0-1,2-2 1,7-2-280,1-2 1,-1 1 0,0-1-1,20-16 1,-25 17 342,82-46-407,-87 51 410,-1 0 1,0 0-1,1 0 1,-1 0-1,0-1 1,1 1-1,-1 0 1,0 0 0,1 0-1,-1 0 1,0 0-1,1 0 1,-1 0-1,0 0 1,1 0-1,-1 0 1,0 0-1,1 0 1,-1 1-1,0-1 1,1 0 0,-1 0-1,0 0 1,1 0-1,-1 1 1,0-1-1,0 0 1,1 0-1,-1 0 1,0 1-1,0-1 1,1 0 0,-1 1-1,0-1 1,0 0-1,0 0 1,1 1-1,6 19 1823,1 1-4279,-8-20 1927,0 0 1,1-1-1,-1 1 1,0-1-1,1 1 0,-1 0 1,1-1-1,-1 1 1,1-1-1,-1 1 1,1-1-1,-1 0 0,1 1 1,0-1-1,-1 1 1,1-1-1,0 0 0,-1 1 1,1-1-1,0 0 1,-1 0-1,1 0 0,1 1 1,5-1-7967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47.3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0 9124,'0'0'14375,"-10"22"-12374,-21 49 404,-37 127 0,61-163-2595,1 1 1,2 0 0,1 67-1,3-102 19,0 0 1,0 1-1,1-1 0,-1 0 0,0 1 1,1-1-1,-1 0 0,0 1 0,1-1 0,0 0 1,-1 0-1,1 1 0,0-1 0,0 0 0,-1 0 1,1 0-1,0 0 0,0 0 0,0 0 1,0 0-1,0-1 0,1 1 0,-1 0 0,0 0 1,0-1-1,1 1 0,-1-1 0,0 1 1,0-1-1,3 1 0,-1-1-381,0 1 0,-1-1 0,1 0 0,0 0 0,-1 0 0,1 0 0,0 0 0,-1-1 0,1 1 0,0-1 0,-1 0 0,1 0 0,-1 0 0,1 0 0,-1 0-1,5-3 1,19-21-6429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47.5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 8500,'0'0'11605,"149"5"-11333,-81-5-272,-1-5-720,1-6-2513,-14-5-5812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48.4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 8356,'0'0'13366,"-74"146"-12694,67-110-224,0-4-400,7-5-48,-7-9-208,7-7-1152,-7-11-7732,1-27-369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48.5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8932,'0'0'9508,"0"129"-10116,7-91-1441,-7-4-2497,0 0-2177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48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1 7892,'0'0'14769,"-2"20"-13136,-6 65-771,8-82-844,0-1 0,0 1 0,0 0 0,0-1 1,0 1-1,1 0 0,-1-1 0,1 1 1,-1 0-1,1-1 0,0 1 0,0-1 1,1 1-1,-1-1 0,0 0 0,1 1 0,-1-1 1,1 0-1,0 0 0,0 0 0,0 0 1,0-1-1,0 1 0,0 0 0,0-1 1,0 1-1,1-1 0,-1 0 0,1 0 0,-1 0 1,1 0-1,-1 0 0,1-1 0,-1 1 1,1-1-1,0 1 0,-1-1 0,4 0 1,2 0-305,1 0 0,-1 0 1,0-1-1,0 0 1,0 0-1,0-1 0,0 0 1,0-1-1,14-6 1,-9 1-516,-2 0 1,1-1 0,-1 0 0,0 0 0,-1-1 0,0-1 0,-1 0 0,10-15 0,-14 20 2522,-6 9 2685,0 10-3637,0 9-220,1-15-843,-1 0 0,1 0 0,1 0 0,-1 0 0,4 12 0,-4-17-180,1 1 1,0-1-1,0 0 0,0 0 1,0 0-1,1-1 0,-1 1 0,0 0 1,1 0-1,-1-1 0,1 1 1,0-1-1,-1 1 0,1-1 1,0 0-1,0 1 0,0-1 0,0 0 1,0 0-1,0-1 0,0 1 1,3 1-1,21 1-7931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49.6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367 517 10325,'0'0'5277,"-22"-2"-1195,-2 0-2987,-2-2 199,0 2 1,-1 1-1,-52 5 0,69-2-1050,0 0 1,0 1-1,1 0 1,-1 1-1,1 0 1,-1 0 0,1 1-1,1 0 1,-16 13-1,19-15-233,1 1-1,-1 0 1,1 1 0,0-1-1,1 1 1,-1-1-1,1 1 1,0 0-1,0 0 1,0 1 0,1-1-1,0 1 1,0-1-1,0 1 1,1 0 0,0-1-1,0 1 1,0 8-1,1-13-18,1 0 0,-1 0 0,1 0-1,0 0 1,-1-1 0,1 1 0,0 0-1,0 0 1,0 0 0,0-1 0,-1 1-1,1-1 1,0 1 0,0 0-1,0-1 1,0 1 0,0-1 0,0 0-1,0 1 1,1-1 0,-1 0 0,0 0-1,0 0 1,0 0 0,0 0 0,0 0-1,0 0 1,0 0 0,1 0-1,-1 0 1,1-1 0,44-7-347,-16-8-246,0-1-1,-1-1 0,-1-2 0,43-37 1,-31 24-155,19-15-411,-1-3 0,-2-2-1,-3-3 1,-3-1 0,86-128 0,-130 174 1265,-4 9 41,0-1-1,-1 1 0,1-1 0,-1 1 0,0-1 0,1 1 0,-1-1 0,-1 0 1,1 0-1,0 1 0,-1-1 0,1-3 0,-1 5-18,-1 0 0,1 1 0,0-1 1,-1 1-1,1-1 0,-1 1 0,1-1 0,-1 1 0,1 0 0,-1-1 0,1 1 1,-1 0-1,0-1 0,1 1 0,-1 0 0,1 0 0,-1-1 0,0 1 0,1 0 0,-1 0 1,0 0-1,1 0 0,-1 0 0,0 0 0,1 0 0,-1 0 0,1 0 0,-1 0 1,0 0-1,1 0 0,-1 1 0,0-1 0,1 0 0,-1 0 0,0 1 0,-26 8 556,16-3-421,1 1 1,0 0 0,0 1-1,1 0 1,0 1-1,0 0 1,-9 13 0,-53 80 1119,58-81-1135,7-13-148,-102 177 939,98-166-1015,2 0 0,0 0 0,2 1 0,0 0 0,1 1 0,1-1 0,1 1 0,-1 24 0,4-25-19,-1-11-26,1 0 0,0 0 0,1 0 0,0 0 1,3 15-1,-3-21-5,0-1 0,0 0 1,0 0-1,0 0 0,1 1 0,-1-1 1,0 0-1,1-1 0,0 1 0,-1 0 1,1 0-1,0-1 0,0 1 0,0-1 1,0 1-1,0-1 0,0 0 0,0 0 1,1 0-1,-1 0 0,0 0 0,1 0 1,-1-1-1,1 1 0,2-1 0,7 1-212,1 0-1,-1-1 0,0 0 0,0-1 0,0-1 1,0 0-1,0-1 0,0 0 0,-1 0 0,1-1 0,-1-1 1,0 0-1,15-9 0,3-5-443,0-1 1,-1-1-1,35-34 1,-59 51 705,0 1 1,0-1-1,0 0 0,0 0 1,0-1-1,-1 1 0,0-1 1,0 1-1,0-1 0,-1 0 1,0 0-1,1-1 0,-2 1 0,1 0 1,-1-1-1,1-6 0,-2 11 51,-1 0 0,0 0 0,1 0 0,-1 0 0,0 0-1,0 0 1,0 0 0,0 0 0,0 0 0,0 0-1,0 1 1,0-1 0,0 0 0,0 1 0,-1-1-1,1 1 1,0 0 0,0-1 0,-1 1 0,1 0 0,0-1-1,0 1 1,-1 0 0,1 0 0,0 0 0,-3 1-1,-44-3 799,41 2-586,0 0-87,1 1-1,0-1 1,-1 1-1,1 0 1,0 0-1,0 1 1,0 0-1,0 0 1,0 0-1,0 1 1,-6 4-1,9-5-147,0 0 0,0 0 0,1 0 0,-1 1 0,1-1-1,-1 1 1,1 0 0,0 0 0,0 0 0,1 0 0,-1 0 0,0 0-1,1 0 1,0 0 0,0 1 0,0-1 0,0 0 0,0 1 0,1-1 0,-1 1-1,1 5 1,0-1-97,0 1-1,0 0 1,1 0-1,0 0 1,1 0-1,0-1 1,0 1-1,6 15 1,-5-20-197,-1 0-1,1 0 1,0-1 0,0 1-1,0-1 1,1 0 0,-1 0-1,1 0 1,-1 0 0,1-1-1,0 1 1,0-1 0,0 0-1,1 0 1,-1 0 0,0-1-1,1 0 1,-1 0 0,7 1-1,36 4-4295,0-6-2361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49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1 15207,'0'0'6531,"-136"106"-2257,102-65-1825,7-1-1392,14-4-609,6 0-400,0-4-48,0-3-336,1-6-769,-1-5-1056,0-9-960,0-9-1666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0.0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11541,'0'0'14023,"108"126"-13463,-67-96-368,7-8-192,12-4-1184,1-11-2018,7-7-3793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0.2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15143,'0'0'2945,"122"0"1281,-61-4-2257,0 1-1249,-14 1-608,-6 2-112,-21 0-320,-13 0-928,-21 0-5539,-20 0-913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0.4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9476,'0'0'11798,"116"9"-9589,-62-9-1249,-14 0-832,-13 0-128,-6 0-1857,-14 0-2913,-1 0-6643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1.2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0 3666,'0'0'12504,"0"7"-11071,-3 13-694,-1 0 1,0-1-1,-1 1 1,-1-1-1,-1 0 1,-15 29-1,-14 42 405,25-57-1286,-1 6 367,-18 42 0,24-69-1104,0-1 0,-1 0 0,0 0 0,-10 13 0,16-23 376,0 0-1,0 0 1,0 0 0,0 0 0,0 0 0,0 0 0,0 0-1,0-1 1,-1 1 0,1 0 0,0-1 0,0 1 0,-1-1-1,1 1 1,0-1 0,-1 0 0,1 1 0,0-1 0,-3 0-1,-4 0-6979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1.5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 6547,'0'0'8959,"22"-5"-6003,-5 0-2511,0 1 1,0 1-1,20-2 1,-36 5-398,1 1-1,-1-1 1,1 0 0,-1 0 0,1 1-1,-1-1 1,0 1 0,1-1 0,-1 1-1,0-1 1,1 1 0,-1 0 0,0 0-1,0-1 1,0 1 0,0 0 0,0 0-1,1 0 1,-2 1 0,1-1-1,0 0 1,0 0 0,0 0 0,-1 1-1,1-1 1,0 0 0,0 3 0,5 39 895,-6-34-737,2 15 193,-1 1 0,-1 0 0,-4 30 0,3-48-358,-1 1 0,0-1 1,0 1-1,-1-1 0,1 1 0,-2-1 1,1 0-1,-1-1 0,0 1 0,0 0 1,-1-1-1,0 0 0,0 0 0,-6 5 1,10-10-76,1-1 0,0 1 0,-1-1 1,1 1-1,-1-1 0,1 1 0,0-1 1,-1 1-1,1-1 0,-1 1 0,1-1 0,-1 0 1,1 1-1,-1-1 0,0 0 0,1 1 1,-1-1-1,1 0 0,-1 0 0,0 0 0,1 1 1,-1-1-1,0 0 0,1 0 0,-1 0 1,1 0-1,-1 0 0,0 0 0,1-1 0,-1 1 1,0 0-1,1 0 0,-1 0 0,1 0 1,-1-1-1,0 1 0,1 0 0,-1-1 0,1 1 1,-1 0-1,1-1 0,-1 1 0,1-1 1,-1 1-1,1-1 0,0 1 0,-1-1 0,1 1 1,-1-1-1,1 1 0,0-1 0,0 1 1,-1-1-1,1 0 0,0 1 0,0-1 0,0 1 1,0-1-1,0 0 0,0 1 0,0-1 1,0 0-1,-1-3-498,1 0 0,-1 0 0,1 0-1,0 0 1,1 0 0,-1 1 0,1-1 0,-1 0 0,3-5 0,15-15-3926,8-3-1409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1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319 5 2001,'0'0'17250,"-18"-1"-15582,2 0-1222,8 0-239,-1 0 1,0 1 0,0 0-1,0 0 1,0 1-1,0 0 1,0 1 0,1 0-1,-1 0 1,1 1 0,-11 4-1,9-2 119,-74 39 1422,76-40-1556,1 1-1,0 0 1,0 0 0,1 1 0,-1 0-1,1 0 1,0 1 0,-7 10-1,12-16-181,0 0-1,0 0 1,1 0-1,-1 1 1,0-1-1,1 0 1,-1 0-1,1 1 1,-1-1-1,1 0 1,0 1-1,-1-1 1,1 0-1,0 1 1,0-1-1,0 0 1,0 1-1,0-1 1,0 0-1,0 1 1,1-1-1,-1 1 1,0-1-1,1 0 1,-1 0-1,1 1 1,-1-1-1,2 1 1,0 0-9,0 0 1,0-1-1,0 1 1,0-1-1,1 0 1,-1 1-1,0-1 1,1-1-1,-1 1 0,1 0 1,-1 0-1,1-1 1,4 1-1,9 0-99,-1 0 0,1-2 0,-1 0 0,17-3 0,-22 1 14,0 0 1,0-1 0,0 0 0,0-1 0,0 0-1,-1-1 1,0 0 0,0-1 0,-1 1 0,0-2-1,0 1 1,0-1 0,-1 0 0,0-1 0,9-14-1,-16 23 94,0 0 1,0 1-1,0-1 0,0 0 0,0 0 1,0 1-1,0-1 0,0 0 0,1 0 0,-1 0 1,0 1-1,0-1 0,0 0 0,0 0 0,0 0 1,1 0-1,-1 1 0,0-1 0,0 0 0,0 0 1,1 0-1,-1 0 0,0 0 0,0 0 0,1 0 1,-1 0-1,0 0 0,0 1 0,1-1 0,-1 0 1,0 0-1,0 0 0,0 0 0,1 0 0,-1 0 1,0-1-1,0 1 0,1 0 0,-1 0 0,0 0 1,0 0-1,1 0 0,-1 0 0,0 0 0,0 0 1,0-1-1,1 1 0,-1 0 0,0 0 0,0 0 1,0 0-1,0-1 0,1 1 0,-1 0 0,0 0 1,0 0-1,0-1 0,0 1 0,0 0 0,0 0 1,0 0-1,1-1 0,3 36 13,2 10-481,-4-42 167,0 0 0,-1 0 0,1-1-1,1 1 1,-1 0 0,0-1 0,1 1-1,-1-1 1,1 0 0,0 0 0,0 0-1,0 0 1,0 0 0,6 2 0,-2-2-1248,-1 0-1,1 0 1,-1-1 0,1 0 0,0 0 0,11 0-1,9-1-5492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2.2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97 9364,'0'0'13193,"0"15"-11862,0 67 422,0-82-1569,-1 0-168,0-1-1,1 1 1,-1-1 0,1 0-1,-1 1 1,1-1 0,-1 0-1,1 0 1,-1 1-1,1-1 1,0 0 0,0 0-1,-1 1 1,1-1 0,0 0-1,0 0 1,0 0-1,0 0 1,0 1 0,0-3-1,0-10-410,-1 1 471,1 0 1,1 1 0,-1-1-1,2 0 1,0 0-1,4-12 1,-5 21-392,1-1 0,0 0 0,0 1 0,0-1 0,0 1 1,0 0-1,1 0 0,-1 0 0,4-3 0,-1 2-960,-1 1 1,1 0-1,0 0 0,0 0 0,0 0 1,0 1-1,9-3 0,5-2-5173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2.4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407 0 9332,'0'0'9349,"-95"124"-4579,61-65-1201,1 0-1824,5-1-672,1-8-353,7-7-544,6-11-176,1-8-128,6-3-896,-6-8-929,-8-4-865,-6-4-1664,-7-5-2497,-6 0-3122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2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34 6307,'0'0'3348,"26"-5"-408,44-6 1885,111-5 0,-127 15-3379,-14 0-70,40 4 1,-79-3-1334,0 1 0,0-1 0,0 1-1,0-1 1,0 1 0,0-1 0,0 1-1,0 0 1,0-1 0,0 1 0,0 0 0,0 0-1,-1 0 1,1-1 0,0 1 0,-1 0 0,1 0-1,0 0 1,-1 0 0,0 0 0,1 0 0,-1 1-1,1-1 1,-1 0 0,0 0 0,0 0 0,0 0-1,0 0 1,0 0 0,0 0 0,0 1 0,0-1-1,0 0 1,0 0 0,-1 0 0,1 0 0,-1 2 0,0 2 78,0 0 1,0 0 0,0 0 0,-1-1 0,0 1 0,0 0-1,-4 5 1,-68 90-629,70-97-334,16-20-22358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2.9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0 15255,'0'0'7956,"-28"88"-8533,42-74-1856,13-5-2305,0-7-3794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3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359 1 7828,'0'0'9684,"-67"129"-5378,40-64-544,13 3-1393,-6-3-1009,-7-2-239,13-8-817,-13-10-304,13-9-64,-6-7-832,0-11-929,-7-6-1009,6-10-2320,-6-2-2273,-7-2-4083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3.4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10965,'0'0'2476,"24"0"979,26-2-1777,12-1 597,0 3-1,110 12 1,-161-9-1962,-1-1 0,1 1 0,18 9 0,-28-12-285,1 1 1,-1-1 0,0 0 0,0 1 0,1 0-1,-1-1 1,0 1 0,0 0 0,0-1 0,0 1-1,0 0 1,0 0 0,0 0 0,0 0 0,0 0-1,-1 0 1,1 0 0,0 0 0,0 0 0,-1 1-1,1-1 1,-1 0 0,1 0 0,-1 1 0,0-1-1,1 0 1,-1 1 0,0-1 0,0 0 0,0 1-1,0-1 1,0 0 0,0 1 0,0-1 0,-1 0-1,1 0 1,0 1 0,-1-1 0,1 0 0,-1 0-1,1 1 1,-1-1 0,-1 2 0,-5 5 128,0 0 0,0-1 0,-1 0 0,0 0 1,-13 8-1,14-11-132,0 0 1,0 1 0,1 0 0,0 0 0,0 1-1,0 0 1,1 0 0,0 0 0,0 1-1,0-1 1,1 1 0,-6 13 0,11-15-7631,7-10 4364,9-12-528,3-17-3864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3.6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0 10885,'0'0'14038,"-68"115"-13846,68-74-192,0 0-288,0-3-1280,0-2-1634,20-6-1936,7-6-3042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4.1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105 102 12534,'0'0'12792,"-18"21"-11468,-54 65-433,71-84-852,-1 0 0,1 0 0,-1 0 0,1 0 0,0 0 0,0 0 0,0 0 1,0 0-1,0 1 0,0-1 0,1 0 0,-1 1 0,1-1 0,0 0 0,-1 1 0,1-1 1,1 4-1,-1-4-23,1-1 0,-1 1 0,1-1 0,0 1 0,0-1 0,-1 1 1,1-1-1,0 0 0,0 0 0,1 1 0,-1-1 0,0 0 0,0 0 1,0 0-1,1 0 0,-1 0 0,1-1 0,1 2 0,4 1 10,0-1 0,1 0 0,-1 0 0,0 0 0,0-1 0,12 0 0,-14 0-41,-1-1 0,1 0 0,-1 0 0,1 0 0,-1-1-1,1 0 1,-1 1 0,0-2 0,1 1 0,-1 0 0,0-1 0,0 0 0,0 0 0,0 0-1,0 0 1,0-1 0,4-3 0,-4 2-88,0-1 0,-1 0-1,1 0 1,-1-1 0,0 1 0,-1 0-1,1-1 1,-1 0 0,0 0 0,0 0 0,-1 1-1,1-8 1,0-3-233,0 1 1,-2-1-1,-1-18 0,0 21 236,1 0-1,0 0 0,1 0 1,4-24-1,-4 35 100,-1 1 1,1 0 0,0 0-1,-1 0 1,1 0-1,0 0 1,0 0-1,0 1 1,0-1-1,0 0 1,0 0 0,0 1-1,0-1 1,0 0-1,0 1 1,0-1-1,0 1 1,0-1-1,1 1 1,-1 0 0,0 0-1,0-1 1,0 1-1,2 0 1,35-1 64,-28 2-18,0-2 65,0 2 0,0 0 0,0 0 0,0 1 1,0 0-1,0 0 0,-1 1 0,1 1 0,13 6 0,-17-7-25,-1 0-1,-1 1 0,1-1 0,0 1 0,-1 0 0,0 0 0,0 1 0,0-1 0,0 1 1,-1 0-1,0 0 0,0 0 0,0 0 0,0 1 0,-1-1 0,0 1 0,2 10 0,-3-11 43,0 0 0,0-1-1,-1 1 1,1 0-1,-1 0 1,0 0-1,-1 0 1,1 0-1,-1 0 1,0-1-1,0 1 1,-1 0-1,0 0 1,1-1-1,-1 1 1,-1-1-1,1 0 1,-1 0-1,1 0 1,-1 0-1,0 0 1,-1 0-1,1-1 1,-1 1-1,1-1 1,-1 0-1,0 0 1,-8 4-1,10-6-103,6-5-317,31-27-512,2 1 0,1 1 0,71-39 0,-95 64 2475,-12 13-818,-17 29-622,3-7-368,9 6-2504,3-36 2126,0 1 1,0-1-1,1 1 0,-1-1 0,0 1 0,1-1 0,-1 1 1,1-1-1,-1 1 0,1-1 0,0 0 0,-1 1 0,1-1 0,0 0 1,0 0-1,0 0 0,0 0 0,0 1 0,0-1 0,1 0 1,1 1-1,22 7-10649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4.6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515 0 3265,'0'0'14605,"-29"11"-11607,12-4-2507,-5 1 59,1 1 0,1 0-1,-1 2 1,1 0-1,1 1 1,0 1-1,-32 29 1,20-11 133,1 2 0,2 1 1,1 0-1,2 3 0,-39 72 1,52-82-629,0 1 0,2 1 0,1-1 0,1 2 0,1-1 0,2 1 0,1 0 0,2 0 0,1 46 0,1-68-154,1 1-1,1-1 1,-1 0-1,1 1 1,0-1-1,1 0 1,0 0 0,0-1-1,1 1 1,0 0-1,1-1 1,-1 0-1,1 0 1,0-1 0,1 1-1,0-1 1,0 0-1,0 0 1,1-1 0,0 0-1,0 0 1,0-1-1,0 0 1,12 5-1,-4-3-751,1 0 0,0 0 0,0-2 0,30 5-1,-23-6-1730,1-2-1,41-1 1,-3-8-5619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5.0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 15 1921,'0'0'17576,"-23"-2"-15186,-78-8-968,96 9-1296,-1 0 1,1 1-1,-1 0 0,1 0 0,-1 0 0,1 1 0,-1 0 0,1 0 0,-1 0 1,1 1-1,0-1 0,0 1 0,0 0 0,0 1 0,0 0 0,0-1 0,1 1 0,-1 1 1,1-1-1,0 1 0,0 0 0,0 0 0,-5 6 0,4-2-64,1 0 0,1 0 0,-1 1 0,1-1 0,0 1 0,1 0 0,0 0-1,1-1 1,0 1 0,0 0 0,1 13 0,0-21-66,0 1-1,0-1 1,0 0 0,1 0-1,-1 1 1,0-1 0,1 0-1,-1 0 1,1 1 0,0-1 0,-1 0-1,1 0 1,0 0 0,-1 0-1,1 0 1,0 0 0,0 0-1,0 0 1,0 0 0,0 0-1,0 0 1,0-1 0,3 2-1,0 0-58,0 0 1,1-1-1,-1 1 0,0-1 0,1 0 0,-1-1 0,8 1 1,-5 0-79,-1-1 1,1 0 0,-1 0 0,1-1 0,-1 0 0,0 0 0,1 0 0,-1-1 0,0 0 0,12-6-1,-8-1 32,-1-1-1,0 0 0,-1 0 1,0-1-1,-1 0 0,0-1 1,-1 0-1,0 0 0,6-18 0,-12 29 127,7 13 5433,16 38-4639,0 4-1152,-20-50 34,-1 1 0,1-1 0,0 0 0,0 0 0,0 0 0,0 0 0,1 0 0,0-1 0,-1 1 1,1-1-1,1 0 0,-1 0 0,0-1 0,8 4 0,-3-3-1273,-1 0 0,1 0 0,-1-1 1,1-1-1,0 1 0,0-1 0,13-1 0,18 0-8787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1:55.2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299 1 9556,'0'0'14919,"-102"147"-13142,75-116-672,0 3-1105,-7 0-97,0 0-1935,0 0-2370,-6-7-5043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07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143 123 848,'0'0'4971,"11"-3"-4358,35-8 134,-40 10-277,-1 0 0,1-1 0,-1 0-1,0 0 1,1 0 0,-1-1-1,0 1 1,-1-1 0,1 0 0,8-8-1,-11 9-282,1-1-1,-1 0 0,-1 0 0,1 1 0,0-1 0,-1 0 1,1 0-1,-1-1 0,0 1 0,0 0 0,-1 0 0,1-1 0,0 1 1,-1 0-1,0-1 0,0-3 0,0 6-129,0 0-1,-1 0 1,1 0 0,0 0-1,-1 0 1,1 0-1,-1 0 1,1 0 0,-1 0-1,1 1 1,-1-1 0,0 0-1,1 0 1,-1 1-1,0-1 1,0 0 0,1 1-1,-1-1 1,0 1 0,0-1-1,0 1 1,0-1-1,0 1 1,0-1 0,0 1-1,0 0 1,0 0 0,0-1-1,0 1 1,0 0-1,-2 0 1,-42-1 572,33 2-317,0-1-179,1 1-1,-1 0 1,1 1-1,-1 0 0,1 1 1,0 0-1,-16 8 1,22-9-83,0 0 1,0 1-1,0-1 1,1 1-1,-1 0 1,1 1-1,0-1 1,0 1 0,0 0-1,0 0 1,0 0-1,1 1 1,0-1-1,0 1 1,0 0-1,1-1 1,-1 1-1,-1 7 1,4-12-48,0 1-1,-1 0 1,1 0 0,0-1 0,0 1-1,0 0 1,0-1 0,0 1 0,0 0 0,0 0-1,0-1 1,0 1 0,0 0 0,0-1-1,1 1 1,-1 0 0,0-1 0,0 1-1,1 0 1,-1-1 0,0 1 0,1 0-1,-1-1 1,1 1 0,-1-1 0,1 1-1,-1-1 1,1 1 0,-1-1 0,1 1-1,0-1 1,-1 0 0,1 1 0,-1-1-1,1 0 1,0 1 0,0-1 0,-1 0-1,1 0 1,0 0 0,1 1 0,37-1 59,-24 0 3,69-1 240,105 3-74,-186-2-205,0 0 1,0 0-1,0 1 1,0 0-1,0-1 1,-1 1-1,1 0 1,0 1-1,0-1 0,-1 0 1,1 1-1,-1-1 1,1 1-1,-1 0 1,0 0-1,0 0 1,1 0-1,-1 0 1,-1 1-1,1-1 0,0 0 1,-1 1-1,1 0 1,-1-1-1,0 1 1,1 0-1,-1 0 1,-1-1-1,1 1 0,0 0 1,-1 0-1,1 0 1,-1 6-1,0 1 203,0 0 1,0 0-1,-1 0 0,0-1 0,-1 1 0,0 0 0,-1 0 0,0-1 1,-6 14-1,-17 25 815,-62 86 0,10-19-360,22-24-259,-75 130 222,127-213-626,0-1 0,0 0 0,1 1 1,0-1-1,0 1 0,1 0 0,0 0 0,0 0 0,0 13 0,2-20-23,1 0 1,0-1-1,-1 1 0,1 0 1,0 0-1,0-1 0,0 1 1,-1 0-1,1-1 1,0 1-1,0-1 0,0 1 1,0-1-1,0 0 0,0 1 1,0-1-1,0 0 0,0 0 1,1 0-1,-1 0 0,0 0 1,0 0-1,0 0 0,0 0 1,0 0-1,0 0 1,0 0-1,2-1 0,4 0-1,14 0-7,1-1-1,-1-1 1,1 0 0,-1-2-1,0-1 1,24-10 0,9-6-169,54-32 1,-104 52 17,6-3-203,-1-1 0,1 0 0,-1 0 0,9-8 0,-16 12-233,0 0 0,0-1 0,0 1 0,0 0 1,0-1-1,-1 0 0,1 1 0,-1-1 0,1 0 1,-1 0-1,1-5 0,-1-8-6356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07.6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148 1 12038,'0'0'8756,"-20"12"-6459,-64 43-977,80-51-1206,0-1 1,1 1-1,-1 0 0,1 0 1,0 0-1,0 1 0,0-1 1,0 1-1,1-1 0,0 1 1,0 0-1,0 0 0,1 0 1,-1 0-1,1 0 0,0 1 1,1-1-1,-1 0 0,1 0 1,0 1-1,0-1 0,1 0 1,0 0-1,0 0 0,0 1 1,3 8-1,-3-10-119,0 1-1,1 0 1,-1-1 0,1 1-1,0-1 1,0 1 0,1-1-1,-1 0 1,1 0 0,0 0-1,0 0 1,0 0 0,1-1-1,-1 0 1,1 1 0,0-1-1,0-1 1,0 1 0,0 0-1,0-1 1,1 0 0,-1 0-1,1 0 1,-1-1 0,1 1-1,0-1 1,0 0 0,0-1-1,-1 1 1,1-1 0,0 0-1,0 0 1,0 0 0,0-1-1,0 0 1,-1 0-1,1 0 1,0 0 0,-1-1-1,1 0 1,-1 0 0,1 0-1,-1 0 1,0-1 0,7-5-1,7-6-148,-6 7 84,-1-2 0,0 1 0,0-1 0,-1-1 0,-1 0 0,1-1 0,-1 1 0,10-18 0,-15 37 1898,18 33-2551,-5-22-3594,4-11-4007,4-9-301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07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4898,'0'0'21402,"7"43"-20554,-7-28-687,0-8-161,0-2-721,0-14-12917,0-23 2497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07.9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10277,'0'0'7475,"-6"100"-10404,26-76-801,0 1-1856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08.1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0 5699,'0'0'17223,"-101"117"-15926,94-103-673,7-5-608,0-2-16,7-7-208,20 0-1008,0 0-1121,14-21-1313,-8-8-2705,8-7-1585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08.6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175 1 12102,'0'0'7096,"-19"22"-2822,-1-1-3305,9-11-582,0 1 0,1 1 1,1 0-1,0 0 0,1 1 1,0 0-1,0 0 1,2 0-1,-10 29 0,6-4 552,3 1 0,0 0-1,0 67 1,5-79-764,3 28-4,0-44-184,0 0 0,-1-1 1,0 1-1,-1 0 0,0 0 1,0-1-1,-6 18 0,9-43-2741,-1 10 2551,-1 1-1,0-1 1,1 0 0,0 1 0,0-1 0,1 0-1,-1 1 1,5-8 0,3-1-196,1 0-1,1 1 1,-1 0-1,2 0 1,0 1 0,0 1-1,16-10 1,-3 4-378,1 0 0,53-22 1,-71 35 740,17-4 120,-23 7 444,-6 17 2176,3-12-2371,0 0 0,0 0 0,-1 0 0,1-1 0,-1 1 0,0-1 0,0 1 0,-1-1 0,1 0 0,-1 1 0,0-1 0,-5 6 0,-4 1 35,-1-1 1,1 0-1,-17 10 1,18-13-280,1 0 1,-1 0 0,2 1 0,-1 0-1,1 1 1,-12 15 0,20-23-94,-1 1-1,1 0 1,0-1 0,0 1 0,0-1-1,1 1 1,-1 0 0,0 0-1,1-1 1,-1 1 0,1 0 0,-1 0-1,1 0 1,0 0 0,0 0-1,0 0 1,0 2 0,0-3-33,1 0 1,-1 0 0,1 0-1,-1 0 1,1 0-1,0 0 1,-1 0 0,1 0-1,0 0 1,0-1 0,0 1-1,0 0 1,0 0-1,-1-1 1,1 1 0,0-1-1,1 1 1,-1-1-1,0 1 1,2 0 0,6 1-416,1 0 1,-1-1-1,1 0 1,0-1-1,12 0 1,-11 0-140,4 0-215,11 0-2778,46-5 0,-11-10-3987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09.3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393 0 9893,'0'0'3110,"-23"4"385,7-1-2632,-7 0 220,0 1-1,1 1 1,0 1-1,0 1 1,-24 12-1,-53 35 1591,89-47-2433,0 0-1,0 1 1,0 0 0,1 1 0,0 0 0,-14 19 0,21-26-228,0 0 1,1 0 0,-1 1-1,1-1 1,0 1 0,0-1-1,0 1 1,0-1 0,0 1 0,0 0-1,1-1 1,-1 1 0,1 0-1,0 0 1,0-1 0,1 6-1,-1-6-20,1 0 0,0 0 0,0 0 0,0 0 0,0 0 1,0-1-1,0 1 0,0 0 0,1-1 0,-1 1 0,1-1 0,-1 0 0,1 1 0,-1-1 0,1 0 0,0 0 0,3 2 0,8 2-174,0-1 0,1 0 1,-1-1-1,1 0 0,20 1 1,-7-1-317,12 3-267,62 12-1184,-92-15 1717,1-1 1,0 2 0,-1-1-1,0 1 1,0 1 0,0-1 0,13 10-1,-21-13 236,0-1-1,0 1 1,-1 0-1,1 0 0,0 0 1,0 0-1,0 0 0,0 0 1,-1 0-1,1 0 0,0 0 1,-1 0-1,1 0 1,-1 0-1,1 0 0,-1 1 1,0-1-1,1 0 0,-1 0 1,0 0-1,0 1 0,0-1 1,0 0-1,0 0 0,0 1 1,0-1-1,0 0 1,-1 0-1,1 0 0,0 1 1,-1-1-1,1 0 0,-1 0 1,1 0-1,-1 0 0,0 0 1,1 0-1,-1 0 1,0 0-1,0 0 0,0 0 1,0 0-1,0 0 0,0-1 1,0 1-1,0 0 0,0-1 1,-2 2-1,-6 4 379,-1 0 0,0-1 0,-20 9 0,28-13-300,-60 22 1452,35-14-1059,0 1 0,1 1-1,-32 19 1,62-29-5293,20-1 1958,20-13-2884,4-12-2919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09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115 122 13110,'0'0'14375,"-19"20"-13247,-58 64-520,75-83-580,0 1-1,0 0 0,1 0 1,-1 1-1,0-1 0,1 0 0,0 1 1,0-1-1,-1 0 0,1 1 1,-1 4-1,2-7-24,1 0-1,-1 1 1,0-1 0,0 1 0,0-1 0,0 0-1,0 1 1,0-1 0,1 0 0,-1 1-1,0-1 1,0 0 0,1 1 0,-1-1-1,0 0 1,0 1 0,1-1 0,-1 0-1,0 0 1,1 0 0,-1 1 0,0-1 0,1 0-1,-1 0 1,0 0 0,1 0 0,-1 1-1,1-1 1,-1 0 0,0 0 0,1 0-1,-1 0 1,0 0 0,1 0 0,-1 0-1,1 0 1,-1 0 0,1 0 0,34-9-22,-28 2-92,-1 1 1,0-1 0,0 0 0,-1 0-1,0 0 1,0-1 0,-1 0 0,4-9-1,-3 7-30,0 0-1,1 0 1,0 0 0,15-16-1,-19 25 171,1 0 1,0 0-1,-1 0 0,1 0 0,0 1 1,-1-1-1,1 1 0,0-1 0,-1 1 1,1 0-1,0 0 0,0 1 0,-1-1 1,1 0-1,0 1 0,-1 0 0,1-1 1,0 1-1,-1 0 0,1 0 0,-1 1 1,1-1-1,-1 0 0,0 1 0,0 0 1,0-1-1,3 4 0,31 54 903,-18-27-442,-33-47 1006,13 13-1487,0 0 1,0 1-1,0-1 1,1 0-1,-1 0 1,0 0-1,1-1 1,-1 1-1,1 0 1,0 0 0,-1-1-1,1 1 1,0-1-1,1 1 1,-1-1-1,0 1 1,1-1-1,-1 0 1,1-4-1,0 3-36,1-1 0,-1 1 1,1-1-1,0 1 0,0-1 0,1 1 0,-1 0 0,1 0 0,0-1 0,0 1 0,0 1 0,1-1 0,-1 0 1,1 0-1,0 1 0,0 0 0,0-1 0,1 1 0,6-4 0,34-21-2373,5 5-4187,-32 15 2642,10-5-4718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10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1 8580,'0'0'14134,"-12"22"-9470,-3 3-3601,5-9-535,1 0 0,0 1-1,2 0 1,0 0-1,0 1 1,-5 26 0,8-24-401,-30 148 362,31-143-486,0-1 0,2 1 1,1 0-1,6 46 0,-6-69-35,1 0 0,0 0 0,-1-1 0,1 1 0,0 0 0,0 0 1,0-1-1,0 1 0,0-1 0,1 1 0,-1-1 0,0 1 0,1-1 0,-1 0 0,1 1 0,0-1 0,-1 0 0,1 0 1,0 0-1,0 0 0,-1-1 0,1 1 0,0 0 0,0-1 0,0 0 0,0 1 0,2-1 0,60 3-2030,-50-3 1339,-8 0 50,-1 0 0,1 0 1,-1-1-1,0 1 0,1-1 0,-1-1 1,0 1-1,0-1 0,0 1 0,0-2 1,5-1-1,18-17-7120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10.3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41 5603,'0'0'11365,"149"0"-9268,-88 0-2017,0 0-80,-7-9-1745,7-4-3906,7-6-6050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10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523 0 6403,'0'0'11304,"-28"13"-7321,6-4-3280,1-1-111,-1 2 0,1 0 0,0 1 0,1 2 0,1 0 0,0 1 1,-26 24-1,6 2 262,1 2 0,3 2 0,-33 51 1,53-72-609,2 1 1,0 1 0,1 0-1,2 0 1,1 1 0,0 0 0,2 1-1,-5 36 1,10-42-247,0 0 0,1 0 0,2-1 0,0 1 0,1 0 0,6 26 0,-5-36 0,0-1 0,1 0 0,0 0 0,1-1 0,0 1 0,1-1 0,-1 0 0,2 0 0,-1-1 0,1 0 0,1 0 0,-1-1 0,18 13 0,-8-7-125,2-2 0,-1-1-1,1 0 1,1-1 0,0-1 0,0-1-1,35 8 1,-14-8-772,0-1 0,82 0 1,-120-6 633,47-3-4489,-20-9-2655,-2-11-8254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12.5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421 2 5603,'0'0'10740,"-3"-2"-8541,-7 2-1934,-1 0 1,1 1 0,0 0-1,0 0 1,0 1-1,0 1 1,0-1 0,1 2-1,-14 5 1,-89 51 627,70-37-347,24-13-395,-1 0 24,0 1 0,-29 22 0,44-30-153,0 0-1,1 0 1,-1 0-1,1 1 0,0-1 1,0 1-1,0 0 1,1 0-1,-1 0 0,1 0 1,0 0-1,0 0 1,0 1-1,1-1 1,0 1-1,-1-1 0,2 1 1,-2 6-1,2-6-6,0 0 0,0 0 0,0 0 0,1-1 0,0 1 0,0 0 0,0 0 0,0-1 0,3 7 0,-2-9-14,-1 0 1,1 1 0,0-1 0,0 0 0,0 0 0,0 0-1,1-1 1,-1 1 0,0 0 0,1-1 0,-1 1-1,1-1 1,0 0 0,-1 0 0,1 0 0,0 0 0,0-1-1,3 1 1,4 2-9,1-1 0,0-1 0,0 1 0,0-2 0,-1 0 0,1 0 0,0-1 0,0 0 0,0-1 0,-1 0 0,1-1 0,-1 0 0,1-1-1,-1 0 1,0 0 0,-1-1 0,1-1 0,-1 1 0,0-2 0,13-10 0,-13 8 72,0 0 0,-1-1 0,0 0 1,0 0-1,-1-1 0,-1 0 0,0 0 0,0-1 0,-1 1 1,-1-1-1,1 0 0,-2-1 0,0 1 0,-1-1 0,0 1 0,0-1 1,-1-15-1,-3 56 3089,0-7-3010,1 0-1,1-1 1,0 1-1,2 0 0,7 40 1,-8-60-372,0 1 0,0 0 1,0 0-1,0-1 0,0 1 0,0-1 0,1 1 1,-1-1-1,1 1 0,-1-1 0,1 0 0,-1 0 1,1 0-1,-1 0 0,1 0 0,0 0 1,0 0-1,0 0 0,-1-1 0,1 1 0,3 0 1,45 1-8303,-32-3 3961,22 1-6265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12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291 1 576,'0'0'19273,"-20"144"-16536,-7-96-1264,-7-3-833,7 2-448,-14-1-192,1 1-1664,-15-2-3139,8-9-6370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17.2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2 1681,'0'0'11015,"3"-2"-8670,-2 9-1560,-26 78 3604,14-52-2858,-10 53 0,12 1-735,3 139 0,6-171-920,6-29-1811,-5-25 1592,-1 0 0,1-1 1,0 1-1,-1 0 0,1-1 1,0 1-1,0 0 0,0-1 1,0 1-1,0-1 0,0 1 1,0-1-1,0 0 0,0 1 1,0-1-1,0 0 0,0 0 1,0 0-1,0 0 0,0 0 1,2 0-1,10 0-5692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17.6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 9220,'0'0'11035,"20"7"-10376,61 21 45,-72-25-645,0-1-1,0 0 1,1 0 0,-1-1 0,0 0-1,1-1 1,-1 0 0,10-2 0,9 0-41,-27 2-29,0 0 0,0 0-1,0 0 1,0 0 0,0-1 0,0 1 0,0 0 0,0-1 0,0 1 0,0-1 0,0 0 0,0 1-1,0-1 1,0 0 0,0 1 0,0-1 0,-1 0 0,1 0 0,0 0 0,-1 1 0,1-1 0,0 0-1,-1 0 1,1 0 0,-1 0 0,1 0 0,-1 0 0,0-1 0,0 1 0,1 0 0,-1 0-1,0 0 1,0 0 0,0 0 0,0-1 0,0 0-7,0 0-1,0 1 1,0-1-1,0 1 1,0-1-1,0 1 1,-1-1-1,1 1 1,-1-1-1,1 1 1,-1-1-1,1 1 1,-1 0-1,0-1 1,0 1-1,1 0 1,-1-1-1,0 1 1,0 0-1,0 0 1,-1 0 0,1 0-1,0 0 1,-3-1-1,-12-2 38,0 0 1,0 2-1,0 0 0,-1 1 1,1 1-1,-1 0 0,-28 4 1,43-4 31,0 1 0,0-1 0,0 0-1,0 1 1,0-1 0,0 1 0,1 0 0,-1-1 0,0 1 0,0 0 0,0 0 0,1 0 0,-1 0 0,0 1 0,1-1-1,-1 0 1,1 1 0,0-1 0,-1 1 0,1-1 0,0 1 0,0 0 0,0-1 0,0 1 0,0 0 0,0 0 0,1 0-1,-1 0 1,0 0 0,1 0 0,0 0 0,-1 0 0,1 0 0,0 0 0,0 0 0,0 0 0,0 0 0,1 0-1,-1 0 1,0 0 0,1 0 0,0-1 0,1 4 0,0 3 1,1 1 1,0-1-1,1-1 0,0 1 0,1 0 1,-1-1-1,1 0 0,10 11 0,-9-12-306,0-1 0,0 1 0,1-1 0,0 0 0,0 0 0,13 6 0,-12-8-511,-1-1 0,1 0 0,0 0 1,0 0-1,0-1 0,0 0 0,8-1 0,31 0-5774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18.0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342 39 13414,'0'0'8281,"-21"-7"-6368,-70-20-843,86 26-962,-1 0 0,1 0-1,-1 0 1,0 0 0,1 1 0,-1 0 0,0 1-1,1-1 1,-1 1 0,0 0 0,1 0 0,-1 1-1,1-1 1,0 1 0,-1 0 0,1 1 0,0 0 0,0-1-1,1 1 1,-1 1 0,0-1 0,1 1 0,0 0-1,-4 4 1,-1 3 37,1 0 0,0 0 0,1 0 0,0 1 0,1 0 0,0 0 0,-7 26 0,4-6-54,1 1-1,2 0 1,-2 61 0,8 105-554,2-86-1918,-2-88 342,0-20-2885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18.1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6371,'0'0'16183,"128"-9"-16023,-100 11-160,12-2-416,1 0-1745,-1 0-1841,15-13-4353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18.4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210 1 7043,'0'0'14183,"-21"18"-10310,-69 62-1378,82-72-2190,1 0 0,0 1 0,1 0 1,0 0-1,1 0 0,0 0 0,0 1 0,1 0 1,0 0-1,0 0 0,-3 22 0,-2 1 326,2-1-456,1 0 0,1 0 0,2 1 0,2 59 0,1-73-170,1-18-15,-1 0 0,0 0-1,0 0 1,1 0 0,-1 0 0,1 0 0,-1 0-1,1 0 1,-1 0 0,1-1 0,-1 1-1,1 0 1,0 0 0,-1-1 0,1 1 0,0 0-1,0-1 1,0 1 0,-1 0 0,1-1 0,0 1-1,0-1 1,0 0 0,0 1 0,0-1 0,0 0-1,0 0 1,0 1 0,0-1 0,0 0-1,0 0 1,2 0 0,43 0-834,-34-1 486,1 1-439,-1-2 1,1 0 0,-1 0-1,0-1 1,0 0 0,23-11-1,-26 10-860,-1 0 0,0-1-1,0 0 1,0 0-1,-1-1 1,8-7 0,7-15-10202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18.6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 9316,'0'0'13863,"136"0"-12983,-69-2-672,1-7-208,-7 2-656,-7-4-2754,-6-5-4321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20.1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292 0 3858,'0'0'14582,"41"102"-12389,-41-59-768,-27 2-737,-14 2-624,-20-2-64,-7 3-1136,1-1-3090,-1-6-4722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25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4370,'0'0'14745,"0"10"-13264,2 28-432,0-9-813,-1 0 0,-2 0 1,0 0-1,-8 39 0,2-33-2652,7-12-6677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25.2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9172,'0'0'9252,"0"61"-9828,0-25-1217,0 0-2208,0-2-1602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25.6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8580,'0'0'12371,"4"6"-11451,1 2-780,1-1 0,0 0 0,0 0 1,0-1-1,1 0 0,0 0 0,8 5 0,-11-8-439,0-1 0,1 1 0,-1-1 1,1 0-1,-1-1 0,1 1 0,-1-1 0,1 0 1,0 0-1,9 0 0,-8-1 312,0-1-1,-1 0 1,1 0-1,-1 0 1,0-1 0,1 0-1,-1 0 1,0 0-1,0 0 1,0-1 0,0 0-1,-1 0 1,1 0-1,-1-1 1,0 0 0,0 0-1,5-5 1,-2 3 3128,2 5-3578,18 14-8861,-22-11 8318,9 8-6496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26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287 604 6227,'0'0'15116,"-23"-11"-14142,-73-31-280,89 39-641,-1 0 0,0 1 1,0 0-1,0 1 0,0 0 1,0 0-1,0 0 0,0 1 1,0 0-1,-9 2 0,13-1-46,0-1 1,0 1-1,0 1 0,0-1 0,1 0 1,-1 1-1,0 0 0,1 0 0,-1 0 1,1 0-1,0 1 0,0-1 0,0 1 0,0 0 1,0 0-1,-3 4 0,5-5-12,0-1 0,0 1 0,0 0 0,0-1 1,0 1-1,0 0 0,0 0 0,1 0 0,-1-1 0,1 1 0,0 0 0,-1 0 0,1 0 0,0 0 0,0 0 0,0 0 0,0 0 0,1 0 0,-1 2 0,1-3-23,-1 0 0,1 0-1,0 0 1,-1 0-1,1 0 1,0 0-1,0 0 1,-1 0 0,1 0-1,0 0 1,0 0-1,0 0 1,0-1-1,0 1 1,0 0 0,1-1-1,-1 1 1,0-1-1,0 1 1,0-1 0,0 0-1,1 1 1,-1-1-1,0 0 1,0 0-1,1 0 1,-1 0 0,1 0-1,6-1-69,-1 1-1,1-2 1,-1 1-1,1-1 1,-1 0-1,0-1 1,0 1-1,0-2 0,-1 1 1,1-1-1,6-4 1,70-58-942,-48 36 688,-7 8 155,32-26-396,82-87 0,-128 121 570,0-2 1,-2 0-1,0 0 0,-1-1 1,0-1-1,-1 0 1,-2 0-1,1-1 0,-2 0 1,-1 0-1,5-22 1,-9-16 1521,-2 57-1434,0-1-1,0 1 1,0-1 0,0 0 0,0 1-1,-1-1 1,1 1 0,0-1 0,0 1-1,-1 0 1,1-1 0,0 1 0,0-1-1,-1 1 1,1-1 0,0 1-1,-1 0 1,1-1 0,-1 1 0,1 0-1,-1-1 1,1 1 0,-1 0 0,1 0-1,0-1 1,-1 1 0,1 0 0,-1 0-1,0 0 1,1 0 0,-1 0 0,-26 0 929,20 1-841,-1 0 1,1 1-1,0 0 0,0 0 0,-8 4 1,2 3 61,1 1 0,0 0 0,0 0 0,1 1 0,1 1 0,0-1 0,0 2 0,1-1 0,1 2 0,-11 22 0,-3 8 221,3 2 0,-14 48 0,28-76-414,1-1 1,0 1-1,1 0 0,1 0 0,1 0 0,0 0 0,2 0 1,0 0-1,5 27 0,-5-41-46,1 0 0,-1 0-1,1 1 1,0-1 0,1-1 0,-1 1 0,1 0 0,-1 0 0,1-1-1,0 0 1,1 1 0,-1-1 0,0-1 0,1 1 0,0 0 0,0-1-1,-1 0 1,1 1 0,1-2 0,-1 1 0,0 0 0,0-1 0,7 1-1,8 2-195,1-1 0,0-1-1,39-1 1,-45-1 147,-4 0 27,1-1 1,-1 0-1,0-1 1,0 0-1,0-1 1,-1 0-1,1 0 1,0-1-1,-1-1 1,0 1-1,0-1 1,0-1-1,-1 0 1,0 0-1,0 0 1,0-1-1,-1-1 0,0 1 1,-1-1-1,1 0 1,-1 0-1,-1-1 1,0 0-1,0 0 1,-1 0-1,0-1 1,0 1-1,-1-1 1,0 0-1,-1 0 1,0 0-1,0-15 1,-2 24 106,0-1 1,0 0-1,-1 1 0,1-1 1,-1 1-1,1 0 0,-1-1 1,0 1-1,0-1 1,1 1-1,-1 0 0,0 0 1,0-1-1,0 1 0,0 0 1,0 0-1,-1 0 1,1 0-1,0 0 0,0 0 1,-1 1-1,1-1 1,-1 0-1,1 1 0,-1-1 1,1 1-1,-1-1 0,1 1 1,-1 0-1,1-1 1,-1 1-1,1 0 0,-1 0 1,1 0-1,-1 0 0,1 1 1,-3-1-1,1 0 2,-1 1 0,1-1 0,0 0-1,-1 1 1,1 0 0,0-1 0,0 1 0,-1 1-1,1-1 1,0 0 0,0 1 0,1 0 0,-1-1-1,0 1 1,0 0 0,1 0 0,-3 3 0,1 4-23,1-1-1,1 0 1,-1 1 0,1 0 0,1 0 0,0-1 0,0 1 0,1 0 0,0 0-1,0 0 1,2 10 0,-1 15-19,-1-29-103,0 0 1,1 0-1,-1 0 1,1 0 0,0 0-1,0 0 1,1 0 0,0 0-1,0 0 1,0 0 0,0-1-1,0 1 1,1-1-1,0 0 1,0 0 0,0 0-1,6 6 1,-4-6-390,0-1 0,0 1-1,0-1 1,1 0 0,-1 0 0,1-1 0,0 1 0,0-1 0,0 0-1,0-1 1,0 0 0,0 0 0,0 0 0,9 0 0,39-2-4590,12-7-2521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26.5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386 1 2769,'0'0'16120,"-128"45"-12135,101-4-2128,-14-1-512,7 3 240,7-4-657,7-3-688,6-5-192,-6-1-48,6-5-400,1-7-833,-1-3-879,1-6-1282,6-6-2001,-7-3-2864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26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5635,'0'0'17063,"122"20"-15990,-102 7-513,7 2-320,-13-2-240,13-2-240,-7-2-1313,7-5-1856,0-9-2242,7-9-3681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27.1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0 100 2945,'0'0'15351,"136"-16"-14358,-89 7-273,-6-3-480,-1 1-240,1 0-416,-14 0-1249,7-3-2721,-7-2-3185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27.3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 4946,'0'0'22891,"-27"147"-21451,20-111-559,0-2-641,1-3-240,6-4-304,0-4-817,0-3-1936,0-6-2065,0-5-3218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27.9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 3730,'0'0'7902,"22"-3"-5269,-4 1-2126,-4-1-190,0 1 0,1 1 0,-1 1 1,1 0-1,-1 0 0,1 1 0,-1 1 1,0 1-1,15 4 0,-6 2 225,0 2 0,-1 0-1,-1 2 1,0 0 0,0 2-1,-1 0 1,-1 1 0,-1 1 0,18 21-1,-11-10-147,-2 1-1,-1 2 0,-1 0 1,-1 1-1,20 47 0,-28-51-313,-2 1-1,-1 1 1,-1 0-1,-1 0 1,-2 0-1,-1 1 1,0 54-1,-4-67-72,-1 0 1,-1 0-1,0 0 0,-2 0 0,0 0 0,-1-1 0,0 1 0,-2-1 0,0-1 0,-1 1 0,0-1 0,-1-1 0,-1 1 0,-17 18 0,-3-5-297,-2-1 0,-2-2 1,0-1-1,-1-2 1,-1-1-1,-64 27 0,95-47-433,-3 0-556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28.8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6243,'0'0'16840,"41"0"-16216,-41 4-688,0 5-1153,0 0-2705,0-4-3025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29.0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529 0 13958,'0'0'1025,"-129"88"1360,82-40 1681,6-1-2049,-6 3-1809,13 2-208,-7 4-480,-13 5-2338,-7 2-3729,-13 3-3169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31.4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237 150 0,'0'0'10720,"9"-1"-9512,-7 1-1189,5-1 365,-1 1 1,1-1 0,-1 0-1,0-1 1,10-3 0,-14 4-209,-1 0 1,1 1 0,0-1 0,0 0-1,-1-1 1,1 1 0,-1 0 0,1 0 0,-1-1-1,1 1 1,-1-1 0,0 1 0,0-1-1,0 1 1,0-1 0,0 0 0,0 0-1,0 1 1,0-1 0,-1 0 0,1 0 0,-1 0-1,1 0 1,-1 0 0,0 0 0,0-3-1,0 2-69,0 0 0,0 0-1,-1 0 1,1 0 0,-1 0-1,0 1 1,0-1 0,0 0-1,0 0 1,0 1 0,0-1-1,-1 0 1,1 1 0,-1-1-1,0 1 1,0 0 0,0 0-1,0-1 1,-3-1-1,0 1-52,-1-1-1,1 0 0,-1 1 0,0 0 0,-1 1 1,1-1-1,0 1 0,-9-2 0,-12 0-60,0 0-1,0 2 1,-34 1 0,55 1 92,2 0-54,1 0 0,-1 0 0,0 0-1,0 1 1,1-1 0,-1 1 0,0 0-1,1 0 1,-1 0 0,1 1 0,-1-1 0,1 1-1,0 0 1,0 0 0,-1 0 0,1 1-1,1-1 1,-1 1 0,0-1 0,1 1 0,-1 0-1,1 0 1,0 0 0,0 0 0,0 0-1,0 1 1,-2 4 0,4-7-29,0 1 1,-1-1-1,1 0 0,0 1 1,0-1-1,0 0 0,0 0 1,0 1-1,0-1 1,0 0-1,0 1 0,1-1 1,-1 0-1,0 0 0,1 1 1,-1-1-1,1 0 0,0 0 1,-1 0-1,1 0 0,0 0 1,-1 0-1,1 0 1,0 0-1,0 0 0,0 0 1,0 0-1,0 0 0,0 0 1,0-1-1,0 1 0,1-1 1,-1 1-1,0 0 1,0-1-1,0 0 0,1 1 1,1-1-1,5 3 11,1-1 0,-1 0 0,1-1 0,12 1 0,220-1 676,-239-1-667,-1 0 1,1 0 0,0 0 0,-1 0-1,1 0 1,-1 1 0,1-1 0,0 1 0,-1-1-1,1 1 1,-1 0 0,1-1 0,-1 1-1,0 0 1,1 0 0,-1 0 0,0 0-1,1 0 1,-1 0 0,0 1 0,0-1-1,0 0 1,0 0 0,0 1 0,0-1-1,-1 1 1,1-1 0,0 1 0,-1-1-1,1 1 1,-1-1 0,1 1 0,-1 0-1,0-1 1,0 1 0,0 0 0,0-1-1,0 1 1,0 0 0,0-1 0,0 1-1,-2 2 1,1 7 214,-1-1 0,-1 0 1,0-1-1,0 1 0,-1 0 0,-6 9 0,-113 188 2384,71-126-2273,-72 153-1,108-176-325,15-57-25,1 1 0,-1-1-1,1 0 1,-1 1-1,1-1 1,0 1 0,0-1-1,0 1 1,0-1 0,0 0-1,0 1 1,0-1 0,0 1-1,0-1 1,1 1 0,-1-1-1,1 0 1,-1 1 0,1-1-1,-1 0 1,1 1 0,0-1-1,0 0 1,0 0 0,-1 0-1,1 0 1,0 1 0,0-1-1,1-1 1,-1 1-1,0 0 1,0 0 0,0 0-1,1-1 1,0 2 0,10-1-21,0-1 1,0 0-1,-1 0 1,1-1-1,0-1 1,-1 0-1,1-1 1,21-7-1,7-6 28,41-24 0,-30 15 16,173-86-877,-222 109 216,-22 2-16563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31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0 9012,'0'0'14556,"-4"25"-12955,-25 182 1894,28-137-2844,1-69-650,0 0-1,1-1 1,-1 1 0,1 0 0,-1 0-1,1-1 1,-1 1 0,1 0 0,-1 0-1,1-1 1,0 1 0,-1-1 0,1 1-1,0 0 1,0-1 0,-1 0 0,1 1 0,0-1-1,0 1 1,0-1 0,-1 0 0,1 1-1,0-1 1,0 0 0,0 0 0,0 0-1,0 0 1,0 0 0,0 0 0,-1 0-1,1 0 1,2 0 0,36-6-250,-7-10-136,-1-2 1,0 0-1,-2-2 1,0-1-1,31-31 1,-13 13-228,16-10 2522,-63 83 406,-1-28-2198,1-1 0,0 1 0,1-1-1,-1 1 1,1-1 0,0 1 0,1-1 0,2 10 0,-2-13-401,-1 0 1,1-1-1,-1 1 1,1 0 0,0-1-1,0 1 1,-1-1-1,1 0 1,0 1 0,0-1-1,0 0 1,0 0-1,1 0 1,-1-1-1,0 1 1,0 0 0,0-1-1,1 1 1,-1-1-1,0 0 1,1 0-1,-1 0 1,5-1 0,4 2-2095,25-5-8063,-9-11-207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32.0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11397,'0'0'14743,"0"57"-14743,0-44-672,0-4-2034,0-2-3777,-7-7-4466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32.2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1 14967,'0'0'6083,"-102"144"-7444,102-108-1552,7 1-3010,13-6-928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32.4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0 10197,'0'0'14662,"-122"120"-13413,115-86-673,7-5-400,0-2-144,27-11-32,7-9-112,7-7-800,13-5-641,7-29-1584,7-15-2530,6-14-3425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32.9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279 1 1617,'0'0'18934,"-20"28"-15359,4-7-2960,0 1-134,0 0 0,1 1 0,2 0 0,0 1 0,2 1 0,0 0 0,-7 30 0,-18 92 912,7 1-1,-13 189 1,41-319-1391,1-15-3,1 0 0,-1 0 0,0 0 0,0 0 0,-1 0 0,1 0 0,0 0 0,-1 0 0,0 0-1,0 0 1,0 0 0,0 0 0,0 0 0,-1 0 0,1-1 0,-1 1 0,0-1 0,1 1 0,-5 3 0,5-5-95,1-4-42,0-9-39,-1 1 1,2 0-1,0-1 0,0 1 1,1 0-1,0 0 1,1 0-1,0 0 1,1 1-1,0-1 1,1 1-1,0 0 1,1 0-1,0 0 1,0 1-1,1 0 1,8-9-1,-1 3-136,0 0-1,1 1 1,1 0 0,0 1-1,18-11 1,-24 18 284,0 0-1,1 1 1,-1 0-1,1 1 1,0 0 0,0 1-1,1 0 1,-1 0-1,1 1 1,19 0-1,-31 2 53,1 1 1,-1-1-1,1 0 0,-1 1 0,1-1 0,-1 1 0,1-1 0,-1 1 0,1 0 0,-1-1 0,1 1 0,-1-1 0,0 1 0,1 0 0,-1-1 0,0 1 0,0 0 0,0-1 0,1 1 0,-1 0 0,0-1 0,0 1 0,0 0 1,0 0-1,0-1 0,0 1 0,0 0 0,-1 1 0,-3 24 728,-3-16-500,-1 0-1,0-1 1,0 0 0,-1-1 0,0 0-1,0 0 1,-18 11 0,1-1 114,9-4 16,0 0-1,-16 19 0,28-28-325,1 1 0,-1-1 1,1 1-1,1 0 0,-1 0 0,1 0 0,0 1 0,0-1 1,1 1-1,-3 12 0,5-18-57,-1 0-1,1 0 1,0 0-1,0 0 1,0 0-1,0 0 1,0 0-1,0 0 1,0 0 0,0 0-1,1 0 1,-1 0-1,0-1 1,1 1-1,-1 0 1,0 0-1,1 0 1,-1 0-1,1 0 1,-1 0 0,1 0-1,0-1 1,-1 1-1,1 0 1,0-1-1,0 1 1,-1 0-1,1-1 1,0 1 0,0-1-1,0 1 1,0-1-1,0 1 1,0-1-1,0 0 1,-1 1-1,3-1 1,42 1-409,-28-1 133,0-1-309,-1-1 0,1-1-1,-1 0 1,0-1 0,0-1 0,0-1-1,-1 0 1,19-10 0,14-10-5470,52-37-1,-26 8-3405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33.2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401 1 12070,'0'0'4020,"-25"5"-616,5-1-2458,4-1-138,-1 0 1,1 1-1,1 1 1,-1 0-1,1 1 1,0 1 0,0 0-1,-20 14 1,11-4 199,0 0 0,1 2 0,-38 39 0,55-52-966,0 1 0,1 0 0,0 0 0,0 0 0,1 1 0,0 0 0,0-1 0,1 1 0,0 1 0,0-1 0,1 0 0,0 1 0,0-1 0,1 1 0,0 0 1,1-1-1,1 16 0,-1-21-95,1-1 0,0 1 0,0 0 0,0-1 0,0 1 0,0 0 0,1-1 1,-1 0-1,1 1 0,0-1 0,-1 0 0,1 0 0,0 0 0,0 0 0,1 0 1,-1 0-1,0 0 0,0-1 0,1 0 0,-1 1 0,5 1 0,6 2-289,0 0 0,1-1-1,15 3 1,-12-2-129,48 7-1307,-50-10 1336,1 1 0,-1 0-1,0 1 1,0 1-1,-1 0 1,19 9-1,-33-14 436,1 0 0,-1 1 0,1-1-1,-1 0 1,1 0 0,-1 1 0,1-1-1,-1 0 1,0 1 0,1-1 0,-1 0-1,1 1 1,-1-1 0,0 1 0,0-1-1,1 1 1,-1-1 0,0 0 0,0 1-1,1-1 1,-1 1 0,0 0 0,0-1-1,0 1 1,0-1 0,0 1 0,0-1-1,0 1 1,0-1 0,0 1 0,0-1-1,0 1 1,-13 14 229,-27 4 558,39-18-737,-55 21 879,19-9-844,2 2 1,-1 1 0,2 2 0,-42 28-1,76-46-542,-4 4 446,13-2-5444,32-6-503,12-17-2199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33.7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145 111 8148,'0'0'15175,"-21"9"-11843,-66 34-1321,85-42-1948,0 0-1,-1 0 0,1 0 1,0 0-1,0 1 0,0-1 1,0 1-1,0-1 0,1 1 1,-1 0-1,0 0 0,1 0 1,0 0-1,-1 0 0,1 0 1,0 0-1,0 0 0,0 1 1,0-1-1,0 0 0,1 1 1,-1-1-1,1 1 0,-1-1 1,1 1-1,0-1 0,0 0 1,0 1-1,0-1 0,1 5 1,0 3 0,-1-9-60,0 0 0,0-1-1,0 1 1,1 0 0,-1 0 0,0-1 0,0 1-1,0 0 1,1-1 0,-1 1 0,0 0-1,1-1 1,-1 1 0,1-1 0,-1 1 0,1 0-1,-1-1 1,1 1 0,-1-1 0,1 0 0,-1 1-1,1-1 1,0 1 0,-1-1 0,1 0-1,-1 1 1,1-1 0,0 0 0,1 1 0,28 0 29,-21-2-52,-1 0 0,1-1 0,-1 0 0,15-6 0,-9 0-216,-1-2 0,0 0 0,0 0 0,-1-2 0,0 1-1,-1-1 1,0-1 0,-1 0 0,9-16 0,-18 28 281,0 1 1,-1-1-1,1 1 1,0-1-1,0 1 1,-1 0-1,1-1 1,0 1-1,0 0 1,0-1-1,-1 1 1,1 0-1,0 0 1,0 0-1,0 0 1,0 0-1,0 0 1,-1 0-1,1 0 1,0 0-1,0 0 1,0 0-1,0 1 1,-1-1-1,1 0 1,0 1-1,0-1 1,0 0-1,-1 1 1,1-1-1,0 1 1,-1-1-1,1 1 1,0-1-1,-1 1 1,1 0-1,30 25 402,-29-23-347,9 7 42,-6-7-109,-1 0 0,0 0 0,0 1 0,-1-1 0,1 1 0,-1 0 0,0 0 0,0 0 0,0 1 0,-1-1 0,1 1 0,-1-1 0,0 1 0,0 0 0,1 7 0,-3-11 108,-1-1-139,-1 0-1,0 0 1,0 0 0,0-1-1,0 1 1,0 0-1,1-1 1,-1 0-1,0 1 1,1-1-1,-1 0 1,0 0 0,1 0-1,-1 0 1,1 0-1,-1 0 1,-1-2-1,-23-20-13,23 19 13,1 1 0,0-1 0,1 1 0,-1-1 0,0 0 0,1 0 0,0 0 0,0 0 0,0 0 0,1 0 0,-1 0 0,1 0 0,0 0 0,0 0 1,0 0-1,1 0 0,-1 0 0,1 0 0,0 0 0,0 0 0,0 0 0,1 1 0,0-1 0,-1 0 0,1 1 0,0-1 0,1 1 0,-1 0 0,1 0 0,-1-1 0,1 2 0,0-1 0,0 0 0,0 1 0,0-1 0,5-2 0,4-2-448,1 0 1,0 1-1,0 0 0,16-4 1,6-3-9463,-20 5 1780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34.0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217 0 16311,'0'0'3290,"-22"26"1149,-74 89 254,84-99-4384,1 1 1,0 0-1,2 0 0,0 1 0,1 1 0,1-1 1,0 1-1,-7 38 0,8-14 91,2 0 0,3 66 0,2-59-349,-2-45-122,1 0 0,1 1 1,-1-1-1,1 0 0,0 0 0,0 0 0,0 0 0,1 0 1,0 0-1,0 0 0,0-1 0,0 1 0,1-1 0,0 1 1,3 4-1,-3-7-68,0 1 1,0-1-1,0 0 1,0 0-1,0 0 1,0-1-1,0 1 1,1-1-1,-1 1 1,1-1-1,-1 0 1,1-1-1,-1 1 0,1 0 1,-1-1-1,1 0 1,0 0-1,-1 0 1,1 0-1,0-1 1,-1 1-1,5-2 1,-4 1-456,-1 0 0,1 0 0,-1 0-1,0-1 1,1 1 0,-1-1 0,0 0 0,4-2 0,27-29-7716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34.2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48 11397,'0'0'10597,"142"4"-10357,-74-4-240,-7 0-736,6-7-2177,8-11-2834,20-9-2785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34.4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401 0 15495,'0'0'8196,"-177"147"-2674,103-66-2016,6 10-3458,21 1-48,20-4 0,20-4 0,7-10 0,14-6 0,19-9 0,15-12 0,6-8 0,0-15 0,7-12-1873,7-12-3201,6-9-1697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35.4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70 3570,'0'0'13472,"4"-11"-11044,-2 7-2108,9-32 982,-11 35-1275,0 0 1,0 1 0,0-1-1,0 0 1,0 1 0,0-1-1,0 0 1,0 1 0,0-1-1,0 1 1,-1-1-1,1 0 1,0 1 0,0-1-1,-1 0 1,1 1 0,0-1-1,-1 1 1,1-1 0,-1 1-1,1-1 1,0 1-1,-1-1 1,1 1 0,-1-1-1,0 1 1,1 0 0,-1-1-1,1 1 1,-1 0 0,0 0-1,1-1 1,-1 1 0,1 0-1,-1 0 1,0 0-1,1 0 1,-1-1 0,0 1-1,1 0 1,-1 0 0,0 1-1,1-1 1,-1 0 0,0 0-1,1 0 1,-1 0 0,0 0-1,1 1 1,-1-1-1,1 0 1,-1 1 0,0-1-1,1 0 1,-1 1 0,-14 5 189,1 1 0,0 0 1,0 1-1,1 1 1,0 0-1,1 0 0,0 1 1,0 1-1,1 0 0,0 1 1,1 0-1,1 1 1,0-1-1,0 2 0,1-1 1,1 1-1,0 1 1,1-1-1,1 1 0,0 0 1,1 0-1,1 1 0,0-1 1,0 17-1,3-31-240,0 0-1,0 0 1,0 1 0,0-1-1,0 0 1,0 0-1,1 0 1,-1 0 0,0 1-1,1-1 1,-1 0 0,1 0-1,0 0 1,-1 0-1,1 0 1,0 0 0,-1 0-1,1 0 1,0 0-1,0-1 1,0 1 0,0 0-1,0 0 1,0-1-1,0 1 1,0 0 0,0-1-1,0 1 1,0-1 0,0 0-1,1 1 1,-1-1-1,0 0 1,0 0 0,0 0-1,1 0 1,-1 0-1,0 0 1,0 0 0,0 0-1,1 0 1,-1 0 0,2-1-1,1 0-60,0 0 0,-1 0 0,1 0 0,0 0 0,0-1 0,-1 1 0,1-1 0,-1 0 0,0 0 0,1 0 0,-1-1 0,5-4 0,12-20 69,-1-2-1,-2-1 1,0 0-1,17-46 1,-34 75 121,1 1 0,-1-1 0,1 0 0,0 1 0,-1-1 0,1 0 0,0 1 0,-1-1 0,1 1 0,0-1 0,0 1 1,-1-1-1,1 1 0,0 0 0,0-1 0,0 1 0,0 0 0,0 0 0,-1 0 0,1-1 0,0 1 0,0 0 0,0 0 0,0 0 0,0 0 0,0 1 0,0-1 0,-1 0 1,1 0-1,0 0 0,0 1 0,0-1 0,0 1 0,-1-1 0,1 0 0,0 1 0,0-1 0,-1 1 0,2 0 0,28 23 667,-20-13-655,9 12-57,0-2 0,25 21-1,-38-37-604,1 0 0,-1 0-1,1-1 1,0 0 0,0 0-1,0 0 1,1-1 0,-1 0-1,1-1 1,0 0 0,0 0-1,12 1 1,19-2-5197,2-1-2756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35.6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1 8324,'0'0'11397,"-33"135"-7779,5-94-2274,1-3-671,0-6-673,0-5-32,7-7-1969,-7-9-4178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37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1 151 3249,'0'0'11371,"20"-8"-9621,155-67 1481,-128 47-2709,-34 20-468,0 0 1,1 0-1,21-7 0,-35 15-44,0-1-1,1 1 1,-1 0 0,0 0 0,0 0 0,0 0-1,1 0 1,-1 0 0,0 0 0,0 0-1,0 0 1,1 0 0,-1 0 0,0 0-1,0 0 1,0 0 0,1 0 0,-1 0-1,0 0 1,0 0 0,0 1 0,1-1-1,-1 0 1,0 0 0,0 0 0,0 0-1,1 0 1,-1 0 0,0 1 0,0-1-1,0 0 1,0 0 0,0 0 0,0 0-1,1 1 1,-1-1 0,0 0 0,0 0 0,0 0-1,0 1 1,0-1 0,0 0 0,0 14 399,-9 21 140,7-28-516,1-2-12,0 0 0,0 0 0,1 0-1,0 0 1,0 0 0,0 0 0,2 8-1,8 4-2526,-9-17 2038,0 1-1,0-1 1,0 1-1,0-1 1,1 0-1,-1 1 1,0-1-1,0 0 1,0 0-1,0 1 1,0-1-1,1 0 1,-1 0-1,0 0 1,0-1-1,0 1 1,2-1-1,5-2-5899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38.1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0 10389,'0'0'8932,"-13"18"-9845,13 2-2032,7 1-2866,20-5-2945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38.5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11093,'0'0'12865,"9"5"-11732,2-1-897,1 1-1,0-2 0,0 1 0,0-2 1,20 3-1,-30-5-303,0 1 0,-1-1 0,1 1 0,0-1-1,-1 0 1,1 1 0,0-1 0,0 0 0,-1 0 0,1 0 0,0-1 0,0 1 0,-1 0 0,1-1 0,0 1 0,-1-1 0,1 1 0,-1-1-1,1 0 1,0 1 0,-1-1 0,0 0 0,1 0 0,-1 0 0,1-1 0,-1 1 0,0 0 0,2-3 0,6-5 289,-8 8-168,0 1 0,-1-1 0,1 1 0,0-1 0,0 1 0,0 0 1,0-1-1,0 1 0,0 0 0,0 0 0,0 0 0,0-1 0,0 1 0,0 0 0,0 0 0,0 1 0,0-1 0,0 0 1,0 0-1,0 0 0,0 1 0,1-1 0,30 14-1209,2-1-2463,3-11-1282,-2-1-2222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39.1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160 608 12454,'0'0'12131,"-22"-1"-10667,-66-3-325,87 3-1111,-1 1-1,0 0 0,0 0 1,1 0-1,-1 0 0,0 0 1,0 0-1,1 0 0,-1 1 1,0-1-1,1 0 0,-1 1 1,0 0-1,1-1 0,-1 1 1,1 0-1,-1 0 0,1 0 1,-1 0-1,1 0 0,-1 0 0,1 0 1,0 0-1,0 1 0,0-1 1,0 0-1,0 1 0,0-1 1,0 1-1,0-1 0,0 1 1,1 0-1,-1-1 0,0 1 1,1 0-1,0-1 0,-1 1 1,1 0-1,0 0 0,0-1 1,0 1-1,0 0 0,0 0 1,0-1-1,1 1 0,-1 0 0,1 2 1,0 6-16,0-9-23,-1 0 0,0-1 1,1 1-1,0 0 0,-1-1 0,1 1 1,-1-1-1,1 1 0,0-1 0,-1 0 1,1 1-1,0-1 0,-1 1 0,1-1 1,0 0-1,0 0 0,-1 1 1,1-1-1,0 0 0,0 0 0,-1 0 1,1 0-1,0 0 0,0 0 0,0 0 1,1-1-1,28 0-705,-25-1 575,0 1-1,0-1 1,0 0 0,0 0 0,0-1-1,-1 1 1,1-1 0,-1 0 0,0 0 0,5-5-1,42-44-1268,-31 30 836,36-45-842,-3-2 0,-3-2 0,45-89 0,-44 65 456,-46 85 1102,-1 0 0,0-1 1,-1 1-1,0-1 1,0 0-1,-2 0 1,2-15-1,-3 26-69,0 0-1,0-1 1,-1 1-1,1 0 1,0-1 0,0 1-1,0 0 1,-1-1-1,1 1 1,0 0 0,0 0-1,-1-1 1,1 1-1,0 0 1,-1 0 0,1-1-1,0 1 1,-1 0-1,1 0 1,0 0 0,-1 0-1,1-1 1,0 1-1,-1 0 1,1 0-1,-1 0 1,1 0 0,0 0-1,-1 0 1,1 0-1,-1 0 1,1 0 0,0 0-1,-1 0 1,1 0-1,0 1 1,-1-1 0,1 0-1,-1 0 1,1 0-1,0 0 1,-1 1-1,1-1 1,0 0 0,-3 1 278,-6 2-64,0 1 0,1 1 0,-1-1 0,1 1 0,0 0 0,0 1 1,1 0-1,-1 0 0,1 1 0,1 0 0,-1 0 0,1 0 0,-7 12 0,0 1 128,0 1 0,1 0 0,1 0-1,-11 30 1,12-19-53,2-1 0,1 1-1,-5 60 1,6 97 24,6-180-398,0-1 0,1 0 0,-1 0-1,2 0 1,-1 1 0,1-1 0,4 9 0,-5-14-21,0 0 0,1-1 0,-1 1 0,1-1 0,-1 0 0,1 1 0,0-1 0,0 0 0,0 0 0,1 0 0,-1 0 0,0-1 0,1 1 0,-1-1 0,1 1 0,-1-1 0,1 0 0,0 0 0,-1 0 0,1 0 1,0 0-1,0-1 0,3 1 0,4-1-147,1 1 1,-1-2-1,0 1 1,1-2-1,-1 1 1,0-1-1,0-1 1,0 0-1,0 0 1,-1-1-1,1 0 1,-1-1-1,0 0 1,0 0-1,0-1 1,-1 0-1,13-12 1,-10 8 109,-1 0 0,0-1-1,-1 0 1,0 0 0,-1-1 0,0 0 0,-1-1-1,0 0 1,-1 0 0,-1 0 0,0-1 0,4-17-1,-9 30 116,1 0-1,-1 0 0,0 0 0,1-1 0,-1 1 0,0 0 0,0 0 0,0 0 0,0 0 0,0 0 0,0 0 0,-1 0 1,1 0-1,0 0 0,0 0 0,-1 0 0,1 0 0,-1 0 0,1 0 0,-1 0 0,1 0 0,-1 0 0,1 0 1,-1 0-1,0 0 0,0 1 0,1-1 0,-1 0 0,0 1 0,0-1 0,0 0 0,0 1 0,0-1 0,0 1 1,0-1-1,0 1 0,0 0 0,0-1 0,-1 1 0,-3-1 132,0 1 0,-1 0 0,1 0 0,0 0 0,0 0 0,-10 3 0,12-2-135,0 1 0,0-1 0,1 1 0,-1-1 0,1 1 0,-1 0 0,1 0 0,0 0 0,0 0 0,0 1 0,0-1 0,0 1 0,0-1 0,1 1 0,-1-1 0,1 1 0,0 0 0,0 0 0,0 0 0,0 0-1,0 0 1,0 0 0,1 0 0,0 0 0,-1 0 0,1 3 0,0 0-47,-1-1 0,1 0-1,0 1 1,0-1 0,0 0-1,1 1 1,0-1 0,0 0-1,0 0 1,1 0 0,0 0 0,0 0-1,0 0 1,4 5 0,-3-6-261,2 0 1,-1-1 0,0 1 0,1-1-1,0 0 1,0 0 0,0-1 0,0 0 0,0 1-1,0-2 1,0 1 0,1-1 0,-1 1-1,9-1 1,7 1-2909,0-1 0,29-3-1,-49 2 2900,54-6-9456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39.4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332 0 5186,'0'0'13559,"-128"79"-8933,80-36-528,8-2-2178,13-5-815,-1-2-529,15-5-416,-1-6-160,8-1-288,-1-6-736,0-7-1425,7-5-1137,-7-4-1600,1 0-2626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39.5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11013,'0'0'14855,"81"121"-14295,-47-96-480,7-9-80,0-5-816,13-11-1601,0 0-2354,7 0-5857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39.8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5635,'0'0'20825,"-21"121"-19320,15-82-369,6-5-623,0-5-385,0-6-128,0-8-64,0-1-1057,0-7-1232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40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44 12934,'0'0'9684,"142"-16"-11621,-108 4-2288,0-3-5396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40.2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1 13414,'0'0'12166,"-68"126"-9349,68-83-1552,-6 2-513,6-2-752,0 4-64,0-4-1457,-7-9-2112,-7-11-4531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40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1 672,'0'0'21722,"-74"124"-20249,47-83-1073,-1-1-400,1-1-768,7-10-3842,0-9-13207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42.3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0 197 1489,'0'0'12704,"5"-4"-10524,-3 1-1813,1 1 0,0 0 0,-1 0 0,1 0 0,0 0 0,0 1 0,0-1 0,5-1 0,-7 3-254,0 0 1,0-1 0,1 1 0,-1 0 0,0 0 0,0 0 0,0 0 0,0 0 0,0 1 0,0-1 0,0 0-1,1 0 1,-1 1 0,0-1 0,0 1 0,0-1 0,0 1 0,0-1 0,-1 1 0,1 0 0,0-1 0,0 1-1,0 0 1,0 0 0,-1-1 0,1 1 0,0 0 0,-1 0 0,1 0 0,0 0 0,-1 0 0,0 0-1,1 0 1,-1 0 0,1 2 0,5 17 800,-1 0 0,0 0 0,2 38 0,4 15-656,-10-63-466,-5-20-102,-4-26-319,6 16 537,1 0 1,1 0 0,0 0-1,2 0 1,0 1 0,2-1-1,10-36 1,-10 45 102,0 1 1,1 0-1,0 1 0,0-1 1,1 1-1,1 0 0,-1 1 1,1-1-1,1 1 0,-1 0 1,1 1-1,1 0 0,-1 0 1,1 1-1,19-10 0,-25 15-46,1-1 1,-1 1-1,0 0 0,0 0 0,1 0 0,-1 0 0,1 0 0,-1 1 1,1 0-1,-1 0 0,1 0 0,-1 0 0,1 0 0,-1 1 0,1-1 1,4 2-1,28 14-4881,-17-7-453,1-2-2896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42.5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1 14134,'0'0'14407,"-61"72"-14407,68-77-5731,0-15-159,6-9-6260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42.6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11973,'0'0'14471,"-20"29"-14471,20-15-224,0-1-1585,0-1-2145,6-6-3761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43.4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152 397 14439,'0'0'7254,"-20"0"-2700,-65 2-1662,83-3-2840,0 1 0,1 0 0,-1 0 0,0 1 0,0-1 0,0 0 0,1 0 0,-1 1 0,0-1 0,0 1 0,1 0 0,-1-1 0,0 1 1,1 0-1,-1 0 0,1 0 0,-1 0 0,1 0 0,0 0 0,-1 1 0,1-1 0,0 0 0,0 1 0,0-1 0,0 1 0,0-1 0,0 1 0,0 0 0,0-1 0,1 1 1,-1 0-1,1-1 0,-1 1 0,1 0 0,0 0 0,-1-1 0,1 4 0,1 0 37,-1 0 0,1 0 0,0-1-1,1 1 1,-1 0 0,1 0 0,0-1 0,0 1 0,0-1 0,4 5 0,80 101-413,-55-74-113,51 79 0,-69-91-48,-1-1 1,10 28-1,-19-43 225,0 0 1,-1 0-1,0 0 0,0 1 0,-1-1 0,0 1 1,0-1-1,-1 1 0,0-1 0,-3 15 1,2-20 207,0 0 1,-1 0 0,0 0 0,0 0-1,1 0 1,-2-1 0,1 1 0,0-1 0,-1 1-1,1-1 1,-1 0 0,1 0 0,-1 0 0,0 0-1,0 0 1,0 0 0,0-1 0,0 0 0,-1 0-1,1 0 1,0 0 0,-5 1 0,-9 2-78,-1-1 1,-30 2-1,-38-4-34,85-1 165,-1 0-1,1 0 1,0-1-1,-1 1 1,1 0-1,0-1 1,-1 1-1,1-1 1,0 1-1,0-1 1,-1 0-1,1 1 1,0-1-1,0 0 1,0 0-1,0 0 1,0 0-1,0 0 1,0 0-1,0 0 1,1 0-1,-1 0 1,0 0-1,1-1 1,-1 1-1,1 0 1,-1 0-1,1-1 1,-1 1-1,1 0 1,0-1-1,0 1 1,-1-2-1,1-3 4,0 1 0,0-1 0,0 1 0,1-1 0,0 1 0,0 0 0,2-9 0,2 2-7,0-1-1,1 1 1,1 0 0,0 0 0,0 1-1,18-20 1,63-59-277,-65 68 118,224-201-3864,88-89-4004,-333 310 8046,19-20-371,28-37 0,-45 53 700,0 0 0,0 0 0,0-1 0,-1 1 0,0-1 0,-1 0 0,1 0 0,-1 0 0,0 0 0,-1 0 0,1-13 0,-1 19-201,-1 1 0,0-1 0,0 1 0,0-1 0,-1 0 0,1 1 0,0-1 1,0 1-1,0-1 0,0 1 0,0-1 0,-1 1 0,1-1 0,0 1 0,0-1 0,-1 1 0,1-1 1,0 1-1,-1-1 0,1 1 0,-1-1 0,1 1 0,0 0 0,-1-1 0,1 1 0,-1 0 1,1-1-1,-1 1 0,1 0 0,-1 0 0,0 0 0,1-1 0,-1 1 0,-24 4 2435,19-2-2166,-1 1 0,1 0 0,0 0 0,0 0-1,-9 8 1,6-2-172,0 1-1,0 0 1,1 0-1,1 1 0,-1 0 1,2 0-1,-1 1 1,2 0-1,0 0 1,0 1-1,1-1 1,-4 22-1,2 6 694,2 0 0,2 71-1,3-74-829,-2-34-135,1 0 0,0-1 0,1 1-1,-1-1 1,0 1 0,1 0 0,0-1-1,-1 1 1,1-1 0,0 1 0,0-1-1,0 1 1,1-1 0,-1 0 0,1 0-1,2 4 1,-3-6 8,1 1 0,-1 0 0,1 0 0,-1-1 0,1 1 0,-1-1 0,1 1-1,-1-1 1,1 0 0,0 1 0,-1-1 0,1 0 0,0 0 0,-1 0 0,1 0 0,0-1 0,-1 1 0,1 0 0,-1-1 0,1 1-1,0-1 1,-1 1 0,1-1 0,-1 0 0,0 0 0,1 0 0,-1 1 0,1-1 0,1-2 0,46-43-1024,-41 37 952,1 0 0,-1 1 1,2 0-1,-1 0 0,17-9 0,-24 18 245,-1 1 0,0 0 1,-1 0-1,1-1 0,0 1 0,0 0 1,-1 0-1,1 0 0,-1 0 0,0 0 1,0 0-1,0 4 0,6 21 1042,14-1-4124,-18-24 2206,0 0 1,0 0-1,1 0 1,-1-1-1,1 1 1,-1-1 0,1 0-1,0 1 1,0-1-1,-1-1 1,1 1 0,0 0-1,0-1 1,0 1-1,0-1 1,0 0-1,0 0 1,0 0 0,0 0-1,0 0 1,0-1-1,5-1 1,19-13-11298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43.6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0 16440,'0'0'12229,"-102"140"-9284,88-86-1792,8 0-1153,6 1 0,0-8 0,13-4 0,8-12 0,-1-10 0,-7-8 0,1-4 0,13-6 0,0-3-1553,21 0-1328,-1-5-1905,7-17-2738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43.8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10213,'0'0'1056,"122"9"977,-68-9-2033,7 0-336,0 0-2481,0 0-3266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44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 9412,'0'0'9191,"25"25"-5520,4 2-2806,-3-3-122,-1 2 0,-1 0-1,-2 1 1,30 46-1,-36-45-319,0 0-1,-2 1 1,-1 1-1,-1 0 1,-2 0-1,-1 1 1,-1 1-1,-2 0 1,-1 0-1,-1 0 1,-2 0-1,-1 0 1,-5 39-1,3-61-420,-2 0 0,1 0 0,-1 0 0,-1 0 0,0 0 0,0-1 0,-1 0 1,0 0-1,0 0 0,-1 0 0,-1-1 0,1 0 0,-1 0 0,0-1 0,-1 0 0,0 0 0,-14 9 0,-9 3-32,-2-1 0,0-2 0,-54 20 0,53-23-39,28-8-3943,20-8-1538,22-16-3497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44.3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 7764,'0'0'25003,"-20"25"-25003,20-16 0,-7 0-416,7 4-2626,-7-1-2736,0-3-5123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44.4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461 1 11317,'0'0'7924,"-68"129"-2194,35-77-2144,-1 0-2289,-7 4-1041,-13-2-256,-7 3-1089,-14 8-2897,-19-2-3153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2:46.0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1 129 3378,'0'0'15062,"2"-11"-9264,3-3-4667,0 8-1106,1 0 0,1 1 0,-1 0 0,1 1 0,0-1 0,0 1 0,0 0 0,15-5 0,67-18 147,-74 23-166,20-4-13,1 2 0,0 1 1,65-1-1,-100 6 6,1 0 0,-1 0 0,0 1 0,1-1 0,-1 0 0,0 0 0,1 1 0,-1-1 0,0 1 0,1-1 0,-1 1 0,0 0 0,0-1 0,0 1 0,0 0 0,0 0-1,1 0 1,-1 0 0,-1 0 0,1 0 0,0 0 0,0 0 0,0 0 0,-1 1 0,2 1 0,0 2 1,-1-1 1,0 0-1,0 1 0,0-1 0,0 1 0,-1-1 0,0 1 1,0 6-1,-1 0 38,0-1-1,0 0 1,-1 0 0,-1 0 0,1 0 0,-2 0 0,-7 15 0,-36 44 299,30-45 174,-26 46-1,38-61-397,1 1-1,0 0 1,1 0 0,0 0 0,0 0 0,1 1 0,1-1 0,-1 20 0,2-23-78,0 1 0,0-1 0,1 0-1,0 1 1,0-1 0,1 0 0,0 0 0,0 0 0,0 0-1,1 0 1,6 9 0,-6-11-29,1-1-1,0 0 1,-1 0-1,2 0 1,-1-1-1,0 1 1,1-1-1,-1 0 1,1 0 0,0-1-1,0 1 1,0-1-1,1 0 1,-1-1-1,0 1 1,8 0-1,7 1 24,-1-1-1,1-1 0,20-1 1,-12-1-7,-26 1-59,-5 2 11,0-1 27,0 1-1,0-1 1,-1 0 0,1 0 0,0 0-1,0 0 1,-1 0 0,-3-1 0,1 2-1,-6 0 2,1 2-1,-1 0 0,1 0 1,0 1-1,0 0 0,1 1 0,-12 9 1,18-12-4,0 0 1,0 0 0,0 1-1,1 0 1,0 0 0,0 0 0,0 0-1,0 0 1,0 0 0,1 1-1,0 0 1,0-1 0,0 1-1,1 0 1,0 0 0,-1 0-1,2 0 1,-1 0 0,0 9-1,1 4-2,1 0-1,0 0 0,1 0 1,1 0-1,1 0 1,0-1-1,1 1 0,1-1 1,1 0-1,9 16 1,-3-9 15,0-1-49,19 48 0,-30-65 32,0 0 0,0 0 0,0 0-1,-1 1 1,0-1 0,0 0-1,-1 1 1,0-1 0,0 0 0,0 1-1,-1-1 1,0 0 0,-3 12 0,1-14 19,1 0 1,-1 1-1,0-1 1,-1 0-1,1-1 1,-1 1 0,0-1-1,0 1 1,0-1-1,0 0 1,0 0 0,-1-1-1,1 0 1,-1 1-1,0-1 1,-6 1-1,-12 5 272,0-2 0,-25 5 0,6-6 625,-1-1 0,-55-3-1,62-1-727,3-8-270,29 1-274,20 2-437,55-3-8562,-31 2 3307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19.4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204 30 816,'0'0'7084,"20"-29"-2078,-28 205-1198,-8-93-3896,-3 0 0,-4-1 0,-4-2 0,-69 144 0,86-202-725,-10 20 550,15-18-9284,5-48 4440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19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35 3906,'0'0'6053,"25"-6"-3684,81-18-563,-99 23-1737,0-1 0,0 2-1,0-1 1,0 1 0,0 0-1,0 0 1,0 0 0,0 1-1,0 1 1,0-1-1,-1 1 1,1 0 0,0 0-1,-1 1 1,1 0 0,-1 0-1,0 1 1,0 0 0,0 0-1,-1 0 1,9 8-1,-10-7-28,0-1 0,-1 1-1,1 0 1,-1 0 0,0 1-1,0-1 1,-1 1 0,0-1-1,0 1 1,0 0 0,0 0 0,-1 0-1,0 0 1,-1 0 0,1 0-1,-1 0 1,0 0 0,0 0-1,-1 0 1,0 0 0,0 0-1,-2 6 1,1-7 33,-1 1 0,0-1 0,0 0-1,0 0 1,-1 0 0,0 0 0,0-1 0,0 1 0,0-1 0,-1 0 0,1 0 0,-1-1-1,-7 5 1,-70 35 506,80-42-569,-11 5 37,5-1-36,0-1-1,0-1 1,0 0 0,-1 0 0,1-1-1,-1 0 1,0 0 0,-14 1 0,45-22-5641,10-1 975,2-4-1049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0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 7716,'0'0'11354,"-5"20"-10850,-10 59-360,14-78-144,1 1 0,0-1-1,0 0 1,0 0 0,0 0 0,0 0-1,0 0 1,0 0 0,0 1-1,0-1 1,1 0 0,-1 0-1,0 0 1,1 0 0,-1 0-1,1 0 1,-1 0 0,1 0 0,-1 0-1,1 0 1,0 0 0,0 0-1,-1-1 1,1 1 0,0 0-1,0 0 1,0-1 0,0 1-1,0 0 1,0-1 0,0 1 0,0-1-1,0 0 1,2 1 0,36 0-185,-29-2-22,-1 0-25,-1 0 1,1-1 0,-1 1 0,0-2 0,0 1 0,0-1 0,0 0 0,0-1 0,-1 0 0,1 0 0,-1-1 0,0 0 0,0 0 0,-1-1 0,0 1 0,0-1 0,0-1 0,-1 1 0,10-15 0,-15 45 4426,0-23-4312,0 0 0,0 0 0,0 1 0,0-1 0,0 0 0,0 0 0,0 0 0,0 0 0,1 0 0,-1 1 0,0-1 0,1 0 0,-1 0 0,1 0 1,-1 0-1,1 0 0,0 0 0,-1 0 0,1 0 0,0 0 0,1 0 0,31-1-9314,-20-6 6131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0.5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204 1 6851,'0'0'8022,"-12"28"-5191,-79 223 2500,37-75-2816,54-173-3277,4-7 243,-2 1 407,1 0 0,-1 0 0,1 1 0,0-1 0,0 1 0,0 0 0,0 0 0,6-3 0,35-4-955,-43 9 1058,0-1 0,0 1 0,0 0 0,0 0 0,0 0 0,0 0 0,0 0 0,0 0 0,0 0 0,0 1 0,0-1 0,0 0 0,0 0 0,0 1 0,0-1 1,0 1-1,0-1 0,0 1 0,0-1 0,0 1 0,0-1 0,-1 1 0,1 0 0,0-1 0,-1 1 0,1 0 0,0 0 0,-1 0 0,1 0 0,-1-1 0,1 1 0,-1 0 0,1 0 0,-1 0 0,0 0 0,1 0 1,-1 0-1,0 1 0,0 2 68,1 0 0,-1 0 0,-1-1 0,1 1 1,-1 0-1,1-1 0,-1 1 0,0 0 1,0-1-1,-1 1 0,1-1 0,-1 0 0,1 1 1,-1-1-1,0 0 0,0 0 0,-1 0 0,1 0 1,-1-1-1,1 1 0,-1 0 0,0-1 0,0 0 1,0 0-1,-6 3 0,-18 15 200,18-12-233,0-1 0,-1 0 1,0 0-1,0-1 0,-17 7 0,27-13-790,-5 1 1659,4-3-3662,7-19-10842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1.0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2017,'0'0'12670,"0"5"-10413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1.2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0 1825,'0'0'11141,"-20"27"-7531,-66 88-961,72-95-2030,2 0-1,0 1 1,1 0 0,1 1 0,1 0-1,-8 29 1,-2 4 156,6-19-499,2 0 0,-10 53 0,17-61-1501,-1 53 0,5-80 1002,1-1 1,-1 1-1,0 0 1,1-1-1,-1 1 0,1-1 1,-1 1-1,1 0 0,-1-1 1,1 1-1,0-1 0,-1 1 1,1-1-1,-1 0 0,1 1 1,0-1-1,0 0 1,-1 1-1,1-1 0,0 0 1,0 0-1,-1 1 0,1-1 1,0 0-1,0 0 0,-1 0 1,1 0-1,0 0 0,0 0 1,-1-1-1,1 1 1,0 0-1,0 0 0,-1 0 1,1-1-1,0 1 0,0 0 1,-1-1-1,1 1 0,0 0 1,0-2-1,25-11-5323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1.4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0 6227,'0'0'17336,"-75"100"-17160,75-94-176,-6-1-176,6-1-977,0-1-1344,0-17-17416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1.6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1 5619,'0'0'13270,"-67"65"-13462,67-47-1089,13-2-1744,7-2-1858,14-8-831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1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 0 3682,'0'0'13462,"-129"102"-9524,116-82-1793,13-2-1313,0-6-832,0-1-32,20-2-48,7-5-528,7-1-881,0-3-1680,0 0-2210,20-14-3313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2.2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0 12566,'0'0'12101,"-20"11"-10756,-4 1-953,6-4-48,1 0 0,0 1 0,0 1 1,1 1-1,-23 19 0,37-28-383,0 0 0,0 0 0,0 1 0,0-1 0,1 0 0,-1 1 0,0-1 0,1 1 0,0 0 0,0 0 0,0-1 0,0 1 0,0 0 0,0 0 0,0 4 0,1-5-56,0-1 1,0 0-1,1 1 1,-1-1-1,0 0 0,1 1 1,-1-1-1,0 0 0,1 1 1,-1-1-1,1 0 0,0 0 1,-1 0-1,1 1 0,0-1 1,0 0-1,0 0 1,0 0-1,0 0 0,0-1 1,0 1-1,0 0 0,0 0 1,0 0-1,1-1 0,-1 1 1,0-1-1,0 1 0,1-1 1,-1 1-1,0-1 1,1 0-1,1 1 0,18 2-550,-13-3 389,0 1 0,1 0-1,-1 1 1,0-1 0,0 2 0,-1-1 0,1 1 0,0 0 0,11 7-1,-18-8 254,-1-1 0,1 0-1,0 1 1,0-1-1,-1 1 1,1-1-1,-1 1 1,1-1-1,-1 1 1,0-1-1,0 1 1,0-1-1,1 1 1,-2-1 0,1 1-1,0 0 1,0-1-1,0 1 1,-1-1-1,1 1 1,-1-1-1,1 1 1,-1-1-1,1 1 1,-1-1-1,0 0 1,0 1-1,0-1 1,-2 3 0,0 0 185,-1 1 1,0-1-1,0 1 1,-1-1-1,0 0 1,-6 4-1,-8 4 257,-1-1-1,-1 0 0,-25 9 0,45-20-1083,5-13-5580,19-17-1247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2.4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272 0 13382,'0'0'2785,"-82"133"-1200,49-56 2801,-1 2-1312,7-7-1378,13-8-879,1-12-529,6-12-288,0-10-272,0-10-737,0-7-848,1-8-1344,-8-5-2562,-6 0-4914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2.9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8788,'0'0'2921,"27"0"308,183 0 2845,58 0-3969,-268 0-2102,0 0-1,1 0 1,-1 1-1,0-1 1,0 0-1,1 0 1,-1 1-1,0-1 1,0 0-1,0 0 1,0 1-1,0-1 1,1 0-1,-1 0 1,0 1-1,0-1 1,0 0-1,0 1 1,0-1-1,0 0 1,0 1-1,0-1 1,0 0-1,0 1 1,0-1-1,0 0 1,0 1-1,0-1 1,-1 0-1,1 0 1,0 1-1,0-1 1,0 0-1,0 1 1,0-1-1,-1 0 1,1 0-1,0 1 1,0-1-1,0 0 1,-1 0-1,1 0 0,0 1 1,0-1-1,-1 0 1,-13 12 286,0 0 0,-1-1 0,-31 17 0,-9 7 148,50-32-449,0 0 0,0 1 0,1 0 0,-1-1 0,1 1 0,0 1 0,0-1 0,0 0 0,0 1 0,1 0 0,0 0 0,0 0 0,0 0 0,1 1 0,-1-1 0,1 1 0,0 0 0,1-1 0,-1 7 0,29-9-1096,2-3 650,-13 1 321,0 0 1,0-1 0,0-1-1,0-1 1,0 0 0,0-1-1,0 0 1,-1-2 0,0 0-1,21-9 1,-16 5-53,1-2 3780,-21 13-3798,0-1 0,0 1-1,0-1 1,1 1 0,-1 0 0,0-1 0,1 1 0,-1-1 0,1 0 0,0 1 0,-1-1-1,1 1 1,0-1 0,0 0 0,0 0 0,0 1 0,0-1 0,0 0 0,0 0-1,0 0 1,1 0 0,-1 0 0,0 0 0,1-1 0,-1 1 0,0 0 0,1-1 0,-1 1-1,4 0 1,3 1-1150,0-1-1,0 1 1,0-2 0,14 1-1,24-1-5696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3.1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346 0 3730,'0'0'20217,"-102"136"-18072,68-73-496,14 0-577,-7-4-496,13-7-303,-6-7-177,6-7-96,8-8-577,-15-5-799,8-7-1073,-8-7-1361,-6-11-2593,0 0-5074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3.4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11221,'0'0'6331,"22"0"-2932,-12 0-3025,33 0 884,-1 2 0,46 7 0,-67-6-928,-11-2-246,-1 1-1,1-1 1,-1 2-1,15 4 1,-22-6-80,0 0 1,-1 0-1,1 0 1,0 0-1,0 0 1,-1 0-1,1 1 0,0-1 1,-1 1-1,1-1 1,-1 1-1,0-1 1,0 1-1,1 0 0,-1 0 1,0-1-1,0 1 1,-1 0-1,1 0 1,0 0-1,-1 0 0,1 0 1,-1 0-1,0 0 1,1 0-1,-1 4 1,0 11 272,-1-1 0,0 1 0,-2 0 0,0 0 0,0-1 0,-12 31 0,8-39-1586,6-30-14675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3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4978,'0'0'19593,"0"56"-19689,0-36-736,7-1-2594,20-4-2817,7-6-336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3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169 0 4386,'0'0'19465,"-115"84"-17592,88-66-369,7-2-703,13-3-449,7-4-352,0 0-64,14 0-112,26 0-721,8-4-463,6-5-881,0 0-2273,7 0-4210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4.4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98 5827,'0'0'15380,"-1"4"-13358,-4 11-935,1 1 0,1 0-1,1 0 1,-1 20 0,3-24-885,0 1 0,1-1 1,3 19-1,-3-29-210,-1-1 0,0 1-1,1 0 1,-1-1 0,1 1-1,0-1 1,0 1 0,-1-1-1,1 1 1,0-1 0,0 0-1,1 1 1,-1-1 0,0 0-1,0 0 1,0 0 0,1 1-1,-1-1 1,1-1 0,-1 1-1,1 0 1,-1 0 0,1-1-1,-1 1 1,1 0 0,0-1-1,-1 0 1,1 1 0,0-1-1,-1 0 1,1 0 0,0 0-1,0 0 1,-1 0 0,1 0-1,0-1 1,-1 1 0,1-1-1,0 1 1,2-2 0,4-1-47,1 0 0,-1 0 0,0-1 0,0 0 0,-1 0 0,11-9 0,53-48-98,72-78 0,-83 78 185,-55 58-993,-8 13-136,-3 22-3801,6-31 4447,0 0 0,0 0 0,0 0 1,0 0-1,0 0 0,0 0 0,0 0 1,0 0-1,1 0 0,-1 0 0,0 0 1,1 0-1,-1 0 0,1 0 0,-1 0 1,1 0-1,0 0 0,-1 0 0,1 0 1,0 0-1,-1-1 0,1 1 0,0 0 1,0-1-1,0 1 0,0 0 1,2 0-1,16 4-6891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4.8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70 2993,'0'0'20959,"-14"10"-18904,-2 3-1594,-1-1 313,0 1 0,-26 27 1,39-35-772,0 0-1,0 0 1,0 0 0,0 1 0,1-1 0,0 1 0,0 0 0,0 0 0,1 0 0,0 0 0,0 0 0,1 1 0,0-1 0,-1 12 0,23-17-1596,-15-3 1467,1 1 0,-1-1 0,0 0-1,0 0 1,-1 0 0,1-1 0,0 0 0,-1 0 0,0-1 0,1 1 0,-1-1 0,-1 0 0,1-1 0,0 1 0,-1-1-1,0 0 1,6-10 0,-4 7 34,-1-1-1,0 1 1,-1-1-1,0 0 0,-1 0 1,0 0-1,0-1 1,-1 1-1,0-1 1,0 1-1,-1-12 1,-1 19 110,0-1 1,0 1 0,0-1 0,-1 0-1,1 1 1,-1-1 0,0 1 0,1-1-1,-1 1 1,0-1 0,-1 1 0,1 0-1,0-1 1,-1 1 0,1 0 0,-1 0-1,0 0 1,0 0 0,1 0 0,-1 1-1,0-1 1,-1 0 0,1 1 0,0-1-1,0 1 1,-1 0 0,1 0 0,-1 0-1,1 0 1,-1 0 0,-3 0 0,-8-1 125,0 0 1,-1 1 0,1 0 0,-24 3 0,24-1-119,11-1-191,0 0 1,0 1 0,0-1 0,1 1 0,-1 0 0,0 0 0,1 0-1,-1 0 1,-3 3 0,5-4 35,0 1 1,1-1-1,-1 1 0,0-1 1,1 1-1,-1-1 0,0 1 1,1-1-1,-1 1 0,0 0 1,1-1-1,-1 1 0,1 0 1,0 0-1,-1-1 0,1 1 0,-1 0 1,1 0-1,0 0 0,0 0 1,-1-1-1,1 1 0,0 0 1,0 0-1,0 0 0,0 0 1,0 0-1,0 0 0,0-1 1,0 1-1,1 0 0,-1 1 1,10 4-6358,20-3-1870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5.0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0 4866,'0'0'21898,"-20"131"-19529,6-111-1584,7-6-657,-6-3-128,6-4-561,0-5-1455,0-2-1298,7-13-11237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5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13606,'0'0'6547,"0"115"-6691,0-75-1040,7 1-1986,7-3-2817,6-4-2000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5.6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219 548 6531,'0'0'13881,"-20"10"-10567,-5 0-2496,-4 1 299,1 1 0,1 1 1,-33 21-1,58-32-1108,0 0-1,-1 0 1,1 0-1,0 1 1,0-1-1,0 0 1,0 1-1,1-1 1,-1 1-1,1 0 0,-1-1 1,1 1-1,0 0 1,0 0-1,0 0 1,0 0-1,1 0 1,-1 0-1,1 0 1,0 0-1,0 0 1,0 0-1,0 0 1,1 4-1,-1-4-76,1-2-12,0 0 0,0 0 0,1 0 0,-1 0 0,0 0 0,0-1 0,1 1 0,-1 0 0,0-1 0,1 1 0,-1-1 0,1 1 0,-1-1 0,1 0 0,-1 0 0,1 1 0,-1-1-1,1 0 1,-1 0 0,1-1 0,-1 1 0,0 0 0,1 0 0,1-1 0,44-7-816,-32 1 579,1 0 0,-1-2 0,-1 1 0,0-2 0,0 0 0,0-1 0,-2 0 0,22-24 0,3-9-837,42-64 1,167-298-1931,-224 359 8915,-32 52-4261,-10 12-1167,0 0-1,2 1 1,0 1 0,0 1-1,2 0 1,1 1 0,0 1 0,2 1-1,1 0 1,0 0 0,2 1-1,0 0 1,2 1 0,1 0 0,1 1-1,1-1 1,-3 50 0,6-51-435,2 1 1,4 32 0,8-7-1512,12-3-3285,-15-38-558,4-7-3632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6.7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0 127 656,'0'0'18852,"14"4"-17198,42 18-110,-53-21-1425,0 0 0,0 0 1,0 1-1,-1-1 0,1 1 0,-1 0 0,1 0 0,-1 0 0,0 0 0,1 0 0,-1 0 0,0 1 0,0-1 0,-1 1 0,1-1 0,-1 1 0,1 0 0,-1 0 0,0 0 0,0 0 0,0 0 0,0 0 0,0 0 1,-1 0-1,0 0 0,1 0 0,-1 0 0,0 0 0,0 0 0,-1 0 0,0 6 0,0 4 345,1-12-528,14-21-1200,-9 10 1151,0 0 1,0 1 0,1 0-1,0-1 1,1 2 0,0-1-1,0 1 1,1 0 0,0 1-1,0 0 1,1 0-1,0 1 1,0 0 0,14-7-1,-8 5 74,1 1-1,-1 1 1,1 1-1,0 0 1,0 1-1,0 0 1,1 2-1,30-2 1,-46 4 59,-1 0 1,1 0-1,0 0 1,-1 0-1,1 0 1,0 1-1,-1-1 0,1 0 1,0 0-1,-1 1 1,1-1-1,0 0 1,-1 1-1,1-1 1,-1 1-1,1-1 1,0 1-1,-1-1 1,1 1-1,-1-1 0,0 1 1,1-1-1,-1 1 1,1 0-1,-1-1 1,0 1-1,0 0 1,1-1-1,-1 1 1,0 0-1,0-1 1,0 1-1,1 1 0,-2 29 1366,1-18-303,0-12-1038,3-2-105,0-1 1,0 1-1,0-1 0,0 1 0,0-1 0,0 0 1,0 0-1,0-1 0,-1 1 0,1 0 0,2-5 1,13-9-16,-3 6 69,0 0-1,1 1 1,0 1 0,1 1-1,0 0 1,0 1 0,0 1-1,1 0 1,-1 1 0,34-2 0,-51 7 61,1 0 0,0 0 0,0 0 1,-1 0-1,1 0 0,0 0 1,-1 1-1,1-1 0,-1 0 1,0 0-1,1 0 0,-1 1 1,0-1-1,0 0 0,0 0 0,0 1 1,0-1-1,0 0 0,0 0 1,0 2-1,0 40 1037,-1-34-670,1 58-1315,1-67 565,0 1 0,-1-1 1,1 1-1,0-1 1,-1 1-1,1-1 0,0 1 1,0-1-1,0 0 0,-1 1 1,1-1-1,0 0 1,0 0-1,0 0 0,0 1 1,-1-1-1,1 0 1,0 0-1,0 0 0,0 0 1,0-1-1,0 1 0,0 0 1,0-1-1,29-3-5562,21-17-3800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7.1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322 1 15751,'0'0'1774,"-19"6"1214,0 1-2148,-113 44 5005,116-43-5313,0 0 0,1 0 1,0 2-1,0 0 0,1 1 0,-23 21 0,34-28-502,0 0-1,0 0 1,1 1-1,-1-1 1,1 1-1,-3 8 1,5-12-67,-1 0 1,1 0-1,0 0 0,-1 0 1,1 0-1,0 0 1,-1 0-1,1 0 1,0 0-1,0 0 0,0 0 1,0 0-1,0 0 1,0 0-1,0 0 1,1 0-1,-1-1 1,0 1-1,0 0 0,1 0 1,-1 0-1,1 0 1,-1 0-1,1 0 1,-1 0-1,1 0 0,-1-1 1,1 1-1,0 0 1,-1 0-1,1-1 1,0 1-1,0-1 1,0 1-1,0-1 0,-1 1 1,1-1-1,0 1 1,0-1-1,0 1 1,0-1-1,1 0 1,12 3-207,-1-2 0,0 0 1,0 0-1,1-1 1,-1-1-1,0 0 0,0-1 1,0 0-1,0-1 1,0-1-1,0 0 0,-1-1 1,0 0-1,14-8 1,-39 48 5924,11-25-5782,0-1-1,0 1 1,1-1 0,1 1 0,0 0 0,1 13-1,0-21-49,0-1 0,0 1-1,0-1 1,0 1 0,0-1-1,0 0 1,1 1 0,-1-1-1,0 0 1,1 0-1,-1 0 1,1 0 0,-1 0-1,1 0 1,0-1 0,-1 1-1,1 0 1,0-1 0,0 1-1,-1-1 1,1 0-1,0 1 1,0-1 0,0 0-1,3-1 1,54-1-3937,-52 2 3191,49-12-5213,9-16-2730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7.3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1 13478,'0'0'14167,"-54"120"-13783,54-114-384,0-33-17320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7.4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13254,'0'0'11029,"-13"126"-11013,13-78-16,0 1-1344,0-4-2450,0-6-3394,0-8-3280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7.7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2497,'0'0'25326,"-1"21"-23733,-5 93-787,36-114-4832,-24-2 3521,-1 1 0,1-1 0,0 0 0,-1-1 0,0 1 0,1-1 0,-1 0 0,0-1-1,0 1 1,7-8 0,-6 6 128,0 0 0,0 1-1,1-1 1,-1 1 0,16-6 5028,-1 37-3904,-18-23-972,1 0-1,0-1 0,0 1 1,1-1-1,-1 0 0,1 0 0,-1 0 1,6 2-1,-1-2-1311,0 0 0,0 0 0,0-1 0,0 0 0,1 0 0,14 0 1,23-2-6177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8.0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752 0 13430,'0'0'8212,"-162"75"-6131,60-12 2209,-13 14-544,0 13-2738,7 16-1008,26 12 0,35 4 0,27 4 0,20-11 0,13-11 0,34-7 0,14-9 0,21-7-48,6-11-2241,13-24-1777,1-28-2209,-7-18-9780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9.1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486 27 512,'0'0'3191,"19"-4"-1385,91-19 5947,-113 24-5162,-11 2-1420,1 1 0,-1 1 0,1 0 1,-24 13-1,-9 4-198,-77 29 645,49-23-947,1 4 0,-117 69 0,189-101-685,0 0-1,0 1 1,0 0-1,0-1 1,0 1-1,1-1 1,-1 1-1,0 0 1,0 0-1,1-1 1,-1 1-1,0 0 1,1 0-1,-1 0 1,1 0-1,-1 0 1,1 0-1,-1 0 1,1 0-1,-1 1 1,1-1-27,1 0 0,-1-1 0,0 1 0,1-1 0,-1 1 1,0 0-1,1-1 0,-1 1 0,1-1 0,-1 1 0,1-1 0,-1 0 1,1 1-1,-1-1 0,1 1 0,-1-1 0,1 0 0,-1 1 0,1-1 0,0 0 1,-1 0-1,1 0 0,1 1 0,45 5-1281,-44-5 1376,94 1-913,-60-2 618,1 0 1,-1 3-1,0 1 1,-1 2-1,47 13 1,-80-19 227,0 1 0,0 0 0,-1 0 0,1 1 0,-1-1 0,1 0 0,-1 1 0,1-1 0,-1 1 0,0 0 0,0 0 0,0 0-1,0 0 1,0 0 0,0 0 0,0 1 0,-1-1 0,1 0 0,-1 1 0,0 0 0,0-1 0,0 1 0,0 0 0,0-1 0,0 1 0,-1 0 0,1 0 0,-1 0 0,0-1 0,0 6 0,-1-4 127,0 1-1,0-1 0,0 1 1,-1-1-1,0 1 1,0-1-1,0 0 1,0 0-1,-1 0 0,1 0 1,-1 0-1,0 0 1,-1-1-1,1 0 1,0 1-1,-1-1 0,-7 4 1,-28 15 234,-1-2 0,-1-1 0,-1-3 0,0-1 0,-1-2 0,-50 8 0,92-21-715,-19 3 442,11-7-6360,9-15-937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9.3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298 0 11557,'0'0'5427,"-74"152"-369,40-82-1920,7 4-1522,0-4-879,13-9-305,1-9-432,-1-14-80,1-8-1073,-1-8-976,1-8-2417,-8-7-3265,-13-7-3218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9.6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93 7027,'0'0'15933,"17"23"-14012,52 72-611,-64-87-989,-1 0 0,1 1 0,-1-1 0,4 14 0,-8-21-277,0 0 1,0 0-1,0 0 1,0 0 0,1 0-1,-1 0 1,0 0-1,1 0 1,-1-1-1,0 1 1,1 0-1,-1 0 1,1 0-1,-1-1 1,1 1-1,0 0 1,-1 0-1,1-1 1,0 1-1,-1 0 1,1-1-1,0 1 1,0-1 0,0 1-1,-1-1 1,1 0-1,1 1 1,-1-1 173,0-11-155,1 0-1,-1 0 0,2 1 1,-1-1-1,1 0 1,1 1-1,0 0 0,1 0 1,0 0-1,0 0 0,7-9 1,1 2-286,0-1 1,1 2 0,1-1 0,26-21 0,13 2-1789,-51 34 1422,1 0-1,0 1 1,0 0 0,0-1-1,0 1 1,0 1-1,0-1 1,4 0-1,-7 1 261,0 0-1,-1 0 0,1 1 1,-1-1-1,1 0 0,-1 0 1,1 0-1,0 0 0,-1 1 1,1-1-1,-1 0 0,1 0 1,-1 1-1,1-1 1,-1 0-1,1 1 0,-1-1 1,1 1-1,-1-1 0,0 1 1,1-1-1,-1 1 0,0-1 1,1 1-1,-1-1 0,0 1 1,0-1-1,1 1 1,-1-1-1,0 1 0,0 0 1,0-1-1,0 1 0,1 2-830,6 20-7255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9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8084,'0'0'19577,"7"104"-19369,-7-129-4882,0-11-1425,0-16-1889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29.9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10645,'0'0'13206,"0"145"-13110,0-114-96,0 1-256,0-1-2065,0-4-1665,0-6-3441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30.2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9444,'0'0'17299,"0"17"-15682,1 49-748,0-64-970,-1-1 0,0 0-1,1 0 1,-1 0 0,1 0-1,-1 0 1,1 0 0,0 1-1,-1-1 1,1 0 0,0-1-1,0 1 1,0 0 0,0 0-1,0 0 1,0 0 0,0-1-1,0 1 1,0 0-1,0-1 1,0 1 0,0-1-1,0 0 1,1 1 0,-1-1-1,0 0 1,0 1 0,0-1-1,1 0 1,-1 0 0,0 0-1,0 0 1,1 0 0,-1-1-1,0 1 1,0 0 0,0 0-1,1-1 1,-1 1 0,2-1-1,2 0-772,-5 1 825,3 0-799,-1 0 0,1 1 0,-1-1 0,1 0 0,-1-1 0,1 1 0,0 0 0,-1-1 0,0 0 0,1 1 0,-1-1 0,1 0 0,3-2 0,9-11 380,5 1-3748,-6 4-562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30.8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646 0 6963,'0'0'17891,"-7"3"-16546,0-1-1068,-9 3 134,0 1 1,1 0-1,-23 14 1,35-19-444,0 0-1,0 1 1,1 0-1,-1-1 1,1 1-1,-1 0 1,1 0-1,0 0 1,0 1-1,0-1 1,0 1-1,0-1 1,1 1-1,-1-1 1,1 1 0,-1 0-1,1 0 1,0 0-1,0 0 1,0 0-1,1 0 1,-1 0-1,1 0 1,-1 0-1,1 0 1,0 0-1,0 0 1,1 4-1,1-5-43,-1 0 0,1 0 0,0 0 0,-1 0 0,1 0-1,0 0 1,0 0 0,1-1 0,-1 1 0,0-1 0,0 1-1,1-1 1,-1 0 0,1 0 0,-1 0 0,1 0 0,0-1-1,-1 1 1,1-1 0,-1 0 0,1 1 0,4-1-1,4 1-179,0 0-1,0-1 0,0-1 0,16-1 0,-25 1 226,1 0 0,-1 0 0,1 0 0,-1 0 0,1 0-1,-1-1 1,0 1 0,1-1 0,-1 0 0,0 0-1,0 1 1,0-1 0,-1-1 0,1 1 0,0 0 0,-1 0-1,1-1 1,1-4 0,-3 7 231,-9 8 483,-3 8-665,1 1 1,0 0-1,2 1 0,0 0 0,0 1 1,2-1-1,1 2 0,-7 29 0,1 7 72,-6 103 0,17-40 312,3-85-253,-2 0 0,-2 0 0,-1-1 0,-9 45 1,10-72-78,-1 0 1,1 1 0,-1-1 0,0 0-1,-1 0 1,0 0 0,0-1 0,0 0-1,0 1 1,-1-1 0,0-1 0,0 1-1,0-1 1,-1 0 0,1 0 0,-1 0 0,0-1-1,0 0 1,-1 0 0,1 0 0,0-1-1,-1 0 1,0-1 0,1 1 0,-1-1-1,0 0 1,-10-1 0,2 1 112,0-1-1,0 0 1,1-1-1,-1-1 1,1 0 0,-1-2-1,1 1 1,0-1-1,0-1 1,0-1 0,-25-14-1,23 10-193,1-1 0,1-1 0,-1 0 0,2-1 0,0 0-1,0-1 1,1-1 0,1 0 0,1 0 0,-10-19 0,15 23-356,0 1-1,1-1 1,1 0 0,0 0 0,0 0 0,1 0 0,-1-19-1,3 20-341,0 1-1,1-1 0,0 0 0,0 0 0,1 1 0,1-1 0,0 1 0,0-1 0,7-14 1,22-32-6251,2 0-2513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31.3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542 0 13430,'0'0'14441,"-17"0"-13365,-73 3 65,0 4 1,-102 20 0,184-25-1141,0 0 0,0 0 0,0 1-1,1 0 1,-10 6 0,16-9-36,-1 1 1,1 0-1,0-1 1,0 1 0,0 0-1,0 0 1,0-1-1,0 1 1,0 0-1,0 0 1,0 0-1,1 0 1,-1 1-1,0-1 1,0 0-1,1 0 1,-1 0-1,1 0 1,-1 1-1,1-1 1,0 0 0,-1 1-1,1-1 1,0 0-1,0 1 1,0-1-1,0 0 1,0 1-1,0-1 1,0 0-1,1 0 1,-1 1-1,0-1 1,1 0-1,-1 1 1,1-1-1,-1 0 1,1 0-1,0 0 1,1 2 0,32 34-175,-28-32 194,0 1 1,0 0-1,0 0 1,-1 1-1,0 0 0,0-1 1,5 12-1,-3-2 28,-1 0 0,-1 1-1,-1 0 1,0-1 0,-1 2 0,-1-1 0,-1 0-1,0 0 1,-1 1 0,-1-1 0,-1 0 0,0 0 0,-1 0-1,-11 32 1,2-16 19,-2-1 0,-1 0 0,-1-1 0,-2-1 0,-1-1 0,-30 37 0,42-57-21,4-7-14,0 2 0,0-1 1,1 0-1,-1 0 0,1 1 1,0-1-1,0 1 0,0 0 1,1 0-1,-1-1 0,1 1 1,-2 8-1,3-12-141,5 0-3,32 1-119,1-1-1,0-3 0,-1 0 0,0-3 0,0-1 1,58-19-1,-93 25 77,0 1 0,-1-1 0,1 0 1,0 0-1,-1 0 0,1 0 0,0 0 0,-1 0 0,1 0 1,-1-1-1,0 1 0,1 0 0,0-3 0,3-24-8122,-5 9-530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31.9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262 118 9556,'0'0'14226,"-7"-8"-12941,2 2-1125,-10-15 196,15 20-344,0 0 0,0 1 0,0-1-1,1 0 1,-1 0 0,0 0 0,1 1 0,-1-1-1,1 0 1,-1 0 0,1 1 0,-1-1 0,1 1-1,-1-1 1,1 0 0,0 1 0,-1-1 0,1 1-1,0-1 1,0 1 0,-1 0 0,1-1 0,0 1-1,0 0 1,0-1 0,-1 1 0,1 0 0,0 0-1,0 0 1,0 0 0,0 0 0,-1 0 0,1 0-1,0 0 1,0 0 0,1 0 0,139-28 1156,-80 14-704,104-10 1,-165 23-402,0 1 0,1 0 0,-1 0 0,0 0 0,1 0 0,-1 0 0,0 0 0,1 0 0,-1 0 0,0 0 0,1 0 0,-1 0 0,0 0 1,1 0-1,-1 1 0,0-1 0,1 0 0,-1 0 0,0 0 0,1 0 0,-1 1 0,0-1 0,0 0 0,1 0 0,-1 1 0,0-1 0,0 0 0,1 0 0,-1 1 0,0-1 0,0 0 0,0 0 0,0 1 0,1-1 0,-1 0 0,0 1 1,-5 16 876,-24 22-588,21-28 147,0 0-464,1 1-1,1 0 0,0 1 0,1-1 1,0 1-1,0 0 0,2 0 0,-1 1 1,0 14-1,-1 17 45,3 65 1,0-16-56,0-56-24,-1 1 0,-2 0 0,-2-1 0,-1 0 0,-2-1 0,-19 47 0,28-82 0,0 1 0,0-1 0,0 0 0,0 1 0,0-1 0,-1 0 0,1 0 0,0 0 0,-1 0 0,0 0 0,1-1 0,-5 4 0,3-4 0,0 0 0,-1 0 0,1 0 0,-1-1 0,1 1 0,-1-1 0,1 0 0,-7 0 0,-18-2 0,-1-1 0,1-2 0,-50-13 0,47 9 0,0 2 0,-53-5 0,-17 11-5973,119 1-19076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32.4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332 12 9332,'0'0'14260,"-15"-3"-12731,10 2-1405,-1-1 25,-1 0 1,0 1-1,0 0 1,1 0-1,-1 0 1,0 1-1,0 0 1,0 1-1,0-1 1,0 1-1,1 1 1,-1-1-1,0 1 1,1 0-1,-9 5 1,-11 5 559,1 2 0,0 1 1,-27 22-1,46-32-628,1 0 0,-1 0 0,1 0 0,0 0 0,1 1 0,-1-1 0,1 1 0,0 1-1,1-1 1,-1 0 0,1 1 0,0 0 0,1-1 0,0 1 0,0 0 0,0 1 0,1-1 0,-1 10 0,2-16-104,0 0 0,0 0 0,1 0 0,-1 0-1,0 1 1,0-1 0,1 0 0,-1 0 0,0 0 0,1 0 0,0 0 0,-1 0 0,1 0 0,-1 0-1,1 0 1,0 0 0,0 0 0,-1-1 0,1 1 0,0 0 0,0 0 0,0-1 0,0 1 0,0 0-1,0-1 1,0 1 0,1-1 0,3 2-43,-1-1 0,0 0 0,0 0 0,1-1 0,-1 1 0,1-1 0,6 0 0,3-1-113,0-1 0,0 0 0,25-9-1,-29 8 42,0 0 0,-1-2 0,1 1-1,-1-1 1,0 0 0,0-1 0,-1 0-1,0-1 1,0 1 0,-1-1 0,1-1-1,-1 0 1,-1 0 0,0 0 0,0-1-1,7-12 1,-15 15 2694,-2 17-1745,4 1-1001,-1-1-413,1 0 0,1 0 0,0 0 0,0 0-1,6 20 1,-6-28 174,0-1 0,0 1-1,1 0 1,-1-1 0,1 1-1,0-1 1,0 1 0,0-1-1,0 0 1,0 0-1,2 3 1,-1-3-314,0-1 0,0 1-1,0 0 1,1-1 0,-1 0-1,0 1 1,1-1 0,-1 0 0,0-1-1,1 1 1,5 0 0,23-1-6975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32.7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48 312 4274,'0'0'15663,"-8"21"-13670,-24 65-936,30-85 428,1-9-640,-2-27-466,2-47-631,1 62 162,2 0 1,0 0 0,1 0-1,1 0 1,1 0 0,8-19-1,-9 29-296,-1 1 0,1 0 0,1 0 0,0 0 0,0 1 0,1-1 0,-1 1 0,2 1 0,-1-1 0,1 1 0,0 0 0,1 1-1,0-1 1,10-5 0,-15 10-343,0 1-1,0-1 1,1 1-1,-1 0 1,0 0-1,1 0 1,-1 1-1,0-1 0,1 1 1,6 0-1,16 0-5278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33.2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713 0 3249,'0'0'13970,"-19"1"-11839,-64 5 54,74-5-1831,1 1 0,-1 0-1,0 0 1,0 0 0,1 1 0,0 1-1,-1-1 1,1 1 0,-14 10 0,20-13-366,0 1 0,-1 0 1,1 0-1,0 0 1,0 0-1,0 0 1,0 0-1,0 0 1,1 0-1,-1 1 0,1-1 1,-1 1-1,1-1 1,0 1-1,0 0 1,0-1-1,0 1 1,1 0-1,-1 0 1,1 0-1,-1 0 0,1-1 1,0 1-1,0 0 1,0 0-1,1 0 1,-1 0-1,1 0 1,1 3-1,-1-4-103,1 0-1,0 0 1,0 0-1,0 0 1,0 0-1,1-1 1,-1 1-1,0-1 1,1 1-1,-1-1 1,1 0-1,-1 0 1,1 0-1,0 0 1,-1 0 0,1-1-1,0 1 1,-1-1-1,1 0 1,5 0-1,-1 1-44,0-1-1,0 0 1,0 0-1,0-1 1,0 0 0,0 0-1,10-3 1,4-15 58,-21 20 101,1-1 0,-1 0 0,1 0 0,-1 1-1,1-1 1,-1 0 0,0 1 0,1-1 0,-1 0 0,0 1 0,1-1-1,-1 1 1,0-1 0,0 1 0,1-1 0,-1 1 0,0-1-1,0 0 1,0 1 0,1-1 0,-1 1 0,0-1 0,0 1-1,0 0 1,0-1 0,0 1 0,0-1 0,0 1 0,0-1 0,0 1-1,-1-1 1,1 1 0,0-1 0,0 1 0,0 1-4,-3 27 24,-1 0 1,-1 0-1,-2 0 1,-1-1-1,-1 0 1,-13 29-1,-15 49 120,25-66-17,-47 143 1034,49-161-1001,0 0 0,-1 0 1,-1-1-1,-1-1 0,-28 35 0,35-49-11,1-1-1,-1 1 1,0-1 0,0-1 0,0 1 0,-1-1 0,1 0-1,-1 0 1,0-1 0,0 0 0,-1 0 0,-7 1 0,-3 0 549,0-1 0,0-1 0,-34-1 0,45-2-621,0 0 1,0 0-1,-1 0 0,1-1 1,1 0-1,-1 0 1,0-1-1,0 0 0,1 0 1,0 0-1,-1-1 1,1 0-1,1 0 1,-1-1-1,1 0 0,-1 1 1,1-2-1,1 1 1,-1-1-1,-4-6 0,4 5-129,1-1-1,-1 0 1,1 0-1,1 0 0,-1 0 1,1 0-1,1-1 1,0 1-1,0-1 1,0 0-1,1 0 0,1 1 1,-1-1-1,2 0 1,-1 0-1,3-13 0,-1 15-270,1 1-1,0-1 0,1 1 0,-1 0 0,1 0 1,0 0-1,1 1 0,-1-1 0,1 1 0,0 0 1,0 0-1,1 1 0,11-8 0,13-7-3658,44-22-1,-65 36 2968,56-27-5724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33.5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 0 14919,'0'0'12910,"-15"4"-12243,-49 12-368,63-16-307,0 1 0,-1 0 1,1 0-1,0 0 1,0 0-1,0 0 0,0 0 1,0 0-1,0 0 1,0 0-1,0 1 0,0-1 1,0 0-1,1 1 1,-1-1-1,0 0 0,1 1 1,-1-1-1,1 1 1,0-1-1,-1 1 0,1-1 1,0 1-1,0-1 1,0 1-1,0-1 0,0 1 1,0 0-1,1-1 1,-1 1-1,0-1 0,2 3 1,-1 4-215,-1-2 26,1 0-1,-1 0 1,2-1 0,-1 1-1,0-1 1,1 1-1,0-1 1,1 0-1,-1 1 1,5 6-1,39 49-1577,-20-29 734,-14-18 368,-1 4 1023,-11-18-418,-1 1 0,0 0-1,1-1 1,-1 1 0,0-1-1,0 1 1,0-1-1,0 1 1,0-1 0,0 0-1,0 1 1,1-1 0,-1 0-1,0 0 1,0 0 0,0 0-1,0 0 1,0 0 0,0 0-1,0 0 1,0 0 0,0 0-1,-2-1 1,-42 1-8729,24 0 600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33.9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253 1 10101,'0'0'2411,"11"22"895,1 0-2315,3 3 61,-2 1-1,-1 1 0,-1 0 1,8 30-1,-5 3 79,-2 0-1,-4 1 1,-1 1 0,-4-1-1,-2 1 1,-7 61 0,5-111-997,-1 0 0,-1 0 1,0-1-1,-1 1 1,0-1-1,0 0 0,-1 0 1,-1 0-1,0 0 0,0-1 1,-1 0-1,0-1 0,-1 1 1,0-1-1,-1-1 1,1 0-1,-2 0 0,-18 12 1,12-10-216,-2-1 1,1-1 0,-1-1 0,0 0 0,0-1-1,-1-1 1,0-1 0,0 0 0,0-2 0,-38 1-1,57-3-65,-1 0 0,0 0 0,0 0-1,1 0 1,-1 0 0,0-1 0,0 1-1,1 0 1,-1 0 0,0-1 0,1 1-1,-1 0 1,0-1 0,1 1 0,-1-1-1,1 1 1,-1-1 0,1 1 0,-1-1-1,1 1 1,-1-1 0,1 0-1,-1 1 1,1-1 0,0 1 0,-1-1-1,1 0 1,0 0 0,-1 1 0,1-1-1,0 0 1,0 1 0,0-1 0,0 0-1,0 0 1,0 1 0,0-1 0,0-1-1,8-32-5364,26-16-2633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34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678 137 6355,'0'0'16037,"-26"-16"-13135,-87-52-1069,99 59-1550,-1 2 0,0 0 0,0 1 0,0 1 1,-1 0-1,0 1 0,0 1 0,0 0 0,0 1 0,0 1 0,-32 1 0,40 0-204,5 0-66,0 0 0,0 0-1,0 0 1,0 1 0,0-1-1,0 1 1,0 0 0,0-1-1,0 1 1,1 1 0,-1-1-1,0 0 1,0 1 0,1-1-1,-1 1 1,1 0 0,-4 3-1,4-2-20,-1 0-1,1 1 0,0-1 1,0 1-1,1 0 0,-1-1 1,1 1-1,0 0 0,0 0 1,0 0-1,0 0 0,0 0 1,1 4-1,-1 4-50,1-1 0,0 0-1,1 0 1,0 0 0,1 1 0,0-1 0,1-1-1,4 14 1,4 3-259,27 46-1,-9-20-2,-20-33 164,0 0 0,-1 1 0,-1 0 0,-1 1 1,-1-1-1,-1 1 0,-1 0 0,1 32 0,-4-50 157,-1 0-1,1 0 1,-1 0 0,0 0-1,0 0 1,0 0-1,0-1 1,-1 1-1,0 0 1,0-1-1,0 1 1,0-1-1,0 1 1,-1-1-1,1 0 1,-1 0-1,0 0 1,0-1-1,0 1 1,0-1 0,0 1-1,-1-1 1,1 0-1,-1 0 1,1-1-1,-1 1 1,0-1-1,0 0 1,-5 2-1,-13 2 122,-1 0 0,0-2 0,-45 2-1,44-4-60,-91 1 415,114-2-515,15 0-2668,23-1 707,-22 0 584,-1 0 0,1 1 0,0 0 0,26 6 0,-38-6 1257,0 1 0,0 0 0,0 0 0,-1 0 0,1 0 0,0 1 0,0-1 0,-1 1 0,1-1 0,-1 1 0,1 0 0,-1 0 0,0 0 0,0 1 0,0-1 0,0 0 0,0 1-1,0-1 1,-1 1 0,1 0 0,-1 0 0,0-1 0,1 1 0,-1 0 0,-1 0 0,1 0 0,0 0 0,-1 4 0,1 0 199,0-1 1,-1 1-1,-1-1 0,1 1 0,-1 0 0,0-1 0,0 1 0,-1-1 1,0 0-1,0 1 0,0-1 0,-1 0 0,0 0 0,0-1 0,-1 1 1,-3 5-1,-8 6 651,0 0 0,-1-2 0,-26 21 1,23-20 737,0 0 0,-28 34 0,42-45-1023,1 1-1,0 0 1,0 1 0,0-1 0,1 0-1,0 1 1,1 0 0,-1 0 0,1 0-1,1 0 1,-1 0 0,1 0-1,0 13 1,1-17-279,1-1 0,-1 0 0,1 1 0,0-1-1,0 1 1,-1-1 0,2 0 0,-1 0 0,0 0 0,0 1 0,1-1-1,-1-1 1,1 1 0,0 0 0,0 0 0,-1 0 0,1-1 0,0 1-1,0-1 1,0 0 0,1 1 0,-1-1 0,0 0 0,0 0-1,1-1 1,3 2 0,10 3 201,1 0 0,30 3 0,-29-5-13,21 3-7,1-1 0,73-2-1,-110-3-375,-20 0-2031,-63-2-5071,22-2-552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36.6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1 6707,'0'0'6643,"0"4"-4386,0 19-1521,0 13-720,-6 3 305,6 3 63,-7-3-176,-7-5-160,7-9-16,1-10-32,-1-12-240,-7-3-1505,8-18-4066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36.8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10485,'0'0'7955,"7"120"-7923,-7-77-32,0 2-1152,0 4-3506,0-1-2690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37.2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 8644,'0'0'12670,"0"20"-11131,0 65-477,0-84-1040,-1 1 0,1-1 0,0 0 0,0 1 0,0-1 0,0 1 0,0-1 0,0 0 0,0 1 0,1-1 1,-1 1-1,1-1 0,-1 0 0,1 1 0,-1-1 0,1 0 0,-1 0 0,1 1 0,0-1 0,0 0 0,0 0 0,0 0 0,0 0 0,0 0 0,0 0 0,0 0 0,0 0 0,0-1 1,0 1-1,1 0 0,-1-1 0,0 1 0,1-1 0,-1 1 0,0-1 0,1 0 0,-1 1 0,0-1 0,1 0 0,2 0 0,1-1-111,1 1-1,-1-2 1,1 1-1,-1-1 1,0 1-1,10-6 1,-14 6 70,28-14-810,50-36 0,-39 23 515,-38 27 129,0 1-1,0-1 1,1 1-1,-1 0 1,0 0-1,0 0 0,0 0 1,1 0-1,-1 0 1,0 1-1,0-1 1,0 1-1,0-1 1,0 1-1,0 0 1,0 0-1,0 0 1,0 0-1,0 0 0,0 0 1,-1 1-1,1-1 1,0 1-1,-1-1 1,1 1-1,-1-1 1,0 1-1,0 0 1,1 0-1,-1 0 1,0 0-1,0 0 1,-1 0-1,2 3 1,-2 0-6194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37.5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0 5122,'0'0'9738,"-2"27"-6736,0-4-2235,-21 161 4121,-50 122 590,71-248-5391,2-37-665,1-20 323,0-1-1,0 1 1,0 0 0,0 0 0,1 0-1,-1-1 1,0 1 0,0-1 0,1 1 0,-1-1-1,0 1 1,0-1 0,1 0 0,-1 0-1,1 1 1,-1-1 0,0 0 0,1 0 0,-1-1-1,3 1 1,36-4-5374,-15-11 560,-4-10-1342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37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 7203,'0'0'12230,"136"22"-11862,-68-22-368,6 0-592,14 0-1217,0-18-2737,0-6-2769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39.3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381 13 3602,'0'0'11234,"-25"-2"-9470,4 0-1416,-10-2 270,1 1-1,-1 2 1,0 1-1,-50 6 1,59-1-273,0 0-1,0 2 1,-39 18 0,99-3-1180,-31-17 851,-1 0-1,1 0 1,-1 1-1,-1 0 1,1 1-1,-1-1 0,0 1 1,0 0-1,-1 0 1,0 1-1,0-1 1,-1 1-1,0 0 1,0-1-1,2 10 1,0 6 72,-1 0 0,0 1 0,-2-1 0,0 27 0,-2-34-19,1 6-1,-1-1-1,-1 1 1,0-1-1,-2 1 0,0-1 1,-2 0-1,-11 34 1,-31 37 92,-6 15 173,52-103-319,-6 21 248,7-24-261,0 0 0,0-1 0,0 1 0,0-1-1,0 1 1,0-1 0,1 1 0,-1-1 0,0 1 0,0-1-1,0 1 1,1-1 0,-1 1 0,0-1 0,1 1-1,-1-1 1,1 1 0,-1-1 0,0 0 0,1 1-1,-1-1 1,1 0 0,-1 1 0,1-1 0,-1 0 0,1 0-1,-1 1 1,1-1 0,-1 0 0,1 0 0,-1 0-1,1 0 1,0 0 0,-1 0 0,1 0 0,-1 0 0,1 0-1,-1 0 1,1 0 0,0 0 0,26-3 174,0 0 0,-1-2 0,1-2 0,-2 0 0,32-13 0,8-2 359,-40 16-623,23-9 749,-46 14-803,0 0-1,-1 0 1,1 0 0,-1 0-1,0 0 1,1-1 0,-1 1-1,0 0 1,0-1 0,0 1 0,0-1-1,0 1 1,0-1 0,0 1-1,0-1 1,-1 0 0,1 1 0,0-1-1,-1 0 1,0 0 0,1 1-1,-1-1 1,0 0 0,0-2-1,0-13-3825,0-6-2781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39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6531,'0'0'14212,"17"-1"-13158,212-16 1367,70-4-363,-298 22-2048,-1 0-1,1-1 1,-1 1 0,1 0-1,-1 0 1,0-1 0,1 1-1,-1 0 1,0 0 0,0 0-1,1-1 1,-1 1 0,0 0-1,0 0 1,0 0 0,0 0 0,0-1-1,0 1 1,-1 0 0,1 2-1,0-1 28,-1 4 88,0 1-1,0-1 1,0 1 0,-1-1 0,0 0-1,0 0 1,0 0 0,-1 0-1,-5 9 1,-42 57 1186,3-2-411,40-54-766,0 0 1,1 0 0,1 1-1,0 0 1,1 0-1,-2 30 1,3-4 29,4 67 0,1-98-168,0 0 1,0 0 0,1 0 0,0-1 0,1 1-1,1-1 1,0 0 0,0 0 0,1 0 0,0-1-1,1 0 1,1 0 0,-1 0 0,1-1 0,1 0-1,0-1 1,0 0 0,0 0 0,14 7 0,-23-14-4,1-1 0,-1 0 0,0 0 0,0 1 1,0-1-1,0 0 0,0 0 0,0 1 0,0-1 0,-1 0 1,1 0-1,0 1 0,0-1 0,0 0 0,0 0 1,0 1-1,0-1 0,0 0 0,0 0 0,-1 0 1,1 1-1,0-1 0,0 0 0,0 0 0,0 0 0,-1 0 1,1 1-1,0-1 0,0 0 0,0 0 0,-1 0 1,1 0-1,0 0 0,0 0 0,-1 0 0,1 0 1,0 1-1,0-1 0,0 0 0,-1 0 0,1 0 0,0 0 1,0 0-1,-1 0 0,1 0 0,0 0 0,0-1 1,-1 1-1,1 0 0,0 0 0,0 0 0,-1 0 1,-19 3 65,-141 16 139,-133 7-297,294-27 24,0 1 0,0 0 1,-1-1-1,1 1 0,0 0 0,0-1 0,0 1 1,0 0-1,-1-1 0,1 1 0,0 0 0,0-1 1,0 1-1,0-1 0,0 1 0,0 0 1,0-1-1,0 1 0,0 0 0,0-1 0,0 1 1,0-1-1,0 1 0,1 0 0,-1-1 0,0 1 1,0 0-1,0-1 0,0 1 0,1 0 1,-1-1-1,3-4-693,1 0-1,-1 0 1,1 0 0,0 0 0,0 1 0,0-1 0,1 1 0,-1 1 0,1-1-1,0 0 1,6-2 0,46-31-8705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40.3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285 0 11221,'0'0'6710,"-25"6"-2612,-80 22-1190,97-26-2638,-1 1-1,1 0 1,0 0 0,0 1 0,1 0 0,-1 1-1,1-1 1,0 1 0,0 1 0,0-1-1,1 1 1,-1 1 0,2-1 0,-1 1 0,1 0-1,-9 15 1,9-10-185,0 0-1,1 1 1,0 0-1,1-1 0,0 1 1,2 1-1,-1-1 1,1 24-1,1-35-95,0 0 0,0 0 1,0-1-1,1 1 0,-1 0 0,0 0 0,1-1 0,-1 1 0,1 0 0,-1-1 0,1 1 0,0 0 1,0-1-1,-1 1 0,1-1 0,0 1 0,1-1 0,-1 0 0,0 1 0,0-1 0,1 0 1,-1 0-1,0 0 0,1 0 0,2 2 0,0-2-51,-1 0 0,1 0 0,0 0 1,0 0-1,0-1 0,1 1 0,-1-1 0,0 0 0,0 0 1,7-2-1,2 0-110,-1 0 0,-1-1 0,1-1 0,0 0 1,-1-1-1,19-10 0,-17 6-10,-1 0 1,-1-1-1,0 0 0,0 0 1,-1-2-1,0 1 0,-1-1 1,-1 0-1,1-1 0,-2 0 1,11-25-1,-21 55 4884,-5 63-3761,7-75-932,1 0 0,0 0 0,0-1-1,0 1 1,1 0 0,-1 0 0,1 0 0,0 0 0,1 0 0,-1-1 0,1 1 0,0 0 0,0-1 0,1 0 0,-1 1 0,1-1-1,0 0 1,0 0 0,7 6 0,-4-5-138,0 0 0,1-1 0,0 0 1,0 0-1,0 0 0,1-1 0,-1 0 0,1-1 0,0 1 0,0-2 0,12 3 0,3-1-1160,0-1-1,1 0 1,-1-2 0,1-1-1,-1 0 1,28-7 0,22-17-6339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40.6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 9156,'0'0'8228,"149"0"-5347,-75 0-1776,1 0-385,-8 0-256,-19-5-304,-8 3-144,-19 0-16,-15-1-1104,-19 3-3122,-28 0-160,-20 0-2801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40.8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3330,'0'0'7475,"169"2"-2945,-101-2-2321,-7 0-1217,-14 0-783,-6 0-209,-21 0-529,-13-2-5009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41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422 117 6035,'0'0'14073,"-10"-15"-12470,-37-48-392,44 59-1155,-1 1-1,0 0 0,1 0 1,-2 0-1,1 0 0,0 0 1,-1 1-1,1 0 0,-1 0 1,1 0-1,-1 0 0,0 1 1,-9-2-1,0 2 77,0 0 1,-1 1-1,-16 1 0,1 1-59,19-2-105,1 0 0,0 1 0,0 0 0,0 1-1,-17 4 1,24-5 20,1 0 0,0 0 0,-1 0 0,1 0 0,0 0 0,-1 1 0,1-1 0,0 1 0,0-1 0,0 1 0,0 0 0,0 0 0,1-1 0,-1 1 0,1 1 0,-1-1 0,1 0 0,0 0 0,-1 0 0,1 1 0,0-1 0,1 1 0,-1-1 0,0 1 0,1-1 0,-1 1 0,1-1 0,0 4 0,1 14-135,1 0 1,1 0 0,1 0 0,1 0 0,0-1 0,2 0 0,0 0-1,14 26 1,-9-18 167,11 24-8,20 64 0,-38-101 11,-1 1-1,-1-1 0,-1 1 1,0-1-1,0 1 0,-2 0 0,0-1 1,0 1-1,-6 27 0,3-34 71,0 0-1,0 0 1,-1 0 0,-1 0-1,1-1 1,-1 0-1,0 0 1,-1 0-1,0 0 1,0-1-1,0 0 1,-1 0-1,0-1 1,-8 6-1,-7 2 334,1 0 0,-1-1 0,-38 14 0,55-26-11,9-7-217,21-20-273,43-32-736,-58 50 486,0 1 0,1 1 0,0 0 1,0 0-1,1 1 0,0 1 0,0 0 1,0 0-1,1 1 0,-1 1 0,1 0 0,0 1 1,23-2-1,-34 5 291,0-1 1,-1 1-1,1-1 1,-1 1-1,1 0 1,-1-1-1,1 1 1,-1 0-1,1 0 1,-1 0-1,0 0 1,1 0-1,-1 1 1,0-1-1,0 0 1,0 1-1,0-1 1,0 0-1,0 1 1,0-1-1,-1 1 1,1 0-1,0-1 1,-1 1-1,1-1 1,-1 1-1,0 0 1,0 0-1,1 2 1,2 60-101,-3-53 80,0 2 81,-1 0-1,-1 1 1,-1-1-1,0 0 1,0 0-1,-1 0 1,-1-1-1,0 1 1,-9 14-1,-9 12 657,-41 52 1,-10 17 1017,69-97-1444,0-1-1,1 2 1,0-1-1,1 0 1,0 1-1,1 0 1,0-1 0,1 1-1,0 0 1,2 20-1,-1-30-221,0 0-1,0 0 0,0 0 1,1 0-1,-1-1 0,1 1 1,-1 0-1,1 0 0,-1 0 1,1-1-1,0 1 0,0 0 1,0-1-1,0 1 1,0-1-1,0 1 0,0-1 1,1 1-1,-1-1 0,1 0 1,-1 0-1,1 0 0,-1 0 1,1 0-1,-1 0 0,1 0 1,0 0-1,0-1 0,-1 1 1,1 0-1,2-1 1,7 2 87,0 0 1,0-1 0,0 0-1,16-2 1,-9 1 82,71 1 98,-1-4 0,1-4 0,148-31 0,-230 36-628,26-9-663,-21 0-2262,-8-5-4111,-4 1-2642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54.5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79 5282,'0'0'11085,"-1"0"-11021,1 0-1,0 0 1,-1-1-1,1 1 1,0 0-1,-1 0 1,1 0-1,0 0 1,-1-1-1,1 1 0,-1 0 1,1 0-1,0 0 1,-1 0-1,1 0 1,-1 0-1,1 0 1,0 0-1,-1 0 1,1 0-1,0 0 0,-1 1 1,1-1-1,-1 0 1,1 0-1,0 0 1,-1 0-1,1 1 1,0-1-1,-1 0 1,1 0-1,0 0 0,-1 1 1,1-1-1,0 0 1,-1 1-1,-3 8 26,0-1 0,1 1 1,0 0-1,1 0 0,0 1 0,-2 9 0,4-16-89,-1 1 0,1 0 0,-1 0 0,1-1 0,1 1 0,-1 0 0,0 0 0,1-1 0,0 1 0,-1 0 0,1-1 0,1 1 0,-1-1 0,1 1 0,-1-1 0,1 0 0,0 1 0,4 3 1,32 28-30,-20-20-13,-1 0 0,-1 1 0,23 30 0,-35-40 35,0 0 1,0 1-1,-1-1 0,0 1 0,0 0 0,0-1 0,-1 1 0,0 0 0,-1 1 0,1-1 0,-2 0 0,1 0 0,-1 1 1,0-1-1,-1 13 0,0-17-7,0 1 0,-1-1 0,1 0 0,-1 0 0,1 1-1,-1-1 1,0 0 0,0-1 0,-1 1 0,1 0 0,0-1 0,-1 1 0,0-1 0,1 0 0,-1 1 0,0-2 0,0 1 0,0 0 0,-1 0 0,-4 1 0,3-1-16,0 0 1,0 0-1,0-1 0,0 1 1,0-1-1,-1 0 0,1-1 1,0 1-1,0-1 1,-1 0-1,1 0 0,0-1 1,-10-1-1,14 1 14,0 0 0,0 0 0,0 1 0,0-1 0,0 0 0,0 0 0,1 0 0,-1 0 0,0 0 0,0 0-1,1 0 1,-1-1 0,0 1 0,1 0 0,-1 0 0,1 0 0,0-1 0,-1 1 0,1 0 0,0-1 0,0 1 0,0 0 0,0-2 0,0-41-175,1 28 121,1-16 192,2 1 0,1 0 0,1 0 0,2 1 0,14-37 0,-11 37 566,-2-1 0,-1 1 1,-1-1-1,-1 0 0,1-40 0,-7 71-652,0-1 0,0 1-1,0 0 1,0 0 0,0 0 0,0-1-1,0 1 1,0 0 0,0 0 0,0 0-1,0-1 1,0 1 0,0 0-1,0 0 1,0 0 0,0-1 0,0 1-1,0 0 1,0 0 0,0 0 0,0-1-1,-1 1 1,1 0 0,0 0-1,0 0 1,0 0 0,0-1 0,0 1-1,-1 0 1,1 0 0,0 0-1,0 0 1,0 0 0,0 0 0,-1 0-1,1-1 1,0 1 0,0 0 0,0 0-1,-1 0 1,1 0 0,0 0-1,0 0 1,0 0 0,-1 0 0,1 0-1,0 0 1,0 0 0,-1 0 0,-11 9 251,-10 17-472,14-9-298,0-1-1,1 1 0,-9 35 1,13-39-2116,1 0 1,0 0-1,0 19 1,2-9-4059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54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9076,'0'0'9140,"20"126"-4930,-20-78-2401,0-7-1105,0-5-399,-14-9-305,14-11-401,-6-10-2112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55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40 9012,'0'0'14255,"7"-3"-13772,19-5-365,2 0 0,-1 1 1,1 2-1,0 1 0,0 1 1,1 2-1,44 2 1,-71 0-131,-1-1 0,0 1 1,1-1-1,-1 1 0,0 0 1,1 0-1,-1-1 0,0 1 1,0 0-1,0 0 0,0 0 1,0 0-1,0 0 0,0 1 1,0-1-1,0 0 0,0 0 1,-1 0-1,1 1 0,0-1 1,-1 1-1,1-1 1,-1 0-1,0 1 0,1-1 1,-1 1-1,0-1 0,0 1 1,0-1-1,0 1 0,0-1 1,0 2-1,0 2 4,0-1 1,-1 0-1,1 1 0,-1-1 1,0 1-1,0-1 0,-1 0 0,1 0 1,-4 8-1,-5-1 28,0 0 0,0 0 0,-1-1 0,0 0 0,-1-1 0,0 0-1,0-1 1,-15 7 0,11-6 11,0 1-1,1 0 1,1 1 0,0 1-1,-13 13 1,27-25-37,-1 1 0,1-1 0,0 0 1,0 1-1,0-1 0,-1 1 0,1-1 0,0 1 0,0-1 0,0 0 1,0 1-1,0-1 0,0 1 0,0-1 0,0 1 0,0-1 1,0 1-1,0-1 0,0 1 0,0-1 0,0 0 0,1 1 1,-1-1-1,0 1 0,0-1 0,0 0 0,1 1 0,-1-1 0,0 1 1,1-1-1,-1 0 0,0 1 0,1-1 0,-1 0 0,0 0 1,1 1-1,-1-1 0,0 0 0,1 0 0,-1 1 0,1-1 0,-1 0 1,1 0-1,-1 0 0,0 0 0,1 0 0,0 0 0,27 9-179,-25-9 155,14 4-58,-6-1 53,1 0 0,-1 0 1,0 1-1,0 0 0,21 11 1,-31-14 30,0 0 0,0-1 1,0 1-1,0 0 0,-1 0 1,1-1-1,0 1 0,0 0 1,-1 0-1,1 0 1,-1 0-1,1 0 0,-1 0 1,1 0-1,-1 0 0,1 0 1,-1 0-1,0 0 0,0 0 1,0 0-1,1 0 1,-1 0-1,0 1 0,0-1 1,0 0-1,-1 0 0,1 0 1,0 0-1,0 0 0,-1 0 1,1 0-1,0 0 0,-1 0 1,0 2-1,-1-1 54,0 1-1,0-1 0,1 1 1,-2-1-1,1 0 1,0 0-1,0 0 1,-1 0-1,1 0 0,-4 1 1,-28 14 672,-1-1-1,-49 13 1,76-26-822,7 2-6169,11-3-57,14-2-1091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55.4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1 12822,'0'0'13094,"-74"124"-12326,67-97-608,7-7-160,0-4-176,0-4-1761,0-6-1568,0 3-1554,0-2-3969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55.9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 0 7523,'0'0'15127,"-48"152"-14710,21-112-305,0-1-112,7-5-945,-7-5-2288,13-9-3538,1-11-4306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56.7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 1201,'1'1'18547,"3"-1"-14355,23-2-4972,-14-6 568,-5 5 993,-7 16 152,-1 1-800,0 21 889,-1-1-1,-2 1 0,-1-1 0,-14 52 1,12-65-698,0 2 0,-2 28 1,6-10-8160,15-41-2052,1 0 112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56.9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0 1681,'0'0'15639,"21"138"-11493,-21-93-2113,-14-4-1313,-6-1-496,-7-4-224,0 1-160,6-6-1873,-6-4-2641,0-6-6371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57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0 4786,'0'0'9015,"-14"5"-7489,-45 18 275,58-23-1675,0 1-1,0-1 1,0 0 0,1 0-1,-1 1 1,0-1 0,0 0-1,0 1 1,1-1 0,-1 1 0,0-1-1,1 1 1,-1-1 0,0 1-1,1-1 1,-1 1 0,1 0 0,-1-1-1,1 1 1,-1 0 0,1 0-1,-1-1 1,1 1 0,0 0-1,-1 0 1,1 0 0,0 0 0,0-1-1,-1 1 1,1 0 0,0 0-1,0 0 1,0 0 0,0 0 0,0-1-1,0 1 1,1 0 0,-1 0-1,0 0 1,0 0 0,1 0-1,-1-1 1,0 1 0,1 0 0,-1 0-1,1-1 1,0 2 0,25 18 2548,64 13 264,-73-28-2872,-1 0 0,0 1 0,0 0 0,0 1 0,-1 1 0,0 0 0,0 2 0,18 14 0,-30-21-67,0 1 0,1 0-1,-2 0 1,1 0 0,0 0 0,-1 0-1,0 0 1,0 1 0,0-1 0,0 1-1,-1 0 1,0-1 0,0 1-1,0 0 1,0 0 0,-1 0 0,0 0-1,0 0 1,0-1 0,-1 1 0,-1 9-1,-3 6 36,-1 0 0,-1-1 0,-18 35 0,13-27 16,11-26-50,-15 34 0,0 1 0,3 0 0,1 0 0,-14 69 0,25-94-770,-2 14 663,2-35-15117,1-21 7225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57.5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86 5475,'0'0'13045,"122"-29"-9539,-61 20-2097,7 0-1025,0 5-336,6-6-48,1 6-1329,-8-3-1104,-6 0-3842,-13 1-5794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57.7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203 1 13894,'0'0'5571,"-74"137"-1729,40-96-2498,0-5-1200,7-9-144,7-7-560,6-8-2513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58.2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229 1 9877,'0'0'11221,"-20"15"-9383,-67 55-331,73-59-1173,1 1 0,1 0 0,0 1 0,1 0 0,1 1-1,-17 28 1,23-36-239,1 1 0,0-1 1,1 1-1,-1-1 0,1 1 0,1 0 0,-1 0 0,1 0 0,0 0 0,1 0 0,0 0 0,0 0 1,0 0-1,1 0 0,0 0 0,4 12 0,-4-17-99,0 0 0,1 0 0,-1 0 0,1 0 0,0-1-1,0 1 1,-1-1 0,1 1 0,0-1 0,0 0 0,0 1 0,1-1 0,-1 0 0,0 0 0,0-1 0,1 1 0,-1 0-1,0-1 1,1 1 0,-1-1 0,0 0 0,1 0 0,4 0 0,60-5-210,-57 3 124,0-1 0,-1 0-1,0-1 1,0 0 0,0-1 0,0 0 0,-1 0 0,0-1 0,0 0-1,0 0 1,-1-1 0,0 0 0,0-1 0,11-15 0,-14 18 85,-1 1-1,0-1 1,0 1 0,-1-1 0,1 0 0,-1 0 0,0 0 0,0 0 0,-1-1 0,1 1 0,-1-1 0,0 1 0,-1 0 0,1-1 0,-1 1-1,-1-1 1,1 1 0,0-1 0,-1 1 0,0-1 0,-1 1 0,1 0 0,-1-1 0,0 1 0,0 0 0,-1 0 0,1 0 0,-5-5 0,-1 0-69,1 1 1,-1 1-1,0-1 1,-18-12-1,-4 5-3005,30 33-10621,5 2 6742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58.3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 1 13014,'0'0'5362,"-129"163"-1680,82-121-1713,13-8-1969,7-4-144,0-15-2994,13-8-5121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59.1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226 7 8884,'0'0'16122,"-14"10"-15020,-49 31 8,60-39-1045,0 0 0,0 0 0,0 1-1,1-1 1,-1 1 0,0 0 0,1-1 0,0 1 0,-1 0 0,1 0 0,0 1 0,1-1 0,-1 0 0,-2 8 0,4-8-53,-1-1 0,1 1 1,0 0-1,0 0 0,0-1 1,1 1-1,-1 0 0,0 0 1,1-1-1,0 1 0,0 0 1,0-1-1,0 1 0,0-1 1,3 5-1,4 3-79,0 0 0,1 0-1,0-1 1,1 0 0,0 0 0,15 9-1,-8-5 37,-10-8-90,-1 0-1,0 1 1,-1 0-1,1 0 0,-1 0 1,0 0-1,0 1 0,-1 0 1,5 9-1,-8-13 110,0-1 0,-1 0 0,1 0-1,0 1 1,-1-1 0,0 0 0,0 1 0,0-1-1,0 1 1,0-1 0,0 0 0,0 1 0,-1-1-1,1 0 1,-1 1 0,0-1 0,0 0 0,0 1-1,0-1 1,0 0 0,0 0 0,0 0 0,-1 0-1,1 0 1,-1-1 0,1 1 0,-1 0-1,0-1 1,0 1 0,0-1 0,0 1 0,0-1-1,0 0 1,-3 1 0,-11 7-20,-1-1-1,-1 0 1,1-2 0,-1 0 0,-1-1-1,1-1 1,-1-1 0,1 0-1,-28 0 1,44-3 13,1 0 1,-1 0-1,1-1 0,-1 1 1,0 0-1,1 0 0,-1-1 0,1 1 1,-1-1-1,1 0 0,0 1 0,-1-1 1,1 0-1,-1 0 0,1 0 0,0 0 1,0 0-1,0 0 0,0 0 0,0 0 1,0 0-1,0-1 0,0 1 1,0 0-1,0-1 0,0 1 0,1-1 1,-1 1-1,1 0 0,-1-1 0,1 0 1,0 1-1,-1-1 0,1 1 0,0-2 1,0-2-13,0 0 1,0 0-1,0 1 1,1-1 0,0 0-1,0 1 1,0-1-1,0 1 1,1-1 0,-1 1-1,1-1 1,3-3-1,5-6 21,0 1 1,1 0-1,0 1 0,1 0 0,0 1 0,1 0 0,27-16 0,111-58 633,-125 72-398,8-4 70,-13 7 76,-1-1 0,34-23 0,-53 33-325,0 0-1,0 1 1,0-1-1,0 0 1,0 0-1,0 0 1,0 1-1,-1-1 1,1 0-1,0 0 1,0 0-1,-1-1 0,1 1 1,-1 0-1,1 0 1,-1 0-1,1 0 1,-1 0-1,0-1 1,1 0-1,-1 1-9,-1 0-1,1 0 0,0 0 1,-1 1-1,1-1 0,-1 0 1,1 0-1,-1 1 0,1-1 1,-1 0-1,1 1 1,-1-1-1,0 0 0,1 1 1,-1-1-1,0 1 0,1-1 1,-1 1-1,0 0 0,0-1 1,-1 1-1,-53-12 350,54 12-400,-171-7-1343,171 7 5,28 2-4183,3 7 985,14 5-2562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59.3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177 1 2689,'0'0'22523,"0"133"-20074,-7-106-1601,-7-2-400,-13 0-240,0-5-208,0 2-352,0-6-1329,0-7-1600,7-9-2514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59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88 11237,'0'0'11112,"22"-12"-8180,76-39-1302,-89 46-1482,-1 2-1,1-1 1,0 1-1,0 1 1,0 0-1,0 0 1,0 1 0,0 0-1,0 0 1,19 2-1,-2-1 196,-24 1-325,0-1-1,0 0 0,0 1 1,0-1-1,0 1 1,0 0-1,0 0 0,0-1 1,0 1-1,0 1 1,0-1-1,-1 0 0,1 0 1,0 1-1,-1-1 1,1 1-1,-1-1 0,0 1 1,1 0-1,-1-1 1,0 1-1,0 0 1,0 0-1,0 0 0,0 0 1,0 0-1,-1 0 1,1 0-1,-1 0 0,1 0 1,-1 0-1,0 1 1,0-1-1,0 0 0,0 2 1,0 5 19,0 0 1,-1-1 0,1 1 0,-1-1-1,-1 1 1,0-1 0,0 0-1,-5 12 1,1-10 5,0 1 0,0-1 0,-1 0 0,0-1 0,-1 1 1,0-2-1,-11 11 0,-73 53 96,35-29-100,55-42-45,-1 1 1,0 0-1,1 0 0,0 0 1,-1 0-1,1 0 0,0 0 1,0 1-1,0-1 1,0 1-1,1 0 0,-1-1 1,1 1-1,-1 0 0,1 0 1,0 0-1,0 0 1,0 0-1,1 0 0,-1 0 1,1 0-1,-1 0 0,1 1 1,0-1-1,0 0 0,1 4 1,0-6 0,0 0 0,0 0 0,0 1 1,0-1-1,0 0 0,0 0 0,1 0 0,-1 0 1,0-1-1,0 1 0,1 0 0,-1-1 0,1 1 1,-1 0-1,0-1 0,1 0 0,-1 1 0,1-1 0,-1 0 1,1 0-1,1 0 0,40 3 22,-34-3-11,22 1 5,0-1 0,0-2-1,41-7 1,-4-12-2423,-60 16-278,-7 0-2509,-1-1-3117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43.2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79 1809,'0'0'13982,"11"-3"-12261,159-42 1743,-108 34-3270,0 3 1,92-1-1,-131 8-196,-17 0 3,0 1 0,1 0 0,-1 0 0,0 0 0,1 1 0,5 1 0,-11-2-4,1 1 0,-1 0 0,0-1 0,1 1 0,-1 0 0,0-1 0,0 1 0,0 0 0,0 0 0,1 0 0,-1 0 0,-1 0 0,1 0 0,0 1 0,0-1 0,0 0 0,0 0 0,-1 1 0,1-1 0,-1 0 0,1 1 0,-1-1 0,1 0 0,-1 1 0,0-1 0,0 1 0,0-1 0,0 1 0,0-1 0,0 2 0,0 7-31,-1 0 1,0 0-1,-1 0 0,0-1 0,-1 1 1,0-1-1,0 1 0,-1-1 0,-9 15 0,-5 6 466,-34 40 0,32-45-106,2 0 1,-17 30-1,23-31-16,0 1 0,-10 33 0,19-50-247,1 1 0,0 0 0,0 0 1,1 0-1,0 0 0,1 0 0,-1 0 0,2 0 0,0 0 0,2 14 1,-1-20-57,-1 0 0,1 0 0,0 0 0,0 0 0,0 0 0,0 0 0,0 0 0,1-1 0,-1 1 1,1-1-1,0 0 0,-1 0 0,1 0 0,0 0 0,0 0 0,1-1 0,-1 1 0,7 1 0,4 2 42,1-1-1,30 5 1,28-2 138,88-5 0,-137-3 95,-42 1-51,-10 0-75,0 0 1,0 2 0,0 1-1,-27 6 1,46-6-151,0-1-1,0 2 1,1-1 0,-1 1-1,1 0 1,0 1-1,0 0 1,1 0 0,-1 1-1,1 0 1,1 0 0,-1 1-1,1 0 1,0 0 0,0 0-1,-6 12 1,6-8-12,0 1 0,1-1 0,0 1 0,1 0 1,1 0-1,-1 1 0,2-1 0,0 1 0,1-1 0,0 1 0,1 15 1,0-17-33,1-1 0,1 0 0,-1 1 0,2-1 0,-1 0 0,2 0 1,-1 0-1,1 0 0,1-1 0,-1 1 0,2-1 0,-1 0 0,12 13 1,-8-14 10,4 6 18,-13-14 21,0 0 0,0 1 1,0-1-1,0 0 0,0 0 0,0 1 0,0-1 0,0 0 1,0 1-1,0-1 0,0 0 0,0 0 0,0 1 0,0-1 1,-1 0-1,1 1 0,0-1 0,0 0 0,0 0 0,0 1 1,-1-1-1,1 0 0,0 0 0,0 0 0,-1 0 0,1 1 1,0-1-1,0 0 0,-1 0 0,1 0 0,0 0 0,0 0 1,-1 0-1,1 1 0,0-1 0,-1 0 0,1 0 0,0 0 1,-1 0-1,1 0 0,0 0 0,0 0 0,-1 0 0,1 0 1,0-1-1,-1 1 0,1 0 0,0 0 0,0 0 0,-1 0 1,1 0-1,0 0 0,-1-1 0,-17 1 236,2 1 182,-1 0-1,1-2 1,0 0 0,0 0 0,-1-2 0,1 0 0,0-1 0,1 0-1,-22-10 1,37 14-501,-1-1 0,0 1-1,0-1 1,1 1 0,-1-1 0,0 0-1,1 1 1,-1-1 0,0 0 0,1 1-1,-1-1 1,1 0 0,-1 0 0,1 0-1,0 1 1,-1-1 0,1 0-1,0 0 1,0 0 0,-1 0 0,1 0-1,0 0 1,0 0 0,0 1 0,0-1-1,0 0 1,0 0 0,0 0-1,0 0 1,1 0 0,-1 0 0,0 0-1,1 1 1,-1-1 0,0 0 0,1 0-1,-1 0 1,1 0 0,-1 1 0,2-2-1,0-1-609,0-1 0,1 1 1,0 0-1,0 0 0,0 0 0,0 0 0,6-4 0,38-18-6303,18-6-4171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43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1 17912,'0'0'14855,"-68"34"-14855,68-25-48,0 2-2081,0 0-2225,7-2-3506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3:43.6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772 0 16696,'0'0'2385,"-176"104"2289,88-54-944,14 6-3058,-8 3-672,8 4-688,-8 5-1730,-12-3-2368,-8 1-4834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09.9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0 1185,'0'0'14297,"0"20"-12230,-1-2-1670,-1-1 0,-1 0 0,0 0-1,-1 0 1,-1 0 0,-1-1 0,0 1-1,-1-1 1,-11 17 0,-15 24-2472,-45 55-1,54-79-603,-10 12-3556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10.5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1 3858,'0'0'10775,"-2"11"-7771,-69 162 1999,69-169-5018,1 1 1,-1-1-1,1 1 0,0-1 1,1 1-1,-1-1 1,1 7-1,0 7-5270,0-6-3349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10.8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152 1 4018,'0'0'16549,"-20"22"-14794,-60 70-461,73-84-1084,1 0 0,-1 1-1,2 0 1,-1 0 0,1 0 0,-5 12-1,9-16-165,0-1-1,0 1 1,0-1-1,0 1 1,1 0-1,0-1 1,0 1-1,0 0 1,0-1-1,1 1 1,1 4-1,-2-7-43,1 0 0,0-1-1,0 1 1,0 0-1,0-1 1,0 1-1,0-1 1,0 0 0,0 1-1,1-1 1,-1 0-1,0 0 1,1 0 0,-1 0-1,1 0 1,0 0-1,-1 0 1,1 0-1,0 0 1,-1-1 0,1 1-1,0-1 1,0 0-1,0 1 1,2-1 0,53 3-179,-45-3 75,-9 0 102,-1-1 0,1 1 1,-1 0-1,1-1 0,0 1 1,-1-1-1,1 0 0,-1 0 0,1 0 1,-1 0-1,0-1 0,1 1 1,-1 0-1,0-1 0,0 0 0,0 1 1,0-1-1,0 0 0,0 0 0,-1 0 1,1 0-1,0-1 0,-1 1 1,0 0-1,0-1 0,0 1 0,0-1 1,0 1-1,0-1 0,1-4 1,1-9 64,-1 1 1,-1-1 0,0 0 0,-1-18 0,0 16-18,0 15-61,0 0-1,0 0 1,-1 0-1,1 0 1,0 0 0,-1 0-1,0 0 1,0 0-1,0 0 1,0 0 0,0 1-1,-1-1 1,1 0-1,-1 0 1,1 1 0,-1-1-1,0 1 1,-3-3-1,-21-9-2326,-9 10-3971,9 4-1496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18.0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48 4802,'0'0'9847,"-1"-7"-8846,-4-22-190,5 28-778,-1 0 0,1 0-1,-1 0 1,0 1 0,1-1 0,-1 0 0,0 0 0,0 1-1,1-1 1,-1 1 0,0-1 0,0 1 0,0-1-1,0 1 1,0 0 0,0-1 0,0 1 0,0 0 0,0 0-1,0-1 1,0 1 0,0 0 0,0 0 0,0 0 0,0 0-1,-2 1 1,-29 2-12,26-2-21,0 1-1,0 0 1,0 0-1,0 1 1,1-1 0,-1 1-1,1 1 1,-1-1-1,-6 7 1,9-8-5,0 1-1,0-1 1,0 1-1,1 0 1,-1 0 0,1 0-1,0 0 1,0 0-1,0 1 1,0-1-1,1 1 1,-1-1 0,1 1-1,0-1 1,0 1-1,0 0 1,0 5 0,1-8 0,0 0 0,0 0 1,1 1-1,-1-1 1,1 0-1,-1 0 1,1 0-1,-1-1 1,1 1-1,-1 0 1,1 0-1,0 0 0,0 0 1,-1 0-1,1-1 1,0 1-1,0 0 1,0-1-1,0 1 1,0-1-1,0 1 0,0-1 1,0 1-1,0-1 1,0 0-1,0 1 1,0-1-1,0 0 1,0 0-1,1 0 1,-1 0-1,1 0 0,46 0 36,-35 0-34,26-2 21,-27 1 0,0 0 0,0 1 1,0 0-1,0 1 1,22 3-1,-33-3-6,0-1 0,0 1 0,0 0 1,0-1-1,-1 1 0,1 0 0,0 0 0,0-1 0,0 1 0,-1 0 1,1 0-1,-1 0 0,1 0 0,0 0 0,-1 0 0,0 0 1,1 0-1,-1 0 0,1 0 0,-1 0 0,0 0 0,0 2 1,2 28 491,-2-24-293,-1 12 258,-1 0 0,-1 0 1,-1 0-1,0-1 0,-1 1 0,-1-1 0,-14 29 0,-73 121 1161,62-118-1184,16-24-247,-8 11-26,1 0-1,3 2 0,-29 79 1,48-118-176,-1 1 1,1 0 0,0-1 0,-1 1-1,1 0 1,0 0 0,0-1-1,0 1 1,0 0 0,0-1-1,0 1 1,0 0 0,0 0-1,0-1 1,0 1 0,0 0-1,0 0 1,1-1 0,-1 1 0,0 0-1,1-1 1,-1 1 0,0 0-1,1-1 1,-1 1 0,1-1-1,-1 1 1,0-1 0,1 1-1,0-1 1,-1 1 0,1-1-1,-1 1 1,1-1 0,0 1 0,-1-1-1,1 0 1,0 0 0,-1 1-1,1-1 1,0 0 0,-1 0-1,1 0 1,0 1 0,0-1-1,-1 0 1,1 0 0,0 0-1,-1 0 1,1-1 0,1 1-1,40-9-92,-5-6 110,0-2 1,56-36-1,-13 8 13,-58 34-36,-8 5-67,-1 0 0,0-1-1,-1-1 1,0 0 0,0 0 0,0-1-1,-1-1 1,17-19 0,-19 8-2368,-12 7-5106,-9 6 1499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18.4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1 7555,'0'0'14335,"-1"19"-13276,0 2-763,0-2 145,0 0 0,-8 33 1,9-50-433,-1-1 0,1 0 0,-1 1 0,1-1 0,0 1 0,0-1 0,-1 0 0,1 1 0,0-1 0,0 1 0,1-1 0,-1 0 0,0 1 0,0-1 0,1 1 0,-1-1 0,1 0 0,-1 1 0,1-1 0,-1 0 0,1 0 0,0 1 0,0-1 0,-1 0 0,1 0 0,0 0 0,0 0 0,0 0 0,0 0 0,1 0 0,-1 0 0,2 1 0,0-2-62,1 1 1,-1-1-1,0 1 1,1-1-1,-1 0 0,0 0 1,1-1-1,-1 1 1,0-1-1,1 1 1,-1-1-1,0 0 1,0 0-1,4-2 1,20-11-275,0 0 0,-1-2-1,28-22 1,33-19-277,-46 34 2103,-40 22-805,14 35 1197,-15-32-2059,1 0 0,-1 0 0,1 0 0,0-1-1,-1 1 1,1 0 0,0 0 0,0-1 0,1 1 0,-1 0-1,0-1 1,0 1 0,1-1 0,-1 0 0,1 1 0,-1-1-1,1 0 1,0 0 0,-1 0 0,1 0 0,0 0 0,0 0-1,3 0 1,1 0-1177,0 0 0,0 0-1,-1-1 1,1 0 0,0 0-1,0-1 1,9-1 0,23-8-5976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18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1 2289,'0'0'21322,"-47"76"-20986,40-67-336,7-2-240,0-5-1761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18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3009,'0'0'13719,"0"100"-14344,13-76-2176,21 1-2161,13-7 1184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18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142 125 9396,'0'0'6947,"-108"115"-2512,81-81-1826,20-12-1265,7-6-687,0-14-609,7-2-48,20 0-32,7-6-529,20-26-847,14-9-721,6-4-961,21-11-367,-14-7-1570,1-7 497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19.4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353 0 8724,'0'0'10909,"-19"20"-7870,4-5-2503,-4 3 72,2 1 0,0 1 1,1 0-1,0 1 0,-20 39 1,7 8 850,3 0 0,-21 90 0,34-110-1082,-11 64 129,18-77-478,-2 0 0,-22 63-1,17-74-483,12-23 21,1-3-128,0-9 275,2 1 0,0 0 0,0 0 0,1 0 0,0 1 0,0-1 0,1 1 0,0 0 0,1-1 0,0 2 0,1-1 0,11-13 0,10-11-1251,54-49 1,-58 60 729,-13 12 474,-7 7 279,0-1 0,0 1 0,0 0 0,0 0 0,1 0 0,-1 0 0,1 1 1,0-1-1,0 1 0,0 0 0,0 0 0,0 0 0,0 1 0,5-2 0,-8 25 2191,-2-17-1888,1 0 0,-1 0 1,-1 0-1,1 0 0,-1 0 1,0-1-1,0 1 0,0 0 1,0-1-1,-5 7 1,-37 47 1628,23-32-1210,-4 3 135,-15 25 386,38-51-1171,0 1 0,1-1 0,-1 1 0,1-1 0,0 1 0,0-1 0,0 1 0,1 0 0,-1 0 0,1-1 0,0 1 0,0 0 0,0 0 0,1-1 0,1 7 0,-2-8-32,2 0 1,-1 0-1,0 0 0,0 0 0,1 0 0,-1 0 1,1 0-1,-1-1 0,1 1 0,0 0 0,0-1 1,-1 1-1,1-1 0,0 0 0,5 2 0,38 16-723,-33-14 333,2 0-515,-1-1-1,1 0 1,0-1-1,-1-1 0,28 2 1,33-6-6129,-19-4-746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19.9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448 0 8356,'0'0'14390,"-29"10"-12482,5-2-1421,-7 1 129,0 2 0,0 1 0,2 2 0,-33 20 0,24-12 138,-54 36 669,83-51-1325,1 0 0,-1 0 0,1 1 0,0 0 0,1 1 0,0-1 0,-7 12 0,13-18-114,0-1-1,0 0 1,0 1 0,0-1-1,0 1 1,0-1 0,1 1-1,-1-1 1,0 1-1,1-1 1,0 1 0,-1 0-1,1-1 1,0 1-1,0-1 1,0 1 0,0 0-1,0-1 1,0 1-1,0 0 1,0-1 0,1 1-1,-1 0 1,1-1 0,-1 1-1,1-1 1,0 1-1,0-1 1,-1 1 0,1-1-1,0 0 1,0 1-1,0-1 1,1 0 0,-1 0-1,0 0 1,0 1-1,1-1 1,-1-1 0,0 1-1,1 0 1,-1 0-1,1 0 1,-1-1 0,1 1-1,0-1 1,2 1 0,11 3-316,-1-2 1,0 0 0,1 0-1,21-1 1,-19-1-35,70 2-1791,-48-3 522,1 2-1,-1 2 0,0 1 0,71 18 1,-107-21 1599,0 0 1,-1 0 0,1 0 0,-1 0 0,1 0 0,-1 1 0,0-1 0,0 1 0,1 0 0,-1 0-1,0-1 1,0 1 0,-1 0 0,1 1 0,0-1 0,-1 0 0,1 0 0,1 5 0,-3-5 88,1 0 0,-1 0 1,0 0-1,1 0 0,-1 0 1,0 0-1,0 1 0,0-1 1,-1 0-1,1 0 1,0 0-1,-1 0 0,0 0 1,1 0-1,-1 0 0,0 0 1,0 0-1,0 0 0,0 0 1,0 0-1,-1-1 0,1 1 1,-1 0-1,-2 1 1,-9 9 701,0-2 0,-1 0-1,0 0 1,-1-2 0,-31 15 0,-3 2 588,-173 94 3579,213-110-5205,21-12-288,-11 3 467,27-10-2042,-1-2 0,50-28 0,-17 8-2274,27-11-4059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20.3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130 98 5987,'0'0'19390,"-20"14"-17653,-59 49-390,76-60-1254,0-1 0,-1 1 0,1 1 0,0-1 1,1 0-1,-1 1 0,0-1 0,-2 6 0,3 16 305,3-13-327,-1-11-82,1 0 1,-1 0-1,0 0 0,1 0 0,-1 0 0,1 0 0,0 0 0,-1 0 1,1 0-1,0 0 0,0 0 0,-1-1 0,1 1 0,0 0 1,0-1-1,0 1 0,0 0 0,0-1 0,0 1 0,0-1 0,0 1 1,0-1-1,0 0 0,0 1 0,1-1 0,-1 0 0,0 0 1,0 0-1,0 0 0,0 0 0,0 0 0,1 0 0,-1 0 0,0 0 1,2-1-1,2 1-158,1-1 0,-1 0-1,0 0 1,1 0 0,-1 0 0,10-5 0,-3-3-216,0-1 0,-1-1-1,0 1 1,0-2 0,-2 0 0,1 0-1,-1 0 1,8-18 0,15-18-302,-29 45 698,-1 0-1,0 0 1,1 0-1,0 0 1,-1 0-1,1 0 1,0 1-1,0-1 1,1 1 0,-1 0-1,1 0 1,-1 0-1,1 1 1,6-3-1,-8 4 69,0 0 0,1 0 0,-1 0 0,0 0 0,1 1 1,-1-1-1,0 1 0,1 0 0,-1-1 0,0 1 0,0 0 0,0 0 0,1 1 0,-1-1 0,0 0 0,-1 1 0,1-1 0,0 1 0,0-1 0,-1 1 0,1 0 0,-1 0 1,1 0-1,1 4 0,64 101 2895,-58-97-2178,-6-16 266,-9-22-567,3 22-495,0 1 0,0-1 0,1 0 0,0 0-1,0 0 1,1 0 0,0 0 0,0-1 0,0 1 0,1 0-1,0-10 1,0 13-6,1 0 0,0 0 1,0 0-1,0 0 0,0 1 0,0-1 0,1 0 0,-1 0 0,1 1 1,0-1-1,0 1 0,0 0 0,0-1 0,0 1 0,0 0 0,1 0 0,-1 0 1,1 1-1,-1-1 0,1 0 0,0 1 0,-1 0 0,1 0 0,0 0 1,4-1-1,8-2-790,0 1 0,0 1 0,0 0-1,1 1 1,29 2 0,37-4-11222,-48-4 3276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20.6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175 0 13958,'0'0'8362,"-17"22"-3928,-54 72-489,60-78-3738,0 2 0,2-1 0,0 1-1,1 0 1,1 1 0,1 0 0,0 0-1,2 0 1,-4 31 0,1 33-207,7-78 0,0 1 0,0-1 0,0 1 0,1-1 0,0 0 0,0 1 0,0-1 0,1 0 0,0 1 0,0-1 0,0 0 0,4 6 0,-3-9-399,1 1 1,0-1-1,-1 1 1,1-1-1,0 0 0,0 0 1,0-1-1,0 1 1,1-1-1,-1 0 0,0 0 1,1 0-1,-1-1 1,0 1-1,1-1 0,-1 0 1,1 0-1,5-2 1,-6 2-148,-1 0 1,0 0 0,0-1 0,1 1 0,-1-1 0,0 0-1,0 0 1,0 0 0,0 0 0,0-1 0,0 1 0,0-1-1,0 0 1,-1 1 0,1-1 0,0-1 0,-1 1 0,0 0-1,1 0 1,-1-1 0,0 0 0,0 1 0,2-7 0,-1-17-10493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20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61 9156,'0'0'9284,"128"0"-6242,-53 0-2786,6-11-256,7-2-1409,0-3-2080,-6-4-6052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21.1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623 1 12310,'0'0'6034,"-176"162"-751,81-67-2082,1 13-1184,5 8-384,15-6-384,20-6-561,20-11-496,27-10-192,7-8-128,20-12-961,28-16-591,13-15-994,20-19-863,0-13-1730,7-4-3313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21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279 1 9652,'0'0'10600,"-19"5"-7284,-15 4-1333,-52 23 0,72-26-1505,0 0-1,1 1 0,0 1 1,0 0-1,1 1 0,0 0 1,-21 22-1,31-30-466,1 0 0,0 1 0,0-1 0,0 1 0,-1-1 0,1 1 0,0-1 0,1 1 0,-1-1 0,0 1 0,0 0 0,1 0 0,-1-1 0,1 1 0,0 0 0,-1 0 0,1 0 0,0 0 0,0-1 0,0 4 0,1-4-14,0 0 0,-1 0-1,1 1 1,0-1 0,0 0 0,0 0 0,0 0 0,0 0-1,0 0 1,0-1 0,0 1 0,0 0 0,1 0 0,-1-1-1,0 1 1,0-1 0,1 1 0,-1-1 0,0 1 0,3-1-1,11 2-147,-1 0-1,1-1 1,0-1-1,15-2 1,-15 2-104,-7-1 147,0 1 0,-1-1 1,1-1-1,0 1 0,0-1 1,-1-1-1,1 1 0,-1-1 1,0-1-1,0 1 0,0-1 1,0 0-1,-1-1 0,0 0 1,0 0-1,6-6 0,-36 11 2715,22 0-2578,0 1 0,0 0 0,0 0 0,1 0 0,-1 0 0,0 1 0,1-1 0,-1 0 0,1 1 0,0-1 0,-1 1 0,1 0 0,0-1 0,0 1 0,0 0 0,0 0 0,0-1 0,1 1 0,-1 0 1,0 0-1,1 0 0,-1 0 0,1 0 0,0 0 0,0 0 0,0 0 0,0 0 0,0 0 0,0 0 0,0 0 0,1 0 0,-1 0 0,1 0 0,-1 0 0,1 0 0,0 0 0,0-1 0,0 1 0,0 0 0,0 0 0,0-1 0,0 1 0,0-1 0,1 1 0,-1-1 0,1 1 0,-1-1 0,1 0 0,2 2 0,9 2-600,0-1 0,1-1 0,0 0-1,-1 0 1,1-1 0,0-1-1,15 0 1,54-7-9471,-42-5-955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23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80,'0'0'7281,"19"0"-5745,0-1-782,1 2 0,-1 0-1,0 1 1,0 1-1,0 1 1,-1 0-1,1 1 1,-1 2-1,0-1 1,19 12 0,3 7 581,-1 2 0,-1 2 0,54 53 0,-73-63-954,-1 1-1,0 1 1,-2 0-1,-1 1 1,0 0 0,-2 2-1,19 44 1,-28-59-292,-1 0-1,0 0 1,-1 0 0,0 0 0,-1 1 0,0-1-1,0 0 1,-1 1 0,0-1 0,-1 1 0,0-1-1,0 0 1,-1 0 0,0 1 0,-1-1 0,0 0 0,0-1-1,-1 1 1,0-1 0,-1 1 0,0-1 0,0 0-1,0-1 1,-1 1 0,0-1 0,-1-1 0,0 1 0,0-1-1,0 0 1,-12 7 0,-12 9 316,-58 29 1,73-42-511,-1-2 0,0 0 0,-1-1 0,1-1 0,-32 6 0,48-11-5,1 0-1,-1 0 0,1 0 1,0 0-1,-1 0 1,1 0-1,0-1 0,-1 1 1,1 0-1,0 0 0,-1 0 1,1 0-1,0 0 0,-1-1 1,1 1-1,0 0 0,-1 0 1,1-1-1,0 1 0,0 0 1,-1 0-1,1-1 1,0 1-1,0 0 0,0-1 1,-1 1-1,1 0 0,0-1 1,0 1-1,0 0 0,0-1 1,0 1-1,0 0 0,0-1 1,0 1-1,0-1 0,0 1 1,0 0-1,0-1 1,0 1-1,0 0 0,0-1 1,0 0-1,4-17-1994,15-18-3581,13-6-2830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23.3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 13766,'0'0'17032,"-41"58"-16408,41-55-768,0-1-960,0 2-1553,14 1-1377,13-1-2033,7-1-4050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23.4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1328 0 8644,'0'0'4738,"-183"174"-336,109-106-1280,-14-3-1714,0 5-896,-21 5-416,-13 4-96,-20 9-1168,-20 6-1489,-15 4-3330,-5 10-2849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30.2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435 155 3858,'0'0'7144,"-20"3"-4844,7-1-2163,0 0 0,1 0 0,-1 1 0,1 1 0,0 0-1,0 1 1,0 0 0,1 1 0,0 0 0,0 1 0,0 0 0,-16 15 0,-12 15 282,2 2 1,-49 69 0,75-94-360,2 1 0,0 0 0,0 1-1,1 0 1,1 0 0,1 0 0,1 1-1,0 0 1,1 1 0,1-1 0,-3 31-1,6-46-62,0 0-1,0 0 0,0-1 0,0 1 0,0 0 0,0-1 0,1 1 0,-1 0 0,0-1 0,1 1 0,-1 0 0,1-1 0,0 1 0,0-1 0,-1 1 0,1-1 0,0 1 0,0-1 1,1 0-1,-1 1 0,0-1 0,0 0 0,0 0 0,1 0 0,-1 0 0,1 0 0,-1 0 0,1 0 0,-1-1 0,1 1 0,-1 0 0,1-1 0,0 1 0,-1-1 0,1 0 0,0 1 1,-1-1-1,1 0 0,0 0 0,0 0 0,-1 0 0,1-1 0,0 1 0,-1 0 0,1-1 0,0 1 0,1-2 0,9-1-11,-1 0 1,0-1-1,0-1 0,-1 0 1,19-12-1,38-28 71,108-94 1,-146 112 4,0-2 1,-2 0 0,-2-2 0,-1 0-1,34-58 1,-52 77-29,-1 0 0,0 0 0,0 0 0,-1-1 0,-1 1 0,0-1 0,0 0 1,0-16-1,-3 25-14,0 0 0,0 1-1,0-1 1,0 0 0,0 1 0,-1-1 0,0 1 0,0-1 0,0 1 0,0-1 0,0 1 0,-1 0 0,0-1 0,1 1 0,-1 0 0,-1 0 0,1 0 0,0 1 0,0-1-1,-1 0 1,0 1 0,1-1 0,-1 1 0,0 0 0,0 0 0,-1 0 0,1 1 0,0-1 0,0 1 0,-1-1 0,1 1 0,-1 0 0,-3 0 0,-11-2 50,1 1 1,-1 1-1,0 1 1,0 0 0,0 2-1,0 0 1,1 0-1,-1 2 1,1 0-1,0 1 1,-23 10 0,19-6-70,1 1 1,0 0 0,1 1 0,1 2 0,0 0 0,0 0 0,1 2 0,-26 28 0,39-38-153,-1 0 1,1-1 0,1 2-1,-1-1 1,1 0 0,-1 1-1,2 0 1,-1 0-1,1 0 1,-1 0 0,2 0-1,-1 0 1,1 0 0,0 1-1,0-1 1,0 0-1,1 1 1,1 11 0,0-16-36,0 0 1,0-1-1,0 1 1,1 0-1,-1-1 1,0 1-1,1-1 1,-1 1-1,0-1 1,1 0-1,0 0 1,-1 1-1,1-1 1,0 0-1,0-1 0,0 1 1,-1 0-1,1 0 1,0-1-1,0 1 1,4 0-1,52 8-2189,-47-8 1367,43 3-3751,-33-3 836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30.6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5010,'0'0'13270,"8"6"-11114,-4-3-1968,-1-1 0,0 1 0,0-1 0,0 1 0,-1 0-1,1 0 1,-1 1 0,0-1 0,0 0 0,0 1 0,0-1 0,0 1 0,-1 0 0,1 0 0,-1-1 0,0 1 0,0 0-1,-1 0 1,1 0 0,-1 0 0,0 0 0,0 4 0,0-7-191,-1 0-1,1 0 1,0 0 0,0 0 0,0 0-1,0 0 1,0 0 0,0 0 0,0 0-1,0 0 1,0 0 0,1-1 0,-1 1-1,0 0 1,0 0 0,1 0 0,-1 0-1,1 0 1,-1-1 0,1 1 0,-1 0-1,1 0 1,-1-1 0,1 1 0,0 0-1,-1-1 1,1 1 0,0-1 0,0 1-1,-1-1 1,1 1 0,0-1 0,0 1-1,0-1 1,0 0 0,0 1 0,0-1-1,-1 0 1,1 0 0,0 0 0,0 0-1,0 0 1,0 0 0,0 0-1,0 0 1,0 0 0,0 0 0,0 0-1,0-1 1,-1 1 0,2-1 0,11 1-137,4-2-137,1 0 1,-1-2-1,0 0 1,0-1-1,-1 0 1,1-2-1,-1 0 1,26-16-1,-13 9-53,41-16 0,-69 30 463,0 1 0,-1 0-1,1-1 1,-1 1-1,1 0 1,-1-1-1,1 1 1,-1 0-1,1 0 1,-1-1 0,1 1-1,-1 0 1,0 0-1,0 0 1,1 0-1,-1-1 1,0 1-1,0 0 1,0 0 0,0 0-1,0 0 1,0 0-1,0 0 1,0 0-1,0-1 1,0 1-1,-1 0 1,0 1 0,1 0-139,0 0 0,-1 0 0,1-1 0,0 1 0,0 0 0,0 0 0,0 0 0,1-1 0,-1 1 0,0 0 0,1 0 0,-1-1 0,1 1 0,0 0 0,-1-1 0,1 1 0,0-1 0,0 1 0,0-1 0,2 3 0,52 1-3276,4-13-3443,-19-9 389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30.9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0 5987,'0'0'18184,"-136"129"-16103,109-77-720,14 5-449,-1-6-320,14-1-368,0-2-224,0-6 0,7-5-512,13-10-832,14-9-769,7-12-641,-1-6-1488,8-2-1792,-8-32-2130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31.7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11957,'0'0'2754,"25"0"-1386,20 0-1112,176 1-175,-210 0-174,0 0 1,0 0 0,0 1 0,-1 1 0,1 0-1,-1 0 1,1 1 0,-1 0 0,0 1 0,-1 0-1,1 1 1,-1 0 0,0 0 0,0 1 0,-1 0-1,0 0 1,0 1 0,10 15 0,-8-9 60,0 1 1,-2 1 0,0 0-1,-1 0 1,0 0-1,-1 1 1,-1 0 0,-1 0-1,0 0 1,2 35 0,-3-13 507,-1 0 1,-2 0 0,-2 0 0,-2 0 0,-1-1 0,-2 0 0,-17 57 0,7-45 446,9-21-554,-1-1 0,-2 0 1,-1-1-1,0 0 0,-2-1 1,-19 26-1,33-52-364,0 0 0,0 1 0,0-1 0,0 0 0,0 1 0,-1-1-1,1 0 1,0 1 0,0-1 0,0 0 0,-1 0 0,1 1 0,0-1 0,0 0 0,-1 0 0,1 1 0,0-1 0,-1 0 0,1 0 0,0 0 0,-1 0-1,1 1 1,0-1 0,-1 0 0,1 0 0,0 0 0,-1 0 0,1 0 0,-1 0 0,1 0 0,0 0 0,-1 0 0,1 0 0,0 0 0,-1 0 0,1 0 0,0 0-1,-1-1 1,1 1 0,0 0 0,-1 0 0,1 0 0,0 0 0,-1-1 0,1 1 0,0 0 0,-1 0 0,1-1 0,0 1 0,0 0 0,0 0 0,-1-1-1,1 1 1,0 0 0,0-1 0,0 1 0,-1 0 0,1-1 0,0 1 0,0 0 0,0-1 0,0 1 0,0 0 0,0-1 0,0 1 0,0-1 0,0 1 0,0-1 0,-4-33 18,4 28-22,-1-32-18,2 1 1,1-1-1,2 0 0,1 1 0,3 0 0,0 0 0,3 1 0,21-52 0,-4 27-25,2 1 0,3 1 0,77-104 0,-25 64 7,-74 87 32,1 1 0,0 1 0,0 0 0,1 0 0,27-14 0,-37 23 49,-3 1-36,-1 0 1,1 1-1,0-1 1,0 0-1,0 0 1,0 0-1,0 1 1,0-1 0,0 0-1,0 0 1,0 0-1,0 1 1,0-1-1,0 0 1,0 0-1,0 0 1,0 1-1,0-1 1,0 0-1,0 0 1,0 0-1,0 1 1,0-1 0,1 0-1,-1 0 1,0 0-1,0 1 1,0-1-1,0 0 1,0 0-1,0 0 1,1 0-1,-1 0 1,0 1-1,0-1 1,0 0-1,0 0 1,1 0 0,-1 0-1,0 0 1,0 0-1,0 0 1,1 0-1,-1 0 1,0 0-1,0 0 1,0 0-1,1 0 1,-1 0-1,0 0 1,0 0-1,0 0 1,1 0 0,-1 0-1,0 0 1,0 0-1,0 0 1,1 0-1,-1 0 1,0 0-1,-3 10 354,0 0 1,0 0-1,-1-1 0,-1 1 0,0-1 1,0 0-1,-1 0 0,-11 14 0,-66 68 1532,57-63-1355,-49 47 230,74-74-1230,4-3-590,13-13-457,2 1-1,0 1 0,1 0 0,39-19 1,86-31-7205,-118 52 7109,1 2 0,42-9 1,-27 13 4555,0 6 6372,-40 1-8941,0-1 0,-1 0 1,1 0-1,-1 1 0,0-1 0,1 0 0,-1 1 0,0 0 1,0-1-1,0 1 0,0 0 0,0-1 0,0 1 0,0 0 1,-1 0-1,1 0 0,0 0 0,-1-1 0,0 1 0,1 0 1,-1 0-1,0 3 0,0-2-162,0 0 0,1 0 0,0 1 0,-1-1 0,1 0 0,0 0 1,1 0-1,-1 0 0,0 0 0,1-1 0,0 1 0,-1 0 0,1-1 0,0 1 0,1-1 0,2 3 0,0-3-240,1 0-1,-1-1 0,1 1 1,0-1-1,0 0 1,-1-1-1,1 1 0,0-1 1,0-1-1,0 1 0,0-1 1,-1 0-1,8-2 0,4-1-535,1-1-1,28-14 1,-35 14 263,12-5-997,39-24 1,-57 31 1273,-4 3 834,-1 1-731,-1 0 0,0 0 0,0 0 0,1 0 0,-1 0 0,0 0 0,1 0 0,-1 0 0,1 1 0,-1-1 0,1 0 0,0 0 0,0 0 0,-1 1 0,1-1 0,0 0 0,0 1 0,0-1 0,0 0 0,1 0 0,-1 2 0,0-2-245,0-1-1,0 1 1,0 0 0,0-1-1,0 1 1,0-1 0,0 1 0,0 0-1,1-1 1,-1 1 0,0 0-1,0-1 1,1 1 0,-1-1-1,0 1 1,1-1 0,-1 1-1,0-1 1,1 1 0,-1-1 0,1 1-1,-1-1 1,1 1 0,-1-1-1,1 0 1,-1 1 0,2-1-1,25-2-10064,-8-11 1320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31.9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1 17960,'0'0'4626,"-88"155"-144,61-94-1888,6 0-1410,8-4-608,6-8-496,0-3-80,0-8-640,-6-6-993,-1-3-1504,-13-11-2033,0-7-4131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32.1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43 16263,'0'0'3378,"128"-18"640,-60 16-2433,7 2-1409,13 0-176,7 0-1361,6-3-1856,7-3-1986,1-8-5698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32.6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0 13078,'0'0'16440,"-34"7"-16328,27 11-112,0 7-449,-6 4-1359,13 5-1650,0-2-2001,0 0-4161,6-10 784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32.8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1220 0 13014,'0'0'4930,"-210"136"-3633,95-57 2224,-7 4-511,7 6-2050,-7 5-960,7 1-112,-7 5-1873,-20 1-3329,-14 3-5043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34.0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33 299 4114,'0'0'10623,"13"-20"-9414,-5 8-987,1-1 8,-1 0 1,1 1-1,1 0 1,0 1-1,1 0 1,0 0-1,1 1 1,0 1-1,18-12 0,26-11 1297,85-35-1,-118 58-1282,1 1 1,1 1-1,0 0 0,-1 3 0,2 0 0,41-1 1,-63 5-238,-1 0 1,0 0-1,1 1 1,-1-1-1,1 1 0,-1 0 1,0 0-1,0 0 1,0 0-1,1 1 1,-1-1-1,0 1 1,-1 0-1,1 0 1,0 0-1,0 0 1,-1 0-1,1 1 1,-1-1-1,0 1 1,0-1-1,0 1 0,0 0 1,0 0-1,-1 0 1,1 0-1,-1 0 1,0 0-1,0 1 1,0-1-1,0 0 1,1 7-1,0 10 37,0 1 0,-1-1 0,-2 1 1,-3 28-1,3-36 17,-6 40 243,-3-1 0,-21 69 1,16-69-162,2 0 0,-8 70 0,21-116-138,-3 24 22,3 56 0,0-78-34,1 0 1,0-1 0,0 1 0,1-1 0,0 1 0,0-1-1,1 0 1,0 1 0,0-1 0,1-1 0,0 1 0,7 10-1,-1-8-60,0 1-1,0-1 0,1-1 0,0 0 1,0 0-1,1-1 0,0-1 0,0 0 1,1-1-1,0 0 0,0 0 0,0-2 1,0 0-1,1 0 0,-1-1 0,1-1 0,0 0 1,-1-1-1,15-1 0,-27 0 57,0 1 0,1 0 0,-1-1 0,0 1 0,1-1 0,-1 0 0,0 0 0,0 1 0,0-1 0,0 0-1,0 0 1,0 0 0,0 0 0,0 0 0,0 0 0,0 0 0,0 0 0,-1-1 0,1 1 0,0 0 0,-1 0 0,1-1 0,-1 1 0,1 0 0,-1-1-1,0 1 1,0-1 0,1 1 0,-1 0 0,0-1 0,0 1 0,0 0 0,-1-1 0,1 1 0,0-1 0,0 1 0,-1-2 0,0-4 2,0 6 13,0 0-1,-1 1 1,1-1 0,-1 1 0,1 0 0,-1-1 0,1 1-1,-1 0 1,1 0 0,-1 0 0,1 0 0,-1 0 0,1 0 0,-1 0-1,1 1 1,-1-1 0,-1 1 0,-4 1 7,0 0 0,1 1-1,-1 0 1,1 0 0,0 0 0,-1 1 0,1 0 0,1 0-1,-1 1 1,1-1 0,0 1 0,0 1 0,-8 9-1,-2 5 111,1 0-1,-19 40 0,17-24-74,1 0 0,2 1 0,2 0 0,1 1 0,-8 69 0,0 201-76,15-210 59,2-78-20,-1 1 0,0-1 0,-1 0 0,-2 0 0,-12 39 0,14-52 137,0 0-1,0-1 1,-1 1 0,0-1 0,0 1 0,0-1-1,-1-1 1,0 1 0,0-1 0,0 1-1,-1-1 1,1-1 0,-1 1 0,-1-1 0,1 0-1,0-1 1,-1 1 0,0-1 0,-12 3-1,3-2 189,0-1 0,0 0 0,0-2 0,-1 0 0,1 0 0,0-2 0,-1 0 0,1-1 0,0 0 0,-29-9 0,29 5-312,0 1 0,0-2-1,1 0 1,0-1 0,0 0-1,1-2 1,0 1 0,1-2-1,0 1 1,1-2-1,0 0 1,1 0 0,0-1-1,0-1 1,2 0 0,-14-25-1,21 35-269,0 0 0,0 0 0,0 0 0,1 0 0,0-1 0,0 1 0,0 0-1,0-1 1,1 1 0,0-6 0,0 9-109,0-1-1,1 0 0,-1 1 1,1-1-1,-1 1 1,1-1-1,0 1 0,0-1 1,-1 1-1,1-1 1,0 1-1,0 0 0,1 0 1,-1-1-1,0 1 1,0 0-1,0 0 0,1 0 1,-1 0-1,1 0 1,-1 1-1,1-1 0,-1 0 1,1 1-1,-1-1 1,1 1-1,-1-1 1,4 0-1,34-6-10057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35.0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400 0 304,'0'0'7492,"-54"154"-5395,13-39-273,-6 18 1010,-1 10-1346,-6-1-927,7-7-433,-1-24-128,14-25 0,14-25-176,13-25-609,7-23-1200,14-35-6659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5:54:35.1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501 1 8900,'0'0'4098,"-54"140"-769,20-32-319,-6 19-1041,-15 10-1041,8 8-336,0-1-287,-1 1-305,8-3-305,-8 0-2400,8-4-2833,-8-9-5059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31.4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1 992,'0'0'3258,"1"20"-2676,19 153 535,5 8 2598,4 357 0,-30-331-2823,7 403 535,-3-480-1211,2 57 11,3 111-91,-3-28-88,-2-195-9,-3-38-17,10 62 0,-1-65-66,-5-32 27,-2-21 21,-2 10-221,0-6-1296,0 5-6889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36.0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13 1008,'0'0'3856,"0"-1"-3658,1 1 1,-1-1 0,0 0 0,0 0 0,1 1 0,-1-1 0,1 1 0,-1-1 0,0 0 0,1 1 0,-1-1 0,1 1 0,0-1 0,-1 1 0,1-1-1,-1 1 1,1-1 0,0 1 0,-1 0 0,1-1 0,0 1 0,1 0 0,-1 10 357,1 0-1,-1 0 1,0 1-1,-1-1 1,-2 17 0,1 25 728,5 32 247,-3-43-962,1 0 0,3-1 0,9 41 0,-2 4 1056,-12-72-3858,-7-48-4133,2 9 1527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14.96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52 960,'0'0'2983,"0"-20"9591,0-7-8866,-1 22-5875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39.9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105 363 608,'0'0'5123,"0"-1"-4877,0 0 0,0 0 1,0 0-1,0 0 1,0 0-1,0 0 0,1 0 1,-1 0-1,0 0 0,1 0 1,-1 1-1,1-1 1,-1 0-1,1 0 0,-1 0 1,1 1-1,-1-1 0,1 0 1,1 0-1,503-11 3239,-138 1-3403,717-36 52,-425 16-120,-100 7-44,315-16 46,-672 31-9,787-52 18,-100 20 409,-545 32-292,-194-2 654,1 0 83,-77 12-504,20 0 219,-33-3 2815,262-23-2880,-313 25-523,-8 0-5,0 0 0,0 0 0,0 0-1,0 0 1,0 0 0,0 0 0,0-1 0,0 1-1,0-1 1,0 1 0,0-1 0,0 0 0,-1 0-1,3-1 1,-4 2 15,0-1 0,0 1-1,0-1 1,-1 1 0,1 0-1,0-1 1,-1 1 0,1 0-1,0 0 1,-1-1 0,1 1-1,0 0 1,-1 0 0,1-1-1,-1 1 1,1 0 0,0 0-1,-1 0 1,1 0 0,-1 0-1,1-1 1,-1 1 0,1 0-1,-1 0 1,1 0 0,0 0-1,-1 0 1,1 1 0,-1-1-1,1 0 1,-1 0 0,1 0-1,0 0 1,-1 0 0,1 1-1,-1-1 1,1 0 0,0 0-1,-1 0 1,1 1 0,0-1-1,-1 0 1,1 1 0,0-1 0,-1 0-1,1 1 1,0-1 0,0 0-1,-1 1 1,1-1 0,0 1-1,0-1 1,0 1 0,0-1-1,-1 1 1,-14 27 100,1 0 0,1 1 0,-16 56 0,-14 98 526,37-153-550,-3 33 191,2-1 1,4 1-1,5 75 1,0-33 348,-2-103-586,0 0 0,0-1 0,0 1 0,0 0 0,0 0 0,-1-1 0,1 1 0,0 0 0,-1-1-1,0 1 1,1-1 0,-1 1 0,0 0 0,0-1 0,-1 2 0,1-2-12,1-1-1,-1 1 0,0-1 1,0 0-1,0 1 1,0-1-1,1 0 1,-1 0-1,0 1 0,0-1 1,0 0-1,0 0 1,0 0-1,0 0 1,0 0-1,1-1 0,-1 1 1,0 0-1,0 0 1,0-1-1,0 1 1,0 0-1,1-1 0,-1 1 1,0 0-1,0-1 1,1 1-1,-1-1 1,0 0-1,0 0 0,-5-2-63,0 0 0,0 0-1,0 1 1,0-1-1,0 2 1,-1-1 0,1 1-1,-1 0 1,-10-1-1,-68 3-354,38 1 183,-69 3-335,-167 28-1,-340 25 249,280-32 173,-92 5 185,-33-5-602,149-13 47,-939 50-440,978-54 909,-383 25-67,-32-20-12,435-17 74,233 3 7,-1 1-75,-1-1 0,0-2-1,1 0 1,-53-13 0,34 3-59,1 1 1,-2 3-1,-62-3 1,-145 9 63,139 3 65,14 0-52,1-4 1,-184-31 0,274 30 537,19 2 1282,38 1-329,-44 1-1578,-1 0 135,-15 6-12433,1 2 4867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41.4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90 58 368,'0'0'651,"-13"-5"-747,-42-13 139,54 18 68,0 0 1,0 0-1,0-1 1,0 1-1,0 0 1,1 0-1,-1 0 1,0-1-1,0 1 1,0 0-1,1-1 1,-1 1-1,0-1 1,0 1-1,1-1 1,-1 1-1,0-1 1,1 1-1,-1-1 1,1 0-1,-1 1 1,0-1-1,1 0 1,0 1-1,-1-1 1,1 0-1,-1 0 1,1 0-1,0 1 0,0-1 1,-1 0-1,1 0 1,0 0-1,0 0 1,0 0-1,0 1 1,0-1-1,0 0 1,0 0-1,0 0 1,0 0-1,1-1 1,-1 2-12,0-1 0,0 1 0,0 0 1,0-1-1,0 1 0,0 0 0,1 0 0,-1-1 1,0 1-1,0 0 0,0-1 0,0 1 0,0 0 1,1 0-1,-1-1 0,0 1 0,0 0 0,0 0 1,1 0-1,-1-1 0,0 1 0,0 0 0,1 0 1,-1 0-1,0 0 0,0-1 0,1 1 0,-1 0 1,0 0-1,1 0 0,-1 0 0,0 0 0,1 0 1,-1 0-1,0 0 0,1 0 0,-1 0 0,0 0 0,0 0 1,1 0-1,-1 0 0,0 0 0,1 0 0,-1 0 1,0 1-1,1-1 0,-1 0 0,0 0 0,0 0 1,1 0-1,-1 1 0,0-1 0,0 0 0,0 0 1,1 0-1,-1 1 0,0-1 0,0 0 0,0 0 1,1 1-1,-1-1 0,0 1 0,3 61 2007,3 0 0,15 66 0,-9-66-1469,-3 0 1,1 70-1,-10-72-437,-6 152 313,0-105 277,5-80-1262,0-23-425,1-9-601,0 4 1284,1 0-1,-1 1 1,0-1 0,0 1-1,0-1 1,0 1-1,0-1 1,-1 1 0,1-1-1,0 1 1,0-1 0,0 1-1,0-1 1,0 1 0,-1-1-1,1 1 1,0-1-1,-1 1 1,1 0 0,0-1-1,0 1 1,-1-1 0,1 1-1,-1 0 1,1-1 0,0 1-1,-1 0 1,1-1-1,-1 1 1,1 0 0,-1 0-1,1 0 1,-2-1 0,-9-6-5606,4-1 1767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44.05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197 514 448,'0'0'4933,"8"0"-4090,62-5 1907,122-22 0,-33 2-1343,265-30 183,416-41-434,1259-28-505,-1813 114-540,858-66 332,-524 47-228,-313 24-339,-89-11 52,-188 16 68,-19 1 1,-1-1 0,1 0 0,-1 0 0,1-1 1,13-4-1,138-30 163,-158 32 3957,13 1-3995,-16 2-98,-1 0 3,0 0-1,0 0 0,1 0 1,-1 0-1,0 0 1,0 0-1,0 0 1,1 0-1,-1 0 1,0 0-1,0 0 0,1 0 1,-1 0-1,0 0 1,0 0-1,0 0 1,1 0-1,-1 0 0,0 0 1,0 0-1,0 1 1,0-1-1,1 0 1,-1 0-1,0 0 1,0 0-1,0 0 0,0 1 1,1-1-1,-1 0 1,0 0-1,0 0 1,0 1-1,0-1 0,0 0 1,0 0-1,0 0 1,0 1-1,0-1 1,0 0-1,0 0 1,1 0-1,-1 1 0,-2 28 706,-1-1 0,-9 40 0,-4 35-97,11 56 102,4-90-450,-15 113-1,-19 132 492,17-130-137,16-150-494,2-25-96,-1-1 0,1 1 0,-2 0 0,1-1 0,-1 1 0,-3 8 0,4-17-17,1 1-1,-1-1 1,1 1-1,-1 0 1,1-1-1,-1 1 1,1-1-1,-1 0 0,0 1 1,1-1-1,-1 1 1,0-1-1,1 0 1,-1 0-1,0 1 1,1-1-1,-1 0 0,0 0 1,0 0-1,1 0 1,-1 0-1,0 0 1,0 0-1,1 0 0,-1 0 1,-1 0-1,-29-6-143,-3 1 32,-1619 30-3270,1033-12 2777,-1022 3 126,1148 11 211,156-3 92,-255-21 227,468-15-58,-10 1-51,-258 24-24,-2-16-32,128-2 851,265 5-336,3-4-119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45.7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48 2369,'0'0'10946,"8"-6"-10004,26-18-56,-33 24-837,0-1 0,0 1 0,0 0-1,0-1 1,0 1 0,0 0 0,0 0 0,0 0 0,0-1 0,0 1 0,0 0-1,0 1 1,0-1 0,0 0 0,0 0 0,0 0 0,0 0 0,0 1 0,0-1-1,0 1 1,0-1 0,0 1 0,0-1 0,0 1 0,0-1 0,0 1 0,0 0-1,-1-1 1,1 1 0,0 0 0,-1 0 0,1-1 0,0 1 0,-1 0 0,1 0-1,-1 0 1,1 0 0,-1 1 0,18 43 1275,-16-38-971,9 20 137,-7-18-391,0 0 0,-1 1 0,0-1 1,-1 1-1,0-1 0,2 19 0,-4-28-125,0-25-140,0 18 115,1 1-1,0-1 0,0 1 0,0-1 0,1 1 1,-1 0-1,2-1 0,-1 1 0,1 0 1,0 0-1,0 1 0,0-1 0,1 0 0,0 1 1,0 0-1,6-5 0,-2 2 14,1 1-1,-1 0 0,1 0 1,1 1-1,-1 1 1,1-1-1,0 1 1,19-6-1,-28 11 68,6 187 4448,-7-187-4442,0-7-11150,0-4 3376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46.8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238 0 1297,'0'0'11165,"0"5"-10525,-1 9-138,0 1 0,-1-1 1,-1 0-1,0 0 0,-1 0 0,-1 0 1,-8 19-1,-56 96 866,15-33-1154,0 13-27,45-85-1076,9-22 727,0 0 0,-1 0 0,1 0 0,0 0 0,-1 0 0,0 0 0,0 0 0,1 0 0,-1 0 0,0 0 0,0-1 0,-1 1 0,1 0 0,0-1 0,0 1 0,-1-1 0,1 1 0,-3 1 0,4-13-5337,0-1 1006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47.3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32 2817,'0'0'9818,"27"-9"-7465,-5 3-1986,1 1 0,-1 1 0,1 0 0,0 2-1,33 1 1,-55 28 431,-2-23-731,0 1 0,0-1-1,-1 0 1,1 0 0,-1 0 0,0 0 0,0-1 0,0 1 0,0 0 0,0-1-1,-1 0 1,0 1 0,0-1 0,0 0 0,-4 3 0,-56 44 302,54-43-314,-11 7 33,-25 21 240,45-35-315,-1 1 0,1-1-1,0 0 1,-1 1 0,1-1 0,0 0 0,0 1-1,0-1 1,0 1 0,-1-1 0,1 1 0,0-1-1,0 0 1,0 1 0,0-1 0,0 1 0,0-1-1,0 1 1,0-1 0,0 0 0,0 1 0,0-1-1,0 1 1,1-1 0,-1 1 0,0-1 0,0 0-1,0 1 1,1-1 0,-1 0 0,0 1 0,0-1-1,1 0 1,-1 1 0,0-1 0,0 0 0,1 1-1,-1-1 1,1 0 0,-1 0 0,0 1 0,1-1-1,-1 0 1,0 0 0,1 0 0,-1 0 0,1 1-1,-1-1 1,1 0 0,-1 0 0,0 0 0,1 0-1,-1 0 1,1 0 0,-1 0 0,1 0 0,-1 0-1,0 0 1,1-1 0,-1 1 0,1 0 0,36 1 946,-32-1-738,37 1 735,-15 0-1042,0-1 1,0-1-1,30-6 1,-51 6-991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48.6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36 1169,'0'0'9121,"15"0"-7995,47 7-11,-59-7-1055,-1 1 0,1 0 0,-1 0 0,1 0 0,-1 1 0,1-1 0,-1 1-1,0-1 1,0 1 0,0-1 0,0 1 0,0 0 0,0 0 0,0 0 0,-1 0 0,1 1 0,-1-1 0,1 0 0,-1 1 0,0-1-1,0 1 1,0-1 0,0 1 0,0 3 0,1 4 120,0 1-1,-1 0 1,0 0-1,-1 14 1,0-16-87,1-4-55,-1-1 0,0 1 0,0 0 0,0 0 0,-1 0 0,0 0-1,0 0 1,0-1 0,0 1 0,-1 0 0,0-1 0,0 1 0,0-1 0,-5 8-1,15-57 940,1 28-957,1 0 0,1 1-1,1 1 1,0 0 0,1 0 0,1 1 0,0 1-1,1 0 1,0 1 0,1 1 0,0 0 0,0 1 0,31-12-1,-47 22 29,1 0-1,-1 0 0,1 0 0,-1 1 0,1-1 0,-1 0 0,1 1 1,-1-1-1,1 0 0,-1 1 0,0-1 0,1 1 0,-1-1 0,0 1 1,1-1-1,-1 1 0,0-1 0,1 1 0,-1-1 0,0 1 0,0-1 1,0 1-1,0-1 0,0 1 0,1-1 0,-1 1 0,0 0 0,0-1 1,0 1-1,-1-1 0,1 1 0,0-1 0,0 2 0,0 28 693,0-24-345,0 32 779,0 11-43,0-32-4533,0-1-3353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49.1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181 9 976,'0'0'5464,"7"-6"-3126,-7 6-2310,0 0 1,0-1-1,0 1 1,0 0-1,0 0 0,1 0 1,-1 0-1,0 0 1,0 0-1,0 0 1,0 0-1,0-1 0,0 1 1,1 0-1,-1 0 1,0 0-1,0 0 1,0 0-1,0 0 1,0 0-1,1 0 0,-1 0 1,0 0-1,0 0 1,0 0-1,0 0 1,1 0-1,-1 0 0,0 0 1,0 0-1,0 0 1,0 0-1,0 0 1,1 0-1,-1 0 1,0 0-1,0 0 0,0 1 1,0-1-1,0 0 1,1 0-1,-1 0 1,0 0-1,0 0 0,0 0 1,0 0-1,0 1 1,0-1-1,0 0 1,0 0-1,0 0 0,1 0 1,-1 0-1,0 1 1,0-1-1,0 0 1,0 0-1,0 0 1,0 0-1,0 1 0,0-1 1,0 0-1,0 0 1,0 0-1,-3 22 1016,0 0-1,-1 0 1,-2-1-1,0 0 1,-1 0-1,-1-1 1,-15 28-1,1 2-248,-23 41 276,31-65-907,1 0 1,1 0-1,-11 35 1,18-50-4833,11-25-178,12-10-159,3-2-1382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49.6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15 2673,'0'0'10616,"5"-1"-9781,45-5 1251,-27 3-1396,0 0 0,0 2 1,37 1-1,-59 1-681,0-1 0,0 1-1,0 0 1,0-1 0,0 1-1,0 0 1,0 0 0,-1 0 0,1-1-1,0 1 1,0 0 0,-1 0-1,1 0 1,-1 0 0,1 0-1,-1 0 1,1 0 0,-1 1-1,0-1 1,1 0 0,-1 0 0,0 0-1,0 0 1,0 0 0,0 0-1,0 1 1,0-1 0,0 0-1,0 0 1,-1 2 0,1 2 73,-1 0 0,1-1 0,-1 1 0,0 0 0,-1-1 0,1 1 0,-5 7 0,-11 12 313,-1-1-1,-1-1 0,-2 0 1,-36 29-1,26-23-98,30-28-294,1 0-1,0 1 1,-1-1 0,1 0-1,0 0 1,-1 0 0,1 0 0,0 1-1,-1-1 1,1 0 0,0 0-1,0 0 1,-1 1 0,1-1 0,0 0-1,0 1 1,-1-1 0,1 0-1,0 0 1,0 1 0,0-1 0,0 0-1,0 1 1,-1-1 0,1 1-1,0-1 1,0 0 0,0 1 0,0-1-1,0 0 1,0 1 0,0-1-1,0 0 1,0 1 0,0-1 0,0 1-1,0-1 1,1 0 0,-1 1-1,0-1 1,0 0 0,0 1 0,0-1-1,1 0 1,-1 1 0,22 1 128,25-10 240,-35 5-253,-2-1 37,1 1 0,0 0 1,0 1-1,15-1 0,-24 3-551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53.5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2177,'0'0'4058,"0"4"-1558,1 108-505,18 143 1,24 175-1498,-18-141 266,42 464 1151,-59-630 2362,-10-123-4258,-2 0-35,3-7-1401,1 2-5143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54.9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 0 384,'0'0'8279,"-1"8"-7036,-10 59 425,4 1-1,2 0 1,7 105 0,-1-56-810,-7 129 59,-8-248-3830,12-3 2230,0 1 0,1 0 1,-1-1-1,1 0 0,0 1 0,0-1 0,1 1 0,-1-8 1,0 1-936,0-16-2136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56.7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95 204 704,'0'0'3693,"8"-1"-2896,68-10 1151,0 4-1,85 4 1,412-12-291,-254 5-857,218-47-6,-363 30-401,246-4 0,-208 15 343,4 0 155,121 12 176,14-1 3690,-350 5-4664,-1 35 313,1 62 184,1 21 566,-25 207 1,18-281-866,3 0 0,2 44 0,0-31-71,0-57 325,-142-11-1100,-780 45-1985,311 1 2249,-21 2 43,-96-1 315,664-37 149,1 3 0,0 2 0,-97 20 0,134-17-71,-1-1 0,0-2-1,-35 2 1,61-6 258,36 13-2124,-10-8-1250,3-3-3326,-1-2-4092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57.7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7 2497,'0'0'6971,"0"-6"-5001,0 9-674,2 204 5314,9 105-3413,-10-97-1914,-1-212-1276,0-1 1,0 1-1,0 0 0,0 0 0,0 0 0,1-1 0,-1 1 1,1 0-1,0 0 0,0-1 0,0 1 0,0-1 0,1 1 1,-1-1-1,2 4 0,-1-6-63,-2-20-1222,-3-11-2549,-8 3-4005,4 14 3097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58.9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253 181 1505,'0'0'4383,"6"0"-3340,58 5 1528,153 6 1752,-86-11-3504,143-19 0,-270 19-817,944-91 292,-835 89-203,340-11 1096,0-32 574,-164 23-269,-180 17 2672,-110 8-4094,-1-1 1,1 1-1,0-1 1,-1 1-1,1-1 1,0 1-1,1 0 1,-1 0-1,0 0 1,1-1-1,-1 5 0,0 0 109,-8 30 633,-6 65-1,5-24-230,4-27-189,2 1-1,2-1 1,8 81-1,7-56 72,-8-53-299,-2 1 0,2 37 0,-5 10-1,-36-68-104,31-3-59,-948 23-4669,166 30 2408,-391 58 3086,1111-104-562,-194 13 1705,299-21-2626,58-9-1,-4-9-5043,-38 4-1408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00.0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204 43 688,'0'0'7041,"-2"-7"-5841,1 5-1118,1 1-1,0-1 0,-1 0 0,0 0 0,1 1 0,-1-1 0,0 1 0,0-1 0,0 0 1,0 1-1,0-1 0,0 1 0,0 0 0,0-1 0,-1 1 0,1 0 0,0 0 1,-1 0-1,1 0 0,-1 0 0,0 0 0,1 0 0,-1 1 0,0-1 0,1 1 1,-1-1-1,0 1 0,0-1 0,1 1 0,-1 0 0,0 0 0,0 0 0,0 0 0,1 0 1,-1 0-1,-3 1 0,-1 0-57,1 0 0,-1 0 0,1 0 0,-1 0 1,1 1-1,0 0 0,0 0 0,0 1 0,0-1 0,0 1 1,-6 5-1,7-5 1,-1 0-1,1 0 1,-1-1 0,0 1 0,0-1-1,0 0 1,0 0 0,0-1-1,0 0 1,0 1 0,-8-1 0,12-1 60,-12-5 7286,25 265-2526,3-150-4256,-6 1 0,-4 0 0,-18 211 0,12-306-337,-1 2-2399,-2-30-323,-6-130-12120,-1 89 8067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00.3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41 0 1377,'0'0'2684,"-13"11"-422,7 7-546,-8-4-4491,7-12 232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01.2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4258,'0'0'1246,"0"22"760,14 281 3370,66 669 1635,-71-302-6059,-10-431-730,1-195-387,-1-1-1,-2 0 1,-3 1-1,-1-2 1,-16 54 0,22-90-161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03.2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108 248 1153,'0'0'5034,"-11"0"-1078,121-6-1042,203-38 0,-112 12-2536,988-72 161,-733 68 668,-246 15-523,-118 18 3227,-87 3-3563,-5-1-328,0 1 0,1 0 0,-1 0 0,1 0 1,-1 0-1,1-1 0,-1 1 0,1 0 0,-1 0 0,0 0 0,1 0 0,-1 0 1,1 0-1,-1 0 0,1 0 0,-1 0 0,1 0 0,-1 1 0,1-1 0,-1 0 1,0 0-1,1 0 0,-1 0 0,1 1 0,-1-1 0,0 0 0,1 1 0,-1-1 1,0 0-1,1 0 0,-1 1 0,0-1 0,1 0 0,-1 1 0,0-1 0,0 1 1,1-1-1,-1 0 0,0 2 0,-2 17 140,0 0 0,-2 0 0,0 0 0,-11 26 0,-5 30 200,8-3 301,-5 126-1,17 78 73,2-124-567,11 127 779,-17-284-955,0 0 1,0 0-1,-1 0 1,1 1-1,-1-1 1,-1 1-1,1 0 1,-11-5-1,7 4-41,0 0 0,0 1-1,0 1 1,-1 0 0,0 0 0,1 1-1,-20-3 1,-74 3-626,64 2 486,-821 76-3136,-6 0 3127,458-96 1086,244 15-431,124 5-416,45-1-361,0 0 0,0-1 1,0 1-1,0-1 0,0 0 1,0 0-1,4-4 0,16-5-2563,25-7-2461,20-4-2103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04.0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199 6 2225,'0'0'2825,"-24"-1"-2491,-15-1-279,12 0-16,0 1-1,-43 5 1,69-4 192,0 1 1,0-1 0,0 1 0,1-1 0,-1 1 0,0 0 0,1-1 0,-1 1 0,1 0 0,-1 0 0,0-1 0,1 1 0,-1 0 0,1 0 0,0 0 0,-1 0 0,1-1 0,0 1 0,0 0 0,-1 0 0,1 0 0,0 0 0,0 0 0,0 0-1,0 0 1,0 0 0,0 0 0,0 0 0,1 0 0,-1-1 0,0 1 0,1 1 0,6 36 2206,-7-36-2288,11 54 2043,5 68 1,-2-10-136,6 73 391,-6 314 1,-14-403-2931,0-316-15041,0 158 9875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05.5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281 378 2801,'0'0'6987,"0"0"-6943,0 0 0,0 0 0,0 0 0,0 0 0,0 0 0,0 0 0,1 0 0,-1 0 0,0 0 0,0 0 0,0-1 0,0 1 0,0 0 0,0 0 0,0 0 0,0 0 0,1 0 0,-1 0 0,0 0 0,0 0 0,0 0 0,0 0 0,0 0 0,0-1 0,0 1 0,0 0 0,0 0 0,0 0 0,0 0 0,0 0 0,0 0 0,0 0 0,0 0-1,1-1 1,-1 1 0,0 0 0,0 0 0,0 0 0,0 0 0,0 0 0,0 0 0,-1-1 0,1 1 0,0 0 0,0 0 0,0 0 0,0 0 0,0 0 0,0 0 0,0 0 0,0-1 0,0 1 0,0 0 0,321-25 5066,-108 14-4297,1333-146 64,-1348 136-631,-108 12 97,-1-4-1,0-4 1,86-28 0,-104 25 810,-45 14-756,-1-1 0,0-2-1,36-16 1,-58 20 1139,-11 3-1099,-19 2-592,21 0 381,5 0 798,1 29-112,6 276 1225,-3-148-1072,42 277-1,-40-394-981,-2 1 0,-4 55 0,1-32 18,0-63-80,-272-10-1915,-440 29-1009,-354 21 1284,927-25 1650,-401 26 31,443-37-60,0 4 0,1 3 0,-100 28 0,177-35 270,35-3 57,-16-1 21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06.8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69 960,'0'0'9127,"1"-12"-7867,4-33-31,-5 45-1180,0-1 0,0 1 0,0 0-1,0-1 1,0 1 0,0-1-1,0 1 1,0 0 0,0-1 0,0 1-1,0-1 1,0 1 0,1 0-1,-1-1 1,0 1 0,0 0 0,0-1-1,0 1 1,1 0 0,-1-1-1,0 1 1,0 0 0,1-1 0,-1 1-1,0 0 1,1 0 0,-1-1-1,0 1 1,1 0 0,-1 0 0,0-1-1,1 1 1,-1 0 0,0 0-1,1 0 1,-1 0 0,1 0 0,-1 0-1,0 0 1,1 0 0,-1 0-1,1 0 1,-1 0 0,0 0 0,1 0-1,-1 0 1,1 0 0,-1 0-1,0 0 1,1 0 0,-1 0 0,0 1-1,1-1 1,0 0 0,10 13 1271,-2 7-649,0 1 0,-2 0 1,-1 0-1,-1 1 0,0 0 0,-2 0 1,2 44-1,-3-58-620,3-15-56,10-34-105,3-5-42,-12 36 104,38-62-134,-41 68 187,0 0 1,1 0-1,-1 0 0,1 0 0,0 1 0,0 0 0,0-1 1,0 2-1,1-1 0,-1 0 0,1 1 0,0 0 0,7-3 1,-11 5 22,0 0 1,0 0 0,0 0 0,0 0 0,0 0-1,0 0 1,0 0 0,0 1 0,-1-1 0,1 0 0,0 0-1,0 1 1,0-1 0,0 0 0,-1 1 0,1-1 0,0 1-1,0-1 1,-1 1 0,1 0 0,0-1 0,-1 1-1,1 0 1,-1-1 0,1 1 0,-1 0 0,1 0 0,-1-1-1,1 1 1,-1 0 0,0 0 0,1 1 0,8 34 712,-7-25-513,2 5 57,0-1 0,-2 1 0,2 27 0,-4-43-392,6-1-3792,-5 1 3408,0-1 0,0 1 0,1 0 0,-1 0 0,0-1-1,0 1 1,0-1 0,0 1 0,0-1 0,0 1 0,0-1 0,0 0 0,0 1 0,-1-1 0,1 0 0,0 0 0,0 0-1,0 0 1,-1 0 0,1 0 0,0-1 0,13-23-8260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07.2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249 0 5619,'0'0'13632,"0"24"-11665,0-12-1751,0 27 596,-1-1 1,-2 0-1,-8 41 0,6-59-672,-1 1 0,-1-1 0,0 0 1,-2-1-1,0 1 0,-1-2 0,-1 0 0,-1 0 0,-1-1 0,0 0 0,-18 17 0,22-25-154,-14 13-96,2 1 0,-27 35 0,73-82-16017,-4-3 9820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07.7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115 1 1809,'0'0'12435,"0"3"-10440,-1 4-1458,-1 0 0,-1 0 0,1 0-1,-1 0 1,0 0 0,-1-1-1,0 1 1,0-1 0,-7 9 0,-12 20 650,21-30-1130,-6 8 126,1 0 0,0 1 1,1 0-1,1 0 0,0 0 0,1 0 1,0 1-1,2 0 0,-3 24 0,5-38-183,1-1 1,-1 1-1,0-1 0,0 1 0,1-1 0,-1 1 1,1-1-1,-1 1 0,1-1 0,-1 1 0,0-1 0,1 1 1,-1-1-1,1 0 0,0 1 0,-1-1 0,1 0 0,-1 1 1,1-1-1,-1 0 0,1 0 0,0 0 0,-1 0 1,1 0-1,0 1 0,-1-1 0,1 0 0,0 0 0,0-1 1,29 1 9,-21 0-7,4 0 1,0-2 0,-1 1 0,1-2 0,-1 1 0,0-2 0,0 0 0,0 0 0,14-7 0,-16 6-3,-2 3-352,2-1 337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07.9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48 0 5763,'0'0'9780,"-34"161"-7235,27-110-1296,0-1-113,7-9-703,0-7-433,0-7-353,0-7-1439,21-4-2002,6-12-3121,13-4-1137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08.76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 4034,'0'0'13134,"9"5"-11544,-3-2-1380,0 0 0,0 0 0,0 1-1,-1 0 1,1 0 0,-1 0 0,0 0 0,0 1 0,-1 0 0,1 0 0,-1 0-1,0 0 1,-1 1 0,1 0 0,-1 0 0,0 0 0,0 0 0,-1 0 0,0 0-1,2 11 1,-2 45 351,-3-62-595,0 1 0,1-1 1,-1 1-1,1-1 1,-1 0-1,0 1 0,1-1 1,-1 0-1,0 0 1,1 0-1,-1 1 1,0-1-1,0 0 0,1 0 1,-1 0-1,0 0 1,1 0-1,-1 0 1,0 0-1,0-1 0,1 1 1,-1 0-1,0 0 1,1 0-1,-1-1 0,0 1 1,1 0-1,-2-1 1,3-5-77,0 0 1,0 1-1,0-1 0,0 1 1,1-1-1,0 1 1,1 0-1,-1 0 0,1 0 1,0 0-1,0 0 1,0 1-1,1-1 0,-1 1 1,1 0-1,0 0 1,0 0-1,1 0 0,7-4 1,11-7-357,1 0 1,44-19-1,-51 26 173,-10 5 309,38-14-516,-44 16 543,-1 1-1,1-1 0,0 1 0,0 0 1,0 0-1,0-1 0,0 1 0,0 0 1,0 0-1,0 0 0,0 0 0,0 0 1,0 0-1,-1 1 0,1-1 0,0 0 1,0 0-1,0 1 0,0-1 0,0 0 1,0 1-1,0-1 0,-1 1 0,1-1 1,0 1-1,0-1 0,-1 1 0,1 0 1,0-1-1,-1 1 0,1 0 0,-1 0 1,1-1-1,-1 1 0,1 0 0,-1 0 1,1 0-1,-1 0 0,0 0 0,1 1 1,0 13 1049,0 1 1,-1 0 0,-4 30 0,0 11 568,4-56-1728,6-1-1344,-1-1 377,0 0-1,1 0 0,-1-1 1,0 1-1,0-1 1,0 0-1,0-1 1,0 1-1,0-1 0,-1 0 1,1 0-1,-1 0 1,4-4-1,-5 4 72,24-19-6886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09.0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230 0 3153,'0'0'14444,"-7"23"-11528,2-6-2431,-1 6 223,-2 0 0,0-1-1,-1 0 1,-22 36 0,-16 16 1325,27-45-1810,0 1 0,2 2 0,2-1 0,-19 50 0,35-71-1511,13-29-21347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09.3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40 1 9076,'0'0'15063,"-7"19"-13833,-20 58-318,26-75-865,1 0 0,-1-1-1,0 1 1,1 0-1,-1 0 1,1 0-1,-1 0 1,1 0 0,0 0-1,0-1 1,0 1-1,0 0 1,0 0-1,0 0 1,0 0 0,1 0-1,-1 0 1,1 0-1,-1-1 1,1 1 0,0 0-1,0 0 1,0-1-1,0 1 1,0 0-1,0-1 1,0 1 0,0-1-1,1 1 1,-1-1-1,0 0 1,1 0-1,-1 1 1,1-1 0,0 0-1,-1 0 1,1-1-1,3 2 1,3 0-10,1 0 0,-1 0 0,1-1 0,0 0 0,-1-1 0,14-1-1,-10 1 5,7 1-201,35-1 372,-52 1-430,0-2 1,0 1 0,0 0 0,0 0-1,0-1 1,0 1 0,0-1-1,0 0 1,0 1 0,0-1 0,0 0-1,0 0 1,-1 0 0,1 0-1,0-1 1,-1 1 0,1 0-1,-1-1 1,1 1 0,1-3 0,-2-12-8089,-1 7 906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09.5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0 5122,'0'0'17048,"-75"136"-15335,75-105-769,0-4-752,0 0-192,0 3-704,7-5-1329,6-3-1809,1-1-2737,6-8-3089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10.32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5202,'0'0'12465,"3"13"-10969,22 108 2106,-19-106-2959,1 7 136,-6-22-712,0 0-79,1 0 1,0-1 0,-1 1-1,1 0 1,-1-1 0,1 0-1,-1 1 1,0-1 0,1 0-1,-1 0 1,1 0-1,-1 0 1,0 0 0,0 0-1,0 0 1,0 0 0,0-1-1,1 0 1,7-7-168,1 1 47,-3 2 45,0 1-1,1-1 1,-1 1 0,1 0-1,0 1 1,0 0-1,0 0 1,1 1 0,10-3-1,-19 46 2599,0-27-2058,0-11-395,-1 0 1,1 1 0,0-1 0,0 0 0,1 0-1,-1 1 1,0-1 0,1 0 0,-1 1 0,1-1 0,1 2-1,-1-3-189,0 0-1,1 0 1,-1 0-1,0 0 1,1-1-1,-1 1 1,0 0 0,1-1-1,-1 1 1,1-1-1,-1 0 1,1 1-1,-1-1 1,1 0-1,-1 0 1,1 0-1,0 0 1,2-1-1,-1 1-600,1 0 0,-1 0-1,0 0 1,0-1 0,1 1-1,-1-1 1,0 0 0,0 0-1,0 0 1,0 0 0,0-1-1,0 1 1,3-4 0,22-19-10175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10.58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204 1 4258,'0'0'13606,"-54"124"-9188,27-70-1745,7 2-1072,-8-4-320,8-2-641,0-7-512,13-7-112,-7-4-16,8-12-256,-1-4-865,7-9-639,0-5-753,13-22-16984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10.88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81 0 7395,'0'0'17483,"-11"21"-15973,-5 6-1096,4-7 23,1 1 1,-14 34-1,24-52-413,0-1 0,1 0-1,-1 0 1,0 1-1,1-1 1,-1 0 0,1 1-1,0-1 1,0 0 0,0 1-1,0 4 1,1-6-23,-1 0 1,0 0-1,1 0 1,-1 0-1,1 0 0,-1 0 1,1 0-1,0-1 1,-1 1-1,1 0 0,0 0 1,-1 0-1,1-1 1,0 1-1,0 0 0,0-1 1,0 1-1,-1-1 1,3 1-1,3 1-37,0 0 1,1-1-1,-1 0 1,1-1-1,-1 1 1,0-1-1,8-1 1,1 1-25,8 0-51,79-4-533,-92 3 416,-1 0 0,1-1 0,-1-1 0,0 0 0,0 0 0,0 0 0,0-1 0,12-8 1,-20 12 79,0-1 1,0 1 0,-1-1 0,1 1 0,0-1 0,0 1 0,-1-1 0,1 1 0,0-1-1,0 0 1,-1 1 0,1-1 0,-1 0 0,1 0 0,-1 0 0,1 1 0,-1-1-1,1 0 1,-1 0 0,0 0 0,0 0 0,1 0 0,-1 0 0,0 0 0,0 0 0,0 1-1,0-3 1,0 2-305,-1 0-1,0 0 0,0 0 1,1 0-1,-1 0 0,0 0 0,0 0 1,0 0-1,0 1 0,0-1 1,0 0-1,0 1 0,0-1 1,0 0-1,-1 1 0,1-1 0,0 1 1,-2-1-1,-23-7-6884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11.00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1 0 1088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11.13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1088,'88'73'11814,"-115"-42"-10037,7 10 2257,6 0 656,7-1-2145,7-4-1329,0-4-1023,0-3-193,0-4-497,14-7-1504,-1-11-2977,1-7-6915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12.00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64 4162,'0'0'10202,"11"-5"-8946,-3 1-943,-3 2-146,-1-1 1,1 0-1,0 1 1,0 0-1,0 0 1,1 1-1,-1 0 1,0-1-1,0 2 1,1-1-1,-1 0 1,1 1-1,9 1 1,-13 0-106,-1 0 1,0-1-1,0 1 1,1 0-1,-1 0 1,0 0-1,0 0 0,0 0 1,0 0-1,0 1 1,0-1-1,0 0 1,-1 0-1,1 1 1,0-1-1,-1 0 1,1 1-1,-1-1 1,1 1-1,-1-1 1,0 1-1,1 1 1,4 43 777,-4-30-471,0 43 1021,-1-59-1312,10-16-705,18-12 178,2 0 0,0 2 0,1 1 0,54-33 0,-83 57 450,-2 1 73,0-1 1,1 1-1,-1 0 0,0 0 0,1-1 1,-1 1-1,0 0 0,1 0 0,-1-1 1,1 1-1,-1 0 0,0 0 1,1 0-1,-1-1 0,1 1 0,-1 0 1,0 0-1,1 0 0,-1 0 1,1 0-1,-1 0 0,1 0 0,-1 0 1,0 0-1,1 0 0,-1 0 1,1 0-1,-1 1 0,1-1 0,-1 0 1,0 0-1,1 1 0,0 13 902,-12 22-288,10-35-572,-18 66 282,17-38-3221,9-28-3492,-4-1 5008,21 0-4506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12.2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346 1 608,'0'0'12774,"-108"122"-8132,60-68-352,14-2-2321,0 0-832,7-5-353,0-8-512,14-3-272,-8-7-16,8-6-304,-1-8-656,7-6-577,7-4-1505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12.5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138 1 12422,'0'0'9489,"-22"22"-7077,-65 68-1086,83-86-1206,0 1-1,0 0 1,1-1 0,0 1-1,-1 0 1,-2 7 0,6 10 419,1-9-382,4-12-153,0 0 0,0 1-1,0-2 1,1 1 0,-1-1 0,0 1-1,10-2 1,-12 1 1,191 2 310,-3 0-4880,-190-2 3346,-10-2-7783,-9-9 2290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12.7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149 0 10997,'0'0'1553,"-81"116"1680,54-55 1569,0-7-2192,13-5-1618,14-3-848,0-10-144,0-5-688,0-8-2386,0-12-3457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15.9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0 1505,'0'0'7267,"7"136"-4994,0-53-816,0 28-545,-1 26 113,-6 19-129,0 11-256,0 3-544,0-8-96,0-6-464,0-14-1329,-20-15-1424,0-14-1425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16.6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61 154 1185,'0'0'2868,"10"-23"-1422,32-68-54,-40 87-1291,16-29 2925,-15 30-131,-3 6-446,-1 10-1853,-1 0 0,-1 1 0,0-1 0,0 0 0,-10 22 0,-3 12 155,-9 54 189,4 0 0,-10 121 1,13 210-1019,20-361-1296,13 95 1,16-13-4017,-4-53-1398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17.3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 1 4274,'0'0'5923,"0"151"-2370,-20-24-1232,6 31-704,0 20-112,8 12-449,6-1-447,0-4-401,0-8-176,13-17-32,8-18-112,-1-13-817,-7-19-592,1-13-800,6-13-2305,-13-19-16,0-15-2305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18.04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87 4 3554,'0'0'8820,"1"0"-8766,-1-1-1,0 1 1,1 0 0,-1-1 0,0 1 0,1 0 0,-1 0 0,1 0 0,-1-1 0,0 1-1,1 0 1,-1 0 0,1 0 0,-1 0 0,1 0 0,-1 0 0,1 0 0,-1 0 0,0 0-1,1 0 1,-1 0 0,1 0 0,-1 0 0,1 0 0,-1 0 0,0 0 0,1 1 0,-1-1 0,1 0-1,-1 0 1,0 0 0,1 1 0,-1-1 0,0 0 0,1 0 0,-1 1 0,0-1 0,1 0-1,-1 1 1,0-1 0,0 1 0,1-1 0,-1 0 0,0 1 0,2 7 230,0 0 0,-1 0 0,0 0 0,0 0 0,-1 1 0,0-1 0,-2 11 0,1 16 293,-6 94 1173,-35 198 0,-2 11-760,30 218-802,45-190-3876,-12-172-1060,-16-67-2400,-3-88 3607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24.11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4978,'0'0'8345,"6"29"-4385,-4-16-3533,9 43 1956,5 104 1,-11-97-1505,3-1 0,3 0-1,2 0 1,29 81 0,-41-222-10748,-1 23 2519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24.6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24 7267,'0'0'1241,"21"0"-446,238-11 4984,281-1-2341,-384 12-2205,-155 1-1170,0-1-1,1 0 0,-1 1 1,0-1-1,0 1 1,0 0-1,1-1 1,-1 1-1,0 0 1,0 0-1,0 0 1,0 0-1,0 0 1,0 0-1,0 0 1,-1 0-1,1 0 1,0 0-1,0 0 0,-1 1 1,1-1-1,-1 0 1,1 0-1,-1 1 1,0-1-1,1 0 1,-1 1-1,0-1 1,0 0-1,0 3 1,3 51 1081,-3-46-853,-10 260 2515,7-208-2354,2 227 2306,1-287-2746,0-1-1,0 1 0,0-1 1,0 1-1,-1-1 0,1 0 1,0 1-1,0-1 0,0 1 1,-1-1-1,1 1 0,0-1 1,-1 0-1,1 1 0,0-1 1,-1 0-1,1 1 0,0-1 1,-1 0-1,1 1 0,-1-1 1,1 0-1,0 0 0,-1 0 1,1 1-1,-1-1 0,1 0 1,-1 0-1,1 0 0,-1 0 1,1 0-1,-1 0 0,0 0 1,-22 0 36,13 0-7,-63-4 38,1-3 0,-81-18-1,80 11-523,0 4 0,-86-2 0,157 12-1094,9 0-7209,28 0 2892,11 0-771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25.0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0 5987,'0'0'12240,"0"0"-12158,0 0-1,-1 1 1,1-1 0,0 0-1,0 0 1,0 0-1,0 0 1,0 0 0,0 0-1,0 0 1,0 1 0,0-1-1,0 0 1,-1 0-1,1 0 1,0 0 0,0 0-1,0 0 1,0 0 0,0 0-1,0 0 1,-1 0-1,1 0 1,0 0 0,0 0-1,0 0 1,0 0 0,0 0-1,-1 0 1,1 0-1,0 0 1,0 0 0,0 0-1,0 0 1,0 0 0,0 0-1,-1 0 1,1 0-1,0 0 1,0 0 0,0 0-1,0 0 1,0 0 0,0-1-1,0 1 1,-1 0-1,1 0 1,0 0 0,0 0-1,0 0 1,0 0 0,8 59 2493,-2 0 1,-4 111 0,-3-104-1682,13 129 1,-2-160-1489,2-24-3731,-11-11 3852,0 1 0,-1-1 0,1 0 1,0 0-1,0 0 0,0 0 0,0 0 1,0 0-1,-1 0 0,1 0 1,0-1-1,0 1 0,0 0 0,-1 0 1,1-1-1,0 1 0,0-1 0,-1 1 1,1 0-1,1-2 0,3-7-5679,-4-7-1283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25.5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1 114 7235,'0'0'3799,"23"-11"-594,-4 3-2567,4-2-10,1 0 0,1 1 0,-1 2 1,1 0-1,33-4 0,809-29 4270,-858 40-4851,7-1-17,0 1 0,0 1 0,0 1 0,30 6 0,-42-6 125,1-1-1,-1 1 1,0 0-1,0 0 0,0 0 1,0 0-1,0 1 1,-1 0-1,1 0 0,-1 0 1,0 0-1,0 0 1,0 1-1,0-1 0,0 1 1,-1 0-1,1 0 1,-1 0-1,0 0 0,-1 0 1,1 0-1,1 6 1,3 15 469,0 1 0,-2-1 0,-1 1 1,-1 0-1,-3 48 0,-4-24-103,-2-1 1,-15 53-1,13-63-466,2 0 0,-4 79 0,11-117-55,0-1 0,0 0 0,0 1 0,0-1 0,0 1 0,0-1 0,-1 0 0,1 1 0,0-1 0,0 1 0,0-1 0,-1 0 0,1 1 0,0-1 0,-1 0 0,1 0 0,0 1 0,0-1 0,-1 0 0,1 1 0,-1-1 0,1 0 0,0 0 0,-1 0 0,1 0 0,0 1 0,-1-1 0,1 0 0,-1 0 0,1 0 0,0 0 0,-1 0 0,1 0 0,-1 0 0,1 0 0,-1 0 0,1 0 0,0 0 0,-1 0 0,-16-5 0,-36-25 0,37 19 0,-1 1 0,-34-14 0,1 7-16,-1 3 1,0 2-1,-1 2 0,-89-5 0,-212 18-86,313-1-27,0 1 0,1 3 0,0 1 0,0 2 0,1 1 1,-72 31-1,108-40 68,1-1-26,-1 1 1,1-1 0,-1 1-1,1 0 1,-1-1 0,1 1-1,-1 0 1,1 0 0,0 0-1,-1 0 1,1 0 0,0 0-1,0 1 1,0-1 0,0 0-1,0 0 1,0 1 0,0-1-1,0 1 1,0-1-1,1 1 1,-1-1 0,1 1-1,-1 1 1,1-2 26,0-1-1,0 0 1,0 0-1,0 0 0,0 1 1,0-1-1,0 0 1,0 0-1,0 1 1,0-1-1,0 0 1,0 0-1,0 0 0,0 1 1,1-1-1,-1 0 1,0 0-1,0 0 1,0 0-1,0 1 1,0-1-1,1 0 1,-1 0-1,0 0 0,0 0 1,0 0-1,0 0 1,1 1-1,-1-1 1,0 0-1,0 0 1,0 0-1,1 0 1,-1 0-1,0 0 0,0 0 1,1 0-1,-1 0 1,0 0-1,0 0 1,0 0-1,1 0 1,-1 0-1,0 0 0,1 0 1,38 0-4041,30-4-2150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26.0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 1 3970,'0'0'13502,"-1"21"-10519,-3 75 605,9 105 0,6-118-2856,-4-40-1506,2 66 0,-9-124-9276,0-15 1177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26.57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80 6371,'0'0'7667,"25"-6"-5276,7-2-1809,-4 1-133,1 1 0,1 1-1,31-1 1,118 4 1038,-133 5-1063,0-2 1,1-3 0,-1-1-1,87-19 1,-114 15 92,11-2 3538,-32 28-3252,-18 46 7,10-39-489,2 0 1,2 0-1,-6 39 0,9 18-121,4 0 0,3 0 0,19 100 0,-11-93-115,-11-69-87,-1-20 36,1 0 1,-1-1 0,0 1 0,0-1-1,0 1 1,0-1 0,0 1-1,0-1 1,0 1 0,0 0-1,0-1 1,0 1 0,0-1-1,0 1 1,-1-1 0,1 1-1,0-1 1,0 1 0,-1-1-1,1 1 1,0-1 0,0 1-1,-1-1 1,1 1 0,-1-1 0,1 0-1,0 1 1,-1-1 0,1 1-1,-1-1 1,-43-9 97,0 1 0,-87-4 0,-99 12 303,106 1-343,101-1-1392,37-2-1647,13-1-479,27-8-1899,12-6-2727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26.9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57 84 5651,'0'0'11570,"0"-14"-9617,0-41 360,0 41-320,-2 16-616,-7 19-682,0 0 0,1 1 0,2 0 0,0 0 0,1 1 0,1-1 0,-2 44 0,6-31-325,-1-4-290,1 1 1,1 0-1,2-1 1,1 0-1,1 1 1,16 49-1,-21-103-16015,-6-13 5498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27.57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0 107 9748,'0'0'4280,"22"0"-1116,262 3 3004,-275-3-6093,736 9 1712,-683-16-1997,-1-3-1,0-3 1,-1-2 0,87-34-1,-75 24 215,-72 25 51,1 0 0,-1 0 0,0 0 0,1 0 0,-1 0 1,0 0-1,1 0 0,-1 0 0,0 0 0,0 0 0,1 1 0,-1-1 0,0 0 1,1 0-1,-1 0 0,0 0 0,0 0 0,1 1 0,-1-1 0,0 0 0,0 0 1,0 0-1,1 1 0,-1-1 0,0 0 0,0 0 0,0 1 0,0-1 0,1 0 1,-1 0-1,0 1 0,0-1 0,0 0 0,0 0 0,0 1 0,0-1 0,0 0 1,0 1-1,0-1 0,0 0 0,0 1 0,0-1 0,0 1 0,0 18 413,0-14 8,-19 253 3468,4-112-2664,-10 68-1280,11-109 0,-1 115 0,15-220 0,-1 1 0,1-1 0,-1 0 0,1 1 0,0-1 0,-1 1 0,1-1 0,-1 1 0,1-1 0,-1 0 0,0 0 0,1 1 0,-1-1 0,1 0 0,-1 0 0,1 1 0,-1-1 0,0 0 0,1 0 0,-1 0 0,0 0 0,1 0 0,-1 0 0,1 0 0,-1 0 0,0 0 0,1 0 0,-1-1 0,1 1 0,-1 0 0,0 0 0,1-1 0,-1 1 0,0-1 0,1 1 0,-6-2 0,1-2 0,0 1 0,0 0 0,0-1 0,0 0 0,-7-8 0,-23-17 0,17 19 0,-1 1 0,0 1 0,0 1 0,-1 0 0,0 1 0,-28-3 0,-130-11 0,154 18 0,-203-14 0,-263 17 0,393 10 10,89-10-15,1 1 0,-1 0 0,1 0 0,-1 1 0,1 0 0,0 0 0,0 1 0,0 0 0,-10 8 0,17-12-54,-1 0 0,1 0 0,0 0 0,0 0 0,-1 0 0,1 0 0,0 0 0,0 0 0,-1 0 0,1 1 0,0-1 0,0 0 0,0 0 0,-1 0 0,1 0 0,0 0 0,0 0 0,0 1 0,0-1 0,-1 0 0,1 0 0,0 0 0,0 0 0,0 1 0,0-1 0,0 0 0,0 0 0,-1 0 0,1 1 0,0-1 0,0 0 0,0 0 0,0 1 0,0-1 0,0 0 0,0 0 0,0 1 0,0-1 0,0 0 0,0 0 0,0 0 0,0 1 0,0-1 0,0 0 0,0 0 0,1 1 0,-1-1 0,0 0 0,0 0 0,0 0 0,0 1 0,0-1 0,0 0 0,1 0 0,-1 0 0,0 0 0,0 1 0,0-1 0,0 0 0,1 0 0,-1 0 0,0 0 0,0 0 0,1 0 0,-1 0 0,0 1 0,0-1 0,21-1-4535,-12 1 3187,29 0-6132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19.2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2 848,'0'0'9565,"0"0"-9497,0-1 0,1 1 1,-1 0-1,0 0 0,0 0 1,1 0-1,-1 0 0,0 0 1,1-1-1,-1 1 0,0 0 1,0 0-1,1 0 0,-1 0 1,0 0-1,1 0 0,-1 0 0,0 0 1,1 0-1,-1 0 0,0 0 1,0 0-1,1 1 0,-1-1 1,0 0-1,1 0 0,-1 0 1,0 0-1,0 0 0,1 0 1,-1 1-1,0-1 0,0 0 1,1 0-1,-1 0 0,0 1 1,0-1-1,0 0 0,0 0 0,1 1 1,-1-1-1,0 0 0,0 1 1,0-1-1,0 0 0,0 0 1,0 1-1,0-1 0,0 0 1,0 1-1,0-1 0,0 0 1,0 1-1,0-1 0,0 1 1,3 13 490,-1 0 1,-1 1 0,0-1 0,-1 1 0,-2 21 0,0 13 232,-11 354 1865,5-320-4020,8-86-2002,-13-78-7856,6 43 6123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20.00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1 111 768,'0'0'5518,"26"-9"-530,95 9 528,-43-2-4501,118-18-1,-105 4-866,243-36 90,-259 45-197,0 2 0,110 9 1,-184-4 2,0 0-1,0 1 1,0-1 0,0 1 0,0-1-1,0 1 1,1-1 0,-1 1 0,-1 0-1,1-1 1,0 1 0,0 0 0,0 0 0,0 0-1,0 0 1,-1 0 0,1 0 0,0 0-1,-1 0 1,1 0 0,-1 0 0,1 0-1,-1 0 1,0 0 0,1 1 0,-1-1-1,0 0 1,0 0 0,0 0 0,0 1-1,0-1 1,0 0 0,0 0 0,0 0 0,0 1-1,-1-1 1,1 0 0,-1 1 0,0 5 358,0-1 1,0 0-1,-1 0 1,0 0-1,-1-1 1,-2 7 0,-2 0-37,1 1 0,1 1 1,0-1-1,0 1 1,2-1-1,-1 1 0,2 0 1,0 1-1,1-1 0,0 0 1,1 16-1,-6 423 1563,6-452-1902,-4-2-31,0 1-1,0-1 1,0-1 0,1 1 0,-1 0-1,0-1 1,1 0 0,0 0 0,-1 0-1,1 0 1,0-1 0,-6-4 0,-30-18-163,9 17 0,-1 1 0,0 2 0,0 1 0,0 2-1,-1 0 1,-43 5 0,6-1-61,8-1 67,0 4-1,-65 12 0,-123 38 138,86-17 53,160-37-104,30-1-445,0 1-220,1-1-1,-1-2 1,0-1-1,41-9 0,60-25-8559,-60 13-198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20.6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2113,'0'0'7630,"0"11"-4687,0 324 6589,0-22-8731,5-429-10385,-4 65 3192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21.25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40 3185,'0'0'10896,"18"9"-9543,0 1-1042,-10-5-197,1 0 0,0 0 0,0-1 0,0 0 0,1-1 0,-1 0-1,1-1 1,0 0 0,-1 0 0,1-1 0,11 0 0,110-5 411,-1-6 1,155-32-1,-110 14-396,-145 23-52,0 2 0,0 0 1,1 2-1,34 4 0,-64-2-10,0-1 0,1 1 0,-1-1 0,0 1 0,0 0 0,0 0 1,0 0-1,0 0 0,0 0 0,0 0 0,0 0 0,0 0 0,0 0 0,0 0 0,-1 0 0,1 1 0,0-1 0,-1 0 0,1 0 0,-1 1 0,0-1 0,1 1 0,-1-1 0,0 0 0,0 1 0,0-1 0,0 0 0,0 1 0,0 1 0,-2 50 2044,1-47-1847,-2 12 359,-1 0 0,-1-1-1,-13 33 1,-5 16 606,15-29-985,2 1 1,1-1 0,2 1 0,2 0 0,2-1 0,1 1-1,1 0 1,14 55 0,-4-58-229,-10-31-16,-1 0 0,0 1 0,-1-1 0,1 0 0,-1 1 0,0-1 0,1 6 0,-2-9-32,-170-2-814,-549 22-1272,681-15 547,66-3-5107,17-5 320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22.0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1 195 160,'0'0'2105,"21"-18"-1056,6-6-601,-7 5 358,1 1-1,39-25 1,-45 33 732,2 0-1,-1 0 1,1 2 0,0 0-1,1 1 1,-1 0 0,26-4-1,-41 10-1206,-1 1 0,0 0 0,1 0 0,-1 0 0,1 0 0,-1 0-1,0 0 1,1 1 0,-1-1 0,0 0 0,1 1 0,-1-1-1,0 1 1,1-1 0,-1 1 0,0 0 0,0 0 0,0-1-1,0 1 1,2 2 0,0 0-51,-1-1 1,0 1-1,0 0 0,0 0 0,-1 0 1,1 1-1,-1-1 0,2 4 0,2 9-80,-2 0 1,4 31-1,-6-37 337,59 328 1157,-57-324-1711,-1 1-1,0-1 1,-1 1-1,-1 16 1,0-20-168,0-10-506,0-7-9599,-7-19 5042,1-4-656,-1-6-328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22.5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1 160 2977,'0'0'7913,"23"-11"-4783,-5 1-2550,2 0 0,1 0 1,0 1-1,1 2 1,0 0-1,39-7 1,439-46 4111,8 42-3461,-480 16-1197,-21 1-13,0 1-1,-1 0 1,1 0 0,-1 0-1,1 1 1,6 1-1,-12-2 30,1 1 0,-1-1 0,1 1-1,-1 0 1,0-1 0,0 1 0,1 0-1,-1 0 1,0 0 0,0 0 0,0 0-1,0 0 1,0 0 0,0 0 0,0 1-1,-1-1 1,1 0 0,0 0 0,-1 1-1,1-1 1,-1 1 0,1-1-1,-1 0 1,0 1 0,1-1 0,-1 1-1,0-1 1,0 1 0,0-1 0,0 3-1,-2 13 324,1 1-1,-2-1 0,-1 0 1,0 0-1,-1 0 1,0-1-1,-11 21 0,-12 39 344,17-35-469,3 0 0,1 0-1,-3 63 1,10 130 145,2-103-55,-7-130-456,0-1 1,0 0-1,1 0 1,-1-1-1,0 0 1,-9-2-1,-37-20-620,34 15 444,0 0 1,-36-11 0,-4 7-15,-1 2 0,-98-5 0,-123 14 296,141 3-13,102-2 20,0-1-56,-1 2 0,-46 8 0,107-11-5355,5-2 2769,24-15-4152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22.9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0 992,'1'2'17854,"5"18"-16539,0 4 368,0-1-1,4 41 0,3 14 346,2-12-591,3 4-852,-4 0 1,-2 0-1,2 95 0,-14-165-654,0 1 0,1-1 0,-1 1 0,0 0 0,0-1 0,0 1 0,0-1 0,0 1 0,0 0 0,0-1 0,0 1 0,0-1 0,0 1 0,-1 0 0,1-1 0,0 1 0,0-1 0,0 1 0,-1-1 1,1 1-1,0-1 0,-1 1 0,1-1 0,0 1 0,-1-1 0,1 1 0,-1-1 0,1 1 0,-1-1 0,1 0 0,-1 1 0,1-1 0,-1 0 0,1 0 0,-1 1 0,1-1 0,-1 0 0,0 0 0,1 0 0,-1 0 0,0 1 0,-1-13-4786,1 7 3507,-3-25-4551,3-9-2080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23.4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47 8052,'0'0'1766,"24"-5"998,253-33 5175,318 35-3019,-562 3-4899,-1 2 0,0 2-1,-1 0 1,46 14 0,-74-17 32,0 1-1,0 0 1,0 0 0,0 0-1,0 0 1,-1 0 0,1 1 0,-1-1-1,1 1 1,-1 0 0,0-1-1,0 1 1,0 0 0,0 0-1,-1 0 1,1 1 0,-1-1-1,0 0 1,0 1 0,0-1 0,0 1-1,-1-1 1,1 0 0,-1 1-1,0 0 1,0-1 0,-1 5-1,1 9 376,-2 1-1,0-2 1,-1 1-1,-6 21 0,-3 4-29,2-1 0,2 2-1,-5 57 1,13-87-318,0 1 0,0-1 1,1 1-1,1 0 0,0-1 0,1 0 0,0 1 0,1-1 1,0-1-1,2 1 0,-1 0 0,1-1 0,1 0 0,12 16 1,-17-27-77,-1 0-1,0 0 1,0 0 0,0 0 0,0 0 0,0 1 0,0-1 0,0 0 0,-1 0 0,1 1 0,0-1 0,-1 0 0,1 1 0,0-1-1,-1 0 1,0 1 0,1-1 0,-1 1 0,0-1 0,0 1 0,0-1 0,0 3 0,-2-3 7,0 0 0,-1 0 0,1-1 0,0 1 1,-1-1-1,1 1 0,0-1 0,-1 0 0,1 0 0,-1 0 0,1 0 1,-3-1-1,-6 1 7,3 0-15,-448 9 209,348-1-245,1 4-1,-130 33 1,182-29-2230,68-38-18621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29.0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56 464,'0'0'6211,"0"-5"-5397,6-25 1020,7 9 3426,-7 22 823,4 17-3635,1 13-1778,23 114 1150,-29-125-1738,0-19-204,1-32-353,1-3 309,-3 21 33,2 0-1,-1 1 0,2 0 1,15-21-1,-18 27 81,0 0 1,0 0-1,1 1 0,0 0 0,0 0 1,1 0-1,-1 1 0,1 0 0,0 0 1,13-6-1,-19 9 74,1 1 1,0 0-1,0 0 1,0 0-1,0 0 1,0 1 0,0-1-1,0 0 1,-1 0-1,1 0 1,0 1-1,0-1 1,0 1-1,0-1 1,-1 0-1,1 1 1,0-1-1,-1 1 1,1 0-1,0-1 1,-1 1-1,1 0 1,0-1-1,-1 1 1,1 0-1,-1-1 1,1 1-1,-1 0 1,0 0 0,1 0-1,-1 0 1,0-1-1,0 1 1,1 0-1,-1 0 1,0 1-1,10 43 1310,-7-27-950,8 8 1299,-9-17-3799,0-2-4743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29.3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325 0 3618,'0'0'14014,"0"5"-12499,1 13-836,-1 0 0,-1-1 0,-1 1 0,0-1 0,-1 1 0,-1-1 0,0 0 0,-2 0 0,-9 21 0,-23 27 211,-3-1 1,-70 84-1,40-57-666,67-85-227,2-4-4,0 0-1,1 0 1,-1 0-1,0 1 0,1-1 1,0 0-1,-1 1 1,1 0-1,0-1 1,1 1-1,-2 4 0,0-5 364,-3-1-3510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30.06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167 80 2545,'0'0'12555,"-19"1"-10583,-64 6-235,80-7-1590,-1 1 0,1 0 0,-1 0-1,1 0 1,-1 0 0,1 1 0,-1-1 0,1 1 0,0 0 0,0 0 0,0 0 0,0 0 0,0 1 0,0-1 0,-3 5 0,5-6-112,0 1-1,0-1 0,0 1 1,0-1-1,1 1 1,-1-1-1,0 1 1,1 0-1,-1 0 1,1-1-1,0 1 1,-1 0-1,1-1 1,0 1-1,0 0 0,0 0 1,0 0-1,0-1 1,1 1-1,-1 0 1,0-1-1,1 1 1,-1 0-1,1-1 1,0 1-1,0 0 1,0-1-1,1 3 0,6 4-10,0 0-1,0 0 0,1-1 1,0 0-1,0-1 0,0 0 1,1-1-1,0 0 0,12 5 1,-8-4-18,-1 1 0,1 0 0,-1 1 0,22 18 1,-35-26-8,4 3-14,-1 0 1,1 0-1,-1 0 0,0 0 0,0 1 0,0-1 1,-1 1-1,1 0 0,-1 0 0,0 0 0,0 0 0,0 0 1,0 0-1,-1 0 0,2 6 0,-4-9 16,1 0 0,-1 0 1,1 0-1,-1 0 0,0 0 0,1-1 0,-1 1 0,0 0 0,1 0 0,-1-1 1,0 1-1,0-1 0,0 1 0,0 0 0,1-1 0,-1 0 0,0 1 0,0-1 0,0 0 1,0 1-1,0-1 0,0 0 0,0 0 0,0 0 0,-1 0 0,-31 4 19,32-3-21,-13 0 0,6 0-4,0 0 0,0-1 1,0 0-1,0 0 0,0-1 1,-11-2-1,18 3 9,-1-1-1,0 0 1,1 1-1,-1-1 1,1 0-1,-1 0 1,1 0-1,0 0 1,-1 0-1,1 0 1,0-1-1,0 1 1,0 0 0,0-1-1,0 1 1,0-1-1,0 1 1,0-1-1,1 1 1,-1-1-1,1 1 1,-1-1-1,1 0 1,-1 1 0,1-1-1,0 0 1,0 0-1,0 1 1,0-1-1,0 0 1,0 1-1,0-1 1,1 0-1,-1 1 1,1-3 0,0 0-3,1 0 0,-1 0 1,1 0-1,0 0 1,0 1-1,0-1 1,1 1-1,-1-1 1,1 1-1,0 0 0,0 0 1,0 0-1,7-5 1,56-36 11,-37 25 12,6-2-16,-19 11-12,0 1 1,24-22-1,-36 28 3,-1 0-1,0 0 1,-1 0-1,1 0 1,0-1-1,-1 1 1,0-1-1,0 1 1,0-1-1,0 0 1,0 0-1,-1 0 1,0 0-1,0 0 1,0 0-1,0 0 1,0-6-1,-1 8 2,0 0 1,-1 1-1,1-1 0,0 0 0,-1 0 0,1 0 1,-1 1-1,0-1 0,1 0 0,-1 1 0,0-1 1,0 0-1,0 1 0,0-1 0,0 1 0,-1 0 0,1-1 1,0 1-1,-1 0 0,-2-2 0,0 0 0,-1 0-1,0 1 1,0-1 0,0 1-1,0 1 1,0-1-1,-7-1 1,-9 0 7,0 1 0,-36 0 0,55 2-6,-21-1 69,18 0-33,-1 0-1,1 1 1,0 0-1,0 0 1,-1 1-1,1-1 1,-5 3-1,9-3-57,1 0 0,-1 0 1,1 0-1,-1 0 0,1 0 0,-1 0 0,1 1 0,0-1 0,-1 0 1,1 0-1,-1 1 0,1-1 0,0 0 0,-1 1 0,1-1 0,0 0 0,-1 1 1,1-1-1,0 1 0,0-1 0,-1 0 0,1 1 0,0-1 0,0 1 1,0-1-1,-1 1 0,1-1 0,0 1 0,0-1 0,0 0 0,0 1 1,0-1-1,0 1 0,0-1 0,0 1 0,0-1 0,0 1 0,0-1 1,1 1-1,-1-1 0,0 1 0,0-1 0,0 1 0,1-1 0,-1 0 1,0 1-1,0-1 0,1 1 0,-1-1 0,0 0 0,1 1 0,-1-1 0,0 0 1,1 0-1,-1 1 0,1-1 0,0 1 0,21 14-3419,-1-7-2834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31.6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 11445,'0'0'11798,"33"70"-11958,-33-52-1489,0 11-2001,0 0-4161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31.8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8036,'0'0'12886,"7"56"-13415,-7-47-2032,0 14-3201,0 11-3155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32.00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0 7091,'0'0'7524,"-7"45"-18057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33.91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2785,'0'0'13815,"7"100"-13671,-7-55-128,0 11-16,0 12-737,0 9-2848,0 15-4019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32.8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136 1 2817,'0'0'12286,"0"4"-10861,0 34-36,-1 1 0,-2-1 0,-13 64 1,-23 40 15,20-79-911,2 1 1,3 1-1,3 0 0,-4 89 0,15-52-454,2-88-119,2-12-4541,-3-3 4086,0 0 0,0 0 0,-1 0 0,1-1 0,0 1 1,-1 0-1,1 0 0,-1-1 0,0 1 0,1 0 1,-1-1-1,0 1 0,0 0 0,0-1 0,0-1 1,0-29-5313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33.51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180 50 3426,'0'0'11069,"-2"-7"-9647,1 6-1364,0 0 0,1 0 0,-1 0 0,1 0 0,0 0 0,-1 0 0,1 0 0,0 0 0,-1 0 0,1 0 0,0 0 0,0 0-1,0 0 1,0-1 0,0 1 0,0 0 0,0 0 0,1 0 0,-1 0 0,0 0 0,0 0 0,1 0 0,-1 0 0,1 0 0,-1 0 0,1 0 0,-1 0 0,1 0 0,0 1 0,-1-1 0,1 0 0,1-1 0,5 0 320,-1 1 0,1 0 0,-1 0 0,1 0 0,0 1 0,8 0 0,90-2 1756,368 5 1257,-423 1-3234,68 16 0,-96-15-136,0 1 1,-1 1-1,0 1 1,0 1 0,28 16-1,-45-23 17,-1 0 0,0 1 0,-1-1 0,1 1-1,0 0 1,-1-1 0,1 1 0,-1 0 0,0 0 0,0 1 0,0-1 0,-1 0-1,3 6 1,-3-7-6,-1 0 0,1 0-1,-1 0 1,0 0-1,1 0 1,-1 0 0,0 0-1,0 0 1,0 0 0,-1 0-1,1 0 1,0 0 0,-1 0-1,1 0 1,-1 0-1,0 0 1,0-1 0,1 1-1,-1 0 1,0 0 0,-1-1-1,1 1 1,0 0-1,0-1 1,-3 3 0,-1 1 167,1 0 0,0 1 0,0 0 0,0 0 0,0 0 0,1 0 0,0 1 1,1-1-1,-1 1 0,-2 12 0,-11 78 560,12-65-603,-7 51-32,3 1 0,4-1 0,8 100 0,8-113-863,-35-86 729,10 10-1,0 1 0,-1 0-1,1 1 1,-1 1 0,0 0 0,-22-2 0,-92 2-107,96 3 108,-33 1-38,0 4-1,0 2 1,0 3-1,-111 33 0,-68 42-264,142-41-2503,97-41 3575,-2-1-6639,13-12-2549,12-18 543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40.36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 1310 464,'0'0'5048,"-7"4"-4637,-20 11-16,20-11 2993,7-3-3330,1 0 0,-1 1 0,1-1 0,-1 0 1,1 0-1,-1 1 0,1-1 0,0 0 0,0 0 1,0 0-1,0 0 0,0 0 0,0 0 0,0 0 0,0 0 1,0 0-1,0 0 0,0-1 0,0 1 0,1 0 1,-1-1-1,0 1 0,1-1 0,-1 1 0,0-1 0,1 0 1,-1 0-1,0 1 0,1-1 0,-1 0 0,3-1 0,59 2 530,-45-2 7,13 0-147,0-2 0,44-11 0,20-1 107,69-3-90,274-35 183,386-87-573,49-8 127,87 63 178,-814 77-197,473-38 578,-81 4-404,986-82 575,-250 18 406,332-26-1004,-837 68-42,521-33 891,-1024 83-881,1051-41 210,-482 24-419,63 0 102,296 15-216,-1017 14 92,29 1 432,332-44 1,-477 39-211,0 2 1,73 4-1,-54 1-48,-80-1-222,-1 0-1,1 0 0,0 0 0,-1 0 0,1 0 0,0-1 0,-1 1 0,1 0 0,0 0 0,-1 0 0,1-1 0,0 1 0,-1 0 0,1 0 0,0-1 0,0 1 0,-1 0 0,1 0 0,0-1 0,0 1 0,-1 0 0,1-1 0,0 1 0,0 0 0,0-1 0,0 1 0,0-1 0,0 1 0,-1 0 0,1-1 0,0 1 0,0 0 0,0-1 1,0 1-1,0-1 0,0 1 0,1 0 0,-1-1 0,0 1 0,0 0 0,0-1 0,0 1 0,0 0 0,0-1 0,1 1 0,-1 0 0,0-1 0,0 1 0,1 0 0,-1-1 0,0 1 0,0 0 0,1 0 0,-1-1 0,0 1 0,1 0 0,-1 0 0,0 0 0,1-1 0,-1 1 0,0 0 0,1 0 0,-1 0 0,0 0 0,1 0 0,-31-6-6,29 6-32,-14-10-5634,-4 0 1045,-2-3-3001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40.8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 1 5138,'0'0'8919,"1"7"-7414,1-1-1161,0 0 1,1-1 0,-1 1-1,1 0 1,0-1-1,1 0 1,-1 0-1,1 0 1,0 0 0,1 0-1,-1-1 1,1 0-1,-1 0 1,1 0-1,1-1 1,-1 1 0,0-1-1,7 3 1,225 110 2336,-84-46-2310,-149-69-335,-1 1-1,1 0 1,-1 0 0,1 0 0,-1 0 0,0 1 0,0 0-1,0-1 1,0 1 0,-1 0 0,1 0 0,-1 0 0,1 1-1,-1-1 1,0 0 0,0 1 0,-1 0 0,1-1-1,-1 1 1,0 0 0,2 5 0,-3-2 69,0-1 0,0 1 0,-1 0 1,0-1-1,0 1 0,0-1 0,-1 0 0,0 1 1,0-1-1,-1 0 0,0 0 0,-3 6 1,3-6-48,-1-1 1,0 0 0,0 1 0,0-1 0,-1 0 0,1-1 0,-1 1 0,0-1 0,0 0 0,-1 0 0,-9 5 0,-6 0-12,1 0 1,-26 7-1,-32 14 83,58-20-68,0 2 1,1 1-1,0 0 1,1 1 0,1 1-1,0 1 1,1 0-1,1 1 1,0 1 0,2 0-1,0 1 1,1 0 0,1 1-1,-15 36 1,26-55-401,-1 1 0,0 0 0,0 0 0,1-1 0,-1 1 0,0-1 1,0 1-1,0 0 0,-1-1 0,1 0 0,0 1 0,-1-1 0,1 0 0,0 0 1,-1 0-1,-1 1 0,-11 0-6377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42.1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428 0 1072,'0'0'10731,"0"10"-9461,-2 29-56,2-36-963,-1 0 1,0 0-1,-1 0 1,1 0 0,-1 0-1,1 0 1,-1 0 0,0-1-1,0 1 1,0-1-1,0 1 1,0-1 0,-1 0-1,1 0 1,-1 0 0,1 0-1,-1 0 1,-5 2-1,-10 9 664,-181 156 3600,61-54-3059,133-111-1411,3-3-29,1 0 0,-1 1 1,0-1-1,1 1 1,-1-1-1,1 1 1,-1-1-1,1 1 0,0 0 1,-1 0-1,1 0 1,0-1-1,0 1 1,0 0-1,1 0 1,-1 1-1,0-1 0,1 0 1,-1 0-1,1 4 1,2-5-13,1 1 0,-1 0 0,1-1 0,0 0 0,-1 0 1,1 1-1,0-1 0,0-1 0,0 1 0,-1 0 0,7 0 0,0 1 32,33 8 483,0-1-1,1-2 0,51 2 1,133-7 1011,-126-4-1079,208-13 518,-306 16-1054,-1 0 0,1 1 0,-1-1 0,1 1 0,-1 0 0,0-1-1,1 1 1,-1 0 0,0 1 0,0-1 0,-1 0 0,1 0 0,0 1 0,-1-1 0,1 1 0,-1 0 0,0-1 0,1 4 0,12 18-1690,-7-17 692,0 0 0,0 0 0,0-1 0,1 0 0,0-1 0,1 0 1,-1 0-1,1 0 0,10 3 0,52 16-9778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43.0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0 167 2753,'0'0'9493,"8"-4"-7989,25-9-111,-32 12-1312,-1 1-1,1 0 1,0 0-1,0-1 1,-1 1 0,1 0-1,0 0 1,0 0-1,-1 0 1,1 0 0,0 0-1,0 0 1,0 0-1,-1 0 1,1 0 0,0 1-1,0-1 1,-1 0 0,1 1-1,0-1 1,0 0-1,-1 1 1,1-1 0,0 1-1,-1-1 1,1 1-1,-1-1 1,1 1 0,-1-1-1,1 1 1,-1 0-1,1-1 1,-1 1 0,1 0-1,-1-1 1,0 1 0,1 0-1,-1 0 1,7 32 1529,-6-27-804,1 62 1261,-3-39-1093,0-19-522,-2-17-71,0-21-243,4 18-138,1-1 0,0 1-1,0 0 1,1 0-1,1 0 1,0 0 0,0 0-1,1 1 1,0 0-1,0 0 1,1 0 0,0 1-1,1 0 1,0 0-1,0 0 1,15-11 0,-5 5-2,1 0-1,0 1 1,1 0 0,0 2 0,1 1 0,39-16 0,-57 26 38,0-1 0,-1 1 0,1-1 0,0 1 0,0 0 0,0-1 0,0 1 1,0 0-1,0 0 0,0 1 0,0-1 0,0 0 0,0 1 0,0-1 0,0 1 0,0 0 0,-1-1 0,1 1 0,0 0 0,0 0 0,-1 0 1,1 0-1,-1 1 0,1-1 0,-1 0 0,1 1 0,-1-1 0,0 1 0,1-1 0,-1 1 0,0-1 0,1 4 0,4 6 341,-2 1 0,1-1 1,-1 1-1,3 16 0,-1-4-9,0 10 1046,2 2-5605,-7-34 3534,1 0-1,-1-1 1,0 1 0,0-1 0,1 1 0,-1-1 0,1 1 0,0-1-1,-1 0 1,1 0 0,0 0 0,0 0 0,-1 0 0,1 0 0,0 0 0,0-1-1,0 1 1,3 0 0,16 2-11770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43.7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1 136 5090,'0'0'11838,"15"-9"-10696,121-61 956,-108 57-1746,1 1 0,1 2 0,48-11-1,-76 20-332,-5 17 80,-21 17 118,-12 21 227,35-51-438,0 0 0,-1-1 1,1 1-1,1 0 0,-1 0 1,0 0-1,1 0 0,-1 0 1,1 0-1,0 0 0,0 0 1,0 0-1,0 0 1,1 0-1,-1 0 0,1 0 1,0-1-1,2 6 0,-1-6-45,0 0-1,0 0 0,0 0 1,1 0-1,-1 0 0,1-1 1,-1 1-1,1-1 0,0 1 1,-1-1-1,1 0 0,0 0 1,0 0-1,0 0 0,0-1 1,0 1-1,0-1 0,0 0 1,0 0-1,0 0 0,5-1 1,3 1-553,0-1 0,0 0 0,0 0 1,0-1-1,11-4 0,-13 2-563,1-1 1,-1 0-1,0 0 1,-1-1-1,1 0 0,-1-1 1,0 0-1,7-9 1,20-25-6506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43.8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1 6323,'0'0'11765,"-74"11"-11765,94 0-928,7-2-929,0-4-2401,14-5-1617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44.1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163 1 8580,'0'0'10437,"-14"25"-7046,-47 86-1009,52-92-1894,2 0 0,1 0-1,0 0 1,1 0 0,1 1 0,1 0 0,1 0-1,1 0 1,0 0 0,4 31 0,-2 1-492,0-34-563,-3 30 425,-8-32-4832,9-15 4260,0-1 0,-1 1 0,1-1 0,0 1 0,0-1 0,0 0 0,-1 0 0,1 0 0,0 1 0,0-1 0,-1 0 0,1-1 0,0 1 0,0 0 0,-1 0 0,-1-1 0,-10-5-7439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44.45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66 8020,'0'0'6291,"25"0"-2138,404 2 3238,-392-1-7283,45 0 4,-77-2-113,1 1 0,-1-1 0,0 0 0,1 0 0,-1 0 0,0-1 0,0 0 0,0 0 0,0 0 0,0 0 0,6-6 0,-10 8-12,0 0 1,-1 0 0,1-1 0,0 1 0,-1-1 0,1 1-1,0-1 1,-1 1 0,1-1 0,-1 1 0,1-1 0,-1 1-1,1-1 1,-1 0 0,0 1 0,1-1 0,-1 0 0,0 1-1,1-1 1,-1 0 0,0 1 0,0-1 0,0 0-1,1 0 1,-1 1 0,0-1 0,0 0 0,0 0 0,0 1-1,-1-1 1,1 0 0,0 0 0,0 1 0,0-1 0,0 0-1,-1 1 1,1-1 0,0 0 0,-1 1 0,1-1 0,-1 0-1,1 1 1,0-1 0,-1 1 0,1-1 0,-1 0 0,0 1-1,1 0 1,-1-1 0,1 1 0,-1-1 0,0 1 0,1 0-1,-1-1 1,0 1 0,1 0 0,-1 0 0,0-1-1,0 1 1,1 0 0,-1 0 0,0 0 0,0 0 0,0 0-1,-54-9-268,52 9 265,-7-1-21,-6-1 54,-1 1 0,1 0 1,0 2-1,0 0 0,-22 4 1,35-5 8,1 1 1,-1-1-1,1 1 1,-1 0 0,1 0-1,0 0 1,-1 0 0,1 0-1,0 1 1,0-1-1,-1 1 1,1 0 0,0-1-1,1 1 1,-1 0-1,0 0 1,1 0 0,-1 0-1,1 1 1,-1-1 0,1 0-1,0 1 1,0-1-1,0 1 1,0-1 0,1 1-1,-1-1 1,0 1 0,1-1-1,0 1 1,0 0-1,0-1 1,0 1 0,0-1-1,0 1 1,1 0 0,-1-1-1,1 1 1,0-1-1,0 1 1,1 2 0,0 0-27,0 1 1,0-1 0,1 0 0,0 1 0,0-1 0,0-1 0,0 1-1,1 0 1,0-1 0,0 0 0,0 0 0,1 0 0,-1 0-1,1-1 1,0 0 0,0 0 0,0 0 0,9 4 0,-5-4-580,0 0 0,0 0 0,0-1 1,15 2-1,-13-3-1579,-1 0 0,0-1 0,21-2 0,2-6-5880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45.0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25 8052,'0'0'17136,"6"6"-15381,-4-4-1632,11 12 806,0 1 0,13 20 1,-23-27-1071,-3-8 103,0 1 0,1-1 0,-1 0 0,0 1-1,0-1 1,1 0 0,-1 1 0,0-1 0,0 0 0,1 0 0,-1 1 0,0-1 0,1 0-1,-1 0 1,0 0 0,1 1 0,-1-1 0,0 0 0,1 0 0,-1 0 0,1 0 0,-1 0 0,0 0-1,1 0 1,-1 0 0,1 0 0,-1 0 0,0 0 0,1 0 0,-1 0 0,1 0 0,-1 0 0,0 0-1,1 0 1,-1 0 0,0-1 0,1 1 0,-1 0 0,1 0 0,12-2-332,0 0 1,0 0-1,0-1 1,0-1-1,-1 0 1,1-1-1,-1 0 1,21-12-1,-18 8 75,1 1 0,0 2-1,0-1 1,34-7 0,-49 14 471,-1 1 0,1-1 0,0 1 0,-1 0 0,1-1 1,-1 1-1,1-1 0,-1 1 0,1 0 0,-1 0 0,0-1 1,1 1-1,-1 0 0,0 0 0,0-1 0,0 1 0,1 0 1,-1 0-1,0-1 0,0 1 0,0 0 0,0 0 0,0 0 0,0 0 1,-1 1-1,1 32 679,0-26-424,2-7-425,1 0 0,-1-1-1,0 1 1,1-1 0,-1 1-1,1-1 1,-1 0 0,1 0-1,-1 0 1,4-1-1,-2 1 3,12-2-244,1-1 0,-1 0-1,1-1 1,-1-1 0,0 0 0,19-10 0,14-4-480,45-10 81,-92 28 1587,-2 39 2498,0-26-3253,-1 14-4059,1-25 3314,0 0 0,-1 0 1,1 0-1,0 0 1,-1 0-1,1 0 0,-1 0 1,1 0-1,-1 0 1,1 0-1,-1 0 0,0 0 1,1-1-1,-1 1 0,0 0 1,0-1-1,0 1 1,1 0-1,-3 0 0,-11 4-11601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45.80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237 25 384,'0'0'8217,"1"-3"-6728,1-7 158,-5 1 4970,-9 7-1156,-1 2-5870,10 0-277,-9 0 964,1 1-1,0 1 1,0 0 0,0 0 0,0 2 0,1-1 0,-1 1-1,1 0 1,0 1 0,0 1 0,0-1 0,1 1 0,-14 12 0,23-18-265,-1 1 0,0-1 1,0 1-1,0-1 0,1 1 1,-1 0-1,0-1 1,1 1-1,-1 0 0,1 0 1,-1-1-1,1 1 1,-1 0-1,1 0 0,-1 0 1,1 0-1,0 0 1,-1-1-1,1 1 0,0 0 1,0 0-1,0 0 0,0 0 1,0 0-1,0 0 1,0 1-1,1-1-8,0 0 1,-1 0-1,1 0 1,0 0-1,0-1 0,0 1 1,0 0-1,0-1 0,0 1 1,0-1-1,0 1 0,0-1 1,1 1-1,-1-1 1,0 0-1,0 1 0,2-1 1,60 2-90,-57-2 96,11 0-113,-7-1-66,1 1-1,-1 0 1,1 1 0,-1 0 0,16 5 0,-26-6 165,0 0 1,0 0-1,1 0 0,-1 1 1,0-1-1,0 0 0,0 0 1,0 0-1,0 0 0,0 1 1,0-1-1,0 0 0,0 0 1,0 0-1,0 0 0,0 1 1,0-1-1,0 0 1,0 0-1,0 0 0,0 1 1,0-1-1,0 0 0,0 0 1,0 0-1,0 0 0,0 1 1,0-1-1,0 0 0,0 0 1,-1 0-1,1 0 0,0 0 1,0 1-1,0-1 1,0 0-1,0 0 0,0 0 1,-1 0-1,1 0 0,0 0 1,0 0-1,0 1 0,0-1 1,-1 0-1,1 0 0,0 0 1,0 0-1,0 0 0,0 0 1,-1 0-1,1 0 0,0 0 1,0 0-1,-14 5 72,0 0-1,0 0 0,-24 3 1,29-7-15,-1 1 0,0 0 0,1 0 0,-1 1 0,1 0 0,0 1 0,0-1 0,0 2 0,1 0 0,-1 0 0,1 0 0,0 1 1,-8 7-1,15-11-1141,-3 3 2118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1:53.8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1 147 688,'0'0'7438,"12"-10"-6776,40-35 250,-48 42-722,-1 0-1,1 0 1,0 1 0,0 0-1,0 0 1,0 0-1,0 0 1,0 0-1,0 1 1,1 0-1,-1 0 1,0 0-1,1 1 1,-1-1-1,1 1 1,-1 0-1,1 0 1,6 1-1,9 0 847,-18-1-944,0 1-1,0-1 1,1 0 0,-1 1-1,0-1 1,0 1-1,0 0 1,-1-1-1,1 1 1,0 0 0,0 0-1,0 0 1,-1 0-1,1 1 1,0-1-1,-1 0 1,1 1 0,-1-1-1,2 3 1,1 1 127,-1 0 0,0 1 1,0-1-1,-1 0 0,0 1 0,4 10 1,-2 1 176,-1 1 0,0-1 0,0 34 1,-4-27 36,-2-30 316,0-38-322,4 35-437,0 1 0,1 0 0,0 0-1,0 0 1,0 0 0,1 0 0,1 1 0,-1-1 0,1 1 0,1 0 0,-1 0 0,1 0 0,0 1 0,1 0 0,-1 0 0,1 0 0,8-5 0,-4 2-2,1 0-1,1 1 0,0 0 1,0 1-1,0 1 0,1 0 1,-1 0-1,2 1 0,19-5 1,-31 10 18,0-1 1,0 0-1,0 1 1,0-1-1,0 1 1,0 0-1,0 0 1,0 0-1,0 0 0,0 0 1,0 0-1,0 0 1,-1 0-1,1 1 1,0-1-1,0 1 1,0-1-1,0 1 1,0 0-1,-1 0 1,1 0-1,0 0 1,-1 0-1,1 0 1,0 1-1,-1-1 1,0 0-1,1 1 1,-1-1-1,1 2 0,0 3 136,0 0-1,-1-1 0,0 1 0,0 0 0,0 0 0,-1 0 0,0 0 1,-1 8-1,1 5 410,0-5 11,0 0-1,0 0 1,-1 0-1,-1-1 1,0 1 0,-1 0-1,-9 23 1,12-36-661,0-1 0,0 0 0,0 0 0,0 0-1,0 1 1,0-1 0,0 0 0,0 0 0,0 1 0,0-1 0,0 0 0,0 0 0,0 1 0,0-1 0,0 0 0,0 0 0,0 1 0,0-1 0,0 0 0,0 0 0,0 1 0,0-1 0,1 0 0,-1 0-1,0 0 1,0 1 0,0-1 0,0 0 0,0 0 0,1 0 0,-1 1 0,0-1 0,0 0 0,0 0 0,1 0 0,-1 0 0,0 0 0,0 0 0,1 0 0,-1 1 0,0-1 0,0 0 0,1 0-1,-1 0 1,0 0 0,0 0 0,1 0 0,-1 0 0,16 0-4774,-12-1 3048,17 1-8383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00.5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1 129 7299,'0'0'11424,"16"-13"-10338,9-6-546,2 0-1,40-21 1,-56 34-443,0 1 0,1 0 0,0 0 0,0 1 0,0 1 0,0 0 0,0 1 0,1 0 0,-1 1 0,1 0 0,15 1 0,-25 1-97,-1 0 1,0 0-1,1 0 0,-1 0 1,0 1-1,0-1 1,0 0-1,0 1 0,0 0 1,-1-1-1,1 1 1,0 0-1,-1 0 1,1 0-1,-1 0 0,0 0 1,0 0-1,0 1 1,0-1-1,0 0 1,0 0-1,0 1 0,-1-1 1,1 1-1,-1 2 1,9 72 3,-8-65 2,0 0 2,0 1 0,0-1 0,-1 0 0,-1 1 0,0-1 0,-1 0 0,0 0 0,-1 0 0,-1 0 0,1 0 0,-2-1 0,0 1 0,0-1 0,-1 0 0,0-1 0,-1 1 0,-11 13 0,-2-2 74,-33 32-1,47-48-83,-1-1 0,0 1-1,0-2 1,0 1 0,0-1 0,-1 0 0,1 0-1,-1-1 1,0 0 0,-11 2 0,17-5 3,1 1 0,0-1 0,-1 0 0,1 0 0,-1-1 1,1 1-1,0 0 0,-1 0 0,1-1 0,-1 1 0,1-1 0,0 1 0,0-1 1,-1 1-1,1-1 0,0 0 0,0 0 0,0 0 0,-1 0 0,1 0 1,0 0-1,0 0 0,1 0 0,-1 0 0,0 0 0,0 0 0,0 0 0,1-1 1,-1 1-1,1 0 0,-1-1 0,1 1 0,-1 0 0,1-1 0,0 1 0,-1-3 1,0-8-16,-1 0 1,2 0 0,0-18 0,0 15-3,0 13 8,0-1-1,1 0 1,-1 0-1,0 1 0,1-1 1,0 0-1,0 1 1,-1-1-1,1 1 1,1-1-1,-1 1 1,0-1-1,1 1 1,-1 0-1,1-1 1,0 1-1,0 0 1,0 0-1,3-3 1,0 2 18,0 0 0,0 0 0,0 1 0,0 0 0,0-1 1,1 2-1,-1-1 0,1 1 0,7-2 0,-1 2 209,0 0 0,0 0 0,1 1 0,-1 1 0,0 0 0,0 1 0,0 0 0,0 1 0,11 4 0,1 2 157,0 0 0,1-2 1,0-1-1,0 0 0,0-2 0,1-1 0,37-1 0,-11-2-6741,-1 0-4053,-19 0 2516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01.3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9 6003,'0'0'10106,"8"10"-8284,-8-10-1821,8 10 583,1 0 0,-2 1 0,0 1 0,0-1 1,-1 1-1,0 0 0,4 14 0,-6-10-158,5 34 386,-9-50-812,2-11-1283,5-2 1118,1 0 0,0 0 0,0 1 0,2 0 0,-1 1 0,1 0 0,1 1 0,0 0 0,0 0 0,1 1 0,0 0 0,1 1 0,0 1 0,0 0 0,0 1 0,1 0 0,17-4 0,-30 10 239,-1 0 0,1 0 1,0 0-1,-1 0 0,1 0 0,0 0 0,-1 0 0,1 0 0,0 0 0,-1 0 0,1 0 0,0 1 0,-1-1 0,1 0 0,0 0 0,-1 1 0,1-1 1,-1 1-1,1-1 0,-1 0 0,1 1 0,-1-1 0,1 1 0,-1-1 0,1 1 0,-1 0 0,1-1 0,-1 1 0,0-1 0,1 1 0,-1 0 1,0 0-1,6 32 1456,-6-22-1054,-1 0-1,0-1 1,-1 1-1,-3 15 1,-1-8 2113,7-9-8058,0-9 4662,1 0-1,-1 1 1,0-1 0,1 0 0,-1 0 0,1 0-1,-1 0 1,0 0 0,1 0 0,-1-1 0,0 1 0,1 0-1,-1-1 1,0 1 0,1-1 0,-1 1 0,0-1-1,2-1 1,35-12-6919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01.5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600 1 8180,'0'0'14836,"-24"23"-12366,-8 9-1823,3-2 73,-1-2 0,-53 39 0,-160 131 715,95-51-3980,138-136 1234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01.8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61 2 8196,'0'0'14508,"10"0"-14137,6-1-137,-5 0-109,-1 1-1,1 0 1,0 1-1,-1 0 1,1 1-1,13 3 1,-22-4-119,1 0 0,-1 0 0,0 0 1,0 0-1,0 0 0,0 0 0,0 1 0,0-1 1,0 1-1,-1 0 0,1-1 0,0 1 0,-1 0 1,0 0-1,1 0 0,-1 0 0,0 0 0,0 0 1,0 0-1,0 1 0,0-1 0,-1 0 0,1 0 1,-1 1-1,1-1 0,-1 1 0,0-1 0,0 0 1,0 1-1,0-1 0,0 0 0,-1 1 0,1-1 1,-1 0-1,1 1 0,-1-1 0,-1 3 1,0 1 21,-1 0 0,1-1 0,-1 1 0,0-1 0,-1 0 1,1 0-1,-1 0 0,0 0 0,0-1 0,-1 1 0,-5 3 1,-61 44 764,37-30-409,0 7-103,32-28-269,0 1-1,0 0 1,0-1 0,0 1 0,1 0 0,-1 0 0,1 0 0,0 0 0,-1 1 0,1-1 0,0 0 0,0 1 0,-1 4 0,26-7-89,21 0 178,69-10 1,-34-9-2484,-65 14 257,-1 0 0,1-2-1,14-9 1,1-5-7879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02.25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0 944,'0'0'9826,"15"0"-5939,85 0 3686,-32 0-5661,-21 0-5024,-16 0-6305,-62 0 3535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02.4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5250,'7'116'3154,"6"-116"1136,15 0-961,-1 0-1408,7 0-848,13-12-609,-13 1-464,13 0-896,-6-3-3426,-1-6-3794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02.9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6643,'0'0'13806,"5"0"-12314,-4 0-1426,1 0 0,-1 0 0,1 0 0,0 0 1,-1 0-1,1 1 0,-1-1 0,1 1 0,-1-1 0,1 1 1,-1 0-1,1-1 0,-1 1 0,0 0 0,0 0 0,1 0 1,-1 0-1,0 0 0,0 0 0,0 0 0,2 3 0,2 2 408,-1 0 0,0 1 0,0-1 0,6 15 0,-5-8 57,-1 0 0,0 0 0,0 0 0,-2 1 0,3 23 0,16-37-1118,-13-1 500,0-1-1,0 0 1,0 0 0,0-1-1,0 0 1,0 0-1,0-1 1,9-5 0,22-11-149,-6 6 110,10-6 173,-16 15 3028,-27 40-684,0 21-4186,0-38-2463,0-1-3333,0-3-114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05.26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150 0 2369,'0'0'12555,"-9"22"-11029,3-9-1266,-14 35 1182,-40 70-1,53-107-1322,0 0 0,1 1 0,0 0 1,0 0-1,2 0 0,-1 1 0,2 0 0,0 0 0,0 0 1,1 0-1,0 14 0,3-26-120,1-1 0,-1 1 0,0-1 0,1 1 0,-1-1 0,1 0 0,-1 1 0,1-1 0,-1 0 0,1 0 0,0 0 0,-1 0 0,1 0 0,2-1 0,1 1 0,56-3 46,-1-3 1,113-26-1,-172 32-287,0 0-1,0 0 1,0 0-1,0 0 1,0 0-1,1-1 1,-1 1-1,0 0 1,0-1-1,0 1 1,0-1-1,0 1 1,0-1-1,-1 0 1,1 1-1,0-1 1,0 0-1,0 0 1,-1 1 0,1-1-1,0 0 1,-1 0-1,1 0 1,0 0-1,-1 0 1,1 0-1,-1 0 1,0 0-1,1 0 1,-1 0-1,0 0 1,1-2-1,0-3-2584,0-8-3997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05.4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96 1 9861,'0'0'6563,"-61"146"-3730,47-98-1489,1-5-911,13-5-353,-7-2-80,7-4-641,0-5-911,0-5-2674,0-3-2353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06.36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53 1072,'0'0'8066,"5"-8"-6378,-4 5-1244,16-25 621,-17 27-883,1 0-1,0 0 1,0 0 0,0 0 0,0 0 0,0 0 0,0 1 0,0-1 0,0 0-1,0 1 1,0-1 0,0 0 0,0 1 0,0-1 0,0 1 0,1 0 0,-1-1-1,0 1 1,0 0 0,1 0 0,-1 0 0,0 0 0,0 0 0,1 0-1,-1 0 1,2 1 0,-2-1-80,0 1 0,0 0 0,0 0 0,0 0 0,0 0 0,0 0 0,0 0 0,-1 0 0,1 0 0,0 0 0,-1 0 0,1 0 0,-1 0 0,1 1 0,-1-1 0,0 0 0,1 0 0,-1 1 0,0-1 0,0 0 0,0 2 0,1 34 1037,-1-29-709,0 129 1720,-14-104-2001,14-33-215,9-39-1903,2 21 1722,1 1-1,0 0 1,1 1 0,1 0 0,1 1-1,0 0 1,1 1 0,29-19 0,-26 26 684,-10 13 628,-8 31 1472,-2-19-1833,-13 78-71,15-95-1052,0 0 1,-1-1 0,1 1 0,0-1 0,0 1 0,-1-1 0,1 1 0,0-1 0,0 1 0,0-1 0,-1 0 0,1 0 0,0 1 0,0-1 0,0 0 0,0 0 0,0 0 0,0 0-1,0 0 1,0 0 0,-1 0 0,1 0 0,0 0 0,0-1 0,1 1 0,6-1-1886,29 1-6178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06.6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651 0 9700,'0'0'13577,"-11"9"-12389,-15 12-423,-429 350 2800,452-368-3578,-30 24-180,1 2 0,2 1 0,-28 34 0,56-58-1138,2-19-20770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07.0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191 1 5891,'0'0'16090,"-11"16"-14455,-134 165 1991,141-177-3627,1-1 1,0 0 0,0 1-1,1 0 1,-1 0-1,1 0 1,0 0-1,-1 0 1,2 0 0,-1 0-1,1 1 1,-1-1-1,1 0 1,0 1-1,1-1 1,-1 1 0,1 0-1,0 5 1,1-9-37,1 0-1,0-1 1,0 1 0,-1-1 0,1 1-1,0-1 1,-1 0 0,1 0 0,0 0-1,0 0 1,0 0 0,2-1 0,-1 1-31,62 0-85,-1-3 1,1-3 0,71-16 0,-135 22 18,1 0-1,0-1 1,0 1-1,-1 0 0,1-1 1,0 1-1,-1-1 1,1 0-1,-1 0 0,1 0 1,-1 0-1,1 0 1,-1 0-1,1 0 1,-1 0-1,0 0 0,0 0 1,0-1-1,2-1 1,1-23-9295,-4 13 2551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07.2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0 11253,'0'0'8884,"-74"133"-5554,53-90-1377,15-4-705,6-8-800,0-1-384,0-3-64,0-9-1136,27-5-1137,7-6-2577,13-7-4787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07.6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23 4722,'0'0'16520,"156"-21"-15288,-108 21-623,-8-2-241,8 2-304,-21 0-64,-14 0-208,-6 0-1233,-14 2-6723,-20 10 1601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07.81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45 9380,'0'0'14375,"136"3"-13463,-82-3-560,-7-5-352,1-6-768,-8-3-3138,1-4-4257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08.4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3410,'0'0'12045,"4"0"-9977,10 1-1167,-1-1 0,1 2 0,0-1 0,-1 2 0,1 0 1,21 8-1,-31-9-849,0-1-1,0 1 1,0 0 0,0 0 0,0 0 0,-1 1 0,1-1-1,-1 1 1,0 0 0,0 0 0,0 0 0,0 0 0,0 0-1,-1 1 1,1-1 0,-1 1 0,0 0 0,0 0 0,0-1-1,-1 1 1,0 1 0,1-1 0,-1 0 0,-1 0 0,1 0-1,0 7 1,-1-5-20,-5 41 263,5-45-289,-1-1 1,1 0-1,-1 1 1,1-1-1,-1 0 1,0 0-1,0 1 1,0-1-1,0 0 0,0 0 1,0 0-1,0 0 1,0 0-1,0 0 1,0 0-1,0-1 1,-1 1-1,1 0 1,0-1-1,-1 1 0,1-1 1,0 1-1,-1-1 1,1 1-1,-1-1 1,1 0-1,-1 0 1,1 0-1,-3 0 0,3 0-51,4-34-614,-1 28 596,1-1-1,0 1 0,1 0 1,0 1-1,0-1 1,0 1-1,0-1 0,1 1 1,0 0-1,0 1 1,0-1-1,0 1 0,12-6 1,-5 2 30,0 2 1,1 0-1,0 0 0,0 1 1,26-7-1,-38 12 149,1 0 0,-1 0 0,0 0 0,0 0 1,0 0-1,1 1 0,-1-1 0,0 0 0,0 1 0,0-1 0,0 1 0,0-1 0,0 1 0,0-1 0,0 1 0,0 0 0,0-1 0,0 1 0,0 0 0,0 0 0,0 0 0,-1 0 0,1-1 0,0 1 0,-1 0 0,1 1 0,-1-1 0,1 0 1,-1 0-1,1 0 0,-1 0 0,0 0 0,1 0 0,-1 1 0,0-1 0,0 0 0,0 0 0,0 0 0,0 2 0,0 64 2577,-1-47-2003,1-1-403,1-13-1053,-1-1 0,0 0 1,0 1-1,0-1 0,-1 0 1,-2 9-1,3-13-130,-1 1 0,0 0 0,1-1 0,-1 1 0,0-1-1,0 0 1,0 1 0,0-1 0,0 0 0,-1 1 0,1-1 0,0 0-1,-1 0 1,-2 2 0,-9 6-9853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12.5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81 3 2817,'0'0'10194,"-3"-1"-9873,-1 0 0,1 1 0,-1 0 0,1 0-1,-1 0 1,1 0 0,-8 1 0,8 0-255,0 1-1,0-1 1,0 1 0,1 0 0,-1 0 0,0 0 0,1 0 0,-1 1-1,1-1 1,0 0 0,-1 1 0,1 0 0,1 0 0,-1-1-1,0 1 1,1 0 0,-2 4 0,2-5-36,1 0 0,-1 0 1,1 0-1,-1 1 0,1-1 0,0 0 1,0 0-1,0 0 0,0 0 0,0 1 1,1-1-1,-1 0 0,1 0 0,-1 0 1,1 0-1,0 0 0,0 0 0,0 0 1,0 0-1,0 0 0,0-1 0,1 1 1,-1 0-1,0-1 0,1 1 0,-1-1 1,1 1-1,3 1 0,22 18-20,0 1 0,-2 0 0,0 2 0,26 34-1,-42-47-7,-1 0 0,-1 1 0,1 0 0,-2 1-1,0-1 1,0 1 0,-1 0 0,-1 1 0,0-1 0,-1 1-1,0 0 1,-2 0 0,2 16 0,-3-25-5,0 0 0,0-1 0,0 1 1,-1 0-1,1-1 0,-1 1 0,0 0 0,-1-1 0,-2 8 1,2-9 2,0-1 1,0 0 0,0 0 0,0 0 0,0 0 0,-1 0-1,1 0 1,-1-1 0,1 1 0,-1-1 0,1 0 0,-1 1-1,0-1 1,0-1 0,1 1 0,-1 0 0,-4 0-1,-55 7-102,60-8 88,-1 1 1,1-1-1,0 0 1,-1 0-1,1 0 1,0 0-1,-1-1 1,1 1-1,0-1 1,-1 1-1,1-1 1,0 0-1,0 0 1,0 0-1,0 0 1,0 0-1,0 0 1,0-1-1,0 1 1,0-1-1,0 1 1,1-1-1,-1 0 1,-1-2-1,1-4 13,0-1-1,1 0 1,1 0 0,-1 0-1,1 0 1,1 0-1,-1 0 1,2 1 0,-1-1-1,1 0 1,0 0-1,1 1 1,0-1 0,1 1-1,-1 0 1,1 0-1,1 0 1,8-11 0,9-6 231,0 0 0,49-40 0,-44 42 899,46-51 0,-71 72-1010,0 0 0,0 0 1,0-1-1,-1 1 1,1-1-1,-1 1 0,1-1 1,-1 1-1,0-1 0,0 0 1,0 0-1,0 1 1,0-1-1,-1 0 0,1 0 1,-1 0-1,0 0 1,0 0-1,-1-5 0,0 6-68,0 0 0,0 0-1,0 0 1,0 1 0,0-1-1,-1 0 1,1 1 0,-1-1 0,0 0-1,1 1 1,-1 0 0,0-1-1,0 1 1,0 0 0,0 0-1,0 0 1,0 0 0,0 1-1,0-1 1,0 0 0,0 1 0,0 0-1,-1-1 1,-1 1 0,-17-2-246,1 0 1,-29 2-1,20 1-11110,46-1 3150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13.2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3009,'0'0'14362,"2"13"-12588,4 37 511,0 60 0,-6-110-2283,0 0 0,0 0 0,0 1 0,0-1 0,0 0 0,0 0 0,0 1 0,0-1 0,0 0 0,0 1 1,0-1-1,1 0 0,-1 0 0,0 1 0,0-1 0,0 0 0,0 0 0,1 0 0,-1 1 0,0-1 0,0 0 0,0 0 0,1 0 0,-1 0 0,0 1 0,0-1 1,1 0-1,-1 0 0,0 0 0,1 0 0,-1 0 0,0 0 0,0 0 0,1 0 0,-1 0 0,0 0 0,0 0 0,1 0 0,-1 0 0,0 0 0,1 0 0,-1 0 1,0 0-1,0 0 0,1 0 0,-1 0 0,0-1 0,0 1 0,1 0 0,-1 0 0,0 0 0,0 0 0,1-1 0,-1 1 0,0 0 0,0 0 0,0 0 0,0-1 1,1 1-1,-1 0 0,0 0 0,0-1 0,0 1 0,0 0 0,0 0 0,0-1 0,0 1 0,16-17-22,-4 3-41,0 0 0,1 1 0,1 0 1,0 1-1,24-16 0,-29 22 114,1 1 1,-1 0-1,1 0 0,0 1 0,0 0 1,0 1-1,1 0 0,0 0 1,-1 1-1,22-1 0,-31 42 1599,-5 27 352,1-2-3944,12-61-6360,9-3 1169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13.63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659 1 5314,'0'0'14466,"-2"10"-12311,-3 4-1632,0 0 0,-1 1 0,0-2 0,-1 1 0,-1-1-1,0 0 1,-14 16 0,-81 89 1368,79-92-1618,-199 196 1183,89-93-1170,125-120-271,-2 1-8,0 0-1,1 0 1,1 1 0,0 0-1,0 1 1,1 0 0,0 0-1,-11 27 1,17-35-2970,3-22-250,5-28-9718,-5 26 3732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16.22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129 20 1457,'0'0'11680,"1"-4"-9511,-1 4-2054,0-1-1,0 1 1,0-1 0,1 1 0,-1-1 0,0 1 0,0-1 0,0 0 0,-1 1 0,1-1 0,0 1-1,0-1 1,0 1 0,0-1 0,0 1 0,-1-1 0,1 1 0,0-1 0,0 1 0,-1-1-1,1 1 1,0 0 0,-1-1 0,1 1 0,-1-1 0,1 1 0,0 0 0,-1-1 0,1 1 0,-1 0-1,1 0 1,-1-1 0,1 1 0,-1 0 0,1 0 0,-1 0 0,1-1 0,-1 1 0,1 0-1,-1 0 1,1 0 0,-1 0 0,0 0 0,1 0 0,-1 0 0,0 1 0,-4-1 188,-1 0 1,1 1-1,0-1 1,-1 1-1,1 1 1,-8 2-1,6-1-208,0 0 0,0 0 0,1 0 0,-1 1 0,-7 6 0,12-9-56,1 0-1,-1 1 1,0-1 0,1 1 0,-1-1-1,1 1 1,0-1 0,-1 1 0,1 0-1,0 0 1,0 0 0,0 0 0,0 0 0,1 0-1,-1 0 1,0 0 0,1 0 0,-1 2-1,1-1-46,1-1 0,-1 1 0,1 0 0,-1-1 0,1 1 0,0-1 0,0 1 1,0-1-1,0 1 0,0-1 0,1 0 0,-1 1 0,1-1 0,-1 0 0,1 0 0,0 0 0,3 3 0,44 28-207,-12-10 18,-30-17 141,0 0 0,-1 0 0,0 0 0,0 1 0,0 0 0,-1 0-1,1 1 1,-2-1 0,1 1 0,-1 0 0,-1 1 0,1-1 0,-1 0-1,-1 1 1,0 0 0,0 0 0,0 0 0,-1 0 0,-1 0 0,1 0-1,-2 11 1,0-18 67,1 1-1,-1-1 1,0 1-1,0-1 1,0 0-1,0 1 1,0-1-1,0 0 1,-1 0-1,1 1 1,-1-1-1,0-1 1,0 1-1,1 0 1,-1 0-1,0-1 1,0 1-1,-1-1 1,1 1-1,0-1 1,0 0-1,-1 0 1,1 0-1,-4 1 1,2 0 22,-1 0 1,0-1-1,0 0 1,1 0-1,-1 0 1,0 0 0,0-1-1,0 1 1,0-1-1,0 0 1,0-1 0,-8-1-1,12 1-27,0 0-1,0 1 0,1-1 0,-1 0 1,0 0-1,1 0 0,-1 0 1,1 0-1,-1 0 0,1 0 1,0 0-1,-1 0 0,1 0 1,0 0-1,0 0 0,-1 0 0,1-1 1,0 1-1,0 0 0,0 0 1,1-2-1,1-28 30,-2 27-40,3-12 5,1 1 0,0-1 1,1 1-1,1 0 0,1 0 0,0 1 1,13-21-1,-11 21 71,-1 0-1,-1-1 1,0 0 0,0 0 0,-2 0 0,0-1-1,4-24 1,-1-19 1581,-30 66-993,20-5-842,0 0 1,0-1 0,-1 1-1,1 0 1,0 0 0,0 0-1,1 0 1,-1 0 0,0 1-1,-2 3 1,6 7-4654,18-8-2011,17-5-1533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16.62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55 2625,'0'0'19769,"183"-25"-18712,-122 16-385,0 0-272,-14 4-224,-6 1-160,-14 2-16,-20 2-128,-14 0-6243,-27 6 881,-6 8-1425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16.76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60 4226,'0'0'9412,"122"2"-7539,-74-2-960,-8-7-721,1-7-192,6-1-1873,-6-10-3794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17.5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12 6067,'0'0'7910,"23"-2"-5762,7 0-1493,79-3 1905,-108 5-2459,1 0 0,-1 0 1,0 0-1,1 1 1,-1-1-1,0 0 0,1 1 1,-1-1-1,0 1 1,0-1-1,1 1 0,-1 0 1,0-1-1,0 1 1,0 0-1,0 0 0,0 0 1,0 0-1,0 0 1,0 0-1,0 0 0,0 0 1,-1 0-1,2 3 1,0 1 46,0-1 0,-1 1 0,1-1 0,-1 1 0,-1 0 0,1 0 0,0 7 0,-1 3 43,-1-1 0,-1 1 0,1-1 0,-7 21 0,-11 12 154,18-44-294,-1 0 1,1-1 0,-1 1 0,0-1 0,0 1 0,1-1 0,-2 0 0,1 0 0,0 0-1,0 0 1,-1 0 0,1 0 0,-1 0 0,-2 1 0,4-3 44,1-12 27,1 6-148,0 0 0,0 0 0,1 0 0,0 0 1,0 1-1,0-1 0,1 0 0,0 1 0,0-1 1,0 1-1,1 0 0,0 0 0,0 1 1,0-1-1,6-4 0,8-8-278,1 1 1,31-21-1,-33 27 315,0 1 0,0 0 0,0 2 0,1 0-1,0 1 1,1 0 0,-1 2 0,1 0 0,0 1 0,37 0 0,-55 24 1650,-1 120 4207,0-138-7058,-1 0-1,-1-1 1,1 1 0,0 0-1,0-1 1,-1 1-1,0-1 1,1 0 0,-1 1-1,-4 3 1,-2 5-7436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21.6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26 18 5651,'0'0'8697,"-5"-2"-7352,1 1-1343,-13-6 2163,20 5 34,16 1 584,-16 1-2653,0 0 0,1 0 0,-1 1 0,0-1 0,0 1 0,1 0 0,-1 0-1,0 0 1,0 1 0,0-1 0,0 1 0,0 0 0,-1 0 0,1-1 0,0 2-1,2 2 1,0 0 7,0 0 0,-1 1 0,0 0 0,-1-1-1,1 2 1,-1-1 0,4 10 0,-1 0 13,-2 1 1,0-1-1,0 1 0,-2 0 1,2 32-1,-5-49-142,1 1-1,-1-1 0,1 1 1,-1-1-1,1 0 1,-1 1-1,0-1 1,1 1-1,-1-1 1,1 0-1,-1 0 1,0 1-1,1-1 1,-1 0-1,0 0 1,1 0-1,-1 0 1,0 0-1,1 0 1,-1 0-1,0 0 1,1 0-1,-1 0 1,0 0-1,1 0 1,-1 0-1,1-1 0,-1 1 1,0 0-1,1 0 1,-1-1-1,1 1 1,-1 0-1,0-1 1,1 1-1,-1-1 1,1 1-1,-1-1 1,1 1-1,0-1 1,-1 1-1,1-1 1,-1 1-1,1-1 1,0 1-1,0-1 1,-1 0-1,1 1 1,0-1-1,0 0 1,0 1-1,0-1 0,-1 0 1,1 1-1,0-2 1,1-1-8,-1-1 0,1 1 0,0 0 0,-1 0 0,1 0 0,1 0 0,-1 0 0,0 0 0,1 0 0,-1 0 0,1 1 0,0-1 0,0 0 0,0 1 0,0 0 0,1-1 0,3-2 0,52-34-44,-42 29 43,7-5-24,0 2 1,0 1 0,2 0-1,-1 2 1,1 1 0,1 1 0,0 1-1,0 1 1,39-3 0,-64 8 26,0 1 1,0 0-1,0 1 1,0-1-1,0 0 1,0 0-1,0 0 1,0 1-1,0-1 1,0 0-1,0 1 1,0-1-1,0 1 1,-1-1-1,1 1 1,0-1-1,0 1 1,0 0-1,-1 0 1,1-1-1,0 1 1,-1 0-1,1 0 1,0 0-1,-1-1 1,1 1-1,-1 0 1,0 0-1,1 0 1,-1 0-1,0 0 1,1 0-1,-1 0 1,0 2-1,0 43 648,-1-25-77,0-12-258,0-1 0,0 1 1,-1-1-1,0 0 0,0 1 1,-6 9-1,5-9-38,0 0-1,0 0 1,0 0-1,1 0 1,1 0-1,-1 15 1,-15-24-15764,-7 0 5738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25.88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0 3970,'0'0'11229,"2"8"-10146,2 15-603,-1 0 0,-1-1 0,-1 1 0,0 0 0,-5 28 0,2 14-1,2 64 146,8 525 1116,4-521-1619,46 209-1,1 0-35,-38-103 148,11 75-7,4 114-167,-31 1 74,-6-360-98,16 764 732,-2-174-544,-13 1163 133,13-1351-316,-13-320 12,-11 492 384,7-250-188,6-219-183,18 193 11,-7-192-50,6 71-7,10 304 51,-22 1020 1226,-40-979-1188,-2 115 78,18-359 502,6-182-402,-2 316 858,6-260-286,1-205-288,0 113 85,-26 157 1,22-219-599,7-44 2,-7 83-29,10-105-87,0-5-266,0 0 217,0 0 0,0 1 0,1-1 0,-1 0 0,1 0-1,2-5 1,-3 8-51,7-45-4187,-6 16-5435,-1 16 1374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26.3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3 800,'0'0'11403,"-14"-3"-1695,16 19-9304,1 0 0,1 0-1,0 0 1,0-1-1,2 1 1,0-1 0,1 0-1,8 13 1,16 38 432,-19-32-517,-7-18-175,1 0 0,1 0 0,0-1-1,0 0 1,2 0 0,12 16 0,-17-26-1348,7 7 3787,-7-12-6207,-3-8-8690,-1-5 5330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26.7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171 1 4162,'0'0'15466,"0"0"-15292,1 0 1,-1 0 0,1 0-1,0 0 1,-1 0 0,1 0 0,-1 0-1,1 0 1,0 0 0,-1 0-1,1 0 1,-1 1 0,1-1-1,-1 0 1,1 0 0,-1 1-1,1-1 1,-1 0 0,1 1 0,-1-1-1,1 0 1,-1 1 0,0-1-1,1 1 1,-1 8 0,-1 0-1,0 0 1,-1 0-1,0 0 1,0 0-1,-1 0 1,0-1 0,-1 1-1,1-1 1,-2 0-1,1 0 1,-1 0 0,0-1-1,-1 0 1,-9 10-1,-10 17 58,1 2-1,1 1 1,-24 56-1,44-82-2443,10-31-274,7-56-8026,-8 30 873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28.7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18 768,'0'0'2087,"9"0"-2039,2-1-60,-6 0-25,1 0 1,-1 1-1,0 0 0,1 0 0,-1 0 0,1 0 0,10 3 0,-16-3 46,1 1 0,-1-1 1,1 0-1,-1 1 0,1-1 0,-1 0 1,0 1-1,1-1 0,-1 0 0,1 1 0,-1-1 1,0 1-1,1-1 0,-1 1 0,0-1 1,1 1-1,-1-1 0,0 1 0,0-1 1,0 1-1,1-1 0,-1 1 0,0-1 1,0 1-1,0 0 0,0 0 15,0 0 0,0-1 1,0 1-1,0-1 0,0 1 0,0-1 1,1 1-1,-1-1 0,0 1 0,0-1 0,0 1 1,1-1-1,-1 0 0,0 1 0,1-1 0,-1 1 1,0-1-1,1 0 0,-1 1 0,0-1 1,1 1-1,-1-1 0,1 0 0,-1 0 0,1 1 1,-1-1-1,1 0 0,-1 0 0,1 0 0,-1 1 1,1-1-1,-1 0 0,1 0 0,-1 0 1,1 0-1,-1 0 0,1 0 0,0 0 0,-1 0-21,17 0 155,0-1 0,29-4 0,-10-7 1135,-3-13 3439,-29 33 3095,-3 43-5793,-6-30-1755,0 0-1,-2-1 1,0 1 0,-1-1 0,-1-1 0,-1 1 0,-19 26 0,-5 3 565,-60 63 0,87-104-813,-2-1 218,11-27-100,3 6-138,0 0-1,0 0 1,1 0 0,1 0-1,1 1 1,15-22-1,0 0-14,28-56 24,32-49 18,-67 124 164,-4 18 295,5 32 745,-8-12-774,20 28 885,50 65 0,16 26 530,-89-132-1794,-1 0-1,2 0 1,-1-1-1,1 0 0,0 0 1,0-1-1,1 0 1,0 0-1,1-1 1,-1 0-1,1 0 1,12 5-1,-20-10-163,-1-1-394,0-6-9216,0-8 2578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32.99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183 0 2353,'0'0'15364,"6"3"-14091,-5-2-1184,1 0 0,-1 0 1,1 0-1,-1 0 0,1 0 0,-1 0 0,0 0 1,0 0-1,0 1 0,1-1 0,-1 0 1,-1 1-1,1-1 0,0 1 0,0-1 0,0 1 1,-1 0-1,1-1 0,-1 1 0,1 0 0,-1-1 1,0 1-1,0 0 0,1-1 0,-1 1 0,0 0 1,-1 0-1,1-1 0,0 1 0,0 0 1,-1 2-1,-3 9 392,0 0-1,-1-1 1,-9 19 0,-4 10 45,-15 58 605,5-15-800,-40 82 0,56-144-514,-6 13-353,12-14-3657,22-25-7743,9-18 3113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33.34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109 0 8436,'0'0'7646,"-14"24"-4322,-47 79-1411,56-96-1774,1 0 1,0 0-1,1 1 0,-1-1 0,1 1 1,1 0-1,0 0 0,0 0 0,0 0 1,1 1-1,0-1 0,1 0 0,0 10 1,0-4-94,0-12-48,0-1 1,0 0 0,0 0 0,1 1 0,-1-1-1,0 0 1,1 0 0,-1 0 0,0 0 0,1 1-1,0-1 1,-1 0 0,1 0 0,0 0 0,-1 0-1,1 0 1,0 0 0,0 0 0,0-1 0,0 1-1,0 0 1,0 0 0,0-1 0,0 1-1,2 0 1,1 1-38,-1-1 0,1 0-1,0 0 1,0 0-1,-1-1 1,1 1 0,0-1-1,7-1 1,-5 1-21,0 0-1,1-1 1,-1 0-1,0 0 1,0-1-1,0 0 1,0 0-1,0 0 1,-1-1-1,12-6 1,-12 3 75,1 0 0,-1 0 0,0-1 1,-1 1-1,0-1 0,0 0 0,0 0 0,-1-1 1,0 1-1,0-1 0,0 1 0,-1-1 1,-1 0-1,1 0 0,-1 0 0,-1 0 1,1 0-1,-2 0 0,1 0 0,-2-11 1,1 15 17,0 1 0,0-1-1,0 1 1,0 0 0,-1 0 0,1-1 0,-1 1 0,0 0 0,0 0 0,0 1 0,0-1 0,-1 0 0,1 1 0,-1-1 0,1 1 0,-1 0 0,0 0-1,0 0 1,0 0 0,0 0 0,0 1 0,0-1 0,-1 1 0,1 0 0,0 0 0,-1 0 0,1 0 0,-1 1 0,1-1 0,-1 1 0,-5 0-1,9 20-5698,0-18 5247,1-1 0,0 1 1,0-1-1,0 0 0,0 0 0,-1 1 1,2-1-1,-1 0 0,0 0 0,0 0 1,0 0-1,0 0 0,1 0 0,-1-1 1,0 1-1,1 0 0,-1 0 0,1-1 1,-1 1-1,1-1 0,-1 0 0,1 1 1,-1-1-1,4 0 0,22 4-6475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33.9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918 3 5955,'0'0'15748,"-7"-1"-14360,4 0-1328,-1 1 1,1-1 0,-1 1 0,1 0 0,0 0 0,-1 1 0,1-1 0,-1 1-1,1-1 1,0 1 0,-1 0 0,1 0 0,0 1 0,0-1 0,0 1 0,-5 2-1,2 1 21,0-1-1,1 1 0,-1 0 1,1 1-1,0-1 0,0 1 1,-6 10-1,4-5-46,1 0 0,1 0 0,0 0 0,0 1 0,1-1 0,0 1 0,1 0 0,1 0 0,0 1 0,-1 13 0,4-25-58,-1 0 0,1-1-1,-1 1 1,1 0 0,0 0-1,-1 0 1,1 0 0,0 0-1,0-1 1,-1 1 0,1 0 0,0-1-1,0 1 1,0-1 0,0 1-1,0-1 1,0 1 0,0-1-1,0 0 1,0 1 0,0-1-1,0 0 1,0 0 0,0 0 0,0 0-1,0 0 1,0 0 0,0 0-1,1 0 1,-1 0 0,0 0-1,0 0 1,1-1 0,40-8-820,-34 5 736,1-1-1,0 0 1,-1-1 0,0 0 0,-1 0-1,1-1 1,-1 0 0,-1 0-1,1-1 1,-1 0 0,0 0 0,-1 0-1,0-1 1,4-9 0,-6 11 344,-1 1 1,1-1-1,-1 0 0,-1 0 1,0 0-1,1 0 0,-1-10 1,-22 45 486,2 11-647,0 1 1,3 0-1,1 1 0,-16 77 1,-14 177-30,6-35 234,36-243-200,-1 0 0,-1-1 1,0 1-1,-2-1 0,0 0 1,-15 25-1,18-34 69,-1 0 1,-1 0-1,1-1 1,-1 1-1,0-1 1,-1-1-1,0 1 1,1-1-1,-2 0 1,1-1-1,0 0 1,-1 0-1,0-1 1,0 1-1,-11 2 1,-12-1 290,-1 0 1,1-2-1,-1-1 1,-50-4-1,48 1-252,5-1 16,1 0 0,-1-1 1,-51-14-1,67 13-169,1 0 1,0 0-1,1-1 1,-1-1-1,1 1 1,0-2-1,0 0 1,1 0-1,0-1 1,0 0-1,-11-13 1,18 19-94,1-1-1,0 0 1,0 1 0,0-1 0,0 0-1,0 0 1,1 0 0,-1 0-1,1 0 1,0-1 0,0 1 0,0 0-1,0 0 1,1-1 0,-1 1 0,1-1-1,0 1 1,0-1 0,0 1 0,0 0-1,1-1 1,-1 1 0,1-1-1,2-5 1,0 4-364,0 0 1,0 1-1,0-1 0,1 1 1,-1 0-1,1-1 0,0 2 1,1-1-1,-1 0 0,0 1 0,1 0 1,0 0-1,0 1 0,6-4 1,97-34-12085,-47 22 2373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35.8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41 21 576,'0'0'15071,"21"-11"-12499,-18 9-2460,0 1-1,0-1 1,1 1 0,-1 0 0,0 0-1,1 0 1,-1 1 0,1-1-1,0 1 1,-1 0 0,1 0 0,-1 0-1,1 1 1,-1-1 0,5 2-1,-5-1-92,-1 0 0,0 1-1,1-1 1,-1 1 0,0 0 0,0 0-1,0-1 1,0 1 0,-1 1-1,1-1 1,0 0 0,-1 0-1,1 1 1,-1-1 0,0 0-1,0 1 1,0-1 0,1 6-1,3 11 31,-1 0 0,0 0-1,-2 0 1,0 0 0,-2 1-1,0-1 1,-3 24 0,2-38-45,0 0 1,0 1 0,-1-1-1,1 0 1,-1-1-1,0 1 1,-1 0 0,1 0-1,-1-1 1,0 1-1,0-1 1,0 0 0,-1 0-1,1 0 1,-1-1-1,0 1 1,0-1 0,0 0-1,-7 4 1,3-2 32,0-1 0,0 0 1,-1-1-1,1 0 0,-1 0 0,0-1 0,0 0 1,1 0-1,-1-1 0,-12 0 0,20-1 161,1-1-109,1 0-1,0 0 1,-1 0 0,1-1 0,0 1 0,0 0 0,0 0 0,0 0-1,0 0 1,0 0 0,0 1 0,0-1 0,0 0 0,1 0-1,-1 1 1,0-1 0,0 1 0,1-1 0,-1 1 0,0-1-1,1 1 1,-1 0 0,1 0 0,-1 0 0,2 0 0,48-6 247,-43 6 22,114-3 3062,-90 3 801,-34 3-6383,0 0 267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38.6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48 3121,'0'0'8842,"14"-7"-2471,54-24-5462,-56 28-821,0 1-1,1 0 0,-1 1 0,17 0 1,-26 1-82,-1 0 0,1 0 0,-1 0 0,0 1 0,1-1 0,-1 1 0,0-1 0,1 1 0,-1 0 1,0 0-1,0 0 0,0 0 0,0 0 0,0 1 0,0-1 0,0 0 0,0 1 0,0 0 0,-1-1 0,1 1 1,-1 0-1,1 0 0,-1 0 0,0 0 0,1 0 0,-1 0 0,0 0 0,0 0 0,0 5 0,2 2 107,-1 0-1,0 0 0,-1 0 0,0 1 1,-1-1-1,0 0 0,0 1 0,-1-1 1,0 0-1,0 1 0,-1-1 0,-1 0 1,1 0-1,-2 0 0,1-1 0,-1 1 1,0-1-1,-1 0 0,0 0 0,0 0 1,-1-1-1,0 1 0,0-1 0,-1-1 0,1 1 1,-2-1-1,-10 7 0,18-13-105,0 0 0,0 1-1,0-1 1,-1 0 0,1 0 0,0 1-1,-1-1 1,1 0 0,0 0 0,0 0-1,-1 1 1,1-1 0,0 0 0,-1 0-1,1 0 1,0 0 0,-1 0 0,1 0-1,-1 0 1,1 0 0,0 0 0,-1 0-1,1 0 1,0 0 0,-1 0 0,1 0-1,0 0 1,-1 0 0,1 0 0,0 0-1,-1 0 1,1 0 0,0-1-1,-1 1 1,1 0 0,-1-1 0,4-13 27,14-18-112,0 8-198,2 0 1,0 1-1,1 2 0,1 0 1,1 1-1,42-29 1,-63 48 289,0 0 0,0 0 1,0 0-1,0 0 0,1 0 1,-1 0-1,0 1 0,0-1 1,1 1-1,-1-1 0,0 1 1,1-1-1,-1 1 0,0 0 0,1-1 1,-1 1-1,0 0 0,1 0 1,-1 0-1,1 0 0,-1 0 1,1 1-1,-1-1 0,0 0 1,1 1-1,-1-1 0,0 1 1,1-1-1,-1 1 0,0-1 0,0 1 1,0 0-1,1 0 0,-1 0 1,0 0-1,0 0 0,0 0 1,0 0-1,0 0 0,-1 0 1,1 0-1,0 0 0,0 0 1,-1 1-1,1-1 0,-1 0 1,1 1-1,-1-1 0,1 0 0,-1 1 1,0 1-1,3 11 474,-1 0 0,-1 0 0,-1 0-1,-1 18 1,1-14-142,-1-7-4,-1 0-1,0 1 0,-1-1 0,0-1 0,-1 1 0,0 0 1,-1-1-1,-12 20 0,4-4 422,11-21-1440,-8 17 2338,9-13-4518,0 1-4850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43.07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183 107 704,'0'0'10963,"1"-5"-9579,4-18-20,-5 23-1341,0 0 1,0 0 0,0-1 0,0 1 0,0 0 0,0 0 0,0 0 0,0-1 0,0 1-1,0 0 1,0 0 0,0 0 0,0 0 0,0-1 0,0 1 0,0 0 0,0 0-1,0 0 1,0 0 0,0-1 0,0 1 0,0 0 0,0 0 0,0 0 0,0 0 0,0-1-1,0 1 1,0 0 0,-1 0 0,1 0 0,0 0 0,0 0 0,0-1 0,0 1 0,0 0-1,-1 0 1,1 0 0,0 0 0,0 0 0,0 0 0,0 0 0,-1 0 0,1 0-1,0 0 1,0 0 0,0 0 0,0 0 0,-1 0 0,1 0 0,0 0 0,0 0 0,0 0-1,-1 0 1,1 0 0,0 0 0,0 0 0,0 0 0,0 0 0,-1 0 0,1 0-1,0 0 1,0 0 0,0 0 0,0 1 0,0-1 0,-1 0 0,1 0 0,-1 0 150,-3 2-102,-1 0 1,1 0-1,0 0 1,0 0-1,1 1 1,-1 0-1,0-1 1,1 1-1,-1 1 1,1-1-1,0 0 0,-3 5 1,-35 53 797,27-38-564,3-5-146,1 0-1,1 1 1,0 0 0,2 0-1,0 1 1,1 0-1,1 1 1,1-1 0,1 1-1,1 0 1,0 36 0,2-53-155,0 0 1,0 0 0,0 0 0,1 0-1,0 0 1,-1 1 0,2-1 0,-1 0-1,0-1 1,1 1 0,-1 0 0,1 0 0,0 0-1,0-1 1,1 0 0,-1 1 0,1-1-1,0 0 1,6 6 0,-4-6-3,1 0 0,-1 0-1,1 0 1,0-1 0,0 0 0,0 0 0,0 0 0,1-1-1,-1 0 1,0 0 0,1 0 0,10-1 0,1-2 7,-1 0 1,-1 0 0,1-2-1,0 0 1,-1-1-1,0 0 1,0-1 0,0-1-1,-1-1 1,0 0-1,0-1 1,-1-1 0,0 0-1,14-14 1,-14 12-1,-1 0-1,-1-1 1,0-1 0,-1 0 0,0 0 0,-1-1-1,0-1 1,-2 0 0,0 0 0,0-1-1,-2 1 1,0-1 0,5-26 0,-8 28 11,-1 0 0,-1 0 0,0 0 0,0 0 0,-5-31 0,3 41 13,0 0 0,0 0 1,-1 1-1,0-1 1,0 0-1,0 0 1,-1 1-1,0 0 0,1-1 1,-2 1-1,1 0 1,0 0-1,-1 1 1,0-1-1,1 1 0,-1-1 1,-1 1-1,1 0 1,0 1-1,-1-1 0,-5-1 1,-3-1 18,1 1 0,-1 0 0,-1 1 0,1 0 0,0 1 0,-19 0-1,28 1-95,0 1 0,-1 0 0,1 0 0,0 0 0,-1 0 0,1 0 0,0 1-1,0 0 1,-1 0 0,1 0 0,0 1 0,0-1 0,0 1 0,0 0-1,1 0 1,-1 0 0,0 1 0,1-1 0,0 1 0,-1 0 0,1 0-1,-5 6 1,7-6-220,0-1-1,0 0 1,0 0 0,0 1-1,1-1 1,-1 1-1,1-1 1,0 0-1,-1 1 1,1-1 0,0 1-1,1 4 1,-1-5-175,1 0 0,0 0 1,-1 0-1,1 0 0,0 0 1,0 0-1,0-1 0,0 1 0,0 0 1,0 0-1,1-1 0,-1 1 1,1-1-1,-1 1 0,1-1 1,-1 0-1,1 1 0,0-1 1,0 0-1,0 0 0,-1 0 0,4 0 1,33 11-5683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43.40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719 22 8308,'0'0'6195,"-23"-4"-2532,5-1-2891,8 2-525,1 1-1,-1-1 1,0 2 0,0-1-1,0 1 1,0 1 0,0 0-1,0 0 1,0 1 0,-1 0 0,2 1-1,-1 0 1,-19 7 0,-8 9 115,0 3 0,1 1 0,2 1 0,0 2 1,2 1-1,0 2 0,2 1 0,1 2 1,2 0-1,1 2 0,1 1 0,-25 47 0,35-51-326,1 2 0,1-1 0,2 2-1,1 0 1,2 0 0,1 0 0,2 1-1,1 0 1,1 61 0,3-90-162,-1 0-1,1 0 1,1 0-1,-1 0 1,1 0 0,0 0-1,0 0 1,0 0-1,1 0 1,0-1 0,0 1-1,0 0 1,0-1 0,1 0-1,0 1 1,-1-1-1,2 0 1,-1-1 0,0 1-1,1 0 1,0-1 0,-1 0-1,2 0 1,-1 0-1,0 0 1,0-1 0,1 0-1,-1 1 1,1-2-1,0 1 1,0 0 0,-1-1-1,1 0 1,6 0 0,14 1-2133,0 0 1,0-2-1,28-4 1,26-9-5612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43.88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59 6227,'0'0'9297,"14"-9"-8483,48-27 77,-59 34-733,0 1-1,-1-1 1,1 1-1,0-1 1,0 1 0,0 0-1,0 0 1,0 0-1,0 1 1,0-1-1,0 1 1,0 0 0,1 0-1,-1 0 1,0 0-1,0 0 1,0 1-1,4 0 1,-6 0-70,1 0-1,-1 0 1,0 0-1,1 0 1,-1 0 0,0 0-1,0 1 1,0-1-1,0 0 1,0 1 0,0-1-1,0 1 1,-1-1-1,1 1 1,0-1 0,-1 1-1,1-1 1,-1 1-1,0 0 1,0-1 0,1 1-1,-1-1 1,0 1-1,-1 3 1,2 17 570,0-10-434,-1 0 1,0 0-1,0 0 1,-1 0-1,-1 0 1,0-1-1,-1 1 0,0 0 1,0-1-1,-11 21 1,20-45 72,16-30-661,-11 31 286,1 1 1,0 0-1,1 1 0,0 0 1,1 1-1,0 1 0,0 0 1,1 1-1,0 0 0,0 2 0,1-1 1,-1 2-1,1 0 0,0 1 1,0 1-1,17-1 0,-32 3 102,0 1 0,0-1-1,-1 1 1,1-1 0,0 1-1,-1-1 1,1 1-1,-1-1 1,1 1 0,-1 0-1,1-1 1,-1 1 0,1 0-1,-1 0 1,1-1-1,-1 1 1,0 0 0,1 0-1,-1 0 1,0-1 0,0 1-1,0 0 1,0 0 0,0 0-1,0 0 1,0-1-1,0 1 1,0 0 0,0 0-1,0 1 1,-4 29 809,2-25-600,0 0 0,-1 0 0,0 0 0,0 0 0,-5 7-1,5-9-253,0 0 0,0 0 0,1 1 0,0-1 0,0 1 0,0-1 0,0 1 0,1-1 0,0 1 0,0 0 0,0 0 0,0 5 0,1-10-124,0 0 0,0 0 0,0 1 0,0-1 0,0 0 0,0 1 0,0-1 0,0 0 0,0 1 0,0-1 0,0 0 0,0 1 0,0-1 1,1 0-1,-1 0 0,0 1 0,0-1 0,0 0 0,0 0 0,1 1 0,-1-1 0,0 0 0,0 0 0,0 1 0,1-1 0,-1 0 0,0 0 0,0 0 0,1 0 1,-1 1-1,0-1 0,1 0 0,-1 0 0,0 0 0,1 0 0,-1 0 0,0 0 0,0 0 0,1 0 0,-1 0 0,0 0 0,1 0 0,-1 0 0,0 0 1,1 0-1,17 0-7288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44.3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299 0 4386,'0'0'7750,"-9"21"-4081,-172 359 6455,135-253-8907,-8 17-3053,46-108-1898,8-21-3009,0-9 2856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44.70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88 47 5699,'0'0'18128,"-6"-1"-16994,4 1-1086,-1 0 1,0 0-1,0 1 0,0-1 1,0 1-1,0 0 1,0-1-1,1 1 0,-1 0 1,0 1-1,1-1 1,-1 0-1,1 1 1,-1 0-1,1-1 0,0 1 1,0 0-1,0 0 1,0 0-1,0 1 0,0-1 1,0 0-1,1 1 1,-1-1-1,1 1 1,-1-1-1,1 1 0,0 0 1,0-1-1,1 1 1,-1 0-1,0 0 0,1 3 1,-4 9-48,0 1 1,2 0-1,-2 30 0,5-45-28,0 0 0,-1 0 0,1 0 0,0 0 0,0 0 0,0-1 0,0 1 0,0 0 0,0 0 0,0-1 0,0 1 0,0-1-1,1 1 1,-1-1 0,0 1 0,0-1 0,0 0 0,1 0 0,-1 1 0,0-1 0,0 0 0,1 0 0,-1 0 0,0 0 0,0 0 0,3-1 0,39-4-713,-36 1 685,0 0-1,0-1 0,0 1 1,0-1-1,-1-1 1,1 1-1,-2-1 1,1 0-1,0 0 1,-1-1-1,0 0 0,-1 0 1,0 0-1,0 0 1,0-1-1,-1 1 1,0-1-1,0 0 0,-1 0 1,0 0-1,-1 0 1,2-16-1,-3 22 65,0 1-1,0-1 1,0 0-1,-1 1 1,1-1-1,0 0 1,-1 1-1,1-1 1,-1 1-1,1-1 1,-1 1-1,0-1 1,0 1-1,0-1 1,0 1-1,0 0 1,0 0-1,0-1 1,0 1-1,0 0 1,0 0-1,-1 0 1,1 0-1,-1 0 1,1 0-1,0 1 1,-1-1-1,1 0 1,-3 0-1,-1 0-14,0 0 0,0 0-1,0 1 1,0-1-1,0 1 1,1 0-1,-1 1 1,-7 0 0,11 0-132,0-1 1,0 1 0,0 0-1,0-1 1,0 1 0,0 0-1,0 0 1,0 0 0,0 0-1,0 0 1,0 0-1,1 0 1,-1 0 0,0 0-1,1 0 1,-1 0 0,1 0-1,-1 1 1,1-1 0,0 0-1,0 0 1,-1 0 0,1 1-1,0-1 1,0 2 0,0 0-1020,-1 0 0,1 0 0,0-1 0,0 1 0,1 0 0,-1 0 0,0 0 0,1-1 0,0 1 0,0 3 0,11 4-6063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45.2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543 0 7395,'0'0'15973,"-18"0"-15045,-58 5-423,73-5-491,-1 1 1,1-1 0,0 1 0,-1 0-1,1 1 1,0-1 0,0 0 0,0 1-1,0 0 1,0 0 0,1 0 0,-1 0-1,0 0 1,1 0 0,-1 1 0,1-1-1,0 1 1,0 0 0,0-1 0,0 1-1,1 0 1,-3 4 0,2 0-22,-1 0 0,1 0 1,0 0-1,1 0 0,0 0 1,0 0-1,0 11 0,2-17-18,0-1-1,-1 1 1,1-1-1,0 1 1,-1-1-1,1 1 1,0-1-1,0 1 1,-1-1-1,1 0 1,0 1-1,0-1 1,0 0-1,0 0 1,-1 0-1,1 1 1,0-1-1,0 0 1,0 0-1,0 0 1,0 0-1,0-1 1,1 1-1,26-3-338,-15-3 245,1-1 0,-2 0 0,1 0 0,-1-2 0,0 1 0,11-12 0,3-1 71,-19 15 230,-10 6 500,-13 9-126,3 2-471,1 1 1,1 0 0,0 1 0,0 0-1,-11 20 1,-40 80 71,57-103-140,-26 63 474,3 0 1,3 2-1,-28 145 0,33-132-159,20-86-288,0-1 0,-1 1 0,1 0 0,-1 0 0,1 0 0,-1-1 0,0 1 0,1 0 0,-1-1-1,0 1 1,0-1 0,0 1 0,-1-1 0,1 1 0,0-1 0,0 0 0,-1 1 0,1-1 0,-1 0 0,1 0 0,-1 0 0,1 0 0,-1 0 0,0-1 0,0 1 0,1 0 0,-1-1-1,-2 1 1,0-1 37,0 0-1,0 0 0,0-1 0,0 1 0,0-1 0,0 0 0,0 0 0,0-1 0,0 1 0,0-1 1,-6-4-1,-1 0 9,-3-1 76,0 0 0,0-2 0,1 0 0,0 0 0,0-1-1,1-1 1,-10-11 0,20 19-197,0 1-1,1 0 0,-1-1 1,1 1-1,0-1 1,0 1-1,0-1 0,0 1 1,0-1-1,0 0 0,1 0 1,-1 1-1,1-6 0,0 6-228,0 1 0,1-1-1,-1 0 1,0 0-1,1 0 1,-1 1-1,1-1 1,0 0 0,0 1-1,0-1 1,-1 0-1,2 1 1,-1-1-1,0 1 1,0 0 0,0-1-1,1 1 1,-1 0-1,0 0 1,1 0-1,-1-1 1,1 2 0,0-1-1,-1 0 1,1 0-1,0 0 1,3 0-1,51-13-8907,-16 3 2120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45.6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16 2017,'0'0'14889,"5"-3"-9997,24-7-3055,-27 9-1755,0 0 1,0 1-1,0 0 1,1 0-1,-1 0 1,0 0-1,0 0 1,1 0-1,-1 0 1,0 1 0,0-1-1,4 2 1,-5-2-63,-1 1 1,0-1-1,1 0 0,-1 1 1,1-1-1,-1 0 1,0 1-1,0-1 1,1 1-1,-1-1 1,0 1-1,1-1 1,-1 1-1,0-1 1,0 1-1,0-1 1,0 1-1,0-1 1,1 1-1,-1-1 0,0 1 1,0-1-1,0 1 1,0-1-1,-1 1 1,1-1-1,0 1 1,0-1-1,0 1 1,0-1-1,-1 2 1,-1 2 78,-1 1 1,1-1-1,-1 0 1,0 0 0,0 0-1,-1 0 1,1 0 0,-1-1-1,-4 4 1,8-7-99,-4 2 124,0 1 0,0 0-1,1 1 1,-1-1-1,1 0 1,0 1 0,0 0-1,-4 7 1,67-9-170,-51-2-457,1 0 1,0-1-1,-1 0 1,1 0-1,14-5 1,-17 4-817,-1-1 0,0 0 0,0 0 0,-1 0 0,9-6 0,13-13-9711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46.19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14 1072,'0'0'16120,"14"-3"-14426,42-7-125,-55 10-1516,0 0 0,0 0 0,0 0 0,0 0-1,0 0 1,0 0 0,0 0 0,0 0 0,0 0 0,-1 1 0,1-1 0,0 0 0,0 1 0,0-1 0,0 0 0,0 1 0,-1-1 0,1 1 0,0-1 0,0 1 0,-1 0 0,1-1 0,0 1 0,-1 0 0,1-1 0,-1 1 0,1 0 0,-1 0 0,1 0-1,-1 0 1,1-1 0,-1 1 0,0 0 0,1 1 0,-1 32 1056,-1-24-654,2 11 178,-1-15-522,1-1 1,-1 1-1,0 0 0,0-1 0,0 1 1,-1-1-1,0 1 0,0-1 0,0 0 1,-1 1-1,1-1 0,-1 0 0,-5 8 1,-11 7 457,24-33-656,0 5 2,-1 0 0,1 0-1,0 1 1,12-11 0,-8 12 116,0-1 1,1 1-1,0 1 1,0 0 0,0 0-1,1 1 1,-1 0-1,1 1 1,0 1 0,0 0-1,1 0 1,11 1-1,-23 28 2141,-8 12 361,3-21-4480,2 2-10071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2:46.64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2577,'0'0'11992,"24"21"-10218,-8-7-1353,2 1 99,0 0 0,-1 2 0,0 0 0,-2 1 0,0 1 0,-1 1 0,21 38 0,-7 4 1412,-2 1 0,21 76 0,-39-106-1502,-1 0-1,-1 0 0,-2 0 1,-1 1-1,-2 0 0,-4 47 1,2-73-356,0 1 1,-1-1 0,0 0 0,-1 1-1,0-1 1,0-1 0,0 1 0,-1 0-1,-1-1 1,1 0 0,-1 0 0,-11 13-1,-3-2 406,0-1-1,-41 28 1,35-28-165,-40 37 1,46-28-2442,17-22 1392,1 0 0,-1 0 0,0 0 0,1 0 1,0 0-1,0 0 0,0 0 0,1 0 0,-1 1 0,1-1 1,0 0-1,0 1 0,1-1 0,-1 0 0,3 8 0,3-1-6912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18.8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1 110 5410,'0'0'9832,"13"-14"-9027,44-44-210,-52 54-493,0 0 0,0 0 0,0 0 0,1 1 0,-1 0 0,1 0-1,0 1 1,0-1 0,0 1 0,0 1 0,1-1 0,-1 1 0,0 0 0,1 0 0,-1 1-1,1 0 1,-1 0 0,0 1 0,1-1 0,7 3 0,-7-2-27,-4 0-56,0-1 0,0 1 0,0 0 1,-1 0-1,1 1 0,0-1 0,0 0 0,-1 1 1,1 0-1,-1 0 0,1 0 0,-1 0 1,0 0-1,0 0 0,0 0 0,0 1 1,0-1-1,-1 1 0,1-1 0,-1 1 1,1 0-1,-1 0 0,0-1 0,0 1 0,0 0 1,0 0-1,-1 0 0,1 5 0,2 12 60,-1 0-1,-1 0 0,-3 27 0,2-20 57,-1-28-114,1 0-1,0 1 0,0-1 0,-1 0 1,1 1-1,0-1 0,-1 0 1,1 1-1,-1-1 0,1 1 0,-1-1 1,1 0-1,-1 1 0,0 0 0,1-1 1,-1 1-1,0-1 0,1 1 0,-1 0 1,0-1-1,1 1 0,-1 0 0,0 0 1,1-1-1,-1 1 0,0 0 0,0 0 1,1 0-1,-1 0 0,0 0 0,0 0 1,1 0-1,-1 0 0,0 1 1,0-1-1,1 0 0,-1 0 0,0 1 1,1-1-1,-1 0 0,0 1 0,1-1 1,-1 0-1,0 1 0,1-1 0,-1 1 1,1-1-1,-1 1 0,1 0 0,-1-1 1,1 1-1,-1-1 0,1 1 0,0 0 1,-1-1-1,1 1 0,0 0 0,0-1 1,-1 1-1,1 0 0,0 0 1,0-1-1,0 3 0,0-8-24,0 1 1,1 0-1,0 0 1,0 0-1,0 0 0,0 0 1,0 1-1,1-1 1,0 0-1,0 0 0,0 1 1,0-1-1,0 1 1,5-5-1,0 1-9,0 0 0,0 0 0,1 1 0,0 0 0,15-8 0,3 0-11,0 2-1,1 1 1,30-8 0,-48 16 41,0 1 1,0 0 0,-1 1 0,1-1 0,17 2-1,-25 0-6,-1 0 0,1 0 0,0 0-1,-1 1 1,1-1 0,0 0 0,-1 1 0,1-1-1,-1 1 1,1-1 0,-1 0 0,1 1-1,-1-1 1,1 1 0,-1-1 0,1 1 0,-1 0-1,0-1 1,1 1 0,-1-1 0,0 1-1,1 0 1,-1-1 0,0 1 0,0 0 0,0-1-1,0 1 1,0 0 0,0-1 0,0 2 0,2 25 427,-2-22-280,0 26 876,1-20-739,0-1 0,-1 1 0,0-1 0,-1 1-1,0-1 1,-1 0 0,0 1 0,-7 18-1,0 10-11341,-3-18 2875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11.9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7 416,'0'0'9530,"3"-2"-8911,-2 1-600,-1 1 1,0 0-1,0-1 1,1 1-1,-1 0 1,0-1 0,1 1-1,-1 0 1,0 0-1,1-1 1,-1 1-1,1 0 1,-1 0-1,0 0 1,1 0-1,-1 0 1,1-1-1,-1 1 1,1 0-1,-1 0 1,0 0 0,1 0-1,-1 0 1,1 0-1,-1 0 1,1 0-1,-1 1 1,0-1-1,1 0 1,-1 0-1,1 0 1,-1 0-1,0 1 1,1-1-1,-1 0 1,1 0-1,-1 1 1,0-1 0,1 0-1,-1 0 1,0 1-1,0-1 1,1 0-1,-1 1 1,0-1-1,1 1 1,3 29 1021,-3-25-994,2 290 4999,-5-155-4407,0-4-181,-1-43-236,16 164 0,-13-253-280,0-2 16,0 0 0,0 0-1,1 0 1,-1 0 0,0 0 0,1 0-1,-1 0 1,1 0 0,-1 0 0,1 0-1,0-1 1,0 1 0,0 0 0,0 0-1,0-1 1,2 3 0,-3-46-4104,0-25-3751,0 23 2342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13.8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0 452 464,'0'0'3244,"1"27"1897,0-25-5069,1-1 0,-1 1 0,0-1 0,1 0 0,-1 1 0,1-1 0,-1 0 0,1 0 0,0 0 0,-1 0 0,1 0 0,0 0 0,0-1 0,0 1 0,0 0 0,0-1 0,0 0 0,-1 1 0,1-1 0,3 0 0,47 0 677,-32-1-310,44-3 117,0-3 1,123-30-1,-42 7-282,1267-140 1891,-1106 141-1929,1002-66-104,-637 52-91,513-1 471,3 44 305,-485 3-615,411 14 40,-5 0 26,-651-16-56,928-11 128,-755-15-212,260-5-138,885 20 3579,-1775 10-3464,0 1 0,1 0-1,-1 0 1,0 0-1,0 0 1,1 0 0,-1 0-1,0 0 1,0 0 0,0 0-1,0 0 1,0-1 0,0 1-1,-1 0 1,1 0-1,0 0 1,0 0 0,-1 0-1,1 0 1,0 0 0,-1-1-1,1 1 1,-1 0 0,0 1-1,-15 35-469,13-31 590,-25 66 61,3 1 0,3 0 0,3 2 0,4 0 0,-10 133-1,21-117 24,3-46-69,-2-1 1,-9 52-1,8-73 437,2 0-1,1 0 1,4 44 0,-1-7-188,-5-47-1852,-15-11-8866,3-2 5409,-16 4-7562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16.6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1 710 160,'0'0'4538,"20"-23"-2091,6 17-1911,8-6-3315,-33 12 2715,0-1 0,1 0 0,-1 0 1,0 0-1,0 0 0,0 0 0,-1 0 0,1-1 0,0 1 0,0 0 0,-1 0 0,1-1 0,0 1 0,-1 0 0,0-1 0,1 1 0,-1-1 0,0 1 0,1 0 0,-1-1 0,0 1 0,0-3 0,6-29-117,1 1 6229,-1 32-2626,23 2-3341,14 1 469,0-1 1,-1-3 0,61-7 0,127-33 80,-53 7-525,939-90 176,-236 43-268,793-50 20,-1102 105 4,944-20 405,-747 29 57,1 0-32,915 28 132,-490-11-21,-816-11-420,56 0 288,315-9 110,1 1-348,481 15 4838,-1109 17-4006,-121-13 445,-1 1-3027,0 0 928,0 1 1,0-1 0,0 0-1,0 0 1,0 0-1,1 0 1,-1 0 0,0 0-1,1 0 1,-1 0 0,1 0-1,-1 0 1,1 0-1,-1 0 1,1 0 0,0 0-1,-1 0 1,1-1-1,0 1 1,0 0 0,0 0-1,1 0 1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20.7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 2689,'0'0'4922,"0"5"-3812,7 226 4917,-6-123-5220,2-36-581,-4 1 1,-16 119-1,1-139-1943,3-15-3228,2-15-417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21.2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2881,'0'0'9757,"4"19"-8263,9 55 180,5 108 0,-13 63 655,10 185-2441,-15-428 38,9 44-1599,2-29-1580,10-10-3974,-2-7 1006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22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7924,'0'0'17240,"0"-2"-16712,0 6-6915,0 5 1297,0-2-2514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22.4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8708,'0'0'14231,"0"2"-15288,14-2-1232,6 0-816,21 0-849,13 0-768,14-2 159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22.5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0 5715,'0'0'15783,"-7"0"-15143,27 2-15191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23.5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1 608,'0'0'5736,"8"12"2359,-3 5-7198,-1 0 1,-1 0 0,0 0-1,-1 0 1,-1 19 0,1-1 81,14 66 530,-9-62-969,2 40-1,2 107 860,6 207 1233,-17-365-2260,0-21-133,0-19-228,1-3-976,0 0 0,2 0 0,-1 0 0,8-21 0,0-4-4575,-3 11-1335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0:26.1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 1553,'0'0'7379,"20"-6"-5130,-17 16-1810,0-1 0,0 0 1,-1 1-1,0 0 0,-1-1 0,0 1 0,0 0 0,-1 0 1,-2 13-1,2-8-98,0 3-313,-1-13-63,1-1 0,0 1 0,0-1 0,0 1 0,1 0 0,-1-1 0,2 5 0,-1-8-350,-1 1-1,1-1 1,0 0 0,-1 0-1,1 0 1,0 0-1,0 0 1,0 0 0,0 0-1,0 0 1,0 0 0,0 0-1,0 0 1,0 0 0,0-1-1,2 2 1,4 3-3195,-6-1-846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00.9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5587,'0'0'8318,"5"23"-6587,4 32 436,4 101-1,-13-34-487,0 46-1132,0-57-7727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01.5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78 8292,'0'0'12147,"22"-12"-11963,-6 3-166,-4 1 7,1 1 0,1 0-1,-1 1 1,1 0-1,0 1 1,0 1-1,0 0 1,1 1-1,21-2 1,-22 4-31,1 0 0,0 2 0,0-1-1,0 2 1,0 0 0,27 7 0,-37-7-26,-1 0 1,1 0-1,-1 0 0,0 1 0,1 0 0,-1 0 1,0 0-1,-1 0 0,1 0 0,0 1 0,-1 0 1,0-1-1,0 1 0,0 0 0,-1 1 0,1-1 1,-1 0-1,0 1 0,0 0 0,0-1 0,-1 1 1,0 0-1,0 0 0,1 9 0,0-6-3,-1 0 0,0 0 0,0 0 0,-1 0 0,0 0 0,0 0 0,-1 0 0,0 0-1,-1 0 1,0 0 0,0 0 0,0 0 0,-1-1 0,0 1 0,-1-1 0,0 0 0,0 0 0,0 0 0,-9 10 0,-10 5 76,0 0 1,-2-1-1,0-2 1,-1 0-1,-1-2 1,0-1-1,-2-1 1,-55 20-1,67-30-30,35-7-606,1 0 0,0 1 0,26 3 0,0-1-136,-30-1 641,0 0-1,0 1 1,0 1-1,0 0 1,0 1 0,-1 0-1,20 8 1,-28-8 72,-1 0 1,0 0-1,1 0 1,-1 0-1,-1 1 0,1 0 1,-1 0-1,1 0 1,-1 0-1,0 1 1,-1 0-1,1 0 0,-1 0 1,0 0-1,0 0 1,0 1-1,-1-1 0,0 1 1,0 0-1,0 0 1,1 9-1,-2-10 81,-1 1-1,1 0 1,-1 0-1,0-1 1,0 1-1,0 0 1,-1 0-1,0-1 1,0 1-1,0 0 1,-1-1-1,0 1 1,0-1-1,0 0 1,-6 9 0,3-7 184,-1 1 1,0-1 0,-1 0 0,1 0 0,-1-1 0,-1 0 0,1 0 0,-15 8 0,-8 1 458,-1-1 0,-1-1 1,1-2-1,-42 9 0,44-12-475,0-2 0,-1 0 0,-52 2-1,82-8-385,-1-1-1,1 1 1,-1 0 0,1-1-1,-1 1 1,1 0-1,-1-1 1,1 1-1,-1-1 1,1 1 0,-1-1-1,1 1 1,0-1-1,-1 1 1,1-1-1,0 1 1,-1-1 0,1 1-1,0-1 1,0 1-1,0-1 1,0 0-1,-1 1 1,1-1 0,0 1-1,0-1 1,0 0-1,0 1 1,0-1-1,0 1 1,1-1 0,-1 0-1,0 1 1,0-1-1,0 1 1,0-1-1,1 0 1,-1 1 0,0-1-1,1 1 1,-1-1-1,1 0 1,13-29-6979,11 4-901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01.8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50 4994,'0'0'12742,"10"10"-11845,-6-7-841,0 2 17,1-1 1,1 1-1,-1-1 0,0 0 0,1 0 1,0 0-1,0-1 0,0 0 0,0 0 1,1-1-1,-1 0 0,1 0 0,0 0 0,12 1 1,3-2 107,-12 1-247,0-2 0,0 0 1,-1 0-1,1 0 1,13-3-1,-21 2 29,-1 1 0,1-1-1,0 0 1,0 1 0,0-1-1,-1 0 1,1 0 0,0 0-1,-1 0 1,1-1 0,-1 1 0,1 0-1,-1-1 1,0 1 0,1-1-1,-1 1 1,0-1 0,0 1 0,0-1-1,0 0 1,0 0 0,-1 1-1,1-1 1,0 0 0,-1 0 0,1 0-1,-1 0 1,0 0 0,0 0-1,0 0 1,0-3 0,0 2 38,0 1 0,-1-1 0,1 0 0,-1 1 0,0-1 0,0 1 0,0-1 0,0 1 0,0-1 0,-1 1 1,1-1-1,0 1 0,-1 0 0,0 0 0,0 0 0,0 0 0,0 0 0,0 0 0,0 0 0,0 1 0,0-1 0,-1 1 0,1 0 0,-1 0 1,1-1-1,-1 1 0,1 1 0,-1-1 0,0 0 0,1 1 0,-6-1 0,-7-1 268,1 1-1,-1 0 1,1 1 0,-1 0-1,-14 3 1,27-3-224,-1 1 1,1-1-1,0 1 0,0-1 1,1 1-1,-1 0 0,0 0 1,0 0-1,0 0 1,0 0-1,1 0 0,-1 0 1,0 1-1,1-1 0,-1 1 1,1-1-1,0 1 1,-1 0-1,1-1 0,0 1 1,0 0-1,0 0 0,0 0 1,1 0-1,-1 0 1,0 0-1,1 0 0,-1 0 1,1 0-1,0 2 0,-2 8 18,2 0-1,0 0 1,0 0-1,3 14 1,-2-15-115,-1-6-68,1-1 1,0 1-1,0 0 0,0-1 0,1 1 0,-1-1 0,1 1 0,0-1 1,0 0-1,1 0 0,-1 0 0,1 0 0,0 0 0,0-1 0,0 1 1,0-1-1,1 1 0,7 4 0,-5-4-603,0-1 1,1 0 0,0 0-1,0 0 1,0-1-1,0 0 1,0 0 0,0-1-1,1 0 1,-1 0-1,11-1 1,35 0-5593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02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0 10597,'0'0'11277,"-16"10"-11184,-52 29-101,66-37-93,0-1 0,1 1 0,-1 0-1,0 0 1,1-1 0,-1 1 0,1 0-1,0 0 1,0 0 0,0 1 0,0-1-1,0 0 1,0 0 0,1 0-1,-1 1 1,1-1 0,-1 0 0,1 1-1,0-1 1,0 0 0,0 1 0,0-1-1,0 1 1,1-1 0,-1 0 0,1 0-1,1 5 1,-1-3-446,11 44-3120,-9-38 3392,0 0 0,0 0 1,-1 0-1,0 0 0,-1 0 1,0 0-1,-1 0 0,0 1 1,-2 17-1,1-26 308,1-1 0,-1 1 1,0 0-1,0-1 0,0 1 0,0-1 0,0 1 1,0-1-1,0 1 0,-1-1 0,1 0 0,0 1 1,-1-1-1,1 0 0,-1 0 0,1 0 1,-1 0-1,0 0 0,1-1 0,-1 1 0,-3 0 1,-36 5-5394,33-6 723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02.4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0 10485,'0'0'6483,"-81"127"-2065,47-68-1841,7-3-1152,0-4-273,13-5-127,1-4-497,13-7-480,0-4-48,0-7-32,7-5-352,13-6-593,7-8-447,7-6-257,7 0-736,-1-13-1089,1-17-3249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02.6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61 9540,'0'0'2498,"115"0"1327,-47 0-2432,6-9-1393,1-4-624,6-5-2306,-6-3-4065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02.8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0 10293,'0'0'7011,"-61"167"-1985,48-117-2128,6-5-1858,0-7-720,7-6-304,0-12-16,-7-6-112,7-7-944,-6-5-529,6-34-9700,-7-15 4113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03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3 5314,'0'0'3866,"22"-1"-3,68 0 329,-87 1-3981,1 1 1,-1-1 0,0 1 0,0 0 0,1 0 0,-1 0-1,0 1 1,0-1 0,0 1 0,-1-1 0,1 1 0,0 0-1,0 0 1,-1 0 0,0 1 0,1-1 0,-1 1 0,0-1 0,0 1-1,0 0 1,0-1 0,-1 1 0,1 0 0,-1 0 0,2 4-1,0 3 181,-1-1 0,0 1 0,0-1 0,-1 1 0,0 0 0,-1 9 0,0-11-181,0-1 0,0 0 1,-1 1-1,0-1 0,0 0 0,0 0 0,-1 1 0,0-1 0,-4 6 0,3-8-132,0 0-1,-1 0 1,1-1-1,-1 0 1,0 1-1,0-1 1,-1-1 0,1 1-1,-1-1 1,0 0-1,0 0 1,-8 4-1,-83 34-1946,46-21-3026,2 2-5445,27-10 1399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03.4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33 7523,'0'0'13041,"21"1"-11408,0 1-1340,10 2 24,1-2-1,39-3 1,-69 1-327,-1 0-1,0-1 1,1 1 0,-1-1 0,0 1-1,1-1 1,-1 0 0,0 1-1,0-1 1,0 0 0,0 0-1,0 0 1,0 0 0,0 0-1,1-1 1,-1 1 2,-1 1-1,0 0 0,0-1 1,1 1-1,-1-1 1,0 1-1,0-1 1,0 1-1,0-1 1,0 1-1,1-1 1,-1 1-1,0-1 0,0 1 1,0-1-1,0 1 1,0-1-1,-1 1 1,1-1-1,0 1 1,0-1-1,0 1 1,0-1-1,-1 1 0,1-1 1,0 1-1,0 0 1,-1-1-1,1 1 1,0-1-1,0 1 1,-1 0-1,1-1 1,-1 1-1,1 0 0,0-1 1,-1 1-1,1 0 1,-1 0-1,1-1 1,-1 1-1,1 0 1,-1 0-1,1 0 1,-1 0-1,1-1 0,-1 1 1,1 0-1,-2 0 1,-15-3 83,-1 0 0,0 1 0,0 1 1,-20 1-1,38 0-64,-1 0 46,0 0 1,0 1-1,-1-1 1,1 0-1,0 1 1,0-1-1,0 1 1,0 0-1,0-1 1,0 1-1,0 0 0,0-1 1,0 1-1,1 0 1,-1 0-1,0 0 1,0 0-1,1 0 1,-1 0-1,0 0 1,1 0-1,-1 0 1,1 0-1,-1 0 1,1 0-1,0 0 1,0 0-1,-1 1 1,1-1-1,0 0 1,0 0-1,0 2 1,0 48 354,0-38-382,0-9-101,0 1-1,0-1 1,1 0-1,-1 0 1,1 0-1,0 0 0,0 1 1,0-1-1,0 0 1,1-1-1,-1 1 0,1 0 1,0 0-1,1-1 1,-1 1-1,0-1 1,1 0-1,0 1 0,0-1 1,0-1-1,0 1 1,0 0-1,1-1 1,5 4-1,-4-4-569,1 1 0,0-1 1,0 0-1,0 0 0,0-1 0,11 1 0,43-3-7925,-19-8 1243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03.6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64 136 2353,'0'0'21882,"-2"18"-20644,-2 3-876,1-7-21,1-1 0,1 1 0,0 20 0,0-33-322,1-1 1,0 1-1,0-1 0,0 0 0,0 1 0,-1-1 1,1 1-1,0-1 0,0 0 0,-1 1 1,1-1-1,0 0 0,-1 1 0,1-1 0,0 0 1,-1 0-1,1 1 0,0-1 0,-1 0 0,1 0 1,-1 1-1,1-1 0,0 0 0,-1 0 1,1 0-1,-1 0 0,1 0 0,-1 0 0,1 0 1,-1 0-1,1 0 0,0 0 0,-1 0 1,1 0-1,-1 0 0,1 0 0,-1 0 0,1 0 1,0-1-1,-1 1 0,1 0 0,-1 0 0,1 0 1,0-1-1,-1 1 0,1 0 0,0 0 1,-1-1-1,1 1 0,0 0 0,-1-1 0,1 1 1,0-1-1,0 1 0,-1 0 0,1-1 1,0 1-1,0-1 0,0 1 0,0 0 0,-1-1 1,1 1-1,0-1 0,-6-14-147,1 0-1,0 0 1,1 0 0,1-1 0,0 0-1,1 1 1,1-1 0,0 0-1,2 0 1,2-27 0,-2 41-46,-1 0 1,1 0 0,-1 0-1,1 0 1,0 0 0,0 0-1,0 0 1,0 0-1,0 1 1,0-1 0,1 0-1,-1 1 1,1-1 0,-1 1-1,1-1 1,-1 1 0,1-1-1,0 1 1,0 0 0,2-1-1,1 0-936,0-1-1,1 1 1,-1 1 0,1-1-1,-1 1 1,10-1-1,18 1-5977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04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651 137 10981,'0'0'6120,"-26"-21"-2521,-84-66-982,106 84-2492,0 0 0,0 0-1,0 0 1,0 1-1,-1-1 1,1 1 0,-1 1-1,1-1 1,-1 0-1,1 1 1,-1 0 0,0 0-1,0 1 1,0-1 0,1 1-1,-1 0 1,0 0-1,0 1 1,0-1 0,0 1-1,1 0 1,-1 0-1,0 1 1,1-1 0,-1 1-1,1 0 1,-1 1-1,1-1 1,-7 6 0,0 2-54,0 1 1,0 1 0,1-1-1,1 2 1,0-1-1,-12 25 1,16-29 21,-27 52 102,2 3 0,3 0 0,2 2 0,-30 134 0,32-84-397,6 0-1,-3 133 1,20-243 125,0 23-966,-2 1 0,-1-1-1,-12 52 1,15-79 897,0-1-1,0 1 1,0-1 0,-1 0-1,1 1 1,0-1 0,0 1-1,0-1 1,-1 0 0,1 1-1,0-1 1,-1 1 0,1-1-1,0 0 1,0 1-1,-1-1 1,1 0 0,-1 0-1,1 1 1,0-1 0,-1 0-1,1 0 1,-1 0 0,1 1-1,0-1 1,-1 0 0,1 0-1,-1 0 1,1 0-1,-1 0 1,1 0 0,-1 0-1,1 0 1,-1 0 0,1 0-1,0 0 1,-1 0 0,1 0-1,-1-1 1,-8-8-5925,-3-20-2314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04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1 168 10597,'0'0'4682,"24"0"-1168,337 0 1461,-353 0-4970,-1 1-12,-1-1 0,0 0 1,1 0-1,-1 0 0,0-1 0,0 0 1,1 0-1,-1-1 0,0 0 1,0 0-1,0 0 0,10-6 1,-15 8 2,-1-1 0,1 1 0,-1 0 0,0 0 1,1 0-1,-1-1 0,0 1 0,1 0 1,-1-1-1,1 1 0,-1 0 0,0-1 0,0 1 1,1 0-1,-1-1 0,0 1 0,0 0 1,1-1-1,-1 1 0,0-1 0,0 1 1,0-1-1,0 1 0,0-1 0,0 1 0,1 0 1,-1-1-1,0 1 0,0-1 0,0 1 1,-1-1-1,1 1 0,0-1 0,0 1 1,0-1-1,0 1 0,0 0 0,0-1 0,-1 1 1,1-1-1,0 1 0,0 0 0,-1-1 1,1 1-1,0-1 0,-1 1 0,1 0 0,0 0 1,-1-1-1,1 1 0,0 0 0,-1-1 1,1 1-1,-1 0 0,1 0 0,0 0 1,-1 0-1,1-1 0,-1 1 0,1 0 0,-2 0 1,-26-4-20,22 4 25,0 0-1,1 1 0,-1-1 0,0 1 0,1 0 0,-1 1 1,1 0-1,-1-1 0,1 2 0,0-1 0,0 1 1,0-1-1,0 1 0,0 1 0,1-1 0,-1 1 0,1 0 1,0 0-1,0 0 0,0 0 0,1 1 0,0-1 0,-1 1 1,2 0-1,-1 0 0,0 0 0,1 0 0,0 1 1,0-1-1,1 1 0,0-1 0,0 1 0,-1 5 0,2-8-37,0 0-1,0 0 0,0 0 1,1 0-1,-1 0 0,1 0 0,-1 0 1,1 0-1,0 0 0,0 0 1,0-1-1,1 1 0,-1 0 0,1-1 1,-1 1-1,1-1 0,0 0 1,4 4-1,-3-4-88,0 1-1,1-1 1,0-1 0,-1 1-1,1 0 1,0-1 0,0 0-1,0 0 1,0 0 0,0-1 0,0 1-1,0-1 1,8 0 0,-9 0 80,1-1 0,-1 1 0,1-1 0,-1 0 0,0 0 0,1 0 0,-1-1 0,0 1 1,0-1-1,0 1 0,0-1 0,0 0 0,0-1 0,3-2 0,39-43-732,-7 7-246,-20 25 644,-14 12 444,-1 0 0,1 1 0,-1 0 0,1-1 0,0 1 0,1 1 0,-1-1 0,0 1 0,1-1 0,-1 1 0,1 1 0,0-1-1,0 1 1,0-1 0,-1 1 0,1 1 0,7-1 0,-5 0 132,1 1 1,-1 0-1,0 1 0,1-1 1,-1 2-1,0-1 0,1 1 0,-1 0 1,0 0-1,0 1 0,-1 0 1,1 0-1,0 0 0,-1 1 0,0 0 1,0 1-1,0-1 0,10 11 1,-18-15 69,0 0 0,0-1 1,0 1-1,0-1 1,0 1-1,0-1 0,1 0 1,-1 0-1,0 0 1,0 0-1,1 0 0,-3-2 1,1 0-195,0-1 0,0 1 0,1-1 0,-1 0 1,1 1-1,0-1 0,0 0 0,1 0 0,-1-1 0,1 1 0,0 0 1,0 0-1,0-1 0,0 1 0,1 0 0,0-1 0,0 1 0,0-1 1,0 1-1,1 0 0,0-1 0,0 1 0,3-8 0,-3 8-319,1 0 0,1 1 0,-1-1 0,0 1 0,1 0 0,0 0 0,-1 0 0,1 0 0,1 0 0,-1 0-1,0 1 1,0 0 0,1-1 0,0 1 0,-1 1 0,8-4 0,55-18-10439,-32 12 601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05.2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81 4226,'0'0'22191,"2"6"-20966,6 13-444,-3-6-312,1 1 0,-2-1 0,6 26 0,-9-20-285,1 3 78,-2-22-282,0 0-1,0 0 1,0 0 0,0 0 0,0 0 0,0 0 0,0 0-1,0 0 1,1-1 0,-1 1 0,0 0 0,0 0 0,0 0-1,0 0 1,0 0 0,0 0 0,0 0 0,1 0 0,-1 0-1,0 0 1,0 0 0,0 0 0,0 0 0,0 0 0,0 0-1,0 0 1,1 0 0,-1 0 0,0 0 0,0 0 0,0 0-1,0 0 1,0 0 0,0 0 0,1 0 0,-1 0 0,0 0-1,0 0 1,0 0 0,0 0 0,0 0 0,0 1 0,7-14-207,0 0 0,1 1-1,0 0 1,0 0 0,1 1 0,1 0 0,0 1 0,1 0 0,-1 0 0,2 1 0,0 1 0,0 0 0,0 0 0,1 2 0,0-1 0,0 1 0,25-6-1,-37 11 315,0 1 0,0 0 0,0 0 0,0 0 0,0 0 0,0 0 0,0 0 0,0 0 0,0 1-1,0-1 1,0 0 0,0 0 0,-1 1 0,1-1 0,0 1 0,0-1 0,0 1 0,0-1-1,0 1 1,-1-1 0,1 1 0,0 0 0,0-1 0,-1 1 0,1 0 0,0 0 0,-1 0-1,1-1 1,-1 1 0,1 2 0,9 34 1487,-10-33-1512,0-1-1,1 1 0,0-1 1,-1 1-1,1-1 1,0 0-1,1 0 1,-1 1-1,1-1 1,1 3-1,-2-5-83,1 0 0,-1-1 0,0 1 0,1-1 0,-1 1 0,0-1 1,1 1-1,-1-1 0,0 0 0,1 0 0,-1 0 0,1 1 0,-1-1 0,1-1 0,-1 1 0,0 0 0,1 0 0,-1 0 0,1-1 0,-1 1 0,0-1 0,1 1 0,-1-1 1,2-1-1,38-22-416,-29 17 264,25-15-214,0 0 94,1 2 0,60-24 0,-97 44 371,-1 1 1,1-1-1,-1 0 1,0 0-1,1 1 0,-1-1 1,0 0-1,1 0 1,-1 1-1,0-1 1,1 0-1,-1 1 1,0-1-1,0 0 1,1 1-1,-1-1 1,0 1-1,0-1 1,0 0-1,0 1 1,1-1-1,-1 1 1,0-1-1,0 0 1,0 1-1,0-1 0,0 1 1,0-1-1,0 1 1,0-1-1,0 0 1,-1 2-1,2 27 813,0-6-332,0-21-656,-1 0 1,1 0-1,-1 0 1,1 1-1,0-1 0,0 0 1,0 0-1,0 0 0,0 0 1,0 0-1,1-1 0,-1 1 1,1 0-1,-1 0 0,4 2 1,-1-3-567,-1 1 0,1-1-1,-1 0 1,1-1 0,0 1 0,-1 0 0,1-1 0,0 0 0,6 0-1,37-1-6012,11-3-3963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06.3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9 16071,'0'0'2449,"-22"10"1887,5-3-3389,-8 3 454,0 1 0,1 1 0,0 1 0,1 1 0,-25 20 0,43-30-1359,1 0-1,0 0 0,0 0 1,1 1-1,0 0 0,-1-1 1,2 1-1,-1 0 0,0 1 1,1-1-1,0 0 0,-2 10 0,1 0-35,1 0-1,1 0 1,1 21-1,0-27-6,0-8 0,0 0-1,0 0 1,0 0-1,0 0 1,0 1-1,1-1 1,-1 0-1,0 0 1,1 0-1,-1 0 1,1 0 0,-1 0-1,1 0 1,-1-1-1,1 1 1,0 0-1,-1 0 1,1 0-1,0 0 1,0-1-1,-1 1 1,1 0-1,0-1 1,0 1 0,0-1-1,2 2 1,0-1-12,0 0 0,0-1 0,0 1 1,1 0-1,-1-1 0,0 0 0,1 0 1,-1 0-1,4 0 0,2-1-69,0-1 0,0 0 0,0 0 0,0-1 0,-1 0-1,10-4 1,8-10-729,-1 0 0,0-2 0,-1-1 0,-1-1 0,22-27 0,-4 6 2145,-42 69 328,0-15-1342,0 0 0,1 0 1,1-1-1,3 23 1,-3-32-326,-1 0 0,1 0 0,0 0 0,-1 0 1,1 0-1,0 0 0,0 0 0,0 0 0,1 0 0,-1 0 0,0-1 0,1 1 1,-1 0-1,1-1 0,-1 1 0,1-1 0,0 0 0,0 0 0,0 1 1,-1-1-1,1 0 0,0 0 0,0-1 0,1 1 0,-1 0 0,0-1 0,0 1 1,0-1-1,0 0 0,0 0 0,4 0 0,2 0-83,-1-1 0,0 0 0,1 0 0,-1-1 0,0 0 0,0 0 0,0-1-1,13-7 1,54-37-611,-18 10 478,-37 24 216,1 0-146,-20 13 200,0-1 1,0 1-1,0 0 0,1 0 0,-1 0 1,0-1-1,0 1 0,1 0 0,-1 0 1,0 0-1,0 0 0,1 0 0,-1-1 1,0 1-1,1 0 0,-1 0 1,0 0-1,0 0 0,1 0 0,-1 0 1,0 0-1,1 0 0,-1 0 0,0 0 1,1 0-1,-1 0 0,0 0 0,0 1 1,1-1-1,-1 0 0,0 0 0,1 0 1,-1 0-1,0 0 0,0 1 0,1-1 1,-1 0-1,0 0 0,1 1 1,-1 2-46,1 0 0,0 1 0,1-1 0,-1 0 0,1 0 1,-1 0-1,1 0 0,0 0 0,0 0 0,0 0 0,0-1 1,1 1-1,-1-1 0,1 1 0,0-1 0,-1 0 0,1 0 1,0 0-1,0 0 0,0-1 0,1 1 0,-1-1 1,0 0-1,1 0 0,-1 0 0,0-1 0,1 1 0,-1-1 1,1 1-1,-1-1 0,1 0 0,-1 0 0,1-1 0,-1 1 1,7-3-1,6-1-179,-1-2 0,0 1 0,0-2 0,-1 0-1,0-1 1,18-12 0,-24 14 238,-3 2 45,0 1 1,0-1-1,0 1 1,1 0-1,-1 0 1,1 1-1,0 0 1,0 0-1,10-3 1,-13 46 832,-2-32-907,0-1 0,1 1 0,0-1-1,0 0 1,1 0 0,0 0 0,7 11-1,-9-17-116,0 0 0,1 0-1,-1 0 1,1 0-1,0-1 1,-1 1-1,1 0 1,0-1-1,0 0 1,0 1-1,0-1 1,0 0-1,0 0 1,1 0-1,-1 0 1,0 0-1,1-1 1,-1 1-1,0-1 1,1 1-1,-1-1 1,1 0-1,-1 0 1,0 0 0,1 0-1,-1-1 1,1 1-1,-1 0 1,0-1-1,1 0 1,2-1-1,9-5-1424,0 0 0,-1-1 0,0-1 0,0 0 0,-1 0 0,21-22 0,9-6-2644,47-31-3069,-28 25 27365,-103 43-15974,30 1-4160,1 0-1,-1 1 0,0 0 0,1 1 1,0 0-1,-1 1 0,1 0 0,-12 7 1,17-8-11,-1 0-1,1 1 1,0 0 0,0 0 0,0 0 0,0 1 0,1 0 0,-1 0 0,1 1 0,1-1-1,-1 1 1,1 0 0,0 0 0,-5 10 0,8-13-155,0-1 0,0 1 0,0 0 0,0-1 0,1 1 0,-1 0 0,1-1 0,0 1 0,-1 0 0,1 0 0,0 0 0,1-1 0,-1 1 0,0 0 0,1 0 0,0-1 0,-1 1 0,1 0 0,0-1-1,0 1 1,1-1 0,-1 1 0,0-1 0,1 1 0,0-1 0,-1 0 0,1 0 0,0 0 0,0 0 0,0 0 0,1 0 0,-1-1 0,0 1 0,1-1 0,-1 1 0,1-1 0,-1 0 0,1 0 0,-1 0 0,1 0 0,5 0 0,11 4-1915,0-2-1,0 0 1,1-1 0,31-2-1,-46 0 1683,55 0-7988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06.7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65 5138,'0'0'18019,"-12"2"-17253,-32 9-211,44-11-544,0 0 0,0 0-1,-1 0 1,1 0 0,0 1 0,0-1 0,-1 0 0,1 0 0,0 0-1,0 0 1,-1 1 0,1-1 0,0 0 0,0 0 0,0 1 0,0-1-1,-1 0 1,1 0 0,0 1 0,0-1 0,0 0 0,0 1 0,0-1-1,0 0 1,0 0 0,0 1 0,0-1 0,0 0 0,0 1 0,0-1-1,0 0 1,0 1 0,0-1 0,0 0 0,0 0 0,0 1 0,0-1-1,0 0 1,0 1 0,1-1 0,-1 0 0,0 0 0,0 1-1,0-1 1,0 0 0,1 0 0,-1 0 0,0 1 0,0-1 0,1 0-1,-1 0 1,0 0 0,0 0 0,1 1 0,-1-1 0,0 0 0,0 0-1,1 0 1,-1 0 0,0 0 0,1 0 0,-1 0 0,0 0 0,1 0-1,-1 0 1,24 12 93,-22-12-84,12 5-32,0-1 1,0-1-1,0 0 0,1-1 0,-1 0 1,1-1-1,27-2 0,-16 0-209,-25 2 191,1-1-1,0 0 0,-1 0 0,1 0 0,-1-1 0,1 1 0,-1 0 0,1 0 0,-1-1 0,1 1 0,-1-1 0,1 1 0,-1-1 1,0 0-1,1 0 0,-1 0 0,0 1 0,0-1 0,1 0 0,-1 0 0,0-1 0,0 1 0,0 0 0,0 0 0,0 0 1,-1-1-1,1 1 0,1-3 0,-1-1-8,0 0 1,0-1-1,0 1 1,-1-1-1,1 1 1,-2-10-1,1 1 141,0 13-71,0-1 1,0 1-1,-1 0 0,1-1 0,0 1 1,0 0-1,-1-1 0,1 1 0,-1 0 1,1-1-1,-1 1 0,0 0 1,1 0-1,-1-1 0,0 1 0,0 0 1,0 0-1,0 0 0,0 0 0,0 0 1,0 0-1,0 0 0,0 1 1,0-1-1,-2-1 0,-1 1 156,0 0-1,0 0 0,1 0 1,-1 0-1,0 0 0,0 1 1,0 0-1,0 0 1,-6 0-1,3 1 229,1-1-1,-1 1 1,0 1 0,0-1-1,0 1 1,1 1-1,-1-1 1,1 1 0,0 0-1,-11 7 1,14-7-325,1 1 0,-1-1-1,1 1 1,0-1 0,0 1 0,0 0-1,0 0 1,1 0 0,-1 0 0,1 0 0,0 0-1,-1 7 1,2-8-71,0-1-1,-1 0 0,1 1 1,0-1-1,0 1 0,0-1 1,0 0-1,1 1 1,-1-1-1,1 0 0,-1 1 1,1-1-1,0 0 1,0 1-1,0-1 0,0 0 1,0 0-1,1 0 0,-1 0 1,1 0-1,-1 0 1,4 2-1,1 0-308,0-1-1,0 1 1,1-2-1,-1 1 1,0-1-1,1 0 1,8 1-1,6 0-2591,0-1 0,35-2 0,-25 0-80,16 0-8109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08.1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536 155 3265,'0'0'10920,"1"-14"-9239,5-93 2121,-6 106-3718,0 0 1,0-1 0,0 1-1,-1 0 1,1 0 0,0 0 0,0-1-1,-1 1 1,1 0 0,-1 0-1,1 0 1,-1 0 0,0 0 0,1 0-1,-1 0 1,0 0 0,0 0-1,1 0 1,-1 0 0,0 0-1,0 1 1,0-1 0,0 0 0,0 0-1,-2 0 1,-1 0 67,0-1 1,1 1-1,-1 1 1,0-1-1,0 0 0,1 1 1,-1 0-1,-7 0 1,1 1-54,1 0 0,-1 1 0,0 0 1,0 0-1,1 1 0,-12 5 0,1 3-81,0 2 0,1 0-1,1 1 1,0 1 0,0 0 0,2 2-1,0 0 1,1 1 0,1 0-1,0 1 1,2 1 0,-12 22 0,2 5-2,1 2 0,2 0 1,3 1-1,-13 65 0,23-82-95,1-7-1093,-1-2-1,-17 49 1,13-60-3021,-2-11-2664,0-2 905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09.0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1 327 4578,'0'0'11016,"27"-9"-8663,1-1-1686,-1 0 48,0 1 0,1 2 0,0 1 0,39-4 0,36-3 580,-1-4-1,183-56 1,-266 64-1215,-32 7 41,10 1-162,0 2 1,0-1-1,-1 0 0,1 1 1,0-1-1,0 1 1,-1 0-1,1 0 0,-4 2 1,5 3-52,0-1-1,1 0 1,0 0 0,0 1 0,0-1-1,0 0 1,1 1 0,0-1-1,1 6 1,-1-9 48,1 0-1,-1 0 1,1 0 0,0-1-1,-1 1 1,1 0-1,0-1 1,0 1 0,0 0-1,0-1 1,1 0-1,-1 1 1,0-1 0,1 1-1,-1-1 1,0 0 0,1 0-1,0 0 1,-1 0-1,1 0 1,0 0 0,-1-1-1,1 1 1,0 0-1,0-1 1,0 1 0,-1-1-1,1 0 1,4 1-1,18 1-384,1 0-1,35-3 0,-52 0 370,1 1-1,-1-1 1,0-1 0,1 0-1,-1 0 1,0 0 0,-1-1-1,1 0 1,0-1 0,13-8 0,-19 10 62,-1 0 0,1-1 0,-1 1 0,0-1 1,0 0-1,0 1 0,0-1 0,0 0 0,0 1 1,-1-1-1,1 0 0,-1 0 0,0 0 0,0 0 1,0-3-1,-5-43 147,3 44 37,0 0 1,-1 0 0,1 0 0,-1 0-1,0 0 1,-1 0 0,1 1 0,-1 0-1,0-1 1,-5-3 0,22 8-977,-1 1 0,0 0 0,0 1 0,0 0 1,0 1-1,13 5 0,-8-1 2037,0 1 1,0 1-1,-1 0 1,-1 1-1,29 24 0,-41-31-805,-3-3-384,1 0 0,0 0-1,-1 1 1,1-1-1,-1 0 1,1 0 0,-1 1-1,1-1 1,-1 0-1,1 1 1,-1-1 0,1 1-1,-1-1 1,1 1 0,-1-1-1,0 1 1,1-1-1,-1 1 1,0-1 0,1 1-1,-1-1 1,0 1 0,0 0-1,1-1 1,-1 1-1,0 0 1,0-1 0,0 1-1,0-1 1,0 1-1,0 0 1,0-1 0,0 1-1,0 0 1,0-1 0,0 1-1,-1-1 1,1 1-1,0 0 1,0-1 0,-1 1-1,1-1 1,0 1-1,-1-1 1,1 1 0,0-1-1,-1 1 1,1-1 0,-1 1-1,1-1 1,-1 1-1,1-1 1,-1 0 0,1 1-1,-2-1 1,2 1-44,0-1 1,-1 1-1,1-1 0,0 0 1,-1 1-1,1-1 0,-1 1 1,1-1-1,-1 0 0,1 1 1,-1-1-1,1 0 0,-1 0 1,1 1-1,-1-1 0,1 0 1,-1 0-1,0 0 0,1 0 1,-1 0-1,1 0 0,-1 0 1,1 0-1,-1 0 0,0 0 1,1 0-1,-1 0 0,1 0 1,-1 0-1,1-1 0,-1 1 1,0 0-1,0-1 0,0-20 479,1 5-569,1 7 71,1-1-1,-1 1 0,2-1 1,-1 1-1,1-1 0,1 1 1,-1 0-1,2 1 0,-1-1 1,1 1-1,0-1 0,1 2 1,0-1-1,0 0 1,1 1-1,10-9 0,-12 14-327,-1 1-1,0-1 1,0 1 0,0 0-1,1 0 1,-1 1 0,1-1-1,-1 1 1,1 0-1,-1 0 1,0 0 0,1 1-1,6 1 1,-2-1-728,33 4-3720,10 0-2299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09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372 1 6451,'0'0'9700,"-21"7"-7045,-6 2-1770,0 1-1,1 2 1,1 1-1,0 0 1,0 2 0,-43 35-1,53-35-468,0 0 0,1 0 0,0 2 1,-21 32-1,30-40-358,0 0 1,1 0 0,0 1 0,0-1-1,1 1 1,0 0 0,1 0-1,0 0 1,1 0 0,0 1 0,0-1-1,2 13 1,-1-20-58,1 1 0,0-1 0,0 0 0,0 0 0,0 1 1,1-1-1,-1 0 0,1 0 0,0 0 0,0 0 0,0-1 0,0 1 0,1 0 0,-1-1 0,1 1 0,-1-1 0,1 0 0,0 0 1,0 0-1,0-1 0,0 1 0,0 0 0,0-1 0,0 0 0,1 0 0,-1 0 0,0 0 0,1-1 0,-1 1 0,6-1 0,5 2 1,0-1-1,1-1 0,-1 0 1,0-1-1,0-1 0,18-4 1,-8-1-35,-1-2 0,0-1 1,0-1-1,-1-1 0,-1-1 0,0-1 1,0-1-1,-2 0 0,0-2 0,26-28 1,-36 35 34,0-1 0,-1 0 1,0 0-1,-1-1 1,-1 0-1,6-13 1,-9 19 22,0-1-1,-1 0 1,0 0 0,-1-1 0,0 1 0,0 0 0,0 0 0,-1-1 0,0 1 0,0 0 0,-1-1 0,-2-12 0,1 17-19,1 0-1,0 0 1,-1 1-1,0-1 1,0 0-1,0 1 1,0-1 0,0 1-1,0-1 1,-1 1-1,1 0 1,-1 0-1,1 0 1,-1 1-1,0-1 1,0 0 0,0 1-1,0 0 1,0 0-1,0 0 1,0 0-1,0 0 1,0 1-1,-4-1 1,-13-2-503,1 1 0,-37 1 0,41 1-288,4 1-109,0-1 0,0 1-1,1 1 1,-1 0 0,-17 6-1,-25 14-7036,13-6-243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09.7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9316,'0'0'15415,"122"131"-13398,-95-102-608,0-9-785,-6-4-416,-1-7-208,-7-2-96,1-3-928,6-4-865,1 0-880,6 0-2226,0-2-2928,0-20-2258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10.1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0 5042,'0'0'19873,"-6"20"-17682,-16 60-436,20-75-1561,1 0 0,0 0-1,1 0 1,-1 0 0,1 1-1,0-1 1,1 6 0,-1-9-159,0-1 0,0 0 0,1 0 0,-1 1 0,1-1 0,-1 0 0,1 0 0,-1 0 0,1 1 0,0-1 0,-1 0 0,1 0 0,0 0 0,0 0 0,0 0-1,0 0 1,0 0 0,2 1 0,0-1-28,1 0 1,0 0-1,0-1 0,-1 1 0,1-1 0,0 1 0,0-1 0,0-1 0,0 1 0,-1 0 0,1-1 0,0 0 0,7-2 0,15-7-237,-1-1 1,1-1-1,-2-2 0,0 0 0,-1-2 1,26-21-1,-19 15 123,-29 21 170,0 0 0,0 0 0,0 0 0,1 0 1,-1 0-1,0 0 0,1 1 0,-1-1 0,1 0 0,-1 1 1,1-1-1,-1 1 0,1 0 0,-1-1 0,3 1 0,3 15 1652,0 5-1132,-6-18-948,1 1 1,0-1-1,-1 1 1,1-1-1,0 0 1,0 0-1,0 0 1,0 0-1,1 0 1,-1 0-1,0 0 1,1-1-1,0 1 1,-1-1-1,1 0 1,0 0-1,-1 0 1,1 0-1,0 0 1,4 0-1,0 0-1047,0 0 0,0-1 0,-1 0 0,1 0 0,0-1-1,0 0 1,0 0 0,7-2 0,32-18-9790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10.3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0 13334,'0'0'16248,"-21"95"-16168,21-90-80,0-3-401,7-27-16198,7-6 7539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10.4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8244,'0'0'14022,"0"52"-14054,0-23-1521,21 3-2192,6-5-2162,13-3-1520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11.1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187 431 10165,'0'0'7470,"-20"9"-3148,0-1-3247,7-3-446,0 0 1,0 0 0,1 1-1,0 1 1,0 0 0,0 0-1,1 1 1,-19 18-1,28-22-511,-1 1-1,1-1 0,0 1 0,1-1 0,-1 1 0,1 0 0,0-1 0,0 1 0,-1 10 0,2-13-141,-1-1-1,1 1 1,0 0 0,-1 0 0,1 0-1,0 0 1,0 0 0,0 0-1,1-1 1,-1 1 0,0 0 0,1 0-1,-1 0 1,1 0 0,0-1 0,-1 1-1,1 0 1,0-1 0,0 1 0,0-1-1,0 1 1,1-1 0,-1 1-1,0-1 1,1 0 0,-1 1 0,2 0-1,3-1-281,0 0 0,0-1 0,0 1 0,1-1 0,-1-1-1,0 1 1,0-1 0,0 0 0,0-1 0,0 1 0,-1-1-1,1 0 1,0-1 0,-1 1 0,1-1 0,-1 0 0,0 0-1,0-1 1,0 0 0,-1 0 0,7-6 0,8-9-1431,-1-1 0,-1-1 0,22-34 0,-17 19 769,-1-2 0,-2 0 0,27-77 0,-9-6 2001,-7-1 4538,-47 184 3630,-4 8-5637,-35 140-1973,50-177-1563,-1 0 1,-2-1 0,-1 0 0,-2-1 0,-18 35 0,29-63-29,0-1 0,1-1-1,-1 0 1,1 0-1,-1 0 1,0 0-1,1 0 0,-1 0 1,0 0-1,0 0 1,0 0-1,0 0 1,0 0-1,0-1 1,0 1-1,0 0 1,0-1-1,0 1 1,0-1-1,-1 1 0,1-1 1,0 1-1,0-1 1,0 0-1,-1 0 1,1 1-1,0-1 1,-1 0-1,1 0 1,-2-1-1,1 1-135,3-2 47,-1 0 1,0 0 0,0 0-1,1 0 1,0 0-1,-1 0 1,1 0-1,0 0 1,0 0 0,0 0-1,0 0 1,0 1-1,0-1 1,0 0-1,1 1 1,1-3-1,28-24-688,-28 25 635,10-8-128,0 1-1,1 0 0,0 1 0,1 0 0,0 1 0,0 1 0,0 1 0,1 0 0,0 1 0,1 0 0,-1 1 0,1 1 0,28-1 0,-45 47 3656,-2-39-3190,-1 1-1,1-1 1,0 0 0,-1 0-1,0 0 1,0-1-1,0 1 1,-7 6 0,-18 22 292,23-22-484,1 0 0,0 0 0,0 1 0,1-1 0,0 0 1,1 1-1,1 0 0,-1 0 0,2 0 0,0 15 0,0-26-56,0 1-1,0 0 0,0-1 0,1 1 1,-1 0-1,0-1 0,1 1 1,-1-1-1,0 1 0,1 0 0,-1-1 1,1 1-1,-1-1 0,1 1 0,-1-1 1,1 0-1,-1 1 0,1-1 1,0 1-1,-1-1 0,1 0 0,-1 0 1,1 1-1,0-1 0,-1 0 0,1 0 1,0 0-1,-1 0 0,1 0 1,0 1-1,-1-1 0,1 0 0,0-1 1,0 1-1,32-2-1902,-28 2 1553,8-3-727,-1 1 0,0-2 1,1 0-1,-1 0 0,-1-1 0,1-1 0,11-7 0,50-28-7869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11.5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350 0 16520,'0'0'2630,"-30"10"1559,7-3-3218,-21 6 1095,0 2-1,1 2 1,-56 30-1,93-43-2038,0 0 0,0 1 0,0 0 0,0 0 0,1 1 1,0-1-1,0 1 0,-8 11 0,12-15-29,0 0 1,0 0 0,0-1 0,1 1 0,-1 0-1,0 0 1,1 0 0,-1 0 0,1 0 0,-1-1-1,1 1 1,0 0 0,0 0 0,0 0-1,0 0 1,0 0 0,1 0 0,-1 0 0,0 0-1,1 0 1,-1 0 0,1 0 0,0 0-1,0-1 1,0 1 0,0 0 0,0-1 0,0 1-1,0 0 1,0-1 0,1 1 0,-1-1-1,1 0 1,-1 1 0,1-1 0,-1 0 0,1 0-1,0 0 1,2 1 0,16 7-720,-1-1 0,2 0 1,-1-2-1,33 7 0,-30-9-95,-1 2 0,-1 0 0,1 2 0,28 13 0,-49-20 811,0-1-1,0 1 1,0-1-1,1 1 1,-1 0-1,0-1 1,0 1-1,0 0 1,-1 0-1,1 0 1,0 0-1,0 0 1,0 0-1,-1 0 1,1 0-1,0 0 1,-1 0-1,1 1 1,-1-1-1,0 0 1,1 0-1,-1 0 0,0 1 1,0-1-1,1 0 1,-1 1-1,0-1 1,0 0-1,-1 0 1,1 1-1,0-1 1,0 0-1,0 0 1,-1 1-1,1-1 1,-1 0-1,1 0 1,-1 0-1,0 0 1,1 0-1,-1 0 1,-1 2-1,-2 2 264,1-1 0,-1 0 1,0 0-1,0 0 0,-1-1 0,1 1 0,-1-1 1,-7 4-1,-10 4 383,-1-1 0,0-1 1,0-1-1,-1-1 0,0-1 1,0-1-1,-33 2 0,56-7-1665,31-2-4494,5-4-304,59-21 0,-48 13 312,26-7-2278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12.0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57 4418,'0'0'20681,"-9"-4"-18314,3 2-2078,0-1 0,0 1-1,0 0 1,-1 1 0,1-1 0,-1 2 0,1-1-1,0 0 1,-1 1 0,-8 1 0,12-1-208,0 1 1,-1 0 0,1 0 0,0 0-1,0 0 1,0 0 0,0 1-1,0-1 1,0 1 0,0 0-1,0 0 1,0 0 0,1 0 0,-1 0-1,1 1 1,0-1 0,-1 1-1,1-1 1,0 1 0,1 0-1,-1 0 1,0 0 0,1 0 0,0 0-1,-2 6 1,1-3-86,1 0 1,-1 0-1,2-1 0,-1 1 1,1 0-1,-1 0 1,2 0-1,0 11 0,0-15 1,-1 0 0,0 0-1,1 0 1,-1 0 0,1 0-1,0 0 1,-1 0 0,1-1 0,0 1-1,0 0 1,0-1 0,1 1-1,-1 0 1,0-1 0,1 1-1,-1-1 1,1 0 0,-1 1-1,1-1 1,-1 0 0,1 0-1,0 0 1,0 0 0,-1 0 0,1-1-1,0 1 1,3 0 0,7 1-87,0-1 1,-1 0 0,1-1 0,0 0-1,0-1 1,-1-1 0,1 0 0,21-6-1,-29 7 59,0-1 0,0 1 0,0-1 0,-1 0 0,1 0 0,-1 0 0,1-1 0,-1 1 0,0-1 0,0 0 0,0 0 0,0 0 0,0 0 0,-1-1 0,1 1 0,-1-1 0,0 1 0,0-1 0,0 0 0,-1 0 0,1 0 0,-1 0 0,0 0 0,0 0 0,0 0 0,-1 0 1,1 0-1,-1-5-1,0 7 38,-1 0-1,1 0 0,0 0 0,0 0 0,-1 1 0,1-1 0,-1 0 1,0 0-1,1 1 0,-1-1 0,0 0 0,0 1 0,0-1 0,0 1 0,-1-1 1,1 1-1,0 0 0,0-1 0,-1 1 0,1 0 0,-1 0 0,1 0 0,-1 0 1,0 0-1,1 0 0,-1 0 0,-2 0 0,-17-13-28,21 14 18,-1-1 1,1 1-1,0 0 1,0 0 0,-1 0-1,1 0 1,0 0-1,0-1 1,0 1 0,0 0-1,0 0 1,-1 0-1,1-1 1,0 1 0,0 0-1,0 0 1,0-1-1,0 1 1,0 0 0,0 0-1,0 0 1,0-1-1,0 1 1,0 0 0,0 0-1,0-1 1,0 1-1,0 0 1,0 0 0,0-1-1,0 1 1,0 0 0,0 0-1,0-1 1,0 1-1,0 0 1,0 0 0,0-1-1,1 1 1,11-4-150,25 3-69,-30 1 183,-1 0 30,0 1 0,1-1-1,-1 1 1,0 0 0,0 1 0,0-1-1,0 1 1,0 1 0,0-1 0,-1 1-1,1 0 1,-1 0 0,6 4 0,-1 2-2,-1-1 1,1 2 0,-2-1 0,1 1 0,9 16 0,-7-13 513,-13-20 533,-7-24-62,4-64-1074,5 94-532,7 1-9028,1-2 7047,-2 1 464,20-5-6942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12.3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174 0 4258,'0'0'25825,"-14"18"-23693,3-4-1806,-12 14-251,1 1 1,-29 52-1,49-77-75,-11 20 0,-14 43 0,25-60 0,0-1 0,0 1 0,1 0 0,0 1 0,0-1 0,0 0 0,1 0 0,0 0 0,1 0 0,-1 1 0,4 10 0,-3-17-52,0 0 0,1 1 0,-1-1 0,1 0 0,0 0 0,-1 0 0,1 0 0,0 0 1,-1 0-1,1-1 0,0 1 0,0 0 0,0-1 0,0 0 0,0 1 0,0-1 0,0 0 0,0 0 0,0 0 0,-1 0 0,4-1 0,46-1-3251,-50 2 3102,32-10-6066,-5-15-3949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12.5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9700,'0'0'14055,"116"9"-14055,-62-9-1073,-7 0-2176,7 0-4515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12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271 0 4114,'0'0'20617,"-95"127"-18248,62-94-1904,-1 26-465,-7-2-1537,7-3-3874,0-7 2738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13.6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1 697 1105,'0'0'11573,"0"4"-9527,0-3-1738,0 0-1,0 0 1,0-1-1,0 1 1,0 0-1,0-1 1,0 1-1,0 0 1,0 0-1,0-1 1,0 1-1,0 0 1,1-1 0,-1 1-1,0 0 1,1-1-1,-1 1 1,0 0-1,1-1 1,-1 1-1,1-1 1,0 2-1,13-7 3302,22-35-1915,-21 22-1197,234-266 206,-174 190-1958,71-118 0,-106 147 922,-40 93 1000,-26 72-133,18-75-238,1 1-1,1 0 0,-4 47 0,10 229 658,9-256-941,-2-21-1066,-4 0-3424,-12-26-4278,-9-6 1507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13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12710,'0'0'8580,"122"-30"-6451,-61 26-1265,0 2-496,0-1-336,0 3-32,-7 0-928,-6 0-1777,-8 0-2210,-19 0-3504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14.3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98 8564,'0'0'12288,"4"23"-10172,-1-2-1656,2 23 997,3 0 0,13 46 0,-19-83-1266,-2-6-175,0 0 1,0 0-1,0 0 0,1-1 1,-1 1-1,0 0 0,0 0 0,0 0 1,1-1-1,-1 1 0,0 0 1,1-1-1,-1 1 0,1 0 0,-1-1 1,1 1-1,-1 0 0,1-1 1,-1 1-1,1-1 0,0 1 0,-1-1 1,1 1-1,0-1 0,0 1 1,-1-1-1,1 0 0,0 0 1,0 1-1,-1-1 0,1 0 0,1 0 1,7-21 226,110-233-2407,-119 253 2140,0 0 1,1 1-1,-1-1 0,1 1 1,-1-1-1,0 1 1,1-1-1,-1 1 0,1-1 1,-1 1-1,1-1 0,0 1 1,-1 0-1,1-1 1,-1 1-1,1 0 0,0-1 1,-1 1-1,1 0 1,0 0-1,-1 0 0,1 0 1,0-1-1,-1 1 1,1 0-1,0 0 0,0 0 1,-1 0-1,1 1 0,0-1 1,-1 0-1,1 0 1,0 0-1,-1 1 0,1-1 1,0 1-1,31 16-122,-8-3 141,-6-9-168,1-1-1,0-1 0,0 0 1,0-2-1,1 0 0,-1-1 0,0-1 1,31-5-1,-44 4 86,0 0 0,0 1 1,0-2-1,0 1 0,0-1 0,0 0 0,-1 0 1,11-8-1,-13 9 102,-1 0 0,1-1-1,-1 1 1,0-1 0,1 1 0,-1-1 0,0 0 0,-1 0 0,1 0 0,0 0 0,-1 0 0,0 0 0,1 0 0,-1 0 0,-1-1 0,1 1 0,0 0-1,0-6 1,-2 8 19,0 0 0,1 0-1,-1 0 1,1 0 0,-1 0-1,0 0 1,0 1 0,1-1-1,-1 0 1,0 0 0,0 1-1,0-1 1,0 1 0,0-1-1,0 0 1,0 1 0,0 0-1,0-1 1,0 1 0,0 0-1,0-1 1,-1 1-1,1 0 1,0 0 0,0 0-1,0 0 1,0 0 0,-2 1-1,-44-1 471,36 0-229,4 0-78,1 0 1,-1 0-1,1 1 1,-1 0-1,1 0 1,-1 0-1,1 1 1,-8 3-1,11-4-162,1 1 0,0-1 0,0 0 0,1 1 0,-1 0 0,0-1 0,0 1 0,1 0 0,-1 0 0,1 0 0,-1 0 0,1 0 0,0 0 0,0 0 0,0 0 0,0 0 0,0 1 0,0-1 0,1 0 0,-1 1 0,1-1 0,0 1 0,-1-1 0,1 0 0,1 4 0,-2-1-124,1 0-1,1 0 1,-1 0 0,1 0-1,0 0 1,0 0 0,0 0 0,1 0-1,0 0 1,0 0 0,0-1 0,0 1-1,1-1 1,-1 0 0,1 1 0,5 4-1,-4-6-329,-1 0 0,1 0 0,1 0 0,-1 0 0,0-1-1,1 0 1,-1 1 0,1-2 0,-1 1 0,1 0 0,8 0-1,21 2-4195,4-4-3299,-4-2-846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14.5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1 197 7652,'0'0'13536,"0"12"-12319,0 40-113,0-40 297,0-16-374,0-10-874,2 0-1,0 0 1,0 1-1,2-1 1,-1 1-1,2 0 1,0 0 0,0 0-1,1 0 1,14-20-1,-14 24-660,1-1-1,0 1 1,1 1 0,0-1-1,17-12 1,-19 16-739,1 1 0,-1 0 0,1 0-1,0 1 1,0 0 0,0 0 0,0 1 0,0-1 0,12-1 0,2 3-7582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14.9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6675,'0'0'17392,"-20"10"-14962,-65 34-717,80-41-1515,-1 0 0,1 0-1,0 1 1,0-1 0,0 1 0,0 1-1,1-1 1,-8 10 0,10-11-190,1 0 0,-1 0 0,1 0 0,0 0 0,-1 0 0,2 0 0,-1 1 0,0-1 0,1 1 0,-1-1 0,1 0 0,0 4 0,34-4-1422,-23-4 717,-1 1 1,1-1-1,20-4 1,-28 4 540,0 0 1,1 0 0,-1 0 0,0-1 0,1 1 0,-1-1-1,0 0 1,0 0 0,0 0 0,0 0 0,-1 0-1,1-1 1,-1 1 0,1-1 0,3-4 0,-3 0 2609,-5 22-2312,2-7-732,0 0 0,0 0 0,1 1 0,3 14 0,-3-21 132,0 1 0,0 0 0,0-1 0,1 1 0,-1-1 0,1 0 0,-1 1 1,1-1-1,0 0 0,0 0 0,0 0 0,0 0 0,0 0 0,1-1 0,-1 1 1,0-1-1,6 3 0,24 7-6946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15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225 109 10837,'0'0'8268,"-22"8"-4389,-66 29-1446,85-35-2395,0-1 0,0 2 0,0-1 0,0 0 0,1 0 0,-1 1 0,1-1 1,-1 1-1,1 0 0,0 0 0,0 0 0,0 0 0,0 0 0,1 0 0,-1 1 0,1-1 0,0 1 0,0-1 0,0 1 0,0-1 0,1 1 1,-1-1-1,1 1 0,0-1 0,0 1 0,1 0 0,-1-1 0,1 1 0,-1-1 0,3 6 0,-2 2 33,1-2-58,0 0-1,1 0 0,0 0 1,0-1-1,1 1 1,0-1-1,1 0 0,-1 0 1,9 10-1,-7-10-141,0 0 0,-1 1 0,0 0 1,0 0-1,-1 0 0,-1 0 0,6 19 0,-9-26 101,0-1 0,1 1-1,-1 0 1,0-1 0,0 1-1,0 0 1,-1-1 0,1 1 0,0 0-1,-1-1 1,1 1 0,-1 0-1,1-1 1,-1 1 0,0-1 0,0 1-1,0-1 1,1 1 0,-1-1 0,-1 0-1,1 0 1,-1 2 0,-2 0 2,1-1 0,0 0 0,-1 0 0,1 0 0,-1 0 1,0-1-1,1 1 0,-1-1 0,-5 1 0,-9 1 1,0 0-1,0-2 1,-23 0-1,35-1 5,6 0 22,-1-1 1,1 1-1,-1 0 1,1 0-1,-1 0 0,1-1 1,-1 1-1,1 0 1,-1-1-1,1 1 1,0 0-1,-1-1 1,1 1-1,0-1 1,-1 1-1,1-1 1,0 1-1,-1-1 1,1 1-1,0-1 0,0 1 1,0-1-1,-1 1 1,1-1-1,0 1 1,0-1-1,0 1 1,0-1-1,0 1 1,0-1-1,0 1 1,0-1-1,0 0 1,0 1-1,1-1 0,-1 1 1,0-1-1,0 1 1,0-1-1,1 1 1,-1-1-1,12-27-41,4 11 23,1 0 0,1 1 0,0 1 0,2 0 0,-1 2 0,24-13 0,24-17 3,-15 7-19,6-3-98,-1-3 1,77-73-1,-131 112 219,-1 1 0,1-1 0,-1 0 0,0 0 0,0 0 0,0-1 0,0 1 0,-1 0 0,1-1 0,0-3 0,-2 6-50,1 0 1,-1 0-1,0 0 0,0 0 1,0 0-1,0 0 0,-1 0 1,1 0-1,0 0 0,0 0 0,-1 1 1,1-1-1,0 0 0,-1 0 1,1 0-1,-1 0 0,1 0 1,-1 1-1,1-1 0,-1 0 1,1 0-1,-1 1 0,0-1 0,0 0 1,1 1-1,-1-1 0,0 1 1,0-1-1,0 1 0,0-1 1,1 1-1,-1 0 0,0-1 0,0 1 1,0 0-1,0 0 0,0 0 1,0-1-1,-2 1 0,-13-2 408,1-1-1,-1 2 1,0 0-1,0 1 0,-27 3 1,39-2-413,0-1-1,1 1 1,-1-1 0,0 1 0,0 0-1,1 1 1,-1-1 0,1 1-1,-1-1 1,1 1 0,0 0 0,-1 0-1,1 0 1,0 1 0,0-1-1,1 1 1,-1 0 0,1 0 0,-1 0-1,1 0 1,0 0 0,0 0-1,0 1 1,0-1 0,1 1 0,-1-1-1,1 1 1,0 0 0,0-1 0,0 5-1,-1 2-194,1 0 0,1 0-1,0 0 1,0 1 0,1-1-1,0 0 1,1 0 0,0 0 0,6 16-1,-6-21-299,1 0-1,0-1 0,0 1 0,0-1 0,0 0 1,1 1-1,0-2 0,-1 1 0,1 0 1,1-1-1,-1 0 0,1 0 0,-1 0 0,1 0 1,0-1-1,0 1 0,0-2 0,0 1 1,0 0-1,7 0 0,53 9-8714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15.9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0 4338,'0'0'21786,"-47"131"-18713,20-70-1536,7-2-320,6 0-865,7-14-352,1-9 0,-1-9-673,7-9-895,-7-9-1089,0-7-1361,0-2-3026,1-9-3985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16.2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 1 12070,'0'0'11487,"22"0"-8939,66 3-902,-86-2-1577,0-1 0,0 1 0,1-1-1,-1 1 1,0 0 0,0 0 0,0 0-1,0 0 1,0 1 0,0-1-1,0 0 1,-1 1 0,1-1 0,0 1-1,-1 0 1,1-1 0,-1 1 0,0 0-1,0 0 1,1 0 0,-1 0 0,0 0-1,-1 0 1,1 1 0,1 2-1,-1 3 196,1 1-1,-1-1 1,-1 0-1,0 1 1,-1 8-1,1-3 345,-1-12-585,1-1 1,-1 1-1,1 0 1,-1-1-1,0 1 1,0-1 0,0 1-1,0-1 1,0 0-1,0 1 1,0-1-1,-1 0 1,1 0 0,0 0-1,-1 0 1,1 0-1,0 0 1,-1 0-1,1 0 1,-1-1 0,0 1-1,1-1 1,-1 1-1,0-1 1,-2 1-1,-50 10 393,48-10-404,-19 2-682,7-1-2283,-1 2 0,-30 7 0,45-9 2294,0-1 0,-1 1 0,1 0 0,0 0 0,0 0 0,0 1 0,1-1 0,-1 1 0,1 0 0,-1 0 0,1 0 0,0 0 0,0 1 0,0-1 0,0 1 0,-2 4 0,2 13-10432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16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80 7652,'0'0'18747,"17"-1"-16973,55-4-718,-66 4-993,0 0-1,0 0 0,-1 0 0,1-1 0,0 0 0,-1 0 0,10-6 1,-14 8-54,0-1 0,1 1 1,-1-1-1,0 0 1,0 0-1,0 0 1,0 1-1,0-1 0,0 0 1,-1 0-1,1 0 1,0 0-1,0-1 1,-1 1-1,1 0 1,0 0-1,-1 0 0,1 0 1,-1-1-1,0 1 1,1 0-1,-1-1 1,0 1-1,0 0 0,0 0 1,0-1-1,0 1 1,0 0-1,0-1 1,-1 0-1,0 0-9,0 1 1,0-1-1,-1 1 0,1-1 0,0 1 1,-1 0-1,1 0 0,-1 0 0,0 0 1,1 0-1,-1 0 0,0 0 0,0 1 1,1-1-1,-1 0 0,0 1 0,0 0 1,0-1-1,0 1 0,-3 0 0,-46-2-76,44 2 88,-7 0-109,7-1 230,0 1 1,0 0 0,0 1 0,0 0-1,0 0 1,-8 2 0,13-2-72,0 0 0,0 0 0,0 0 0,0 0 0,0 0 0,0 1 0,0-1 0,0 1 0,1-1 0,-1 1 0,1-1 0,-1 1 0,1 0-1,0 0 1,-1 0 0,1 0 0,0 0 0,0 0 0,0 0 0,1 0 0,-1 0 0,0 1 0,1-1 0,-1 4 0,0-1-114,0 1-1,1 0 0,-1-1 1,1 1-1,0 0 0,1-1 1,-1 1-1,1 0 0,0-1 1,0 1-1,1-1 1,0 1-1,0-1 0,0 0 1,1 1-1,-1-1 0,1-1 1,0 1-1,1 0 1,-1-1-1,1 1 0,0-1 1,0 0-1,0 0 0,1-1 1,5 4-1,-2-2-798,0 0 0,1-1 0,-1-1 0,1 1 0,0-1 0,14 2 0,-9-2-1677,-1-1 0,1-1 1,-1-1-1,17-1 0,17-4-7690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17.1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21 182 10901,'0'0'15383,"0"6"-14078,0 123 3494,0-128-4487,-1-1-253,-3 0-144,3 0-374,0 0-719,0 0 1209,1 1 1,-1-1-1,0 1 0,1-1 0,-1 0 0,0 1 0,1-1 0,-1 1 0,1 0 1,-1-1-1,1 1 0,-1-1 0,1 1 0,0 0 0,-1-1 0,1 1 1,0 0-1,-1 0 0,1-1 0,0 2 0,-2 1 114,1-14-158,1-11-253,0-4-269,0 0 1,5-28-1,-3 45 309,0 1 0,0-1-1,1 1 1,0 0-1,0 0 1,0 0 0,1 0-1,1 1 1,-1-1 0,9-8-1,0-1-527,33-36-1488,-13 25-3003,-32 36-4802,-1 6 3369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17.5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508 172 864,'0'0'11840,"-8"-21"-8523,-27-65-33,33 81-3025,0 1 0,0 0-1,0-1 1,-1 1 0,0 0 0,1 0 0,-2 1 0,1-1 0,0 1-1,-1-1 1,1 1 0,-1 0 0,-8-4 0,9 5-95,0 1 1,0 0-1,0 0 0,-1 0 0,1 1 1,0-1-1,-1 1 0,1 0 1,0 0-1,-1 0 0,1 0 1,0 0-1,-1 1 0,1 0 1,-4 1-1,-3 1 9,1 1-1,0 1 1,1 0 0,-1 0-1,1 1 1,0-1 0,0 2-1,0-1 1,-12 16-1,-4 8-51,0 1 0,3 1 0,0 1 0,2 1 0,-22 56 0,17-28-186,4 0 0,-19 95 0,30-93-611,3 0-1,4 107 1,3-100-2094,-1-69 94,-14-9-7019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18.1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1 263 8436,'22'-4'2833,"427"-79"10704,-444 81-11868,-7 1-647,-17 0-351,16 1-684,-1 0-1,0 1 1,1-1 0,-1 1 0,0 0 0,1 0 0,-1 0 0,1 1-1,0-1 1,-1 1 0,1 0 0,-5 3 0,4 0-208,0 0 1,1 0-1,0 0 1,0 0-1,0 0 1,0 1-1,1-1 1,0 1-1,0 0 1,1 0-1,0 0 1,0 0-1,0 0 1,1 0-1,-1 0 1,2 10-1,0-16 125,-1 1 0,1 0 0,0 0 0,-1-1 0,1 1 0,0-1-1,-1 1 1,1-1 0,0 1 0,0-1 0,0 1 0,0-1 0,-1 1-1,1-1 1,0 0 0,0 0 0,0 0 0,0 1 0,0-1 0,0 0 0,0 0-1,0 0 1,0 0 0,0 0 0,1-1 0,32 0-280,-30 1 239,5-1-18,-1 0 0,0 0-1,1-1 1,-1-1-1,0 1 1,0-2 0,0 1-1,0-1 1,9-5-1,59-48-1064,-59 46 4652,-7 25-236,-6-8-3875,0 3 1087,-1-2-134,1 1 1,0-1-1,0-1 1,1 1-1,-1-1 1,1 1 0,7 5-1,-11-11 409,-1-11 1107,-14-241-827,14 250-1135,0-1-1,0 1 0,1 0 0,-1 0 1,0 0-1,0-1 0,1 1 0,-1 0 1,1 0-1,-1 0 0,1 0 0,-1 0 1,1 0-1,0 0 0,-1 0 0,1 0 1,0 0-1,0 0 0,0 0 0,0 0 1,0 1-1,0-1 0,0 0 0,0 1 1,0-1-1,0 0 0,0 1 0,0 0 1,0-1-1,0 1 0,2-1 0,42-1-8383,-34 2 5993,18 0-4806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18.7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75 6259,'0'0'17477,"13"8"-14854,3 2-1832,48 24 1902,-63-33-2626,0 0 0,0 0 1,0 0-1,0 0 0,-1 0 0,1 1 0,0-1 0,-1 0 1,1 0-1,-1 1 0,1-1 0,-1 0 0,0 1 1,1-1-1,-1 0 0,0 1 0,0-1 0,0 1 1,0 1-1,-1 36 1288,0-26-1130,3 10-247,3-17-57,23-32-343,-2-4-335,1 1 1,2 1-1,0 2 1,34-23-1,-62 48 854,0 0 0,0 1 0,0-1-1,0 0 1,1 1 0,-1-1 0,0 0 0,0 1 0,1 0 0,-1-1-1,0 1 1,1 0 0,-1-1 0,0 1 0,1 0 0,-1 0 0,0 0-1,1 0 1,-1 0 0,0 1 0,1-1 0,-1 0 0,0 1 0,1-1-1,-1 1 1,0-1 0,0 1 0,0-1 0,1 1 0,-1 0 0,2 1-1,1 3 39,0 0 0,1 1 0,-2-1 0,1 1 0,4 10 0,-6-11-123,0 0 1,1-1 0,-1 1 0,1-1 0,0 0 0,0 0-1,0 0 1,1 0 0,-1 0 0,9 5 0,-9-8-69,1 1 1,-1-1-1,1 0 0,0 0 1,0-1-1,0 1 1,-1-1-1,1 0 0,0 0 1,0 0-1,0-1 1,0 1-1,-1-1 0,1 0 1,0 0-1,0 0 1,-1-1-1,1 1 0,-1-1 1,1 0-1,4-3 1,8-6-60,1-1-1,28-28 1,-14 13 102,-18 15 79,-11 9 13,1 0 0,0 1 0,0-1 0,0 1 0,0-1 0,0 1 0,1 0 0,-1 0 0,1 1 0,-1-1 1,1 1-1,6-2 0,-9 3 441,-1 5-537,-1 1-1,2 0 1,-1-1 0,1 1-1,0 0 1,0-1 0,0 1 0,1-1-1,0 1 1,0-1 0,0 0-1,1 1 1,0-1 0,6 9 0,-5-11-517,0 1 1,1-1 0,-1 0 0,1 0-1,-1 0 1,1-1 0,0 1 0,0-1-1,0 0 1,0-1 0,1 1 0,-1-1 0,0 0-1,1 0 1,-1-1 0,8 0 0,49 1-6801,22-1-2788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20.1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435 105 10901,'-21'-2'2684,"18"1"-2600,-45-6 3852,1 3 1,-1 1 0,-89 7 0,130-2-3731,-1 0 0,1 1 1,-1 0-1,1 0 0,0 0 0,0 1 0,0 0 0,1 0 1,-1 0-1,-9 10 0,12-10-142,1-1-1,-1 1 1,0 0 0,1 1-1,0-1 1,0 0 0,0 1 0,1 0-1,-1 0 1,1-1 0,0 1-1,1 1 1,-1-1 0,1 0 0,0 0-1,-1 9 1,2-12-69,0 0 0,0 0 0,0 0 0,0 0 0,0 0 0,0 1 0,0-1 0,1 0 0,-1 0 0,1 0 0,-1 0 0,1 0 0,0 0 0,0-1 0,0 1 0,0 0 0,0 0 0,0-1 0,1 1 1,-1 0-1,0-1 0,1 1 0,2 1 0,2-1-27,-1 0 1,1-1-1,-1 1 1,1-1-1,-1-1 1,1 1-1,0-1 1,6 0-1,10 1-242,0-2 0,1 0 0,-1-1 0,0-1 0,-1-2 0,1 0 0,-1-1 0,1-1 0,-2-1-1,26-13 1,22-18 2673,-60 58-2258,-8-19-138,5 8-24,0-1 0,0 1 0,1-1 0,0 0-1,1-1 1,10 9 0,-14-13-19,0 0 0,0-1 0,0 0 0,0 0 1,0 0-1,0 0 0,0 0 0,0 0 0,0-1 0,0 0 0,1 0 1,-1 1-1,0-2 0,0 1 0,0 0 0,1-1 0,-1 1 1,0-1-1,0 0 0,0 0 0,0 0 0,0-1 0,3-1 0,26-15-373,-1-1 0,-1-2 0,29-25 0,-30 24 371,-22 32 3770,-3-6-3738,-1-1 1,1 0-1,0 0 1,0 0-1,0-1 0,0 1 1,0-1-1,0 0 0,1 0 1,-1-1-1,7 3 1,-2-5-254,0 0 1,0-1-1,0 0 0,0 0 1,0-1-1,-1 0 1,1 0-1,-1-1 1,8-5-1,-4 3-148,-1 1 1,1 0-1,19-5 0,-24 9 342,-6 1 1224,7 34-245,-6-29-855,2 4-6,-1 0 0,2 0 0,-1 0 0,1 0 1,1-1-1,10 14 0,-13-20-99,-1 0-1,1 0 1,-1-1 0,1 1 0,0 0-1,-1-1 1,1 0 0,0 0 0,0 0-1,0 0 1,0 0 0,0 0-1,0-1 1,1 1 0,-1-1 0,0 0-1,0 0 1,0 0 0,0-1 0,0 1-1,0-1 1,1 1 0,-1-1 0,0 0-1,-1 0 1,5-2 0,11-6-481,-1-1 0,0 0-1,-1-1 1,0-1 0,0-1 0,-2 0 0,1-1 0,13-18-1,45-38-959,-18 27 1654,-44 35 8987,-24 8-9127,0 1 1,0 0-1,0 0 0,0 2 1,0-1-1,1 2 0,0-1 0,-20 10 1,28-11-23,-1 1 1,1-1 0,-1 1-1,1 0 1,0 0 0,0 1-1,1-1 1,-1 1 0,1 0-1,0 0 1,0 0-1,0 0 1,0 1 0,1-1-1,-1 1 1,1 0 0,0-1-1,1 1 1,-1 0 0,1 0-1,0 0 1,0 0 0,1 1-1,0 8 1,-1-9-26,1 0-1,0 0 1,0 0 0,1 0 0,0 0-1,0 0 1,0 0 0,0 0-1,4 8 1,-3-11 10,-1 0-1,1 0 0,0 0 1,0-1-1,0 1 0,0 0 1,0-1-1,1 1 0,-1-1 0,0 0 1,1 0-1,-1 0 0,1 0 1,-1 0-1,1-1 0,-1 1 1,1-1-1,0 1 0,-1-1 1,1 0-1,3 0 0,12 1-185,-1 0 0,1-1 0,0-1 0,0 0 0,0-2 0,-1 0 0,1-1 0,-1 0 0,0-2-1,28-12 1,-21 6-362,-1-1-1,26-19 0,-41 26 521,-1 0-1,0 0 1,0-1-1,-1 1 1,1-1-1,-1-1 1,-1 1-1,0-1 1,8-15-1,-12 22 99,-1 0 0,1 0-1,-1 0 1,1 0-1,-1 0 1,0-1 0,1 1-1,-1 0 1,0 0-1,0 0 1,0 0 0,0 0-1,0-1 1,0 1-1,0 0 1,0 0 0,-1 0-1,1 0 1,0 0-1,-1-1 1,1 1 0,0 0-1,-1 0 1,0 0-1,1 0 1,-1 0 0,0 0-1,1 1 1,-1-1-1,0 0 1,0 0 0,0 0-1,1 1 1,-1-1-1,0 0 1,0 1-1,0-1 1,0 1 0,-1-1-1,1 1 1,0-1-1,0 1 1,0 0 0,-2-1-1,2 1 30,-1 0 0,0-1 0,1 1 0,-1 0 0,0 0 0,1 0 0,-1 0 0,0 0 0,1 0-1,-1 0 1,0 1 0,1-1 0,-1 1 0,1-1 0,-1 1 0,1 0 0,-1-1 0,1 1 0,-1 0 0,1 0 0,-1 0-1,1 0 1,0 0 0,0 0 0,0 1 0,-1-1 0,0 2 0,-1 10-85,0-1 0,1 1 0,0 0 0,1 0 0,0 0 0,3 23 0,-1-4 0,-1-29-138,0 0 0,1 0 1,-1 0-1,1 0 0,0 0 0,0 0 0,0 0 0,0-1 1,0 1-1,0 0 0,1-1 0,0 1 0,-1-1 0,1 1 1,0-1-1,0 0 0,0 0 0,0 0 0,1 0 1,-1 0-1,1 0 0,-1-1 0,1 1 0,-1-1 0,1 0 1,0 1-1,4 0 0,8 3-1772,1-1 0,-1-1 0,1 0 0,18 0 0,56 3-13078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20.4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0 14006,'0'0'16984,"-48"115"-15207,35-87-1777,6-4 0,0-6 0,1-4 0,6-5 0,-7-7 0,7 1 0,7-24-24459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20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1 16440,'0'0'11221,"-61"22"-11221,61-4-385,0 3-1295,0 1-881,13 1-2082,7-5-2784,8-2-1745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20.8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1 4866,'0'0'9498,"-23"7"-4861,-7 2-2804,4-2-19,0 1 0,1 1 0,-34 18 0,58-27-1755,0 1 0,0-1 0,0 1 0,0-1 0,0 1 0,0-1 0,0 1 0,0 0 1,0 0-1,0-1 0,1 1 0,-1 0 0,0 0 0,0 0 0,1 0 0,-1 0 0,1 0 0,-1 0 0,1 0 0,-1 0 0,1 0 0,0 0 0,-1 0 0,1 1 0,0-1 0,0 0 0,0 0 0,0 0 0,0 0 0,0 1 0,0-1 0,0 0 0,0 0 0,1 0 0,-1 0 0,0 0 1,1 1-1,-1-1 0,1 0 0,-1 0 0,1 0 0,0 1 0,5 5-305,0 1 1,0-1 0,1 0-1,12 9 1,3 5-234,-19-17 348,0-1 1,0 0 0,-1 1 0,1 0 0,-1-1 0,0 1 0,0 0 0,-1 0-1,1 0 1,-1 0 0,0 1 0,0-1 0,0 0 0,-1 0 0,1 1-1,-1-1 1,0 7 0,-1-10 147,0 1-1,0 0 1,0-1-1,0 1 1,0-1-1,0 1 1,0-1 0,-1 0-1,1 1 1,-1-1-1,1 0 1,0 0-1,-1 0 1,0 0-1,1 0 1,-1 0-1,0 0 1,1-1 0,-1 1-1,0-1 1,0 1-1,0-1 1,1 1-1,-1-1 1,0 0-1,-2 0 1,-56 5-1080,34-5-3190,4 0-4236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22.2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0 132 7331,'0'0'12900,"15"9"-10718,-6-1-1538,0 1-1,-1 0 1,-1 1-1,1 0 1,8 15 0,6 8 256,-4-8-528,-12-15-292,0-1-1,2 1 0,-1-1 0,10 8 0,-16-16-83,0-1-1,-1 1 0,1-1 1,0 1-1,0-1 0,0 0 0,-1 1 1,1-1-1,0 0 0,0 0 0,0 1 1,0-1-1,0 0 0,-1 0 0,1 0 1,0 0-1,0 0 0,0 0 1,0-1-1,0 1 0,0 0 0,-1 0 1,1-1-1,0 1 0,0 0 0,0-1 1,-1 1-1,1-1 0,0 1 0,0-1 1,-1 1-1,1-1 0,0 0 0,0 0 1,21-27-289,-17 21 223,115-187-687,-72 113 871,-47 81-516,0 0 0,1-1-1,-1 1 1,1 0-1,-1 0 1,0 0 0,1 1-1,-1-1 1,0 0 0,1 0-1,-1 1 1,0-1-1,1 1 1,-1-1 0,0 1-1,0 0 1,2 1-1,39 18-5718,-21-9 2910,-9-5 956,-1 0 0,0 1 0,20 15 0,-7 0 4095,-22-21-1151,-1-1-1,1 1 0,0 0 0,0-1 0,0 1 0,0-1 0,0 1 1,0-1-1,-1 0 0,1 0 0,0 0 0,3 0 0,40-5 4375,-23-3-3951,-1-1 0,0 0 0,0-2 0,29-20 0,-50 31-1077,1 0 1,-1 0-1,1 0 0,-1 0 0,1-1 0,-1 1 0,1 0 0,-1 0 0,0-1 0,1 1 1,-1 0-1,1-1 0,-1 1 0,0 0 0,1-1 0,-1 1 0,0 0 0,1-1 0,-1 1 1,0-1-1,1 1 0,-1-1 0,0 1 0,0-1 0,0 1 0,0-1 0,1 1 0,-1-1 0,0 1 1,0-1-1,0 1 0,0-1 0,0 1 0,0-1 0,0 1 0,0-1 0,-1 1 0,1-1 1,0 0-1,0 1 0,0 0 0,0-1 0,-1 1 0,1-1 0,0 1 0,0-1 0,-1 1 1,1-1-1,-1 1 0,1 0 0,0-1 0,-1 1 0,1 0 0,-1-1 0,1 1 0,0 0 1,-2-1-1,-28-9 778,9 6-673,0 1 0,0 1 0,0 1 0,-1 1 0,-37 4 0,56-3-103,0 0-1,0 0 1,0 1 0,0-1-1,1 1 1,-1-1-1,1 1 1,-1 0 0,1 0-1,0 0 1,-1 0 0,1 0-1,0 1 1,0-1-1,1 1 1,-1-1 0,0 1-1,1 0 1,0 0 0,0-1-1,0 1 1,0 0 0,0 0-1,0 0 1,1 0-1,-1 0 1,1 0 0,0 6-1,0-5-77,-1 0-1,1 0 0,1 0 0,-1 0 0,0 0 1,1-1-1,0 1 0,0 0 0,0 0 1,0-1-1,0 1 0,1-1 0,0 1 0,0-1 1,0 0-1,0 1 0,0-1 0,1 0 1,-1 0-1,1-1 0,0 1 0,5 4 0,0-4-500,-1 0 0,1-1 0,0 0 0,0 0 0,0-1 0,0 0-1,15 1 1,63-6-6563,-63 3 3938,33-5-4679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22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21 237 3330,'0'0'17199,"-4"8"-15790,-9 27-334,9-27-202,4-12 821,1-24-1156,0 1 0,2 0 1,8-36-1,-9 51-545,1 1-1,1 0 1,0 0-1,0 0 0,1 0 1,1 1-1,0 0 1,0 0-1,1 0 1,12-12-1,-19 21-75,0 1 0,1-1 0,-1 0-1,1 1 1,0-1 0,-1 1 0,1-1 0,-1 1 0,1-1 0,0 1-1,-1-1 1,1 1 0,0-1 0,0 1 0,-1 0 0,1 0 0,0-1-1,0 1 1,-1 0 0,1 0 0,0 0 0,0 0 0,0 0 0,-1 0-1,1 0 1,0 0 0,0 0 0,0 0 0,-1 0 0,1 1 0,0-1 0,0 0-1,1 1 1,14 23-8374,-3-5 1530,0-5-2512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22.7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7892,'0'0'16983,"142"68"-16630,-115-68-353,7 0-721,-7 0-2272,7-9-3634,-7-11-5491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22.9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590 0 1825,'0'0'14350,"-24"26"-10521,-79 89-161,84-91-3031,0 1 0,2 0 0,1 1-1,-17 36 1,-7 12 186,15-31-470,-54 79-325,70-111-97,0 0-1,0-1 0,-1 1 0,-1-2 0,1 0 0,-2 0 0,-23 14 0,33-22-44,0 1 1,-1-1-1,1 1 1,0-1-1,-1 0 1,1 0-1,-1 0 1,1 0-1,-1-1 1,1 1-1,-1-1 1,0 1-1,1-1 1,-1 0 0,1 0-1,-1 0 1,0 0-1,1-1 1,-1 1-1,0-1 1,1 0-1,-1 1 1,1-1-1,-1 0 1,1 0-1,0-1 1,-1 1-1,1 0 1,0-1 0,0 0-1,0 1 1,0-1-1,0 0 1,0 0-1,1 0 1,-1 0-1,1 0 1,-1-1-1,1 1 1,0 0-1,-1-1 1,1 1-1,1-1 1,-1 1-1,-1-5 1,-1-7-605,0 0 1,0-1-1,2 1 1,0-1-1,0 1 1,1-1-1,3-15 1,-2 23 79,0 0 1,0 0-1,1 0 0,0 0 1,0 1-1,6-12 1,33-39-5598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23.4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257 1 13158,'0'0'16669,"-24"3"-15762,12-1-739,-16 1 143,1 1 0,-1 2 0,1 1-1,0 1 1,-43 19 0,69-26-328,0-1-1,1 0 1,-1 0 0,0 1-1,1-1 1,-1 0 0,0 1-1,1-1 1,-1 1 0,0-1-1,1 1 1,-1-1-1,1 1 1,-1-1 0,1 1-1,-1 0 1,1-1 0,-1 1-1,1 0 1,0-1 0,-1 1-1,1 0 1,0 0 0,0-1-1,-1 1 1,1 0 0,0 1-1,1-1-51,-1 0 1,1 0-1,-1 0 0,1 0 0,0 0 0,0 0 1,0-1-1,-1 1 0,1 0 0,0 0 0,0-1 1,0 1-1,0-1 0,0 1 0,0-1 0,2 1 0,58 17-2598,-50-16 2188,-1 0 158,9 3-406,1 1-1,-1 0 1,19 10 0,-35-15 591,1 1 0,-1-1 0,0 1 0,0 0 0,1 0 0,-1 0 1,-1 0-1,1 1 0,0-1 0,0 1 0,-1 0 0,0 0 0,1 0 0,-1 0 1,0 0-1,-1 0 0,1 0 0,0 1 0,-1-1 0,0 1 0,0-1 1,0 1-1,1 6 0,-2-8 163,-1 0-1,1 0 1,0 0 0,-1 0-1,1 0 1,-1-1 0,0 1-1,1 0 1,-1 0 0,0-1-1,0 1 1,0 0 0,-1-1-1,1 1 1,0-1 0,0 0-1,-1 1 1,1-1 0,-1 0-1,1 0 1,-1 0 0,0 0-1,1 0 1,-5 1 0,-49 15 1613,44-14-1357,-13 2 247,5 0-24,0 0 0,-1-2 0,-25 2 0,44-5-1440,25-14-6227,16-9-368,12-6-3049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23.5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1 13574,'0'0'14039,"-115"94"-13943,108-91-96,7-1-1921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23.7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 12038,'0'0'6883,"-27"131"-10837,27-104-1297,0-2-2880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24.3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2689,'0'0'19519,"0"17"-17977,0 90 581,43-104-2058,-37-3-76,7-2-149,-1 0 1,1-1-1,-1 0 1,0-1-1,0 0 1,0-1-1,20-11 1,30-12-748,12 9 515,-72 19 2276,-2 3-1641,0-1 1,1 1 0,-1-1 0,0 0-1,1 1 1,0-1 0,-1 1 0,1-1 0,0 0-1,0 1 1,3 3 0,-2-4-233,-1 0 0,1 0 0,0-1 0,-1 1 1,1 0-1,0-1 0,0 1 0,0-1 0,0 0 0,0 0 0,0 0 0,0 0 0,1 0 1,-1 0-1,0 0 0,1-1 0,-1 1 0,0-1 0,1 0 0,3 0 0,11 0-68,0-2 0,0-1 0,0 0 0,-1-1 0,1 0 0,30-14 0,7-1 152,-54 19-14,0-1-1,1 1 1,-1 0-1,0 0 1,1 0 0,-1 0-1,0 0 1,1 0-1,-1 0 1,1 0-1,-1 0 1,0 0-1,1 0 1,-1 0 0,0 1-1,1-1 1,-1 0-1,0 0 1,1 0-1,-1 0 1,0 1 0,1-1-1,-1 0 1,0 0-1,0 0 1,1 1-1,-1-1 1,0 0-1,0 1 1,1-1 0,-1 0-1,0 0 1,0 1-1,0-1 1,0 0-1,1 1 1,-1-1-1,0 1 1,0-1 0,0 0-1,0 1 1,0-1-1,0 0 1,0 1-1,1 28 608,-2-26-966,1-1-1,0 1 1,-1 0 0,1 0 0,0 0 0,1 0 0,-1-1-1,0 1 1,1 0 0,0 0 0,-1 0 0,1-1 0,0 1-1,1-1 1,-1 1 0,2 3 0,1-4-892,0-1 0,0 1 0,0-1-1,1 1 1,-1-1 0,0-1 0,1 1 0,-1 0 0,8-1 0,37 1-10689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24.5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 17032,'0'0'13654,"-54"42"-13654,54-39-1184,14-3-9413,6-12 3794,0-17-2578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24.6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9412,'0'0'16056,"0"29"-16056,0-13-144,0 0-1377,13-5-2481,21-11-2849,7 0-3922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24.8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387 1 8724,'0'0'9556,"-136"90"-3521,89-42-1521,-1 1-2193,1 5-704,13 3-1617,0-1 0,14-6 0,6-5 0,8-11 0,6-11 0,0-8-576,0-8-2033,27-7-1489,13 0-1665,14 0-3889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25.3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1 15047,'0'0'14193,"-22"5"-13019,-72 20-262,90-24-838,-1 1-1,1-1 1,0 1-1,0 1 1,0-1-1,0 0 1,0 1-1,1 0 1,-1 0-1,1 0 1,-1 0-1,1 1 1,0-1-1,0 1 1,1 0-1,-1 0 1,1 0-1,-3 6 1,2-2-82,1 1 1,0-1-1,0 0 1,1 1 0,0-1-1,0 18 1,2-26-33,-1 1 0,1 0 1,0-1-1,-1 1 0,1 0 1,0-1-1,0 1 0,0-1 0,-1 1 1,1-1-1,0 0 0,0 1 0,0-1 1,0 0-1,0 1 0,0-1 0,0 0 1,0 0-1,0 0 0,0 0 0,0 0 1,0 0-1,1-1 0,35 1-360,-28 0 263,-1-1-23,1 0 0,0 0 0,0-1 1,-1 0-1,1 0 0,-1-1 1,0-1-1,0 1 0,0-1 0,0 0 1,-1-1-1,1 0 0,-1 0 1,8-9-1,-10 24 4215,25 31-5074,-25-38 527,0 0 0,0-1 0,0 1 0,0-1 0,0 0 1,1 0-1,-1 0 0,1-1 0,-1 1 0,1-2 0,6 2 0,39-1-8479,-45-1 7384,28 0-9754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25.6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38 122 320,'0'0'26079,"-6"20"-24780,-16 62-93,12-46 286,11-46-681,2-20-884,-1 18-10,0 1 0,0 0 0,2-1 1,-1 1-1,2 0 0,-1 0 0,1 1 0,1 0 0,0 0 0,0 0 0,1 0 0,0 1 0,1 0 0,0 1 0,0 0 0,1 0 0,0 0 0,1 1 0,-1 1 1,1 0-1,0 0 0,19-7 0,-10 10-2315,2 3-5604,-12 0 2424,10 0-6006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25.8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0 19337,'0'0'13430,"-48"25"-13430,28-25-18841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43.13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54 0 5042,'0'0'7289,"0"10"-5344,-27 338 1935,0 3-463,27-268-14911,0-105 6137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45.87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21 448 3650,'0'0'3393,"-3"-6"-3139,-11-16-100,11 16 1597,3 9 1084,13 10-1975,3-8-566,1 0 0,-1-1 0,1-1 0,-1 0 0,1-2 0,0 0 0,0 0 0,21-3 0,-3 1-115,397-21 840,205-43-357,-158 19-492,647-59-62,-645 64-85,865-23 562,-452 32-263,333 8 126,-245-21 393,-589 39 1624,-340 7-2358,157 17 440,-209-18 1091,-2 33-787,-8 3-412,-42 230 690,31-125-47,-9 96 83,28-216-1107,-25 324 1244,17-295-1244,6-35 496,0 1 1,-1 30-1,-23-46-367,-9-2-445,-41-7 0,-22-1 27,-999 3-462,633 10 129,-217 31-56,191-3 315,-632 30 281,807-45-85,-64 6 119,-339 15 113,265-26-294,-190 2 200,118 14 169,332-13 169,-47 6-404,-51 19 544,43-4-259,199-31-3420,3-3-3447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46.53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2817,'0'0'9522,"33"7"-4952,-31-2-4362,-1 0 0,0 1 0,-1-1 0,1 0 0,-1 1 0,0-1 0,0 1 1,-2 8-1,0 7 168,-7 284 2669,6-233-2328,1 243 1548,3-175-2081,2-120 126,1-3-4553,3-18-4942,6-11 1640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47.0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118 0 1905,'0'0'9828,"-6"6"-7917,2-3-1465,0 1 0,0 0 0,0 1 1,1-1-1,0 1 0,0-1 1,0 1-1,0 0 0,1 0 1,-1 1-1,1-1 0,1 0 0,-3 9 1,-8 45 2093,5-29-1730,-5 59-1,4 67 205,-18 285 237,23-377-97,3-41-3442,3-36-11182,3-17 5664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47.45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63 0 4786,'0'0'9589,"-1"11"-7922,-20 238 6180,3 142-3071,11-242-3534,-6 70-786,13-218-163,-2 18 590,2-1-4134,4-10-1958,6-21 218,5-17-2273,4-10-3240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47.8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 1 8356,'0'0'9268,"-1"27"-6757,0 12-1776,1-2 250,-2 1 1,-9 46 0,-3 54 1485,5 0-1,11 143 1,0-99-2077,-2-83-647,0-57-6665,9-42-1802,-9 0 8580,18-4-7346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48.2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62 0 7940,'0'0'9287,"-1"8"-8290,-3 42 1995,6 99 0,1-41-1359,-10 134 660,-40 256 0,40-400-2206,7-55-2687,0-40 2237,13-20-7851,2-17 2016,4-12-3515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48.71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110 0 9893,'0'0'9761,"0"8"-8894,1 80 2222,1 9-734,-19 168 0,-54 162-704,47-193-1532,25-134-2930,20-109-4296,-1-13 2153,0-10-2484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49.2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170 1 2849,'0'0'8740,"-9"21"-5781,5-13-2705,-13 33 1294,1 0 1,2 1 0,-13 71-1,-11 445 6112,21-221-6038,16-218-1398,1-67-7241,-6-50-2881,3-2 7513,-15 0-6640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50.72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0 48,'0'0'755,"0"60"8204,-7 173-1016,1 2-4646,6-153 110,0-86-3409,0-1 0,0 1 0,1 0 0,-1 0 1,1 0-1,0 0 0,0 0 0,3-5 1,-1 3-22,0 1 0,0-1 0,1 1 0,0-1 0,0 1 0,1 1 0,-1-1 0,1 0 0,0 1 0,0 0 0,1 0 1,-1 1-1,1-1 0,0 1 0,0 0 0,0 1 0,9-3 0,4-2 7,0 2 0,1 1-1,-1 0 1,30-1 0,-27 3-14,0 1-1,0 1 1,0 1 0,0 1 0,30 7 0,-26-5-1347,-11-5-2884,-7-1-2806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52.7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41 160,'0'0'3548,"3"-6"-2496,0 0-553,-2 4-214,0 0-1,0 0 1,0 0-1,0 0 1,-1 0-1,1 0 1,0 0-1,-1 0 1,0-1-1,1 1 1,-1-4 7731,0 22-7224,0 236 3903,0-159-6042,0-27-6926,0-86 2100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53.38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 6 2913,'0'0'11739,"-4"0"-10602,-3-1 12,11-1-487,29 0-337,-29 1-331,0 1 0,0 0 0,0 0 0,0 1 0,0-1 0,0 1 1,-1 0-1,1-1 0,0 2 0,0-1 0,0 0 0,-1 1 1,1 0-1,-1 0 0,1 0 0,-1 0 0,0 1 0,6 4 0,-6-1 23,0-1 0,0 1-1,-1 0 1,1 0-1,-1 0 1,-1 0 0,1 0-1,-1 1 1,0-1-1,0 0 1,-1 1 0,0-1-1,0 1 1,-1-1-1,1 0 1,-1 1 0,-1-1-1,1 0 1,-1 0 0,0 0-1,-1 0 1,1 0-1,-1 0 1,0-1 0,-1 1-1,-7 9 1,8-12 78,0 1-1,0-1 1,0 1 0,1 0 0,-1 0 0,1 0 0,0 1-1,0-1 1,0 0 0,-1 6 0,3-9 292,65-4 584,113-21 0,-89 10-4314,-44 7-2009,-9-4-3089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53.9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79 4418,'0'0'12726,"24"-12"-12433,76-37 212,-95 46-443,1 1 0,-1-1 1,1 1-1,0 0 1,-1 1-1,1-1 1,0 1-1,0 0 0,0 1 1,0 0-1,11 0 1,0 1 89,-16 0-130,0 0-1,0-1 0,0 1 0,0 0 1,-1 0-1,1 0 0,0 0 1,0 0-1,-1 0 0,1 1 0,-1-1 1,1 0-1,-1 0 0,0 0 0,1 0 1,-1 1-1,0-1 0,0 0 1,0 0-1,0 1 0,0-1 0,0 0 1,0 0-1,0 0 0,-1 2 0,-2 37 576,1-35-478,-1 1 0,1-1 0,-1 0 0,0 0 0,0 0 0,-1 0 0,0-1 0,0 1 0,0-1 0,0 0 0,0 0 0,-7 4 0,5-3 27,0 0-1,0 1 0,0-1 1,1 1-1,-6 9 1,11-14-169,0-1 0,0 0 0,0 1 0,0-1 1,0 1-1,0-1 0,0 0 0,0 1 0,1-1 0,-1 0 0,0 1 0,0-1 1,0 0-1,1 1 0,-1-1 0,0 0 0,0 1 0,1-1 0,-1 0 1,0 0-1,1 0 0,-1 1 0,0-1 0,1 0 0,-1 0 0,0 0 0,1 1 1,-1-1-1,0 0 0,1 0 0,-1 0 0,1 0 0,-1 0 0,0 0 0,1 0 1,-1 0-1,1 0 0,20 3-244,-19-2 170,18 2-145,0 1 0,-1 1 1,25 9-1,-37-11 195,1 0 0,-1 0 0,0 1 0,0 0 0,0 1 0,-1 0 0,1 0 0,-1 0 0,0 0 0,-1 1 0,7 8 0,-11-12 58,0-1 0,0 1 0,0-1 0,0 1-1,0-1 1,-1 1 0,1 0 0,0 0 0,-1-1 0,0 1 0,1 0 0,-1 0-1,0 0 1,0-1 0,0 1 0,0 0 0,0 0 0,0 0 0,0 0 0,-1-1-1,1 1 1,-2 3 0,0-2 79,1 0-1,-1 0 1,-1 0 0,1 0-1,0 0 1,-1-1-1,1 1 1,-1-1-1,0 0 1,-6 4 0,-7 3 367,0-1 1,-1 0 0,-28 8 0,38-14-422,-4 0 116,21-15-13836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54.3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 1 12950,'0'0'12947,"10"4"-11189,-9-4-1737,1 1 79,1 0 0,0-1 0,-1 1-1,1 0 1,-1 1 0,1-1-1,-1 0 1,0 1 0,1-1 0,-1 1-1,0 0 1,0 0 0,0 0-1,0 0 1,-1 0 0,1 0-1,0 0 1,-1 0 0,0 1 0,1-1-1,-1 1 1,0-1 0,0 1-1,0 0 1,-1-1 0,1 1 0,-1 0-1,1-1 1,-1 1 0,0 0-1,0-1 1,0 1 0,0 0 0,-1 4-1,-1 1 15,0 1 0,-1 0 0,0-1 0,0 1 0,0-1 0,-1 0 0,-1 0-1,1 0 1,-12 13 0,9-12-37,1 1 0,0-1 0,1 1 0,0 0 0,-7 20 0,11-29-77,1 0 0,0 0 0,0 0 0,0 1 0,-1-1 0,1 0 0,0 0 0,0 0 0,1 0 0,-1 1 0,0-1 0,0 0 0,0 0 0,1 0 0,-1 0 0,1 0 0,-1 0 0,1 0 0,-1 0 0,1 0 0,0 0 0,-1 0 0,1 0 0,0 0 0,1 1 0,1 0 0,0 0 0,0 0 0,0 0 0,0-1 0,0 1 0,0-1 0,1 0 0,6 2 0,7 0 0,1-1 0,31 0 0,-41-2 0,39 2-110,-17 1-203,0-2-1,0-2 1,0 0-1,1-2 1,53-13 0,-84 16 211,0 0 1,0 0-1,-1 0 1,1 0-1,0 0 1,0 0-1,-1 0 1,1-1-1,0 1 1,0 0 0,-1 0-1,1 0 1,0-1-1,0 1 1,0 0-1,-1 0 1,1-1-1,0 1 1,0 0-1,0 0 1,0-1-1,-1 1 1,1 0-1,0 0 1,0-1-1,0 1 1,0 0-1,0-1 1,0 1-1,0 0 1,0 0-1,0-1 1,0 1-1,0 0 1,0-1 0,0 1-1,0 0 1,0 0-1,1-1 1,-1 1-1,0 0 1,0-1-1,0 1 1,0 0-1,0 0 1,1 0-1,-1-1 1,0 1-1,0 0 1,0 0-1,1-1 1,-1 1-1,0 0 1,0 0-1,1 0 1,-1 0-1,0 0 1,0-1-1,1 1 1,-1 0 0,-25-8-4825,24 8 4711,-27-8-6204,-4-1-1566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54.52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69 0 5635,'0'0'16663,"-34"154"-14662,27-109-416,-7-5-577,8-1-800,-1-8-208,7-3-400,0-6-1297,0-8-1744,13-8-3074,28-6-5234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54.97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86 0 13606,'0'0'10293,"-14"10"-9778,-40 35-126,52-43-379,0 1-1,0-1 0,1 1 0,-1-1 1,1 1-1,0 0 0,-1 0 0,1-1 1,0 1-1,1 0 0,-1 0 0,0 0 1,1 0-1,0 0 0,0 0 1,0 0-1,0 0 0,0 0 0,0 0 1,2 4-1,-1 9-54,0-11 5,0 0 1,0-1-1,0 1 1,0 0 0,1-1-1,0 1 1,0 0-1,0-1 1,1 0-1,-1 0 1,1 0-1,0 0 1,0 0 0,0 0-1,1-1 1,-1 1-1,1-1 1,0 0-1,0 0 1,0 0 0,0-1-1,8 4 1,11 5-391,1 0 1,48 13-1,-64-21 342,18 4-280,-18-6 138,0 2 0,0-1 0,0 1 0,0 0 1,0 0-1,11 8 0,-18-10 242,0 0 0,0 0-1,0 0 1,0 0 0,0 0-1,0 0 1,0 0 0,0 0-1,-1 0 1,1 0 0,0 0-1,-1 1 1,1-1 0,-1 0 0,0 1-1,1-1 1,-1 0 0,0 1-1,0-1 1,0 0 0,0 1-1,0-1 1,0 0 0,0 1 0,0-1-1,0 0 1,-1 1 0,1-1-1,-1 0 1,1 1 0,-1-1-1,1 0 1,-1 0 0,0 0-1,1 0 1,-1 1 0,0-1 0,-1 1-1,-38 36 2036,38-36-2015,-12 9 460,-61 45 1247,68-52-1674,0 1-1,-1-1 1,1 0 0,-1-1 0,0 0 0,-1 0 0,1 0-1,-9 0 1,16-2-233,1-1 1,-1 0-1,0 0 0,1 0 0,-1 0 0,1 0 0,-1 0 1,1-1-1,-1 1 0,1 0 0,-1 0 0,0 0 0,1 0 0,-1-1 1,1 1-1,-1 0 0,1-1 0,-1 1 0,1 0 0,0-1 1,-1 1-1,1 0 0,-1-1 0,1 1 0,0-1 0,-1 1 1,1-1-1,0 1 0,0-1 0,-1 1 0,1-1 0,0 1 0,0-1 1,0 1-1,0-1 0,-1 0 0,1-27-5948,1 16 3251,-1-31-6560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55.13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10 4994,'0'0'14471,"149"-9"-14023,-95 9-432,7 0-16,20 0-1296,0 0-1458,7 0-5313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55.5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203 0 800,'0'0'18692,"-4"16"-16881,-11 33-62,-3 1 0,-1-2-1,-34 60 1,32-74-1331,-22 46-1,38-67-465,0-1-1,0 1 1,1 0 0,1 0-1,0 1 1,1-1 0,-1 22-1,4-33-2,0-1-1,0 0 0,0 0 0,0 0 0,0 0 0,0 0 0,1 0 0,-1 0 0,0 0 0,0-1 0,1 1 0,-1 0 0,1-1 1,-1 1-1,0-1 0,1 1 0,-1-1 0,1 0 0,-1 0 0,1 0 0,-1 1 0,1-2 0,-1 1 0,1 0 0,-1 0 0,3-1 1,45-5-247,-44 4 281,0-1 1,-1 0-1,1 0 1,-1 0-1,0-1 1,0 1-1,0-1 0,0 0 1,-1 0-1,1-1 1,-1 1-1,0-1 1,-1 1-1,1-1 0,-1 0 1,0 0-1,0 0 1,0 0-1,-1-1 0,0 1 1,0 0-1,0-1 1,-1 1-1,1-1 1,-1 1-1,-1 0 0,0-8 1,0 12 28,1 0 1,-1-1-1,0 1 0,0 0 1,0-1-1,0 1 0,0 0 1,0 0-1,0 0 0,0 0 1,0 0-1,-1 0 1,1 0-1,0 1 0,-1-1 1,1 0-1,0 1 0,-1-1 1,1 1-1,-1-1 0,1 1 1,-1 0-1,1-1 1,-4 1-1,-41-1-197,33 2-379,22 1-5536,15 3 2248,16-5-3839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56.08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 4610,'0'0'15167,"24"-1"-10842,51 9-2370,103 24 1,-177-32-1955,9 2-6,-1 0-1,0 0 1,0 1-1,0 0 0,-1 0 1,10 6-1,-16-7 4,0-1 0,0 1-1,0-1 1,-1 1 0,1-1 0,0 1 0,-1 0-1,0 0 1,1 0 0,-1 0 0,0 0 0,0 0-1,0 0 1,0 0 0,-1 1 0,1-1-1,-1 0 1,1 1 0,-1-1 0,0 0 0,0 0-1,0 1 1,0-1 0,0 0 0,0 1 0,0-1-1,-1 0 1,0 1 0,0 2 0,-3 6 60,-1-1 1,0 1-1,0-1 1,-1 0-1,-1 0 1,0-1-1,0 0 1,-9 10-1,5-8 73,1 1 0,1 1 0,1 0 1,-11 18-1,7-1-15,1 0-1,1 0 1,1 0 0,-5 39 0,8 15-6989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56.28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57 10661,'0'0'14775,"142"0"-14407,-81 0-368,0 0-352,7 0-1393,-7-9-2177,6-11-2305,1-7-3681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56.83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207 0 12598,'0'0'6021,"-21"1"-1942,-68 3-1333,86-4-2594,0 0 0,-1 1 0,1-1 0,0 1 0,0-1 0,0 1 0,1 0 0,-1 0 0,0 0 0,0 0 0,0 1 0,1-1 0,-1 1 0,-4 3 0,6-4-137,0 1 0,0-1 1,1 0-1,-1 0 1,0 1-1,1-1 0,-1 0 1,1 1-1,-1-1 1,1 1-1,0-1 0,-1 1 1,1-1-1,0 1 1,0-1-1,0 1 0,0-1 1,0 1-1,0-1 1,1 3-1,2 3-107,-1-1-1,1 1 1,0 0-1,1-1 1,0 0-1,0 0 1,0 0 0,6 5-1,34 36-683,-24-26 449,-1 0 1,18 24 0,-33-38 255,0-1-1,0 1 1,0 0-1,0 1 1,-1-1 0,-1 1-1,1-1 1,-1 1-1,0 0 1,-1-1 0,1 17-1,-2-22 96,0 0-1,0 0 0,-1 0 1,1 0-1,-1 0 0,0 0 1,1 0-1,-1 0 1,0 0-1,0-1 0,0 1 1,-1 0-1,1-1 0,0 1 1,0 0-1,-1-1 0,1 0 1,-1 1-1,0-1 1,1 0-1,-1 0 0,0 0 1,0 0-1,0 0 0,1 0 1,-1 0-1,0-1 0,0 1 1,0-1-1,0 1 1,0-1-1,-3 0 0,-4 2 70,1-2 0,-1 1 0,0-1 0,0 0 0,0-1 0,-14-3 0,18 2-98,1 0-1,-1 0 1,0-1-1,0 0 1,1 0-1,0 0 1,-1 0-1,1-1 0,1 0 1,-1 0-1,0 0 1,-3-5-1,-1-2-34,0-1 0,0 0 0,-8-18 0,14 27 46,1 0 0,-1 0 0,1 0-1,0 0 1,0 0 0,0-1 0,0 1 0,0 0-1,1-1 1,-1 1 0,1 0 0,0-1 0,0 1-1,0-1 1,1 1 0,-1 0 0,1-1 0,0 1-1,0 0 1,0-1 0,0 1 0,0 0 0,1 0 0,0 0-1,-1 0 1,1 0 0,0 1 0,0-1 0,1 0-1,-1 1 1,0 0 0,1-1 0,3-1 0,18-6 156,1 1 0,1 0 0,0 2 0,49-7 0,-41 9 351,0-2-1,50-18 0,-82 25-470,-1-1-1,1 0 1,-1 1-1,1-1 1,-1 0-1,1 0 1,-1 0-1,0 0 1,1-1-1,-1 1 1,0 0-1,0 0 1,0-1-1,0 1 1,0-1-1,0 1 1,0-1-1,-1 1 1,1-1-1,0 1 0,-1-1 1,0 0-1,1 1 1,-1-1-1,0-2 1,0 3-38,0-1 1,0 1-1,0 0 0,-1 0 1,1-1-1,-1 1 0,1 0 0,-1 0 1,0-1-1,1 1 0,-1 0 1,0 0-1,0 0 0,1 0 1,-1 0-1,0 0 0,0 0 1,0 0-1,0 1 0,-1-1 1,1 0-1,0 0 0,0 1 1,0-1-1,-1 1 0,1-1 1,0 1-1,0 0 0,-1-1 1,1 1-1,0 0 0,-1 0 1,1 0-1,-3 0 0,-71 2-3687,60-1 382,0 2-1,-29 8 1,5 1-5093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58.07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68 1809,'0'0'8508,"6"-4"-6980,21-15 78,-27 19-1488,0 0 0,1 0-1,-1 0 1,0 0-1,0 0 1,0 0 0,0 0-1,0 0 1,0-1-1,0 1 1,0 0 0,0 0-1,0 0 1,0 0-1,1 0 1,-1 0 0,0 0-1,0 0 1,0 0-1,0 0 1,0 0 0,0 0-1,0 0 1,0 0-1,1 0 1,-1 0 0,0 0-1,0 0 1,0 0-1,0 0 1,0 0 0,0 0-1,0 0 1,1 0-1,-1 0 1,0 0 0,0 0-1,0 0 1,0 0-1,0 0 1,0 0 0,0 0-1,0 0 1,0 0-1,1 1 1,-1-1 0,0 0-1,0 0 1,0 0-1,0 0 1,0 0 0,0 0-1,0 0 1,0 0-1,0 0 1,0 1 0,0-1-1,0 0 1,0 0-1,0 0 1,0 0 0,0 0-1,0 0 1,0 1-1,-2 11 1342,-6 11-1733,4-14 374,1 1 1,1 0 0,0 0 0,0 0 0,1 0 0,0 0-1,0 0 1,2 12 0,-1-11-112,0-8 11,1-1-1,-1 0 1,1 1 0,-1-1-1,1 0 1,0 1 0,0-1-1,0 0 1,0 0-1,0 0 1,1 0 0,-1 0-1,1 0 1,-1 0 0,1-1-1,0 1 1,-1 0 0,1-1-1,0 1 1,0-1 0,0 0-1,0 0 1,1 0 0,-1 0-1,0 0 1,0 0 0,1 0-1,-1-1 1,3 1-1,-1 0 12,-1 0 0,0-1-1,1 1 1,-1-1 0,1 0-1,-1 0 1,0 0 0,1 0-1,-1-1 1,1 0 0,-1 1-1,0-1 1,1 0 0,-1 0-1,0-1 1,0 1 0,0-1-1,0 0 1,0 1 0,5-6-1,-3 1-2,-1-1-1,1 0 1,-2 0-1,1 0 1,-1-1-1,0 0 1,0 1-1,-1-1 1,0 0 0,0 0-1,-1 0 1,0 0-1,-1-1 1,0-9-1,0 11-1,-1 1 0,1 0 0,-1 0 0,-1 0 0,1 0 0,-1 0 0,0 0 0,-5-10 0,5 13-5,1 0 0,-1 1 1,0-1-1,0 1 0,0-1 1,0 1-1,-1 0 0,1 0 0,0 0 1,-1 0-1,0 1 0,1-1 0,-1 0 1,0 1-1,0 0 0,0 0 1,-5-2-1,-17 3-2160,24 0 2063,1 0-1,-1 0 1,1 0 0,0 0-1,-1 0 1,1 1 0,-1-1 0,1 0-1,-1 0 1,1 1 0,0-1-1,-1 0 1,1 0 0,0 1-1,-1-1 1,1 0 0,0 1 0,-1-1-1,1 0 1,0 1 0,0-1-1,-1 1 1,1-1 0,0 1 0,0-1-1,0 0 1,0 1 0,-1-1-1,1 1 1,0-1 0,0 1 0,0-1-1,0 1 1,0-1 0,0 1-1,0-1 1,0 1 0,1-1 0,-1 0-1,0 2 1,9 7-4498,15-4-1433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58.34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55 0 6435,'0'0'17704,"-27"145"-17112,13-114-191,7 1-401,1-3-33,6-9-1151,0 1-1745,0-8-2722,6-8-4354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58.8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15 4178,'0'0'13219,"12"-2"-12053,0 0-902,-1-1-30,0 0-1,0 1 1,1 1-1,-1 0 1,1 1 0,-1 0-1,1 0 1,21 5 0,-31-4-228,0 1 0,0-1 0,0 1 0,-1 0 0,1 0 0,0 0 1,-1 0-1,1 0 0,-1 0 0,0 0 0,1 0 0,-1 0 0,0 1 1,0-1-1,-1 1 0,1-1 0,0 0 0,-1 1 0,0-1 0,1 1 0,-1-1 1,0 1-1,0-1 0,-1 1 0,1-1 0,0 1 0,-2 3 0,1 2 32,0 0 0,-1 0 0,0 0 0,-1 0 0,0 0 0,0-1 0,-5 10-1,-6 0 341,-1 0-1,-1-1 0,0-1 1,-1 0-1,0-1 0,-28 16 1,44-29-186,29-1 51,-2-3-285,0 0 1,0-2 0,0-1 0,48-18-1,-15 5-1539,-3 3-1597,2-4-3440,-4 0-2677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59.4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24 10645,'0'0'11088,"12"-3"-10304,-1 0-607,6-2 25,1 1 0,-1 1-1,30-2 1,-47 5-201,1 0-1,0 0 0,0-1 1,-1 1-1,1 0 0,0 0 1,0 0-1,0 0 0,-1 0 1,1 0-1,0 1 0,0-1 1,-1 0-1,1 0 0,0 0 0,0 1 1,-1-1-1,1 0 0,0 1 1,-1-1-1,1 1 0,-1-1 1,1 1-1,0-1 0,-1 1 1,1-1-1,-1 1 0,1-1 1,-1 1-1,1 0 0,-1-1 0,0 1 1,1 0-1,-1 0 0,0-1 1,0 1-1,1 0 0,-1 0 1,0-1-1,0 1 0,0 0 1,0 0-1,0-1 0,0 1 1,0 0-1,0 0 0,0-1 1,0 1-1,-1 0 0,1 0 0,0-1 1,0 1-1,-1 0 0,1 0 1,-1 1 8,1 3 24,-1 0 0,0-1 0,0 1 1,0 0-1,0-1 0,-1 1 0,1-1 0,-1 0 0,0 1 0,-1-1 0,1 0 0,-1 0 1,0 0-1,0 0 0,-4 3 0,-20 32 237,27-38-279,0-1-1,0 1 0,0-1 1,0 1-1,1-1 0,-1 1 1,0-1-1,0 1 0,0-1 1,0 1-1,1-1 0,-1 1 1,0-1-1,0 0 0,1 1 1,-1-1-1,0 1 0,1-1 1,-1 0-1,1 1 0,-1-1 1,0 0-1,1 1 0,-1-1 1,1 0-1,-1 0 0,1 1 1,-1-1-1,1 0 0,-1 0 1,1 0-1,-1 0 0,1 0 1,-1 0-1,1 0 0,-1 0 0,1 0 1,-1 0-1,1 0 0,-1 0 1,1 0-1,-1 0 0,2-1 1,34 2-402,-29-2 226,4 1-100,58 4-1127,-66-4 1354,0 0 0,0 1 1,0 0-1,0-1 0,1 1 0,-1 0 0,0 0 1,-1 1-1,1-1 0,0 1 0,0 0 0,0-1 0,-1 1 1,1 0-1,-1 0 0,0 1 0,3 2 0,-4-3 89,0-1-1,0 0 0,-1 0 0,1 1 0,-1-1 0,1 1 0,-1-1 1,0 1-1,1-1 0,-1 0 0,0 1 0,0-1 0,0 1 0,0-1 1,0 1-1,0-1 0,0 1 0,-1-1 0,1 1 0,0-1 0,-1 1 1,1-1-1,-1 0 0,0 1 0,1-1 0,-1 0 0,0 1 0,0-1 1,0 0-1,0 0 0,0 0 0,0 0 0,0 0 0,0 0 0,-1 0 1,1 0-1,-2 0 0,-6 5 307,0-1 0,-1-1 0,1 1 0,-15 3 1,1 0 296,21-5-661,2-3-520,2 0-161,1 0 0,0 0 0,-1 0 0,1 0 0,-1-1 0,1 1 0,-1-1 0,1 0 0,-1 0 0,0 0 0,1 0 0,-1 0 0,0 0 0,4-3 0,-3 3-445,35-22-8566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59.74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96 1 3762,'0'0'18029,"-8"20"-13683,-59 164 1521,63-175-5798,1 1 1,-1 0-1,2 0 0,-1 0 1,1 0-1,1 0 1,0 0-1,1 1 0,0-1 1,1 12-1,0-21-69,-1 0 0,1 0 0,0 0 0,0 0 0,-1 0 0,1 0 0,0 0 0,0 0 0,0 0 0,0 0 0,0 0 0,1-1 0,-1 1 0,0-1 0,0 1 0,0-1 0,1 1 0,-1-1 0,0 1 0,0-1 0,1 0 0,1 0 0,36 3 0,-30-3 0,0 0-16,13 2-564,0-2 0,0-1 0,24-4-1,-39 4 380,-1 0 0,0-1-1,0 0 1,0 0-1,0 0 1,0-1-1,-1 0 1,1 0-1,-1 0 1,0-1-1,0 1 1,0-1-1,0-1 1,-1 1 0,7-8-1,-10 9-578,0 1 1,1 0-1,-1-1 1,-1 1-1,1-1 0,0 0 1,0 1-1,-1-1 0,0 1 1,1-1-1,-1 0 0,0 1 1,-1-6-1,1-1-2639,0-9-5740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6:59.93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41 1 4194,'0'0'13654,"-27"115"-9092,13-70-1808,14 0-609,0-4-769,0-5-992,0-2-384,7-9-160,0-5-1312,13-9-1218,0-8-2000,14-3-2753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00.34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123 1 14247,'0'0'13392,"-15"10"-12535,-47 33-84,59-40-748,0-1-1,0 1 1,1 0 0,-1 0-1,1 0 1,-1 0-1,1 0 1,0 1-1,0-1 1,0 1-1,1-1 1,-1 1-1,1 0 1,0 0-1,0-1 1,1 1-1,-2 5 1,2-7-75,0 0 0,0 1 0,0-1 0,0 1 1,1-1-1,-1 0 0,0 1 0,1-1 0,0 0 0,-1 1 0,1-1 1,0 0-1,0 0 0,1 0 0,-1 0 0,0 0 0,1 0 1,-1 0-1,1 0 0,-1 0 0,1-1 0,0 1 0,3 2 0,10 3-1049,1 0-1,32 10 1,19 7-1776,-66-24 2836,0 1 1,1 0-1,-1-1 0,1 1 0,-1 0 1,0-1-1,0 1 0,1 0 1,-1 0-1,0 0 0,0 0 1,0 0-1,0 0 0,0 1 0,0-1 1,0 0-1,-1 0 0,1 1 1,0-1-1,-1 0 0,1 1 1,-1-1-1,1 1 0,-1-1 0,1 3 1,-2-2 87,1 0 0,-1 0 0,0 0-1,0 0 1,1 0 0,-1 0 0,0 0 0,-1-1 0,1 1 0,0 0 0,0-1 0,-1 1 0,1-1 0,-1 1-1,-2 1 1,-7 5 357,0 0 0,-1-1 0,-24 11 1,26-13-612,-52 19 1247,34-23-2508,27-1 1268,0-1 0,0 1 0,0-1 1,1 1-1,-1 0 0,0-1 0,0 1 1,1-1-1,-1 0 0,0 1 0,1-1 1,-1 0-1,0 1 0,1-1 0,-1 0 0,1 1 1,-1-1-1,1 0 0,0 0 0,-1 0 1,1 0-1,0 1 0,0-1 0,-1 0 1,1-1-1,-1-27-6517,1-10-1868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00.51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18 5378,'0'0'11462,"115"-2"-8869,-87 2-1585,-8 0-880,7 0-128,-14 0-1568,8-5-3186,-8-6-4387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01.99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231 0 4802,'0'0'11053,"-23"24"-9321,-72 77-166,84-89-1376,-1 1 0,2 1-1,0 0 1,0 0 0,1 1 0,1 0 0,1 0 0,0 1 0,1 0 0,0 0 0,2 1-1,0 0 1,1 0 0,0 0 0,1 0 0,2 32 0,0-48-197,0 0-1,1 0 1,-1 0 0,0 0-1,1 0 1,-1-1-1,1 1 1,0 0 0,-1 0-1,1-1 1,0 1 0,-1 0-1,1-1 1,0 1 0,0 0-1,0-1 1,-1 1 0,1-1-1,0 0 1,0 1 0,0-1-1,0 0 1,0 1 0,0-1-1,0 0 1,0 0 0,0 0-1,0 0 1,0 0 0,0 0-1,1 0 1,44-1-14,-34 0 5,-3 0 9,1 0 1,-1-1 0,0 0-1,0 0 1,0-1 0,0-1-1,0 0 1,-1 0 0,13-8-1,-17 10 12,0-1 0,0 1-1,0-1 1,0 0 0,-1-1-1,1 1 1,-1-1 0,0 1-1,0-1 1,0 0 0,0 0-1,-1 0 1,1-1 0,-1 1-1,0-1 1,-1 1 0,1-1-1,-1 1 1,0-1 0,1-8-1,-2 11 4,0 0-1,-1 1 1,1-1-1,-1 0 0,1 0 1,-1 1-1,0-1 0,0 0 1,0 1-1,0-1 0,0 1 1,0-1-1,0 1 0,0 0 1,0-1-1,-1 1 0,1 0 1,-1 0-1,1 0 0,-1 0 1,1 0-1,-1 0 0,0 0 1,1 1-1,-1-1 0,0 1 1,0-1-1,1 1 0,-1-1 1,0 1-1,-2 0 0,-64-4 182,58 4-162,-46 0 16,55 0-198,6 0-2350,53 0-5592,-12 0 1163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02.70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 0 5811,'0'0'12830,"-8"1"-11094,-17 0-933,30 0 223,55-1 702,-23 0-1576,156 0 763,-193 2-880,1 1 0,-1 0-1,1 0 1,-1 0 0,0-1 0,0 1 0,-1 0 0,1 0 0,0 0 0,-1 0 0,-1 3 0,-5 11 326,-1-1 1,-1 0 0,-1 0 0,-12 15-1,10-15-91,1-1 0,1 2 0,1-1 0,-10 24 0,9-13 77,2 2 0,1-1 0,1 1 0,1 0 0,2 0-1,0 36 1,3-64-376,0-25-5571,0-26-4685,0 18 876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02.9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7571,'0'0'14615,"115"0"-12518,-60 0-848,-8 0-225,0 0-336,-6 0-575,-14 0-113,-7 0-65,-13 0-703,-34 0-7332,-7 0 1153,-20 0-2769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10.58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387 6 3249,'0'0'13041,"-16"-2"-11445,5 0-1349,-1 1 1,1 0 0,-1 1 0,1 1 0,-1-1 0,0 2 0,1 0 0,0 0 0,-1 1 0,1 0 0,0 1 0,1 0 0,-18 10-1,14-7-145,1 1-1,0 1 1,0 1-1,1-1 1,0 2-1,0 0 1,1 0-1,1 1 1,0 0-1,1 1 1,0 0-1,1 1 1,0 0-1,1 0 1,0 0-1,2 1 1,0 0-1,0 0 1,1 0-1,1 1 1,1 0-1,-1 17 1,3-30-120,0-1 0,0 1 1,0 0-1,0-1 0,0 1 0,1-1 1,-1 1-1,1 0 0,-1-1 0,1 0 1,0 1-1,0-1 0,1 1 1,-1-1-1,0 0 0,1 0 0,3 4 1,-2-4 10,0 0 1,0 0 0,1 0 0,-1-1 0,1 1 0,-1-1-1,1 0 1,-1 0 0,1-1 0,0 1 0,-1-1 0,1 0-1,4 0 1,-4 1 19,49-4 136,-50 2-144,0 0 0,0 0 1,0 0-1,-1 0 0,1-1 0,0 1 1,0-1-1,-1 0 0,1 0 0,-1 0 1,0 0-1,0 0 0,0 0 0,0-1 1,3-4-1,17-24 11,-2-1 1,-1-1-1,-1 0 1,-2-1-1,17-54 0,-33 86 12,0 1 0,1-1 0,-1 1-1,0-1 1,0 1 0,-1-1 0,1 1-1,0-1 1,0 1 0,-1 0 0,1-1-1,0 1 1,-1-1 0,0 1 0,1 0-1,-1-1 1,0 1 0,0 0 0,1 0-1,-1-1 1,0 1 0,0 0 0,-1 0-1,1 0 1,0 0 0,0 0 0,0 1-1,-1-1 1,1 0 0,0 1 0,-1-1-1,1 0 1,0 1 0,-1 0 0,1-1-1,-1 1 1,1 0 0,-1 0 0,1-1-1,-4 2 1,-3-2-216,0 0 1,-1 1-1,1 0 0,-1 0 1,1 1-1,-12 3 0,17-4-45,1 1 0,0 0 1,0 0-1,0 0 0,0 1 0,0-1 0,0 0 0,0 1 0,0-1 0,1 1 0,-4 3 0,0 4-3385,3 0-3914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11.30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 12 2369,'0'0'8812,"0"-1"-8544,-1 0 0,1 0-1,-1 1 1,1-1 0,-1 0-1,1 1 1,-1-1 0,0 0 0,1 1-1,-1-1 1,0 1 0,1-1 0,-1 1-1,0-1 1,1 1 0,-1 0-1,0-1 1,0 1 0,-1 0 0,4 16 592,0 1 1,1-1-1,1 0 1,7 21 0,4 14 243,-13-42-1052,0 0-1,1 0 0,1 0 0,-1 0 1,1-1-1,10 15 0,-12-19-217,1-1 0,0 0 0,0 1 0,0-1-1,1 0 1,-1-1 0,5 4 0,-5-4-276,-1-1-1,1 0 1,0 1-1,0-1 1,0 0-1,0 0 1,1-1-1,-1 1 1,0-1 0,6 1-1,17-1-4535,1 0-948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11.75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7347,'0'0'11163,"0"13"-9880,0 105 1964,1-117-3250,0-1 0,0 1 0,0 0 0,0-1 0,0 1-1,0-1 1,0 1 0,0-1 0,1 0 0,-1 1 0,0-1 0,0 0 0,0 0 0,1 0 0,-1 0 0,0 0 0,0 0 0,1 0 0,0-1-1,28 0-337,-16-2 157,0-1 1,0-1-1,0 0 0,-1-1 1,0-1-1,0 0 0,0 0 0,-1-1 1,22-19-1,7-3 41,-40 46 4477,11 24-4557,-10-34 581,0-2-429,-1 0 0,1-1 0,0 1 1,1-1-1,-1 1 0,0-1 0,1 0 0,0 0 0,0 0 0,0 0 0,0 0 0,0-1 0,1 1 1,-1-1-1,1 0 0,0 0 0,-1 0 0,1-1 0,0 1 0,0-1 0,0 0 0,0 0 0,6 1 1,47 2-4461,-5-10-3956,-17-5-303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11.92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75 1 7716,'0'0'17399,"-75"81"-17399,75-74-256,7-2-928,7-5-1441,-1 0-1569,8-16-3842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12.07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 0 3394,'0'0'18040,"0"19"-18793,0 5-1039,20 3-673,7-4-2274,7-3-799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12.26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102 50 7700,'0'0'14150,"-102"115"-13926,116-113-224,20-2-48,13 0-240,14-11-1153,13-18-1184,1-5-1681,-14-9-1280,0-7 303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12.71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319 0 7652,'0'0'15028,"-20"22"-13294,-4 4-1312,2-4 32,2 1 0,0 0 0,2 2 0,-18 29 0,17-14 561,1 0 1,-17 59 0,21-56-625,-37 81-1,47-119-378,1 1-1,0 0 0,1 1 1,-1-1-1,1 0 0,0 1 1,-1 9-1,3-15-123,5-3-394,0 0 344,-1 0-1,1 0 1,-1 0 0,1-1 0,-1 0 0,0 0 0,0 0 0,0 0 0,-1-1 0,5-5 0,15-10-238,41-25-1462,1 4 1,98-44 0,-162 83 1961,0 0 0,0 1 1,0-1-1,1 1 1,-1-1-1,0 1 0,0 0 1,0-1-1,0 1 1,0 0-1,0 0 0,1 0 1,-1 0-1,0 0 1,0 0-1,0 0 0,0 0 1,1 0-1,1 1 1,-3 0-31,1-1 0,-1 1 0,0-1 1,1 1-1,-1 0 0,0-1 0,0 1 1,0 0-1,0 0 0,1-1 0,-1 1 1,0 0-1,0-1 0,0 1 1,0 0-1,-1-1 0,1 1 0,0 0 1,0 0-1,0-1 0,0 1 0,-1 0 1,0 0-1,-29 56 2328,19-38-1709,6-10-570,2 0-1,-1 0 1,1 0-1,1 0 1,-1 1-1,2 0 0,-1-1 1,1 18-1,1-24-164,0 0 0,0 0-1,1 0 1,-1 0 0,1 0-1,-1-1 1,1 1 0,0 0-1,0 0 1,1-1 0,-1 1 0,1 0-1,-1-1 1,1 1 0,0-1-1,-1 0 1,1 0 0,1 0-1,-1 0 1,0 0 0,0 0-1,1 0 1,-1-1 0,1 1-1,-1-1 1,1 1 0,0-1 0,-1 0-1,1 0 1,0-1 0,6 2-1,13 1-945,1 0-1,0-2 1,0-1-1,0 0 1,38-7-1,-39 3-1164,0-1 0,-1-1 0,28-11 1,38-21-8617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13.05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493 6 5763,'0'0'10775,"-30"0"-7301,-7-2-2681,-4-1 1023,-1 2-1,-64 8 1,77-3-583,0 2 0,-28 8 0,47-11-992,0 1 1,0-1-1,0 2 1,1-1-1,0 1 1,0 1-1,0 0 1,-15 13-1,22-17-246,0 0 0,0 0 0,0 0 1,1 0-1,-1 1 0,1-1 0,-1 1 0,1-1 0,0 1 0,0-1 1,0 1-1,0-1 0,0 1 0,1 0 0,-1 0 0,1-1 0,0 1 0,-1 0 1,1 0-1,1 0 0,-1 3 0,2-1-111,-1-1-1,1 0 1,0 0-1,0 1 1,0-1 0,1-1-1,-1 1 1,1 0-1,0-1 1,0 1 0,7 5-1,6 4-591,2 0 0,0-1 0,0-1-1,25 10 1,-6-3-355,-11-7-127,-2 1 0,1 1 0,-2 1 0,0 1-1,36 31 1,-57-45 1132,0 0-1,-1 1 1,1-1-1,-1 1 0,1 0 1,-1-1-1,0 1 1,0 0-1,0 0 0,0 0 1,0 0-1,0 0 1,-1 0-1,1 0 0,0 0 1,-1 0-1,0 0 1,1 0-1,-1 0 0,0 0 1,0 0-1,0 1 1,-1-1-1,1 3 0,-2-2 93,1-1-1,-1 1 0,0 0 0,0-1 1,0 0-1,0 1 0,0-1 1,0 0-1,-1 0 0,1 0 0,-1 0 1,1-1-1,-1 1 0,-5 2 1,-10 3 832,-1 0 0,0-1 0,-37 7 0,51-12-606,-129 13 3195,110-12-5405,216-67-13289,-99 38 7339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13.55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152 154 3922,'0'0'19334,"-22"0"-17114,-71 1-476,91-1-1580,-1-1 0,0 1 0,1 1 0,-1-1 0,1 0 0,-1 0 0,1 1 0,-1 0 0,1-1 0,-1 1 0,-3 2 0,6-3-131,0 1 0,-1-1 0,1 1 0,0-1-1,0 1 1,-1-1 0,1 1 0,0-1-1,0 1 1,0-1 0,0 1 0,0-1-1,-1 1 1,1-1 0,0 1 0,0-1-1,0 1 1,1 0 0,-1-1 0,0 1-1,0-1 1,0 1 0,0-1 0,0 1 0,1 0-1,0 8-200,0-8 148,-1 1 0,1-1 0,-1 0 1,1 0-1,-1 0 0,1 0 0,0 1 0,0-1 0,-1 0 0,1 0 0,0-1 0,0 1 0,0 0 0,0 0 0,0 0 0,0-1 0,1 1 0,-1 0 0,0-1 0,0 1 0,0-1 1,1 1-1,-1-1 0,0 0 0,0 1 0,2-1 0,43 8-459,-42-8 432,35 3-758,79-4 1,-114 1 705,-1 0 1,1-1-1,0 0 0,0 0 0,-1 0 1,1 0-1,-1-1 0,1 0 0,-1 1 0,0-1 1,1 0-1,-1-1 0,0 1 0,0 0 1,-1-1-1,1 0 0,4-5 0,-6 7 109,0-1 0,0 1 0,0-1 0,-1 0 0,1 1 0,0-1 0,-1 0 0,0 1 0,1-1 0,-1 0 0,0 0 0,1 1 0,-1-1 0,0 0 0,-1 0 0,1 0 0,0 1 0,0-1 0,-1 0 0,1 0 0,-1 1 0,1-1 0,-1 0 0,0 1 0,0-1 0,0 1 0,0-1 0,0 1 0,0-1 0,0 1 0,0 0 0,0-1 0,-1 1 0,1 0 0,0 0 0,-1 0 0,-1-1 0,-10-6 243,0 1 0,-1 0 0,1 0 0,-20-5 0,41 14-1028,0-1-1,0 0 1,0-1 0,0 0 0,0 0 0,10-2-1,9 0-934,-2 2 137,0 1 0,-1 1 1,40 9-1,-55-9 1291,-1 1 1,0-1 0,0 2-1,0-1 1,0 1 0,7 5-1,-11-6 400,-1 0 0,1 0 0,-1 0 1,0 0-1,0 0 0,0 1 0,0-1 0,0 1 0,-1 0 0,0 0 0,1 0 0,1 6 0,3 26 4470,-5-13 6314,-2-53-8890,0 6-1433,-1 10-1486,1 0 0,1 0 1,3-20-1,-2 28-180,0 0 0,0 0-1,0 1 1,0-1 0,1 0-1,0 1 1,0 0 0,1 0-1,-1 0 1,1 0 0,5-5-1,23-20-7806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13.84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209 1 6323,'0'0'22968,"-16"25"-21261,-103 150 62,109-161-1774,1 2 0,0-1 0,1 1-1,1 0 1,1 1 0,0 0 0,1 0 0,1 0 0,0 0 0,1 1-1,2 0 1,-1-1 0,3 27 0,-1-42-93,1 0 0,0 1 0,0-1 0,0 0 0,0 0 0,0 0 0,1 0 1,-1 0-1,0 0 0,1-1 0,0 1 0,-1 0 0,1-1 0,0 1 0,0-1 0,0 0 0,0 1 0,0-1 0,0 0 0,0 0 1,0 0-1,0-1 0,1 1 0,-1 0 0,0-1 0,1 0 0,2 1 0,11 1-1240,1 0 0,29-1 0,-32-2 293,49-2-4517,-6-16-3621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13.992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20 16343,'0'0'1825,"176"0"2193,-95 0-2289,-6 3-1521,-7-3-208,-14 0-1104,-27 0-2722,-14-23-5442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20.0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3874,'0'0'3767,"0"10"-3676,0 30 6255,0 4-6016,-2-1 0,-1 0 0,-3 0-1,-11 44 1,-76 257 2437,60-208-1751,33-136-1027,0 0-1,0-1 1,0 1 0,-1 0-1,1 0 1,0 0-1,0 0 1,0 0-1,0 0 1,0-1-1,0 1 1,0 0 0,0 0-1,0 0 1,0 0-1,0 0 1,0 0-1,0 0 1,-1 0 0,1 0-1,0-1 1,0 1-1,0 0 1,0 0-1,0 0 1,0 0 0,0 0-1,-1 0 1,1 0-1,0 0 1,0 0-1,0 0 1,0 0 0,0 0-1,0 0 1,-1 0-1,1 0 1,0 0-1,0 0 1,0 0 0,0 0-1,0 0 1,0 0-1,-1 0 1,1 0-1,0 0 1,0 0-1,0 1 1,0-1 0,0 0-1,0 0 1,-1 0-1,-3-26-1498,-1-35-3686,5 30 1610,0-2-720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21.1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209 55 496,'0'0'5800,"27"-11"-3770,20-25 1671,-62 50-812,-42 36-1213,2 3 1,-87 109-1,129-137-1443,13-25-228,0 1-1,0-1 0,0 0 1,0 0-1,1 0 1,-1 1-1,0-1 0,0 0 1,0 0-1,1 0 0,-1 0 1,0 1-1,0-1 0,0 0 1,1 0-1,-1 0 1,0 0-1,0 0 0,1 0 1,-1 1-1,0-1 0,0 0 1,1 0-1,-1 0 0,0 0 1,0 0-1,1 0 1,-1 0-1,0 0 0,0 0 1,1 0-1,-1-1 0,0 1 1,1 0-1,-1 0 0,0 0 1,0 0-1,0 0 0,1 0 1,-1 0-1,0-1 1,0 1-1,1 0 0,-1 0 1,0-1-1,5-1 27,1-1-1,-1-1 0,0 1 1,0-1-1,-1 0 1,1 0-1,3-5 1,-4 5-24,166-218-625,-166 215 622,0 0 0,1 0 0,0 1 1,0 0-1,0 0 0,7-6 0,-11 12 46,-1 0-1,1-1 1,-1 1 0,1 0-1,-1 0 1,1-1-1,-1 1 1,1 0 0,-1 0-1,1 0 1,-1 0 0,1 0-1,-1 0 1,1 0-1,0 0 1,-1 0 0,1 0-1,-1 0 1,1 0-1,-1 0 1,1 0 0,-1 0-1,1 1 1,-1-1-1,1 0 1,-1 0 0,1 1-1,-1-1 1,1 0 0,-1 1-1,1-1 1,12 22 984,6 44 157,-11-35-492,-5-23-472,0 0 0,0 1 0,1-1 0,0 0 0,1-1 0,0 1 0,0-1 0,0 0 0,13 12 0,-12-14-87,0-1 0,0-1-1,0 1 1,0-1 0,0 0-1,1 0 1,-1-1 0,1 0-1,0 0 1,0 0 0,0-1-1,0 0 1,7 0-1,-12-2-121,-1 1 0,0 0 0,0 0 0,0 0 0,0 0 0,0 0 0,0 0 0,1 1 0,-1-1-1,0 0 1,0 1 0,0-1 0,0 0 0,0 1 0,0-1 0,0 1 0,0 0 0,0-1-1,0 1 1,0 0 0,-1 0 0,1-1 0,0 1 0,0 0 0,-1 0 0,1 0 0,0 0 0,-1 0-1,1 0 1,-1 0 0,0 0 0,1 0 0,-1 0 0,0 0 0,1 0 0,-1 0 0,0 1-1,0-1 1,0 0 0,0 0 0,0 0 0,0 0 0,0 0 0,0 0 0,-1 0 0,1 1 0,-1 0-1,1 12-675,-6-17-5925,-13-15-2073,17 3 262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8:10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359 298 5987,'0'0'12176,"-10"-8"-11031,8 6-1118,0 0 0,0 0 1,0 1-1,0-1 0,-1 0 1,1 1-1,0 0 0,-1-1 1,1 1-1,-1 0 0,0 0 1,1 1-1,-1-1 0,0 0 1,1 1-1,-1 0 0,0-1 1,0 1-1,0 0 0,1 0 1,-1 1-1,0-1 0,0 1 1,1-1-1,-1 1 1,0 0-1,1 0 0,-1 0 1,1 0-1,-1 1 0,1-1 1,0 1-1,-1-1 0,1 1 1,0 0-1,0 0 0,0 0 1,0 0-1,-1 2 0,-23 23 93,2 0 0,1 1 1,1 2-1,1 0 0,2 1 0,1 1 0,2 1 0,1 1 0,2 0 0,1 0 0,1 1 0,2 1 0,2 0 0,1 0 0,2 0 0,0 40 0,4-68-117,0-1 0,0 0-1,1 1 1,0-1 0,1 1 0,-1-1-1,1 0 1,3 8 0,-3-12-4,0 0 1,-1-1-1,1 1 1,0-1-1,0 1 1,1-1-1,-1 1 1,0-1-1,1 0 1,-1 0-1,1 0 1,0 0-1,0-1 1,0 1-1,0-1 1,0 0-1,0 0 1,0 0-1,0 0 1,0 0-1,5 0 1,7 1-8,1-2 1,0 1-1,-1-2 1,1 0-1,0-1 1,-1 0-1,1-1 1,-1-1-1,0 0 1,0-2 0,0 1-1,-1-2 1,24-13-1,-2-3-12,-1-2-1,0-1 0,55-55 1,-57 48 24,-1-2-1,-2-1 1,-1-1 0,-2-2 0,32-60-1,-45 71 12,-1-1 0,-1-1-1,-2 0 1,-1-1 0,-1 0-1,-2 0 1,-1 0 0,1-61 0,-5 82-7,-2 0 1,1 0 0,-1 1 0,-1-1 0,0 0 0,0 0 0,-1 1 0,0-1 0,-1 1 0,-8-17-1,8 21 25,1 0 0,-1 1 0,0-1 0,-1 1 0,1 0 0,-1 0-1,1 0 1,-1 1 0,0-1 0,-1 1 0,1 1 0,0-1 0,-1 1-1,0-1 1,1 2 0,-1-1 0,0 1 0,0 0 0,-7-1 0,0 1 21,0 0 1,0 1-1,0 1 1,0 0-1,0 1 1,0 0-1,0 1 1,1 0-1,-1 1 1,1 1-1,0 0 1,0 0-1,-12 8 1,17-7-187,-1-1 0,1 1 0,0 0-1,0 0 1,0 0 0,1 1 0,0 0 0,-7 11 0,9-11-327,1 0 1,-1 0-1,1 0 0,1 0 0,-1 1 1,1-1-1,0 1 0,1-1 0,0 1 1,0 14-1,3 12-5114,9-8-1727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8:11.6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564 0 5218,'0'0'6849,"-26"9"-4000,1-1-2227,1 1-1,0 2 1,0 0 0,2 1-1,-1 2 1,2 0-1,-31 25 1,10 0 130,0 2 1,3 2-1,-40 56 0,63-77-511,2 0-1,0 1 1,2 0-1,0 1 0,2 0 1,0 1-1,2 0 0,1 1 1,-6 37-1,11-45-161,0 1 0,1 0 0,1 0 0,1 0 1,6 31-1,-5-41-79,0-1 1,1 0-1,0 0 1,0 0-1,1-1 1,0 1 0,1-1-1,-1 0 1,1 0-1,1-1 1,-1 1-1,1-1 1,1 0 0,9 7-1,-8-7-101,0-1 1,0 0-1,0-1 0,1 1 0,0-2 1,0 1-1,0-1 0,0-1 0,12 3 1,6-2-1936,52 0 0,-74-3 1753,1 0-460,0 0 0,-1 0 0,1-1 0,0 1 1,0-1-1,0 0 0,0-1 0,-1 0 0,1 0 1,-1 0-1,1 0 0,-1-1 0,8-5 0,16-18-7599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8:12.1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 6867,'0'0'11360,"13"4"-10191,-4-2-911,-6-2-179,1 0 0,-1 1 0,1-1 0,-1 1 0,1 0 0,-1 0 0,0 0 0,0 1 0,1-1 0,-1 1 0,0 0 0,0 0 0,-1 0 0,1 0 0,0 0 0,-1 0 0,1 1 0,-1 0 0,0-1 0,0 1 0,0 0 0,0 0 0,0 0 0,1 4 0,4 17 332,-2 1 1,-1 0 0,-1 1 0,0 37 0,-3-62-350,3-27-303,3 15 139,-1 0 0,2 1-1,-1 0 1,2 0-1,-1 0 1,1 1 0,1 0-1,-1 1 1,2 0-1,-1 0 1,1 1-1,17-10 1,-3 3 40,0 2-1,0 0 1,1 2-1,43-12 1,-39 16 620,-28 18 1141,-2-4-1256,0 0 1,-1 0-1,0 0 0,0-1 0,0 1 1,-1-1-1,-1 1 0,-5 9 0,5-9-462,0 0 0,0-1-1,1 2 1,0-1 0,0 0-1,1 1 1,0-1-1,-1 15 1,3-22-155,0-1 0,0 1 0,0 0 0,0-1 0,1 1 0,-1 0 0,0-1 0,0 1 0,1 0 0,-1-1 0,0 1 0,1-1 0,-1 1 0,1 0 0,-1-1 0,1 1 0,-1-1 0,1 1 0,-1-1 0,1 0 0,0 1 0,-1-1-1,1 1 1,-1-1 0,1 0 0,0 0 0,-1 1 0,1-1 0,0 0 0,0 0 0,24 2-9238,-17-2 363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8:12.5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 6131,'0'0'11739,"9"-2"-10726,0 0-860,2-1 177,-1 1-1,0 0 0,1 1 1,18 0-1,-27 1-300,0 0 0,1 0 1,-1 1-1,0-1 0,0 0 1,0 1-1,0 0 0,0-1 1,0 1-1,0 0 0,0 0 0,0 0 1,0 0-1,0 0 0,0 1 1,-1-1-1,1 1 0,0-1 1,-1 1-1,1-1 0,-1 1 1,0 0-1,1 0 0,-1-1 0,0 1 1,0 0-1,0 0 0,-1 0 1,1 1-1,0-1 0,0 3 1,-1-2-8,1 1 0,-1 0 1,0 0-1,0 0 0,0 0 1,-1-1-1,1 1 0,-1 0 1,0 0-1,0-1 0,0 1 0,-1 0 1,1-1-1,-1 1 0,0-1 1,0 0-1,-4 6 0,-3 1 149,0 0-1,-2 0 0,-17 14 1,18-16 5,0 0 0,0 1 0,1 0 0,-8 11 0,15-19-156,1 1 0,0 0 0,0 0 0,0 0 1,1 0-1,-1 0 0,0 0 0,1 0 0,-1 0 0,1 0 0,0 0 0,-1 0 0,1 0 0,0 0 0,1 2 0,-1-1-10,21-2 86,2-1 9,2 1-1010,0-2 1,34-5-1,-49 4-742,0 0 1,0-1-1,0-1 1,0 1-1,10-7 1,14-10-6515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8:12.9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2 4466,'0'0'13262,"6"-1"-11827,-3 1-1287,0-1-1,0 1 1,0 0-1,0 1 0,0-1 1,0 0-1,0 1 1,0 0-1,0-1 0,0 1 1,-1 0-1,1 1 1,0-1-1,0 0 0,3 3 1,2 2 179,0 0-1,-1 0 1,0 1 0,12 13 0,-5-2 230,-1 0-1,-1 1 1,19 39-1,-22-32-338,-1 1 0,-1-1-1,-2 1 1,-1 1 0,-1-1-1,-1 1 1,-1-1 0,-1 1 0,-6 36-1,3-49-70,1 0 0,-2-1 0,0 0 0,-1 1 0,-1-1 0,0-1 0,0 1 0,-2-1 0,1-1 0,-17 21 0,8-13 39,-1-1 0,-1 0 1,-1-2-1,-1 0 0,-29 19 1,45-32 1507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44.8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0 352 64,'0'0'10055,"22"-21"-8956,71-67 275,-68 65-341,1 2-1,1 1 0,55-32 1,-81 51-990,-1 1 16,0-1-1,1 1 1,-1-1-1,1 1 1,-1 0-1,1-1 1,-1 1-1,1 0 1,0 0-1,-1-1 1,1 1-1,-1 0 1,1 0-1,-1 0 1,1 0-1,0 0 1,-1 0-1,1 0 1,0 0-1,-1 0 1,1 0-1,-1 0 1,1 0-1,0 0 1,-1 0-1,1 0 1,-1 1-1,1-1 1,-1 0-1,1 0 1,-1 1-1,1-1 1,-1 0-1,1 1 1,-1-1-1,1 1 1,-1-1-1,1 1 1,-1-1-1,0 1 1,1-1-1,-1 1 1,0-1-1,1 1 1,3 29 454,-3-23-466,0 55 358,-2 0-1,-3 0 1,-16 82-1,7-53-402,10 10-47,3-101 26,0 1 0,0-1 1,0 1-1,0-1 1,0 0-1,0 1 1,0-1-1,1 1 0,-1-1 1,0 1-1,0-1 1,0 0-1,0 1 0,0-1 1,1 0-1,-1 1 1,0-1-1,0 1 1,1-1-1,-1 0 0,0 0 1,1 1-1,-1-1 1,0 0-1,1 1 1,-1-1-1,0 0 0,1 0 1,-1 0-1,1 1 1,-1-1-1,0 0 1,1 0-1,-1 0 0,1 0 1,-1 0-1,0 0 1,1 0-1,-1 0 1,1 0-1,-1 0 0,1 0 1,-1 0-1,0 0 1,1 0-1,20-10-490,1-8 464,0-1 0,-2-1-1,27-35 1,-37 44 34,54-69-62,55-86-1,-117 161 76,9-5 12,-9 60-819,-2-38 814,0 0 1,2 0 0,-1 0-1,2 0 1,-1 0 0,2-1-1,-1 1 1,2-1 0,9 19-1,-11-25-26,0 0 1,0 0-1,1-1 0,-1 1 1,1-1-1,0 0 0,0 0 0,0 0 1,1-1-1,-1 1 0,1-1 1,0 0-1,0 0 0,0-1 0,0 0 1,1 0-1,-1 0 0,1 0 0,-1-1 1,1 0-1,-1 0 0,12 0 1,-8-2 3,0 0 0,-1-1 0,1 0 0,0-1 0,-1 0 0,1 0 1,-1-1-1,0 0 0,0 0 0,-1-1 0,1 0 0,-1 0 0,0-1 0,0 0 1,-1 0-1,0-1 0,0 0 0,9-13 0,5-8 78,-1-1-1,-2 0 0,22-52 1,-27 53 376,-2 1 0,0-1 1,-2-1-1,-2 0 0,0 0 0,-2 0 0,1-53 1,-5 81-394,0 0 1,0 0-1,0 0 1,0 1 0,0-1-1,-1 0 1,1 0-1,0 0 1,0 1 0,-1-1-1,1 0 1,-1 1-1,1-1 1,-1 0 0,1 1-1,-1-1 1,1 0 0,-1 1-1,1-1 1,-1 1-1,0-1 1,1 1 0,-1-1-1,0 1 1,1 0-1,-1-1 1,0 1 0,0 0-1,1-1 1,-1 1 0,0 0-1,0 0 1,1 0-1,-1 0 1,0 0 0,0 0-1,0 0 1,-1 0-1,0 0-64,0 0 1,0 0-1,0 1 0,0-1 0,0 1 0,0 0 0,0-1 0,0 1 0,1 0 0,-1 0 0,0 0 0,0 0 0,1 0 0,-1 1 0,0-1 0,-1 3 0,-5 6-830,0 1 0,1 0 0,0 0-1,1 1 1,-8 20 0,8-17-1615,2 1 0,0 0 1,0 0-1,0 22 0,2 3-4078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45.2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152 64 9156,'0'0'11024,"-22"13"-10552,-66 43-146,85-53-322,-1 0 1,1 0 0,0 0 0,0 1 0,0-1 0,0 1-1,1 0 1,-1-1 0,1 1 0,0 0 0,0 1-1,0-1 1,1 0 0,0 0 0,0 1 0,0-1 0,0 1-1,0-1 1,1 1 0,0-1 0,0 1 0,0-1 0,1 7-1,0 3-69,1-14-23,1 0-1,-1 0 0,1-1 1,-1 1-1,0 0 0,1-1 1,-1 0-1,1 1 0,-1-1 1,0 0-1,0 0 0,3-2 1,3-7 150,1 0 0,-1 0 0,-1-1 0,0-1 0,0 1 0,-1-1 0,-1 0 0,0-1 1,0 1-1,3-21 0,-6 27 64,-1 0-1,0 0 1,0 1 0,0-1 0,-1 0 0,0 0 0,0 0 0,0 0 0,-2-7-1,2 12-113,-1-1-1,1 1 0,-1-1 1,0 1-1,1-1 0,-1 1 1,0 0-1,0-1 0,0 1 0,0 0 1,0 0-1,0 0 0,0 0 1,-1 0-1,1 0 0,0 0 1,0 0-1,-1 0 0,1 0 1,-1 1-1,1-1 0,-1 1 0,1-1 1,-1 1-1,1-1 0,-1 1 1,1 0-1,-1 0 0,1 0 1,-1 0-1,0 0 0,1 0 0,-1 0 1,1 1-1,-1-1 0,1 0 1,-1 1-1,-1 0 0,2-1-120,0 1-1,0-1 1,-1 1 0,1-1-1,0 1 1,0 0-1,0-1 1,0 1 0,0 0-1,1 0 1,-1 0 0,0 0-1,0 0 1,0 0-1,1 0 1,-1 0 0,0 0-1,1 0 1,-1 0-1,1 0 1,0 0 0,-1 0-1,1 0 1,0 1-1,-1 0 1,-1 33-5627,3-28 3357,-1 10-4246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45.5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80 3682,'0'0'10124,"3"23"-7381,1 6-2019,-1-4 225,0 0 1,-2 31-1,-1-56-927,0 0-1,0-1 1,0 1 0,0 0-1,1 0 1,-1 0-1,0 0 1,0 0-1,0 0 1,0 0 0,0 0-1,0 0 1,0 0-1,0 0 1,1 0-1,-1 1 1,0-1 0,0 0-1,0 0 1,0 0-1,0 0 1,0 0-1,0 0 1,0 0 0,0 0-1,1 0 1,-1 0-1,0 0 1,0 0-1,0 0 1,0 0 0,0 1-1,0-1 1,0 0-1,0 0 1,0 0 0,0 0-1,0 0 1,0 0-1,0 0 1,0 1-1,4-16 463,-4-173 249,0 152-7194,2 55 2302,9 1-1302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45.8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169 0 10565,'0'0'12582,"-21"4"-11579,-67 15-168,85-18-757,-1-1 0,1 1 0,0 0 1,0 1-1,1-1 0,-1 0 0,0 1 1,0 0-1,-4 3 0,6-4-113,0 0-1,1-1 1,-1 1 0,0 0 0,1 0-1,-1 0 1,1 0 0,-1 0-1,1 0 1,-1-1 0,1 1 0,0 0-1,0 0 1,-1 0 0,1 0-1,0 0 1,0 0 0,0 0 0,0 2-1,1-1-99,-1 0 0,1 0 1,-1-1-1,1 1 0,0 0 0,0 0 0,0-1 0,0 1 0,0-1 0,0 1 0,0-1 1,1 1-1,-1-1 0,0 0 0,1 0 0,-1 1 0,1-1 0,1 1 0,7 2-372,-1 1 0,-1 1 0,1 0 0,14 12-1,-20-15 400,-1-1 0,1 1 0,-1 0 0,1 0 0,-1 0 0,0 0 0,0 1 0,-1-1 0,1 0 0,0 1 0,-1-1 0,0 1 0,0 0 0,0-1 0,-1 1 0,1 6 0,-1-7 132,-1-1 0,0 1 0,-1 0 0,1-1 0,0 0 0,-1 1 0,1-1 0,-1 0 1,0 1-1,0-1 0,0 0 0,0 0 0,0-1 0,0 1 0,-1 0 0,1-1 0,-4 3 0,-48 24 58,31-21-1118,7-6-5329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46.1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1 9652,'0'0'3322,"-7"24"952,-66 212 3492,71-231-7587,-17 61 1623,17-61-1762,1 1-1,0-1 1,1 0 0,0 1-1,0-1 1,0 0 0,0 1-1,1-1 1,-1 0 0,3 7-1,-2-11-83,0 0-1,-1 0 1,1 0-1,0 0 1,0 0 0,0 0-1,0 0 1,0 0-1,0-1 1,0 1-1,0 0 1,0-1-1,0 1 1,0-1 0,1 1-1,-1-1 1,0 0-1,0 1 1,0-1-1,1 0 1,-1 0 0,2 0-1,35 1-1660,-26-1 654,-6 0 397,0 0-1,1-1 0,-1 1 1,0-1-1,11-3 0,16-15-4802,-1-4-1432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46.3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46 10677,'0'0'8372,"169"-5"-8756,-108-4-2018,13-4-3136,1-5-1905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46.5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0 12870,'0'0'2721,"-34"127"1569,21-64 416,6-7-3009,0-4-1329,0-7-288,7-11-80,-7-7-48,1-6-656,-1-10-513,-7-4-784,1-7-1152,-1 0-897,-6-30-1873,6-15-1312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46.7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 3249,'0'0'12123,"20"-6"-8550,-6 1-2872,0 0 1,1 2 0,28-5-1,-40 9-573,-1-1 0,1 1 0,0 0 0,-1-1 0,1 1 0,-1 0 0,1 1-1,-1-1 1,1 0 0,-1 1 0,0-1 0,0 1 0,0 0 0,0 0 0,0 0 0,0 0-1,0 0 1,0 0 0,-1 0 0,1 1 0,-1-1 0,0 0 0,0 1 0,2 4 0,2 7 376,0 0-1,-1 0 1,3 17 0,-6-25-325,3 20 419,-1-1 0,-2 49 0,-1-53-412,0-19-189,0 0 1,-1 0-1,1 0 1,-1 0 0,0 0-1,1 0 1,-1 0-1,0 0 1,0 0 0,0-1-1,0 1 1,-1 0-1,1-1 1,0 1 0,-1-1-1,1 1 1,-1-1-1,0 1 1,1-1-1,-1 0 1,0 0 0,0 0-1,0 0 1,-2 1-1,-60 18-3376,32-10-2962,11-4-686,1-3-1574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47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 6531,'0'0'7558,"20"4"-3860,3 2-2829,-5-1-173,1-1 1,0-1-1,0 0 1,33-1-1,-25-2 97,-12 1-474,0 0 1,1-2-1,-1 0 1,0 0-1,1-2 1,-1 0-1,25-8 0,-40 11-288,-1 0-1,1 0 1,0-1 0,-1 1-1,1 0 1,0 0-1,0 0 1,0 0-1,-1-1 1,1 1-1,0 0 1,0 0 0,-1 0-1,1-1 1,0 1-1,0 0 1,0 0-1,0-1 1,0 1-1,-1 0 1,1-1 0,0 1-1,0 0 1,0 0-1,0-1 1,0 1-1,0 0 1,0-1 0,0 1-1,0 0 1,0 0-1,0-1 1,0 1-1,0 0 1,0-1-1,0 1 1,0 0 0,1-1-1,-1 1 1,0 0-1,0 0 1,0-1-1,0 1 1,0 0-1,1 0 1,-1 0 0,0-1-1,0 1 1,0 0-1,1 0 1,-1 0-1,0-1 1,0 1-1,1 0 1,-1 0 0,0 0-1,1 0 1,-1 0-1,-27-5 563,26 5-591,-10-1 15,0 1 1,1-1-1,-1 2 0,0 0 1,0 0-1,-12 4 1,19-4-19,1 0 0,0 1 0,0-1 1,1 1-1,-1 0 0,0 0 0,0 0 0,1 0 1,-1 0-1,1 1 0,0-1 0,0 1 0,0 0 1,0 0-1,0-1 0,0 1 0,1 0 1,0 0-1,-1 1 0,1-1 0,0 0 0,0 0 1,1 0-1,-1 5 0,0-6-55,0 1 0,1-1 0,-1 1 0,1-1-1,0 0 1,0 1 0,0-1 0,0 1 0,0-1 0,0 1 0,1-1-1,-1 1 1,1-1 0,0 0 0,0 1 0,-1-1 0,2 0-1,-1 0 1,0 1 0,0-1 0,1 0 0,-1 0 0,1 0 0,-1-1-1,1 1 1,0 0 0,0-1 0,0 1 0,2 1 0,3 0-493,0 0-1,1-1 1,-1 0 0,0 0 0,1-1 0,-1 0-1,1 0 1,9 0 0,89 0-9725,-56-1 2743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47.3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48 195 7459,'0'0'16856,"-7"14"-15786,-20 42-115,27-56-922,0 0 1,0 0-1,0 0 0,0 0 1,0 0-1,0 0 0,0 1 0,0-1 1,0 0-1,0 0 0,0 0 1,0 0-1,0 0 0,0 0 1,0 0-1,0 1 0,0-1 0,0 0 1,-1 0-1,1 0 0,0 0 1,0 0-1,0 0 0,0 0 1,0 0-1,0 0 0,0 0 1,0 1-1,-1-1 0,1 0 0,0 0 1,0 0-1,0 0 0,0 0 1,0 0-1,0 0 0,0 0 1,-1 0-1,1 0 0,0 0 0,0 0 1,0 0-1,0 0 0,0 0 1,0 0-1,-1 0 0,1 0 1,0 0-1,0 0 0,0-1 0,0 1 1,0 0-1,0 0 0,0 0 1,-1 0-1,1 0 0,0 0 1,0 0-1,0 0 0,0 0 0,0 0 1,0-1-1,0 1 0,0 0 1,0 0-1,0 0 0,-5-14 512,2-22-520,2 20-1,2-1 1,0 1-1,1-1 0,0 1 0,9-28 0,-9 38-326,1 1 0,-1-1 0,1 1 0,0 0-1,0 0 1,1 0 0,-1 0 0,7-6 0,-6 8-466,0 0 0,0 0 0,0 0-1,0 0 1,0 1 0,1-1 0,-1 1 0,1 1 0,0-1 0,-1 0-1,9 0 1,22-3-6795,10 2-2015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47.6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657 153 10341,'0'0'5632,"-2"-22"-1342,-11-67-1036,12 87-3127,0-1 0,1 1 0,-1 0 0,0 0 1,0 0-1,0 0 0,0 0 0,0 1 0,-1-1 0,1 0 0,0 1 0,-1-1 0,1 0 0,-1 1 0,0 0 0,0-1 0,1 1 0,-1 0 0,0 0 0,0 0 0,0 0 0,-4-1 0,0 1 113,1 0 1,-1 0-1,0 1 1,0-1-1,0 1 1,-6 1-1,0 0 64,-1 0-203,1 1 0,0 1-1,0 0 1,0 0-1,0 1 1,1 0 0,-1 1-1,1 1 1,0-1 0,1 2-1,-1 0 1,1 0 0,1 1-1,-11 10 1,-5 6 10,1 1 1,2 1-1,-37 57 1,36-44-66,1 1 0,3 1 0,1 0 1,2 2-1,2 0 0,-13 67 0,-20 270-4422,47-376 4041,0 0 0,0-1-1,-1 1 1,0 0-1,0-1 1,0 1-1,0 0 1,0-1 0,-3 5-1,3-7-17,0 0 1,0 0-1,0 1 0,0-2 1,0 1-1,0 0 0,0 0 1,0 0-1,0 0 0,0-1 1,-1 1-1,1 0 0,0-1 1,-1 1-1,1-1 0,0 0 0,-1 1 1,0-1-1,-18 1-6653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48.2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1 214 7379,'0'0'4832,"20"-3"-1785,198-8 4981,-56 9-5881,33 2-1776,-229 28-678,26-23 308,-14 9-59,1 1-1,0 1 0,-23 24 1,39-35-164,0 1-1,0 0 1,0 0 0,1 1 0,0-1 0,0 1-1,1 0 1,0 0 0,0 0 0,0 0 0,1 1-1,0-1 1,1 1 0,-1-1 0,1 15 0,1-21 140,0 0 0,0 0 0,0 0 0,0 0 0,0 0 0,0 0 0,0 0 0,0 0 0,1 0 0,-1 0 0,0 0 0,1 0 0,-1-1 0,0 1 0,1 0 0,0 0 0,-1 0 0,1 0 0,-1-1 0,1 1 0,0 0 0,-1-1 0,1 1 0,0 0 0,0-1 0,0 1 0,1 0 0,0-1-4,0 1-1,1-1 0,-1 1 1,0-1-1,0 0 1,0 0-1,1 0 1,-1-1-1,0 1 0,0 0 1,5-2-1,0 0-37,1-1 0,-1 0 1,0-1-1,0 1 0,0-1 0,8-7 0,-1 0 53,-2 0 1,0-1 0,0 0 0,-1-1-1,0 0 1,-1-1 0,-1 0 0,0 0-1,-1-1 1,-1-1 0,6-16 0,-12 30 344,0-1 0,0 1 1,0-1-1,0 1 0,0 0 1,1 0-1,-1 0 0,1 0 1,0 0-1,-1 0 1,1 0-1,0 0 0,0 1 1,0-1-1,0 1 0,0-1 1,1 1-1,-1 0 0,4-1 1,-2 0-11,0 1 1,1 1 0,-1-1-1,1 1 1,0-1-1,-1 1 1,1 0 0,-1 1-1,1-1 1,5 2-1,2 2-16,0-1-1,0 2 0,0-1 0,0 2 0,-1 0 1,0 0-1,11 9 0,-10-8 95,-8-5-280,0 1 1,0-1-1,0 1 1,-1-1-1,1 1 1,-1 0-1,1 1 1,-1-1-1,0 0 1,0 1-1,0 0 1,-1 0-1,3 5 1,-5-9 363,-5-24 687,2-1-1016,1 0 0,1 0-1,1-1 1,4-25 0,-3 42-112,1-1 1,0 1-1,0 0 0,1-1 0,0 1 1,0 0-1,1 1 0,0-1 0,1 1 0,0-1 1,0 1-1,1 1 0,11-13 0,-1 11-391,-15 9 38,1-1 1,-1 1 0,0 0-1,1 0 1,-1 0 0,1 0-1,-1 0 1,0 0 0,1 1-1,-1-1 1,1 0 0,-1 1-1,0-1 1,3 2 0,-1 0-907,0 0 0,0 0 0,0 0 0,0 1 0,-1-1 1,1 1-1,-1 0 0,4 5 0,8 10-6727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48.8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82 5747,'0'0'19619,"11"5"-17543,-5-2-1822,45 24 1413,-47-25-1525,0 1-1,0-1 1,0 1 0,-1 0 0,1 0 0,-1 0-1,0 1 1,0-1 0,0 1 0,0 0 0,-1-1-1,4 8 1,-5-6 8,3 3-141,7-16-483,8-15-170,2 0-1,33-29 0,-46 45 631,1 0-1,1 1 1,-1-1 0,1 2 0,0-1 0,0 1 0,1 1 0,-1 0 0,22-5 0,-31 9 74,0 1 0,0-1 1,0 0-1,1 0 0,-1 1 0,0-1 0,0 0 1,0 1-1,0-1 0,0 1 0,0-1 1,0 1-1,0 0 0,0-1 0,0 1 1,0 0-1,-1 0 0,1 0 0,0 0 0,0-1 1,-1 1-1,1 0 0,-1 0 0,1 0 1,-1 1-1,1-1 0,-1 0 0,1 0 0,-1 0 1,0 0-1,1 2 0,-1-1 25,0-1-1,1 1 0,0 0 0,-1 0 1,1-1-1,0 1 0,0 0 1,0-1-1,0 1 0,0-1 1,0 1-1,1-1 0,-1 0 1,0 1-1,1-1 0,-1 0 1,1 0-1,0 0 0,-1 0 1,1 0-1,0 0 0,-1-1 1,4 2-1,4-2-117,-1 0-1,1 0 1,-1-1-1,1 0 1,-1 0-1,0-1 1,1-1-1,-1 1 1,0-1-1,0 0 1,-1-1-1,1 0 1,12-9-1,48-19-140,-67 31 465,0 1-3,1 0-273,0 1 0,0-1 0,1 0 0,-1 1 0,0-1 0,0 1 0,0 0 0,0 0 0,0 0 0,0 0 0,0 0 1,0 0-1,0 0 0,-1 1 0,1-1 0,0 0 0,-1 1 0,1 0 0,1 1 0,-2-1-220,0 0 0,1 0 0,0-1 1,-1 1-1,1-1 0,0 1 0,0-1 0,0 0 1,0 0-1,0 0 0,0 0 0,0 0 0,3 1 0,57 0-11106,-10-4 346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49.6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217 1 15527,'0'0'5888,"-23"10"-1406,-72 35-1491,89-42-2779,-1 0 0,1 1 1,0 0-1,0 0 0,0 1 0,1 0 1,-1 0-1,1 0 0,0 0 1,1 1-1,-1 0 0,1 0 0,0 0 1,-5 13-1,5-9-174,1 1 0,1 0 1,0 1-1,0-1 0,1 0 1,0 22-1,1-31-99,1-1-1,-1 0 0,0 1 1,1-1-1,-1 0 1,1 0-1,-1 0 1,1 1-1,0-1 1,0 0-1,-1 0 1,1 0-1,0 0 1,0 0-1,0 0 0,0 0 1,0-1-1,0 1 1,0 0-1,0-1 1,1 1-1,-1 0 1,0-1-1,0 1 1,1-1-1,-1 0 0,0 1 1,0-1-1,1 0 1,-1 0-1,0 0 1,1 0-1,-1 0 1,0 0-1,2 0 0,49-7-1356,-42 3 1090,0 0-1,-1 0 1,0-1-1,0-1 1,0 1-1,15-14 1,46-47-1015,-57 53 5130,-13 26-2448,0-9-1248,0 1 0,0 0 1,0 0-1,1-1 0,0 1 0,0 0 0,0-1 1,1 1-1,0-1 0,-1 1 0,2-1 1,-1 0-1,0 0 0,1 0 0,0 0 1,0 0-1,0-1 0,0 1 0,0-1 1,1 0-1,0 0 0,-1 0 0,1 0 1,0 0-1,1-1 0,4 2 0,-2-1-181,1-1-1,-1 0 0,0 0 1,1-1-1,0 0 1,-1 0-1,1-1 0,-1 0 1,1-1-1,0 1 1,-1-1-1,1-1 0,-1 1 1,1-1-1,-1-1 1,9-3-1,60-35-836,-56 29 715,0 0 0,40-15 0,-39 47 3200,5 5-2828,-20-22-182,0 1 1,-1-2 0,1 1 0,0 0 0,1-1 0,-1 0-1,0-1 1,1 1 0,-1-1 0,1-1 0,-1 1-1,1-1 1,-1 0 0,1 0 0,-1-1 0,1 0 0,6-2-1,-4 1-61,0-1 0,-1 0 0,1-1 0,-1 0 0,0 0-1,0 0 1,0-1 0,-1-1 0,1 1 0,-1-1 0,8-9-1,-14 13 142,1 0 0,0 0 0,0 1 0,0-1 0,0 0 0,0 1 0,0 0 0,0-1 0,0 1 0,0 0 0,1 0 0,-1 0 0,0 0 0,4 0 0,-6 45 521,0-42-676,0 1 1,0-1-1,0 0 0,0 0 1,0 0-1,1 0 0,-1 0 1,1 0-1,0 0 1,-1 0-1,1-1 0,0 1 1,0 0-1,0 0 0,0-1 1,0 1-1,1 0 0,-1-1 1,0 1-1,1-1 0,0 0 1,-1 1-1,1-1 0,-1 0 1,1 0-1,0 0 1,0 0-1,0 0 0,3 1 1,4 0-804,0-1 0,0 1 0,0-2 0,0 1 1,13-2-1,-7 1-273,40-3-4568,11-14-4323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49.9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306 1 14711,'0'0'14332,"-17"4"-13404,2 1-771,-110 36 959,112-36-976,0 1-1,1 0 0,0 0 0,0 2 1,1-1-1,0 1 0,0 1 0,-14 14 1,22-19-167,0-1 1,1 1 0,-1-1 0,1 1 0,-1 0 0,1 0 0,0 0 0,1 1 0,-1-1 0,1 0 0,0 1 0,0-1-1,0 1 1,0-1 0,1 1 0,0-1 0,0 7 0,1-10-50,-1 0-1,1-1 1,-1 1 0,1 0 0,-1 0-1,1 0 1,0-1 0,-1 1 0,1 0-1,0-1 1,0 1 0,0-1-1,-1 1 1,1-1 0,0 1 0,0-1-1,0 1 1,0-1 0,0 0 0,0 0-1,0 1 1,0-1 0,0 0-1,0 0 1,0 0 0,0 0 0,1 0-1,37 1-2453,-33-1 1834,20 0-1402,-8 1-1435,0-1 0,34-5 0,-11-7-4097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50.2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66 8036,'0'0'14774,"9"6"-13826,-3-2-835,1 0 1,0 0 0,1 0 0,-1-1-1,0 0 1,1-1 0,0 1 0,0-1-1,-1-1 1,12 1 0,-1-1-37,20 0-131,-37-1 45,0-1-1,0 1 1,-1 0 0,1 0 0,0 0 0,0-1 0,0 1 0,-1 0-1,1-1 1,0 1 0,0 0 0,-1-1 0,1 1 0,0-1 0,-1 0-1,1 1 1,0-1 0,-1 1 0,1-1 0,-1 0 0,1 1-1,-1-1 1,1 0 0,-1 0 0,0 1 0,1-1 0,-1 0 0,0 0-1,0 0 1,1 0 0,-1 1 0,0-1 0,0-1 0,-1-2 44,0 0 1,0 1 0,0-1 0,0 1 0,0-1 0,-1 1-1,0 0 1,0-1 0,0 1 0,0 0 0,0 0 0,0 1-1,-1-1 1,0 0 0,1 1 0,-1-1 0,0 1-1,0 0 1,0 0 0,-1 0 0,1 1 0,0-1 0,-1 1-1,-6-3 1,2 1 474,-1 0 1,0 0-1,0 1 0,-1 0 0,1 1 0,0 0 1,-1 0-1,1 1 0,-15 1 0,23 0-456,-1 0 1,0 0-1,1 0 1,-1 1-1,1-1 0,-1 0 1,1 1-1,0-1 0,-1 1 1,1-1-1,0 1 0,0 0 1,0-1-1,0 1 0,0 0 1,1 0-1,-1 0 1,0 0-1,1-1 0,0 1 1,-1 0-1,1 3 0,-8 50 738,8-51-785,-1 5-5,-1 7 18,1 1-1,1 0 1,2 18-1,-2-31-41,1 0-1,0 0 1,0 1 0,0-1-1,0 0 1,1 0-1,-1 0 1,1 0 0,0 0-1,0-1 1,1 1-1,-1-1 1,1 1 0,0-1-1,0 0 1,0 0 0,4 3-1,2 0-491,1-1-1,0 0 1,0 0 0,0-1-1,1-1 1,-1 0-1,1 0 1,0-1-1,0 0 1,13 0 0,62 0-4982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52.7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 1 4866,'0'0'5699,"-3"0"-6444,-10 0 11863,7 2-9816,1-1-1311,0 0 1,0 1-1,0 0 1,0 0 0,1 0-1,-1 1 1,1-1-1,-1 1 1,1 0 0,0 1-1,0-1 1,1 1 0,-1-1-1,1 1 1,-1 0-1,1 0 1,1 1 0,-1-1-1,0 1 1,1-1-1,0 1 1,0 0 0,0 0-1,1 0 1,0 0 0,0 0-1,-1 8 1,3-12-28,-1 0 0,1 0 0,-1 0 0,1 0 0,0-1 0,0 1 0,-1 0 0,1 0 0,0-1 0,0 1 0,0-1 0,0 1 0,0-1 0,0 1 0,-1-1 0,1 1 0,0-1 0,0 0 0,1 1 0,-1-1 0,0 0 0,0 0 0,0 0 0,0 0 0,0 0 0,0 0 0,1 0 0,43-1-393,-35 1 286,9 0 112,-17 1 41,1-1-1,0 0 1,-1 0 0,1 0-1,-1 0 1,1 0 0,0-1-1,-1 1 1,1-1 0,3-1-1,-4 1 32,-1-1 0,0 1 0,0 0 0,-1-1 0,1 1 0,0 0 0,0-1 1,-1 1-1,1-1 0,-1 1 0,1-1 0,-1 1 0,1-1 0,-1 0 0,0 1 0,0-1 0,0 0 0,0 1 0,0-1 0,-1-1 0,2 0 25,-1 1 0,0 0 0,0 0 1,0-1-1,0 1 0,-1 0 0,1 0 1,-1-1-1,1 1 0,-1 0 0,0 0 1,0 0-1,0 0 0,0 0 0,0 0 0,0 0 1,0 0-1,-1 0 0,1 1 0,-3-3 1,0 2 34,1 0 1,-1 1-1,1 0 1,-1-1-1,0 1 1,0 1-1,1-1 1,-1 1-1,0-1 1,0 1-1,-6 0 1,9 1-177,1-1 1,0 0-1,-1 0 0,1 0 0,-1 0 1,1 0-1,0 0 0,-1 1 1,1-1-1,0 0 0,0 0 0,-1 0 1,1 1-1,0-1 0,-1 0 1,1 0-1,0 1 0,0-1 1,-1 0-1,1 1 0,0-1 0,0 0 1,0 1-1,0-1 0,-1 0 1,1 1-1,0-1 0,0 0 0,0 1 1,0-1-1,0 1 0,0-1 1,0 0-1,0 1 0,0-1 1,0 0-1,0 1 0,1 0-210,-1-1 1,0 1-1,0-1 0,0 0 0,1 1 0,-1-1 1,0 1-1,1-1 0,-1 0 0,0 1 0,1-1 1,-1 0-1,0 0 0,1 1 0,-1-1 1,0 0-1,1 0 0,-1 0 0,1 1 0,-1-1 1,1 0-1,-1 0 0,0 0 0,1 0 0,-1 0 1,1 0-1,0 0 0,23 1-7799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53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447 39 11605,'0'0'5027,"-22"-5"-836,13 2-3708,-26-6 1252,-1 2 0,-1 1-1,-47-2 1,80 8-1628,1 0 0,0 0 1,0 0-1,0 0 0,0 1 0,0-1 1,0 1-1,0 0 0,0 0 0,0 0 1,0 0-1,1 0 0,-1 1 0,0 0 1,-2 1-1,0 3-74,0 0 1,0-1 0,1 2 0,0-1-1,-6 11 1,-5 12 4,2 0 0,0 1-1,2 1 1,-12 54 0,-12 132-21,33-202-23,2 41-119,1-47-324,0 0 0,-1 0-1,-1 0 1,1 0 0,-4 14 0,-2-15-1526,6-8 1708,-1 0 1,1 0-1,0 0 0,-1 0 1,1 1-1,-1-1 1,1 0-1,0 0 1,-1 0-1,1 0 1,0 0-1,-1 0 0,1 0 1,-1 0-1,1 0 1,0 0-1,-1 0 1,1 0-1,0-1 1,-1 1-1,1 0 0,-1 0 1,1 0-1,0 0 1,-1-1-1,1 1 1,0 0-1,0 0 0,-1-1 1,1 1-1,0 0 1,-1 0-1,1-1 1,0 1-1,0 0 1,0-1-1,-1 1 0,1 0 1,0-1-1,0 0 1,-7-22-8898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53.2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3298,'0'0'16215,"163"52"-16439,-82-50-1745,7-2-3217,14 0-3122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53.6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359 127 13718,'-21'6'2289,"20"-5"-2265,-39 10 3811,-70 30 0,97-35-3277,0 1-1,0 0 0,1 0 1,0 1-1,0 1 0,1 0 1,0 0-1,1 1 1,0 1-1,-17 22 0,21-21-529,-1 1-1,2 0 1,0 0 0,0 0-1,1 0 1,1 0-1,0 1 1,1 0-1,1 0 1,0 0 0,1 25-1,1-35-60,0 0 0,0-1 0,0 1-1,0-1 1,1 1 0,-1-1 0,1 1 0,0-1 0,0 0-1,0 0 1,0 0 0,1 0 0,-1 0 0,1-1 0,0 1-1,0-1 1,0 0 0,0 1 0,0-1 0,0-1-1,0 1 1,1 0 0,-1-1 0,1 1 0,-1-1 0,1 0-1,0-1 1,-1 1 0,1 0 0,4-1 0,6 2-80,0-1 1,0-1 0,0 0 0,0-1 0,0 0-1,0-1 1,13-4 0,-13 2 56,0-1 0,0 0 0,-1-1 0,0-1 0,0 0 0,-1-1 0,0 0 1,0-1-1,-1 0 0,0-1 0,-1 0 0,0-1 0,0 0 0,-1 0 0,-1-1 0,0 0 0,0-1 0,-1 0 0,-1 0 0,0 0 1,-1-1-1,-1 0 0,0 0 0,0 0 0,1-21 0,-3 14 151,-2 1-1,0-1 1,-1 1 0,-1 0 0,0 0-1,-7-22 1,8 37-113,-1 0 0,0-1 1,0 1-1,-1 0 0,1 0 1,-1 0-1,0 1 0,-1-1 0,1 1 1,-1-1-1,1 1 0,-1 0 0,-1 1 1,1-1-1,0 1 0,-1-1 0,0 1 1,0 1-1,0-1 0,0 1 0,0 0 1,0 0-1,-1 0 0,1 1 0,0 0 1,-11-1-1,-66-2-4466,30 9-2749,10 8-2767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53.7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5170,'0'0'6707,"115"77"-2561,-61-57-2081,-6-4-1088,-1-5-625,0-6-352,-13-1-464,-7-4-929,-6 0-1872,-8 0-2626,1 0-1553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54.1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9732,'0'0'15341,"0"12"-13391,2 39-571,-2-48-1347,0 0-1,0 0 0,1 0 1,0 0-1,0 0 0,-1 0 0,2 0 1,-1 0-1,0-1 0,0 1 1,1 0-1,0-1 0,-1 1 1,1-1-1,0 0 0,0 1 0,0-1 1,1 0-1,-1 0 0,1-1 1,-1 1-1,1 0 0,-1-1 1,1 1-1,0-1 0,-1 0 0,1 0 1,0 0-1,0 0 0,0-1 1,0 1-1,0-1 0,5 0 1,0 1-112,0-1 0,0 0 0,0-1-1,0 0 1,0 0 0,0-1 0,0 0 0,0 0 0,0-1 0,9-4 0,62-47-1539,-29 16 6090,-36 59-5314,-13-19 466,0-1-1,0 1 0,1 0 0,-1 0 1,0-1-1,1 1 0,0-1 0,-1 1 1,1-1-1,0 0 0,-1 0 1,1 0-1,0 0 0,0 0 0,0 0 1,0 0-1,3 0 0,25 2-9281,-4-3-140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54.3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0 2801,'0'0'23883,"-21"75"-23691,21-70-192,0-3-592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54.5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 12102,'0'0'6963,"-20"119"-7572,47-94-2944,14 2-1874,13-9 337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55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147 429 11829,'0'0'6734,"-20"13"-2521,-64 42-1900,80-52-2242,1 0-1,-1 1 1,1-1 0,0 1 0,0-1-1,0 1 1,1 0 0,-1 0 0,1 0-1,0 0 1,0 1 0,0-1 0,1 0-1,0 1 1,-1 0 0,1-1 0,1 1-1,-1-1 1,1 9 0,0-10-129,0 0-1,0 0 1,0 0 0,1-1-1,-1 1 1,1 0 0,-1 0-1,1-1 1,0 1-1,0 0 1,0-1 0,1 1-1,-1-1 1,1 1 0,-1-1-1,1 0 1,0 0 0,0 1-1,0-1 1,0-1 0,0 1-1,0 0 1,1 0 0,-1-1-1,1 1 1,3 1 0,2-2-507,1 1 1,0-1 0,0 0 0,-1-1-1,1 0 1,0-1 0,0 1-1,0-2 1,-1 1 0,1-1-1,-1-1 1,1 1 0,-1-1-1,0-1 1,0 0 0,0 0-1,-1 0 1,1-1 0,-1 0 0,0 0-1,10-11 1,4-4-1153,-1-1 0,-2 0 0,0-2 0,-1 0 0,21-39 0,-12 13 889,-1-1 1,18-55 1,-32 72 2542,8-43 1,-11 21 3857,-5-1 3598,-6 56-4477,-9 6-3070,1 6-1033,-1 0 0,1 1-1,1 1 1,1-1 0,0 2 0,0-1 0,2 1 0,-7 18 0,-5 18 378,-12 65 1,24-85-873,0 0 1,-2 0-1,-2-1 0,0 0 0,-2-1 1,-1-1-1,-20 30 0,72-81-1819,1 1 1,58-23-1,-85 41 1703,0 0 0,0 1 1,1 0-1,0 1 0,-1 0 1,1 1-1,16 1 0,-28 0 72,1 1-1,-1-1 1,0 0-1,0 1 1,1-1-1,-1 1 0,0-1 1,0 1-1,0-1 1,0 1-1,0 0 1,1 0-1,-2 0 0,1 0 1,0-1-1,0 1 1,0 0-1,0 1 1,0-1-1,-1 0 1,1 0-1,-1 0 0,1 0 1,-1 0-1,1 1 1,-1-1-1,1 0 1,-1 1-1,0-1 0,0 3 1,5 54 919,-3-22-1290,-2-34 91,0-1 0,1 1 0,-1-1 0,1 1 0,-1 0 0,1-1 0,0 1 0,-1-1 0,1 1 1,0-1-1,0 0 0,0 1 0,0-1 0,0 0 0,1 0 0,-1 0 0,0 1 0,0-1 0,3 1 0,0-1-629,-1 0 1,1 0 0,0 0 0,0 0-1,0-1 1,0 0 0,-1 0-1,5 0 1,31 0-7251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55.5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337 0 12102,'-26'1'4113,"21"-1"-3985,-36 1 2061,-49 9 0,70-6-357,0 0 1,0 1-1,-28 13 0,41-16-1382,0 2 0,0-1 0,0 1 0,1 0 0,-12 9 0,16-11-440,1-1 0,0 0 0,0 0 0,0 1 0,0-1 0,0 1 0,0-1 0,0 1 0,0 0 0,0-1 0,1 1 0,-1 0 0,1-1 0,-1 1 0,1 0 0,0 0 0,0-1 0,0 1 0,0 0 0,0 0-1,0-1 1,0 1 0,0 0 0,1 0 0,-1-1 0,1 1 0,-1 0 0,1 0 0,0-1 0,0 1 0,-1-1 0,1 1 0,2 1 0,4 5-220,1 1 1,0-2-1,1 1 1,0-1-1,0-1 1,0 1-1,1-1 1,18 7-1,1 3-484,35 19-890,-25-14-335,-1 1-1,51 39 1,-86-59 1793,0 0 0,0 1 0,-1 0 0,1-1 0,-1 1 0,0 0 0,0 0-1,0 0 1,0 1 0,0-1 0,1 6 0,-2-8 148,-1 0 0,0 1 0,0-1 0,0 0 0,0 0 0,0 1 0,0-1 0,0 0 0,0 0 0,0 0 0,-1 1 0,1-1 0,-1 0 0,1 0 0,0 0-1,-1 0 1,0 1 0,1-1 0,-1 0 0,0 0 0,1 0 0,-1-1 0,0 1 0,0 0 0,0 0 0,0 0 0,0 0 0,0-1 0,0 1 0,0-1 0,0 1 0,0-1 0,-1 1 0,-1 0 0,-39 12 1526,0-1 0,-1-2-1,0-2 1,-59 3 0,83-11-1254,16 0-681,8-2-1417,148-64-11247,-74 35 5167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56.0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173 21 6451,'0'0'18787,"-24"7"-16890,-73 28-560,94-34-1293,0 1 0,0-1 0,0 1 0,0 0 0,0 0 0,0 0 1,1 0-1,-1 1 0,1-1 0,-1 1 0,1 0 0,0-1 0,0 1 0,0 0 1,0 0-1,1 0 0,-1 1 0,-1 5 0,2-1-47,-1-1-1,2 1 1,-1-1 0,1 1 0,0 0-1,1 7 1,1 4-28,-2-18-5,0 0 0,0 1 0,0-1 0,0 0 0,1 0 0,-1 0 0,1 0 0,-1 0-1,1 0 1,-1 0 0,1 0 0,-1 0 0,1 0 0,0 0 0,0 0 0,-1 0 0,1 0 0,0-1 0,0 1 0,0 0 0,0 0 0,0-1 0,0 1-1,0-1 1,0 1 0,0-1 0,0 1 0,0-1 0,1 0 0,-1 0 0,0 1 0,0-1 0,0 0 0,0 0 0,1 0 0,-1 0 0,0 0 0,0-1-1,0 1 1,0 0 0,1-1 0,-1 1 0,1-1 0,2 0-66,-1 1 0,1-1-1,0 0 1,-1-1 0,0 1 0,1-1-1,-1 1 1,0-1 0,1 0 0,-1 0 0,0 0-1,5-5 1,-1-7-30,1 1 0,-2-1 0,0 0 0,0 0 0,-2-1 0,1 0 0,-2 0 0,3-27 0,-3 28 170,-3 13-33,-1 0-1,1 0 1,0 0-1,0 0 1,0 1-1,0-1 1,0 0-1,0 0 1,1 0-1,-1 1 1,0-1-1,0 0 1,1 0 0,-1 0-1,0 1 1,1-1-1,-1 0 1,0 1-1,1-1 1,-1 0-1,1 1 1,0-1-1,-1 0 1,1 1-1,-1-1 1,1 1-1,0-1 1,-1 1-1,1 0 1,0-1-1,0 1 1,-1 0-1,1-1 1,0 1 0,0 0-1,0 0 1,-1 0-1,1-1 1,0 1-1,0 0 1,0 0-1,0 0 1,-1 0-1,1 1 1,0-1-1,0 0 1,0 0-1,-1 0 1,1 1-1,0-1 1,0 0-1,-1 1 1,1-1-1,0 1 1,-1-1-1,1 1 1,0-1 0,-1 1-1,1-1 1,-1 1-1,1 0 1,0 0-1,9 8-14,0 1 0,-1 1 0,9 12 0,-4-6 48,17 16-8,-21-25-15,-1 1-1,-1 1 1,14 18-1,-22-27 68,1 0 0,0 1 0,-1-1 0,1 1 0,-1-1 0,1 1 0,-1 0 0,0-1 0,0 1 0,0-1 0,0 1 0,0 0 0,0-1 0,0 1 0,0-1 0,-1 1 0,1 0 0,0-1 0,-1 1 0,0-1 0,1 1 0,-1-1 0,0 1 0,0-1 0,0 0 0,1 1 0,-2-1 0,1 0 0,0 0 0,0 0 0,0 0 0,0 0 0,-1 0 0,1 0 0,0 0 0,-1 0 0,1-1 0,-1 1 0,1 0 0,-1-1 0,1 1 0,-1-1 0,0 0 0,1 0 0,-1 1 0,1-1 0,-1 0 0,-1-1 0,0 1 513,3-14 840,0-7-1216,-1 10-125,1 0 0,0 0 0,0 1 0,1-1-1,1 0 1,0 0 0,0 1 0,1-1 0,7-18 0,-6 23-340,-4 5-93,1 0 0,-1 0 0,1 0 0,-1 0 0,1-1 0,0 1 0,-1 0 0,1 1 0,0-1 0,0 0 0,-1 0 0,1 0 0,0 0 0,0 1 0,0-1 0,0 0 0,0 1 0,0-1 0,0 1 0,0-1 0,1 1 0,-1-1 0,0 1 0,0 0 0,0 0 0,0 0 0,1-1 0,-1 1 0,0 0 0,0 0 0,0 1 0,1-1 0,-1 0 0,0 0 0,0 1-1,1-1 1,2 0-125,24 0-5144,10 0-1222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56.3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279 0 3185,'0'0'16894,"-23"5"-12479,-74 22-816,90-25-3366,0 1 1,1 0-1,-1 1 0,1 0 1,0 0-1,0 0 0,0 1 1,0-1-1,1 1 1,0 1-1,-7 9 0,2-1 212,1 1 0,1 0 0,-8 18-1,7-13-349,3-2-95,0 1 0,1 0 0,1 0 0,1 1 0,1-1 0,0 1 0,3 36 0,-1-53 0,0-2-48,-1 1 0,1 0-1,0 0 1,0 0 0,0 0 0,0 0-1,1 0 1,-1 0 0,0-1 0,1 1-1,-1 0 1,1 0 0,0 0 0,0-1-1,0 1 1,-1 0 0,2-1 0,-1 1-1,0-1 1,0 1 0,0-1 0,1 1-1,-1-1 1,0 0 0,1 0 0,0 0-1,-1 0 1,1 0 0,-1 0 0,1 0-1,0 0 1,0-1 0,0 1 0,-1-1-1,1 1 1,0-1 0,0 0 0,0 1-1,0-1 1,0 0 0,0 0 0,0-1-1,3 0 1,0 0-256,0 0 0,0 0 0,0-1 0,0 0 0,0 0 0,0 0 0,0-1 0,-1 1 0,1-1 0,-1 0 0,0-1 0,0 1 0,0-1 0,0 0 0,3-4 0,19-36-6646,-5-7-3012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9:56.5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11269,'0'0'4658,"149"23"-176,-74-16-3025,-1-5-1153,1-2-304,-8 0-2017,-13 0-2529,-13-11-5330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38.6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10 672,'0'0'16178,"13"0"-15201,323-9 1411,-328 8-7456,-17 4-437,-14 9 537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38.8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1553,'0'0'15143,"75"11"-14231,-41-11-672,13-9-240,14-2-496,13 2-1761,15 0-2353,-1-3-1601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39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34 7828,'0'0'9996,"20"-6"-9115,65-18-145,-51 21 200,-33 3-902,0 0 0,0 0 0,0 1 0,0-1-1,0 0 1,-1 1 0,1-1 0,0 0 0,0 1 0,0 0 0,0-1 0,-1 1 0,1-1 0,0 1 0,-1 0-1,1-1 1,0 1 0,0 1 0,0 1 33,0 0-1,0 0 1,-1 0 0,1 0-1,-1 0 1,0 0-1,0 0 1,0 0 0,0 0-1,0 0 1,-2 5-1,0 10 244,2-13-233,-1 1 1,0 0-1,-1 0 0,1 0 1,-1 0-1,0-1 0,-1 1 1,1-1-1,-1 0 0,0 1 0,0-1 1,-1-1-1,-5 8 0,7-10-49,11-11 11,0 0 0,1 1 0,0 0 0,1 1 0,-1 0 0,1 0 0,16-6 0,96-39-58,-106 45 26,-9 4 8,0-1-1,0 1 1,0 1 0,0 0-1,1 0 1,14-1 0,-23 25 748,1 16-246,-6 115 710,3-137-3173,-1 1 0,0-1 0,-12 30 0,2-13-6431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39.7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77 5314,'0'0'9621,"129"-25"-7812,-82 16-753,7 0-384,-6 0-415,6-2-161,-7 2-96,1 5-144,-21 4-1121,-7 0-1568,-20 6-7748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39.8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57 4834,'0'0'11237,"142"-5"-10949,-88-4-288,0-2-864,14-5-3986,-7 0-4338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40.3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 5378,'0'0'16701,"15"8"-15740,-4-3-685,-6-4-175,0 1 0,-1 0 0,1 0 0,-1 0 0,1 1 0,-1 0 0,0-1 0,0 2 0,0-1 0,0 0 0,-1 1 0,1-1 0,-1 1 0,0 0 0,0 0 0,-1 1 0,1-1 1,3 9-1,0 7 458,-3-11-312,0 1 0,0 0 0,-1 0 0,0 0 0,0 20-1,22-35-347,103-88-571,-106 80 687,75-42-526,-86 51 662,0-1 0,0 1-1,1 1 1,0 0 0,-1 0-1,1 1 1,21-1-1,-33 42 1390,-3-16-1849,-1-1-1,-1 1 1,0-1 0,-2 0-1,-15 30 1,-7-1-4747,-6-7-4389,-8-4-1269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40.6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13798,'0'0'8180,"142"-14"-7652,-88 5-384,-6 3-144,-14 3-128,-1 1-1168,-19 2-1249,-7 0-1585,-14 16-9733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40.7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 6963,'0'0'10581,"129"-2"-10229,-82-5-352,-6 5-720,-1-1-3026,8 3-3953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41.2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45 11909,'0'0'3157,"21"-1"-271,69-3-466,-87 3-2318,1 1 0,-1 0 0,0 0 1,0 0-1,0 0 0,0 0 0,0 1 0,0-1 0,0 1 0,0 0 0,0 0 1,0 0-1,0 0 0,-1 1 0,1-1 0,0 1 0,-1-1 0,1 1 0,-1 0 1,0 0-1,1 0 0,-1 1 0,0-1 0,0 0 0,0 1 0,-1-1 0,3 5 1,-2 0 143,0 1-1,0 0 1,0 0 0,-1 0 0,0-1 0,-1 1 0,-1 14 0,1-8 201,0-13-429,0-1-1,1 1 0,-1-1 1,0 1-1,0-1 0,0 1 1,0-1-1,0 1 0,0-1 0,0 1 1,0-1-1,0 1 0,0-1 1,0 1-1,-1-1 0,1 1 1,0-1-1,0 1 0,0-1 0,-1 1 1,1-1-1,0 1 0,0-1 1,-1 0-1,1 1 0,0-1 1,-1 0-1,1 1 0,-1-1 0,1 0 1,0 1-1,-1-1 0,1 0 1,-1 0-1,1 1 0,-1-1 1,1 0-1,-1 0 0,0 0 1,1 0-17,0-1 0,-1 0 1,1 0-1,0 1 1,0-1-1,0 0 1,-1 0-1,1 1 1,0-1-1,0 0 1,0 0-1,1 0 1,-1 1-1,0-1 1,0 0-1,0 0 0,0 0 1,1 1-1,-1-1 1,0 0-1,1 1 1,-1-1-1,1 0 1,-1 1-1,1-1 1,-1 0-1,1 1 1,-1-1-1,1 1 0,-1-1 1,2 0-1,14-16-102,0 1 1,2 1-1,0 0 0,0 1 0,2 1 0,-1 1 0,2 1 0,-1 1 0,1 0 0,1 2 0,33-9 0,-54 16 213,0 1-1,0 0 1,0-1-1,0 1 1,0 0-1,0 0 1,-1 0-1,1 0 1,0 0-1,0 0 1,0 0 0,0 0-1,0 0 1,0 0-1,0 0 1,0 1-1,0-1 1,0 0-1,0 1 1,0-1-1,0 0 1,0 1-1,-1-1 1,1 1-1,0 0 1,0-1-1,-1 1 1,1 0 0,0 0-1,0 1-33,-1 0 0,1 0 0,-1-1 0,1 1 0,-1 0 0,0 0 0,0 0 0,0-1 0,0 1 0,-1 0 0,1 0 0,0 0 0,-1-1 0,0 4-1,-3 6-62,-1 0-1,0-1 0,0 1 0,-9 11 0,-36 45-3031,41-58 1319,0 1 1,-1-2 0,0 1 0,-17 10-1,-26 12-8458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41.6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0 101 5122,'0'0'15682,"21"-6"-13734,57-6-1105,-1-5 0,79-27 0,-104 29-707,-32 9-237,-23 7-1140,-33 12-2374,-4 7-1214,0 3-2334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41.8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57 2225,'0'0'20537,"136"-6"-20425,-89-3-112,1-3-1392,6-1-2898,0-3-4274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42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12294,'0'0'4650,"24"-7"-1142,78-20-1208,-48 19-1033,-52 8-1175,0 0 1,0 0-1,0 0 0,0 0 1,0 0-1,0 1 1,0-1-1,0 1 1,0 0-1,0-1 1,0 1-1,3 2 1,-3-1 1,0 0 0,-1 1 1,1-1-1,-1 1 0,1 0 0,-1 0 1,0-1-1,0 1 0,0 0 1,0 0-1,-1 0 0,1 0 1,-1 0-1,0 0 0,0 0 0,0 0 1,0 0-1,-1 5 0,1 5 172,0 0 0,-1 0 0,0 0 0,-1 0 0,-1-1 0,0 1 0,0 0 0,-10 20-1,12-32-259,1 0 0,-1 0-1,0 0 1,1 0 0,-1 0-1,1 1 1,0-1-1,-1 0 1,1 0 0,0 1-1,0-1 1,0 0 0,0 0-1,0 1 1,0-1-1,0 0 1,0 0 0,0 1-1,0-1 1,1 0 0,0 2-1,-1-3 0,1 1 0,0-1 0,0 1 0,-1-1-1,1 0 1,0 1 0,0-1 0,0 0 0,-1 1-1,1-1 1,0 0 0,0 0 0,0 0 0,0 0 0,0 0-1,0 0 1,-1 0 0,1 0 0,0 0 0,0 0 0,0 0-1,1-1 1,54-20 112,-54 20-116,81-42-62,-30 15-24,2 1 0,96-31 1,-151 58 136,0 0 1,0 0-1,1 0 1,-1 0-1,0 0 1,0 0-1,1 0 1,-1 0-1,0 0 1,1 0-1,-1 0 0,0 0 1,0 0-1,1 0 1,-1 0-1,0 0 1,0 0-1,1 0 1,-1 0-1,0 0 1,0 0-1,1 0 1,-1 1-1,0-1 1,0 0-1,1 0 1,-1 0-1,0 0 1,0 1-1,0-1 0,0 0 1,1 0-1,-1 1 1,0-1-1,0 0 1,0 0-1,0 1 1,0-1-1,0 0 1,0 0-1,1 1 1,-1-1-1,0 0 1,0 0-1,0 1 1,0-1-1,0 0 1,0 1-1,0-1 0,0 0 1,-1 0-1,1 1 1,0-1-1,0 0 1,0 0-1,0 1 1,0-1-1,0 0 1,-9 28 206,-2 8-477,11-32-253,0 1 0,-1-1 0,1 0 1,-1 0-1,0 0 0,0 0 0,-1 0 0,1 0 0,-4 6 0,4-9-321,0 1 0,0 0 0,-1 0 0,1-1 0,0 1 0,-1-1 0,1 1 0,-1-1 0,0 0 0,1 0 1,-1 1-1,0-1 0,-2 1 0,-15 3-7364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35.8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21 534 2289,'0'0'5856,"28"0"-5072,92-12 273,571-8 1272,-183 2-862,1437-52-170,-275-23-849,-966 17-429,2 1-1,47 23-27,-569 38 26,284-15 10,93-7 13,-443 30-30,-62 4 16,0-2 0,65-13 0,-97 13 334,1 1 0,0 1 0,35 2 0,-32 0-223,-27 0 1338,-15 53 638,-15 127 334,-4-3-712,13-82-1120,11-30 57,3 0 1,2 94-1,2-108-81,-9 52-1,4-53-139,0 53 1,7-102-295,-20-1-114,-84 0-230,-987 22-1059,-1622 55-806,1729-66 1988,15 31 103,540-17-88,45-19 124,-134 10-41,288 8 32,-795 48 506,884-73-81,149-1-239,1 0 0,-1-1 0,0 0 0,0-1 0,10-6 0,-11-20 613,2-12-863,-2 0 0,-2-1 1,-1 1-1,-3-1 0,-1 0 0,-7-44 1,2 55-8,-1 0 0,-2 0 0,-1 1 0,-1 0 0,-2 1 0,-1 1-1,-1 0 1,-28-42 0,39 67 5,0 0 0,1 0 0,0-1 0,0 1 0,0 0 0,1-1 0,-1 1 0,1-1 0,0 0 0,0 1 0,1-1 0,-1-8 0,1 12 6,-20 17-4854,-8 13-3582,9-15 362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38.6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11 2449,'0'0'6472,"0"-7"-5106,0 4-1132,0 6 973,-1 126 2170,3 161 2042,7-215-4469,2 29-3,-11-104-971,-3-8-2740,-1 0 1529,0-1 0,1 0 0,0 0 0,0 0 0,1 0 1,0 0-1,0-16 0,0-4-2980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41.5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123 393 3458,'0'0'9086,"27"16"-6023,-7-12-2689,0 0 0,0-1 0,1-2 1,-1 0-1,41-3 0,-7 0 326,409-7 1720,220-7-1673,414 0 112,-618-7-667,199-3 81,298-26 1,-355 18-287,139-14 192,-591 29-156,230-18 111,-362 35-138,341-32-32,-295 17 175,-36 7 5,54-4 0,-41 7-12,-35 3 77,-1 1 1,42 1-1,-60 1-24,1 0 1,-1 0-1,1-1 0,-1 0 0,0-1 0,11-5 0,8-3-160,-14 8 410,0 0-1,0 0 1,0 1-1,0 0 1,1 1-1,-1 0 1,0 1 0,16 1-1,-27 34 129,-1-19-387,-2 1-1,0-1 1,-1 1 0,-1-1 0,0 0-1,-10 20 1,-10 31 107,14-24-216,2 1 1,2 1 0,-2 62-1,9 141 260,3-106-252,-4-141-75,1 0 0,-1 0 0,0 0 0,1 0 0,-1 0 0,0 0 0,1 0 0,-1 0 0,0-1 0,0 1 0,1 0 0,-1-1 0,0 1 0,0-1 0,0 1 0,0-1 0,0 1 0,0-1 0,0 0 0,0 1 0,0-1 0,0 0 0,-1 0 0,1 0 0,0 1 0,0-1 0,0-1 0,0 1 0,0 0 0,0 0 0,-2-1 0,-48-2 0,38 1 0,-864-13-177,596 17 133,-1389 43-1306,1625-42 1326,-831 37-246,-114-29-333,-57-2 558,837-7 40,-316 11-19,216-13 1,29-1-21,131 18 116,98-9-20,-78 3 0,57-11 1378,113 2-4957,16 13-7758,-24-3 832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42.3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51 992,'0'0'3482,"2"-7"-2636,-1 3-456,8-22 194,5 13 3151,-13 13-2527,4 1 2037,-5-1-3110,1 0 1,0 0 0,0 0 0,-1 0 0,1 1-1,0-1 1,-1 0 0,1 0 0,0 0 0,0 1 0,-1-1-1,1 0 1,-1 1 0,1-1 0,0 0 0,-1 1-1,1-1 1,-1 1 0,1-1 0,-1 1 0,1-1 0,0 2-1,10 26 880,-1 1 0,-2 0 0,-1 1 0,-1 0 0,2 41-1,3 5-33,-7-41-375,-1 64 0,-3-80-385,3 3 522,0-15-1992,-2-14-6321,0-71-4150,4 42 7361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44.9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61 471 1425,'0'0'4156,"0"0"-3915,0-1-1,0 1 1,0-1-1,0 1 1,1-1-1,-1 1 1,0-1-1,0 1 1,0-1-1,0 1 1,1-1-1,-1 1 1,0-1 0,1 1-1,-1 0 1,0-1-1,1 1 1,-1 0-1,0-1 1,1 1-1,-1 0 1,1-1-1,-1 1 1,1 0-1,0-1 1,226-1 7600,303-21-6699,-143-8-760,255-19 1332,-179 11-850,146-8 92,-310 35-426,620-35-41,-623 20-415,126-9-63,182-9 40,-296 26 340,99-5 211,-167 4 44,38 0 231,-238 18-756,68-12 1,-106 14 63,16-1 1584,-20 15-954,-3 3-772,-12 48 218,2 1 1,4 1-1,2 0 1,0 71-1,9-118-261,1 40 0,-14 111 0,11-138 0,3-21 0,-1-15 0,0 1 0,0 0 0,-1 0 0,1 0 0,0-1 0,-1 1 0,1 0 0,-1 0 0,0 0 0,0 0 0,0 0 0,0 0 0,0 0 0,0 0 0,0 0 0,0 1 0,-1-1 0,1 0 0,-1 1 0,-2-3 0,0 1 0,0 1 0,-1-1 0,1 1 0,-1 0 0,1 0 0,-1 0 0,0 0 0,-7 0 0,-10-2 0,-1 1 0,0 2 0,-24 1 0,32 0 0,-109-1 0,-462 15 0,-40-4 0,499-11 0,-967-44 0,1032 41 0,-606-4 0,599 9 0,-195 9 0,-28 0 0,68-10 0,-583 9 0,754-7-30,8-2-74,0 2-1,0 2 1,0 2-1,1 2 1,-73 22 0,62-12-377,-86 16 1,-8 2 374,56-6 84,-105 28-26,156-52 66,-1-2 0,1-2 0,-64-5 0,14 1 20,-198 7 226,289-5-315,17 0-395,143 0-6559,-144 0 5780,46 0-5709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45.7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14 2161,'0'0'6331,"-7"-13"3762,5 109-6330,-1-41-2082,10 110 0,11-84 43,-13-59-8714,-8-40-5544,2-6 6689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48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0 434 2881,'0'0'7721,"4"-1"-6149,13-1-446,1 1 0,-1 0 1,1 2-1,0 0 1,-1 1-1,30 7 0,-19-3-463,46 2-1,424-32 505,-2-41-1182,-474 62 26,738-54 1133,-647 53-975,795-62 962,-285 34-876,-325 24-150,-190 4-108,394-33 30,749-87-237,-1155 110 367,-88 13 16,29-5 206,53-3 0,-89 9 27,179 0-28,-177 0 972,8 0-458,-3-1-714,-14 7 116,-4 6 193,13-7-42,25-4 31,-14-1-556,87 0 1147,-101 2-1025,0 0-1,0 0 1,0 0-1,0 0 1,-1 0-1,1 0 0,0 0 1,-1 0-1,1-1 1,-1 1-1,0 0 1,0 0-1,1 0 1,-3 2-1,-1 0-41,-1-1 0,1 1 0,1 0 0,-1 0 0,1 0 0,-1 1 0,1-1 0,0 1 0,1 0 0,-1 0 0,1 0 0,0 0 0,-2 8 0,-2 7 0,1 0 0,-4 29 0,-11 139 0,16-138 0,3-35 0,0 0 0,-1 0 0,-5 19 0,-7 4 0,11-30 0,-1 1 0,1-1 0,0 1 0,1 0 0,-3 16 0,4-20 0,0-5 0,-1 1 0,0 0 0,1-1 0,-1 0 0,0 1 0,0-1 0,1 0 0,-1 0 0,0 0 0,0 0 0,1 0 0,-1 0 0,0-1 0,-3 0 0,2 0 0,-182-11 0,49 2 0,-1008-17 0,-241 69 0,1194-34 0,-191 27-43,-77 2-79,-263 33-205,438-32 440,136-28 41,-46 8-121,86 0-26,0-5 1,0-4-1,-129-6 0,213-4-16,-13-2 18,0 1-1,0 2 1,-1 2 0,1 1-1,-42 10 1,49 0 111,38-9-1796,61 19-15072,-37-22 6663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51.6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64 2161,'0'0'11403,"5"-6"-9779,0-1-1694,-4 4 327,1 1 1,-1 0-1,1-1 0,0 1 1,-1 0-1,1 0 1,0 0-1,0 0 0,1 1 1,-1-1-1,0 0 0,1 1 1,-1 0-1,1-1 1,-1 1-1,1 0 0,-1 0 1,1 0-1,0 1 1,0-1-1,-1 1 0,1 0 1,4-1-1,-4 1-201,0 0 0,0 1 0,0-1 0,0 1 0,-1-1 0,1 1 0,0 0 0,0 0 0,-1 0 0,1 0 0,0 1 0,-1-1 0,1 1 0,-1 0 0,0-1 0,1 1 0,-1 0 0,3 4 0,-1 0 8,0 0 1,-1-1-1,1 1 1,-1 0-1,-1 0 1,1 1-1,3 12 1,-2 5 32,0 0 0,-1 0 1,-1 39-1,-2-58-90,0-4-3,0 0 0,1 0 0,-1 0 0,0 0 0,0 0 0,0 0 0,0 0 0,0 0 0,0 0 0,0-1 0,0 1 0,-1 0 0,1 0 0,0 0 0,-1 0 0,1 0 0,0 0 0,-1-1 0,1 1 0,-1 0 0,1 0 0,-1-1 0,1 1 0,-1 0 0,0-1 0,1 1 0,-1 0 0,0-1 0,0 1 0,1-1 0,-1 1 0,-2 0 0,2-1 17,1-17-53,0 8 10,0 2 14,-1-1 0,1 1 1,1-1-1,-1 1 0,1-1 0,1 1 1,-1 0-1,1 0 0,1-1 1,-1 1-1,8-13 0,-1 6-103,1 0-1,0 0 0,1 1 0,1 0 1,25-21-1,-31 30 82,-1-1-1,1 1 1,0 0-1,0 1 1,1 0-1,-1 0 1,1 0-1,-1 1 1,1 0-1,0 0 1,0 0-1,0 1 1,0 0-1,0 1 1,0-1-1,0 1 1,7 1-1,-13 0 34,0-1-1,0 1 1,-1 0-1,1-1 1,0 1-1,-1 0 1,1 0-1,0-1 1,-1 1-1,1 0 1,-1 0-1,1 0 1,-1 0-1,0 0 0,1 0 1,-1 0-1,0 0 1,0 0-1,0 0 1,1 0-1,-1 0 1,0 0-1,0 0 1,-1 1-1,1 34 305,-1-28-110,-6 159 3343,7-167-3812,4 0-929,32 0-7563,-21 0-1688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53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547 15 2561,'0'0'7710,"3"2"-6461,11 3-504,1 0 1,-1-1-1,1 0 0,0-1 1,27 1-1,85-3 952,-72-1-1274,28-5-91,113-19-1,-101 10 17,-94 15-250,-1-1 1,1 0-1,0 0 0,0 1 0,0-1 0,0 1 0,0-1 0,0 1 0,0-1 0,-1 1 0,1-1 0,0 1 0,0 0 0,-1-1 0,1 1 0,-1 0 0,1 0 0,0-1 0,-1 1 0,1 0 0,-1 0 0,0 0 0,1 0 0,-1 0 1,0 0-1,1 0 0,-1 0 0,0 0 0,0 0 0,0 0 0,0 0 0,0 0 0,0 0 0,0-1 0,0 3 0,-1 50 1185,1-36-971,-2 56 365,-2 0-1,-4-1 0,-20 88 1,5-3-283,14-74-185,1-36 33,-20-59 145,17 7-393,-1 1 0,1 0 0,-1 1-1,0 0 1,0 1 0,0 0 0,-1 1 0,1 0-1,0 1 1,0 1 0,-15 2 0,-20-2 0,-25 4-89,1 4 0,1 2 1,-91 27-1,44-10-275,31-9-562,-239 45-1623,307-62 1275,15-2-3131,15-2-3283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54.9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1 166 512,'0'0'3831,"2"-11"3071,214-32-3521,43-7-2464,305-2-436,4 43-188,-565 9 454,-3 8 5406,0 16-4875,0-17-879,0-4-363,0 0 0,1-1 0,-1 1 0,1 0 0,0-1 0,-1 1 0,1 0 0,0-1 0,3 5 0,6 21 146,7 68 775,32 103 1,-47-194-902,2 18 148,0 1-1,-2 1 1,-1-1-1,-3 47 1,1-5 1289,1-65-1453,-276-19-1660,69 17 361,-252 32 0,-57 45 250,452-71-194,62-9-4080,2-6 2552,0 9 1384,0-20-6593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55.2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1 3618,'0'0'13462,"-13"189"-10693,-7-101-544,-1-2-288,1-9-656,0-5-657,13-11-432,-7-5-192,7-4-560,-6-4-1153,6-10-2337,0-4-4114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56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121 265 800,'0'0'6454,"0"0"-6289,0-1 0,0 1 0,-1 0-1,1-1 1,0 1 0,0-1 0,0 1 0,-1-1 0,1 1 0,0-1 0,0 1-1,0-1 1,0 1 0,0 0 0,0-1 0,0 1 0,0-1 0,0 1 0,0-1 0,0 1-1,1-1 1,-1 1 0,0-1 0,0 1 0,0-1 0,1 1 0,-1 0 0,0-1-1,0 1 1,1-1 0,-1 1 0,0 0 0,1-1 0,0 0 0,74-3 199,0-4 1,106-25 0,-37 6-350,537-76-688,6 35-11,-336 63 3481,-266 5 1009,-38 0-3165,-1 2 0,84 14 0,-129-15-632,0-1-1,0 1 1,-1-1-1,1 1 1,0-1 0,-1 1-1,1 0 1,-1 0-1,1-1 1,0 1 0,-1 0-1,0 0 1,1-1-1,-1 1 1,1 0-1,-1 0 1,0 0 0,0 0-1,1 0 1,-1-1-1,0 1 1,0 0 0,0 0-1,0 0 1,0 0-1,0 0 1,0 0 0,0 0-1,-1 0 1,1-1-1,0 1 1,-1 0-1,1 0 1,0 0 0,-1 1-1,-13 32 940,-10 8-25,1 1 0,-17 49 1,32-68-754,1-1 1,1 1 0,2 0-1,0 0 1,1 1 0,1 25-1,3 16 287,1-31-219,-2 0 0,-2-1 0,-7 49 0,8-81-184,1 0-1,-1 0 1,0 1 0,0-1-1,0 0 1,0-1 0,0 1 0,-1 0-1,1 0 1,0 0 0,-1-1 0,1 1-1,-1-1 1,0 1 0,0-1-1,1 1 1,-1-1 0,0 0 0,0 0-1,0 0 1,0 0 0,0-1 0,-1 1-1,1 0 1,0-1 0,-4 1-1,-7 1-22,0-1 0,0-1 0,-22-2 0,5 1-12,-134 6-530,-166 27 1,-161 47-235,224-32 344,239-43 340,-455 69-408,-3-40 258,473-32 118,-40-4-428,51 3 481,1 0 0,0 0 1,0-1-1,0 1 0,0 0 1,0 0-1,0-1 0,0 1 1,0 0-1,0-1 0,0 1 1,0-1-1,0 0 0,0 1 1,0-1-1,1 0 0,-1 1 1,0-1-1,0 0 0,1 0 1,-1 0-1,0 0 1,1 0-1,-1 0 0,1 0 1,-1 0-1,1 0 0,0 0 1,-1 0-1,1 0 0,0 0 1,0 0-1,-1 0 0,1 0 1,0 0-1,0 0 0,1-2 1,-1 1-90,1 0 1,0 0 0,0 0-1,0 0 1,0 0 0,0 0-1,0 0 1,1 1 0,-1-1-1,0 0 1,1 1 0,0-1-1,-1 1 1,1 0 0,0-1-1,0 1 1,-1 0 0,5-2-1,41-14-2334,-35 13 1653,41-13-3224,1 0-2089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57.4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205 1 1505,'0'0'17410,"-17"23"-14366,-53 81-853,62-91-1806,2 1 0,0 0 0,0 1 0,1-1 0,1 1 0,1 0 0,0 0 0,1 0 0,-1 27 0,0-7 228,-35 195 636,11-85-1943,23-104-50,6-19-2224,-2-22 2596,0 1-1,1-1 1,-1 0 0,0 1 0,0-1-1,0 1 1,0-1 0,0 1 0,1-1-1,-1 0 1,0 1 0,0-1-1,0 0 1,1 1 0,-1-1 0,0 0-1,1 1 1,-1-1 0,0 0 0,1 0-1,-1 1 1,0-1 0,1 0-1,-1 0 1,1 0 0,-1 1 0,0-1-1,1 0 1,17 0-9998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7:59.6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0 169 8132,'0'0'4394,"21"-6"-1625,64-22-341,-79 26-2126,-1 1 0,0 0 0,1 0 0,-1 0 0,0 1 0,1 0 0,6 0-1,-10 0-211,0 1 0,0-1-1,-1 0 1,1 1 0,0-1-1,-1 1 1,1 0 0,0 0-1,-1-1 1,1 1 0,-1 0-1,1 0 1,-1 1 0,1-1-1,1 2 1,-2 0-17,1 0-1,-1-1 1,0 1 0,0 0-1,0 0 1,0 0 0,0 0-1,-1 0 1,0 0 0,1 0 0,-1 0-1,0 0 1,0 0 0,-1 0-1,1 0 1,-1 0 0,1 0-1,-1 0 1,-2 5 0,1-4-6,1-1 1,-1 0-1,0 0 1,0 0-1,0-1 1,0 1-1,-1 0 1,1-1-1,-1 0 1,1 1 0,-1-1-1,0 0 1,0 0-1,0 0 1,0-1-1,0 1 1,-1-1-1,1 0 1,0 0-1,-1 0 1,-6 1 0,9-12 86,2 6-168,-1 1 0,1-1-1,0 0 1,1 0 0,-1 0-1,1 1 1,-1-1 0,1 1-1,0-1 1,0 1 0,1 0-1,-1 0 1,1 0 0,4-5-1,51-43-200,-36 34 141,-22 17 71,96-75-357,-86 69 370,-1 0 1,1 1-1,0 0 1,0 0-1,0 1 0,1 0 1,-1 1-1,22-4 1,-31 7 8,0 0 1,-1 0 0,1 0 0,-1 0-1,1 0 1,-1 1 0,1-1-1,-1 0 1,1 0 0,-1 0 0,1 0-1,-1 1 1,1-1 0,-1 0 0,1 0-1,-1 1 1,1-1 0,-1 0-1,1 1 1,-1-1 0,0 1 0,1-1-1,-1 0 1,0 1 0,1-1 0,-1 1-1,0-1 1,0 1 0,1-1-1,-1 1 1,0-1 0,0 1 0,0-1-1,0 1 1,0-1 0,0 2 0,1 24 451,-2-13-301,1 18 490,-2 1 0,-8 52-1,-1 2-148,2-5-2712,-9-29-4776,0-23-683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8:00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10197,'0'0'15468,"18"16"-14382,54 54-491,-70-67-544,1 0 0,-1 1 1,0-1-1,0 1 0,0-1 1,0 1-1,-1 0 0,1 0 1,-1 0-1,0 0 0,0 0 1,0 0-1,-1 0 0,0 0 1,0 0-1,0 0 0,0 0 1,0 0-1,-2 7 0,0 9 166,1-3-110,0 9 139,1-26-260,0 0 1,0 0-1,0 0 1,0 0-1,0 0 1,1 0-1,-1-1 1,0 1-1,0 0 1,0 0-1,0 0 0,1 0 1,-1 0-1,0 0 1,0 0-1,0 0 1,0 0-1,1 0 1,-1 0-1,0 0 1,0 0-1,0 0 0,1 0 1,-1 0-1,0 0 1,0 0-1,0 0 1,0 0-1,1 0 1,-1 0-1,0 0 1,0 0-1,0 1 0,0-1 1,1 0-1,-1 0 1,0 0-1,0 0 1,0 0-1,0 0 1,0 1-1,1-1 1,-1 0-1,0 0 0,0 0 1,0 0-1,0 1 1,0-1-1,0 0 1,0 0-1,0 0 1,0 1-1,0-1 0,0 0 1,0 0-1,0 0 1,0 1-1,0-1 1,0 0-1,0 0 1,0 0-1,0 0 1,0 1-1,0-1 0,0 0 1,0 0-1,-1 1 1,23-21-698,1 1 0,1 1 0,0 1 0,38-19 0,115-46-2113,-167 78 2842,15-2 762,-25 14 2045,-2 0-2335,-1 0 0,-1 0-1,1 0 1,-1 0 0,-7 9 0,7-11-345,0 0 0,0 0-1,1 1 1,0-1 0,0 1 0,0 0 0,1 0-1,0 0 1,1 0 0,-1 0 0,1 8 0,1-5-250,0 30-366,0-14-3550,-3-18-1390,-8-3-3910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8:01.4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26 4178,'0'0'14201,"4"-5"-12728,-4 4-1474,17-17 1556,-16 18-1514,0 0 1,-1-1 0,1 1 0,-1 0-1,1 0 1,0 0 0,-1 0 0,1 0 0,0 0-1,-1 0 1,1 0 0,-1 0 0,1 0-1,0 0 1,-1 0 0,1 1 0,-1-1 0,1 0-1,0 0 1,-1 1 0,1-1 0,-1 0-1,1 1 1,-1-1 0,1 1 0,-1-1-1,1 0 1,-1 1 0,0-1 0,1 1 0,-1-1-1,0 1 1,1 0 0,-1-1 0,0 1-1,1-1 1,-1 1 0,0-1 0,0 1 0,0 0-1,0-1 1,0 1 0,0 0 0,0-1-1,0 1 1,0-1 0,0 2 0,8 33 655,-3 1 0,0-1-1,-1 44 1,5 41 93,23 384 430,-20-232-1002,4 231-206,-5-101 11,-2 575 38,-12-589-42,-8 175 28,1-195 15,-20 321-51,13-362-27,-19 150-57,5-87 71,-64 807 58,-19 354 24,72 204 105,43-1484 21,-7 556 70,5-424-126,1-402-244,0-13-20,0-97-4607,0 37-5883,0 41 2024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8:01.9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1 288,'0'0'13700,"3"-1"-11598,6 1-1549,0 1 0,0-1 0,0 1 0,-1 1 0,1 0 0,0 0 0,-1 1 0,1 0 0,-1 0 0,0 1 0,0 0 0,13 9 0,15 12-138,43 38 0,-52-40-126,15 17-222,10 8-78,-50-44-98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8:02.1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0 4690,'0'0'19561,"-54"133"-18360,41-85-209,-8-3-336,1-4-480,6-5-176,1-11-96,13-7-832,0-9-897,0-7-1712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8:03.5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92 64,'0'0'4941,"18"-4"-4175,69-15 143,91-35 1,-164 49-838,-10 3-35,0 0 0,0 1 0,0-1 0,0 1 0,0 0 0,1 0 0,7 2 7235,-26 12-5761,10-9-830,-1 1 0,1 1 0,0-1 0,0 0 1,-4 9-1,-16 21 1101,-75 94 875,38-48-1995,53-68-523,-12 15-13,16-25-77,9-17 13,6-7-48,1 1-1,1 0 1,1 1 0,28-30 0,7-11-227,-19 26 50,11-19 24,-39 50 189,0 0 0,0-1-1,0 1 1,0 0-1,0 0 1,1 0-1,0 1 1,4-5-1,-6 7 18,0 0 0,-1-1-1,1 1 1,0 0 0,0 0 0,-1 0-1,1 0 1,0 0 0,0 0-1,0 0 1,0 0 0,-1 0-1,1 0 1,0 0 0,0 0-1,-1 1 1,1-1 0,0 0-1,0 0 1,-1 1 0,1-1 0,0 1-1,-1-1 1,1 1 0,0-1-1,-1 1 1,1-1 0,-1 1-1,1-1 1,-1 1 0,1 0-1,-1-1 1,1 1 0,-1 0-1,1 0 1,-1-1 0,0 1 0,0 0-1,1 0 1,-1-1 0,0 2-1,14 26 463,1 0-1,1-2 0,2 0 0,1-1 1,0 0-1,34 30 0,-50-52-735,1-1-1,0 1 1,-1-1 0,1 0-1,0 0 1,1-1 0,-1 1 0,0-1-1,0 0 1,1 0 0,-1 0-1,1-1 1,-1 1 0,1-1-1,-1 0 1,5-1 0,-4 1-196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08:04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0 157 5539,'0'0'13688,"22"-6"-12260,68-13-265,-87 19-1094,0 1 1,1-1-1,-1 0 1,0 1-1,0-1 1,0 1-1,0 0 1,0 0-1,0 0 1,0 1-1,0-1 1,-1 1-1,1-1 1,0 1-1,-1 0 1,1 0-1,-1 0 1,0 0-1,0 0 1,3 4-1,0 1 185,0 0-1,-1 0 1,0 0-1,6 16 1,-5-11-125,0 1 0,-2 0 0,1 0 0,-2 0 0,2 15 0,-4-24-98,1 1 0,-1 0 0,0-1 0,-1 1 0,1 0 0,-1-1 0,0 1 0,0 0-1,0-1 1,-1 1 0,0-1 0,0 0 0,0 1 0,0-1 0,-1 0 0,1 0 0,-6 6 0,2-6 41,5-22 59,2 9-143,0 0 1,1 0-1,0 0 1,1 1 0,0-1-1,0 1 1,1-1-1,0 1 1,0 0 0,1 0-1,0 1 1,0-1-1,1 1 1,9-9-1,8-8-42,2 1 0,42-32 0,-41 35 62,1 2 1,1 0-1,0 2 0,1 1 1,1 1-1,0 1 0,51-13 1,-79 26 31,-1-1-1,1 1 1,0-1 0,-1 1 0,1 0-1,0 0 1,0 0 0,-1 0 0,1 0-1,0 0 1,-1 0 0,1 1 0,0-1-1,-1 1 1,1-1 0,-1 1 0,1 0-1,-1-1 1,1 1 0,-1 0 0,1 0-1,-1 0 1,0 0 0,1 0-1,-1 0 1,0 1 0,0-1 0,0 0-1,0 1 1,0-1 0,0 1 0,0-1-1,0 1 1,-1-1 0,1 1 0,-1-1-1,1 4 1,1 5 341,-1 1 0,0 0 0,-1-1 0,0 1 0,-2 12-1,0 8 320,2-11-392,-1 0-1,-1 0 1,-1 0-1,-1-1 1,0 0-1,-1 1 1,-9 18-1,13-34-498,-1 1-1,1-1 1,0 1-1,0 0 1,0 0-1,1-1 1,-1 10 0,23-12-5575,3-1 252,-4 1-1060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26.9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62 0,'0'0'446,"10"1"14703,-8-3-13011,0-2-1964,1 1 0,-1-1 0,1 1-1,0 0 1,0 0 0,0 0-1,0 0 1,1 0 0,-1 1 0,1-1-1,0 1 1,0 0 0,0 0 0,0 0-1,0 1 1,0-1 0,0 1-1,0 0 1,0 0 0,1 1 0,-1-1-1,0 1 1,1 0 0,-1 0-1,7 1 1,-10 0-153,1 0 0,-1 0 1,1 0-1,-1 1 0,1-1 0,-1 0 0,0 0 0,1 1 0,-1-1 0,0 1 0,0 0 1,0-1-1,0 1 0,0-1 0,-1 1 0,1 0 0,0 0 0,0 2 0,9 40 258,-7-29-198,2 16-27,-1 0 0,-1 0 0,-2 43 0,-8-49-50,3-23-4,2-17-7,3 3 1,0 0 0,1 0 0,1 1 0,0-1 0,0 1 0,1-1 0,1 1 0,0 0 0,0 1-1,1-1 1,0 1 0,1 0 0,9-10 0,-4 7-2,0-1 0,0 1 0,2 1 0,-1 0 0,2 1 0,0 0 0,0 2 0,18-10 0,-32 19 11,-1-1 0,1 1 0,-1 0 0,1 0 1,-1 0-1,1 0 0,-1-1 0,1 1 1,-1 0-1,1 0 0,-1 0 0,1 0 0,-1 0 1,1 0-1,-1 0 0,0 0 0,1 0 1,-1 0-1,1 1 0,-1-1 0,1 0 0,-1 0 1,1 0-1,-1 1 0,1-1 0,-1 0 1,0 0-1,1 1 0,-1-1 0,1 0 0,-1 1 1,0-1-1,1 1 0,6 21 266,-7 41 391,-1-44-471,0-7-16,0 0 0,-1-1 0,0 1 1,-5 14-1,3-13-20,1 0-1,0-1 1,1 1 0,0 18 0,2-30-431,20 0-5565,14-12 2831,-27 9 1761,27-12-4805,-1-3-2275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27.3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50 3954,'0'0'10959,"14"1"-7778,60 11 1104,-54-7-3860,0-1 0,29 1 0,-23-4-521,16 0 379,52-4-1,-82 1-650,0 1-1,0-2 1,0 1 0,0-2 0,-1 1 0,1-2 0,-1 0 0,21-12 0,-19 3-4245,-11 4-2617,-2 1-841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27.6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0 10053,'0'0'11989,"-14"134"-10276,14-103-288,-7-1-81,7-6-543,0-3-449,0-3-288,0-5-64,0 1-32,0-1-529,0 3-1215,0 0-545,7 4-1553,14-4-2753,6-2-2369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28.2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50 4946,'0'0'10365,"0"-10"-8594,0-23 264,0 26 57,0 28-763,-3 106 2421,1-64-5770,1-31-2563,1-1-3371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28.4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9764,'0'0'8981,"81"-5"-8981,-27 5-657,14-2-2432,7-3-2594,-8-6-3313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29.5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1 592,'0'0'22816,"0"29"-21746,0-21-989,1-1-1,0 0 1,1 1 0,-1-1 0,2 0 0,2 8-1,6 20 1600,-8-9 2710,-3 215-2747,0-240-1851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31.1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1 118 2481,'0'0'8201,"3"-1"-7027,74-28 2021,-28 9-2487,-32 12-564,1 2 0,1 0 0,-1 1 0,1 1 1,37-3-1,-54 7-366,26-17-10196,-9 2 5442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31.5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37 6675,'0'0'9215,"15"-6"-8559,1 0-418,0 0-1,1 1 1,0 1-1,0 1 0,0 0 1,23 0-1,-36 3-209,0-1-1,1 1 0,-1 1 1,0-1-1,1 1 0,-1-1 0,0 1 1,0 0-1,1 1 0,4 1 1,-8-1-26,0-1 0,0 0 0,0 1 0,0-1 0,0 1 0,0-1 0,0 1 0,0 0 0,0-1 0,-1 1 0,1 0 0,-1-1 0,1 1 0,-1 0 0,0 0 0,0 0 0,0-1 0,0 1 0,0 0 0,0 0 1,0 0-1,-1-1 0,1 1 0,0 0 0,-1 0 0,0-1 0,0 3 0,-3 4 37,1 0 0,-1 0 0,0-1-1,-1 1 1,0-1 0,0 0 0,-1 0 0,1-1 0,-2 0 0,1 0 0,0 0 0,-1-1 0,0 0-1,-9 5 1,8-5 88,0 1 0,0 0 0,0 0 0,1 0 0,0 1 0,0 1 0,1-1 0,0 1 0,0 0-1,-5 9 1,11-16-100,-1 0 0,1-1 0,0 1 0,-1 0 0,1 0 0,0-1 0,0 1 0,-1 0 0,1 0-1,0-1 1,0 1 0,0 0 0,0 0 0,0-1 0,0 1 0,0 0 0,1 0 0,-1 0 0,0-1 0,0 1-1,0 0 1,1-1 0,-1 1 0,0 0 0,1 0 0,-1-1 0,1 1 0,-1-1 0,1 1 0,-1 0 0,1-1-1,-1 1 1,1-1 0,0 1 0,-1-1 0,1 0 0,1 1 0,1 1 15,1-1-1,0 0 1,0 0 0,0 0 0,0-1-1,0 1 1,0-1 0,5 0-1,76-10 173,-32 0-290,18-5-1015,111-7 1,-74 11-8344,-48 2 425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31.9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1 176,'0'0'18294,"-8"16"-16248,-24 56-376,28-61-1342,1-1 0,0 1 0,0 0 0,1 0 0,1 0 0,0 0 0,0 0 0,1 0 0,3 17 0,-2 9 77,-1-32-387,1 0 1,0-1-1,0 1 1,0-1-1,0 1 1,0-1-1,4 6 1,-4-6-442,1 0 0,0 0 0,-1 0 1,0 0-1,0 0 0,0 1 1,0 4-1,4-2-3899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32.1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66 7780,'0'0'9668,"142"-43"-9268,-108 41-240,-7 2-160,7-2-256,6 2-1345,8-7-2336,6-4-2146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33.8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3 944,'0'0'15981,"29"0"-15543,212-2 119,-240 2-543,0 0-1,-1 1 0,1-1 1,0 1-1,-1-1 0,1 1 1,-1-1-1,1 1 0,0-1 1,-1 1-1,1 0 0,-1-1 1,0 1-1,1 0 0,-1-1 1,1 1-1,-1 0 1,0 0-1,0-1 0,1 1 1,-1 0-1,0 0 0,0 0 1,0-1-1,0 1 0,0 0 1,0 0-1,0 0 0,0-1 1,0 1-1,0 0 0,-1 0 1,1 0-1,0-1 0,0 1 1,-1 0-1,1 0 1,-1 0-1,-15 36 832,7-29-643,0 0-1,-1 0 0,0 0 1,-1-2-1,-15 9 0,16-10-106,1 0-1,-1 1 0,1-1 1,1 2-1,-1 0 0,1 0 1,0 0-1,-13 17 0,20-22-64,0 0 0,0 0 0,0 1 0,0-1 0,0 1 0,0-1-1,1 1 1,-1-1 0,1 1 0,-1 3 0,1-5-14,0 0 1,0 0-1,0 0 0,0 0 1,1 0-1,-1 0 1,0-1-1,0 1 0,0 0 1,1 0-1,-1 0 0,0 0 1,1-1-1,-1 1 0,1 0 1,-1 0-1,1-1 0,-1 1 1,1 0-1,0-1 0,-1 1 1,1-1-1,0 1 1,-1-1-1,1 1 0,0-1 1,0 1-1,-1-1 0,1 0 1,0 1-1,0-1 0,0 0 1,0 0-1,-1 0 0,2 1 1,65 0 888,1-2 0,-1-3 1,123-24-1,-167 24-439,-21 3 1296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35.0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 2689,'0'0'8516,"8"1"-6771,15 1-488,0-1 0,0-1 0,0-1 0,34-6 0,-42 6-857,5 0-1036,-9-1-3562,2-2-3354,-6 0 655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35.4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 7443,'0'0'10853,"8"-2"-10492,19-2-147,-1 1 0,34 0 1,-59 3-210,1 1 1,-1-1 0,0 0 0,1 1 0,-1-1 0,0 1 0,1 0 0,-1-1 0,0 1 0,0 0 0,0 0 0,0 0-1,1 0 1,-1 0 0,0 0 0,0 0 0,-1 0 0,1 0 0,0 0 0,0 0 0,-1 1 0,1-1 0,0 0 0,-1 1-1,1-1 1,-1 0 0,0 1 0,1-1 0,-1 0 0,0 1 0,0 1 0,1 1 59,-1-1 0,0 0 0,0 0 0,0 0 0,0 0 0,0 1 1,-1-1-1,1 0 0,-1 0 0,0 0 0,0 0 0,0 0 0,0 0 0,-3 4 0,-19 15 683,17-16-503,0-1 1,0 1 0,1 0-1,-10 12 1,15-16-267,-1-1 1,0 0-1,0 1 0,1-1 1,-1 1-1,1 0 0,-1-1 1,1 1-1,-1-1 0,1 1 1,0 0-1,0-1 0,0 1 1,0-1-1,0 1 0,0 0 1,1-1-1,-1 1 0,0 0 0,1-1 1,-1 1-1,1-1 0,0 1 1,-1-1-1,1 1 0,0-1 1,0 0-1,0 1 0,1 0 1,8 8-353,1-1 0,0 0 0,0-1 0,22 13 1,-25-17 329,1 1 0,-1 0 0,0 0 1,0 1-1,0 0 0,-1 1 0,0 0 1,0 0-1,-1 0 0,0 1 0,8 12 1,-13-18 59,-1 0 0,1 0 1,-1 0-1,0 0 1,0 0-1,0 0 0,0 0 1,0 0-1,0 0 1,0 0-1,-1 0 0,1 0 1,-1 0-1,1 0 1,-1 0-1,0 0 0,0 0 1,0 0-1,0-1 1,0 1-1,0 0 0,0-1 1,-1 1-1,1-1 1,0 1-1,-1-1 0,0 1 1,1-1-1,-1 0 1,0 0-1,1 0 0,-1 0 1,-3 1-1,-1 1 168,0 0 0,0 0 0,-1 0 0,1-1 0,-1 0 1,1-1-1,-1 1 0,-10 0 0,15-2-201,13-21-6638,18 1-357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35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0 2785,'0'0'11696,"0"9"-1820,-1-2-9445,1 1 0,-1-1 1,-1 0-1,-3 14 0,-4 2 406,0 1 0,2 0 0,-6 33 0,6 36-2739,7-90 568,0 1-1280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36.0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50 6707,'0'0'13030,"95"-45"-12326,-68 45-496,-7 0-208,14 0-112,7 0-1312,6 0-1490,7 0-3168,1-5-3523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37.2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4818,'0'0'11056,"4"0"-10061,282-18 4087,-286 45-4428,-2-23-582,0 0 0,0 0 0,-1 0 0,0 0 0,1 0 1,-1-1-1,-1 1 0,1-1 0,0 0 0,-1 0 0,0 0 0,0-1 0,0 1 0,0-1 0,0 0 0,0 0 0,-7 2 1,4-1 3,1 0 1,1 0-1,-1 0 1,0 1-1,1 0 1,-1 0 0,-6 8-1,11-12-78,1 1 0,0-1 0,0 0 0,0 1-1,0-1 1,-1 1 0,1-1 0,0 1 0,0-1 0,0 0-1,0 1 1,0-1 0,0 1 0,0-1 0,0 1-1,0-1 1,0 1 0,1-1 0,-1 0 0,0 1 0,0-1-1,0 1 1,0-1 0,1 0 0,-1 1 0,0-1 0,0 0-1,1 1 1,-1-1 0,0 0 0,1 1 0,-1-1 0,0 0-1,1 1 1,-1-1 0,0 0 0,1 0 0,-1 0 0,1 1-1,-1-1 1,0 0 0,1 0 0,-1 0 0,1 0-1,-1 0 1,1 0 0,-1 0 0,1 0 0,0 0 0,26 5 24,-24-4-26,17 2 49,7 0-232,49 14 0,-71-16 169,0 0 0,0 1 1,0 0-1,0 0 0,0 1 0,0-1 1,-1 1-1,1 0 0,-1 0 1,0 0-1,0 1 0,0 0 1,0 0-1,0 0 0,-1 0 1,3 5-1,-5-7 39,0 0 0,0 1 0,0-1 0,-1 1 0,1 0 0,-1-1 0,1 1 0,-1-1 0,0 1 0,0 0 0,0-1 0,-1 1 0,1 0 0,-1-1 0,1 1 1,-1-1-1,0 1 0,0-1 0,0 1 0,0-1 0,0 0 0,0 1 0,-1-1 0,1 0 0,-1 0 0,0 0 0,0 0 0,1 0 0,-1-1 0,-4 3 0,-5 5 281,-1 0 0,0-1 0,-1-1 0,-15 7 0,25-13-188,-198 85 6358,194-83-6409,2 0-3701,-13 3-12508,6-6 7646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46.4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5 800,'-7'-4'20831,"7"311"-16505,0-119-4148,-7-84-1163,2-98-834,4-12-2095,1-71-7974,0 22 5015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47.3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84 3602,'0'0'5864,"-1"-10"-5032,-4-31 329,4 31 1109,4 10-1870,0 1-1,1-1 1,-1 1 0,0 0 0,0 0 0,0 0-1,0 0 1,0 1 0,4 2 0,21 8 380,29-3 218,0-2 0,0-3 0,95-6 0,-51 0-276,-52 3-587,0-3-1,1-2 1,-1-2-1,56-14 1,-3-11 6,-112 34 189,0 1 1,1 0-1,0 0 1,0 1-1,0 1 0,0-1 1,-15 15-1,20-16-226,0 0-1,0 0 1,0 1 0,1 0-1,0-1 1,0 1 0,0 1-1,0-1 1,1 0 0,0 1-1,0-1 1,0 1 0,1 0-1,0-1 1,0 1-1,0 0 1,1 6 0,0 514 2809,0-526-2876,-41-25-567,17 19 476,0 0 1,0 2 0,0 1 0,-1 0 0,1 2 0,-1 1 0,-30 4 0,-8-2 35,-5 2-7,-93 18 0,95-10 346,-115 4 0,180-16 311,1 10-14649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49.7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 9620,'0'0'17611,"2"15"-16189,7 49-413,-3-31-3634,-5-32 2112,-1 1 0,1-1 0,-1 0 0,0 1 0,1-1 0,-1 1 0,0-1 0,0 1 0,0-1 1,0 1-1,0-1 0,-1 1 0,1-1 0,0 1 0,-1-1 0,1 0 0,-1 1 0,1-1 0,-1 0 0,0 1 0,0-1 1,0 0-1,-1 2 0,-16 21-10436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50.0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16936,'0'0'13411,"13"0"-11330,38 0-1742,-50 0-339,0 0 0,0 0 0,0 1 0,0-1 0,0 0 0,0 1 0,0-1 0,0 1 0,0-1 0,-1 1 0,1-1 0,0 1 0,0 0 0,0-1 0,-1 1 0,1 0 0,0 0 0,0 0 0,-1-1 0,1 1 0,-1 0 0,1 0 0,-1 0 0,1 0 0,-1 0 0,0 0 0,0 0 0,1 0 0,-1 0 0,0 0 0,0 0 0,0 0 0,0 0 0,0 1 0,0-1 0,0 0 0,0 0 0,-1 0 0,1 0 0,0 0 0,-1 0 0,1 0 0,0 0 0,-2 1 0,2 0 0,-3 7-924,-1 1 0,1-1 0,-1 0 0,-1-1 0,0 1 0,-7 9 0,8-12-277,-1 1 1,1-1-1,0 1 0,1 0 1,-1 1-1,1-1 0,1 0 1,-1 1-1,1 0 0,1-1 0,-2 12 1,3 12-8498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50.3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10 14231,'0'0'17066,"-7"19"-15775,-25 61-1112,27-58-179,9-15 0,8-11 0,-6-12-1538,-1 1 0,-1-1 0,3-19 0,-1-16-5420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54.6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1 156 768,'0'0'6542,"8"-16"-4672,25-47 75,-31 60-1569,0-1 0,0 1 0,0 0 0,0 0 0,0 1 0,1-1 0,-1 0 1,6-3-1,6 2 4723,-12 8-4667,0 0-1,0 0 1,0 0 0,-1 0-1,1 0 1,-1 0 0,1 6 0,-1-7-44,19 102 3096,-19-111-3525,0 0 1,1 0-1,-1 1 0,2-1 1,-1 0-1,0 1 0,1-1 1,0 1-1,0 0 0,1 0 1,0 0-1,-1 0 0,1 1 1,1-1-1,-1 1 0,1 0 1,6-4-1,11-8 9,0 0-1,35-17 0,-49 29 37,-1 0-1,0 0 1,1 1-1,0 0 1,0 1-1,-1-1 1,2 2-1,-1-1 1,9 0-1,-16 2 17,0 0-1,0 1 1,-1-1-1,1 0 1,0 1-1,-1-1 1,1 0-1,-1 1 1,1-1 0,0 1-1,-1-1 1,1 1-1,-1-1 1,1 1-1,-1-1 1,1 1-1,-1 0 1,1-1 0,-1 1-1,0 0 1,0-1-1,1 1 1,-1 0-1,0 0 1,0-1 0,1 1-1,-1 0 1,0 0-1,0-1 1,0 2-1,1 28 549,-1-25-379,0 19 450,1-11-332,0 1-1,-2-1 1,0 0 0,0 1-1,-1-1 1,-7 25 0,7-33-289,2-4-191,16-3-11235,9-10 3455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54.9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0 3089,'0'0'21992,"-1"4"-20666,-2 10-527,1 0 1,0 0 0,1 0 0,1 0-1,1 18 1,0-16-550,0 1 0,-2 0-1,-4 30 1,3-34-728,0-1 614,-2-6-2780,-2-4-2887,-4-1-4227,-1-1-249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55.1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57 9828,'0'0'17913,"81"-9"-17081,-33 2-528,-1 0-304,7 0 0,7 1-1536,0-1-1298,-6 2-1728,-1-4-2801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56.8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0 153 2321,'0'0'10597,"8"-2"-8364,1-1-1494,-6 1-388,1 1-1,-1 0 1,0 0 0,1 0-1,-1 0 1,1 1 0,0-1-1,5 1 1,-7 1-41,-1 1-1,0-1 1,0 1 0,0 0 0,0-1-1,-1 1 1,1 0 0,0 0-1,-1-1 1,1 1 0,-1 0-1,0 0 1,1 0 0,-1 0 0,0 3-1,3 35 1150,-1-24-593,5-19-536,14-32-513,-1 1 130,-7 18 38,1 2-1,0-1 0,1 2 1,1 0-1,0 0 1,1 2-1,0 0 1,1 1-1,0 0 0,1 2 1,37-12-1,-55 20 36,-1 0-1,1 0 1,-1 1-1,1-1 1,-1 0-1,1 0 1,-1 1 0,1-1-1,-1 1 1,0-1-1,1 0 1,-1 1-1,0-1 1,1 1-1,-1-1 1,0 1-1,1-1 1,-1 1-1,0-1 1,0 1-1,0-1 1,1 1-1,-1-1 1,0 1-1,0-1 1,0 1 0,0-1-1,0 1 1,0 0-1,0-1 1,0 1-1,0-1 1,-1 2-1,1 27 608,0-23-322,0 152 2838,2-157-3577,0 0 0,1 0 0,-1-1 1,0 1-1,0-1 0,1 1 0,-1-1 1,0 0-1,0 0 0,1 0 0,-1 0 1,3-1-1,-2 1-352,56 0-11694,-31 0 1966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57.1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5282,'0'0'15866,"0"0"-15781,0 1 0,0-1 0,0 1 0,0-1 0,0 0 0,1 1 0,-1-1 0,0 1 0,0-1 0,0 0 0,0 1 0,1-1 0,-1 0 0,0 1 0,0-1 0,1 0 0,-1 1 0,0-1 0,0 0 0,1 0 0,-1 1 0,0-1-1,1 0 1,-1 0 0,1 1 0,-1-1 0,0 0 0,1 0 0,-1 0 0,1 0 0,-1 0 0,0 0 0,1 0 0,-1 0 0,1 0 0,-1 0 0,0 0 0,1 0 0,12 3 446,0-2 0,0 0 1,0 0-1,0-1 0,16-2 0,16 0 182,38 4-231,25-1-626,-37-5-3483,-29-5-6106,-22-1 156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57.3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1 11445,'0'0'16600,"-68"135"-15047,61-101-769,1 0-576,-1 0-208,7 0-160,0-1-1345,7-3-2529,20-10-5138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57.9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66 7043,'0'0'9300,"135"-13"-5762,-74 4-1329,0-1-464,7 1-785,0 3-607,-14-1-225,0 2-96,-13 1-32,-21 2-673,-13 2-1152,-14 0-9156,-40 0 1425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58.0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55 8756,'0'0'2945,"170"0"-223,-109 0-2178,13-13-544,-6-5-1473,0-5-5202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26T16:10:58.5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7940,'0'0'13299,"19"-4"-11845,59-10-224,-77 14-1197,0-1 0,0 1 0,0 0 0,0 0 0,0 1 0,0-1 0,0 0 0,0 0 0,0 0 0,0 1 0,0-1 0,-1 0 0,1 1 0,0-1 0,0 1 0,0-1 0,0 1 0,-1-1 0,1 1 0,0-1 0,0 1 0,-1 0 0,1 0 0,-1-1 0,1 1 0,-1 0 0,1 0 0,-1 0 0,1 0 0,0 1 0,0 27 779,-2-20-486,1 16 520,-1-1-1,-7 47 1,6-64-769,0 1-1,0-1 1,0 1 0,-1-1 0,0 0 0,-1 0 0,0 0-1,0 0 1,0-1 0,-1 0 0,0 0 0,0 0-1,-9 7 1,117-103-586,-63 63 323,0 2 0,2 2 0,1 2 0,0 1 0,71-21 1,-114 41 241,1 0 0,-1 0 0,0 0 0,1 0 1,-1 0-1,0-1 0,1 1 0,-1 0 0,0 0 1,1 0-1,-1 0 0,1 0 0,-1 0 0,0 1 1,1-1-1,-1 0 0,0 0 0,1 0 0,-1 0 1,0 0-1,1 0 0,-1 1 0,0-1 0,1 0 1,-1 0-1,0 1 0,1-1 0,-1 0 0,0 0 1,0 1-1,1-1 0,-1 0 0,0 1 0,0-1 1,0 0-1,1 1 0,-1 19 1167,-13 31-156,9-40-802,-1 23-117,-1-1-1261,-3-13-3133,-1-13-1647,-14-6-1222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3C9D7-7521-ACBC-4E23-058D046075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8BD17B-EABF-75E6-5966-0CDD9143C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63059-5711-2C76-7FFD-4E67D86E9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FB792-C649-4D84-A3B9-430A8B1ADB19}" type="datetimeFigureOut">
              <a:rPr lang="en-ZA" smtClean="0"/>
              <a:t>2026/03/26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B0FDF-195F-11C1-1FBD-7E6B8BC69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2BEB5-FBC0-95D1-C983-BC240671B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85401-6C00-4282-8CC4-D8AFE6B37C0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22451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52A43-455E-01E3-5EE2-AE74AEF7F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F9051-0897-2F8E-D245-EDB2F114A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9E396-F7E3-91B7-E41B-9C259C4B4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FB792-C649-4D84-A3B9-430A8B1ADB19}" type="datetimeFigureOut">
              <a:rPr lang="en-ZA" smtClean="0"/>
              <a:t>2026/03/26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59CAC-0CE5-FA0E-FF1E-B159930C6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AAD58-1F89-93B0-C204-0BAA92A5D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85401-6C00-4282-8CC4-D8AFE6B37C0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52817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1CE1A-E057-A2E0-4665-FA4303575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FFB0E-FD30-F077-A8E6-3337D5093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8290E-E3CA-999E-1C31-1491EB858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FB792-C649-4D84-A3B9-430A8B1ADB19}" type="datetimeFigureOut">
              <a:rPr lang="en-ZA" smtClean="0"/>
              <a:t>2026/03/26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0645A-03FA-66A4-ADC8-C6EC9F9C8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87294-4416-B9D4-1639-7616C4896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85401-6C00-4282-8CC4-D8AFE6B37C0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66406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6920C-C2AD-EAD4-644C-EBEFDD5FE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70FEC-4C0F-CF23-0323-816617E386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78E994-12F3-FA4A-CD08-E590E5A0AD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14FB2-BC05-C9DE-F709-7278ECD4D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FB792-C649-4D84-A3B9-430A8B1ADB19}" type="datetimeFigureOut">
              <a:rPr lang="en-ZA" smtClean="0"/>
              <a:t>2026/03/26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CF976-9602-CEBD-097B-D09FEEC37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3567-3231-048C-6788-1C7050980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85401-6C00-4282-8CC4-D8AFE6B37C0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67405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0D867-4059-FA14-161D-57F8E4A30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D8333-5C9B-6E2A-23DC-64C4EB7E5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90E9EE-7FA5-41EE-463F-CCE7B5177A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3A9016-D41F-2CF2-8212-342A59EA7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919A7F-E994-7E18-56B7-6E94D7133D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C95DDB-54B0-BDD8-BCA2-8ABC22334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FB792-C649-4D84-A3B9-430A8B1ADB19}" type="datetimeFigureOut">
              <a:rPr lang="en-ZA" smtClean="0"/>
              <a:t>2026/03/26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1CBE81-6F78-9D40-3C5B-58F15275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A463B7-9247-FFC1-FB7F-9F61672B9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85401-6C00-4282-8CC4-D8AFE6B37C0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48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AFD7F-25D4-27F3-EF4C-E92A255F1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91D641-56C0-8D9F-929C-D313D1B09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FB792-C649-4D84-A3B9-430A8B1ADB19}" type="datetimeFigureOut">
              <a:rPr lang="en-ZA" smtClean="0"/>
              <a:t>2026/03/26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AD256C-98D7-EE97-8D19-9188982D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6B36A6-ABE7-C736-5A21-D628E6D65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85401-6C00-4282-8CC4-D8AFE6B37C0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27555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A389D-F372-C48E-BE63-A41333A82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FB792-C649-4D84-A3B9-430A8B1ADB19}" type="datetimeFigureOut">
              <a:rPr lang="en-ZA" smtClean="0"/>
              <a:t>2026/03/26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902E56-3A52-3BCB-300D-32D5A3945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D1F40-F128-001B-EF24-9173BE7F6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85401-6C00-4282-8CC4-D8AFE6B37C0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57017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E2B05-510C-D7C6-33BC-34531F2D9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9B8C7-0D0E-D004-3B73-370DC648C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78337-7296-AFD0-D2C0-4681A646FE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E7746F-AF4E-1F11-A429-1C8A0959A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FB792-C649-4D84-A3B9-430A8B1ADB19}" type="datetimeFigureOut">
              <a:rPr lang="en-ZA" smtClean="0"/>
              <a:t>2026/03/26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F5554-C368-02BF-776F-E9B7ADA6D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953F71-1CF2-2344-016A-67C29A1B8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85401-6C00-4282-8CC4-D8AFE6B37C0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5910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58AEC-4A03-D4B2-0DCD-7C02259AC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CABE4D-4AB8-D684-571C-2CFBA4F2C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BA7A27-917C-361C-5D0B-863E1F7DB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DC05F-1F6A-D2EA-DC8C-C19BFECCA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FB792-C649-4D84-A3B9-430A8B1ADB19}" type="datetimeFigureOut">
              <a:rPr lang="en-ZA" smtClean="0"/>
              <a:t>2026/03/26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58831B-5CC0-6020-F183-3D142E1CD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AB41D-DA4E-6B56-190F-27735842A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85401-6C00-4282-8CC4-D8AFE6B37C0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06174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5C18A-33FD-B781-BCE4-EC24448F6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E89894-7CE2-4E86-86D9-0486480A1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AFC73-7097-3C6B-0B56-3B5A523FC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FB792-C649-4D84-A3B9-430A8B1ADB19}" type="datetimeFigureOut">
              <a:rPr lang="en-ZA" smtClean="0"/>
              <a:t>2026/03/26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95779-991E-13D8-DDA5-0E1FD4608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95288-FB62-A90D-3A79-6BD3D209A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85401-6C00-4282-8CC4-D8AFE6B37C0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87903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5E4541-4F18-2EBE-54C9-2B76FEB09B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C9D503-1D96-7CAE-E275-CBC483976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671A4-419B-2B12-1A67-22DA6366B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FB792-C649-4D84-A3B9-430A8B1ADB19}" type="datetimeFigureOut">
              <a:rPr lang="en-ZA" smtClean="0"/>
              <a:t>2026/03/26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B2E40-2575-7700-6EAD-14F6253F3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E46B8-A733-7B77-2DA5-15C6E75C8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85401-6C00-4282-8CC4-D8AFE6B37C0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11702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65657C-1E17-4475-5FE4-599F787A3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946151-8BA9-7473-477C-B3460D96F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652CF5-1EBC-BF04-4AA1-220EFCAE75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3FB792-C649-4D84-A3B9-430A8B1ADB19}" type="datetimeFigureOut">
              <a:rPr lang="en-ZA" smtClean="0"/>
              <a:t>2026/03/26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CEB79-6783-BF8B-4744-1757BD3450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53519-DE71-023E-0A27-E7027B7528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385401-6C00-4282-8CC4-D8AFE6B37C0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52002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99" Type="http://schemas.openxmlformats.org/officeDocument/2006/relationships/image" Target="../media/image148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customXml" Target="../ink/ink80.xml"/><Relationship Id="rId324" Type="http://schemas.openxmlformats.org/officeDocument/2006/relationships/customXml" Target="../ink/ink163.xml"/><Relationship Id="rId366" Type="http://schemas.openxmlformats.org/officeDocument/2006/relationships/customXml" Target="../ink/ink184.xml"/><Relationship Id="rId170" Type="http://schemas.openxmlformats.org/officeDocument/2006/relationships/image" Target="../media/image84.png"/><Relationship Id="rId226" Type="http://schemas.openxmlformats.org/officeDocument/2006/relationships/customXml" Target="../ink/ink114.xml"/><Relationship Id="rId268" Type="http://schemas.openxmlformats.org/officeDocument/2006/relationships/customXml" Target="../ink/ink135.xml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335" Type="http://schemas.openxmlformats.org/officeDocument/2006/relationships/image" Target="../media/image166.png"/><Relationship Id="rId377" Type="http://schemas.openxmlformats.org/officeDocument/2006/relationships/image" Target="../media/image187.png"/><Relationship Id="rId5" Type="http://schemas.openxmlformats.org/officeDocument/2006/relationships/image" Target="../media/image2.png"/><Relationship Id="rId181" Type="http://schemas.openxmlformats.org/officeDocument/2006/relationships/customXml" Target="../ink/ink91.xml"/><Relationship Id="rId237" Type="http://schemas.openxmlformats.org/officeDocument/2006/relationships/image" Target="../media/image117.png"/><Relationship Id="rId402" Type="http://schemas.openxmlformats.org/officeDocument/2006/relationships/customXml" Target="../ink/ink202.xml"/><Relationship Id="rId279" Type="http://schemas.openxmlformats.org/officeDocument/2006/relationships/image" Target="../media/image138.png"/><Relationship Id="rId43" Type="http://schemas.openxmlformats.org/officeDocument/2006/relationships/image" Target="../media/image21.png"/><Relationship Id="rId139" Type="http://schemas.openxmlformats.org/officeDocument/2006/relationships/customXml" Target="../ink/ink70.xml"/><Relationship Id="rId290" Type="http://schemas.openxmlformats.org/officeDocument/2006/relationships/customXml" Target="../ink/ink146.xml"/><Relationship Id="rId304" Type="http://schemas.openxmlformats.org/officeDocument/2006/relationships/customXml" Target="../ink/ink153.xml"/><Relationship Id="rId346" Type="http://schemas.openxmlformats.org/officeDocument/2006/relationships/customXml" Target="../ink/ink174.xml"/><Relationship Id="rId388" Type="http://schemas.openxmlformats.org/officeDocument/2006/relationships/customXml" Target="../ink/ink195.xml"/><Relationship Id="rId85" Type="http://schemas.openxmlformats.org/officeDocument/2006/relationships/image" Target="../media/image42.png"/><Relationship Id="rId150" Type="http://schemas.openxmlformats.org/officeDocument/2006/relationships/image" Target="../media/image74.png"/><Relationship Id="rId192" Type="http://schemas.openxmlformats.org/officeDocument/2006/relationships/customXml" Target="../ink/ink97.xml"/><Relationship Id="rId206" Type="http://schemas.openxmlformats.org/officeDocument/2006/relationships/customXml" Target="../ink/ink104.xml"/><Relationship Id="rId248" Type="http://schemas.openxmlformats.org/officeDocument/2006/relationships/customXml" Target="../ink/ink125.xml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image" Target="../media/image156.png"/><Relationship Id="rId357" Type="http://schemas.openxmlformats.org/officeDocument/2006/relationships/image" Target="../media/image177.png"/><Relationship Id="rId54" Type="http://schemas.openxmlformats.org/officeDocument/2006/relationships/customXml" Target="../ink/ink27.xml"/><Relationship Id="rId96" Type="http://schemas.openxmlformats.org/officeDocument/2006/relationships/customXml" Target="../ink/ink48.xml"/><Relationship Id="rId161" Type="http://schemas.openxmlformats.org/officeDocument/2006/relationships/customXml" Target="../ink/ink81.xml"/><Relationship Id="rId217" Type="http://schemas.openxmlformats.org/officeDocument/2006/relationships/image" Target="../media/image107.png"/><Relationship Id="rId399" Type="http://schemas.openxmlformats.org/officeDocument/2006/relationships/image" Target="../media/image198.png"/><Relationship Id="rId259" Type="http://schemas.openxmlformats.org/officeDocument/2006/relationships/image" Target="../media/image128.png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270" Type="http://schemas.openxmlformats.org/officeDocument/2006/relationships/customXml" Target="../ink/ink136.xml"/><Relationship Id="rId326" Type="http://schemas.openxmlformats.org/officeDocument/2006/relationships/customXml" Target="../ink/ink164.xml"/><Relationship Id="rId65" Type="http://schemas.openxmlformats.org/officeDocument/2006/relationships/image" Target="../media/image32.png"/><Relationship Id="rId130" Type="http://schemas.openxmlformats.org/officeDocument/2006/relationships/customXml" Target="../ink/ink65.xml"/><Relationship Id="rId368" Type="http://schemas.openxmlformats.org/officeDocument/2006/relationships/customXml" Target="../ink/ink185.xml"/><Relationship Id="rId172" Type="http://schemas.openxmlformats.org/officeDocument/2006/relationships/image" Target="../media/image85.png"/><Relationship Id="rId228" Type="http://schemas.openxmlformats.org/officeDocument/2006/relationships/customXml" Target="../ink/ink115.xml"/><Relationship Id="rId281" Type="http://schemas.openxmlformats.org/officeDocument/2006/relationships/image" Target="../media/image139.png"/><Relationship Id="rId337" Type="http://schemas.openxmlformats.org/officeDocument/2006/relationships/image" Target="../media/image167.png"/><Relationship Id="rId34" Type="http://schemas.openxmlformats.org/officeDocument/2006/relationships/customXml" Target="../ink/ink17.xml"/><Relationship Id="rId76" Type="http://schemas.openxmlformats.org/officeDocument/2006/relationships/customXml" Target="../ink/ink38.xml"/><Relationship Id="rId141" Type="http://schemas.openxmlformats.org/officeDocument/2006/relationships/customXml" Target="../ink/ink71.xml"/><Relationship Id="rId379" Type="http://schemas.openxmlformats.org/officeDocument/2006/relationships/image" Target="../media/image188.png"/><Relationship Id="rId7" Type="http://schemas.openxmlformats.org/officeDocument/2006/relationships/image" Target="../media/image3.png"/><Relationship Id="rId183" Type="http://schemas.openxmlformats.org/officeDocument/2006/relationships/customXml" Target="../ink/ink92.xml"/><Relationship Id="rId239" Type="http://schemas.openxmlformats.org/officeDocument/2006/relationships/image" Target="../media/image118.png"/><Relationship Id="rId390" Type="http://schemas.openxmlformats.org/officeDocument/2006/relationships/customXml" Target="../ink/ink196.xml"/><Relationship Id="rId404" Type="http://schemas.openxmlformats.org/officeDocument/2006/relationships/customXml" Target="../ink/ink203.xml"/><Relationship Id="rId250" Type="http://schemas.openxmlformats.org/officeDocument/2006/relationships/customXml" Target="../ink/ink126.xml"/><Relationship Id="rId292" Type="http://schemas.openxmlformats.org/officeDocument/2006/relationships/customXml" Target="../ink/ink147.xml"/><Relationship Id="rId306" Type="http://schemas.openxmlformats.org/officeDocument/2006/relationships/customXml" Target="../ink/ink154.xml"/><Relationship Id="rId45" Type="http://schemas.openxmlformats.org/officeDocument/2006/relationships/image" Target="../media/image22.png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348" Type="http://schemas.openxmlformats.org/officeDocument/2006/relationships/customXml" Target="../ink/ink175.xml"/><Relationship Id="rId152" Type="http://schemas.openxmlformats.org/officeDocument/2006/relationships/image" Target="../media/image75.png"/><Relationship Id="rId194" Type="http://schemas.openxmlformats.org/officeDocument/2006/relationships/customXml" Target="../ink/ink98.xml"/><Relationship Id="rId208" Type="http://schemas.openxmlformats.org/officeDocument/2006/relationships/customXml" Target="../ink/ink105.xml"/><Relationship Id="rId261" Type="http://schemas.openxmlformats.org/officeDocument/2006/relationships/image" Target="../media/image129.png"/><Relationship Id="rId14" Type="http://schemas.openxmlformats.org/officeDocument/2006/relationships/customXml" Target="../ink/ink7.xml"/><Relationship Id="rId56" Type="http://schemas.openxmlformats.org/officeDocument/2006/relationships/customXml" Target="../ink/ink28.xml"/><Relationship Id="rId317" Type="http://schemas.openxmlformats.org/officeDocument/2006/relationships/image" Target="../media/image157.png"/><Relationship Id="rId359" Type="http://schemas.openxmlformats.org/officeDocument/2006/relationships/image" Target="../media/image178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63" Type="http://schemas.openxmlformats.org/officeDocument/2006/relationships/customXml" Target="../ink/ink82.xml"/><Relationship Id="rId219" Type="http://schemas.openxmlformats.org/officeDocument/2006/relationships/image" Target="../media/image108.png"/><Relationship Id="rId370" Type="http://schemas.openxmlformats.org/officeDocument/2006/relationships/customXml" Target="../ink/ink186.xml"/><Relationship Id="rId230" Type="http://schemas.openxmlformats.org/officeDocument/2006/relationships/customXml" Target="../ink/ink116.xml"/><Relationship Id="rId25" Type="http://schemas.openxmlformats.org/officeDocument/2006/relationships/image" Target="../media/image12.png"/><Relationship Id="rId67" Type="http://schemas.openxmlformats.org/officeDocument/2006/relationships/image" Target="../media/image33.png"/><Relationship Id="rId272" Type="http://schemas.openxmlformats.org/officeDocument/2006/relationships/customXml" Target="../ink/ink137.xml"/><Relationship Id="rId328" Type="http://schemas.openxmlformats.org/officeDocument/2006/relationships/customXml" Target="../ink/ink165.xml"/><Relationship Id="rId132" Type="http://schemas.openxmlformats.org/officeDocument/2006/relationships/customXml" Target="../ink/ink66.xml"/><Relationship Id="rId174" Type="http://schemas.openxmlformats.org/officeDocument/2006/relationships/image" Target="../media/image86.png"/><Relationship Id="rId381" Type="http://schemas.openxmlformats.org/officeDocument/2006/relationships/image" Target="../media/image189.png"/><Relationship Id="rId241" Type="http://schemas.openxmlformats.org/officeDocument/2006/relationships/image" Target="../media/image119.png"/><Relationship Id="rId36" Type="http://schemas.openxmlformats.org/officeDocument/2006/relationships/customXml" Target="../ink/ink18.xml"/><Relationship Id="rId283" Type="http://schemas.openxmlformats.org/officeDocument/2006/relationships/image" Target="../media/image140.png"/><Relationship Id="rId339" Type="http://schemas.openxmlformats.org/officeDocument/2006/relationships/image" Target="../media/image168.png"/><Relationship Id="rId78" Type="http://schemas.openxmlformats.org/officeDocument/2006/relationships/customXml" Target="../ink/ink39.xml"/><Relationship Id="rId101" Type="http://schemas.openxmlformats.org/officeDocument/2006/relationships/image" Target="../media/image50.png"/><Relationship Id="rId143" Type="http://schemas.openxmlformats.org/officeDocument/2006/relationships/customXml" Target="../ink/ink72.xml"/><Relationship Id="rId185" Type="http://schemas.openxmlformats.org/officeDocument/2006/relationships/customXml" Target="../ink/ink93.xml"/><Relationship Id="rId350" Type="http://schemas.openxmlformats.org/officeDocument/2006/relationships/customXml" Target="../ink/ink176.xml"/><Relationship Id="rId9" Type="http://schemas.openxmlformats.org/officeDocument/2006/relationships/image" Target="../media/image4.png"/><Relationship Id="rId210" Type="http://schemas.openxmlformats.org/officeDocument/2006/relationships/customXml" Target="../ink/ink106.xml"/><Relationship Id="rId392" Type="http://schemas.openxmlformats.org/officeDocument/2006/relationships/customXml" Target="../ink/ink197.xml"/><Relationship Id="rId252" Type="http://schemas.openxmlformats.org/officeDocument/2006/relationships/customXml" Target="../ink/ink127.xml"/><Relationship Id="rId294" Type="http://schemas.openxmlformats.org/officeDocument/2006/relationships/customXml" Target="../ink/ink148.xml"/><Relationship Id="rId308" Type="http://schemas.openxmlformats.org/officeDocument/2006/relationships/customXml" Target="../ink/ink155.xml"/><Relationship Id="rId47" Type="http://schemas.openxmlformats.org/officeDocument/2006/relationships/image" Target="../media/image23.png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54" Type="http://schemas.openxmlformats.org/officeDocument/2006/relationships/image" Target="../media/image76.png"/><Relationship Id="rId361" Type="http://schemas.openxmlformats.org/officeDocument/2006/relationships/image" Target="../media/image179.png"/><Relationship Id="rId196" Type="http://schemas.openxmlformats.org/officeDocument/2006/relationships/customXml" Target="../ink/ink99.xml"/><Relationship Id="rId16" Type="http://schemas.openxmlformats.org/officeDocument/2006/relationships/customXml" Target="../ink/ink8.xml"/><Relationship Id="rId221" Type="http://schemas.openxmlformats.org/officeDocument/2006/relationships/image" Target="../media/image109.png"/><Relationship Id="rId263" Type="http://schemas.openxmlformats.org/officeDocument/2006/relationships/image" Target="../media/image130.png"/><Relationship Id="rId319" Type="http://schemas.openxmlformats.org/officeDocument/2006/relationships/image" Target="../media/image158.png"/><Relationship Id="rId58" Type="http://schemas.openxmlformats.org/officeDocument/2006/relationships/customXml" Target="../ink/ink29.xml"/><Relationship Id="rId123" Type="http://schemas.openxmlformats.org/officeDocument/2006/relationships/image" Target="../media/image61.png"/><Relationship Id="rId330" Type="http://schemas.openxmlformats.org/officeDocument/2006/relationships/customXml" Target="../ink/ink166.xml"/><Relationship Id="rId165" Type="http://schemas.openxmlformats.org/officeDocument/2006/relationships/customXml" Target="../ink/ink83.xml"/><Relationship Id="rId372" Type="http://schemas.openxmlformats.org/officeDocument/2006/relationships/customXml" Target="../ink/ink187.xml"/><Relationship Id="rId211" Type="http://schemas.openxmlformats.org/officeDocument/2006/relationships/image" Target="../media/image104.png"/><Relationship Id="rId232" Type="http://schemas.openxmlformats.org/officeDocument/2006/relationships/customXml" Target="../ink/ink117.xml"/><Relationship Id="rId253" Type="http://schemas.openxmlformats.org/officeDocument/2006/relationships/image" Target="../media/image125.png"/><Relationship Id="rId274" Type="http://schemas.openxmlformats.org/officeDocument/2006/relationships/customXml" Target="../ink/ink138.xml"/><Relationship Id="rId295" Type="http://schemas.openxmlformats.org/officeDocument/2006/relationships/image" Target="../media/image146.png"/><Relationship Id="rId309" Type="http://schemas.openxmlformats.org/officeDocument/2006/relationships/image" Target="../media/image153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320" Type="http://schemas.openxmlformats.org/officeDocument/2006/relationships/customXml" Target="../ink/ink161.xml"/><Relationship Id="rId80" Type="http://schemas.openxmlformats.org/officeDocument/2006/relationships/customXml" Target="../ink/ink40.xml"/><Relationship Id="rId155" Type="http://schemas.openxmlformats.org/officeDocument/2006/relationships/customXml" Target="../ink/ink78.xml"/><Relationship Id="rId176" Type="http://schemas.openxmlformats.org/officeDocument/2006/relationships/image" Target="../media/image87.png"/><Relationship Id="rId197" Type="http://schemas.openxmlformats.org/officeDocument/2006/relationships/image" Target="../media/image97.png"/><Relationship Id="rId341" Type="http://schemas.openxmlformats.org/officeDocument/2006/relationships/image" Target="../media/image169.png"/><Relationship Id="rId362" Type="http://schemas.openxmlformats.org/officeDocument/2006/relationships/customXml" Target="../ink/ink182.xml"/><Relationship Id="rId383" Type="http://schemas.openxmlformats.org/officeDocument/2006/relationships/image" Target="../media/image190.png"/><Relationship Id="rId201" Type="http://schemas.openxmlformats.org/officeDocument/2006/relationships/image" Target="../media/image99.png"/><Relationship Id="rId222" Type="http://schemas.openxmlformats.org/officeDocument/2006/relationships/customXml" Target="../ink/ink112.xml"/><Relationship Id="rId243" Type="http://schemas.openxmlformats.org/officeDocument/2006/relationships/image" Target="../media/image120.png"/><Relationship Id="rId264" Type="http://schemas.openxmlformats.org/officeDocument/2006/relationships/customXml" Target="../ink/ink133.xml"/><Relationship Id="rId285" Type="http://schemas.openxmlformats.org/officeDocument/2006/relationships/image" Target="../media/image141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310" Type="http://schemas.openxmlformats.org/officeDocument/2006/relationships/customXml" Target="../ink/ink156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customXml" Target="../ink/ink73.xml"/><Relationship Id="rId166" Type="http://schemas.openxmlformats.org/officeDocument/2006/relationships/image" Target="../media/image82.png"/><Relationship Id="rId187" Type="http://schemas.openxmlformats.org/officeDocument/2006/relationships/customXml" Target="../ink/ink94.xml"/><Relationship Id="rId331" Type="http://schemas.openxmlformats.org/officeDocument/2006/relationships/image" Target="../media/image164.png"/><Relationship Id="rId352" Type="http://schemas.openxmlformats.org/officeDocument/2006/relationships/customXml" Target="../ink/ink177.xml"/><Relationship Id="rId373" Type="http://schemas.openxmlformats.org/officeDocument/2006/relationships/image" Target="../media/image185.png"/><Relationship Id="rId394" Type="http://schemas.openxmlformats.org/officeDocument/2006/relationships/customXml" Target="../ink/ink198.xml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07.xml"/><Relationship Id="rId233" Type="http://schemas.openxmlformats.org/officeDocument/2006/relationships/image" Target="../media/image115.png"/><Relationship Id="rId254" Type="http://schemas.openxmlformats.org/officeDocument/2006/relationships/customXml" Target="../ink/ink128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275" Type="http://schemas.openxmlformats.org/officeDocument/2006/relationships/image" Target="../media/image136.png"/><Relationship Id="rId296" Type="http://schemas.openxmlformats.org/officeDocument/2006/relationships/customXml" Target="../ink/ink149.xml"/><Relationship Id="rId300" Type="http://schemas.openxmlformats.org/officeDocument/2006/relationships/customXml" Target="../ink/ink151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customXml" Target="../ink/ink68.xml"/><Relationship Id="rId156" Type="http://schemas.openxmlformats.org/officeDocument/2006/relationships/image" Target="../media/image77.png"/><Relationship Id="rId177" Type="http://schemas.openxmlformats.org/officeDocument/2006/relationships/customXml" Target="../ink/ink89.xml"/><Relationship Id="rId198" Type="http://schemas.openxmlformats.org/officeDocument/2006/relationships/customXml" Target="../ink/ink100.xml"/><Relationship Id="rId321" Type="http://schemas.openxmlformats.org/officeDocument/2006/relationships/image" Target="../media/image159.png"/><Relationship Id="rId342" Type="http://schemas.openxmlformats.org/officeDocument/2006/relationships/customXml" Target="../ink/ink172.xml"/><Relationship Id="rId363" Type="http://schemas.openxmlformats.org/officeDocument/2006/relationships/image" Target="../media/image180.png"/><Relationship Id="rId384" Type="http://schemas.openxmlformats.org/officeDocument/2006/relationships/customXml" Target="../ink/ink193.xml"/><Relationship Id="rId202" Type="http://schemas.openxmlformats.org/officeDocument/2006/relationships/customXml" Target="../ink/ink102.xml"/><Relationship Id="rId223" Type="http://schemas.openxmlformats.org/officeDocument/2006/relationships/image" Target="../media/image110.png"/><Relationship Id="rId244" Type="http://schemas.openxmlformats.org/officeDocument/2006/relationships/customXml" Target="../ink/ink123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image" Target="../media/image131.png"/><Relationship Id="rId286" Type="http://schemas.openxmlformats.org/officeDocument/2006/relationships/customXml" Target="../ink/ink144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image" Target="../media/image72.png"/><Relationship Id="rId167" Type="http://schemas.openxmlformats.org/officeDocument/2006/relationships/customXml" Target="../ink/ink84.xml"/><Relationship Id="rId188" Type="http://schemas.openxmlformats.org/officeDocument/2006/relationships/image" Target="../media/image93.png"/><Relationship Id="rId311" Type="http://schemas.openxmlformats.org/officeDocument/2006/relationships/image" Target="../media/image154.png"/><Relationship Id="rId332" Type="http://schemas.openxmlformats.org/officeDocument/2006/relationships/customXml" Target="../ink/ink167.xml"/><Relationship Id="rId353" Type="http://schemas.openxmlformats.org/officeDocument/2006/relationships/image" Target="../media/image175.png"/><Relationship Id="rId374" Type="http://schemas.openxmlformats.org/officeDocument/2006/relationships/customXml" Target="../ink/ink188.xml"/><Relationship Id="rId395" Type="http://schemas.openxmlformats.org/officeDocument/2006/relationships/image" Target="../media/image196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13" Type="http://schemas.openxmlformats.org/officeDocument/2006/relationships/image" Target="../media/image105.png"/><Relationship Id="rId234" Type="http://schemas.openxmlformats.org/officeDocument/2006/relationships/customXml" Target="../ink/ink118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openxmlformats.org/officeDocument/2006/relationships/image" Target="../media/image126.png"/><Relationship Id="rId276" Type="http://schemas.openxmlformats.org/officeDocument/2006/relationships/customXml" Target="../ink/ink139.xml"/><Relationship Id="rId297" Type="http://schemas.openxmlformats.org/officeDocument/2006/relationships/image" Target="../media/image147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image" Target="../media/image67.png"/><Relationship Id="rId157" Type="http://schemas.openxmlformats.org/officeDocument/2006/relationships/customXml" Target="../ink/ink79.xml"/><Relationship Id="rId178" Type="http://schemas.openxmlformats.org/officeDocument/2006/relationships/image" Target="../media/image88.png"/><Relationship Id="rId301" Type="http://schemas.openxmlformats.org/officeDocument/2006/relationships/image" Target="../media/image149.png"/><Relationship Id="rId322" Type="http://schemas.openxmlformats.org/officeDocument/2006/relationships/customXml" Target="../ink/ink162.xml"/><Relationship Id="rId343" Type="http://schemas.openxmlformats.org/officeDocument/2006/relationships/image" Target="../media/image170.png"/><Relationship Id="rId364" Type="http://schemas.openxmlformats.org/officeDocument/2006/relationships/customXml" Target="../ink/ink183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9" Type="http://schemas.openxmlformats.org/officeDocument/2006/relationships/image" Target="../media/image98.png"/><Relationship Id="rId203" Type="http://schemas.openxmlformats.org/officeDocument/2006/relationships/image" Target="../media/image100.png"/><Relationship Id="rId385" Type="http://schemas.openxmlformats.org/officeDocument/2006/relationships/image" Target="../media/image191.png"/><Relationship Id="rId19" Type="http://schemas.openxmlformats.org/officeDocument/2006/relationships/image" Target="../media/image9.png"/><Relationship Id="rId224" Type="http://schemas.openxmlformats.org/officeDocument/2006/relationships/customXml" Target="../ink/ink113.xml"/><Relationship Id="rId245" Type="http://schemas.openxmlformats.org/officeDocument/2006/relationships/image" Target="../media/image121.png"/><Relationship Id="rId266" Type="http://schemas.openxmlformats.org/officeDocument/2006/relationships/customXml" Target="../ink/ink134.xml"/><Relationship Id="rId287" Type="http://schemas.openxmlformats.org/officeDocument/2006/relationships/image" Target="../media/image142.png"/><Relationship Id="rId30" Type="http://schemas.openxmlformats.org/officeDocument/2006/relationships/customXml" Target="../ink/ink15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customXml" Target="../ink/ink74.xml"/><Relationship Id="rId168" Type="http://schemas.openxmlformats.org/officeDocument/2006/relationships/image" Target="../media/image83.png"/><Relationship Id="rId312" Type="http://schemas.openxmlformats.org/officeDocument/2006/relationships/customXml" Target="../ink/ink157.xml"/><Relationship Id="rId333" Type="http://schemas.openxmlformats.org/officeDocument/2006/relationships/image" Target="../media/image165.png"/><Relationship Id="rId354" Type="http://schemas.openxmlformats.org/officeDocument/2006/relationships/customXml" Target="../ink/ink178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189" Type="http://schemas.openxmlformats.org/officeDocument/2006/relationships/customXml" Target="../ink/ink95.xml"/><Relationship Id="rId375" Type="http://schemas.openxmlformats.org/officeDocument/2006/relationships/image" Target="../media/image186.png"/><Relationship Id="rId396" Type="http://schemas.openxmlformats.org/officeDocument/2006/relationships/customXml" Target="../ink/ink199.xml"/><Relationship Id="rId3" Type="http://schemas.openxmlformats.org/officeDocument/2006/relationships/image" Target="../media/image1.png"/><Relationship Id="rId214" Type="http://schemas.openxmlformats.org/officeDocument/2006/relationships/customXml" Target="../ink/ink108.xml"/><Relationship Id="rId235" Type="http://schemas.openxmlformats.org/officeDocument/2006/relationships/image" Target="../media/image116.png"/><Relationship Id="rId256" Type="http://schemas.openxmlformats.org/officeDocument/2006/relationships/customXml" Target="../ink/ink129.xml"/><Relationship Id="rId277" Type="http://schemas.openxmlformats.org/officeDocument/2006/relationships/image" Target="../media/image137.png"/><Relationship Id="rId298" Type="http://schemas.openxmlformats.org/officeDocument/2006/relationships/customXml" Target="../ink/ink150.xml"/><Relationship Id="rId400" Type="http://schemas.openxmlformats.org/officeDocument/2006/relationships/customXml" Target="../ink/ink201.xml"/><Relationship Id="rId116" Type="http://schemas.openxmlformats.org/officeDocument/2006/relationships/customXml" Target="../ink/ink58.xml"/><Relationship Id="rId137" Type="http://schemas.openxmlformats.org/officeDocument/2006/relationships/customXml" Target="../ink/ink69.xml"/><Relationship Id="rId158" Type="http://schemas.openxmlformats.org/officeDocument/2006/relationships/image" Target="../media/image78.png"/><Relationship Id="rId302" Type="http://schemas.openxmlformats.org/officeDocument/2006/relationships/customXml" Target="../ink/ink152.xml"/><Relationship Id="rId323" Type="http://schemas.openxmlformats.org/officeDocument/2006/relationships/image" Target="../media/image160.png"/><Relationship Id="rId344" Type="http://schemas.openxmlformats.org/officeDocument/2006/relationships/customXml" Target="../ink/ink173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179" Type="http://schemas.openxmlformats.org/officeDocument/2006/relationships/customXml" Target="../ink/ink90.xml"/><Relationship Id="rId365" Type="http://schemas.openxmlformats.org/officeDocument/2006/relationships/image" Target="../media/image181.png"/><Relationship Id="rId386" Type="http://schemas.openxmlformats.org/officeDocument/2006/relationships/customXml" Target="../ink/ink194.xml"/><Relationship Id="rId190" Type="http://schemas.openxmlformats.org/officeDocument/2006/relationships/image" Target="../media/image94.png"/><Relationship Id="rId204" Type="http://schemas.openxmlformats.org/officeDocument/2006/relationships/customXml" Target="../ink/ink103.xml"/><Relationship Id="rId225" Type="http://schemas.openxmlformats.org/officeDocument/2006/relationships/image" Target="../media/image111.png"/><Relationship Id="rId246" Type="http://schemas.openxmlformats.org/officeDocument/2006/relationships/customXml" Target="../ink/ink124.xml"/><Relationship Id="rId267" Type="http://schemas.openxmlformats.org/officeDocument/2006/relationships/image" Target="../media/image132.png"/><Relationship Id="rId288" Type="http://schemas.openxmlformats.org/officeDocument/2006/relationships/customXml" Target="../ink/ink145.xml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313" Type="http://schemas.openxmlformats.org/officeDocument/2006/relationships/image" Target="../media/image155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7.xml"/><Relationship Id="rId148" Type="http://schemas.openxmlformats.org/officeDocument/2006/relationships/image" Target="../media/image73.png"/><Relationship Id="rId169" Type="http://schemas.openxmlformats.org/officeDocument/2006/relationships/customXml" Target="../ink/ink85.xml"/><Relationship Id="rId334" Type="http://schemas.openxmlformats.org/officeDocument/2006/relationships/customXml" Target="../ink/ink168.xml"/><Relationship Id="rId355" Type="http://schemas.openxmlformats.org/officeDocument/2006/relationships/image" Target="../media/image176.png"/><Relationship Id="rId376" Type="http://schemas.openxmlformats.org/officeDocument/2006/relationships/customXml" Target="../ink/ink189.xml"/><Relationship Id="rId397" Type="http://schemas.openxmlformats.org/officeDocument/2006/relationships/image" Target="../media/image197.png"/><Relationship Id="rId4" Type="http://schemas.openxmlformats.org/officeDocument/2006/relationships/customXml" Target="../ink/ink2.xml"/><Relationship Id="rId180" Type="http://schemas.openxmlformats.org/officeDocument/2006/relationships/image" Target="../media/image89.png"/><Relationship Id="rId215" Type="http://schemas.openxmlformats.org/officeDocument/2006/relationships/image" Target="../media/image106.png"/><Relationship Id="rId236" Type="http://schemas.openxmlformats.org/officeDocument/2006/relationships/customXml" Target="../ink/ink119.xml"/><Relationship Id="rId257" Type="http://schemas.openxmlformats.org/officeDocument/2006/relationships/image" Target="../media/image127.png"/><Relationship Id="rId278" Type="http://schemas.openxmlformats.org/officeDocument/2006/relationships/customXml" Target="../ink/ink140.xml"/><Relationship Id="rId401" Type="http://schemas.openxmlformats.org/officeDocument/2006/relationships/image" Target="../media/image199.png"/><Relationship Id="rId303" Type="http://schemas.openxmlformats.org/officeDocument/2006/relationships/image" Target="../media/image150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image" Target="../media/image68.png"/><Relationship Id="rId345" Type="http://schemas.openxmlformats.org/officeDocument/2006/relationships/image" Target="../media/image171.png"/><Relationship Id="rId387" Type="http://schemas.openxmlformats.org/officeDocument/2006/relationships/image" Target="../media/image192.png"/><Relationship Id="rId191" Type="http://schemas.openxmlformats.org/officeDocument/2006/relationships/customXml" Target="../ink/ink96.xml"/><Relationship Id="rId205" Type="http://schemas.openxmlformats.org/officeDocument/2006/relationships/image" Target="../media/image101.png"/><Relationship Id="rId247" Type="http://schemas.openxmlformats.org/officeDocument/2006/relationships/image" Target="../media/image122.png"/><Relationship Id="rId107" Type="http://schemas.openxmlformats.org/officeDocument/2006/relationships/image" Target="../media/image53.png"/><Relationship Id="rId289" Type="http://schemas.openxmlformats.org/officeDocument/2006/relationships/image" Target="../media/image143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customXml" Target="../ink/ink75.xml"/><Relationship Id="rId314" Type="http://schemas.openxmlformats.org/officeDocument/2006/relationships/customXml" Target="../ink/ink158.xml"/><Relationship Id="rId356" Type="http://schemas.openxmlformats.org/officeDocument/2006/relationships/customXml" Target="../ink/ink179.xml"/><Relationship Id="rId398" Type="http://schemas.openxmlformats.org/officeDocument/2006/relationships/customXml" Target="../ink/ink200.xml"/><Relationship Id="rId95" Type="http://schemas.openxmlformats.org/officeDocument/2006/relationships/image" Target="../media/image47.png"/><Relationship Id="rId160" Type="http://schemas.openxmlformats.org/officeDocument/2006/relationships/image" Target="../media/image79.png"/><Relationship Id="rId216" Type="http://schemas.openxmlformats.org/officeDocument/2006/relationships/customXml" Target="../ink/ink109.xml"/><Relationship Id="rId258" Type="http://schemas.openxmlformats.org/officeDocument/2006/relationships/customXml" Target="../ink/ink130.xml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image" Target="../media/image161.png"/><Relationship Id="rId367" Type="http://schemas.openxmlformats.org/officeDocument/2006/relationships/image" Target="../media/image182.png"/><Relationship Id="rId171" Type="http://schemas.openxmlformats.org/officeDocument/2006/relationships/customXml" Target="../ink/ink86.xml"/><Relationship Id="rId227" Type="http://schemas.openxmlformats.org/officeDocument/2006/relationships/image" Target="../media/image112.png"/><Relationship Id="rId269" Type="http://schemas.openxmlformats.org/officeDocument/2006/relationships/image" Target="../media/image133.png"/><Relationship Id="rId33" Type="http://schemas.openxmlformats.org/officeDocument/2006/relationships/image" Target="../media/image16.png"/><Relationship Id="rId129" Type="http://schemas.openxmlformats.org/officeDocument/2006/relationships/image" Target="../media/image64.png"/><Relationship Id="rId280" Type="http://schemas.openxmlformats.org/officeDocument/2006/relationships/customXml" Target="../ink/ink141.xml"/><Relationship Id="rId336" Type="http://schemas.openxmlformats.org/officeDocument/2006/relationships/customXml" Target="../ink/ink169.xml"/><Relationship Id="rId75" Type="http://schemas.openxmlformats.org/officeDocument/2006/relationships/image" Target="../media/image37.png"/><Relationship Id="rId140" Type="http://schemas.openxmlformats.org/officeDocument/2006/relationships/image" Target="../media/image69.png"/><Relationship Id="rId182" Type="http://schemas.openxmlformats.org/officeDocument/2006/relationships/image" Target="../media/image90.png"/><Relationship Id="rId378" Type="http://schemas.openxmlformats.org/officeDocument/2006/relationships/customXml" Target="../ink/ink190.xml"/><Relationship Id="rId403" Type="http://schemas.openxmlformats.org/officeDocument/2006/relationships/image" Target="../media/image200.png"/><Relationship Id="rId6" Type="http://schemas.openxmlformats.org/officeDocument/2006/relationships/customXml" Target="../ink/ink3.xml"/><Relationship Id="rId238" Type="http://schemas.openxmlformats.org/officeDocument/2006/relationships/customXml" Target="../ink/ink120.xml"/><Relationship Id="rId291" Type="http://schemas.openxmlformats.org/officeDocument/2006/relationships/image" Target="../media/image144.png"/><Relationship Id="rId305" Type="http://schemas.openxmlformats.org/officeDocument/2006/relationships/image" Target="../media/image151.png"/><Relationship Id="rId347" Type="http://schemas.openxmlformats.org/officeDocument/2006/relationships/image" Target="../media/image172.png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customXml" Target="../ink/ink76.xml"/><Relationship Id="rId389" Type="http://schemas.openxmlformats.org/officeDocument/2006/relationships/image" Target="../media/image193.png"/><Relationship Id="rId193" Type="http://schemas.openxmlformats.org/officeDocument/2006/relationships/image" Target="../media/image95.png"/><Relationship Id="rId207" Type="http://schemas.openxmlformats.org/officeDocument/2006/relationships/image" Target="../media/image102.png"/><Relationship Id="rId249" Type="http://schemas.openxmlformats.org/officeDocument/2006/relationships/image" Target="../media/image123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260" Type="http://schemas.openxmlformats.org/officeDocument/2006/relationships/customXml" Target="../ink/ink131.xml"/><Relationship Id="rId316" Type="http://schemas.openxmlformats.org/officeDocument/2006/relationships/customXml" Target="../ink/ink159.xml"/><Relationship Id="rId55" Type="http://schemas.openxmlformats.org/officeDocument/2006/relationships/image" Target="../media/image27.png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358" Type="http://schemas.openxmlformats.org/officeDocument/2006/relationships/customXml" Target="../ink/ink180.xml"/><Relationship Id="rId162" Type="http://schemas.openxmlformats.org/officeDocument/2006/relationships/image" Target="../media/image80.png"/><Relationship Id="rId218" Type="http://schemas.openxmlformats.org/officeDocument/2006/relationships/customXml" Target="../ink/ink110.xml"/><Relationship Id="rId271" Type="http://schemas.openxmlformats.org/officeDocument/2006/relationships/image" Target="../media/image134.png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5.png"/><Relationship Id="rId327" Type="http://schemas.openxmlformats.org/officeDocument/2006/relationships/image" Target="../media/image162.png"/><Relationship Id="rId369" Type="http://schemas.openxmlformats.org/officeDocument/2006/relationships/image" Target="../media/image183.png"/><Relationship Id="rId173" Type="http://schemas.openxmlformats.org/officeDocument/2006/relationships/customXml" Target="../ink/ink87.xml"/><Relationship Id="rId229" Type="http://schemas.openxmlformats.org/officeDocument/2006/relationships/image" Target="../media/image113.png"/><Relationship Id="rId380" Type="http://schemas.openxmlformats.org/officeDocument/2006/relationships/customXml" Target="../ink/ink191.xml"/><Relationship Id="rId240" Type="http://schemas.openxmlformats.org/officeDocument/2006/relationships/customXml" Target="../ink/ink121.xml"/><Relationship Id="rId35" Type="http://schemas.openxmlformats.org/officeDocument/2006/relationships/image" Target="../media/image17.png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282" Type="http://schemas.openxmlformats.org/officeDocument/2006/relationships/customXml" Target="../ink/ink142.xml"/><Relationship Id="rId338" Type="http://schemas.openxmlformats.org/officeDocument/2006/relationships/customXml" Target="../ink/ink170.xml"/><Relationship Id="rId8" Type="http://schemas.openxmlformats.org/officeDocument/2006/relationships/customXml" Target="../ink/ink4.xml"/><Relationship Id="rId142" Type="http://schemas.openxmlformats.org/officeDocument/2006/relationships/image" Target="../media/image70.png"/><Relationship Id="rId184" Type="http://schemas.openxmlformats.org/officeDocument/2006/relationships/image" Target="../media/image91.png"/><Relationship Id="rId391" Type="http://schemas.openxmlformats.org/officeDocument/2006/relationships/image" Target="../media/image194.png"/><Relationship Id="rId405" Type="http://schemas.openxmlformats.org/officeDocument/2006/relationships/image" Target="../media/image201.png"/><Relationship Id="rId251" Type="http://schemas.openxmlformats.org/officeDocument/2006/relationships/image" Target="../media/image124.png"/><Relationship Id="rId46" Type="http://schemas.openxmlformats.org/officeDocument/2006/relationships/customXml" Target="../ink/ink23.xml"/><Relationship Id="rId293" Type="http://schemas.openxmlformats.org/officeDocument/2006/relationships/image" Target="../media/image145.png"/><Relationship Id="rId307" Type="http://schemas.openxmlformats.org/officeDocument/2006/relationships/image" Target="../media/image152.png"/><Relationship Id="rId349" Type="http://schemas.openxmlformats.org/officeDocument/2006/relationships/image" Target="../media/image173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3" Type="http://schemas.openxmlformats.org/officeDocument/2006/relationships/customXml" Target="../ink/ink77.xml"/><Relationship Id="rId195" Type="http://schemas.openxmlformats.org/officeDocument/2006/relationships/image" Target="../media/image96.png"/><Relationship Id="rId209" Type="http://schemas.openxmlformats.org/officeDocument/2006/relationships/image" Target="../media/image103.png"/><Relationship Id="rId360" Type="http://schemas.openxmlformats.org/officeDocument/2006/relationships/customXml" Target="../ink/ink181.xml"/><Relationship Id="rId220" Type="http://schemas.openxmlformats.org/officeDocument/2006/relationships/customXml" Target="../ink/ink111.xml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customXml" Target="../ink/ink132.xml"/><Relationship Id="rId318" Type="http://schemas.openxmlformats.org/officeDocument/2006/relationships/customXml" Target="../ink/ink160.xml"/><Relationship Id="rId99" Type="http://schemas.openxmlformats.org/officeDocument/2006/relationships/image" Target="../media/image49.png"/><Relationship Id="rId122" Type="http://schemas.openxmlformats.org/officeDocument/2006/relationships/customXml" Target="../ink/ink61.xml"/><Relationship Id="rId164" Type="http://schemas.openxmlformats.org/officeDocument/2006/relationships/image" Target="../media/image81.png"/><Relationship Id="rId371" Type="http://schemas.openxmlformats.org/officeDocument/2006/relationships/image" Target="../media/image184.png"/><Relationship Id="rId26" Type="http://schemas.openxmlformats.org/officeDocument/2006/relationships/customXml" Target="../ink/ink13.xml"/><Relationship Id="rId231" Type="http://schemas.openxmlformats.org/officeDocument/2006/relationships/image" Target="../media/image114.png"/><Relationship Id="rId273" Type="http://schemas.openxmlformats.org/officeDocument/2006/relationships/image" Target="../media/image135.png"/><Relationship Id="rId329" Type="http://schemas.openxmlformats.org/officeDocument/2006/relationships/image" Target="../media/image163.png"/><Relationship Id="rId68" Type="http://schemas.openxmlformats.org/officeDocument/2006/relationships/customXml" Target="../ink/ink34.xml"/><Relationship Id="rId133" Type="http://schemas.openxmlformats.org/officeDocument/2006/relationships/image" Target="../media/image66.png"/><Relationship Id="rId175" Type="http://schemas.openxmlformats.org/officeDocument/2006/relationships/customXml" Target="../ink/ink88.xml"/><Relationship Id="rId340" Type="http://schemas.openxmlformats.org/officeDocument/2006/relationships/customXml" Target="../ink/ink171.xml"/><Relationship Id="rId200" Type="http://schemas.openxmlformats.org/officeDocument/2006/relationships/customXml" Target="../ink/ink101.xml"/><Relationship Id="rId382" Type="http://schemas.openxmlformats.org/officeDocument/2006/relationships/customXml" Target="../ink/ink192.xml"/><Relationship Id="rId242" Type="http://schemas.openxmlformats.org/officeDocument/2006/relationships/customXml" Target="../ink/ink122.xml"/><Relationship Id="rId284" Type="http://schemas.openxmlformats.org/officeDocument/2006/relationships/customXml" Target="../ink/ink143.xml"/><Relationship Id="rId37" Type="http://schemas.openxmlformats.org/officeDocument/2006/relationships/image" Target="../media/image18.png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44" Type="http://schemas.openxmlformats.org/officeDocument/2006/relationships/image" Target="../media/image71.png"/><Relationship Id="rId90" Type="http://schemas.openxmlformats.org/officeDocument/2006/relationships/customXml" Target="../ink/ink45.xml"/><Relationship Id="rId186" Type="http://schemas.openxmlformats.org/officeDocument/2006/relationships/image" Target="../media/image92.png"/><Relationship Id="rId351" Type="http://schemas.openxmlformats.org/officeDocument/2006/relationships/image" Target="../media/image174.png"/><Relationship Id="rId393" Type="http://schemas.openxmlformats.org/officeDocument/2006/relationships/image" Target="../media/image195.png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28.png"/><Relationship Id="rId299" Type="http://schemas.openxmlformats.org/officeDocument/2006/relationships/image" Target="../media/image319.png"/><Relationship Id="rId21" Type="http://schemas.openxmlformats.org/officeDocument/2006/relationships/image" Target="../media/image13.png"/><Relationship Id="rId63" Type="http://schemas.openxmlformats.org/officeDocument/2006/relationships/image" Target="../media/image34.png"/><Relationship Id="rId159" Type="http://schemas.openxmlformats.org/officeDocument/2006/relationships/image" Target="../media/image249.png"/><Relationship Id="rId324" Type="http://schemas.openxmlformats.org/officeDocument/2006/relationships/customXml" Target="../ink/ink365.xml"/><Relationship Id="rId170" Type="http://schemas.openxmlformats.org/officeDocument/2006/relationships/customXml" Target="../ink/ink288.xml"/><Relationship Id="rId226" Type="http://schemas.openxmlformats.org/officeDocument/2006/relationships/customXml" Target="../ink/ink316.xml"/><Relationship Id="rId268" Type="http://schemas.openxmlformats.org/officeDocument/2006/relationships/customXml" Target="../ink/ink337.xml"/><Relationship Id="rId32" Type="http://schemas.openxmlformats.org/officeDocument/2006/relationships/customXml" Target="../ink/ink219.xml"/><Relationship Id="rId74" Type="http://schemas.openxmlformats.org/officeDocument/2006/relationships/customXml" Target="../ink/ink240.xml"/><Relationship Id="rId128" Type="http://schemas.openxmlformats.org/officeDocument/2006/relationships/customXml" Target="../ink/ink267.xml"/><Relationship Id="rId335" Type="http://schemas.openxmlformats.org/officeDocument/2006/relationships/image" Target="../media/image337.png"/><Relationship Id="rId5" Type="http://schemas.openxmlformats.org/officeDocument/2006/relationships/image" Target="../media/image2.png"/><Relationship Id="rId181" Type="http://schemas.openxmlformats.org/officeDocument/2006/relationships/image" Target="../media/image260.png"/><Relationship Id="rId237" Type="http://schemas.openxmlformats.org/officeDocument/2006/relationships/image" Target="../media/image288.png"/><Relationship Id="rId279" Type="http://schemas.openxmlformats.org/officeDocument/2006/relationships/image" Target="../media/image309.png"/><Relationship Id="rId43" Type="http://schemas.openxmlformats.org/officeDocument/2006/relationships/image" Target="../media/image24.png"/><Relationship Id="rId139" Type="http://schemas.openxmlformats.org/officeDocument/2006/relationships/image" Target="../media/image239.png"/><Relationship Id="rId290" Type="http://schemas.openxmlformats.org/officeDocument/2006/relationships/customXml" Target="../ink/ink348.xml"/><Relationship Id="rId304" Type="http://schemas.openxmlformats.org/officeDocument/2006/relationships/customXml" Target="../ink/ink355.xml"/><Relationship Id="rId346" Type="http://schemas.openxmlformats.org/officeDocument/2006/relationships/customXml" Target="../ink/ink376.xml"/><Relationship Id="rId85" Type="http://schemas.openxmlformats.org/officeDocument/2006/relationships/image" Target="../media/image212.png"/><Relationship Id="rId150" Type="http://schemas.openxmlformats.org/officeDocument/2006/relationships/customXml" Target="../ink/ink278.xml"/><Relationship Id="rId192" Type="http://schemas.openxmlformats.org/officeDocument/2006/relationships/customXml" Target="../ink/ink299.xml"/><Relationship Id="rId206" Type="http://schemas.openxmlformats.org/officeDocument/2006/relationships/customXml" Target="../ink/ink306.xml"/><Relationship Id="rId248" Type="http://schemas.openxmlformats.org/officeDocument/2006/relationships/customXml" Target="../ink/ink327.xml"/><Relationship Id="rId12" Type="http://schemas.openxmlformats.org/officeDocument/2006/relationships/customXml" Target="../ink/ink209.xml"/><Relationship Id="rId108" Type="http://schemas.openxmlformats.org/officeDocument/2006/relationships/customXml" Target="../ink/ink257.xml"/><Relationship Id="rId315" Type="http://schemas.openxmlformats.org/officeDocument/2006/relationships/image" Target="../media/image327.png"/><Relationship Id="rId54" Type="http://schemas.openxmlformats.org/officeDocument/2006/relationships/customXml" Target="../ink/ink230.xml"/><Relationship Id="rId96" Type="http://schemas.openxmlformats.org/officeDocument/2006/relationships/customXml" Target="../ink/ink251.xml"/><Relationship Id="rId161" Type="http://schemas.openxmlformats.org/officeDocument/2006/relationships/image" Target="../media/image250.png"/><Relationship Id="rId217" Type="http://schemas.openxmlformats.org/officeDocument/2006/relationships/image" Target="../media/image278.png"/><Relationship Id="rId259" Type="http://schemas.openxmlformats.org/officeDocument/2006/relationships/image" Target="../media/image299.png"/><Relationship Id="rId23" Type="http://schemas.openxmlformats.org/officeDocument/2006/relationships/image" Target="../media/image14.png"/><Relationship Id="rId119" Type="http://schemas.openxmlformats.org/officeDocument/2006/relationships/image" Target="../media/image229.png"/><Relationship Id="rId270" Type="http://schemas.openxmlformats.org/officeDocument/2006/relationships/customXml" Target="../ink/ink338.xml"/><Relationship Id="rId326" Type="http://schemas.openxmlformats.org/officeDocument/2006/relationships/customXml" Target="../ink/ink366.xml"/><Relationship Id="rId65" Type="http://schemas.openxmlformats.org/officeDocument/2006/relationships/image" Target="../media/image202.png"/><Relationship Id="rId130" Type="http://schemas.openxmlformats.org/officeDocument/2006/relationships/customXml" Target="../ink/ink268.xml"/><Relationship Id="rId172" Type="http://schemas.openxmlformats.org/officeDocument/2006/relationships/customXml" Target="../ink/ink289.xml"/><Relationship Id="rId228" Type="http://schemas.openxmlformats.org/officeDocument/2006/relationships/customXml" Target="../ink/ink317.xml"/><Relationship Id="rId281" Type="http://schemas.openxmlformats.org/officeDocument/2006/relationships/image" Target="../media/image310.png"/><Relationship Id="rId337" Type="http://schemas.openxmlformats.org/officeDocument/2006/relationships/image" Target="../media/image338.png"/><Relationship Id="rId34" Type="http://schemas.openxmlformats.org/officeDocument/2006/relationships/customXml" Target="../ink/ink220.xml"/><Relationship Id="rId76" Type="http://schemas.openxmlformats.org/officeDocument/2006/relationships/customXml" Target="../ink/ink241.xml"/><Relationship Id="rId141" Type="http://schemas.openxmlformats.org/officeDocument/2006/relationships/image" Target="../media/image240.png"/><Relationship Id="rId7" Type="http://schemas.openxmlformats.org/officeDocument/2006/relationships/image" Target="../media/image3.png"/><Relationship Id="rId183" Type="http://schemas.openxmlformats.org/officeDocument/2006/relationships/image" Target="../media/image261.png"/><Relationship Id="rId239" Type="http://schemas.openxmlformats.org/officeDocument/2006/relationships/image" Target="../media/image289.png"/><Relationship Id="rId250" Type="http://schemas.openxmlformats.org/officeDocument/2006/relationships/customXml" Target="../ink/ink328.xml"/><Relationship Id="rId292" Type="http://schemas.openxmlformats.org/officeDocument/2006/relationships/customXml" Target="../ink/ink349.xml"/><Relationship Id="rId306" Type="http://schemas.openxmlformats.org/officeDocument/2006/relationships/customXml" Target="../ink/ink356.xml"/><Relationship Id="rId45" Type="http://schemas.openxmlformats.org/officeDocument/2006/relationships/image" Target="../media/image25.png"/><Relationship Id="rId87" Type="http://schemas.openxmlformats.org/officeDocument/2006/relationships/image" Target="../media/image213.png"/><Relationship Id="rId110" Type="http://schemas.openxmlformats.org/officeDocument/2006/relationships/customXml" Target="../ink/ink258.xml"/><Relationship Id="rId152" Type="http://schemas.openxmlformats.org/officeDocument/2006/relationships/customXml" Target="../ink/ink279.xml"/><Relationship Id="rId194" Type="http://schemas.openxmlformats.org/officeDocument/2006/relationships/customXml" Target="../ink/ink300.xml"/><Relationship Id="rId208" Type="http://schemas.openxmlformats.org/officeDocument/2006/relationships/customXml" Target="../ink/ink307.xml"/><Relationship Id="rId261" Type="http://schemas.openxmlformats.org/officeDocument/2006/relationships/image" Target="../media/image300.png"/><Relationship Id="rId14" Type="http://schemas.openxmlformats.org/officeDocument/2006/relationships/customXml" Target="../ink/ink210.xml"/><Relationship Id="rId35" Type="http://schemas.openxmlformats.org/officeDocument/2006/relationships/image" Target="../media/image20.png"/><Relationship Id="rId56" Type="http://schemas.openxmlformats.org/officeDocument/2006/relationships/customXml" Target="../ink/ink231.xml"/><Relationship Id="rId77" Type="http://schemas.openxmlformats.org/officeDocument/2006/relationships/image" Target="../media/image208.png"/><Relationship Id="rId100" Type="http://schemas.openxmlformats.org/officeDocument/2006/relationships/customXml" Target="../ink/ink253.xml"/><Relationship Id="rId282" Type="http://schemas.openxmlformats.org/officeDocument/2006/relationships/customXml" Target="../ink/ink344.xml"/><Relationship Id="rId317" Type="http://schemas.openxmlformats.org/officeDocument/2006/relationships/image" Target="../media/image328.png"/><Relationship Id="rId338" Type="http://schemas.openxmlformats.org/officeDocument/2006/relationships/customXml" Target="../ink/ink372.xml"/><Relationship Id="rId8" Type="http://schemas.openxmlformats.org/officeDocument/2006/relationships/customXml" Target="../ink/ink207.xml"/><Relationship Id="rId98" Type="http://schemas.openxmlformats.org/officeDocument/2006/relationships/customXml" Target="../ink/ink252.xml"/><Relationship Id="rId121" Type="http://schemas.openxmlformats.org/officeDocument/2006/relationships/image" Target="../media/image230.png"/><Relationship Id="rId142" Type="http://schemas.openxmlformats.org/officeDocument/2006/relationships/customXml" Target="../ink/ink274.xml"/><Relationship Id="rId163" Type="http://schemas.openxmlformats.org/officeDocument/2006/relationships/image" Target="../media/image251.png"/><Relationship Id="rId184" Type="http://schemas.openxmlformats.org/officeDocument/2006/relationships/customXml" Target="../ink/ink295.xml"/><Relationship Id="rId219" Type="http://schemas.openxmlformats.org/officeDocument/2006/relationships/image" Target="../media/image279.png"/><Relationship Id="rId230" Type="http://schemas.openxmlformats.org/officeDocument/2006/relationships/customXml" Target="../ink/ink318.xml"/><Relationship Id="rId251" Type="http://schemas.openxmlformats.org/officeDocument/2006/relationships/image" Target="../media/image295.png"/><Relationship Id="rId25" Type="http://schemas.openxmlformats.org/officeDocument/2006/relationships/image" Target="../media/image15.png"/><Relationship Id="rId46" Type="http://schemas.openxmlformats.org/officeDocument/2006/relationships/customXml" Target="../ink/ink226.xml"/><Relationship Id="rId67" Type="http://schemas.openxmlformats.org/officeDocument/2006/relationships/image" Target="../media/image203.png"/><Relationship Id="rId272" Type="http://schemas.openxmlformats.org/officeDocument/2006/relationships/customXml" Target="../ink/ink339.xml"/><Relationship Id="rId293" Type="http://schemas.openxmlformats.org/officeDocument/2006/relationships/image" Target="../media/image316.png"/><Relationship Id="rId307" Type="http://schemas.openxmlformats.org/officeDocument/2006/relationships/image" Target="../media/image323.png"/><Relationship Id="rId328" Type="http://schemas.openxmlformats.org/officeDocument/2006/relationships/customXml" Target="../ink/ink367.xml"/><Relationship Id="rId88" Type="http://schemas.openxmlformats.org/officeDocument/2006/relationships/customXml" Target="../ink/ink247.xml"/><Relationship Id="rId111" Type="http://schemas.openxmlformats.org/officeDocument/2006/relationships/image" Target="../media/image225.png"/><Relationship Id="rId132" Type="http://schemas.openxmlformats.org/officeDocument/2006/relationships/customXml" Target="../ink/ink269.xml"/><Relationship Id="rId153" Type="http://schemas.openxmlformats.org/officeDocument/2006/relationships/image" Target="../media/image246.png"/><Relationship Id="rId174" Type="http://schemas.openxmlformats.org/officeDocument/2006/relationships/customXml" Target="../ink/ink290.xml"/><Relationship Id="rId195" Type="http://schemas.openxmlformats.org/officeDocument/2006/relationships/image" Target="../media/image267.png"/><Relationship Id="rId209" Type="http://schemas.openxmlformats.org/officeDocument/2006/relationships/image" Target="../media/image274.png"/><Relationship Id="rId220" Type="http://schemas.openxmlformats.org/officeDocument/2006/relationships/customXml" Target="../ink/ink313.xml"/><Relationship Id="rId241" Type="http://schemas.openxmlformats.org/officeDocument/2006/relationships/image" Target="../media/image290.png"/><Relationship Id="rId15" Type="http://schemas.openxmlformats.org/officeDocument/2006/relationships/image" Target="../media/image10.png"/><Relationship Id="rId36" Type="http://schemas.openxmlformats.org/officeDocument/2006/relationships/customXml" Target="../ink/ink221.xml"/><Relationship Id="rId57" Type="http://schemas.openxmlformats.org/officeDocument/2006/relationships/image" Target="../media/image31.png"/><Relationship Id="rId262" Type="http://schemas.openxmlformats.org/officeDocument/2006/relationships/customXml" Target="../ink/ink334.xml"/><Relationship Id="rId283" Type="http://schemas.openxmlformats.org/officeDocument/2006/relationships/image" Target="../media/image311.png"/><Relationship Id="rId318" Type="http://schemas.openxmlformats.org/officeDocument/2006/relationships/customXml" Target="../ink/ink362.xml"/><Relationship Id="rId339" Type="http://schemas.openxmlformats.org/officeDocument/2006/relationships/image" Target="../media/image339.png"/><Relationship Id="rId78" Type="http://schemas.openxmlformats.org/officeDocument/2006/relationships/customXml" Target="../ink/ink242.xml"/><Relationship Id="rId99" Type="http://schemas.openxmlformats.org/officeDocument/2006/relationships/image" Target="../media/image219.png"/><Relationship Id="rId101" Type="http://schemas.openxmlformats.org/officeDocument/2006/relationships/image" Target="../media/image220.png"/><Relationship Id="rId122" Type="http://schemas.openxmlformats.org/officeDocument/2006/relationships/customXml" Target="../ink/ink264.xml"/><Relationship Id="rId143" Type="http://schemas.openxmlformats.org/officeDocument/2006/relationships/image" Target="../media/image241.png"/><Relationship Id="rId164" Type="http://schemas.openxmlformats.org/officeDocument/2006/relationships/customXml" Target="../ink/ink285.xml"/><Relationship Id="rId185" Type="http://schemas.openxmlformats.org/officeDocument/2006/relationships/image" Target="../media/image262.png"/><Relationship Id="rId9" Type="http://schemas.openxmlformats.org/officeDocument/2006/relationships/image" Target="../media/image7.png"/><Relationship Id="rId210" Type="http://schemas.openxmlformats.org/officeDocument/2006/relationships/customXml" Target="../ink/ink308.xml"/><Relationship Id="rId26" Type="http://schemas.openxmlformats.org/officeDocument/2006/relationships/customXml" Target="../ink/ink216.xml"/><Relationship Id="rId231" Type="http://schemas.openxmlformats.org/officeDocument/2006/relationships/image" Target="../media/image285.png"/><Relationship Id="rId252" Type="http://schemas.openxmlformats.org/officeDocument/2006/relationships/customXml" Target="../ink/ink329.xml"/><Relationship Id="rId273" Type="http://schemas.openxmlformats.org/officeDocument/2006/relationships/image" Target="../media/image306.png"/><Relationship Id="rId294" Type="http://schemas.openxmlformats.org/officeDocument/2006/relationships/customXml" Target="../ink/ink350.xml"/><Relationship Id="rId308" Type="http://schemas.openxmlformats.org/officeDocument/2006/relationships/customXml" Target="../ink/ink357.xml"/><Relationship Id="rId329" Type="http://schemas.openxmlformats.org/officeDocument/2006/relationships/image" Target="../media/image334.png"/><Relationship Id="rId47" Type="http://schemas.openxmlformats.org/officeDocument/2006/relationships/image" Target="../media/image26.png"/><Relationship Id="rId68" Type="http://schemas.openxmlformats.org/officeDocument/2006/relationships/customXml" Target="../ink/ink237.xml"/><Relationship Id="rId89" Type="http://schemas.openxmlformats.org/officeDocument/2006/relationships/image" Target="../media/image214.png"/><Relationship Id="rId112" Type="http://schemas.openxmlformats.org/officeDocument/2006/relationships/customXml" Target="../ink/ink259.xml"/><Relationship Id="rId133" Type="http://schemas.openxmlformats.org/officeDocument/2006/relationships/image" Target="../media/image236.png"/><Relationship Id="rId154" Type="http://schemas.openxmlformats.org/officeDocument/2006/relationships/customXml" Target="../ink/ink280.xml"/><Relationship Id="rId175" Type="http://schemas.openxmlformats.org/officeDocument/2006/relationships/image" Target="../media/image257.png"/><Relationship Id="rId340" Type="http://schemas.openxmlformats.org/officeDocument/2006/relationships/customXml" Target="../ink/ink373.xml"/><Relationship Id="rId196" Type="http://schemas.openxmlformats.org/officeDocument/2006/relationships/customXml" Target="../ink/ink301.xml"/><Relationship Id="rId200" Type="http://schemas.openxmlformats.org/officeDocument/2006/relationships/customXml" Target="../ink/ink303.xml"/><Relationship Id="rId16" Type="http://schemas.openxmlformats.org/officeDocument/2006/relationships/customXml" Target="../ink/ink211.xml"/><Relationship Id="rId221" Type="http://schemas.openxmlformats.org/officeDocument/2006/relationships/image" Target="../media/image280.png"/><Relationship Id="rId242" Type="http://schemas.openxmlformats.org/officeDocument/2006/relationships/customXml" Target="../ink/ink324.xml"/><Relationship Id="rId263" Type="http://schemas.openxmlformats.org/officeDocument/2006/relationships/image" Target="../media/image301.png"/><Relationship Id="rId284" Type="http://schemas.openxmlformats.org/officeDocument/2006/relationships/customXml" Target="../ink/ink345.xml"/><Relationship Id="rId319" Type="http://schemas.openxmlformats.org/officeDocument/2006/relationships/image" Target="../media/image329.png"/><Relationship Id="rId37" Type="http://schemas.openxmlformats.org/officeDocument/2006/relationships/image" Target="../media/image21.png"/><Relationship Id="rId58" Type="http://schemas.openxmlformats.org/officeDocument/2006/relationships/customXml" Target="../ink/ink232.xml"/><Relationship Id="rId79" Type="http://schemas.openxmlformats.org/officeDocument/2006/relationships/image" Target="../media/image209.png"/><Relationship Id="rId102" Type="http://schemas.openxmlformats.org/officeDocument/2006/relationships/customXml" Target="../ink/ink254.xml"/><Relationship Id="rId123" Type="http://schemas.openxmlformats.org/officeDocument/2006/relationships/image" Target="../media/image231.png"/><Relationship Id="rId144" Type="http://schemas.openxmlformats.org/officeDocument/2006/relationships/customXml" Target="../ink/ink275.xml"/><Relationship Id="rId330" Type="http://schemas.openxmlformats.org/officeDocument/2006/relationships/customXml" Target="../ink/ink368.xml"/><Relationship Id="rId90" Type="http://schemas.openxmlformats.org/officeDocument/2006/relationships/customXml" Target="../ink/ink248.xml"/><Relationship Id="rId165" Type="http://schemas.openxmlformats.org/officeDocument/2006/relationships/image" Target="../media/image252.png"/><Relationship Id="rId186" Type="http://schemas.openxmlformats.org/officeDocument/2006/relationships/customXml" Target="../ink/ink296.xml"/><Relationship Id="rId211" Type="http://schemas.openxmlformats.org/officeDocument/2006/relationships/image" Target="../media/image275.png"/><Relationship Id="rId232" Type="http://schemas.openxmlformats.org/officeDocument/2006/relationships/customXml" Target="../ink/ink319.xml"/><Relationship Id="rId253" Type="http://schemas.openxmlformats.org/officeDocument/2006/relationships/image" Target="../media/image296.png"/><Relationship Id="rId274" Type="http://schemas.openxmlformats.org/officeDocument/2006/relationships/customXml" Target="../ink/ink340.xml"/><Relationship Id="rId295" Type="http://schemas.openxmlformats.org/officeDocument/2006/relationships/image" Target="../media/image317.png"/><Relationship Id="rId309" Type="http://schemas.openxmlformats.org/officeDocument/2006/relationships/image" Target="../media/image324.png"/><Relationship Id="rId27" Type="http://schemas.openxmlformats.org/officeDocument/2006/relationships/image" Target="../media/image16.png"/><Relationship Id="rId48" Type="http://schemas.openxmlformats.org/officeDocument/2006/relationships/customXml" Target="../ink/ink227.xml"/><Relationship Id="rId69" Type="http://schemas.openxmlformats.org/officeDocument/2006/relationships/image" Target="../media/image204.png"/><Relationship Id="rId113" Type="http://schemas.openxmlformats.org/officeDocument/2006/relationships/image" Target="../media/image226.png"/><Relationship Id="rId134" Type="http://schemas.openxmlformats.org/officeDocument/2006/relationships/customXml" Target="../ink/ink270.xml"/><Relationship Id="rId320" Type="http://schemas.openxmlformats.org/officeDocument/2006/relationships/customXml" Target="../ink/ink363.xml"/><Relationship Id="rId80" Type="http://schemas.openxmlformats.org/officeDocument/2006/relationships/customXml" Target="../ink/ink243.xml"/><Relationship Id="rId155" Type="http://schemas.openxmlformats.org/officeDocument/2006/relationships/image" Target="../media/image247.png"/><Relationship Id="rId176" Type="http://schemas.openxmlformats.org/officeDocument/2006/relationships/customXml" Target="../ink/ink291.xml"/><Relationship Id="rId197" Type="http://schemas.openxmlformats.org/officeDocument/2006/relationships/image" Target="../media/image268.png"/><Relationship Id="rId341" Type="http://schemas.openxmlformats.org/officeDocument/2006/relationships/image" Target="../media/image340.png"/><Relationship Id="rId201" Type="http://schemas.openxmlformats.org/officeDocument/2006/relationships/image" Target="../media/image270.png"/><Relationship Id="rId222" Type="http://schemas.openxmlformats.org/officeDocument/2006/relationships/customXml" Target="../ink/ink314.xml"/><Relationship Id="rId243" Type="http://schemas.openxmlformats.org/officeDocument/2006/relationships/image" Target="../media/image291.png"/><Relationship Id="rId264" Type="http://schemas.openxmlformats.org/officeDocument/2006/relationships/customXml" Target="../ink/ink335.xml"/><Relationship Id="rId285" Type="http://schemas.openxmlformats.org/officeDocument/2006/relationships/image" Target="../media/image312.png"/><Relationship Id="rId17" Type="http://schemas.openxmlformats.org/officeDocument/2006/relationships/image" Target="../media/image11.png"/><Relationship Id="rId38" Type="http://schemas.openxmlformats.org/officeDocument/2006/relationships/customXml" Target="../ink/ink222.xml"/><Relationship Id="rId59" Type="http://schemas.openxmlformats.org/officeDocument/2006/relationships/image" Target="../media/image32.png"/><Relationship Id="rId103" Type="http://schemas.openxmlformats.org/officeDocument/2006/relationships/image" Target="../media/image221.png"/><Relationship Id="rId124" Type="http://schemas.openxmlformats.org/officeDocument/2006/relationships/customXml" Target="../ink/ink265.xml"/><Relationship Id="rId310" Type="http://schemas.openxmlformats.org/officeDocument/2006/relationships/customXml" Target="../ink/ink358.xml"/><Relationship Id="rId70" Type="http://schemas.openxmlformats.org/officeDocument/2006/relationships/customXml" Target="../ink/ink238.xml"/><Relationship Id="rId91" Type="http://schemas.openxmlformats.org/officeDocument/2006/relationships/image" Target="../media/image215.png"/><Relationship Id="rId145" Type="http://schemas.openxmlformats.org/officeDocument/2006/relationships/image" Target="../media/image242.png"/><Relationship Id="rId166" Type="http://schemas.openxmlformats.org/officeDocument/2006/relationships/customXml" Target="../ink/ink286.xml"/><Relationship Id="rId187" Type="http://schemas.openxmlformats.org/officeDocument/2006/relationships/image" Target="../media/image263.png"/><Relationship Id="rId331" Type="http://schemas.openxmlformats.org/officeDocument/2006/relationships/image" Target="../media/image335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309.xml"/><Relationship Id="rId233" Type="http://schemas.openxmlformats.org/officeDocument/2006/relationships/image" Target="../media/image286.png"/><Relationship Id="rId254" Type="http://schemas.openxmlformats.org/officeDocument/2006/relationships/customXml" Target="../ink/ink330.xml"/><Relationship Id="rId28" Type="http://schemas.openxmlformats.org/officeDocument/2006/relationships/customXml" Target="../ink/ink217.xml"/><Relationship Id="rId49" Type="http://schemas.openxmlformats.org/officeDocument/2006/relationships/image" Target="../media/image27.png"/><Relationship Id="rId114" Type="http://schemas.openxmlformats.org/officeDocument/2006/relationships/customXml" Target="../ink/ink260.xml"/><Relationship Id="rId275" Type="http://schemas.openxmlformats.org/officeDocument/2006/relationships/image" Target="../media/image307.png"/><Relationship Id="rId296" Type="http://schemas.openxmlformats.org/officeDocument/2006/relationships/customXml" Target="../ink/ink351.xml"/><Relationship Id="rId300" Type="http://schemas.openxmlformats.org/officeDocument/2006/relationships/customXml" Target="../ink/ink353.xml"/><Relationship Id="rId60" Type="http://schemas.openxmlformats.org/officeDocument/2006/relationships/customXml" Target="../ink/ink233.xml"/><Relationship Id="rId81" Type="http://schemas.openxmlformats.org/officeDocument/2006/relationships/image" Target="../media/image210.png"/><Relationship Id="rId135" Type="http://schemas.openxmlformats.org/officeDocument/2006/relationships/image" Target="../media/image237.png"/><Relationship Id="rId156" Type="http://schemas.openxmlformats.org/officeDocument/2006/relationships/customXml" Target="../ink/ink281.xml"/><Relationship Id="rId177" Type="http://schemas.openxmlformats.org/officeDocument/2006/relationships/image" Target="../media/image258.png"/><Relationship Id="rId198" Type="http://schemas.openxmlformats.org/officeDocument/2006/relationships/customXml" Target="../ink/ink302.xml"/><Relationship Id="rId321" Type="http://schemas.openxmlformats.org/officeDocument/2006/relationships/image" Target="../media/image330.png"/><Relationship Id="rId342" Type="http://schemas.openxmlformats.org/officeDocument/2006/relationships/customXml" Target="../ink/ink374.xml"/><Relationship Id="rId202" Type="http://schemas.openxmlformats.org/officeDocument/2006/relationships/customXml" Target="../ink/ink304.xml"/><Relationship Id="rId223" Type="http://schemas.openxmlformats.org/officeDocument/2006/relationships/image" Target="../media/image281.png"/><Relationship Id="rId244" Type="http://schemas.openxmlformats.org/officeDocument/2006/relationships/customXml" Target="../ink/ink325.xml"/><Relationship Id="rId18" Type="http://schemas.openxmlformats.org/officeDocument/2006/relationships/customXml" Target="../ink/ink212.xml"/><Relationship Id="rId39" Type="http://schemas.openxmlformats.org/officeDocument/2006/relationships/image" Target="../media/image22.png"/><Relationship Id="rId265" Type="http://schemas.openxmlformats.org/officeDocument/2006/relationships/image" Target="../media/image302.png"/><Relationship Id="rId286" Type="http://schemas.openxmlformats.org/officeDocument/2006/relationships/customXml" Target="../ink/ink346.xml"/><Relationship Id="rId50" Type="http://schemas.openxmlformats.org/officeDocument/2006/relationships/customXml" Target="../ink/ink228.xml"/><Relationship Id="rId104" Type="http://schemas.openxmlformats.org/officeDocument/2006/relationships/customXml" Target="../ink/ink255.xml"/><Relationship Id="rId125" Type="http://schemas.openxmlformats.org/officeDocument/2006/relationships/image" Target="../media/image232.png"/><Relationship Id="rId146" Type="http://schemas.openxmlformats.org/officeDocument/2006/relationships/customXml" Target="../ink/ink276.xml"/><Relationship Id="rId167" Type="http://schemas.openxmlformats.org/officeDocument/2006/relationships/image" Target="../media/image253.png"/><Relationship Id="rId188" Type="http://schemas.openxmlformats.org/officeDocument/2006/relationships/customXml" Target="../ink/ink297.xml"/><Relationship Id="rId311" Type="http://schemas.openxmlformats.org/officeDocument/2006/relationships/image" Target="../media/image325.png"/><Relationship Id="rId332" Type="http://schemas.openxmlformats.org/officeDocument/2006/relationships/customXml" Target="../ink/ink369.xml"/><Relationship Id="rId71" Type="http://schemas.openxmlformats.org/officeDocument/2006/relationships/image" Target="../media/image205.png"/><Relationship Id="rId92" Type="http://schemas.openxmlformats.org/officeDocument/2006/relationships/customXml" Target="../ink/ink249.xml"/><Relationship Id="rId213" Type="http://schemas.openxmlformats.org/officeDocument/2006/relationships/image" Target="../media/image276.png"/><Relationship Id="rId234" Type="http://schemas.openxmlformats.org/officeDocument/2006/relationships/customXml" Target="../ink/ink320.xml"/><Relationship Id="rId2" Type="http://schemas.openxmlformats.org/officeDocument/2006/relationships/customXml" Target="../ink/ink204.xml"/><Relationship Id="rId29" Type="http://schemas.openxmlformats.org/officeDocument/2006/relationships/image" Target="../media/image17.png"/><Relationship Id="rId255" Type="http://schemas.openxmlformats.org/officeDocument/2006/relationships/image" Target="../media/image297.png"/><Relationship Id="rId276" Type="http://schemas.openxmlformats.org/officeDocument/2006/relationships/customXml" Target="../ink/ink341.xml"/><Relationship Id="rId297" Type="http://schemas.openxmlformats.org/officeDocument/2006/relationships/image" Target="../media/image318.png"/><Relationship Id="rId40" Type="http://schemas.openxmlformats.org/officeDocument/2006/relationships/customXml" Target="../ink/ink223.xml"/><Relationship Id="rId115" Type="http://schemas.openxmlformats.org/officeDocument/2006/relationships/image" Target="../media/image227.png"/><Relationship Id="rId136" Type="http://schemas.openxmlformats.org/officeDocument/2006/relationships/customXml" Target="../ink/ink271.xml"/><Relationship Id="rId157" Type="http://schemas.openxmlformats.org/officeDocument/2006/relationships/image" Target="../media/image248.png"/><Relationship Id="rId178" Type="http://schemas.openxmlformats.org/officeDocument/2006/relationships/customXml" Target="../ink/ink292.xml"/><Relationship Id="rId301" Type="http://schemas.openxmlformats.org/officeDocument/2006/relationships/image" Target="../media/image320.png"/><Relationship Id="rId322" Type="http://schemas.openxmlformats.org/officeDocument/2006/relationships/customXml" Target="../ink/ink364.xml"/><Relationship Id="rId343" Type="http://schemas.openxmlformats.org/officeDocument/2006/relationships/image" Target="../media/image341.png"/><Relationship Id="rId61" Type="http://schemas.openxmlformats.org/officeDocument/2006/relationships/image" Target="../media/image33.png"/><Relationship Id="rId82" Type="http://schemas.openxmlformats.org/officeDocument/2006/relationships/customXml" Target="../ink/ink244.xml"/><Relationship Id="rId199" Type="http://schemas.openxmlformats.org/officeDocument/2006/relationships/image" Target="../media/image269.png"/><Relationship Id="rId203" Type="http://schemas.openxmlformats.org/officeDocument/2006/relationships/image" Target="../media/image271.png"/><Relationship Id="rId19" Type="http://schemas.openxmlformats.org/officeDocument/2006/relationships/image" Target="../media/image12.png"/><Relationship Id="rId224" Type="http://schemas.openxmlformats.org/officeDocument/2006/relationships/customXml" Target="../ink/ink315.xml"/><Relationship Id="rId245" Type="http://schemas.openxmlformats.org/officeDocument/2006/relationships/image" Target="../media/image292.png"/><Relationship Id="rId266" Type="http://schemas.openxmlformats.org/officeDocument/2006/relationships/customXml" Target="../ink/ink336.xml"/><Relationship Id="rId287" Type="http://schemas.openxmlformats.org/officeDocument/2006/relationships/image" Target="../media/image313.png"/><Relationship Id="rId30" Type="http://schemas.openxmlformats.org/officeDocument/2006/relationships/customXml" Target="../ink/ink218.xml"/><Relationship Id="rId105" Type="http://schemas.openxmlformats.org/officeDocument/2006/relationships/image" Target="../media/image222.png"/><Relationship Id="rId126" Type="http://schemas.openxmlformats.org/officeDocument/2006/relationships/customXml" Target="../ink/ink266.xml"/><Relationship Id="rId147" Type="http://schemas.openxmlformats.org/officeDocument/2006/relationships/image" Target="../media/image243.png"/><Relationship Id="rId168" Type="http://schemas.openxmlformats.org/officeDocument/2006/relationships/customXml" Target="../ink/ink287.xml"/><Relationship Id="rId312" Type="http://schemas.openxmlformats.org/officeDocument/2006/relationships/customXml" Target="../ink/ink359.xml"/><Relationship Id="rId333" Type="http://schemas.openxmlformats.org/officeDocument/2006/relationships/image" Target="../media/image336.png"/><Relationship Id="rId51" Type="http://schemas.openxmlformats.org/officeDocument/2006/relationships/image" Target="../media/image28.png"/><Relationship Id="rId72" Type="http://schemas.openxmlformats.org/officeDocument/2006/relationships/customXml" Target="../ink/ink239.xml"/><Relationship Id="rId93" Type="http://schemas.openxmlformats.org/officeDocument/2006/relationships/image" Target="../media/image216.png"/><Relationship Id="rId189" Type="http://schemas.openxmlformats.org/officeDocument/2006/relationships/image" Target="../media/image264.png"/><Relationship Id="rId3" Type="http://schemas.openxmlformats.org/officeDocument/2006/relationships/image" Target="../media/image1.png"/><Relationship Id="rId214" Type="http://schemas.openxmlformats.org/officeDocument/2006/relationships/customXml" Target="../ink/ink310.xml"/><Relationship Id="rId235" Type="http://schemas.openxmlformats.org/officeDocument/2006/relationships/image" Target="../media/image287.png"/><Relationship Id="rId256" Type="http://schemas.openxmlformats.org/officeDocument/2006/relationships/customXml" Target="../ink/ink331.xml"/><Relationship Id="rId277" Type="http://schemas.openxmlformats.org/officeDocument/2006/relationships/image" Target="../media/image308.png"/><Relationship Id="rId298" Type="http://schemas.openxmlformats.org/officeDocument/2006/relationships/customXml" Target="../ink/ink352.xml"/><Relationship Id="rId116" Type="http://schemas.openxmlformats.org/officeDocument/2006/relationships/customXml" Target="../ink/ink261.xml"/><Relationship Id="rId137" Type="http://schemas.openxmlformats.org/officeDocument/2006/relationships/image" Target="../media/image238.png"/><Relationship Id="rId158" Type="http://schemas.openxmlformats.org/officeDocument/2006/relationships/customXml" Target="../ink/ink282.xml"/><Relationship Id="rId302" Type="http://schemas.openxmlformats.org/officeDocument/2006/relationships/customXml" Target="../ink/ink354.xml"/><Relationship Id="rId323" Type="http://schemas.openxmlformats.org/officeDocument/2006/relationships/image" Target="../media/image331.png"/><Relationship Id="rId344" Type="http://schemas.openxmlformats.org/officeDocument/2006/relationships/customXml" Target="../ink/ink375.xml"/><Relationship Id="rId20" Type="http://schemas.openxmlformats.org/officeDocument/2006/relationships/customXml" Target="../ink/ink213.xml"/><Relationship Id="rId41" Type="http://schemas.openxmlformats.org/officeDocument/2006/relationships/image" Target="../media/image23.png"/><Relationship Id="rId62" Type="http://schemas.openxmlformats.org/officeDocument/2006/relationships/customXml" Target="../ink/ink234.xml"/><Relationship Id="rId83" Type="http://schemas.openxmlformats.org/officeDocument/2006/relationships/image" Target="../media/image211.png"/><Relationship Id="rId179" Type="http://schemas.openxmlformats.org/officeDocument/2006/relationships/image" Target="../media/image259.png"/><Relationship Id="rId190" Type="http://schemas.openxmlformats.org/officeDocument/2006/relationships/customXml" Target="../ink/ink298.xml"/><Relationship Id="rId204" Type="http://schemas.openxmlformats.org/officeDocument/2006/relationships/customXml" Target="../ink/ink305.xml"/><Relationship Id="rId225" Type="http://schemas.openxmlformats.org/officeDocument/2006/relationships/image" Target="../media/image282.png"/><Relationship Id="rId246" Type="http://schemas.openxmlformats.org/officeDocument/2006/relationships/customXml" Target="../ink/ink326.xml"/><Relationship Id="rId267" Type="http://schemas.openxmlformats.org/officeDocument/2006/relationships/image" Target="../media/image303.png"/><Relationship Id="rId288" Type="http://schemas.openxmlformats.org/officeDocument/2006/relationships/customXml" Target="../ink/ink347.xml"/><Relationship Id="rId106" Type="http://schemas.openxmlformats.org/officeDocument/2006/relationships/customXml" Target="../ink/ink256.xml"/><Relationship Id="rId127" Type="http://schemas.openxmlformats.org/officeDocument/2006/relationships/image" Target="../media/image233.png"/><Relationship Id="rId313" Type="http://schemas.openxmlformats.org/officeDocument/2006/relationships/image" Target="../media/image326.png"/><Relationship Id="rId10" Type="http://schemas.openxmlformats.org/officeDocument/2006/relationships/customXml" Target="../ink/ink208.xml"/><Relationship Id="rId31" Type="http://schemas.openxmlformats.org/officeDocument/2006/relationships/image" Target="../media/image18.png"/><Relationship Id="rId52" Type="http://schemas.openxmlformats.org/officeDocument/2006/relationships/customXml" Target="../ink/ink229.xml"/><Relationship Id="rId73" Type="http://schemas.openxmlformats.org/officeDocument/2006/relationships/image" Target="../media/image206.png"/><Relationship Id="rId94" Type="http://schemas.openxmlformats.org/officeDocument/2006/relationships/customXml" Target="../ink/ink250.xml"/><Relationship Id="rId148" Type="http://schemas.openxmlformats.org/officeDocument/2006/relationships/customXml" Target="../ink/ink277.xml"/><Relationship Id="rId169" Type="http://schemas.openxmlformats.org/officeDocument/2006/relationships/image" Target="../media/image254.png"/><Relationship Id="rId334" Type="http://schemas.openxmlformats.org/officeDocument/2006/relationships/customXml" Target="../ink/ink370.xml"/><Relationship Id="rId4" Type="http://schemas.openxmlformats.org/officeDocument/2006/relationships/customXml" Target="../ink/ink205.xml"/><Relationship Id="rId180" Type="http://schemas.openxmlformats.org/officeDocument/2006/relationships/customXml" Target="../ink/ink293.xml"/><Relationship Id="rId215" Type="http://schemas.openxmlformats.org/officeDocument/2006/relationships/image" Target="../media/image277.png"/><Relationship Id="rId236" Type="http://schemas.openxmlformats.org/officeDocument/2006/relationships/customXml" Target="../ink/ink321.xml"/><Relationship Id="rId257" Type="http://schemas.openxmlformats.org/officeDocument/2006/relationships/image" Target="../media/image298.png"/><Relationship Id="rId278" Type="http://schemas.openxmlformats.org/officeDocument/2006/relationships/customXml" Target="../ink/ink342.xml"/><Relationship Id="rId303" Type="http://schemas.openxmlformats.org/officeDocument/2006/relationships/image" Target="../media/image321.png"/><Relationship Id="rId42" Type="http://schemas.openxmlformats.org/officeDocument/2006/relationships/customXml" Target="../ink/ink224.xml"/><Relationship Id="rId84" Type="http://schemas.openxmlformats.org/officeDocument/2006/relationships/customXml" Target="../ink/ink245.xml"/><Relationship Id="rId138" Type="http://schemas.openxmlformats.org/officeDocument/2006/relationships/customXml" Target="../ink/ink272.xml"/><Relationship Id="rId345" Type="http://schemas.openxmlformats.org/officeDocument/2006/relationships/image" Target="../media/image342.png"/><Relationship Id="rId191" Type="http://schemas.openxmlformats.org/officeDocument/2006/relationships/image" Target="../media/image265.png"/><Relationship Id="rId205" Type="http://schemas.openxmlformats.org/officeDocument/2006/relationships/image" Target="../media/image272.png"/><Relationship Id="rId247" Type="http://schemas.openxmlformats.org/officeDocument/2006/relationships/image" Target="../media/image293.png"/><Relationship Id="rId107" Type="http://schemas.openxmlformats.org/officeDocument/2006/relationships/image" Target="../media/image223.png"/><Relationship Id="rId289" Type="http://schemas.openxmlformats.org/officeDocument/2006/relationships/image" Target="../media/image314.png"/><Relationship Id="rId11" Type="http://schemas.openxmlformats.org/officeDocument/2006/relationships/image" Target="../media/image8.png"/><Relationship Id="rId53" Type="http://schemas.openxmlformats.org/officeDocument/2006/relationships/image" Target="../media/image29.png"/><Relationship Id="rId149" Type="http://schemas.openxmlformats.org/officeDocument/2006/relationships/image" Target="../media/image244.png"/><Relationship Id="rId314" Type="http://schemas.openxmlformats.org/officeDocument/2006/relationships/customXml" Target="../ink/ink360.xml"/><Relationship Id="rId95" Type="http://schemas.openxmlformats.org/officeDocument/2006/relationships/image" Target="../media/image217.png"/><Relationship Id="rId160" Type="http://schemas.openxmlformats.org/officeDocument/2006/relationships/customXml" Target="../ink/ink283.xml"/><Relationship Id="rId216" Type="http://schemas.openxmlformats.org/officeDocument/2006/relationships/customXml" Target="../ink/ink311.xml"/><Relationship Id="rId258" Type="http://schemas.openxmlformats.org/officeDocument/2006/relationships/customXml" Target="../ink/ink332.xml"/><Relationship Id="rId22" Type="http://schemas.openxmlformats.org/officeDocument/2006/relationships/customXml" Target="../ink/ink214.xml"/><Relationship Id="rId64" Type="http://schemas.openxmlformats.org/officeDocument/2006/relationships/customXml" Target="../ink/ink235.xml"/><Relationship Id="rId118" Type="http://schemas.openxmlformats.org/officeDocument/2006/relationships/customXml" Target="../ink/ink262.xml"/><Relationship Id="rId325" Type="http://schemas.openxmlformats.org/officeDocument/2006/relationships/image" Target="../media/image332.png"/><Relationship Id="rId171" Type="http://schemas.openxmlformats.org/officeDocument/2006/relationships/image" Target="../media/image255.png"/><Relationship Id="rId227" Type="http://schemas.openxmlformats.org/officeDocument/2006/relationships/image" Target="../media/image283.png"/><Relationship Id="rId269" Type="http://schemas.openxmlformats.org/officeDocument/2006/relationships/image" Target="../media/image304.png"/><Relationship Id="rId33" Type="http://schemas.openxmlformats.org/officeDocument/2006/relationships/image" Target="../media/image19.png"/><Relationship Id="rId129" Type="http://schemas.openxmlformats.org/officeDocument/2006/relationships/image" Target="../media/image234.png"/><Relationship Id="rId280" Type="http://schemas.openxmlformats.org/officeDocument/2006/relationships/customXml" Target="../ink/ink343.xml"/><Relationship Id="rId336" Type="http://schemas.openxmlformats.org/officeDocument/2006/relationships/customXml" Target="../ink/ink371.xml"/><Relationship Id="rId75" Type="http://schemas.openxmlformats.org/officeDocument/2006/relationships/image" Target="../media/image207.png"/><Relationship Id="rId140" Type="http://schemas.openxmlformats.org/officeDocument/2006/relationships/customXml" Target="../ink/ink273.xml"/><Relationship Id="rId182" Type="http://schemas.openxmlformats.org/officeDocument/2006/relationships/customXml" Target="../ink/ink294.xml"/><Relationship Id="rId6" Type="http://schemas.openxmlformats.org/officeDocument/2006/relationships/customXml" Target="../ink/ink206.xml"/><Relationship Id="rId238" Type="http://schemas.openxmlformats.org/officeDocument/2006/relationships/customXml" Target="../ink/ink322.xml"/><Relationship Id="rId291" Type="http://schemas.openxmlformats.org/officeDocument/2006/relationships/image" Target="../media/image315.png"/><Relationship Id="rId305" Type="http://schemas.openxmlformats.org/officeDocument/2006/relationships/image" Target="../media/image322.png"/><Relationship Id="rId347" Type="http://schemas.openxmlformats.org/officeDocument/2006/relationships/image" Target="../media/image343.png"/><Relationship Id="rId44" Type="http://schemas.openxmlformats.org/officeDocument/2006/relationships/customXml" Target="../ink/ink225.xml"/><Relationship Id="rId86" Type="http://schemas.openxmlformats.org/officeDocument/2006/relationships/customXml" Target="../ink/ink246.xml"/><Relationship Id="rId151" Type="http://schemas.openxmlformats.org/officeDocument/2006/relationships/image" Target="../media/image245.png"/><Relationship Id="rId193" Type="http://schemas.openxmlformats.org/officeDocument/2006/relationships/image" Target="../media/image266.png"/><Relationship Id="rId207" Type="http://schemas.openxmlformats.org/officeDocument/2006/relationships/image" Target="../media/image273.png"/><Relationship Id="rId249" Type="http://schemas.openxmlformats.org/officeDocument/2006/relationships/image" Target="../media/image294.png"/><Relationship Id="rId13" Type="http://schemas.openxmlformats.org/officeDocument/2006/relationships/image" Target="../media/image9.png"/><Relationship Id="rId109" Type="http://schemas.openxmlformats.org/officeDocument/2006/relationships/image" Target="../media/image224.png"/><Relationship Id="rId260" Type="http://schemas.openxmlformats.org/officeDocument/2006/relationships/customXml" Target="../ink/ink333.xml"/><Relationship Id="rId316" Type="http://schemas.openxmlformats.org/officeDocument/2006/relationships/customXml" Target="../ink/ink361.xml"/><Relationship Id="rId55" Type="http://schemas.openxmlformats.org/officeDocument/2006/relationships/image" Target="../media/image30.png"/><Relationship Id="rId97" Type="http://schemas.openxmlformats.org/officeDocument/2006/relationships/image" Target="../media/image218.png"/><Relationship Id="rId120" Type="http://schemas.openxmlformats.org/officeDocument/2006/relationships/customXml" Target="../ink/ink263.xml"/><Relationship Id="rId162" Type="http://schemas.openxmlformats.org/officeDocument/2006/relationships/customXml" Target="../ink/ink284.xml"/><Relationship Id="rId218" Type="http://schemas.openxmlformats.org/officeDocument/2006/relationships/customXml" Target="../ink/ink312.xml"/><Relationship Id="rId271" Type="http://schemas.openxmlformats.org/officeDocument/2006/relationships/image" Target="../media/image305.png"/><Relationship Id="rId24" Type="http://schemas.openxmlformats.org/officeDocument/2006/relationships/customXml" Target="../ink/ink215.xml"/><Relationship Id="rId66" Type="http://schemas.openxmlformats.org/officeDocument/2006/relationships/customXml" Target="../ink/ink236.xml"/><Relationship Id="rId131" Type="http://schemas.openxmlformats.org/officeDocument/2006/relationships/image" Target="../media/image235.png"/><Relationship Id="rId327" Type="http://schemas.openxmlformats.org/officeDocument/2006/relationships/image" Target="../media/image333.png"/><Relationship Id="rId173" Type="http://schemas.openxmlformats.org/officeDocument/2006/relationships/image" Target="../media/image256.png"/><Relationship Id="rId229" Type="http://schemas.openxmlformats.org/officeDocument/2006/relationships/image" Target="../media/image284.png"/><Relationship Id="rId240" Type="http://schemas.openxmlformats.org/officeDocument/2006/relationships/customXml" Target="../ink/ink323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72.png"/><Relationship Id="rId299" Type="http://schemas.openxmlformats.org/officeDocument/2006/relationships/image" Target="../media/image463.png"/><Relationship Id="rId21" Type="http://schemas.openxmlformats.org/officeDocument/2006/relationships/image" Target="../media/image10.png"/><Relationship Id="rId63" Type="http://schemas.openxmlformats.org/officeDocument/2006/relationships/image" Target="../media/image345.png"/><Relationship Id="rId159" Type="http://schemas.openxmlformats.org/officeDocument/2006/relationships/image" Target="../media/image393.png"/><Relationship Id="rId324" Type="http://schemas.openxmlformats.org/officeDocument/2006/relationships/customXml" Target="../ink/ink538.xml"/><Relationship Id="rId366" Type="http://schemas.openxmlformats.org/officeDocument/2006/relationships/customXml" Target="../ink/ink559.xml"/><Relationship Id="rId170" Type="http://schemas.openxmlformats.org/officeDocument/2006/relationships/customXml" Target="../ink/ink461.xml"/><Relationship Id="rId226" Type="http://schemas.openxmlformats.org/officeDocument/2006/relationships/customXml" Target="../ink/ink489.xml"/><Relationship Id="rId268" Type="http://schemas.openxmlformats.org/officeDocument/2006/relationships/customXml" Target="../ink/ink510.xml"/><Relationship Id="rId32" Type="http://schemas.openxmlformats.org/officeDocument/2006/relationships/customXml" Target="../ink/ink392.xml"/><Relationship Id="rId74" Type="http://schemas.openxmlformats.org/officeDocument/2006/relationships/customXml" Target="../ink/ink413.xml"/><Relationship Id="rId128" Type="http://schemas.openxmlformats.org/officeDocument/2006/relationships/customXml" Target="../ink/ink440.xml"/><Relationship Id="rId335" Type="http://schemas.openxmlformats.org/officeDocument/2006/relationships/image" Target="../media/image481.png"/><Relationship Id="rId377" Type="http://schemas.openxmlformats.org/officeDocument/2006/relationships/image" Target="../media/image502.png"/><Relationship Id="rId5" Type="http://schemas.openxmlformats.org/officeDocument/2006/relationships/image" Target="../media/image2.png"/><Relationship Id="rId181" Type="http://schemas.openxmlformats.org/officeDocument/2006/relationships/image" Target="../media/image404.png"/><Relationship Id="rId237" Type="http://schemas.openxmlformats.org/officeDocument/2006/relationships/image" Target="../media/image432.png"/><Relationship Id="rId402" Type="http://schemas.openxmlformats.org/officeDocument/2006/relationships/customXml" Target="../ink/ink577.xml"/><Relationship Id="rId279" Type="http://schemas.openxmlformats.org/officeDocument/2006/relationships/image" Target="../media/image453.png"/><Relationship Id="rId43" Type="http://schemas.openxmlformats.org/officeDocument/2006/relationships/image" Target="../media/image21.png"/><Relationship Id="rId139" Type="http://schemas.openxmlformats.org/officeDocument/2006/relationships/image" Target="../media/image383.png"/><Relationship Id="rId290" Type="http://schemas.openxmlformats.org/officeDocument/2006/relationships/customXml" Target="../ink/ink521.xml"/><Relationship Id="rId304" Type="http://schemas.openxmlformats.org/officeDocument/2006/relationships/customXml" Target="../ink/ink528.xml"/><Relationship Id="rId346" Type="http://schemas.openxmlformats.org/officeDocument/2006/relationships/customXml" Target="../ink/ink549.xml"/><Relationship Id="rId388" Type="http://schemas.openxmlformats.org/officeDocument/2006/relationships/customXml" Target="../ink/ink570.xml"/><Relationship Id="rId85" Type="http://schemas.openxmlformats.org/officeDocument/2006/relationships/image" Target="../media/image356.png"/><Relationship Id="rId150" Type="http://schemas.openxmlformats.org/officeDocument/2006/relationships/customXml" Target="../ink/ink451.xml"/><Relationship Id="rId192" Type="http://schemas.openxmlformats.org/officeDocument/2006/relationships/customXml" Target="../ink/ink472.xml"/><Relationship Id="rId206" Type="http://schemas.openxmlformats.org/officeDocument/2006/relationships/customXml" Target="../ink/ink479.xml"/><Relationship Id="rId413" Type="http://schemas.openxmlformats.org/officeDocument/2006/relationships/image" Target="../media/image520.png"/><Relationship Id="rId248" Type="http://schemas.openxmlformats.org/officeDocument/2006/relationships/customXml" Target="../ink/ink500.xml"/><Relationship Id="rId12" Type="http://schemas.openxmlformats.org/officeDocument/2006/relationships/customXml" Target="../ink/ink382.xml"/><Relationship Id="rId108" Type="http://schemas.openxmlformats.org/officeDocument/2006/relationships/customXml" Target="../ink/ink430.xml"/><Relationship Id="rId315" Type="http://schemas.openxmlformats.org/officeDocument/2006/relationships/image" Target="../media/image471.png"/><Relationship Id="rId357" Type="http://schemas.openxmlformats.org/officeDocument/2006/relationships/image" Target="../media/image492.png"/><Relationship Id="rId54" Type="http://schemas.openxmlformats.org/officeDocument/2006/relationships/customXml" Target="../ink/ink403.xml"/><Relationship Id="rId96" Type="http://schemas.openxmlformats.org/officeDocument/2006/relationships/customXml" Target="../ink/ink424.xml"/><Relationship Id="rId161" Type="http://schemas.openxmlformats.org/officeDocument/2006/relationships/image" Target="../media/image394.png"/><Relationship Id="rId217" Type="http://schemas.openxmlformats.org/officeDocument/2006/relationships/image" Target="../media/image422.png"/><Relationship Id="rId399" Type="http://schemas.openxmlformats.org/officeDocument/2006/relationships/image" Target="../media/image513.png"/><Relationship Id="rId259" Type="http://schemas.openxmlformats.org/officeDocument/2006/relationships/image" Target="../media/image443.png"/><Relationship Id="rId23" Type="http://schemas.openxmlformats.org/officeDocument/2006/relationships/image" Target="../media/image11.png"/><Relationship Id="rId119" Type="http://schemas.openxmlformats.org/officeDocument/2006/relationships/image" Target="../media/image373.png"/><Relationship Id="rId270" Type="http://schemas.openxmlformats.org/officeDocument/2006/relationships/customXml" Target="../ink/ink511.xml"/><Relationship Id="rId326" Type="http://schemas.openxmlformats.org/officeDocument/2006/relationships/customXml" Target="../ink/ink539.xml"/><Relationship Id="rId65" Type="http://schemas.openxmlformats.org/officeDocument/2006/relationships/image" Target="../media/image346.png"/><Relationship Id="rId130" Type="http://schemas.openxmlformats.org/officeDocument/2006/relationships/customXml" Target="../ink/ink441.xml"/><Relationship Id="rId368" Type="http://schemas.openxmlformats.org/officeDocument/2006/relationships/customXml" Target="../ink/ink560.xml"/><Relationship Id="rId172" Type="http://schemas.openxmlformats.org/officeDocument/2006/relationships/customXml" Target="../ink/ink462.xml"/><Relationship Id="rId228" Type="http://schemas.openxmlformats.org/officeDocument/2006/relationships/customXml" Target="../ink/ink490.xml"/><Relationship Id="rId281" Type="http://schemas.openxmlformats.org/officeDocument/2006/relationships/image" Target="../media/image454.png"/><Relationship Id="rId337" Type="http://schemas.openxmlformats.org/officeDocument/2006/relationships/image" Target="../media/image482.png"/><Relationship Id="rId34" Type="http://schemas.openxmlformats.org/officeDocument/2006/relationships/customXml" Target="../ink/ink393.xml"/><Relationship Id="rId76" Type="http://schemas.openxmlformats.org/officeDocument/2006/relationships/customXml" Target="../ink/ink414.xml"/><Relationship Id="rId141" Type="http://schemas.openxmlformats.org/officeDocument/2006/relationships/image" Target="../media/image384.png"/><Relationship Id="rId379" Type="http://schemas.openxmlformats.org/officeDocument/2006/relationships/image" Target="../media/image503.png"/><Relationship Id="rId7" Type="http://schemas.openxmlformats.org/officeDocument/2006/relationships/image" Target="../media/image3.png"/><Relationship Id="rId183" Type="http://schemas.openxmlformats.org/officeDocument/2006/relationships/image" Target="../media/image405.png"/><Relationship Id="rId239" Type="http://schemas.openxmlformats.org/officeDocument/2006/relationships/image" Target="../media/image433.png"/><Relationship Id="rId390" Type="http://schemas.openxmlformats.org/officeDocument/2006/relationships/customXml" Target="../ink/ink571.xml"/><Relationship Id="rId404" Type="http://schemas.openxmlformats.org/officeDocument/2006/relationships/customXml" Target="../ink/ink578.xml"/><Relationship Id="rId250" Type="http://schemas.openxmlformats.org/officeDocument/2006/relationships/customXml" Target="../ink/ink501.xml"/><Relationship Id="rId292" Type="http://schemas.openxmlformats.org/officeDocument/2006/relationships/customXml" Target="../ink/ink522.xml"/><Relationship Id="rId306" Type="http://schemas.openxmlformats.org/officeDocument/2006/relationships/customXml" Target="../ink/ink529.xml"/><Relationship Id="rId45" Type="http://schemas.openxmlformats.org/officeDocument/2006/relationships/image" Target="../media/image22.png"/><Relationship Id="rId87" Type="http://schemas.openxmlformats.org/officeDocument/2006/relationships/image" Target="../media/image357.png"/><Relationship Id="rId110" Type="http://schemas.openxmlformats.org/officeDocument/2006/relationships/customXml" Target="../ink/ink431.xml"/><Relationship Id="rId348" Type="http://schemas.openxmlformats.org/officeDocument/2006/relationships/customXml" Target="../ink/ink550.xml"/><Relationship Id="rId152" Type="http://schemas.openxmlformats.org/officeDocument/2006/relationships/customXml" Target="../ink/ink452.xml"/><Relationship Id="rId194" Type="http://schemas.openxmlformats.org/officeDocument/2006/relationships/customXml" Target="../ink/ink473.xml"/><Relationship Id="rId208" Type="http://schemas.openxmlformats.org/officeDocument/2006/relationships/customXml" Target="../ink/ink480.xml"/><Relationship Id="rId415" Type="http://schemas.openxmlformats.org/officeDocument/2006/relationships/image" Target="../media/image521.png"/><Relationship Id="rId261" Type="http://schemas.openxmlformats.org/officeDocument/2006/relationships/image" Target="../media/image444.png"/><Relationship Id="rId14" Type="http://schemas.openxmlformats.org/officeDocument/2006/relationships/customXml" Target="../ink/ink383.xml"/><Relationship Id="rId56" Type="http://schemas.openxmlformats.org/officeDocument/2006/relationships/customXml" Target="../ink/ink404.xml"/><Relationship Id="rId317" Type="http://schemas.openxmlformats.org/officeDocument/2006/relationships/image" Target="../media/image472.png"/><Relationship Id="rId359" Type="http://schemas.openxmlformats.org/officeDocument/2006/relationships/image" Target="../media/image493.png"/><Relationship Id="rId98" Type="http://schemas.openxmlformats.org/officeDocument/2006/relationships/customXml" Target="../ink/ink425.xml"/><Relationship Id="rId121" Type="http://schemas.openxmlformats.org/officeDocument/2006/relationships/image" Target="../media/image374.png"/><Relationship Id="rId163" Type="http://schemas.openxmlformats.org/officeDocument/2006/relationships/image" Target="../media/image395.png"/><Relationship Id="rId219" Type="http://schemas.openxmlformats.org/officeDocument/2006/relationships/image" Target="../media/image423.png"/><Relationship Id="rId370" Type="http://schemas.openxmlformats.org/officeDocument/2006/relationships/customXml" Target="../ink/ink561.xml"/><Relationship Id="rId230" Type="http://schemas.openxmlformats.org/officeDocument/2006/relationships/customXml" Target="../ink/ink491.xml"/><Relationship Id="rId25" Type="http://schemas.openxmlformats.org/officeDocument/2006/relationships/image" Target="../media/image12.png"/><Relationship Id="rId67" Type="http://schemas.openxmlformats.org/officeDocument/2006/relationships/image" Target="../media/image347.png"/><Relationship Id="rId272" Type="http://schemas.openxmlformats.org/officeDocument/2006/relationships/customXml" Target="../ink/ink512.xml"/><Relationship Id="rId328" Type="http://schemas.openxmlformats.org/officeDocument/2006/relationships/customXml" Target="../ink/ink540.xml"/><Relationship Id="rId132" Type="http://schemas.openxmlformats.org/officeDocument/2006/relationships/customXml" Target="../ink/ink442.xml"/><Relationship Id="rId174" Type="http://schemas.openxmlformats.org/officeDocument/2006/relationships/customXml" Target="../ink/ink463.xml"/><Relationship Id="rId381" Type="http://schemas.openxmlformats.org/officeDocument/2006/relationships/image" Target="../media/image504.png"/><Relationship Id="rId241" Type="http://schemas.openxmlformats.org/officeDocument/2006/relationships/image" Target="../media/image434.png"/><Relationship Id="rId36" Type="http://schemas.openxmlformats.org/officeDocument/2006/relationships/customXml" Target="../ink/ink394.xml"/><Relationship Id="rId283" Type="http://schemas.openxmlformats.org/officeDocument/2006/relationships/image" Target="../media/image455.png"/><Relationship Id="rId339" Type="http://schemas.openxmlformats.org/officeDocument/2006/relationships/image" Target="../media/image483.png"/><Relationship Id="rId78" Type="http://schemas.openxmlformats.org/officeDocument/2006/relationships/customXml" Target="../ink/ink415.xml"/><Relationship Id="rId101" Type="http://schemas.openxmlformats.org/officeDocument/2006/relationships/image" Target="../media/image364.png"/><Relationship Id="rId143" Type="http://schemas.openxmlformats.org/officeDocument/2006/relationships/image" Target="../media/image385.png"/><Relationship Id="rId185" Type="http://schemas.openxmlformats.org/officeDocument/2006/relationships/image" Target="../media/image406.png"/><Relationship Id="rId350" Type="http://schemas.openxmlformats.org/officeDocument/2006/relationships/customXml" Target="../ink/ink551.xml"/><Relationship Id="rId406" Type="http://schemas.openxmlformats.org/officeDocument/2006/relationships/customXml" Target="../ink/ink579.xml"/><Relationship Id="rId9" Type="http://schemas.openxmlformats.org/officeDocument/2006/relationships/image" Target="../media/image4.png"/><Relationship Id="rId210" Type="http://schemas.openxmlformats.org/officeDocument/2006/relationships/customXml" Target="../ink/ink481.xml"/><Relationship Id="rId392" Type="http://schemas.openxmlformats.org/officeDocument/2006/relationships/customXml" Target="../ink/ink572.xml"/><Relationship Id="rId252" Type="http://schemas.openxmlformats.org/officeDocument/2006/relationships/customXml" Target="../ink/ink502.xml"/><Relationship Id="rId294" Type="http://schemas.openxmlformats.org/officeDocument/2006/relationships/customXml" Target="../ink/ink523.xml"/><Relationship Id="rId308" Type="http://schemas.openxmlformats.org/officeDocument/2006/relationships/customXml" Target="../ink/ink530.xml"/><Relationship Id="rId47" Type="http://schemas.openxmlformats.org/officeDocument/2006/relationships/image" Target="../media/image23.png"/><Relationship Id="rId89" Type="http://schemas.openxmlformats.org/officeDocument/2006/relationships/image" Target="../media/image358.png"/><Relationship Id="rId112" Type="http://schemas.openxmlformats.org/officeDocument/2006/relationships/customXml" Target="../ink/ink432.xml"/><Relationship Id="rId154" Type="http://schemas.openxmlformats.org/officeDocument/2006/relationships/customXml" Target="../ink/ink453.xml"/><Relationship Id="rId361" Type="http://schemas.openxmlformats.org/officeDocument/2006/relationships/image" Target="../media/image494.png"/><Relationship Id="rId196" Type="http://schemas.openxmlformats.org/officeDocument/2006/relationships/customXml" Target="../ink/ink474.xml"/><Relationship Id="rId16" Type="http://schemas.openxmlformats.org/officeDocument/2006/relationships/customXml" Target="../ink/ink384.xml"/><Relationship Id="rId221" Type="http://schemas.openxmlformats.org/officeDocument/2006/relationships/image" Target="../media/image424.png"/><Relationship Id="rId263" Type="http://schemas.openxmlformats.org/officeDocument/2006/relationships/image" Target="../media/image445.png"/><Relationship Id="rId319" Type="http://schemas.openxmlformats.org/officeDocument/2006/relationships/image" Target="../media/image473.png"/><Relationship Id="rId58" Type="http://schemas.openxmlformats.org/officeDocument/2006/relationships/customXml" Target="../ink/ink405.xml"/><Relationship Id="rId123" Type="http://schemas.openxmlformats.org/officeDocument/2006/relationships/image" Target="../media/image375.png"/><Relationship Id="rId330" Type="http://schemas.openxmlformats.org/officeDocument/2006/relationships/customXml" Target="../ink/ink541.xml"/><Relationship Id="rId165" Type="http://schemas.openxmlformats.org/officeDocument/2006/relationships/image" Target="../media/image396.png"/><Relationship Id="rId372" Type="http://schemas.openxmlformats.org/officeDocument/2006/relationships/customXml" Target="../ink/ink562.xml"/><Relationship Id="rId232" Type="http://schemas.openxmlformats.org/officeDocument/2006/relationships/customXml" Target="../ink/ink492.xml"/><Relationship Id="rId274" Type="http://schemas.openxmlformats.org/officeDocument/2006/relationships/customXml" Target="../ink/ink513.xml"/><Relationship Id="rId27" Type="http://schemas.openxmlformats.org/officeDocument/2006/relationships/image" Target="../media/image13.png"/><Relationship Id="rId69" Type="http://schemas.openxmlformats.org/officeDocument/2006/relationships/image" Target="../media/image348.png"/><Relationship Id="rId134" Type="http://schemas.openxmlformats.org/officeDocument/2006/relationships/customXml" Target="../ink/ink443.xml"/><Relationship Id="rId80" Type="http://schemas.openxmlformats.org/officeDocument/2006/relationships/customXml" Target="../ink/ink416.xml"/><Relationship Id="rId155" Type="http://schemas.openxmlformats.org/officeDocument/2006/relationships/image" Target="../media/image391.png"/><Relationship Id="rId176" Type="http://schemas.openxmlformats.org/officeDocument/2006/relationships/customXml" Target="../ink/ink464.xml"/><Relationship Id="rId197" Type="http://schemas.openxmlformats.org/officeDocument/2006/relationships/image" Target="../media/image412.png"/><Relationship Id="rId341" Type="http://schemas.openxmlformats.org/officeDocument/2006/relationships/image" Target="../media/image484.png"/><Relationship Id="rId362" Type="http://schemas.openxmlformats.org/officeDocument/2006/relationships/customXml" Target="../ink/ink557.xml"/><Relationship Id="rId383" Type="http://schemas.openxmlformats.org/officeDocument/2006/relationships/image" Target="../media/image505.png"/><Relationship Id="rId201" Type="http://schemas.openxmlformats.org/officeDocument/2006/relationships/image" Target="../media/image414.png"/><Relationship Id="rId222" Type="http://schemas.openxmlformats.org/officeDocument/2006/relationships/customXml" Target="../ink/ink487.xml"/><Relationship Id="rId243" Type="http://schemas.openxmlformats.org/officeDocument/2006/relationships/image" Target="../media/image435.png"/><Relationship Id="rId264" Type="http://schemas.openxmlformats.org/officeDocument/2006/relationships/customXml" Target="../ink/ink508.xml"/><Relationship Id="rId285" Type="http://schemas.openxmlformats.org/officeDocument/2006/relationships/image" Target="../media/image456.png"/><Relationship Id="rId17" Type="http://schemas.openxmlformats.org/officeDocument/2006/relationships/image" Target="../media/image8.png"/><Relationship Id="rId38" Type="http://schemas.openxmlformats.org/officeDocument/2006/relationships/customXml" Target="../ink/ink395.xml"/><Relationship Id="rId59" Type="http://schemas.openxmlformats.org/officeDocument/2006/relationships/image" Target="../media/image29.png"/><Relationship Id="rId103" Type="http://schemas.openxmlformats.org/officeDocument/2006/relationships/image" Target="../media/image365.png"/><Relationship Id="rId124" Type="http://schemas.openxmlformats.org/officeDocument/2006/relationships/customXml" Target="../ink/ink438.xml"/><Relationship Id="rId310" Type="http://schemas.openxmlformats.org/officeDocument/2006/relationships/customXml" Target="../ink/ink531.xml"/><Relationship Id="rId70" Type="http://schemas.openxmlformats.org/officeDocument/2006/relationships/customXml" Target="../ink/ink411.xml"/><Relationship Id="rId91" Type="http://schemas.openxmlformats.org/officeDocument/2006/relationships/image" Target="../media/image359.png"/><Relationship Id="rId145" Type="http://schemas.openxmlformats.org/officeDocument/2006/relationships/image" Target="../media/image386.png"/><Relationship Id="rId166" Type="http://schemas.openxmlformats.org/officeDocument/2006/relationships/customXml" Target="../ink/ink459.xml"/><Relationship Id="rId187" Type="http://schemas.openxmlformats.org/officeDocument/2006/relationships/image" Target="../media/image407.png"/><Relationship Id="rId331" Type="http://schemas.openxmlformats.org/officeDocument/2006/relationships/image" Target="../media/image479.png"/><Relationship Id="rId352" Type="http://schemas.openxmlformats.org/officeDocument/2006/relationships/customXml" Target="../ink/ink552.xml"/><Relationship Id="rId373" Type="http://schemas.openxmlformats.org/officeDocument/2006/relationships/image" Target="../media/image500.png"/><Relationship Id="rId394" Type="http://schemas.openxmlformats.org/officeDocument/2006/relationships/customXml" Target="../ink/ink573.xml"/><Relationship Id="rId408" Type="http://schemas.openxmlformats.org/officeDocument/2006/relationships/customXml" Target="../ink/ink580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482.xml"/><Relationship Id="rId233" Type="http://schemas.openxmlformats.org/officeDocument/2006/relationships/image" Target="../media/image430.png"/><Relationship Id="rId254" Type="http://schemas.openxmlformats.org/officeDocument/2006/relationships/customXml" Target="../ink/ink503.xml"/><Relationship Id="rId28" Type="http://schemas.openxmlformats.org/officeDocument/2006/relationships/customXml" Target="../ink/ink390.xml"/><Relationship Id="rId49" Type="http://schemas.openxmlformats.org/officeDocument/2006/relationships/image" Target="../media/image24.png"/><Relationship Id="rId114" Type="http://schemas.openxmlformats.org/officeDocument/2006/relationships/customXml" Target="../ink/ink433.xml"/><Relationship Id="rId275" Type="http://schemas.openxmlformats.org/officeDocument/2006/relationships/image" Target="../media/image451.png"/><Relationship Id="rId296" Type="http://schemas.openxmlformats.org/officeDocument/2006/relationships/customXml" Target="../ink/ink524.xml"/><Relationship Id="rId300" Type="http://schemas.openxmlformats.org/officeDocument/2006/relationships/customXml" Target="../ink/ink526.xml"/><Relationship Id="rId60" Type="http://schemas.openxmlformats.org/officeDocument/2006/relationships/customXml" Target="../ink/ink406.xml"/><Relationship Id="rId81" Type="http://schemas.openxmlformats.org/officeDocument/2006/relationships/image" Target="../media/image354.png"/><Relationship Id="rId135" Type="http://schemas.openxmlformats.org/officeDocument/2006/relationships/image" Target="../media/image381.png"/><Relationship Id="rId156" Type="http://schemas.openxmlformats.org/officeDocument/2006/relationships/customXml" Target="../ink/ink454.xml"/><Relationship Id="rId177" Type="http://schemas.openxmlformats.org/officeDocument/2006/relationships/image" Target="../media/image402.png"/><Relationship Id="rId198" Type="http://schemas.openxmlformats.org/officeDocument/2006/relationships/customXml" Target="../ink/ink475.xml"/><Relationship Id="rId321" Type="http://schemas.openxmlformats.org/officeDocument/2006/relationships/image" Target="../media/image474.png"/><Relationship Id="rId342" Type="http://schemas.openxmlformats.org/officeDocument/2006/relationships/customXml" Target="../ink/ink547.xml"/><Relationship Id="rId363" Type="http://schemas.openxmlformats.org/officeDocument/2006/relationships/image" Target="../media/image495.png"/><Relationship Id="rId384" Type="http://schemas.openxmlformats.org/officeDocument/2006/relationships/customXml" Target="../ink/ink568.xml"/><Relationship Id="rId202" Type="http://schemas.openxmlformats.org/officeDocument/2006/relationships/customXml" Target="../ink/ink477.xml"/><Relationship Id="rId223" Type="http://schemas.openxmlformats.org/officeDocument/2006/relationships/image" Target="../media/image425.png"/><Relationship Id="rId244" Type="http://schemas.openxmlformats.org/officeDocument/2006/relationships/customXml" Target="../ink/ink498.xml"/><Relationship Id="rId18" Type="http://schemas.openxmlformats.org/officeDocument/2006/relationships/customXml" Target="../ink/ink385.xml"/><Relationship Id="rId39" Type="http://schemas.openxmlformats.org/officeDocument/2006/relationships/image" Target="../media/image19.png"/><Relationship Id="rId265" Type="http://schemas.openxmlformats.org/officeDocument/2006/relationships/image" Target="../media/image446.png"/><Relationship Id="rId286" Type="http://schemas.openxmlformats.org/officeDocument/2006/relationships/customXml" Target="../ink/ink519.xml"/><Relationship Id="rId50" Type="http://schemas.openxmlformats.org/officeDocument/2006/relationships/customXml" Target="../ink/ink401.xml"/><Relationship Id="rId104" Type="http://schemas.openxmlformats.org/officeDocument/2006/relationships/customXml" Target="../ink/ink428.xml"/><Relationship Id="rId125" Type="http://schemas.openxmlformats.org/officeDocument/2006/relationships/image" Target="../media/image376.png"/><Relationship Id="rId146" Type="http://schemas.openxmlformats.org/officeDocument/2006/relationships/customXml" Target="../ink/ink449.xml"/><Relationship Id="rId167" Type="http://schemas.openxmlformats.org/officeDocument/2006/relationships/image" Target="../media/image397.png"/><Relationship Id="rId188" Type="http://schemas.openxmlformats.org/officeDocument/2006/relationships/customXml" Target="../ink/ink470.xml"/><Relationship Id="rId311" Type="http://schemas.openxmlformats.org/officeDocument/2006/relationships/image" Target="../media/image469.png"/><Relationship Id="rId332" Type="http://schemas.openxmlformats.org/officeDocument/2006/relationships/customXml" Target="../ink/ink542.xml"/><Relationship Id="rId353" Type="http://schemas.openxmlformats.org/officeDocument/2006/relationships/image" Target="../media/image490.png"/><Relationship Id="rId374" Type="http://schemas.openxmlformats.org/officeDocument/2006/relationships/customXml" Target="../ink/ink563.xml"/><Relationship Id="rId395" Type="http://schemas.openxmlformats.org/officeDocument/2006/relationships/image" Target="../media/image511.png"/><Relationship Id="rId409" Type="http://schemas.openxmlformats.org/officeDocument/2006/relationships/image" Target="../media/image518.png"/><Relationship Id="rId71" Type="http://schemas.openxmlformats.org/officeDocument/2006/relationships/image" Target="../media/image349.png"/><Relationship Id="rId92" Type="http://schemas.openxmlformats.org/officeDocument/2006/relationships/customXml" Target="../ink/ink422.xml"/><Relationship Id="rId213" Type="http://schemas.openxmlformats.org/officeDocument/2006/relationships/image" Target="../media/image420.png"/><Relationship Id="rId234" Type="http://schemas.openxmlformats.org/officeDocument/2006/relationships/customXml" Target="../ink/ink493.xml"/><Relationship Id="rId2" Type="http://schemas.openxmlformats.org/officeDocument/2006/relationships/customXml" Target="../ink/ink377.xml"/><Relationship Id="rId29" Type="http://schemas.openxmlformats.org/officeDocument/2006/relationships/image" Target="../media/image14.png"/><Relationship Id="rId255" Type="http://schemas.openxmlformats.org/officeDocument/2006/relationships/image" Target="../media/image441.png"/><Relationship Id="rId276" Type="http://schemas.openxmlformats.org/officeDocument/2006/relationships/customXml" Target="../ink/ink514.xml"/><Relationship Id="rId297" Type="http://schemas.openxmlformats.org/officeDocument/2006/relationships/image" Target="../media/image462.png"/><Relationship Id="rId40" Type="http://schemas.openxmlformats.org/officeDocument/2006/relationships/customXml" Target="../ink/ink396.xml"/><Relationship Id="rId115" Type="http://schemas.openxmlformats.org/officeDocument/2006/relationships/image" Target="../media/image371.png"/><Relationship Id="rId136" Type="http://schemas.openxmlformats.org/officeDocument/2006/relationships/customXml" Target="../ink/ink444.xml"/><Relationship Id="rId157" Type="http://schemas.openxmlformats.org/officeDocument/2006/relationships/image" Target="../media/image392.png"/><Relationship Id="rId178" Type="http://schemas.openxmlformats.org/officeDocument/2006/relationships/customXml" Target="../ink/ink465.xml"/><Relationship Id="rId301" Type="http://schemas.openxmlformats.org/officeDocument/2006/relationships/image" Target="../media/image464.png"/><Relationship Id="rId322" Type="http://schemas.openxmlformats.org/officeDocument/2006/relationships/customXml" Target="../ink/ink537.xml"/><Relationship Id="rId343" Type="http://schemas.openxmlformats.org/officeDocument/2006/relationships/image" Target="../media/image485.png"/><Relationship Id="rId364" Type="http://schemas.openxmlformats.org/officeDocument/2006/relationships/customXml" Target="../ink/ink558.xml"/><Relationship Id="rId61" Type="http://schemas.openxmlformats.org/officeDocument/2006/relationships/image" Target="../media/image344.png"/><Relationship Id="rId82" Type="http://schemas.openxmlformats.org/officeDocument/2006/relationships/customXml" Target="../ink/ink417.xml"/><Relationship Id="rId199" Type="http://schemas.openxmlformats.org/officeDocument/2006/relationships/image" Target="../media/image413.png"/><Relationship Id="rId203" Type="http://schemas.openxmlformats.org/officeDocument/2006/relationships/image" Target="../media/image415.png"/><Relationship Id="rId385" Type="http://schemas.openxmlformats.org/officeDocument/2006/relationships/image" Target="../media/image506.png"/><Relationship Id="rId19" Type="http://schemas.openxmlformats.org/officeDocument/2006/relationships/image" Target="../media/image9.png"/><Relationship Id="rId224" Type="http://schemas.openxmlformats.org/officeDocument/2006/relationships/customXml" Target="../ink/ink488.xml"/><Relationship Id="rId245" Type="http://schemas.openxmlformats.org/officeDocument/2006/relationships/image" Target="../media/image436.png"/><Relationship Id="rId266" Type="http://schemas.openxmlformats.org/officeDocument/2006/relationships/customXml" Target="../ink/ink509.xml"/><Relationship Id="rId287" Type="http://schemas.openxmlformats.org/officeDocument/2006/relationships/image" Target="../media/image457.png"/><Relationship Id="rId410" Type="http://schemas.openxmlformats.org/officeDocument/2006/relationships/customXml" Target="../ink/ink581.xml"/><Relationship Id="rId30" Type="http://schemas.openxmlformats.org/officeDocument/2006/relationships/customXml" Target="../ink/ink391.xml"/><Relationship Id="rId105" Type="http://schemas.openxmlformats.org/officeDocument/2006/relationships/image" Target="../media/image366.png"/><Relationship Id="rId126" Type="http://schemas.openxmlformats.org/officeDocument/2006/relationships/customXml" Target="../ink/ink439.xml"/><Relationship Id="rId147" Type="http://schemas.openxmlformats.org/officeDocument/2006/relationships/image" Target="../media/image387.png"/><Relationship Id="rId168" Type="http://schemas.openxmlformats.org/officeDocument/2006/relationships/customXml" Target="../ink/ink460.xml"/><Relationship Id="rId312" Type="http://schemas.openxmlformats.org/officeDocument/2006/relationships/customXml" Target="../ink/ink532.xml"/><Relationship Id="rId333" Type="http://schemas.openxmlformats.org/officeDocument/2006/relationships/image" Target="../media/image480.png"/><Relationship Id="rId354" Type="http://schemas.openxmlformats.org/officeDocument/2006/relationships/customXml" Target="../ink/ink553.xml"/><Relationship Id="rId51" Type="http://schemas.openxmlformats.org/officeDocument/2006/relationships/image" Target="../media/image25.png"/><Relationship Id="rId72" Type="http://schemas.openxmlformats.org/officeDocument/2006/relationships/customXml" Target="../ink/ink412.xml"/><Relationship Id="rId93" Type="http://schemas.openxmlformats.org/officeDocument/2006/relationships/image" Target="../media/image360.png"/><Relationship Id="rId189" Type="http://schemas.openxmlformats.org/officeDocument/2006/relationships/image" Target="../media/image408.png"/><Relationship Id="rId375" Type="http://schemas.openxmlformats.org/officeDocument/2006/relationships/image" Target="../media/image501.png"/><Relationship Id="rId396" Type="http://schemas.openxmlformats.org/officeDocument/2006/relationships/customXml" Target="../ink/ink574.xml"/><Relationship Id="rId3" Type="http://schemas.openxmlformats.org/officeDocument/2006/relationships/image" Target="../media/image1.png"/><Relationship Id="rId214" Type="http://schemas.openxmlformats.org/officeDocument/2006/relationships/customXml" Target="../ink/ink483.xml"/><Relationship Id="rId235" Type="http://schemas.openxmlformats.org/officeDocument/2006/relationships/image" Target="../media/image431.png"/><Relationship Id="rId256" Type="http://schemas.openxmlformats.org/officeDocument/2006/relationships/customXml" Target="../ink/ink504.xml"/><Relationship Id="rId277" Type="http://schemas.openxmlformats.org/officeDocument/2006/relationships/image" Target="../media/image452.png"/><Relationship Id="rId298" Type="http://schemas.openxmlformats.org/officeDocument/2006/relationships/customXml" Target="../ink/ink525.xml"/><Relationship Id="rId400" Type="http://schemas.openxmlformats.org/officeDocument/2006/relationships/customXml" Target="../ink/ink576.xml"/><Relationship Id="rId116" Type="http://schemas.openxmlformats.org/officeDocument/2006/relationships/customXml" Target="../ink/ink434.xml"/><Relationship Id="rId137" Type="http://schemas.openxmlformats.org/officeDocument/2006/relationships/image" Target="../media/image382.png"/><Relationship Id="rId158" Type="http://schemas.openxmlformats.org/officeDocument/2006/relationships/customXml" Target="../ink/ink455.xml"/><Relationship Id="rId302" Type="http://schemas.openxmlformats.org/officeDocument/2006/relationships/customXml" Target="../ink/ink527.xml"/><Relationship Id="rId323" Type="http://schemas.openxmlformats.org/officeDocument/2006/relationships/image" Target="../media/image475.png"/><Relationship Id="rId344" Type="http://schemas.openxmlformats.org/officeDocument/2006/relationships/customXml" Target="../ink/ink548.xml"/><Relationship Id="rId20" Type="http://schemas.openxmlformats.org/officeDocument/2006/relationships/customXml" Target="../ink/ink386.xml"/><Relationship Id="rId41" Type="http://schemas.openxmlformats.org/officeDocument/2006/relationships/image" Target="../media/image20.png"/><Relationship Id="rId62" Type="http://schemas.openxmlformats.org/officeDocument/2006/relationships/customXml" Target="../ink/ink407.xml"/><Relationship Id="rId83" Type="http://schemas.openxmlformats.org/officeDocument/2006/relationships/image" Target="../media/image355.png"/><Relationship Id="rId179" Type="http://schemas.openxmlformats.org/officeDocument/2006/relationships/image" Target="../media/image403.png"/><Relationship Id="rId365" Type="http://schemas.openxmlformats.org/officeDocument/2006/relationships/image" Target="../media/image496.png"/><Relationship Id="rId386" Type="http://schemas.openxmlformats.org/officeDocument/2006/relationships/customXml" Target="../ink/ink569.xml"/><Relationship Id="rId190" Type="http://schemas.openxmlformats.org/officeDocument/2006/relationships/customXml" Target="../ink/ink471.xml"/><Relationship Id="rId204" Type="http://schemas.openxmlformats.org/officeDocument/2006/relationships/customXml" Target="../ink/ink478.xml"/><Relationship Id="rId225" Type="http://schemas.openxmlformats.org/officeDocument/2006/relationships/image" Target="../media/image426.png"/><Relationship Id="rId246" Type="http://schemas.openxmlformats.org/officeDocument/2006/relationships/customXml" Target="../ink/ink499.xml"/><Relationship Id="rId267" Type="http://schemas.openxmlformats.org/officeDocument/2006/relationships/image" Target="../media/image447.png"/><Relationship Id="rId288" Type="http://schemas.openxmlformats.org/officeDocument/2006/relationships/customXml" Target="../ink/ink520.xml"/><Relationship Id="rId411" Type="http://schemas.openxmlformats.org/officeDocument/2006/relationships/image" Target="../media/image519.png"/><Relationship Id="rId106" Type="http://schemas.openxmlformats.org/officeDocument/2006/relationships/customXml" Target="../ink/ink429.xml"/><Relationship Id="rId127" Type="http://schemas.openxmlformats.org/officeDocument/2006/relationships/image" Target="../media/image377.png"/><Relationship Id="rId313" Type="http://schemas.openxmlformats.org/officeDocument/2006/relationships/image" Target="../media/image470.png"/><Relationship Id="rId10" Type="http://schemas.openxmlformats.org/officeDocument/2006/relationships/customXml" Target="../ink/ink381.xml"/><Relationship Id="rId31" Type="http://schemas.openxmlformats.org/officeDocument/2006/relationships/image" Target="../media/image15.png"/><Relationship Id="rId52" Type="http://schemas.openxmlformats.org/officeDocument/2006/relationships/customXml" Target="../ink/ink402.xml"/><Relationship Id="rId73" Type="http://schemas.openxmlformats.org/officeDocument/2006/relationships/image" Target="../media/image350.png"/><Relationship Id="rId94" Type="http://schemas.openxmlformats.org/officeDocument/2006/relationships/customXml" Target="../ink/ink423.xml"/><Relationship Id="rId148" Type="http://schemas.openxmlformats.org/officeDocument/2006/relationships/customXml" Target="../ink/ink450.xml"/><Relationship Id="rId169" Type="http://schemas.openxmlformats.org/officeDocument/2006/relationships/image" Target="../media/image398.png"/><Relationship Id="rId334" Type="http://schemas.openxmlformats.org/officeDocument/2006/relationships/customXml" Target="../ink/ink543.xml"/><Relationship Id="rId355" Type="http://schemas.openxmlformats.org/officeDocument/2006/relationships/image" Target="../media/image491.png"/><Relationship Id="rId376" Type="http://schemas.openxmlformats.org/officeDocument/2006/relationships/customXml" Target="../ink/ink564.xml"/><Relationship Id="rId397" Type="http://schemas.openxmlformats.org/officeDocument/2006/relationships/image" Target="../media/image512.png"/><Relationship Id="rId4" Type="http://schemas.openxmlformats.org/officeDocument/2006/relationships/customXml" Target="../ink/ink378.xml"/><Relationship Id="rId180" Type="http://schemas.openxmlformats.org/officeDocument/2006/relationships/customXml" Target="../ink/ink466.xml"/><Relationship Id="rId215" Type="http://schemas.openxmlformats.org/officeDocument/2006/relationships/image" Target="../media/image421.png"/><Relationship Id="rId236" Type="http://schemas.openxmlformats.org/officeDocument/2006/relationships/customXml" Target="../ink/ink494.xml"/><Relationship Id="rId257" Type="http://schemas.openxmlformats.org/officeDocument/2006/relationships/image" Target="../media/image442.png"/><Relationship Id="rId278" Type="http://schemas.openxmlformats.org/officeDocument/2006/relationships/customXml" Target="../ink/ink515.xml"/><Relationship Id="rId401" Type="http://schemas.openxmlformats.org/officeDocument/2006/relationships/image" Target="../media/image514.png"/><Relationship Id="rId303" Type="http://schemas.openxmlformats.org/officeDocument/2006/relationships/image" Target="../media/image465.png"/><Relationship Id="rId42" Type="http://schemas.openxmlformats.org/officeDocument/2006/relationships/customXml" Target="../ink/ink397.xml"/><Relationship Id="rId84" Type="http://schemas.openxmlformats.org/officeDocument/2006/relationships/customXml" Target="../ink/ink418.xml"/><Relationship Id="rId138" Type="http://schemas.openxmlformats.org/officeDocument/2006/relationships/customXml" Target="../ink/ink445.xml"/><Relationship Id="rId345" Type="http://schemas.openxmlformats.org/officeDocument/2006/relationships/image" Target="../media/image486.png"/><Relationship Id="rId387" Type="http://schemas.openxmlformats.org/officeDocument/2006/relationships/image" Target="../media/image507.png"/><Relationship Id="rId191" Type="http://schemas.openxmlformats.org/officeDocument/2006/relationships/image" Target="../media/image409.png"/><Relationship Id="rId205" Type="http://schemas.openxmlformats.org/officeDocument/2006/relationships/image" Target="../media/image416.png"/><Relationship Id="rId247" Type="http://schemas.openxmlformats.org/officeDocument/2006/relationships/image" Target="../media/image437.png"/><Relationship Id="rId412" Type="http://schemas.openxmlformats.org/officeDocument/2006/relationships/customXml" Target="../ink/ink582.xml"/><Relationship Id="rId107" Type="http://schemas.openxmlformats.org/officeDocument/2006/relationships/image" Target="../media/image367.png"/><Relationship Id="rId289" Type="http://schemas.openxmlformats.org/officeDocument/2006/relationships/image" Target="../media/image458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388.png"/><Relationship Id="rId314" Type="http://schemas.openxmlformats.org/officeDocument/2006/relationships/customXml" Target="../ink/ink533.xml"/><Relationship Id="rId356" Type="http://schemas.openxmlformats.org/officeDocument/2006/relationships/customXml" Target="../ink/ink554.xml"/><Relationship Id="rId398" Type="http://schemas.openxmlformats.org/officeDocument/2006/relationships/customXml" Target="../ink/ink575.xml"/><Relationship Id="rId95" Type="http://schemas.openxmlformats.org/officeDocument/2006/relationships/image" Target="../media/image361.png"/><Relationship Id="rId160" Type="http://schemas.openxmlformats.org/officeDocument/2006/relationships/customXml" Target="../ink/ink456.xml"/><Relationship Id="rId216" Type="http://schemas.openxmlformats.org/officeDocument/2006/relationships/customXml" Target="../ink/ink484.xml"/><Relationship Id="rId258" Type="http://schemas.openxmlformats.org/officeDocument/2006/relationships/customXml" Target="../ink/ink505.xml"/><Relationship Id="rId22" Type="http://schemas.openxmlformats.org/officeDocument/2006/relationships/customXml" Target="../ink/ink387.xml"/><Relationship Id="rId64" Type="http://schemas.openxmlformats.org/officeDocument/2006/relationships/customXml" Target="../ink/ink408.xml"/><Relationship Id="rId118" Type="http://schemas.openxmlformats.org/officeDocument/2006/relationships/customXml" Target="../ink/ink435.xml"/><Relationship Id="rId325" Type="http://schemas.openxmlformats.org/officeDocument/2006/relationships/image" Target="../media/image476.png"/><Relationship Id="rId367" Type="http://schemas.openxmlformats.org/officeDocument/2006/relationships/image" Target="../media/image497.png"/><Relationship Id="rId171" Type="http://schemas.openxmlformats.org/officeDocument/2006/relationships/image" Target="../media/image399.png"/><Relationship Id="rId227" Type="http://schemas.openxmlformats.org/officeDocument/2006/relationships/image" Target="../media/image427.png"/><Relationship Id="rId269" Type="http://schemas.openxmlformats.org/officeDocument/2006/relationships/image" Target="../media/image448.png"/><Relationship Id="rId33" Type="http://schemas.openxmlformats.org/officeDocument/2006/relationships/image" Target="../media/image16.png"/><Relationship Id="rId129" Type="http://schemas.openxmlformats.org/officeDocument/2006/relationships/image" Target="../media/image378.png"/><Relationship Id="rId280" Type="http://schemas.openxmlformats.org/officeDocument/2006/relationships/customXml" Target="../ink/ink516.xml"/><Relationship Id="rId336" Type="http://schemas.openxmlformats.org/officeDocument/2006/relationships/customXml" Target="../ink/ink544.xml"/><Relationship Id="rId75" Type="http://schemas.openxmlformats.org/officeDocument/2006/relationships/image" Target="../media/image351.png"/><Relationship Id="rId140" Type="http://schemas.openxmlformats.org/officeDocument/2006/relationships/customXml" Target="../ink/ink446.xml"/><Relationship Id="rId182" Type="http://schemas.openxmlformats.org/officeDocument/2006/relationships/customXml" Target="../ink/ink467.xml"/><Relationship Id="rId378" Type="http://schemas.openxmlformats.org/officeDocument/2006/relationships/customXml" Target="../ink/ink565.xml"/><Relationship Id="rId403" Type="http://schemas.openxmlformats.org/officeDocument/2006/relationships/image" Target="../media/image515.png"/><Relationship Id="rId6" Type="http://schemas.openxmlformats.org/officeDocument/2006/relationships/customXml" Target="../ink/ink379.xml"/><Relationship Id="rId238" Type="http://schemas.openxmlformats.org/officeDocument/2006/relationships/customXml" Target="../ink/ink495.xml"/><Relationship Id="rId291" Type="http://schemas.openxmlformats.org/officeDocument/2006/relationships/image" Target="../media/image459.png"/><Relationship Id="rId305" Type="http://schemas.openxmlformats.org/officeDocument/2006/relationships/image" Target="../media/image466.png"/><Relationship Id="rId347" Type="http://schemas.openxmlformats.org/officeDocument/2006/relationships/image" Target="../media/image487.png"/><Relationship Id="rId44" Type="http://schemas.openxmlformats.org/officeDocument/2006/relationships/customXml" Target="../ink/ink398.xml"/><Relationship Id="rId86" Type="http://schemas.openxmlformats.org/officeDocument/2006/relationships/customXml" Target="../ink/ink419.xml"/><Relationship Id="rId151" Type="http://schemas.openxmlformats.org/officeDocument/2006/relationships/image" Target="../media/image389.png"/><Relationship Id="rId389" Type="http://schemas.openxmlformats.org/officeDocument/2006/relationships/image" Target="../media/image508.png"/><Relationship Id="rId193" Type="http://schemas.openxmlformats.org/officeDocument/2006/relationships/image" Target="../media/image410.png"/><Relationship Id="rId207" Type="http://schemas.openxmlformats.org/officeDocument/2006/relationships/image" Target="../media/image417.png"/><Relationship Id="rId249" Type="http://schemas.openxmlformats.org/officeDocument/2006/relationships/image" Target="../media/image438.png"/><Relationship Id="rId414" Type="http://schemas.openxmlformats.org/officeDocument/2006/relationships/customXml" Target="../ink/ink583.xml"/><Relationship Id="rId13" Type="http://schemas.openxmlformats.org/officeDocument/2006/relationships/image" Target="../media/image6.png"/><Relationship Id="rId109" Type="http://schemas.openxmlformats.org/officeDocument/2006/relationships/image" Target="../media/image368.png"/><Relationship Id="rId260" Type="http://schemas.openxmlformats.org/officeDocument/2006/relationships/customXml" Target="../ink/ink506.xml"/><Relationship Id="rId316" Type="http://schemas.openxmlformats.org/officeDocument/2006/relationships/customXml" Target="../ink/ink534.xml"/><Relationship Id="rId55" Type="http://schemas.openxmlformats.org/officeDocument/2006/relationships/image" Target="../media/image27.png"/><Relationship Id="rId97" Type="http://schemas.openxmlformats.org/officeDocument/2006/relationships/image" Target="../media/image362.png"/><Relationship Id="rId120" Type="http://schemas.openxmlformats.org/officeDocument/2006/relationships/customXml" Target="../ink/ink436.xml"/><Relationship Id="rId358" Type="http://schemas.openxmlformats.org/officeDocument/2006/relationships/customXml" Target="../ink/ink555.xml"/><Relationship Id="rId162" Type="http://schemas.openxmlformats.org/officeDocument/2006/relationships/customXml" Target="../ink/ink457.xml"/><Relationship Id="rId218" Type="http://schemas.openxmlformats.org/officeDocument/2006/relationships/customXml" Target="../ink/ink485.xml"/><Relationship Id="rId271" Type="http://schemas.openxmlformats.org/officeDocument/2006/relationships/image" Target="../media/image449.png"/><Relationship Id="rId24" Type="http://schemas.openxmlformats.org/officeDocument/2006/relationships/customXml" Target="../ink/ink388.xml"/><Relationship Id="rId66" Type="http://schemas.openxmlformats.org/officeDocument/2006/relationships/customXml" Target="../ink/ink409.xml"/><Relationship Id="rId131" Type="http://schemas.openxmlformats.org/officeDocument/2006/relationships/image" Target="../media/image379.png"/><Relationship Id="rId327" Type="http://schemas.openxmlformats.org/officeDocument/2006/relationships/image" Target="../media/image477.png"/><Relationship Id="rId369" Type="http://schemas.openxmlformats.org/officeDocument/2006/relationships/image" Target="../media/image498.png"/><Relationship Id="rId173" Type="http://schemas.openxmlformats.org/officeDocument/2006/relationships/image" Target="../media/image400.png"/><Relationship Id="rId229" Type="http://schemas.openxmlformats.org/officeDocument/2006/relationships/image" Target="../media/image428.png"/><Relationship Id="rId380" Type="http://schemas.openxmlformats.org/officeDocument/2006/relationships/customXml" Target="../ink/ink566.xml"/><Relationship Id="rId240" Type="http://schemas.openxmlformats.org/officeDocument/2006/relationships/customXml" Target="../ink/ink496.xml"/><Relationship Id="rId35" Type="http://schemas.openxmlformats.org/officeDocument/2006/relationships/image" Target="../media/image17.png"/><Relationship Id="rId77" Type="http://schemas.openxmlformats.org/officeDocument/2006/relationships/image" Target="../media/image352.png"/><Relationship Id="rId100" Type="http://schemas.openxmlformats.org/officeDocument/2006/relationships/customXml" Target="../ink/ink426.xml"/><Relationship Id="rId282" Type="http://schemas.openxmlformats.org/officeDocument/2006/relationships/customXml" Target="../ink/ink517.xml"/><Relationship Id="rId338" Type="http://schemas.openxmlformats.org/officeDocument/2006/relationships/customXml" Target="../ink/ink545.xml"/><Relationship Id="rId8" Type="http://schemas.openxmlformats.org/officeDocument/2006/relationships/customXml" Target="../ink/ink380.xml"/><Relationship Id="rId142" Type="http://schemas.openxmlformats.org/officeDocument/2006/relationships/customXml" Target="../ink/ink447.xml"/><Relationship Id="rId184" Type="http://schemas.openxmlformats.org/officeDocument/2006/relationships/customXml" Target="../ink/ink468.xml"/><Relationship Id="rId391" Type="http://schemas.openxmlformats.org/officeDocument/2006/relationships/image" Target="../media/image509.png"/><Relationship Id="rId405" Type="http://schemas.openxmlformats.org/officeDocument/2006/relationships/image" Target="../media/image516.png"/><Relationship Id="rId251" Type="http://schemas.openxmlformats.org/officeDocument/2006/relationships/image" Target="../media/image439.png"/><Relationship Id="rId46" Type="http://schemas.openxmlformats.org/officeDocument/2006/relationships/customXml" Target="../ink/ink399.xml"/><Relationship Id="rId293" Type="http://schemas.openxmlformats.org/officeDocument/2006/relationships/image" Target="../media/image460.png"/><Relationship Id="rId307" Type="http://schemas.openxmlformats.org/officeDocument/2006/relationships/image" Target="../media/image467.png"/><Relationship Id="rId349" Type="http://schemas.openxmlformats.org/officeDocument/2006/relationships/image" Target="../media/image488.png"/><Relationship Id="rId88" Type="http://schemas.openxmlformats.org/officeDocument/2006/relationships/customXml" Target="../ink/ink420.xml"/><Relationship Id="rId111" Type="http://schemas.openxmlformats.org/officeDocument/2006/relationships/image" Target="../media/image369.png"/><Relationship Id="rId153" Type="http://schemas.openxmlformats.org/officeDocument/2006/relationships/image" Target="../media/image390.png"/><Relationship Id="rId195" Type="http://schemas.openxmlformats.org/officeDocument/2006/relationships/image" Target="../media/image411.png"/><Relationship Id="rId209" Type="http://schemas.openxmlformats.org/officeDocument/2006/relationships/image" Target="../media/image418.png"/><Relationship Id="rId360" Type="http://schemas.openxmlformats.org/officeDocument/2006/relationships/customXml" Target="../ink/ink556.xml"/><Relationship Id="rId220" Type="http://schemas.openxmlformats.org/officeDocument/2006/relationships/customXml" Target="../ink/ink486.xml"/><Relationship Id="rId15" Type="http://schemas.openxmlformats.org/officeDocument/2006/relationships/image" Target="../media/image7.png"/><Relationship Id="rId57" Type="http://schemas.openxmlformats.org/officeDocument/2006/relationships/image" Target="../media/image28.png"/><Relationship Id="rId262" Type="http://schemas.openxmlformats.org/officeDocument/2006/relationships/customXml" Target="../ink/ink507.xml"/><Relationship Id="rId318" Type="http://schemas.openxmlformats.org/officeDocument/2006/relationships/customXml" Target="../ink/ink535.xml"/><Relationship Id="rId99" Type="http://schemas.openxmlformats.org/officeDocument/2006/relationships/image" Target="../media/image363.png"/><Relationship Id="rId122" Type="http://schemas.openxmlformats.org/officeDocument/2006/relationships/customXml" Target="../ink/ink437.xml"/><Relationship Id="rId164" Type="http://schemas.openxmlformats.org/officeDocument/2006/relationships/customXml" Target="../ink/ink458.xml"/><Relationship Id="rId371" Type="http://schemas.openxmlformats.org/officeDocument/2006/relationships/image" Target="../media/image499.png"/><Relationship Id="rId26" Type="http://schemas.openxmlformats.org/officeDocument/2006/relationships/customXml" Target="../ink/ink389.xml"/><Relationship Id="rId231" Type="http://schemas.openxmlformats.org/officeDocument/2006/relationships/image" Target="../media/image429.png"/><Relationship Id="rId273" Type="http://schemas.openxmlformats.org/officeDocument/2006/relationships/image" Target="../media/image450.png"/><Relationship Id="rId329" Type="http://schemas.openxmlformats.org/officeDocument/2006/relationships/image" Target="../media/image478.png"/><Relationship Id="rId68" Type="http://schemas.openxmlformats.org/officeDocument/2006/relationships/customXml" Target="../ink/ink410.xml"/><Relationship Id="rId133" Type="http://schemas.openxmlformats.org/officeDocument/2006/relationships/image" Target="../media/image380.png"/><Relationship Id="rId175" Type="http://schemas.openxmlformats.org/officeDocument/2006/relationships/image" Target="../media/image401.png"/><Relationship Id="rId340" Type="http://schemas.openxmlformats.org/officeDocument/2006/relationships/customXml" Target="../ink/ink546.xml"/><Relationship Id="rId200" Type="http://schemas.openxmlformats.org/officeDocument/2006/relationships/customXml" Target="../ink/ink476.xml"/><Relationship Id="rId382" Type="http://schemas.openxmlformats.org/officeDocument/2006/relationships/customXml" Target="../ink/ink567.xml"/><Relationship Id="rId242" Type="http://schemas.openxmlformats.org/officeDocument/2006/relationships/customXml" Target="../ink/ink497.xml"/><Relationship Id="rId284" Type="http://schemas.openxmlformats.org/officeDocument/2006/relationships/customXml" Target="../ink/ink518.xml"/><Relationship Id="rId37" Type="http://schemas.openxmlformats.org/officeDocument/2006/relationships/image" Target="../media/image18.png"/><Relationship Id="rId79" Type="http://schemas.openxmlformats.org/officeDocument/2006/relationships/image" Target="../media/image353.png"/><Relationship Id="rId102" Type="http://schemas.openxmlformats.org/officeDocument/2006/relationships/customXml" Target="../ink/ink427.xml"/><Relationship Id="rId144" Type="http://schemas.openxmlformats.org/officeDocument/2006/relationships/customXml" Target="../ink/ink448.xml"/><Relationship Id="rId90" Type="http://schemas.openxmlformats.org/officeDocument/2006/relationships/customXml" Target="../ink/ink421.xml"/><Relationship Id="rId186" Type="http://schemas.openxmlformats.org/officeDocument/2006/relationships/customXml" Target="../ink/ink469.xml"/><Relationship Id="rId351" Type="http://schemas.openxmlformats.org/officeDocument/2006/relationships/image" Target="../media/image489.png"/><Relationship Id="rId393" Type="http://schemas.openxmlformats.org/officeDocument/2006/relationships/image" Target="../media/image510.png"/><Relationship Id="rId407" Type="http://schemas.openxmlformats.org/officeDocument/2006/relationships/image" Target="../media/image517.png"/><Relationship Id="rId211" Type="http://schemas.openxmlformats.org/officeDocument/2006/relationships/image" Target="../media/image419.png"/><Relationship Id="rId253" Type="http://schemas.openxmlformats.org/officeDocument/2006/relationships/image" Target="../media/image440.png"/><Relationship Id="rId295" Type="http://schemas.openxmlformats.org/officeDocument/2006/relationships/image" Target="../media/image461.png"/><Relationship Id="rId309" Type="http://schemas.openxmlformats.org/officeDocument/2006/relationships/image" Target="../media/image468.png"/><Relationship Id="rId48" Type="http://schemas.openxmlformats.org/officeDocument/2006/relationships/customXml" Target="../ink/ink400.xml"/><Relationship Id="rId113" Type="http://schemas.openxmlformats.org/officeDocument/2006/relationships/image" Target="../media/image370.png"/><Relationship Id="rId320" Type="http://schemas.openxmlformats.org/officeDocument/2006/relationships/customXml" Target="../ink/ink536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44.xml"/><Relationship Id="rId671" Type="http://schemas.openxmlformats.org/officeDocument/2006/relationships/image" Target="../media/image754.png"/><Relationship Id="rId769" Type="http://schemas.openxmlformats.org/officeDocument/2006/relationships/image" Target="../media/image803.png"/><Relationship Id="rId21" Type="http://schemas.openxmlformats.org/officeDocument/2006/relationships/image" Target="../media/image531.png"/><Relationship Id="rId324" Type="http://schemas.openxmlformats.org/officeDocument/2006/relationships/customXml" Target="../ink/ink804.xml"/><Relationship Id="rId531" Type="http://schemas.openxmlformats.org/officeDocument/2006/relationships/image" Target="../media/image684.png"/><Relationship Id="rId629" Type="http://schemas.openxmlformats.org/officeDocument/2006/relationships/image" Target="../media/image733.png"/><Relationship Id="rId170" Type="http://schemas.openxmlformats.org/officeDocument/2006/relationships/customXml" Target="../ink/ink697.xml"/><Relationship Id="rId836" Type="http://schemas.openxmlformats.org/officeDocument/2006/relationships/customXml" Target="../ink/ink1060.xml"/><Relationship Id="rId268" Type="http://schemas.openxmlformats.org/officeDocument/2006/relationships/customXml" Target="../ink/ink776.xml"/><Relationship Id="rId475" Type="http://schemas.openxmlformats.org/officeDocument/2006/relationships/image" Target="../media/image656.png"/><Relationship Id="rId682" Type="http://schemas.openxmlformats.org/officeDocument/2006/relationships/customXml" Target="../ink/ink983.xml"/><Relationship Id="rId903" Type="http://schemas.openxmlformats.org/officeDocument/2006/relationships/image" Target="../media/image869.png"/><Relationship Id="rId32" Type="http://schemas.openxmlformats.org/officeDocument/2006/relationships/customXml" Target="../ink/ink599.xml"/><Relationship Id="rId128" Type="http://schemas.openxmlformats.org/officeDocument/2006/relationships/customXml" Target="../ink/ink655.xml"/><Relationship Id="rId335" Type="http://schemas.openxmlformats.org/officeDocument/2006/relationships/image" Target="../media/image587.png"/><Relationship Id="rId542" Type="http://schemas.openxmlformats.org/officeDocument/2006/relationships/customXml" Target="../ink/ink913.xml"/><Relationship Id="rId181" Type="http://schemas.openxmlformats.org/officeDocument/2006/relationships/customXml" Target="../ink/ink708.xml"/><Relationship Id="rId402" Type="http://schemas.openxmlformats.org/officeDocument/2006/relationships/customXml" Target="../ink/ink843.xml"/><Relationship Id="rId847" Type="http://schemas.openxmlformats.org/officeDocument/2006/relationships/image" Target="../media/image842.png"/><Relationship Id="rId279" Type="http://schemas.openxmlformats.org/officeDocument/2006/relationships/image" Target="../media/image559.png"/><Relationship Id="rId486" Type="http://schemas.openxmlformats.org/officeDocument/2006/relationships/customXml" Target="../ink/ink885.xml"/><Relationship Id="rId693" Type="http://schemas.openxmlformats.org/officeDocument/2006/relationships/image" Target="../media/image765.png"/><Relationship Id="rId707" Type="http://schemas.openxmlformats.org/officeDocument/2006/relationships/image" Target="../media/image772.png"/><Relationship Id="rId43" Type="http://schemas.openxmlformats.org/officeDocument/2006/relationships/image" Target="../media/image8.png"/><Relationship Id="rId139" Type="http://schemas.openxmlformats.org/officeDocument/2006/relationships/customXml" Target="../ink/ink666.xml"/><Relationship Id="rId346" Type="http://schemas.openxmlformats.org/officeDocument/2006/relationships/customXml" Target="../ink/ink815.xml"/><Relationship Id="rId553" Type="http://schemas.openxmlformats.org/officeDocument/2006/relationships/image" Target="../media/image695.png"/><Relationship Id="rId760" Type="http://schemas.openxmlformats.org/officeDocument/2006/relationships/customXml" Target="../ink/ink1022.xml"/><Relationship Id="rId192" Type="http://schemas.openxmlformats.org/officeDocument/2006/relationships/customXml" Target="../ink/ink719.xml"/><Relationship Id="rId206" Type="http://schemas.openxmlformats.org/officeDocument/2006/relationships/customXml" Target="../ink/ink733.xml"/><Relationship Id="rId413" Type="http://schemas.openxmlformats.org/officeDocument/2006/relationships/image" Target="../media/image625.png"/><Relationship Id="rId858" Type="http://schemas.openxmlformats.org/officeDocument/2006/relationships/customXml" Target="../ink/ink1071.xml"/><Relationship Id="rId497" Type="http://schemas.openxmlformats.org/officeDocument/2006/relationships/image" Target="../media/image667.png"/><Relationship Id="rId620" Type="http://schemas.openxmlformats.org/officeDocument/2006/relationships/customXml" Target="../ink/ink952.xml"/><Relationship Id="rId718" Type="http://schemas.openxmlformats.org/officeDocument/2006/relationships/customXml" Target="../ink/ink1001.xml"/><Relationship Id="rId357" Type="http://schemas.openxmlformats.org/officeDocument/2006/relationships/image" Target="../media/image598.png"/><Relationship Id="rId54" Type="http://schemas.openxmlformats.org/officeDocument/2006/relationships/customXml" Target="../ink/ink610.xml"/><Relationship Id="rId217" Type="http://schemas.openxmlformats.org/officeDocument/2006/relationships/customXml" Target="../ink/ink744.xml"/><Relationship Id="rId564" Type="http://schemas.openxmlformats.org/officeDocument/2006/relationships/customXml" Target="../ink/ink924.xml"/><Relationship Id="rId771" Type="http://schemas.openxmlformats.org/officeDocument/2006/relationships/image" Target="../media/image804.png"/><Relationship Id="rId869" Type="http://schemas.openxmlformats.org/officeDocument/2006/relationships/image" Target="../media/image852.png"/><Relationship Id="rId424" Type="http://schemas.openxmlformats.org/officeDocument/2006/relationships/customXml" Target="../ink/ink854.xml"/><Relationship Id="rId631" Type="http://schemas.openxmlformats.org/officeDocument/2006/relationships/image" Target="../media/image734.png"/><Relationship Id="rId729" Type="http://schemas.openxmlformats.org/officeDocument/2006/relationships/image" Target="../media/image783.png"/><Relationship Id="rId270" Type="http://schemas.openxmlformats.org/officeDocument/2006/relationships/customXml" Target="../ink/ink777.xml"/><Relationship Id="rId65" Type="http://schemas.openxmlformats.org/officeDocument/2006/relationships/image" Target="../media/image19.png"/><Relationship Id="rId130" Type="http://schemas.openxmlformats.org/officeDocument/2006/relationships/customXml" Target="../ink/ink657.xml"/><Relationship Id="rId368" Type="http://schemas.openxmlformats.org/officeDocument/2006/relationships/customXml" Target="../ink/ink826.xml"/><Relationship Id="rId575" Type="http://schemas.openxmlformats.org/officeDocument/2006/relationships/image" Target="../media/image706.png"/><Relationship Id="rId782" Type="http://schemas.openxmlformats.org/officeDocument/2006/relationships/customXml" Target="../ink/ink1033.xml"/><Relationship Id="rId228" Type="http://schemas.openxmlformats.org/officeDocument/2006/relationships/customXml" Target="../ink/ink755.xml"/><Relationship Id="rId435" Type="http://schemas.openxmlformats.org/officeDocument/2006/relationships/image" Target="../media/image636.png"/><Relationship Id="rId642" Type="http://schemas.openxmlformats.org/officeDocument/2006/relationships/customXml" Target="../ink/ink963.xml"/><Relationship Id="rId281" Type="http://schemas.openxmlformats.org/officeDocument/2006/relationships/image" Target="../media/image560.png"/><Relationship Id="rId502" Type="http://schemas.openxmlformats.org/officeDocument/2006/relationships/customXml" Target="../ink/ink893.xml"/><Relationship Id="rId76" Type="http://schemas.openxmlformats.org/officeDocument/2006/relationships/customXml" Target="../ink/ink621.xml"/><Relationship Id="rId141" Type="http://schemas.openxmlformats.org/officeDocument/2006/relationships/customXml" Target="../ink/ink668.xml"/><Relationship Id="rId379" Type="http://schemas.openxmlformats.org/officeDocument/2006/relationships/image" Target="../media/image609.png"/><Relationship Id="rId586" Type="http://schemas.openxmlformats.org/officeDocument/2006/relationships/customXml" Target="../ink/ink935.xml"/><Relationship Id="rId793" Type="http://schemas.openxmlformats.org/officeDocument/2006/relationships/image" Target="../media/image815.png"/><Relationship Id="rId807" Type="http://schemas.openxmlformats.org/officeDocument/2006/relationships/image" Target="../media/image822.png"/><Relationship Id="rId7" Type="http://schemas.openxmlformats.org/officeDocument/2006/relationships/image" Target="../media/image524.png"/><Relationship Id="rId239" Type="http://schemas.openxmlformats.org/officeDocument/2006/relationships/image" Target="../media/image541.png"/><Relationship Id="rId446" Type="http://schemas.openxmlformats.org/officeDocument/2006/relationships/customXml" Target="../ink/ink865.xml"/><Relationship Id="rId653" Type="http://schemas.openxmlformats.org/officeDocument/2006/relationships/image" Target="../media/image745.png"/><Relationship Id="rId292" Type="http://schemas.openxmlformats.org/officeDocument/2006/relationships/customXml" Target="../ink/ink788.xml"/><Relationship Id="rId306" Type="http://schemas.openxmlformats.org/officeDocument/2006/relationships/customXml" Target="../ink/ink795.xml"/><Relationship Id="rId860" Type="http://schemas.openxmlformats.org/officeDocument/2006/relationships/customXml" Target="../ink/ink1072.xml"/><Relationship Id="rId87" Type="http://schemas.openxmlformats.org/officeDocument/2006/relationships/image" Target="../media/image349.png"/><Relationship Id="rId513" Type="http://schemas.openxmlformats.org/officeDocument/2006/relationships/image" Target="../media/image675.png"/><Relationship Id="rId597" Type="http://schemas.openxmlformats.org/officeDocument/2006/relationships/image" Target="../media/image717.png"/><Relationship Id="rId720" Type="http://schemas.openxmlformats.org/officeDocument/2006/relationships/customXml" Target="../ink/ink1002.xml"/><Relationship Id="rId818" Type="http://schemas.openxmlformats.org/officeDocument/2006/relationships/customXml" Target="../ink/ink1051.xml"/><Relationship Id="rId152" Type="http://schemas.openxmlformats.org/officeDocument/2006/relationships/customXml" Target="../ink/ink679.xml"/><Relationship Id="rId457" Type="http://schemas.openxmlformats.org/officeDocument/2006/relationships/image" Target="../media/image647.png"/><Relationship Id="rId664" Type="http://schemas.openxmlformats.org/officeDocument/2006/relationships/customXml" Target="../ink/ink974.xml"/><Relationship Id="rId871" Type="http://schemas.openxmlformats.org/officeDocument/2006/relationships/image" Target="../media/image853.png"/><Relationship Id="rId14" Type="http://schemas.openxmlformats.org/officeDocument/2006/relationships/customXml" Target="../ink/ink590.xml"/><Relationship Id="rId317" Type="http://schemas.openxmlformats.org/officeDocument/2006/relationships/image" Target="../media/image578.png"/><Relationship Id="rId524" Type="http://schemas.openxmlformats.org/officeDocument/2006/relationships/customXml" Target="../ink/ink904.xml"/><Relationship Id="rId731" Type="http://schemas.openxmlformats.org/officeDocument/2006/relationships/image" Target="../media/image784.png"/><Relationship Id="rId98" Type="http://schemas.openxmlformats.org/officeDocument/2006/relationships/customXml" Target="../ink/ink632.xml"/><Relationship Id="rId163" Type="http://schemas.openxmlformats.org/officeDocument/2006/relationships/customXml" Target="../ink/ink690.xml"/><Relationship Id="rId370" Type="http://schemas.openxmlformats.org/officeDocument/2006/relationships/customXml" Target="../ink/ink827.xml"/><Relationship Id="rId829" Type="http://schemas.openxmlformats.org/officeDocument/2006/relationships/image" Target="../media/image833.png"/><Relationship Id="rId230" Type="http://schemas.openxmlformats.org/officeDocument/2006/relationships/customXml" Target="../ink/ink756.xml"/><Relationship Id="rId468" Type="http://schemas.openxmlformats.org/officeDocument/2006/relationships/customXml" Target="../ink/ink876.xml"/><Relationship Id="rId675" Type="http://schemas.openxmlformats.org/officeDocument/2006/relationships/image" Target="../media/image756.png"/><Relationship Id="rId882" Type="http://schemas.openxmlformats.org/officeDocument/2006/relationships/customXml" Target="../ink/ink1083.xml"/><Relationship Id="rId25" Type="http://schemas.openxmlformats.org/officeDocument/2006/relationships/image" Target="../media/image533.png"/><Relationship Id="rId328" Type="http://schemas.openxmlformats.org/officeDocument/2006/relationships/customXml" Target="../ink/ink806.xml"/><Relationship Id="rId535" Type="http://schemas.openxmlformats.org/officeDocument/2006/relationships/image" Target="../media/image686.png"/><Relationship Id="rId742" Type="http://schemas.openxmlformats.org/officeDocument/2006/relationships/customXml" Target="../ink/ink1013.xml"/><Relationship Id="rId174" Type="http://schemas.openxmlformats.org/officeDocument/2006/relationships/customXml" Target="../ink/ink701.xml"/><Relationship Id="rId381" Type="http://schemas.openxmlformats.org/officeDocument/2006/relationships/image" Target="../media/image610.png"/><Relationship Id="rId602" Type="http://schemas.openxmlformats.org/officeDocument/2006/relationships/customXml" Target="../ink/ink943.xml"/><Relationship Id="rId241" Type="http://schemas.openxmlformats.org/officeDocument/2006/relationships/image" Target="../media/image542.png"/><Relationship Id="rId479" Type="http://schemas.openxmlformats.org/officeDocument/2006/relationships/image" Target="../media/image658.png"/><Relationship Id="rId686" Type="http://schemas.openxmlformats.org/officeDocument/2006/relationships/customXml" Target="../ink/ink985.xml"/><Relationship Id="rId893" Type="http://schemas.openxmlformats.org/officeDocument/2006/relationships/image" Target="../media/image864.png"/><Relationship Id="rId907" Type="http://schemas.openxmlformats.org/officeDocument/2006/relationships/image" Target="../media/image871.png"/><Relationship Id="rId36" Type="http://schemas.openxmlformats.org/officeDocument/2006/relationships/customXml" Target="../ink/ink601.xml"/><Relationship Id="rId339" Type="http://schemas.openxmlformats.org/officeDocument/2006/relationships/image" Target="../media/image589.png"/><Relationship Id="rId546" Type="http://schemas.openxmlformats.org/officeDocument/2006/relationships/customXml" Target="../ink/ink915.xml"/><Relationship Id="rId753" Type="http://schemas.openxmlformats.org/officeDocument/2006/relationships/image" Target="../media/image795.png"/><Relationship Id="rId101" Type="http://schemas.openxmlformats.org/officeDocument/2006/relationships/image" Target="../media/image356.png"/><Relationship Id="rId185" Type="http://schemas.openxmlformats.org/officeDocument/2006/relationships/customXml" Target="../ink/ink712.xml"/><Relationship Id="rId406" Type="http://schemas.openxmlformats.org/officeDocument/2006/relationships/customXml" Target="../ink/ink845.xml"/><Relationship Id="rId392" Type="http://schemas.openxmlformats.org/officeDocument/2006/relationships/customXml" Target="../ink/ink838.xml"/><Relationship Id="rId613" Type="http://schemas.openxmlformats.org/officeDocument/2006/relationships/image" Target="../media/image725.png"/><Relationship Id="rId697" Type="http://schemas.openxmlformats.org/officeDocument/2006/relationships/image" Target="../media/image767.png"/><Relationship Id="rId820" Type="http://schemas.openxmlformats.org/officeDocument/2006/relationships/customXml" Target="../ink/ink1052.xml"/><Relationship Id="rId252" Type="http://schemas.openxmlformats.org/officeDocument/2006/relationships/customXml" Target="../ink/ink768.xml"/><Relationship Id="rId47" Type="http://schemas.openxmlformats.org/officeDocument/2006/relationships/image" Target="../media/image10.png"/><Relationship Id="rId112" Type="http://schemas.openxmlformats.org/officeDocument/2006/relationships/customXml" Target="../ink/ink639.xml"/><Relationship Id="rId557" Type="http://schemas.openxmlformats.org/officeDocument/2006/relationships/image" Target="../media/image697.png"/><Relationship Id="rId764" Type="http://schemas.openxmlformats.org/officeDocument/2006/relationships/customXml" Target="../ink/ink1024.xml"/><Relationship Id="rId196" Type="http://schemas.openxmlformats.org/officeDocument/2006/relationships/customXml" Target="../ink/ink723.xml"/><Relationship Id="rId417" Type="http://schemas.openxmlformats.org/officeDocument/2006/relationships/image" Target="../media/image627.png"/><Relationship Id="rId624" Type="http://schemas.openxmlformats.org/officeDocument/2006/relationships/customXml" Target="../ink/ink954.xml"/><Relationship Id="rId831" Type="http://schemas.openxmlformats.org/officeDocument/2006/relationships/image" Target="../media/image834.png"/><Relationship Id="rId263" Type="http://schemas.openxmlformats.org/officeDocument/2006/relationships/image" Target="../media/image552.png"/><Relationship Id="rId470" Type="http://schemas.openxmlformats.org/officeDocument/2006/relationships/customXml" Target="../ink/ink877.xml"/><Relationship Id="rId58" Type="http://schemas.openxmlformats.org/officeDocument/2006/relationships/customXml" Target="../ink/ink612.xml"/><Relationship Id="rId123" Type="http://schemas.openxmlformats.org/officeDocument/2006/relationships/customXml" Target="../ink/ink650.xml"/><Relationship Id="rId330" Type="http://schemas.openxmlformats.org/officeDocument/2006/relationships/customXml" Target="../ink/ink807.xml"/><Relationship Id="rId568" Type="http://schemas.openxmlformats.org/officeDocument/2006/relationships/customXml" Target="../ink/ink926.xml"/><Relationship Id="rId775" Type="http://schemas.openxmlformats.org/officeDocument/2006/relationships/image" Target="../media/image806.png"/><Relationship Id="rId428" Type="http://schemas.openxmlformats.org/officeDocument/2006/relationships/customXml" Target="../ink/ink856.xml"/><Relationship Id="rId635" Type="http://schemas.openxmlformats.org/officeDocument/2006/relationships/image" Target="../media/image736.png"/><Relationship Id="rId842" Type="http://schemas.openxmlformats.org/officeDocument/2006/relationships/customXml" Target="../ink/ink1063.xml"/><Relationship Id="rId274" Type="http://schemas.openxmlformats.org/officeDocument/2006/relationships/customXml" Target="../ink/ink779.xml"/><Relationship Id="rId481" Type="http://schemas.openxmlformats.org/officeDocument/2006/relationships/image" Target="../media/image659.png"/><Relationship Id="rId702" Type="http://schemas.openxmlformats.org/officeDocument/2006/relationships/customXml" Target="../ink/ink993.xml"/><Relationship Id="rId69" Type="http://schemas.openxmlformats.org/officeDocument/2006/relationships/image" Target="../media/image21.png"/><Relationship Id="rId134" Type="http://schemas.openxmlformats.org/officeDocument/2006/relationships/customXml" Target="../ink/ink661.xml"/><Relationship Id="rId579" Type="http://schemas.openxmlformats.org/officeDocument/2006/relationships/image" Target="../media/image708.png"/><Relationship Id="rId786" Type="http://schemas.openxmlformats.org/officeDocument/2006/relationships/customXml" Target="../ink/ink1035.xml"/><Relationship Id="rId341" Type="http://schemas.openxmlformats.org/officeDocument/2006/relationships/image" Target="../media/image590.png"/><Relationship Id="rId439" Type="http://schemas.openxmlformats.org/officeDocument/2006/relationships/image" Target="../media/image638.png"/><Relationship Id="rId646" Type="http://schemas.openxmlformats.org/officeDocument/2006/relationships/customXml" Target="../ink/ink965.xml"/><Relationship Id="rId201" Type="http://schemas.openxmlformats.org/officeDocument/2006/relationships/customXml" Target="../ink/ink728.xml"/><Relationship Id="rId285" Type="http://schemas.openxmlformats.org/officeDocument/2006/relationships/image" Target="../media/image562.png"/><Relationship Id="rId506" Type="http://schemas.openxmlformats.org/officeDocument/2006/relationships/customXml" Target="../ink/ink895.xml"/><Relationship Id="rId853" Type="http://schemas.openxmlformats.org/officeDocument/2006/relationships/image" Target="../media/image845.png"/><Relationship Id="rId492" Type="http://schemas.openxmlformats.org/officeDocument/2006/relationships/customXml" Target="../ink/ink888.xml"/><Relationship Id="rId713" Type="http://schemas.openxmlformats.org/officeDocument/2006/relationships/image" Target="../media/image775.png"/><Relationship Id="rId797" Type="http://schemas.openxmlformats.org/officeDocument/2006/relationships/image" Target="../media/image817.png"/><Relationship Id="rId145" Type="http://schemas.openxmlformats.org/officeDocument/2006/relationships/customXml" Target="../ink/ink672.xml"/><Relationship Id="rId352" Type="http://schemas.openxmlformats.org/officeDocument/2006/relationships/customXml" Target="../ink/ink818.xml"/><Relationship Id="rId212" Type="http://schemas.openxmlformats.org/officeDocument/2006/relationships/customXml" Target="../ink/ink739.xml"/><Relationship Id="rId657" Type="http://schemas.openxmlformats.org/officeDocument/2006/relationships/image" Target="../media/image747.png"/><Relationship Id="rId864" Type="http://schemas.openxmlformats.org/officeDocument/2006/relationships/customXml" Target="../ink/ink1074.xml"/><Relationship Id="rId296" Type="http://schemas.openxmlformats.org/officeDocument/2006/relationships/customXml" Target="../ink/ink790.xml"/><Relationship Id="rId517" Type="http://schemas.openxmlformats.org/officeDocument/2006/relationships/image" Target="../media/image677.png"/><Relationship Id="rId724" Type="http://schemas.openxmlformats.org/officeDocument/2006/relationships/customXml" Target="../ink/ink1004.xml"/><Relationship Id="rId60" Type="http://schemas.openxmlformats.org/officeDocument/2006/relationships/customXml" Target="../ink/ink613.xml"/><Relationship Id="rId156" Type="http://schemas.openxmlformats.org/officeDocument/2006/relationships/customXml" Target="../ink/ink683.xml"/><Relationship Id="rId363" Type="http://schemas.openxmlformats.org/officeDocument/2006/relationships/image" Target="../media/image601.png"/><Relationship Id="rId570" Type="http://schemas.openxmlformats.org/officeDocument/2006/relationships/customXml" Target="../ink/ink927.xml"/><Relationship Id="rId223" Type="http://schemas.openxmlformats.org/officeDocument/2006/relationships/customXml" Target="../ink/ink750.xml"/><Relationship Id="rId430" Type="http://schemas.openxmlformats.org/officeDocument/2006/relationships/customXml" Target="../ink/ink857.xml"/><Relationship Id="rId668" Type="http://schemas.openxmlformats.org/officeDocument/2006/relationships/customXml" Target="../ink/ink976.xml"/><Relationship Id="rId875" Type="http://schemas.openxmlformats.org/officeDocument/2006/relationships/image" Target="../media/image855.png"/><Relationship Id="rId18" Type="http://schemas.openxmlformats.org/officeDocument/2006/relationships/customXml" Target="../ink/ink592.xml"/><Relationship Id="rId528" Type="http://schemas.openxmlformats.org/officeDocument/2006/relationships/customXml" Target="../ink/ink906.xml"/><Relationship Id="rId735" Type="http://schemas.openxmlformats.org/officeDocument/2006/relationships/image" Target="../media/image786.png"/><Relationship Id="rId167" Type="http://schemas.openxmlformats.org/officeDocument/2006/relationships/customXml" Target="../ink/ink694.xml"/><Relationship Id="rId374" Type="http://schemas.openxmlformats.org/officeDocument/2006/relationships/customXml" Target="../ink/ink829.xml"/><Relationship Id="rId581" Type="http://schemas.openxmlformats.org/officeDocument/2006/relationships/image" Target="../media/image709.png"/><Relationship Id="rId71" Type="http://schemas.openxmlformats.org/officeDocument/2006/relationships/image" Target="../media/image22.png"/><Relationship Id="rId234" Type="http://schemas.openxmlformats.org/officeDocument/2006/relationships/customXml" Target="../ink/ink758.xml"/><Relationship Id="rId679" Type="http://schemas.openxmlformats.org/officeDocument/2006/relationships/image" Target="../media/image758.png"/><Relationship Id="rId802" Type="http://schemas.openxmlformats.org/officeDocument/2006/relationships/customXml" Target="../ink/ink1043.xml"/><Relationship Id="rId886" Type="http://schemas.openxmlformats.org/officeDocument/2006/relationships/customXml" Target="../ink/ink1085.xml"/><Relationship Id="rId2" Type="http://schemas.openxmlformats.org/officeDocument/2006/relationships/customXml" Target="../ink/ink584.xml"/><Relationship Id="rId29" Type="http://schemas.openxmlformats.org/officeDocument/2006/relationships/image" Target="../media/image1.png"/><Relationship Id="rId441" Type="http://schemas.openxmlformats.org/officeDocument/2006/relationships/image" Target="../media/image639.png"/><Relationship Id="rId539" Type="http://schemas.openxmlformats.org/officeDocument/2006/relationships/image" Target="../media/image688.png"/><Relationship Id="rId746" Type="http://schemas.openxmlformats.org/officeDocument/2006/relationships/customXml" Target="../ink/ink1015.xml"/><Relationship Id="rId178" Type="http://schemas.openxmlformats.org/officeDocument/2006/relationships/customXml" Target="../ink/ink705.xml"/><Relationship Id="rId301" Type="http://schemas.openxmlformats.org/officeDocument/2006/relationships/image" Target="../media/image570.png"/><Relationship Id="rId82" Type="http://schemas.openxmlformats.org/officeDocument/2006/relationships/customXml" Target="../ink/ink624.xml"/><Relationship Id="rId385" Type="http://schemas.openxmlformats.org/officeDocument/2006/relationships/image" Target="../media/image612.png"/><Relationship Id="rId592" Type="http://schemas.openxmlformats.org/officeDocument/2006/relationships/customXml" Target="../ink/ink938.xml"/><Relationship Id="rId606" Type="http://schemas.openxmlformats.org/officeDocument/2006/relationships/customXml" Target="../ink/ink945.xml"/><Relationship Id="rId813" Type="http://schemas.openxmlformats.org/officeDocument/2006/relationships/image" Target="../media/image825.png"/><Relationship Id="rId245" Type="http://schemas.openxmlformats.org/officeDocument/2006/relationships/image" Target="../media/image544.png"/><Relationship Id="rId452" Type="http://schemas.openxmlformats.org/officeDocument/2006/relationships/customXml" Target="../ink/ink868.xml"/><Relationship Id="rId897" Type="http://schemas.openxmlformats.org/officeDocument/2006/relationships/image" Target="../media/image866.png"/><Relationship Id="rId105" Type="http://schemas.openxmlformats.org/officeDocument/2006/relationships/image" Target="../media/image358.png"/><Relationship Id="rId312" Type="http://schemas.openxmlformats.org/officeDocument/2006/relationships/customXml" Target="../ink/ink798.xml"/><Relationship Id="rId757" Type="http://schemas.openxmlformats.org/officeDocument/2006/relationships/image" Target="../media/image797.png"/><Relationship Id="rId93" Type="http://schemas.openxmlformats.org/officeDocument/2006/relationships/image" Target="../media/image352.png"/><Relationship Id="rId189" Type="http://schemas.openxmlformats.org/officeDocument/2006/relationships/customXml" Target="../ink/ink716.xml"/><Relationship Id="rId396" Type="http://schemas.openxmlformats.org/officeDocument/2006/relationships/customXml" Target="../ink/ink840.xml"/><Relationship Id="rId617" Type="http://schemas.openxmlformats.org/officeDocument/2006/relationships/image" Target="../media/image727.png"/><Relationship Id="rId824" Type="http://schemas.openxmlformats.org/officeDocument/2006/relationships/customXml" Target="../ink/ink1054.xml"/><Relationship Id="rId256" Type="http://schemas.openxmlformats.org/officeDocument/2006/relationships/customXml" Target="../ink/ink770.xml"/><Relationship Id="rId463" Type="http://schemas.openxmlformats.org/officeDocument/2006/relationships/image" Target="../media/image650.png"/><Relationship Id="rId670" Type="http://schemas.openxmlformats.org/officeDocument/2006/relationships/customXml" Target="../ink/ink977.xml"/><Relationship Id="rId116" Type="http://schemas.openxmlformats.org/officeDocument/2006/relationships/customXml" Target="../ink/ink643.xml"/><Relationship Id="rId323" Type="http://schemas.openxmlformats.org/officeDocument/2006/relationships/image" Target="../media/image581.png"/><Relationship Id="rId530" Type="http://schemas.openxmlformats.org/officeDocument/2006/relationships/customXml" Target="../ink/ink907.xml"/><Relationship Id="rId768" Type="http://schemas.openxmlformats.org/officeDocument/2006/relationships/customXml" Target="../ink/ink1026.xml"/><Relationship Id="rId20" Type="http://schemas.openxmlformats.org/officeDocument/2006/relationships/customXml" Target="../ink/ink593.xml"/><Relationship Id="rId628" Type="http://schemas.openxmlformats.org/officeDocument/2006/relationships/customXml" Target="../ink/ink956.xml"/><Relationship Id="rId835" Type="http://schemas.openxmlformats.org/officeDocument/2006/relationships/image" Target="../media/image836.png"/><Relationship Id="rId267" Type="http://schemas.openxmlformats.org/officeDocument/2006/relationships/image" Target="../media/image554.png"/><Relationship Id="rId474" Type="http://schemas.openxmlformats.org/officeDocument/2006/relationships/customXml" Target="../ink/ink879.xml"/><Relationship Id="rId127" Type="http://schemas.openxmlformats.org/officeDocument/2006/relationships/customXml" Target="../ink/ink654.xml"/><Relationship Id="rId681" Type="http://schemas.openxmlformats.org/officeDocument/2006/relationships/image" Target="../media/image759.png"/><Relationship Id="rId779" Type="http://schemas.openxmlformats.org/officeDocument/2006/relationships/image" Target="../media/image808.png"/><Relationship Id="rId902" Type="http://schemas.openxmlformats.org/officeDocument/2006/relationships/customXml" Target="../ink/ink1093.xml"/><Relationship Id="rId31" Type="http://schemas.openxmlformats.org/officeDocument/2006/relationships/image" Target="../media/image2.png"/><Relationship Id="rId334" Type="http://schemas.openxmlformats.org/officeDocument/2006/relationships/customXml" Target="../ink/ink809.xml"/><Relationship Id="rId541" Type="http://schemas.openxmlformats.org/officeDocument/2006/relationships/image" Target="../media/image689.png"/><Relationship Id="rId639" Type="http://schemas.openxmlformats.org/officeDocument/2006/relationships/image" Target="../media/image738.png"/><Relationship Id="rId180" Type="http://schemas.openxmlformats.org/officeDocument/2006/relationships/customXml" Target="../ink/ink707.xml"/><Relationship Id="rId278" Type="http://schemas.openxmlformats.org/officeDocument/2006/relationships/customXml" Target="../ink/ink781.xml"/><Relationship Id="rId401" Type="http://schemas.openxmlformats.org/officeDocument/2006/relationships/image" Target="../media/image620.png"/><Relationship Id="rId846" Type="http://schemas.openxmlformats.org/officeDocument/2006/relationships/customXml" Target="../ink/ink1065.xml"/><Relationship Id="rId485" Type="http://schemas.openxmlformats.org/officeDocument/2006/relationships/image" Target="../media/image661.png"/><Relationship Id="rId692" Type="http://schemas.openxmlformats.org/officeDocument/2006/relationships/customXml" Target="../ink/ink988.xml"/><Relationship Id="rId706" Type="http://schemas.openxmlformats.org/officeDocument/2006/relationships/customXml" Target="../ink/ink995.xml"/><Relationship Id="rId913" Type="http://schemas.openxmlformats.org/officeDocument/2006/relationships/image" Target="../media/image874.png"/><Relationship Id="rId42" Type="http://schemas.openxmlformats.org/officeDocument/2006/relationships/customXml" Target="../ink/ink604.xml"/><Relationship Id="rId138" Type="http://schemas.openxmlformats.org/officeDocument/2006/relationships/customXml" Target="../ink/ink665.xml"/><Relationship Id="rId345" Type="http://schemas.openxmlformats.org/officeDocument/2006/relationships/image" Target="../media/image592.png"/><Relationship Id="rId552" Type="http://schemas.openxmlformats.org/officeDocument/2006/relationships/customXml" Target="../ink/ink918.xml"/><Relationship Id="rId191" Type="http://schemas.openxmlformats.org/officeDocument/2006/relationships/customXml" Target="../ink/ink718.xml"/><Relationship Id="rId205" Type="http://schemas.openxmlformats.org/officeDocument/2006/relationships/customXml" Target="../ink/ink732.xml"/><Relationship Id="rId412" Type="http://schemas.openxmlformats.org/officeDocument/2006/relationships/customXml" Target="../ink/ink848.xml"/><Relationship Id="rId857" Type="http://schemas.openxmlformats.org/officeDocument/2006/relationships/image" Target="../media/image846.png"/><Relationship Id="rId289" Type="http://schemas.openxmlformats.org/officeDocument/2006/relationships/image" Target="../media/image564.png"/><Relationship Id="rId496" Type="http://schemas.openxmlformats.org/officeDocument/2006/relationships/customXml" Target="../ink/ink890.xml"/><Relationship Id="rId717" Type="http://schemas.openxmlformats.org/officeDocument/2006/relationships/image" Target="../media/image777.png"/><Relationship Id="rId53" Type="http://schemas.openxmlformats.org/officeDocument/2006/relationships/image" Target="../media/image13.png"/><Relationship Id="rId149" Type="http://schemas.openxmlformats.org/officeDocument/2006/relationships/customXml" Target="../ink/ink676.xml"/><Relationship Id="rId356" Type="http://schemas.openxmlformats.org/officeDocument/2006/relationships/customXml" Target="../ink/ink820.xml"/><Relationship Id="rId563" Type="http://schemas.openxmlformats.org/officeDocument/2006/relationships/image" Target="../media/image700.png"/><Relationship Id="rId770" Type="http://schemas.openxmlformats.org/officeDocument/2006/relationships/customXml" Target="../ink/ink1027.xml"/><Relationship Id="rId216" Type="http://schemas.openxmlformats.org/officeDocument/2006/relationships/customXml" Target="../ink/ink743.xml"/><Relationship Id="rId423" Type="http://schemas.openxmlformats.org/officeDocument/2006/relationships/image" Target="../media/image630.png"/><Relationship Id="rId868" Type="http://schemas.openxmlformats.org/officeDocument/2006/relationships/customXml" Target="../ink/ink1076.xml"/><Relationship Id="rId630" Type="http://schemas.openxmlformats.org/officeDocument/2006/relationships/customXml" Target="../ink/ink957.xml"/><Relationship Id="rId728" Type="http://schemas.openxmlformats.org/officeDocument/2006/relationships/customXml" Target="../ink/ink1006.xml"/><Relationship Id="rId64" Type="http://schemas.openxmlformats.org/officeDocument/2006/relationships/customXml" Target="../ink/ink615.xml"/><Relationship Id="rId367" Type="http://schemas.openxmlformats.org/officeDocument/2006/relationships/image" Target="../media/image603.png"/><Relationship Id="rId574" Type="http://schemas.openxmlformats.org/officeDocument/2006/relationships/customXml" Target="../ink/ink929.xml"/><Relationship Id="rId227" Type="http://schemas.openxmlformats.org/officeDocument/2006/relationships/customXml" Target="../ink/ink754.xml"/><Relationship Id="rId781" Type="http://schemas.openxmlformats.org/officeDocument/2006/relationships/image" Target="../media/image809.png"/><Relationship Id="rId879" Type="http://schemas.openxmlformats.org/officeDocument/2006/relationships/image" Target="../media/image857.png"/><Relationship Id="rId434" Type="http://schemas.openxmlformats.org/officeDocument/2006/relationships/customXml" Target="../ink/ink859.xml"/><Relationship Id="rId641" Type="http://schemas.openxmlformats.org/officeDocument/2006/relationships/image" Target="../media/image739.png"/><Relationship Id="rId739" Type="http://schemas.openxmlformats.org/officeDocument/2006/relationships/image" Target="../media/image788.png"/><Relationship Id="rId280" Type="http://schemas.openxmlformats.org/officeDocument/2006/relationships/customXml" Target="../ink/ink782.xml"/><Relationship Id="rId501" Type="http://schemas.openxmlformats.org/officeDocument/2006/relationships/image" Target="../media/image669.png"/><Relationship Id="rId75" Type="http://schemas.openxmlformats.org/officeDocument/2006/relationships/image" Target="../media/image24.png"/><Relationship Id="rId140" Type="http://schemas.openxmlformats.org/officeDocument/2006/relationships/customXml" Target="../ink/ink667.xml"/><Relationship Id="rId378" Type="http://schemas.openxmlformats.org/officeDocument/2006/relationships/customXml" Target="../ink/ink831.xml"/><Relationship Id="rId585" Type="http://schemas.openxmlformats.org/officeDocument/2006/relationships/image" Target="../media/image711.png"/><Relationship Id="rId792" Type="http://schemas.openxmlformats.org/officeDocument/2006/relationships/customXml" Target="../ink/ink1038.xml"/><Relationship Id="rId806" Type="http://schemas.openxmlformats.org/officeDocument/2006/relationships/customXml" Target="../ink/ink1045.xml"/><Relationship Id="rId6" Type="http://schemas.openxmlformats.org/officeDocument/2006/relationships/customXml" Target="../ink/ink586.xml"/><Relationship Id="rId238" Type="http://schemas.openxmlformats.org/officeDocument/2006/relationships/customXml" Target="../ink/ink760.xml"/><Relationship Id="rId445" Type="http://schemas.openxmlformats.org/officeDocument/2006/relationships/image" Target="../media/image641.png"/><Relationship Id="rId652" Type="http://schemas.openxmlformats.org/officeDocument/2006/relationships/customXml" Target="../ink/ink968.xml"/><Relationship Id="rId291" Type="http://schemas.openxmlformats.org/officeDocument/2006/relationships/image" Target="../media/image565.png"/><Relationship Id="rId305" Type="http://schemas.openxmlformats.org/officeDocument/2006/relationships/image" Target="../media/image572.png"/><Relationship Id="rId512" Type="http://schemas.openxmlformats.org/officeDocument/2006/relationships/customXml" Target="../ink/ink898.xml"/><Relationship Id="rId86" Type="http://schemas.openxmlformats.org/officeDocument/2006/relationships/customXml" Target="../ink/ink626.xml"/><Relationship Id="rId151" Type="http://schemas.openxmlformats.org/officeDocument/2006/relationships/customXml" Target="../ink/ink678.xml"/><Relationship Id="rId389" Type="http://schemas.openxmlformats.org/officeDocument/2006/relationships/image" Target="../media/image614.png"/><Relationship Id="rId596" Type="http://schemas.openxmlformats.org/officeDocument/2006/relationships/customXml" Target="../ink/ink940.xml"/><Relationship Id="rId817" Type="http://schemas.openxmlformats.org/officeDocument/2006/relationships/image" Target="../media/image827.png"/><Relationship Id="rId249" Type="http://schemas.openxmlformats.org/officeDocument/2006/relationships/customXml" Target="../ink/ink766.xml"/><Relationship Id="rId456" Type="http://schemas.openxmlformats.org/officeDocument/2006/relationships/customXml" Target="../ink/ink870.xml"/><Relationship Id="rId663" Type="http://schemas.openxmlformats.org/officeDocument/2006/relationships/image" Target="../media/image750.png"/><Relationship Id="rId870" Type="http://schemas.openxmlformats.org/officeDocument/2006/relationships/customXml" Target="../ink/ink1077.xml"/><Relationship Id="rId13" Type="http://schemas.openxmlformats.org/officeDocument/2006/relationships/image" Target="../media/image527.png"/><Relationship Id="rId109" Type="http://schemas.openxmlformats.org/officeDocument/2006/relationships/image" Target="../media/image360.png"/><Relationship Id="rId316" Type="http://schemas.openxmlformats.org/officeDocument/2006/relationships/customXml" Target="../ink/ink800.xml"/><Relationship Id="rId523" Type="http://schemas.openxmlformats.org/officeDocument/2006/relationships/image" Target="../media/image680.png"/><Relationship Id="rId97" Type="http://schemas.openxmlformats.org/officeDocument/2006/relationships/image" Target="../media/image354.png"/><Relationship Id="rId730" Type="http://schemas.openxmlformats.org/officeDocument/2006/relationships/customXml" Target="../ink/ink1007.xml"/><Relationship Id="rId828" Type="http://schemas.openxmlformats.org/officeDocument/2006/relationships/customXml" Target="../ink/ink1056.xml"/><Relationship Id="rId162" Type="http://schemas.openxmlformats.org/officeDocument/2006/relationships/customXml" Target="../ink/ink689.xml"/><Relationship Id="rId467" Type="http://schemas.openxmlformats.org/officeDocument/2006/relationships/image" Target="../media/image652.png"/><Relationship Id="rId674" Type="http://schemas.openxmlformats.org/officeDocument/2006/relationships/customXml" Target="../ink/ink979.xml"/><Relationship Id="rId881" Type="http://schemas.openxmlformats.org/officeDocument/2006/relationships/image" Target="../media/image858.png"/><Relationship Id="rId24" Type="http://schemas.openxmlformats.org/officeDocument/2006/relationships/customXml" Target="../ink/ink595.xml"/><Relationship Id="rId327" Type="http://schemas.openxmlformats.org/officeDocument/2006/relationships/image" Target="../media/image583.png"/><Relationship Id="rId534" Type="http://schemas.openxmlformats.org/officeDocument/2006/relationships/customXml" Target="../ink/ink909.xml"/><Relationship Id="rId741" Type="http://schemas.openxmlformats.org/officeDocument/2006/relationships/image" Target="../media/image789.png"/><Relationship Id="rId839" Type="http://schemas.openxmlformats.org/officeDocument/2006/relationships/image" Target="../media/image838.png"/><Relationship Id="rId173" Type="http://schemas.openxmlformats.org/officeDocument/2006/relationships/customXml" Target="../ink/ink700.xml"/><Relationship Id="rId380" Type="http://schemas.openxmlformats.org/officeDocument/2006/relationships/customXml" Target="../ink/ink832.xml"/><Relationship Id="rId601" Type="http://schemas.openxmlformats.org/officeDocument/2006/relationships/image" Target="../media/image719.png"/><Relationship Id="rId240" Type="http://schemas.openxmlformats.org/officeDocument/2006/relationships/customXml" Target="../ink/ink761.xml"/><Relationship Id="rId478" Type="http://schemas.openxmlformats.org/officeDocument/2006/relationships/customXml" Target="../ink/ink881.xml"/><Relationship Id="rId685" Type="http://schemas.openxmlformats.org/officeDocument/2006/relationships/image" Target="../media/image761.png"/><Relationship Id="rId892" Type="http://schemas.openxmlformats.org/officeDocument/2006/relationships/customXml" Target="../ink/ink1088.xml"/><Relationship Id="rId906" Type="http://schemas.openxmlformats.org/officeDocument/2006/relationships/customXml" Target="../ink/ink1095.xml"/><Relationship Id="rId35" Type="http://schemas.openxmlformats.org/officeDocument/2006/relationships/image" Target="../media/image4.png"/><Relationship Id="rId100" Type="http://schemas.openxmlformats.org/officeDocument/2006/relationships/customXml" Target="../ink/ink633.xml"/><Relationship Id="rId338" Type="http://schemas.openxmlformats.org/officeDocument/2006/relationships/customXml" Target="../ink/ink811.xml"/><Relationship Id="rId545" Type="http://schemas.openxmlformats.org/officeDocument/2006/relationships/image" Target="../media/image691.png"/><Relationship Id="rId752" Type="http://schemas.openxmlformats.org/officeDocument/2006/relationships/customXml" Target="../ink/ink1018.xml"/><Relationship Id="rId184" Type="http://schemas.openxmlformats.org/officeDocument/2006/relationships/customXml" Target="../ink/ink711.xml"/><Relationship Id="rId391" Type="http://schemas.openxmlformats.org/officeDocument/2006/relationships/image" Target="../media/image615.png"/><Relationship Id="rId405" Type="http://schemas.openxmlformats.org/officeDocument/2006/relationships/image" Target="../media/image622.png"/><Relationship Id="rId612" Type="http://schemas.openxmlformats.org/officeDocument/2006/relationships/customXml" Target="../ink/ink948.xml"/><Relationship Id="rId251" Type="http://schemas.openxmlformats.org/officeDocument/2006/relationships/image" Target="../media/image546.png"/><Relationship Id="rId489" Type="http://schemas.openxmlformats.org/officeDocument/2006/relationships/image" Target="../media/image663.png"/><Relationship Id="rId696" Type="http://schemas.openxmlformats.org/officeDocument/2006/relationships/customXml" Target="../ink/ink990.xml"/><Relationship Id="rId46" Type="http://schemas.openxmlformats.org/officeDocument/2006/relationships/customXml" Target="../ink/ink606.xml"/><Relationship Id="rId349" Type="http://schemas.openxmlformats.org/officeDocument/2006/relationships/image" Target="../media/image594.png"/><Relationship Id="rId556" Type="http://schemas.openxmlformats.org/officeDocument/2006/relationships/customXml" Target="../ink/ink920.xml"/><Relationship Id="rId763" Type="http://schemas.openxmlformats.org/officeDocument/2006/relationships/image" Target="../media/image800.png"/><Relationship Id="rId111" Type="http://schemas.openxmlformats.org/officeDocument/2006/relationships/image" Target="../media/image535.png"/><Relationship Id="rId195" Type="http://schemas.openxmlformats.org/officeDocument/2006/relationships/customXml" Target="../ink/ink722.xml"/><Relationship Id="rId209" Type="http://schemas.openxmlformats.org/officeDocument/2006/relationships/customXml" Target="../ink/ink736.xml"/><Relationship Id="rId416" Type="http://schemas.openxmlformats.org/officeDocument/2006/relationships/customXml" Target="../ink/ink850.xml"/><Relationship Id="rId623" Type="http://schemas.openxmlformats.org/officeDocument/2006/relationships/image" Target="../media/image730.png"/><Relationship Id="rId830" Type="http://schemas.openxmlformats.org/officeDocument/2006/relationships/customXml" Target="../ink/ink1057.xml"/><Relationship Id="rId57" Type="http://schemas.openxmlformats.org/officeDocument/2006/relationships/image" Target="../media/image15.png"/><Relationship Id="rId262" Type="http://schemas.openxmlformats.org/officeDocument/2006/relationships/customXml" Target="../ink/ink773.xml"/><Relationship Id="rId567" Type="http://schemas.openxmlformats.org/officeDocument/2006/relationships/image" Target="../media/image702.png"/><Relationship Id="rId122" Type="http://schemas.openxmlformats.org/officeDocument/2006/relationships/customXml" Target="../ink/ink649.xml"/><Relationship Id="rId774" Type="http://schemas.openxmlformats.org/officeDocument/2006/relationships/customXml" Target="../ink/ink1029.xml"/><Relationship Id="rId427" Type="http://schemas.openxmlformats.org/officeDocument/2006/relationships/image" Target="../media/image632.png"/><Relationship Id="rId634" Type="http://schemas.openxmlformats.org/officeDocument/2006/relationships/customXml" Target="../ink/ink959.xml"/><Relationship Id="rId841" Type="http://schemas.openxmlformats.org/officeDocument/2006/relationships/image" Target="../media/image839.png"/><Relationship Id="rId273" Type="http://schemas.openxmlformats.org/officeDocument/2006/relationships/image" Target="../media/image556.png"/><Relationship Id="rId480" Type="http://schemas.openxmlformats.org/officeDocument/2006/relationships/customXml" Target="../ink/ink882.xml"/><Relationship Id="rId701" Type="http://schemas.openxmlformats.org/officeDocument/2006/relationships/image" Target="../media/image769.png"/><Relationship Id="rId68" Type="http://schemas.openxmlformats.org/officeDocument/2006/relationships/customXml" Target="../ink/ink617.xml"/><Relationship Id="rId133" Type="http://schemas.openxmlformats.org/officeDocument/2006/relationships/customXml" Target="../ink/ink660.xml"/><Relationship Id="rId340" Type="http://schemas.openxmlformats.org/officeDocument/2006/relationships/customXml" Target="../ink/ink812.xml"/><Relationship Id="rId578" Type="http://schemas.openxmlformats.org/officeDocument/2006/relationships/customXml" Target="../ink/ink931.xml"/><Relationship Id="rId785" Type="http://schemas.openxmlformats.org/officeDocument/2006/relationships/image" Target="../media/image811.png"/><Relationship Id="rId200" Type="http://schemas.openxmlformats.org/officeDocument/2006/relationships/customXml" Target="../ink/ink727.xml"/><Relationship Id="rId438" Type="http://schemas.openxmlformats.org/officeDocument/2006/relationships/customXml" Target="../ink/ink861.xml"/><Relationship Id="rId645" Type="http://schemas.openxmlformats.org/officeDocument/2006/relationships/image" Target="../media/image741.png"/><Relationship Id="rId852" Type="http://schemas.openxmlformats.org/officeDocument/2006/relationships/customXml" Target="../ink/ink1068.xml"/><Relationship Id="rId284" Type="http://schemas.openxmlformats.org/officeDocument/2006/relationships/customXml" Target="../ink/ink784.xml"/><Relationship Id="rId491" Type="http://schemas.openxmlformats.org/officeDocument/2006/relationships/image" Target="../media/image664.png"/><Relationship Id="rId505" Type="http://schemas.openxmlformats.org/officeDocument/2006/relationships/image" Target="../media/image671.png"/><Relationship Id="rId712" Type="http://schemas.openxmlformats.org/officeDocument/2006/relationships/customXml" Target="../ink/ink998.xml"/><Relationship Id="rId79" Type="http://schemas.openxmlformats.org/officeDocument/2006/relationships/image" Target="../media/image26.png"/><Relationship Id="rId144" Type="http://schemas.openxmlformats.org/officeDocument/2006/relationships/customXml" Target="../ink/ink671.xml"/><Relationship Id="rId589" Type="http://schemas.openxmlformats.org/officeDocument/2006/relationships/image" Target="../media/image713.png"/><Relationship Id="rId796" Type="http://schemas.openxmlformats.org/officeDocument/2006/relationships/customXml" Target="../ink/ink1040.xml"/><Relationship Id="rId90" Type="http://schemas.openxmlformats.org/officeDocument/2006/relationships/customXml" Target="../ink/ink628.xml"/><Relationship Id="rId186" Type="http://schemas.openxmlformats.org/officeDocument/2006/relationships/customXml" Target="../ink/ink713.xml"/><Relationship Id="rId351" Type="http://schemas.openxmlformats.org/officeDocument/2006/relationships/image" Target="../media/image595.png"/><Relationship Id="rId393" Type="http://schemas.openxmlformats.org/officeDocument/2006/relationships/image" Target="../media/image616.png"/><Relationship Id="rId407" Type="http://schemas.openxmlformats.org/officeDocument/2006/relationships/image" Target="../media/image623.png"/><Relationship Id="rId449" Type="http://schemas.openxmlformats.org/officeDocument/2006/relationships/image" Target="../media/image643.png"/><Relationship Id="rId614" Type="http://schemas.openxmlformats.org/officeDocument/2006/relationships/customXml" Target="../ink/ink949.xml"/><Relationship Id="rId656" Type="http://schemas.openxmlformats.org/officeDocument/2006/relationships/customXml" Target="../ink/ink970.xml"/><Relationship Id="rId821" Type="http://schemas.openxmlformats.org/officeDocument/2006/relationships/image" Target="../media/image829.png"/><Relationship Id="rId863" Type="http://schemas.openxmlformats.org/officeDocument/2006/relationships/image" Target="../media/image849.png"/><Relationship Id="rId211" Type="http://schemas.openxmlformats.org/officeDocument/2006/relationships/customXml" Target="../ink/ink738.xml"/><Relationship Id="rId253" Type="http://schemas.openxmlformats.org/officeDocument/2006/relationships/image" Target="../media/image547.png"/><Relationship Id="rId295" Type="http://schemas.openxmlformats.org/officeDocument/2006/relationships/image" Target="../media/image567.png"/><Relationship Id="rId309" Type="http://schemas.openxmlformats.org/officeDocument/2006/relationships/image" Target="../media/image574.png"/><Relationship Id="rId460" Type="http://schemas.openxmlformats.org/officeDocument/2006/relationships/customXml" Target="../ink/ink872.xml"/><Relationship Id="rId516" Type="http://schemas.openxmlformats.org/officeDocument/2006/relationships/customXml" Target="../ink/ink900.xml"/><Relationship Id="rId698" Type="http://schemas.openxmlformats.org/officeDocument/2006/relationships/customXml" Target="../ink/ink991.xml"/><Relationship Id="rId48" Type="http://schemas.openxmlformats.org/officeDocument/2006/relationships/customXml" Target="../ink/ink607.xml"/><Relationship Id="rId113" Type="http://schemas.openxmlformats.org/officeDocument/2006/relationships/customXml" Target="../ink/ink640.xml"/><Relationship Id="rId320" Type="http://schemas.openxmlformats.org/officeDocument/2006/relationships/customXml" Target="../ink/ink802.xml"/><Relationship Id="rId558" Type="http://schemas.openxmlformats.org/officeDocument/2006/relationships/customXml" Target="../ink/ink921.xml"/><Relationship Id="rId723" Type="http://schemas.openxmlformats.org/officeDocument/2006/relationships/image" Target="../media/image780.png"/><Relationship Id="rId765" Type="http://schemas.openxmlformats.org/officeDocument/2006/relationships/image" Target="../media/image801.png"/><Relationship Id="rId155" Type="http://schemas.openxmlformats.org/officeDocument/2006/relationships/customXml" Target="../ink/ink682.xml"/><Relationship Id="rId197" Type="http://schemas.openxmlformats.org/officeDocument/2006/relationships/customXml" Target="../ink/ink724.xml"/><Relationship Id="rId362" Type="http://schemas.openxmlformats.org/officeDocument/2006/relationships/customXml" Target="../ink/ink823.xml"/><Relationship Id="rId418" Type="http://schemas.openxmlformats.org/officeDocument/2006/relationships/customXml" Target="../ink/ink851.xml"/><Relationship Id="rId625" Type="http://schemas.openxmlformats.org/officeDocument/2006/relationships/image" Target="../media/image731.png"/><Relationship Id="rId832" Type="http://schemas.openxmlformats.org/officeDocument/2006/relationships/customXml" Target="../ink/ink1058.xml"/><Relationship Id="rId222" Type="http://schemas.openxmlformats.org/officeDocument/2006/relationships/customXml" Target="../ink/ink749.xml"/><Relationship Id="rId264" Type="http://schemas.openxmlformats.org/officeDocument/2006/relationships/customXml" Target="../ink/ink774.xml"/><Relationship Id="rId471" Type="http://schemas.openxmlformats.org/officeDocument/2006/relationships/image" Target="../media/image654.png"/><Relationship Id="rId667" Type="http://schemas.openxmlformats.org/officeDocument/2006/relationships/image" Target="../media/image752.png"/><Relationship Id="rId874" Type="http://schemas.openxmlformats.org/officeDocument/2006/relationships/customXml" Target="../ink/ink1079.xml"/><Relationship Id="rId17" Type="http://schemas.openxmlformats.org/officeDocument/2006/relationships/image" Target="../media/image529.png"/><Relationship Id="rId59" Type="http://schemas.openxmlformats.org/officeDocument/2006/relationships/image" Target="../media/image16.png"/><Relationship Id="rId124" Type="http://schemas.openxmlformats.org/officeDocument/2006/relationships/customXml" Target="../ink/ink651.xml"/><Relationship Id="rId527" Type="http://schemas.openxmlformats.org/officeDocument/2006/relationships/image" Target="../media/image682.png"/><Relationship Id="rId569" Type="http://schemas.openxmlformats.org/officeDocument/2006/relationships/image" Target="../media/image703.png"/><Relationship Id="rId734" Type="http://schemas.openxmlformats.org/officeDocument/2006/relationships/customXml" Target="../ink/ink1009.xml"/><Relationship Id="rId776" Type="http://schemas.openxmlformats.org/officeDocument/2006/relationships/customXml" Target="../ink/ink1030.xml"/><Relationship Id="rId70" Type="http://schemas.openxmlformats.org/officeDocument/2006/relationships/customXml" Target="../ink/ink618.xml"/><Relationship Id="rId166" Type="http://schemas.openxmlformats.org/officeDocument/2006/relationships/customXml" Target="../ink/ink693.xml"/><Relationship Id="rId331" Type="http://schemas.openxmlformats.org/officeDocument/2006/relationships/image" Target="../media/image585.png"/><Relationship Id="rId373" Type="http://schemas.openxmlformats.org/officeDocument/2006/relationships/image" Target="../media/image606.png"/><Relationship Id="rId429" Type="http://schemas.openxmlformats.org/officeDocument/2006/relationships/image" Target="../media/image633.png"/><Relationship Id="rId580" Type="http://schemas.openxmlformats.org/officeDocument/2006/relationships/customXml" Target="../ink/ink932.xml"/><Relationship Id="rId636" Type="http://schemas.openxmlformats.org/officeDocument/2006/relationships/customXml" Target="../ink/ink960.xml"/><Relationship Id="rId801" Type="http://schemas.openxmlformats.org/officeDocument/2006/relationships/image" Target="../media/image819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538.png"/><Relationship Id="rId440" Type="http://schemas.openxmlformats.org/officeDocument/2006/relationships/customXml" Target="../ink/ink862.xml"/><Relationship Id="rId678" Type="http://schemas.openxmlformats.org/officeDocument/2006/relationships/customXml" Target="../ink/ink981.xml"/><Relationship Id="rId843" Type="http://schemas.openxmlformats.org/officeDocument/2006/relationships/image" Target="../media/image840.png"/><Relationship Id="rId885" Type="http://schemas.openxmlformats.org/officeDocument/2006/relationships/image" Target="../media/image860.png"/><Relationship Id="rId28" Type="http://schemas.openxmlformats.org/officeDocument/2006/relationships/customXml" Target="../ink/ink597.xml"/><Relationship Id="rId275" Type="http://schemas.openxmlformats.org/officeDocument/2006/relationships/image" Target="../media/image557.png"/><Relationship Id="rId300" Type="http://schemas.openxmlformats.org/officeDocument/2006/relationships/customXml" Target="../ink/ink792.xml"/><Relationship Id="rId482" Type="http://schemas.openxmlformats.org/officeDocument/2006/relationships/customXml" Target="../ink/ink883.xml"/><Relationship Id="rId538" Type="http://schemas.openxmlformats.org/officeDocument/2006/relationships/customXml" Target="../ink/ink911.xml"/><Relationship Id="rId703" Type="http://schemas.openxmlformats.org/officeDocument/2006/relationships/image" Target="../media/image770.png"/><Relationship Id="rId745" Type="http://schemas.openxmlformats.org/officeDocument/2006/relationships/image" Target="../media/image791.png"/><Relationship Id="rId910" Type="http://schemas.openxmlformats.org/officeDocument/2006/relationships/customXml" Target="../ink/ink1097.xml"/><Relationship Id="rId81" Type="http://schemas.openxmlformats.org/officeDocument/2006/relationships/image" Target="../media/image27.png"/><Relationship Id="rId135" Type="http://schemas.openxmlformats.org/officeDocument/2006/relationships/customXml" Target="../ink/ink662.xml"/><Relationship Id="rId177" Type="http://schemas.openxmlformats.org/officeDocument/2006/relationships/customXml" Target="../ink/ink704.xml"/><Relationship Id="rId342" Type="http://schemas.openxmlformats.org/officeDocument/2006/relationships/customXml" Target="../ink/ink813.xml"/><Relationship Id="rId384" Type="http://schemas.openxmlformats.org/officeDocument/2006/relationships/customXml" Target="../ink/ink834.xml"/><Relationship Id="rId591" Type="http://schemas.openxmlformats.org/officeDocument/2006/relationships/image" Target="../media/image714.png"/><Relationship Id="rId605" Type="http://schemas.openxmlformats.org/officeDocument/2006/relationships/image" Target="../media/image721.png"/><Relationship Id="rId787" Type="http://schemas.openxmlformats.org/officeDocument/2006/relationships/image" Target="../media/image812.png"/><Relationship Id="rId812" Type="http://schemas.openxmlformats.org/officeDocument/2006/relationships/customXml" Target="../ink/ink1048.xml"/><Relationship Id="rId202" Type="http://schemas.openxmlformats.org/officeDocument/2006/relationships/customXml" Target="../ink/ink729.xml"/><Relationship Id="rId244" Type="http://schemas.openxmlformats.org/officeDocument/2006/relationships/customXml" Target="../ink/ink763.xml"/><Relationship Id="rId647" Type="http://schemas.openxmlformats.org/officeDocument/2006/relationships/image" Target="../media/image742.png"/><Relationship Id="rId689" Type="http://schemas.openxmlformats.org/officeDocument/2006/relationships/image" Target="../media/image763.png"/><Relationship Id="rId854" Type="http://schemas.openxmlformats.org/officeDocument/2006/relationships/customXml" Target="../ink/ink1069.xml"/><Relationship Id="rId896" Type="http://schemas.openxmlformats.org/officeDocument/2006/relationships/customXml" Target="../ink/ink1090.xml"/><Relationship Id="rId39" Type="http://schemas.openxmlformats.org/officeDocument/2006/relationships/image" Target="../media/image6.png"/><Relationship Id="rId286" Type="http://schemas.openxmlformats.org/officeDocument/2006/relationships/customXml" Target="../ink/ink785.xml"/><Relationship Id="rId451" Type="http://schemas.openxmlformats.org/officeDocument/2006/relationships/image" Target="../media/image644.png"/><Relationship Id="rId493" Type="http://schemas.openxmlformats.org/officeDocument/2006/relationships/image" Target="../media/image665.png"/><Relationship Id="rId507" Type="http://schemas.openxmlformats.org/officeDocument/2006/relationships/image" Target="../media/image672.png"/><Relationship Id="rId549" Type="http://schemas.openxmlformats.org/officeDocument/2006/relationships/image" Target="../media/image693.png"/><Relationship Id="rId714" Type="http://schemas.openxmlformats.org/officeDocument/2006/relationships/customXml" Target="../ink/ink999.xml"/><Relationship Id="rId756" Type="http://schemas.openxmlformats.org/officeDocument/2006/relationships/customXml" Target="../ink/ink1020.xml"/><Relationship Id="rId50" Type="http://schemas.openxmlformats.org/officeDocument/2006/relationships/customXml" Target="../ink/ink608.xml"/><Relationship Id="rId104" Type="http://schemas.openxmlformats.org/officeDocument/2006/relationships/customXml" Target="../ink/ink635.xml"/><Relationship Id="rId146" Type="http://schemas.openxmlformats.org/officeDocument/2006/relationships/customXml" Target="../ink/ink673.xml"/><Relationship Id="rId188" Type="http://schemas.openxmlformats.org/officeDocument/2006/relationships/customXml" Target="../ink/ink715.xml"/><Relationship Id="rId311" Type="http://schemas.openxmlformats.org/officeDocument/2006/relationships/image" Target="../media/image575.png"/><Relationship Id="rId353" Type="http://schemas.openxmlformats.org/officeDocument/2006/relationships/image" Target="../media/image596.png"/><Relationship Id="rId395" Type="http://schemas.openxmlformats.org/officeDocument/2006/relationships/image" Target="../media/image617.png"/><Relationship Id="rId409" Type="http://schemas.openxmlformats.org/officeDocument/2006/relationships/image" Target="../media/image256.png"/><Relationship Id="rId560" Type="http://schemas.openxmlformats.org/officeDocument/2006/relationships/customXml" Target="../ink/ink922.xml"/><Relationship Id="rId798" Type="http://schemas.openxmlformats.org/officeDocument/2006/relationships/customXml" Target="../ink/ink1041.xml"/><Relationship Id="rId92" Type="http://schemas.openxmlformats.org/officeDocument/2006/relationships/customXml" Target="../ink/ink629.xml"/><Relationship Id="rId213" Type="http://schemas.openxmlformats.org/officeDocument/2006/relationships/customXml" Target="../ink/ink740.xml"/><Relationship Id="rId420" Type="http://schemas.openxmlformats.org/officeDocument/2006/relationships/customXml" Target="../ink/ink852.xml"/><Relationship Id="rId616" Type="http://schemas.openxmlformats.org/officeDocument/2006/relationships/customXml" Target="../ink/ink950.xml"/><Relationship Id="rId658" Type="http://schemas.openxmlformats.org/officeDocument/2006/relationships/customXml" Target="../ink/ink971.xml"/><Relationship Id="rId823" Type="http://schemas.openxmlformats.org/officeDocument/2006/relationships/image" Target="../media/image830.png"/><Relationship Id="rId865" Type="http://schemas.openxmlformats.org/officeDocument/2006/relationships/image" Target="../media/image850.png"/><Relationship Id="rId255" Type="http://schemas.openxmlformats.org/officeDocument/2006/relationships/image" Target="../media/image548.png"/><Relationship Id="rId297" Type="http://schemas.openxmlformats.org/officeDocument/2006/relationships/image" Target="../media/image568.png"/><Relationship Id="rId462" Type="http://schemas.openxmlformats.org/officeDocument/2006/relationships/customXml" Target="../ink/ink873.xml"/><Relationship Id="rId518" Type="http://schemas.openxmlformats.org/officeDocument/2006/relationships/customXml" Target="../ink/ink901.xml"/><Relationship Id="rId725" Type="http://schemas.openxmlformats.org/officeDocument/2006/relationships/image" Target="../media/image781.png"/><Relationship Id="rId115" Type="http://schemas.openxmlformats.org/officeDocument/2006/relationships/customXml" Target="../ink/ink642.xml"/><Relationship Id="rId157" Type="http://schemas.openxmlformats.org/officeDocument/2006/relationships/customXml" Target="../ink/ink684.xml"/><Relationship Id="rId322" Type="http://schemas.openxmlformats.org/officeDocument/2006/relationships/customXml" Target="../ink/ink803.xml"/><Relationship Id="rId364" Type="http://schemas.openxmlformats.org/officeDocument/2006/relationships/customXml" Target="../ink/ink824.xml"/><Relationship Id="rId767" Type="http://schemas.openxmlformats.org/officeDocument/2006/relationships/image" Target="../media/image802.png"/><Relationship Id="rId61" Type="http://schemas.openxmlformats.org/officeDocument/2006/relationships/image" Target="../media/image17.png"/><Relationship Id="rId199" Type="http://schemas.openxmlformats.org/officeDocument/2006/relationships/customXml" Target="../ink/ink726.xml"/><Relationship Id="rId571" Type="http://schemas.openxmlformats.org/officeDocument/2006/relationships/image" Target="../media/image704.png"/><Relationship Id="rId627" Type="http://schemas.openxmlformats.org/officeDocument/2006/relationships/image" Target="../media/image732.png"/><Relationship Id="rId669" Type="http://schemas.openxmlformats.org/officeDocument/2006/relationships/image" Target="../media/image753.png"/><Relationship Id="rId834" Type="http://schemas.openxmlformats.org/officeDocument/2006/relationships/customXml" Target="../ink/ink1059.xml"/><Relationship Id="rId876" Type="http://schemas.openxmlformats.org/officeDocument/2006/relationships/customXml" Target="../ink/ink1080.xml"/><Relationship Id="rId19" Type="http://schemas.openxmlformats.org/officeDocument/2006/relationships/image" Target="../media/image530.png"/><Relationship Id="rId224" Type="http://schemas.openxmlformats.org/officeDocument/2006/relationships/customXml" Target="../ink/ink751.xml"/><Relationship Id="rId266" Type="http://schemas.openxmlformats.org/officeDocument/2006/relationships/customXml" Target="../ink/ink775.xml"/><Relationship Id="rId431" Type="http://schemas.openxmlformats.org/officeDocument/2006/relationships/image" Target="../media/image634.png"/><Relationship Id="rId473" Type="http://schemas.openxmlformats.org/officeDocument/2006/relationships/image" Target="../media/image655.png"/><Relationship Id="rId529" Type="http://schemas.openxmlformats.org/officeDocument/2006/relationships/image" Target="../media/image683.png"/><Relationship Id="rId680" Type="http://schemas.openxmlformats.org/officeDocument/2006/relationships/customXml" Target="../ink/ink982.xml"/><Relationship Id="rId736" Type="http://schemas.openxmlformats.org/officeDocument/2006/relationships/customXml" Target="../ink/ink1010.xml"/><Relationship Id="rId901" Type="http://schemas.openxmlformats.org/officeDocument/2006/relationships/image" Target="../media/image868.png"/><Relationship Id="rId30" Type="http://schemas.openxmlformats.org/officeDocument/2006/relationships/customXml" Target="../ink/ink598.xml"/><Relationship Id="rId126" Type="http://schemas.openxmlformats.org/officeDocument/2006/relationships/customXml" Target="../ink/ink653.xml"/><Relationship Id="rId168" Type="http://schemas.openxmlformats.org/officeDocument/2006/relationships/customXml" Target="../ink/ink695.xml"/><Relationship Id="rId333" Type="http://schemas.openxmlformats.org/officeDocument/2006/relationships/image" Target="../media/image586.png"/><Relationship Id="rId540" Type="http://schemas.openxmlformats.org/officeDocument/2006/relationships/customXml" Target="../ink/ink912.xml"/><Relationship Id="rId778" Type="http://schemas.openxmlformats.org/officeDocument/2006/relationships/customXml" Target="../ink/ink1031.xml"/><Relationship Id="rId72" Type="http://schemas.openxmlformats.org/officeDocument/2006/relationships/customXml" Target="../ink/ink619.xml"/><Relationship Id="rId375" Type="http://schemas.openxmlformats.org/officeDocument/2006/relationships/image" Target="../media/image607.png"/><Relationship Id="rId582" Type="http://schemas.openxmlformats.org/officeDocument/2006/relationships/customXml" Target="../ink/ink933.xml"/><Relationship Id="rId638" Type="http://schemas.openxmlformats.org/officeDocument/2006/relationships/customXml" Target="../ink/ink961.xml"/><Relationship Id="rId803" Type="http://schemas.openxmlformats.org/officeDocument/2006/relationships/image" Target="../media/image820.png"/><Relationship Id="rId845" Type="http://schemas.openxmlformats.org/officeDocument/2006/relationships/image" Target="../media/image841.png"/><Relationship Id="rId3" Type="http://schemas.openxmlformats.org/officeDocument/2006/relationships/image" Target="../media/image522.png"/><Relationship Id="rId235" Type="http://schemas.openxmlformats.org/officeDocument/2006/relationships/image" Target="../media/image539.png"/><Relationship Id="rId277" Type="http://schemas.openxmlformats.org/officeDocument/2006/relationships/image" Target="../media/image558.png"/><Relationship Id="rId400" Type="http://schemas.openxmlformats.org/officeDocument/2006/relationships/customXml" Target="../ink/ink842.xml"/><Relationship Id="rId442" Type="http://schemas.openxmlformats.org/officeDocument/2006/relationships/customXml" Target="../ink/ink863.xml"/><Relationship Id="rId484" Type="http://schemas.openxmlformats.org/officeDocument/2006/relationships/customXml" Target="../ink/ink884.xml"/><Relationship Id="rId705" Type="http://schemas.openxmlformats.org/officeDocument/2006/relationships/image" Target="../media/image771.png"/><Relationship Id="rId887" Type="http://schemas.openxmlformats.org/officeDocument/2006/relationships/image" Target="../media/image861.png"/><Relationship Id="rId137" Type="http://schemas.openxmlformats.org/officeDocument/2006/relationships/customXml" Target="../ink/ink664.xml"/><Relationship Id="rId302" Type="http://schemas.openxmlformats.org/officeDocument/2006/relationships/customXml" Target="../ink/ink793.xml"/><Relationship Id="rId344" Type="http://schemas.openxmlformats.org/officeDocument/2006/relationships/customXml" Target="../ink/ink814.xml"/><Relationship Id="rId691" Type="http://schemas.openxmlformats.org/officeDocument/2006/relationships/image" Target="../media/image764.png"/><Relationship Id="rId747" Type="http://schemas.openxmlformats.org/officeDocument/2006/relationships/image" Target="../media/image792.png"/><Relationship Id="rId789" Type="http://schemas.openxmlformats.org/officeDocument/2006/relationships/image" Target="../media/image813.png"/><Relationship Id="rId912" Type="http://schemas.openxmlformats.org/officeDocument/2006/relationships/customXml" Target="../ink/ink1098.xml"/><Relationship Id="rId41" Type="http://schemas.openxmlformats.org/officeDocument/2006/relationships/image" Target="../media/image7.png"/><Relationship Id="rId83" Type="http://schemas.openxmlformats.org/officeDocument/2006/relationships/image" Target="../media/image28.png"/><Relationship Id="rId179" Type="http://schemas.openxmlformats.org/officeDocument/2006/relationships/customXml" Target="../ink/ink706.xml"/><Relationship Id="rId386" Type="http://schemas.openxmlformats.org/officeDocument/2006/relationships/customXml" Target="../ink/ink835.xml"/><Relationship Id="rId551" Type="http://schemas.openxmlformats.org/officeDocument/2006/relationships/image" Target="../media/image694.png"/><Relationship Id="rId593" Type="http://schemas.openxmlformats.org/officeDocument/2006/relationships/image" Target="../media/image715.png"/><Relationship Id="rId607" Type="http://schemas.openxmlformats.org/officeDocument/2006/relationships/image" Target="../media/image722.png"/><Relationship Id="rId649" Type="http://schemas.openxmlformats.org/officeDocument/2006/relationships/image" Target="../media/image743.png"/><Relationship Id="rId814" Type="http://schemas.openxmlformats.org/officeDocument/2006/relationships/customXml" Target="../ink/ink1049.xml"/><Relationship Id="rId856" Type="http://schemas.openxmlformats.org/officeDocument/2006/relationships/customXml" Target="../ink/ink1070.xml"/><Relationship Id="rId190" Type="http://schemas.openxmlformats.org/officeDocument/2006/relationships/customXml" Target="../ink/ink717.xml"/><Relationship Id="rId204" Type="http://schemas.openxmlformats.org/officeDocument/2006/relationships/customXml" Target="../ink/ink731.xml"/><Relationship Id="rId246" Type="http://schemas.openxmlformats.org/officeDocument/2006/relationships/customXml" Target="../ink/ink764.xml"/><Relationship Id="rId288" Type="http://schemas.openxmlformats.org/officeDocument/2006/relationships/customXml" Target="../ink/ink786.xml"/><Relationship Id="rId411" Type="http://schemas.openxmlformats.org/officeDocument/2006/relationships/image" Target="../media/image624.png"/><Relationship Id="rId453" Type="http://schemas.openxmlformats.org/officeDocument/2006/relationships/image" Target="../media/image645.png"/><Relationship Id="rId509" Type="http://schemas.openxmlformats.org/officeDocument/2006/relationships/image" Target="../media/image673.png"/><Relationship Id="rId660" Type="http://schemas.openxmlformats.org/officeDocument/2006/relationships/customXml" Target="../ink/ink972.xml"/><Relationship Id="rId898" Type="http://schemas.openxmlformats.org/officeDocument/2006/relationships/customXml" Target="../ink/ink1091.xml"/><Relationship Id="rId106" Type="http://schemas.openxmlformats.org/officeDocument/2006/relationships/customXml" Target="../ink/ink636.xml"/><Relationship Id="rId313" Type="http://schemas.openxmlformats.org/officeDocument/2006/relationships/image" Target="../media/image576.png"/><Relationship Id="rId495" Type="http://schemas.openxmlformats.org/officeDocument/2006/relationships/image" Target="../media/image666.png"/><Relationship Id="rId716" Type="http://schemas.openxmlformats.org/officeDocument/2006/relationships/customXml" Target="../ink/ink1000.xml"/><Relationship Id="rId758" Type="http://schemas.openxmlformats.org/officeDocument/2006/relationships/customXml" Target="../ink/ink1021.xml"/><Relationship Id="rId10" Type="http://schemas.openxmlformats.org/officeDocument/2006/relationships/customXml" Target="../ink/ink588.xml"/><Relationship Id="rId52" Type="http://schemas.openxmlformats.org/officeDocument/2006/relationships/customXml" Target="../ink/ink609.xml"/><Relationship Id="rId94" Type="http://schemas.openxmlformats.org/officeDocument/2006/relationships/customXml" Target="../ink/ink630.xml"/><Relationship Id="rId148" Type="http://schemas.openxmlformats.org/officeDocument/2006/relationships/customXml" Target="../ink/ink675.xml"/><Relationship Id="rId355" Type="http://schemas.openxmlformats.org/officeDocument/2006/relationships/image" Target="../media/image597.png"/><Relationship Id="rId397" Type="http://schemas.openxmlformats.org/officeDocument/2006/relationships/image" Target="../media/image618.png"/><Relationship Id="rId520" Type="http://schemas.openxmlformats.org/officeDocument/2006/relationships/customXml" Target="../ink/ink902.xml"/><Relationship Id="rId562" Type="http://schemas.openxmlformats.org/officeDocument/2006/relationships/customXml" Target="../ink/ink923.xml"/><Relationship Id="rId618" Type="http://schemas.openxmlformats.org/officeDocument/2006/relationships/customXml" Target="../ink/ink951.xml"/><Relationship Id="rId825" Type="http://schemas.openxmlformats.org/officeDocument/2006/relationships/image" Target="../media/image831.png"/><Relationship Id="rId215" Type="http://schemas.openxmlformats.org/officeDocument/2006/relationships/customXml" Target="../ink/ink742.xml"/><Relationship Id="rId257" Type="http://schemas.openxmlformats.org/officeDocument/2006/relationships/image" Target="../media/image549.png"/><Relationship Id="rId422" Type="http://schemas.openxmlformats.org/officeDocument/2006/relationships/customXml" Target="../ink/ink853.xml"/><Relationship Id="rId464" Type="http://schemas.openxmlformats.org/officeDocument/2006/relationships/customXml" Target="../ink/ink874.xml"/><Relationship Id="rId867" Type="http://schemas.openxmlformats.org/officeDocument/2006/relationships/image" Target="../media/image851.png"/><Relationship Id="rId299" Type="http://schemas.openxmlformats.org/officeDocument/2006/relationships/image" Target="../media/image569.png"/><Relationship Id="rId727" Type="http://schemas.openxmlformats.org/officeDocument/2006/relationships/image" Target="../media/image782.png"/><Relationship Id="rId63" Type="http://schemas.openxmlformats.org/officeDocument/2006/relationships/image" Target="../media/image18.png"/><Relationship Id="rId159" Type="http://schemas.openxmlformats.org/officeDocument/2006/relationships/customXml" Target="../ink/ink686.xml"/><Relationship Id="rId366" Type="http://schemas.openxmlformats.org/officeDocument/2006/relationships/customXml" Target="../ink/ink825.xml"/><Relationship Id="rId573" Type="http://schemas.openxmlformats.org/officeDocument/2006/relationships/image" Target="../media/image705.png"/><Relationship Id="rId780" Type="http://schemas.openxmlformats.org/officeDocument/2006/relationships/customXml" Target="../ink/ink1032.xml"/><Relationship Id="rId226" Type="http://schemas.openxmlformats.org/officeDocument/2006/relationships/customXml" Target="../ink/ink753.xml"/><Relationship Id="rId433" Type="http://schemas.openxmlformats.org/officeDocument/2006/relationships/image" Target="../media/image635.png"/><Relationship Id="rId878" Type="http://schemas.openxmlformats.org/officeDocument/2006/relationships/customXml" Target="../ink/ink1081.xml"/><Relationship Id="rId640" Type="http://schemas.openxmlformats.org/officeDocument/2006/relationships/customXml" Target="../ink/ink962.xml"/><Relationship Id="rId738" Type="http://schemas.openxmlformats.org/officeDocument/2006/relationships/customXml" Target="../ink/ink1011.xml"/><Relationship Id="rId74" Type="http://schemas.openxmlformats.org/officeDocument/2006/relationships/customXml" Target="../ink/ink620.xml"/><Relationship Id="rId377" Type="http://schemas.openxmlformats.org/officeDocument/2006/relationships/image" Target="../media/image608.png"/><Relationship Id="rId500" Type="http://schemas.openxmlformats.org/officeDocument/2006/relationships/customXml" Target="../ink/ink892.xml"/><Relationship Id="rId584" Type="http://schemas.openxmlformats.org/officeDocument/2006/relationships/customXml" Target="../ink/ink934.xml"/><Relationship Id="rId805" Type="http://schemas.openxmlformats.org/officeDocument/2006/relationships/image" Target="../media/image821.png"/><Relationship Id="rId5" Type="http://schemas.openxmlformats.org/officeDocument/2006/relationships/image" Target="../media/image523.png"/><Relationship Id="rId237" Type="http://schemas.openxmlformats.org/officeDocument/2006/relationships/image" Target="../media/image540.png"/><Relationship Id="rId791" Type="http://schemas.openxmlformats.org/officeDocument/2006/relationships/image" Target="../media/image814.png"/><Relationship Id="rId889" Type="http://schemas.openxmlformats.org/officeDocument/2006/relationships/image" Target="../media/image862.png"/><Relationship Id="rId444" Type="http://schemas.openxmlformats.org/officeDocument/2006/relationships/customXml" Target="../ink/ink864.xml"/><Relationship Id="rId651" Type="http://schemas.openxmlformats.org/officeDocument/2006/relationships/image" Target="../media/image744.png"/><Relationship Id="rId749" Type="http://schemas.openxmlformats.org/officeDocument/2006/relationships/image" Target="../media/image793.png"/><Relationship Id="rId290" Type="http://schemas.openxmlformats.org/officeDocument/2006/relationships/customXml" Target="../ink/ink787.xml"/><Relationship Id="rId304" Type="http://schemas.openxmlformats.org/officeDocument/2006/relationships/customXml" Target="../ink/ink794.xml"/><Relationship Id="rId388" Type="http://schemas.openxmlformats.org/officeDocument/2006/relationships/customXml" Target="../ink/ink836.xml"/><Relationship Id="rId511" Type="http://schemas.openxmlformats.org/officeDocument/2006/relationships/image" Target="../media/image674.png"/><Relationship Id="rId609" Type="http://schemas.openxmlformats.org/officeDocument/2006/relationships/image" Target="../media/image723.png"/><Relationship Id="rId85" Type="http://schemas.openxmlformats.org/officeDocument/2006/relationships/image" Target="../media/image29.png"/><Relationship Id="rId150" Type="http://schemas.openxmlformats.org/officeDocument/2006/relationships/customXml" Target="../ink/ink677.xml"/><Relationship Id="rId595" Type="http://schemas.openxmlformats.org/officeDocument/2006/relationships/image" Target="../media/image716.png"/><Relationship Id="rId816" Type="http://schemas.openxmlformats.org/officeDocument/2006/relationships/customXml" Target="../ink/ink1050.xml"/><Relationship Id="rId248" Type="http://schemas.openxmlformats.org/officeDocument/2006/relationships/customXml" Target="../ink/ink765.xml"/><Relationship Id="rId455" Type="http://schemas.openxmlformats.org/officeDocument/2006/relationships/image" Target="../media/image646.png"/><Relationship Id="rId662" Type="http://schemas.openxmlformats.org/officeDocument/2006/relationships/customXml" Target="../ink/ink973.xml"/><Relationship Id="rId12" Type="http://schemas.openxmlformats.org/officeDocument/2006/relationships/customXml" Target="../ink/ink589.xml"/><Relationship Id="rId108" Type="http://schemas.openxmlformats.org/officeDocument/2006/relationships/customXml" Target="../ink/ink637.xml"/><Relationship Id="rId315" Type="http://schemas.openxmlformats.org/officeDocument/2006/relationships/image" Target="../media/image577.png"/><Relationship Id="rId522" Type="http://schemas.openxmlformats.org/officeDocument/2006/relationships/customXml" Target="../ink/ink903.xml"/><Relationship Id="rId96" Type="http://schemas.openxmlformats.org/officeDocument/2006/relationships/customXml" Target="../ink/ink631.xml"/><Relationship Id="rId161" Type="http://schemas.openxmlformats.org/officeDocument/2006/relationships/customXml" Target="../ink/ink688.xml"/><Relationship Id="rId399" Type="http://schemas.openxmlformats.org/officeDocument/2006/relationships/image" Target="../media/image619.png"/><Relationship Id="rId827" Type="http://schemas.openxmlformats.org/officeDocument/2006/relationships/image" Target="../media/image832.png"/><Relationship Id="rId259" Type="http://schemas.openxmlformats.org/officeDocument/2006/relationships/image" Target="../media/image550.png"/><Relationship Id="rId466" Type="http://schemas.openxmlformats.org/officeDocument/2006/relationships/customXml" Target="../ink/ink875.xml"/><Relationship Id="rId673" Type="http://schemas.openxmlformats.org/officeDocument/2006/relationships/image" Target="../media/image755.png"/><Relationship Id="rId880" Type="http://schemas.openxmlformats.org/officeDocument/2006/relationships/customXml" Target="../ink/ink1082.xml"/><Relationship Id="rId23" Type="http://schemas.openxmlformats.org/officeDocument/2006/relationships/image" Target="../media/image532.png"/><Relationship Id="rId119" Type="http://schemas.openxmlformats.org/officeDocument/2006/relationships/customXml" Target="../ink/ink646.xml"/><Relationship Id="rId326" Type="http://schemas.openxmlformats.org/officeDocument/2006/relationships/customXml" Target="../ink/ink805.xml"/><Relationship Id="rId533" Type="http://schemas.openxmlformats.org/officeDocument/2006/relationships/image" Target="../media/image685.png"/><Relationship Id="rId740" Type="http://schemas.openxmlformats.org/officeDocument/2006/relationships/customXml" Target="../ink/ink1012.xml"/><Relationship Id="rId838" Type="http://schemas.openxmlformats.org/officeDocument/2006/relationships/customXml" Target="../ink/ink1061.xml"/><Relationship Id="rId172" Type="http://schemas.openxmlformats.org/officeDocument/2006/relationships/customXml" Target="../ink/ink699.xml"/><Relationship Id="rId477" Type="http://schemas.openxmlformats.org/officeDocument/2006/relationships/image" Target="../media/image657.png"/><Relationship Id="rId600" Type="http://schemas.openxmlformats.org/officeDocument/2006/relationships/customXml" Target="../ink/ink942.xml"/><Relationship Id="rId684" Type="http://schemas.openxmlformats.org/officeDocument/2006/relationships/customXml" Target="../ink/ink984.xml"/><Relationship Id="rId337" Type="http://schemas.openxmlformats.org/officeDocument/2006/relationships/image" Target="../media/image588.png"/><Relationship Id="rId891" Type="http://schemas.openxmlformats.org/officeDocument/2006/relationships/image" Target="../media/image863.png"/><Relationship Id="rId905" Type="http://schemas.openxmlformats.org/officeDocument/2006/relationships/image" Target="../media/image870.png"/><Relationship Id="rId34" Type="http://schemas.openxmlformats.org/officeDocument/2006/relationships/customXml" Target="../ink/ink600.xml"/><Relationship Id="rId544" Type="http://schemas.openxmlformats.org/officeDocument/2006/relationships/customXml" Target="../ink/ink914.xml"/><Relationship Id="rId751" Type="http://schemas.openxmlformats.org/officeDocument/2006/relationships/image" Target="../media/image794.png"/><Relationship Id="rId849" Type="http://schemas.openxmlformats.org/officeDocument/2006/relationships/image" Target="../media/image843.png"/><Relationship Id="rId183" Type="http://schemas.openxmlformats.org/officeDocument/2006/relationships/customXml" Target="../ink/ink710.xml"/><Relationship Id="rId390" Type="http://schemas.openxmlformats.org/officeDocument/2006/relationships/customXml" Target="../ink/ink837.xml"/><Relationship Id="rId404" Type="http://schemas.openxmlformats.org/officeDocument/2006/relationships/customXml" Target="../ink/ink844.xml"/><Relationship Id="rId611" Type="http://schemas.openxmlformats.org/officeDocument/2006/relationships/image" Target="../media/image724.png"/><Relationship Id="rId250" Type="http://schemas.openxmlformats.org/officeDocument/2006/relationships/customXml" Target="../ink/ink767.xml"/><Relationship Id="rId488" Type="http://schemas.openxmlformats.org/officeDocument/2006/relationships/customXml" Target="../ink/ink886.xml"/><Relationship Id="rId695" Type="http://schemas.openxmlformats.org/officeDocument/2006/relationships/image" Target="../media/image766.png"/><Relationship Id="rId709" Type="http://schemas.openxmlformats.org/officeDocument/2006/relationships/image" Target="../media/image773.png"/><Relationship Id="rId45" Type="http://schemas.openxmlformats.org/officeDocument/2006/relationships/image" Target="../media/image9.png"/><Relationship Id="rId110" Type="http://schemas.openxmlformats.org/officeDocument/2006/relationships/customXml" Target="../ink/ink638.xml"/><Relationship Id="rId348" Type="http://schemas.openxmlformats.org/officeDocument/2006/relationships/customXml" Target="../ink/ink816.xml"/><Relationship Id="rId555" Type="http://schemas.openxmlformats.org/officeDocument/2006/relationships/image" Target="../media/image696.png"/><Relationship Id="rId762" Type="http://schemas.openxmlformats.org/officeDocument/2006/relationships/customXml" Target="../ink/ink1023.xml"/><Relationship Id="rId194" Type="http://schemas.openxmlformats.org/officeDocument/2006/relationships/customXml" Target="../ink/ink721.xml"/><Relationship Id="rId208" Type="http://schemas.openxmlformats.org/officeDocument/2006/relationships/customXml" Target="../ink/ink735.xml"/><Relationship Id="rId415" Type="http://schemas.openxmlformats.org/officeDocument/2006/relationships/image" Target="../media/image626.png"/><Relationship Id="rId622" Type="http://schemas.openxmlformats.org/officeDocument/2006/relationships/customXml" Target="../ink/ink953.xml"/><Relationship Id="rId261" Type="http://schemas.openxmlformats.org/officeDocument/2006/relationships/image" Target="../media/image551.png"/><Relationship Id="rId499" Type="http://schemas.openxmlformats.org/officeDocument/2006/relationships/image" Target="../media/image668.png"/><Relationship Id="rId56" Type="http://schemas.openxmlformats.org/officeDocument/2006/relationships/customXml" Target="../ink/ink611.xml"/><Relationship Id="rId359" Type="http://schemas.openxmlformats.org/officeDocument/2006/relationships/image" Target="../media/image599.png"/><Relationship Id="rId566" Type="http://schemas.openxmlformats.org/officeDocument/2006/relationships/customXml" Target="../ink/ink925.xml"/><Relationship Id="rId773" Type="http://schemas.openxmlformats.org/officeDocument/2006/relationships/image" Target="../media/image805.png"/><Relationship Id="rId121" Type="http://schemas.openxmlformats.org/officeDocument/2006/relationships/customXml" Target="../ink/ink648.xml"/><Relationship Id="rId219" Type="http://schemas.openxmlformats.org/officeDocument/2006/relationships/customXml" Target="../ink/ink746.xml"/><Relationship Id="rId426" Type="http://schemas.openxmlformats.org/officeDocument/2006/relationships/customXml" Target="../ink/ink855.xml"/><Relationship Id="rId633" Type="http://schemas.openxmlformats.org/officeDocument/2006/relationships/image" Target="../media/image735.png"/><Relationship Id="rId840" Type="http://schemas.openxmlformats.org/officeDocument/2006/relationships/customXml" Target="../ink/ink1062.xml"/><Relationship Id="rId67" Type="http://schemas.openxmlformats.org/officeDocument/2006/relationships/image" Target="../media/image20.png"/><Relationship Id="rId272" Type="http://schemas.openxmlformats.org/officeDocument/2006/relationships/customXml" Target="../ink/ink778.xml"/><Relationship Id="rId577" Type="http://schemas.openxmlformats.org/officeDocument/2006/relationships/image" Target="../media/image707.png"/><Relationship Id="rId700" Type="http://schemas.openxmlformats.org/officeDocument/2006/relationships/customXml" Target="../ink/ink992.xml"/><Relationship Id="rId132" Type="http://schemas.openxmlformats.org/officeDocument/2006/relationships/customXml" Target="../ink/ink659.xml"/><Relationship Id="rId784" Type="http://schemas.openxmlformats.org/officeDocument/2006/relationships/customXml" Target="../ink/ink1034.xml"/><Relationship Id="rId437" Type="http://schemas.openxmlformats.org/officeDocument/2006/relationships/image" Target="../media/image637.png"/><Relationship Id="rId644" Type="http://schemas.openxmlformats.org/officeDocument/2006/relationships/customXml" Target="../ink/ink964.xml"/><Relationship Id="rId851" Type="http://schemas.openxmlformats.org/officeDocument/2006/relationships/image" Target="../media/image844.png"/><Relationship Id="rId283" Type="http://schemas.openxmlformats.org/officeDocument/2006/relationships/image" Target="../media/image561.png"/><Relationship Id="rId490" Type="http://schemas.openxmlformats.org/officeDocument/2006/relationships/customXml" Target="../ink/ink887.xml"/><Relationship Id="rId504" Type="http://schemas.openxmlformats.org/officeDocument/2006/relationships/customXml" Target="../ink/ink894.xml"/><Relationship Id="rId711" Type="http://schemas.openxmlformats.org/officeDocument/2006/relationships/image" Target="../media/image774.png"/><Relationship Id="rId78" Type="http://schemas.openxmlformats.org/officeDocument/2006/relationships/customXml" Target="../ink/ink622.xml"/><Relationship Id="rId143" Type="http://schemas.openxmlformats.org/officeDocument/2006/relationships/customXml" Target="../ink/ink670.xml"/><Relationship Id="rId350" Type="http://schemas.openxmlformats.org/officeDocument/2006/relationships/customXml" Target="../ink/ink817.xml"/><Relationship Id="rId588" Type="http://schemas.openxmlformats.org/officeDocument/2006/relationships/customXml" Target="../ink/ink936.xml"/><Relationship Id="rId795" Type="http://schemas.openxmlformats.org/officeDocument/2006/relationships/image" Target="../media/image816.png"/><Relationship Id="rId809" Type="http://schemas.openxmlformats.org/officeDocument/2006/relationships/image" Target="../media/image823.png"/><Relationship Id="rId9" Type="http://schemas.openxmlformats.org/officeDocument/2006/relationships/image" Target="../media/image525.png"/><Relationship Id="rId210" Type="http://schemas.openxmlformats.org/officeDocument/2006/relationships/customXml" Target="../ink/ink737.xml"/><Relationship Id="rId448" Type="http://schemas.openxmlformats.org/officeDocument/2006/relationships/customXml" Target="../ink/ink866.xml"/><Relationship Id="rId655" Type="http://schemas.openxmlformats.org/officeDocument/2006/relationships/image" Target="../media/image746.png"/><Relationship Id="rId862" Type="http://schemas.openxmlformats.org/officeDocument/2006/relationships/customXml" Target="../ink/ink1073.xml"/><Relationship Id="rId294" Type="http://schemas.openxmlformats.org/officeDocument/2006/relationships/customXml" Target="../ink/ink789.xml"/><Relationship Id="rId308" Type="http://schemas.openxmlformats.org/officeDocument/2006/relationships/customXml" Target="../ink/ink796.xml"/><Relationship Id="rId515" Type="http://schemas.openxmlformats.org/officeDocument/2006/relationships/image" Target="../media/image676.png"/><Relationship Id="rId722" Type="http://schemas.openxmlformats.org/officeDocument/2006/relationships/customXml" Target="../ink/ink1003.xml"/><Relationship Id="rId89" Type="http://schemas.openxmlformats.org/officeDocument/2006/relationships/image" Target="../media/image350.png"/><Relationship Id="rId154" Type="http://schemas.openxmlformats.org/officeDocument/2006/relationships/customXml" Target="../ink/ink681.xml"/><Relationship Id="rId361" Type="http://schemas.openxmlformats.org/officeDocument/2006/relationships/image" Target="../media/image600.png"/><Relationship Id="rId599" Type="http://schemas.openxmlformats.org/officeDocument/2006/relationships/image" Target="../media/image718.png"/><Relationship Id="rId459" Type="http://schemas.openxmlformats.org/officeDocument/2006/relationships/image" Target="../media/image648.png"/><Relationship Id="rId666" Type="http://schemas.openxmlformats.org/officeDocument/2006/relationships/customXml" Target="../ink/ink975.xml"/><Relationship Id="rId873" Type="http://schemas.openxmlformats.org/officeDocument/2006/relationships/image" Target="../media/image854.png"/><Relationship Id="rId16" Type="http://schemas.openxmlformats.org/officeDocument/2006/relationships/customXml" Target="../ink/ink591.xml"/><Relationship Id="rId221" Type="http://schemas.openxmlformats.org/officeDocument/2006/relationships/customXml" Target="../ink/ink748.xml"/><Relationship Id="rId319" Type="http://schemas.openxmlformats.org/officeDocument/2006/relationships/image" Target="../media/image579.png"/><Relationship Id="rId526" Type="http://schemas.openxmlformats.org/officeDocument/2006/relationships/customXml" Target="../ink/ink905.xml"/><Relationship Id="rId733" Type="http://schemas.openxmlformats.org/officeDocument/2006/relationships/image" Target="../media/image785.png"/><Relationship Id="rId165" Type="http://schemas.openxmlformats.org/officeDocument/2006/relationships/customXml" Target="../ink/ink692.xml"/><Relationship Id="rId372" Type="http://schemas.openxmlformats.org/officeDocument/2006/relationships/customXml" Target="../ink/ink828.xml"/><Relationship Id="rId677" Type="http://schemas.openxmlformats.org/officeDocument/2006/relationships/image" Target="../media/image757.png"/><Relationship Id="rId800" Type="http://schemas.openxmlformats.org/officeDocument/2006/relationships/customXml" Target="../ink/ink1042.xml"/><Relationship Id="rId232" Type="http://schemas.openxmlformats.org/officeDocument/2006/relationships/customXml" Target="../ink/ink757.xml"/><Relationship Id="rId884" Type="http://schemas.openxmlformats.org/officeDocument/2006/relationships/customXml" Target="../ink/ink1084.xml"/><Relationship Id="rId27" Type="http://schemas.openxmlformats.org/officeDocument/2006/relationships/image" Target="../media/image534.png"/><Relationship Id="rId537" Type="http://schemas.openxmlformats.org/officeDocument/2006/relationships/image" Target="../media/image687.png"/><Relationship Id="rId744" Type="http://schemas.openxmlformats.org/officeDocument/2006/relationships/customXml" Target="../ink/ink1014.xml"/><Relationship Id="rId80" Type="http://schemas.openxmlformats.org/officeDocument/2006/relationships/customXml" Target="../ink/ink623.xml"/><Relationship Id="rId176" Type="http://schemas.openxmlformats.org/officeDocument/2006/relationships/customXml" Target="../ink/ink703.xml"/><Relationship Id="rId383" Type="http://schemas.openxmlformats.org/officeDocument/2006/relationships/image" Target="../media/image611.png"/><Relationship Id="rId590" Type="http://schemas.openxmlformats.org/officeDocument/2006/relationships/customXml" Target="../ink/ink937.xml"/><Relationship Id="rId604" Type="http://schemas.openxmlformats.org/officeDocument/2006/relationships/customXml" Target="../ink/ink944.xml"/><Relationship Id="rId811" Type="http://schemas.openxmlformats.org/officeDocument/2006/relationships/image" Target="../media/image824.png"/><Relationship Id="rId243" Type="http://schemas.openxmlformats.org/officeDocument/2006/relationships/image" Target="../media/image543.png"/><Relationship Id="rId450" Type="http://schemas.openxmlformats.org/officeDocument/2006/relationships/customXml" Target="../ink/ink867.xml"/><Relationship Id="rId688" Type="http://schemas.openxmlformats.org/officeDocument/2006/relationships/customXml" Target="../ink/ink986.xml"/><Relationship Id="rId895" Type="http://schemas.openxmlformats.org/officeDocument/2006/relationships/image" Target="../media/image865.png"/><Relationship Id="rId909" Type="http://schemas.openxmlformats.org/officeDocument/2006/relationships/image" Target="../media/image872.png"/><Relationship Id="rId38" Type="http://schemas.openxmlformats.org/officeDocument/2006/relationships/customXml" Target="../ink/ink602.xml"/><Relationship Id="rId103" Type="http://schemas.openxmlformats.org/officeDocument/2006/relationships/image" Target="../media/image357.png"/><Relationship Id="rId310" Type="http://schemas.openxmlformats.org/officeDocument/2006/relationships/customXml" Target="../ink/ink797.xml"/><Relationship Id="rId548" Type="http://schemas.openxmlformats.org/officeDocument/2006/relationships/customXml" Target="../ink/ink916.xml"/><Relationship Id="rId755" Type="http://schemas.openxmlformats.org/officeDocument/2006/relationships/image" Target="../media/image796.png"/><Relationship Id="rId91" Type="http://schemas.openxmlformats.org/officeDocument/2006/relationships/image" Target="../media/image351.png"/><Relationship Id="rId187" Type="http://schemas.openxmlformats.org/officeDocument/2006/relationships/customXml" Target="../ink/ink714.xml"/><Relationship Id="rId394" Type="http://schemas.openxmlformats.org/officeDocument/2006/relationships/customXml" Target="../ink/ink839.xml"/><Relationship Id="rId408" Type="http://schemas.openxmlformats.org/officeDocument/2006/relationships/customXml" Target="../ink/ink846.xml"/><Relationship Id="rId615" Type="http://schemas.openxmlformats.org/officeDocument/2006/relationships/image" Target="../media/image726.png"/><Relationship Id="rId822" Type="http://schemas.openxmlformats.org/officeDocument/2006/relationships/customXml" Target="../ink/ink1053.xml"/><Relationship Id="rId254" Type="http://schemas.openxmlformats.org/officeDocument/2006/relationships/customXml" Target="../ink/ink769.xml"/><Relationship Id="rId699" Type="http://schemas.openxmlformats.org/officeDocument/2006/relationships/image" Target="../media/image768.png"/><Relationship Id="rId49" Type="http://schemas.openxmlformats.org/officeDocument/2006/relationships/image" Target="../media/image11.png"/><Relationship Id="rId114" Type="http://schemas.openxmlformats.org/officeDocument/2006/relationships/customXml" Target="../ink/ink641.xml"/><Relationship Id="rId461" Type="http://schemas.openxmlformats.org/officeDocument/2006/relationships/image" Target="../media/image649.png"/><Relationship Id="rId559" Type="http://schemas.openxmlformats.org/officeDocument/2006/relationships/image" Target="../media/image698.png"/><Relationship Id="rId766" Type="http://schemas.openxmlformats.org/officeDocument/2006/relationships/customXml" Target="../ink/ink1025.xml"/><Relationship Id="rId198" Type="http://schemas.openxmlformats.org/officeDocument/2006/relationships/customXml" Target="../ink/ink725.xml"/><Relationship Id="rId321" Type="http://schemas.openxmlformats.org/officeDocument/2006/relationships/image" Target="../media/image580.png"/><Relationship Id="rId419" Type="http://schemas.openxmlformats.org/officeDocument/2006/relationships/image" Target="../media/image628.png"/><Relationship Id="rId626" Type="http://schemas.openxmlformats.org/officeDocument/2006/relationships/customXml" Target="../ink/ink955.xml"/><Relationship Id="rId833" Type="http://schemas.openxmlformats.org/officeDocument/2006/relationships/image" Target="../media/image835.png"/><Relationship Id="rId265" Type="http://schemas.openxmlformats.org/officeDocument/2006/relationships/image" Target="../media/image553.png"/><Relationship Id="rId472" Type="http://schemas.openxmlformats.org/officeDocument/2006/relationships/customXml" Target="../ink/ink878.xml"/><Relationship Id="rId900" Type="http://schemas.openxmlformats.org/officeDocument/2006/relationships/customXml" Target="../ink/ink1092.xml"/><Relationship Id="rId125" Type="http://schemas.openxmlformats.org/officeDocument/2006/relationships/customXml" Target="../ink/ink652.xml"/><Relationship Id="rId332" Type="http://schemas.openxmlformats.org/officeDocument/2006/relationships/customXml" Target="../ink/ink808.xml"/><Relationship Id="rId777" Type="http://schemas.openxmlformats.org/officeDocument/2006/relationships/image" Target="../media/image807.png"/><Relationship Id="rId637" Type="http://schemas.openxmlformats.org/officeDocument/2006/relationships/image" Target="../media/image737.png"/><Relationship Id="rId844" Type="http://schemas.openxmlformats.org/officeDocument/2006/relationships/customXml" Target="../ink/ink1064.xml"/><Relationship Id="rId276" Type="http://schemas.openxmlformats.org/officeDocument/2006/relationships/customXml" Target="../ink/ink780.xml"/><Relationship Id="rId483" Type="http://schemas.openxmlformats.org/officeDocument/2006/relationships/image" Target="../media/image660.png"/><Relationship Id="rId690" Type="http://schemas.openxmlformats.org/officeDocument/2006/relationships/customXml" Target="../ink/ink987.xml"/><Relationship Id="rId704" Type="http://schemas.openxmlformats.org/officeDocument/2006/relationships/customXml" Target="../ink/ink994.xml"/><Relationship Id="rId911" Type="http://schemas.openxmlformats.org/officeDocument/2006/relationships/image" Target="../media/image873.png"/><Relationship Id="rId40" Type="http://schemas.openxmlformats.org/officeDocument/2006/relationships/customXml" Target="../ink/ink603.xml"/><Relationship Id="rId136" Type="http://schemas.openxmlformats.org/officeDocument/2006/relationships/customXml" Target="../ink/ink663.xml"/><Relationship Id="rId343" Type="http://schemas.openxmlformats.org/officeDocument/2006/relationships/image" Target="../media/image591.png"/><Relationship Id="rId550" Type="http://schemas.openxmlformats.org/officeDocument/2006/relationships/customXml" Target="../ink/ink917.xml"/><Relationship Id="rId788" Type="http://schemas.openxmlformats.org/officeDocument/2006/relationships/customXml" Target="../ink/ink1036.xml"/><Relationship Id="rId203" Type="http://schemas.openxmlformats.org/officeDocument/2006/relationships/customXml" Target="../ink/ink730.xml"/><Relationship Id="rId648" Type="http://schemas.openxmlformats.org/officeDocument/2006/relationships/customXml" Target="../ink/ink966.xml"/><Relationship Id="rId855" Type="http://schemas.openxmlformats.org/officeDocument/2006/relationships/image" Target="../media/image432.png"/><Relationship Id="rId287" Type="http://schemas.openxmlformats.org/officeDocument/2006/relationships/image" Target="../media/image563.png"/><Relationship Id="rId410" Type="http://schemas.openxmlformats.org/officeDocument/2006/relationships/customXml" Target="../ink/ink847.xml"/><Relationship Id="rId494" Type="http://schemas.openxmlformats.org/officeDocument/2006/relationships/customXml" Target="../ink/ink889.xml"/><Relationship Id="rId508" Type="http://schemas.openxmlformats.org/officeDocument/2006/relationships/customXml" Target="../ink/ink896.xml"/><Relationship Id="rId715" Type="http://schemas.openxmlformats.org/officeDocument/2006/relationships/image" Target="../media/image776.png"/><Relationship Id="rId147" Type="http://schemas.openxmlformats.org/officeDocument/2006/relationships/customXml" Target="../ink/ink674.xml"/><Relationship Id="rId354" Type="http://schemas.openxmlformats.org/officeDocument/2006/relationships/customXml" Target="../ink/ink819.xml"/><Relationship Id="rId799" Type="http://schemas.openxmlformats.org/officeDocument/2006/relationships/image" Target="../media/image818.png"/><Relationship Id="rId51" Type="http://schemas.openxmlformats.org/officeDocument/2006/relationships/image" Target="../media/image12.png"/><Relationship Id="rId561" Type="http://schemas.openxmlformats.org/officeDocument/2006/relationships/image" Target="../media/image699.png"/><Relationship Id="rId659" Type="http://schemas.openxmlformats.org/officeDocument/2006/relationships/image" Target="../media/image748.png"/><Relationship Id="rId866" Type="http://schemas.openxmlformats.org/officeDocument/2006/relationships/customXml" Target="../ink/ink1075.xml"/><Relationship Id="rId214" Type="http://schemas.openxmlformats.org/officeDocument/2006/relationships/customXml" Target="../ink/ink741.xml"/><Relationship Id="rId298" Type="http://schemas.openxmlformats.org/officeDocument/2006/relationships/customXml" Target="../ink/ink791.xml"/><Relationship Id="rId421" Type="http://schemas.openxmlformats.org/officeDocument/2006/relationships/image" Target="../media/image629.png"/><Relationship Id="rId519" Type="http://schemas.openxmlformats.org/officeDocument/2006/relationships/image" Target="../media/image678.png"/><Relationship Id="rId158" Type="http://schemas.openxmlformats.org/officeDocument/2006/relationships/customXml" Target="../ink/ink685.xml"/><Relationship Id="rId726" Type="http://schemas.openxmlformats.org/officeDocument/2006/relationships/customXml" Target="../ink/ink1005.xml"/><Relationship Id="rId62" Type="http://schemas.openxmlformats.org/officeDocument/2006/relationships/customXml" Target="../ink/ink614.xml"/><Relationship Id="rId365" Type="http://schemas.openxmlformats.org/officeDocument/2006/relationships/image" Target="../media/image602.png"/><Relationship Id="rId572" Type="http://schemas.openxmlformats.org/officeDocument/2006/relationships/customXml" Target="../ink/ink928.xml"/><Relationship Id="rId225" Type="http://schemas.openxmlformats.org/officeDocument/2006/relationships/customXml" Target="../ink/ink752.xml"/><Relationship Id="rId432" Type="http://schemas.openxmlformats.org/officeDocument/2006/relationships/customXml" Target="../ink/ink858.xml"/><Relationship Id="rId877" Type="http://schemas.openxmlformats.org/officeDocument/2006/relationships/image" Target="../media/image856.png"/><Relationship Id="rId737" Type="http://schemas.openxmlformats.org/officeDocument/2006/relationships/image" Target="../media/image787.png"/><Relationship Id="rId73" Type="http://schemas.openxmlformats.org/officeDocument/2006/relationships/image" Target="../media/image23.png"/><Relationship Id="rId169" Type="http://schemas.openxmlformats.org/officeDocument/2006/relationships/customXml" Target="../ink/ink696.xml"/><Relationship Id="rId376" Type="http://schemas.openxmlformats.org/officeDocument/2006/relationships/customXml" Target="../ink/ink830.xml"/><Relationship Id="rId583" Type="http://schemas.openxmlformats.org/officeDocument/2006/relationships/image" Target="../media/image710.png"/><Relationship Id="rId790" Type="http://schemas.openxmlformats.org/officeDocument/2006/relationships/customXml" Target="../ink/ink1037.xml"/><Relationship Id="rId804" Type="http://schemas.openxmlformats.org/officeDocument/2006/relationships/customXml" Target="../ink/ink1044.xml"/><Relationship Id="rId4" Type="http://schemas.openxmlformats.org/officeDocument/2006/relationships/customXml" Target="../ink/ink585.xml"/><Relationship Id="rId236" Type="http://schemas.openxmlformats.org/officeDocument/2006/relationships/customXml" Target="../ink/ink759.xml"/><Relationship Id="rId443" Type="http://schemas.openxmlformats.org/officeDocument/2006/relationships/image" Target="../media/image640.png"/><Relationship Id="rId650" Type="http://schemas.openxmlformats.org/officeDocument/2006/relationships/customXml" Target="../ink/ink967.xml"/><Relationship Id="rId888" Type="http://schemas.openxmlformats.org/officeDocument/2006/relationships/customXml" Target="../ink/ink1086.xml"/><Relationship Id="rId303" Type="http://schemas.openxmlformats.org/officeDocument/2006/relationships/image" Target="../media/image571.png"/><Relationship Id="rId748" Type="http://schemas.openxmlformats.org/officeDocument/2006/relationships/customXml" Target="../ink/ink1016.xml"/><Relationship Id="rId84" Type="http://schemas.openxmlformats.org/officeDocument/2006/relationships/customXml" Target="../ink/ink625.xml"/><Relationship Id="rId387" Type="http://schemas.openxmlformats.org/officeDocument/2006/relationships/image" Target="../media/image613.png"/><Relationship Id="rId510" Type="http://schemas.openxmlformats.org/officeDocument/2006/relationships/customXml" Target="../ink/ink897.xml"/><Relationship Id="rId594" Type="http://schemas.openxmlformats.org/officeDocument/2006/relationships/customXml" Target="../ink/ink939.xml"/><Relationship Id="rId608" Type="http://schemas.openxmlformats.org/officeDocument/2006/relationships/customXml" Target="../ink/ink946.xml"/><Relationship Id="rId815" Type="http://schemas.openxmlformats.org/officeDocument/2006/relationships/image" Target="../media/image826.png"/><Relationship Id="rId247" Type="http://schemas.openxmlformats.org/officeDocument/2006/relationships/image" Target="../media/image545.png"/><Relationship Id="rId899" Type="http://schemas.openxmlformats.org/officeDocument/2006/relationships/image" Target="../media/image867.png"/><Relationship Id="rId107" Type="http://schemas.openxmlformats.org/officeDocument/2006/relationships/image" Target="../media/image359.png"/><Relationship Id="rId454" Type="http://schemas.openxmlformats.org/officeDocument/2006/relationships/customXml" Target="../ink/ink869.xml"/><Relationship Id="rId661" Type="http://schemas.openxmlformats.org/officeDocument/2006/relationships/image" Target="../media/image749.png"/><Relationship Id="rId759" Type="http://schemas.openxmlformats.org/officeDocument/2006/relationships/image" Target="../media/image798.png"/><Relationship Id="rId11" Type="http://schemas.openxmlformats.org/officeDocument/2006/relationships/image" Target="../media/image526.png"/><Relationship Id="rId314" Type="http://schemas.openxmlformats.org/officeDocument/2006/relationships/customXml" Target="../ink/ink799.xml"/><Relationship Id="rId398" Type="http://schemas.openxmlformats.org/officeDocument/2006/relationships/customXml" Target="../ink/ink841.xml"/><Relationship Id="rId521" Type="http://schemas.openxmlformats.org/officeDocument/2006/relationships/image" Target="../media/image679.png"/><Relationship Id="rId619" Type="http://schemas.openxmlformats.org/officeDocument/2006/relationships/image" Target="../media/image728.png"/><Relationship Id="rId95" Type="http://schemas.openxmlformats.org/officeDocument/2006/relationships/image" Target="../media/image353.png"/><Relationship Id="rId160" Type="http://schemas.openxmlformats.org/officeDocument/2006/relationships/customXml" Target="../ink/ink687.xml"/><Relationship Id="rId826" Type="http://schemas.openxmlformats.org/officeDocument/2006/relationships/customXml" Target="../ink/ink1055.xml"/><Relationship Id="rId258" Type="http://schemas.openxmlformats.org/officeDocument/2006/relationships/customXml" Target="../ink/ink771.xml"/><Relationship Id="rId465" Type="http://schemas.openxmlformats.org/officeDocument/2006/relationships/image" Target="../media/image651.png"/><Relationship Id="rId672" Type="http://schemas.openxmlformats.org/officeDocument/2006/relationships/customXml" Target="../ink/ink978.xml"/><Relationship Id="rId22" Type="http://schemas.openxmlformats.org/officeDocument/2006/relationships/customXml" Target="../ink/ink594.xml"/><Relationship Id="rId118" Type="http://schemas.openxmlformats.org/officeDocument/2006/relationships/customXml" Target="../ink/ink645.xml"/><Relationship Id="rId325" Type="http://schemas.openxmlformats.org/officeDocument/2006/relationships/image" Target="../media/image582.png"/><Relationship Id="rId532" Type="http://schemas.openxmlformats.org/officeDocument/2006/relationships/customXml" Target="../ink/ink908.xml"/><Relationship Id="rId171" Type="http://schemas.openxmlformats.org/officeDocument/2006/relationships/customXml" Target="../ink/ink698.xml"/><Relationship Id="rId837" Type="http://schemas.openxmlformats.org/officeDocument/2006/relationships/image" Target="../media/image837.png"/><Relationship Id="rId269" Type="http://schemas.openxmlformats.org/officeDocument/2006/relationships/image" Target="../media/image474.png"/><Relationship Id="rId476" Type="http://schemas.openxmlformats.org/officeDocument/2006/relationships/customXml" Target="../ink/ink880.xml"/><Relationship Id="rId683" Type="http://schemas.openxmlformats.org/officeDocument/2006/relationships/image" Target="../media/image760.png"/><Relationship Id="rId890" Type="http://schemas.openxmlformats.org/officeDocument/2006/relationships/customXml" Target="../ink/ink1087.xml"/><Relationship Id="rId904" Type="http://schemas.openxmlformats.org/officeDocument/2006/relationships/customXml" Target="../ink/ink1094.xml"/><Relationship Id="rId33" Type="http://schemas.openxmlformats.org/officeDocument/2006/relationships/image" Target="../media/image3.png"/><Relationship Id="rId129" Type="http://schemas.openxmlformats.org/officeDocument/2006/relationships/customXml" Target="../ink/ink656.xml"/><Relationship Id="rId336" Type="http://schemas.openxmlformats.org/officeDocument/2006/relationships/customXml" Target="../ink/ink810.xml"/><Relationship Id="rId543" Type="http://schemas.openxmlformats.org/officeDocument/2006/relationships/image" Target="../media/image690.png"/><Relationship Id="rId182" Type="http://schemas.openxmlformats.org/officeDocument/2006/relationships/customXml" Target="../ink/ink709.xml"/><Relationship Id="rId403" Type="http://schemas.openxmlformats.org/officeDocument/2006/relationships/image" Target="../media/image621.png"/><Relationship Id="rId750" Type="http://schemas.openxmlformats.org/officeDocument/2006/relationships/customXml" Target="../ink/ink1017.xml"/><Relationship Id="rId848" Type="http://schemas.openxmlformats.org/officeDocument/2006/relationships/customXml" Target="../ink/ink1066.xml"/><Relationship Id="rId487" Type="http://schemas.openxmlformats.org/officeDocument/2006/relationships/image" Target="../media/image662.png"/><Relationship Id="rId610" Type="http://schemas.openxmlformats.org/officeDocument/2006/relationships/customXml" Target="../ink/ink947.xml"/><Relationship Id="rId694" Type="http://schemas.openxmlformats.org/officeDocument/2006/relationships/customXml" Target="../ink/ink989.xml"/><Relationship Id="rId708" Type="http://schemas.openxmlformats.org/officeDocument/2006/relationships/customXml" Target="../ink/ink996.xml"/><Relationship Id="rId347" Type="http://schemas.openxmlformats.org/officeDocument/2006/relationships/image" Target="../media/image593.png"/><Relationship Id="rId44" Type="http://schemas.openxmlformats.org/officeDocument/2006/relationships/customXml" Target="../ink/ink605.xml"/><Relationship Id="rId554" Type="http://schemas.openxmlformats.org/officeDocument/2006/relationships/customXml" Target="../ink/ink919.xml"/><Relationship Id="rId761" Type="http://schemas.openxmlformats.org/officeDocument/2006/relationships/image" Target="../media/image799.png"/><Relationship Id="rId859" Type="http://schemas.openxmlformats.org/officeDocument/2006/relationships/image" Target="../media/image847.png"/><Relationship Id="rId193" Type="http://schemas.openxmlformats.org/officeDocument/2006/relationships/customXml" Target="../ink/ink720.xml"/><Relationship Id="rId207" Type="http://schemas.openxmlformats.org/officeDocument/2006/relationships/customXml" Target="../ink/ink734.xml"/><Relationship Id="rId414" Type="http://schemas.openxmlformats.org/officeDocument/2006/relationships/customXml" Target="../ink/ink849.xml"/><Relationship Id="rId498" Type="http://schemas.openxmlformats.org/officeDocument/2006/relationships/customXml" Target="../ink/ink891.xml"/><Relationship Id="rId621" Type="http://schemas.openxmlformats.org/officeDocument/2006/relationships/image" Target="../media/image729.png"/><Relationship Id="rId260" Type="http://schemas.openxmlformats.org/officeDocument/2006/relationships/customXml" Target="../ink/ink772.xml"/><Relationship Id="rId719" Type="http://schemas.openxmlformats.org/officeDocument/2006/relationships/image" Target="../media/image778.png"/><Relationship Id="rId55" Type="http://schemas.openxmlformats.org/officeDocument/2006/relationships/image" Target="../media/image14.png"/><Relationship Id="rId120" Type="http://schemas.openxmlformats.org/officeDocument/2006/relationships/customXml" Target="../ink/ink647.xml"/><Relationship Id="rId358" Type="http://schemas.openxmlformats.org/officeDocument/2006/relationships/customXml" Target="../ink/ink821.xml"/><Relationship Id="rId565" Type="http://schemas.openxmlformats.org/officeDocument/2006/relationships/image" Target="../media/image701.png"/><Relationship Id="rId772" Type="http://schemas.openxmlformats.org/officeDocument/2006/relationships/customXml" Target="../ink/ink1028.xml"/><Relationship Id="rId218" Type="http://schemas.openxmlformats.org/officeDocument/2006/relationships/customXml" Target="../ink/ink745.xml"/><Relationship Id="rId425" Type="http://schemas.openxmlformats.org/officeDocument/2006/relationships/image" Target="../media/image631.png"/><Relationship Id="rId632" Type="http://schemas.openxmlformats.org/officeDocument/2006/relationships/customXml" Target="../ink/ink958.xml"/><Relationship Id="rId271" Type="http://schemas.openxmlformats.org/officeDocument/2006/relationships/image" Target="../media/image555.png"/><Relationship Id="rId66" Type="http://schemas.openxmlformats.org/officeDocument/2006/relationships/customXml" Target="../ink/ink616.xml"/><Relationship Id="rId131" Type="http://schemas.openxmlformats.org/officeDocument/2006/relationships/customXml" Target="../ink/ink658.xml"/><Relationship Id="rId369" Type="http://schemas.openxmlformats.org/officeDocument/2006/relationships/image" Target="../media/image604.png"/><Relationship Id="rId576" Type="http://schemas.openxmlformats.org/officeDocument/2006/relationships/customXml" Target="../ink/ink930.xml"/><Relationship Id="rId783" Type="http://schemas.openxmlformats.org/officeDocument/2006/relationships/image" Target="../media/image810.png"/><Relationship Id="rId229" Type="http://schemas.openxmlformats.org/officeDocument/2006/relationships/image" Target="../media/image536.png"/><Relationship Id="rId436" Type="http://schemas.openxmlformats.org/officeDocument/2006/relationships/customXml" Target="../ink/ink860.xml"/><Relationship Id="rId643" Type="http://schemas.openxmlformats.org/officeDocument/2006/relationships/image" Target="../media/image740.png"/><Relationship Id="rId850" Type="http://schemas.openxmlformats.org/officeDocument/2006/relationships/customXml" Target="../ink/ink1067.xml"/><Relationship Id="rId77" Type="http://schemas.openxmlformats.org/officeDocument/2006/relationships/image" Target="../media/image25.png"/><Relationship Id="rId282" Type="http://schemas.openxmlformats.org/officeDocument/2006/relationships/customXml" Target="../ink/ink783.xml"/><Relationship Id="rId503" Type="http://schemas.openxmlformats.org/officeDocument/2006/relationships/image" Target="../media/image670.png"/><Relationship Id="rId587" Type="http://schemas.openxmlformats.org/officeDocument/2006/relationships/image" Target="../media/image712.png"/><Relationship Id="rId710" Type="http://schemas.openxmlformats.org/officeDocument/2006/relationships/customXml" Target="../ink/ink997.xml"/><Relationship Id="rId808" Type="http://schemas.openxmlformats.org/officeDocument/2006/relationships/customXml" Target="../ink/ink1046.xml"/><Relationship Id="rId8" Type="http://schemas.openxmlformats.org/officeDocument/2006/relationships/customXml" Target="../ink/ink587.xml"/><Relationship Id="rId142" Type="http://schemas.openxmlformats.org/officeDocument/2006/relationships/customXml" Target="../ink/ink669.xml"/><Relationship Id="rId447" Type="http://schemas.openxmlformats.org/officeDocument/2006/relationships/image" Target="../media/image642.png"/><Relationship Id="rId794" Type="http://schemas.openxmlformats.org/officeDocument/2006/relationships/customXml" Target="../ink/ink1039.xml"/><Relationship Id="rId654" Type="http://schemas.openxmlformats.org/officeDocument/2006/relationships/customXml" Target="../ink/ink969.xml"/><Relationship Id="rId861" Type="http://schemas.openxmlformats.org/officeDocument/2006/relationships/image" Target="../media/image848.png"/><Relationship Id="rId293" Type="http://schemas.openxmlformats.org/officeDocument/2006/relationships/image" Target="../media/image566.png"/><Relationship Id="rId307" Type="http://schemas.openxmlformats.org/officeDocument/2006/relationships/image" Target="../media/image573.png"/><Relationship Id="rId514" Type="http://schemas.openxmlformats.org/officeDocument/2006/relationships/customXml" Target="../ink/ink899.xml"/><Relationship Id="rId721" Type="http://schemas.openxmlformats.org/officeDocument/2006/relationships/image" Target="../media/image779.png"/><Relationship Id="rId88" Type="http://schemas.openxmlformats.org/officeDocument/2006/relationships/customXml" Target="../ink/ink627.xml"/><Relationship Id="rId153" Type="http://schemas.openxmlformats.org/officeDocument/2006/relationships/customXml" Target="../ink/ink680.xml"/><Relationship Id="rId360" Type="http://schemas.openxmlformats.org/officeDocument/2006/relationships/customXml" Target="../ink/ink822.xml"/><Relationship Id="rId598" Type="http://schemas.openxmlformats.org/officeDocument/2006/relationships/customXml" Target="../ink/ink941.xml"/><Relationship Id="rId819" Type="http://schemas.openxmlformats.org/officeDocument/2006/relationships/image" Target="../media/image828.png"/><Relationship Id="rId220" Type="http://schemas.openxmlformats.org/officeDocument/2006/relationships/customXml" Target="../ink/ink747.xml"/><Relationship Id="rId458" Type="http://schemas.openxmlformats.org/officeDocument/2006/relationships/customXml" Target="../ink/ink871.xml"/><Relationship Id="rId665" Type="http://schemas.openxmlformats.org/officeDocument/2006/relationships/image" Target="../media/image751.png"/><Relationship Id="rId872" Type="http://schemas.openxmlformats.org/officeDocument/2006/relationships/customXml" Target="../ink/ink1078.xml"/><Relationship Id="rId15" Type="http://schemas.openxmlformats.org/officeDocument/2006/relationships/image" Target="../media/image528.png"/><Relationship Id="rId318" Type="http://schemas.openxmlformats.org/officeDocument/2006/relationships/customXml" Target="../ink/ink801.xml"/><Relationship Id="rId525" Type="http://schemas.openxmlformats.org/officeDocument/2006/relationships/image" Target="../media/image681.png"/><Relationship Id="rId732" Type="http://schemas.openxmlformats.org/officeDocument/2006/relationships/customXml" Target="../ink/ink1008.xml"/><Relationship Id="rId99" Type="http://schemas.openxmlformats.org/officeDocument/2006/relationships/image" Target="../media/image355.png"/><Relationship Id="rId164" Type="http://schemas.openxmlformats.org/officeDocument/2006/relationships/customXml" Target="../ink/ink691.xml"/><Relationship Id="rId371" Type="http://schemas.openxmlformats.org/officeDocument/2006/relationships/image" Target="../media/image605.png"/><Relationship Id="rId469" Type="http://schemas.openxmlformats.org/officeDocument/2006/relationships/image" Target="../media/image653.png"/><Relationship Id="rId676" Type="http://schemas.openxmlformats.org/officeDocument/2006/relationships/customXml" Target="../ink/ink980.xml"/><Relationship Id="rId883" Type="http://schemas.openxmlformats.org/officeDocument/2006/relationships/image" Target="../media/image859.png"/><Relationship Id="rId26" Type="http://schemas.openxmlformats.org/officeDocument/2006/relationships/customXml" Target="../ink/ink596.xml"/><Relationship Id="rId231" Type="http://schemas.openxmlformats.org/officeDocument/2006/relationships/image" Target="../media/image537.png"/><Relationship Id="rId329" Type="http://schemas.openxmlformats.org/officeDocument/2006/relationships/image" Target="../media/image584.png"/><Relationship Id="rId536" Type="http://schemas.openxmlformats.org/officeDocument/2006/relationships/customXml" Target="../ink/ink910.xml"/><Relationship Id="rId175" Type="http://schemas.openxmlformats.org/officeDocument/2006/relationships/customXml" Target="../ink/ink702.xml"/><Relationship Id="rId743" Type="http://schemas.openxmlformats.org/officeDocument/2006/relationships/image" Target="../media/image790.png"/><Relationship Id="rId382" Type="http://schemas.openxmlformats.org/officeDocument/2006/relationships/customXml" Target="../ink/ink833.xml"/><Relationship Id="rId603" Type="http://schemas.openxmlformats.org/officeDocument/2006/relationships/image" Target="../media/image720.png"/><Relationship Id="rId687" Type="http://schemas.openxmlformats.org/officeDocument/2006/relationships/image" Target="../media/image762.png"/><Relationship Id="rId810" Type="http://schemas.openxmlformats.org/officeDocument/2006/relationships/customXml" Target="../ink/ink1047.xml"/><Relationship Id="rId908" Type="http://schemas.openxmlformats.org/officeDocument/2006/relationships/customXml" Target="../ink/ink1096.xml"/><Relationship Id="rId242" Type="http://schemas.openxmlformats.org/officeDocument/2006/relationships/customXml" Target="../ink/ink762.xml"/><Relationship Id="rId894" Type="http://schemas.openxmlformats.org/officeDocument/2006/relationships/customXml" Target="../ink/ink1089.xml"/><Relationship Id="rId37" Type="http://schemas.openxmlformats.org/officeDocument/2006/relationships/image" Target="../media/image5.png"/><Relationship Id="rId102" Type="http://schemas.openxmlformats.org/officeDocument/2006/relationships/customXml" Target="../ink/ink634.xml"/><Relationship Id="rId547" Type="http://schemas.openxmlformats.org/officeDocument/2006/relationships/image" Target="../media/image692.png"/><Relationship Id="rId754" Type="http://schemas.openxmlformats.org/officeDocument/2006/relationships/customXml" Target="../ink/ink1019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03.png"/><Relationship Id="rId21" Type="http://schemas.openxmlformats.org/officeDocument/2006/relationships/image" Target="../media/image10.png"/><Relationship Id="rId324" Type="http://schemas.openxmlformats.org/officeDocument/2006/relationships/customXml" Target="../ink/ink1260.xml"/><Relationship Id="rId531" Type="http://schemas.openxmlformats.org/officeDocument/2006/relationships/customXml" Target="../ink/ink1364.xml"/><Relationship Id="rId170" Type="http://schemas.openxmlformats.org/officeDocument/2006/relationships/customXml" Target="../ink/ink1183.xml"/><Relationship Id="rId268" Type="http://schemas.openxmlformats.org/officeDocument/2006/relationships/customXml" Target="../ink/ink1232.xml"/><Relationship Id="rId475" Type="http://schemas.openxmlformats.org/officeDocument/2006/relationships/image" Target="../media/image1079.png"/><Relationship Id="rId32" Type="http://schemas.openxmlformats.org/officeDocument/2006/relationships/customXml" Target="../ink/ink1114.xml"/><Relationship Id="rId128" Type="http://schemas.openxmlformats.org/officeDocument/2006/relationships/customXml" Target="../ink/ink1162.xml"/><Relationship Id="rId335" Type="http://schemas.openxmlformats.org/officeDocument/2006/relationships/image" Target="../media/image1009.png"/><Relationship Id="rId542" Type="http://schemas.openxmlformats.org/officeDocument/2006/relationships/image" Target="../media/image1112.png"/><Relationship Id="rId181" Type="http://schemas.openxmlformats.org/officeDocument/2006/relationships/image" Target="../media/image935.png"/><Relationship Id="rId402" Type="http://schemas.openxmlformats.org/officeDocument/2006/relationships/customXml" Target="../ink/ink1299.xml"/><Relationship Id="rId279" Type="http://schemas.openxmlformats.org/officeDocument/2006/relationships/image" Target="../media/image981.png"/><Relationship Id="rId486" Type="http://schemas.openxmlformats.org/officeDocument/2006/relationships/image" Target="../media/image1084.png"/><Relationship Id="rId43" Type="http://schemas.openxmlformats.org/officeDocument/2006/relationships/image" Target="../media/image22.png"/><Relationship Id="rId139" Type="http://schemas.openxmlformats.org/officeDocument/2006/relationships/image" Target="../media/image914.png"/><Relationship Id="rId346" Type="http://schemas.openxmlformats.org/officeDocument/2006/relationships/customXml" Target="../ink/ink1271.xml"/><Relationship Id="rId192" Type="http://schemas.openxmlformats.org/officeDocument/2006/relationships/customXml" Target="../ink/ink1194.xml"/><Relationship Id="rId206" Type="http://schemas.openxmlformats.org/officeDocument/2006/relationships/customXml" Target="../ink/ink1201.xml"/><Relationship Id="rId413" Type="http://schemas.openxmlformats.org/officeDocument/2006/relationships/image" Target="../media/image1048.png"/><Relationship Id="rId248" Type="http://schemas.openxmlformats.org/officeDocument/2006/relationships/customXml" Target="../ink/ink1222.xml"/><Relationship Id="rId455" Type="http://schemas.openxmlformats.org/officeDocument/2006/relationships/image" Target="../media/image1069.png"/><Relationship Id="rId497" Type="http://schemas.openxmlformats.org/officeDocument/2006/relationships/customXml" Target="../ink/ink1347.xml"/><Relationship Id="rId12" Type="http://schemas.openxmlformats.org/officeDocument/2006/relationships/customXml" Target="../ink/ink1104.xml"/><Relationship Id="rId108" Type="http://schemas.openxmlformats.org/officeDocument/2006/relationships/customXml" Target="../ink/ink1152.xml"/><Relationship Id="rId315" Type="http://schemas.openxmlformats.org/officeDocument/2006/relationships/image" Target="../media/image999.png"/><Relationship Id="rId357" Type="http://schemas.openxmlformats.org/officeDocument/2006/relationships/image" Target="../media/image1020.png"/><Relationship Id="rId522" Type="http://schemas.openxmlformats.org/officeDocument/2006/relationships/image" Target="../media/image1102.png"/><Relationship Id="rId54" Type="http://schemas.openxmlformats.org/officeDocument/2006/relationships/customXml" Target="../ink/ink1125.xml"/><Relationship Id="rId96" Type="http://schemas.openxmlformats.org/officeDocument/2006/relationships/customXml" Target="../ink/ink1146.xml"/><Relationship Id="rId161" Type="http://schemas.openxmlformats.org/officeDocument/2006/relationships/image" Target="../media/image925.png"/><Relationship Id="rId217" Type="http://schemas.openxmlformats.org/officeDocument/2006/relationships/image" Target="../media/image950.png"/><Relationship Id="rId399" Type="http://schemas.openxmlformats.org/officeDocument/2006/relationships/image" Target="../media/image1041.png"/><Relationship Id="rId259" Type="http://schemas.openxmlformats.org/officeDocument/2006/relationships/image" Target="../media/image971.png"/><Relationship Id="rId424" Type="http://schemas.openxmlformats.org/officeDocument/2006/relationships/customXml" Target="../ink/ink1310.xml"/><Relationship Id="rId466" Type="http://schemas.openxmlformats.org/officeDocument/2006/relationships/customXml" Target="../ink/ink1331.xml"/><Relationship Id="rId23" Type="http://schemas.openxmlformats.org/officeDocument/2006/relationships/image" Target="../media/image11.png"/><Relationship Id="rId119" Type="http://schemas.openxmlformats.org/officeDocument/2006/relationships/image" Target="../media/image904.png"/><Relationship Id="rId270" Type="http://schemas.openxmlformats.org/officeDocument/2006/relationships/customXml" Target="../ink/ink1233.xml"/><Relationship Id="rId326" Type="http://schemas.openxmlformats.org/officeDocument/2006/relationships/customXml" Target="../ink/ink1261.xml"/><Relationship Id="rId533" Type="http://schemas.openxmlformats.org/officeDocument/2006/relationships/customXml" Target="../ink/ink1365.xml"/><Relationship Id="rId65" Type="http://schemas.openxmlformats.org/officeDocument/2006/relationships/image" Target="../media/image877.png"/><Relationship Id="rId130" Type="http://schemas.openxmlformats.org/officeDocument/2006/relationships/customXml" Target="../ink/ink1163.xml"/><Relationship Id="rId368" Type="http://schemas.openxmlformats.org/officeDocument/2006/relationships/customXml" Target="../ink/ink1282.xml"/><Relationship Id="rId172" Type="http://schemas.openxmlformats.org/officeDocument/2006/relationships/customXml" Target="../ink/ink1184.xml"/><Relationship Id="rId228" Type="http://schemas.openxmlformats.org/officeDocument/2006/relationships/customXml" Target="../ink/ink1212.xml"/><Relationship Id="rId435" Type="http://schemas.openxmlformats.org/officeDocument/2006/relationships/image" Target="../media/image1059.png"/><Relationship Id="rId477" Type="http://schemas.openxmlformats.org/officeDocument/2006/relationships/image" Target="../media/image1080.png"/><Relationship Id="rId281" Type="http://schemas.openxmlformats.org/officeDocument/2006/relationships/image" Target="../media/image982.png"/><Relationship Id="rId337" Type="http://schemas.openxmlformats.org/officeDocument/2006/relationships/image" Target="../media/image1010.png"/><Relationship Id="rId502" Type="http://schemas.openxmlformats.org/officeDocument/2006/relationships/image" Target="../media/image1092.png"/><Relationship Id="rId34" Type="http://schemas.openxmlformats.org/officeDocument/2006/relationships/customXml" Target="../ink/ink1115.xml"/><Relationship Id="rId76" Type="http://schemas.openxmlformats.org/officeDocument/2006/relationships/customXml" Target="../ink/ink1136.xml"/><Relationship Id="rId141" Type="http://schemas.openxmlformats.org/officeDocument/2006/relationships/image" Target="../media/image915.png"/><Relationship Id="rId379" Type="http://schemas.openxmlformats.org/officeDocument/2006/relationships/image" Target="../media/image1031.png"/><Relationship Id="rId544" Type="http://schemas.openxmlformats.org/officeDocument/2006/relationships/image" Target="../media/image1113.png"/><Relationship Id="rId7" Type="http://schemas.openxmlformats.org/officeDocument/2006/relationships/image" Target="../media/image3.png"/><Relationship Id="rId183" Type="http://schemas.openxmlformats.org/officeDocument/2006/relationships/image" Target="../media/image936.png"/><Relationship Id="rId239" Type="http://schemas.openxmlformats.org/officeDocument/2006/relationships/image" Target="../media/image961.png"/><Relationship Id="rId390" Type="http://schemas.openxmlformats.org/officeDocument/2006/relationships/customXml" Target="../ink/ink1293.xml"/><Relationship Id="rId404" Type="http://schemas.openxmlformats.org/officeDocument/2006/relationships/customXml" Target="../ink/ink1300.xml"/><Relationship Id="rId446" Type="http://schemas.openxmlformats.org/officeDocument/2006/relationships/customXml" Target="../ink/ink1321.xml"/><Relationship Id="rId250" Type="http://schemas.openxmlformats.org/officeDocument/2006/relationships/customXml" Target="../ink/ink1223.xml"/><Relationship Id="rId292" Type="http://schemas.openxmlformats.org/officeDocument/2006/relationships/customXml" Target="../ink/ink1244.xml"/><Relationship Id="rId306" Type="http://schemas.openxmlformats.org/officeDocument/2006/relationships/customXml" Target="../ink/ink1251.xml"/><Relationship Id="rId488" Type="http://schemas.openxmlformats.org/officeDocument/2006/relationships/image" Target="../media/image1085.png"/><Relationship Id="rId45" Type="http://schemas.openxmlformats.org/officeDocument/2006/relationships/image" Target="../media/image23.png"/><Relationship Id="rId87" Type="http://schemas.openxmlformats.org/officeDocument/2006/relationships/image" Target="../media/image888.png"/><Relationship Id="rId110" Type="http://schemas.openxmlformats.org/officeDocument/2006/relationships/customXml" Target="../ink/ink1153.xml"/><Relationship Id="rId348" Type="http://schemas.openxmlformats.org/officeDocument/2006/relationships/customXml" Target="../ink/ink1272.xml"/><Relationship Id="rId513" Type="http://schemas.openxmlformats.org/officeDocument/2006/relationships/customXml" Target="../ink/ink1355.xml"/><Relationship Id="rId152" Type="http://schemas.openxmlformats.org/officeDocument/2006/relationships/customXml" Target="../ink/ink1174.xml"/><Relationship Id="rId194" Type="http://schemas.openxmlformats.org/officeDocument/2006/relationships/customXml" Target="../ink/ink1195.xml"/><Relationship Id="rId208" Type="http://schemas.openxmlformats.org/officeDocument/2006/relationships/customXml" Target="../ink/ink1202.xml"/><Relationship Id="rId415" Type="http://schemas.openxmlformats.org/officeDocument/2006/relationships/image" Target="../media/image1049.png"/><Relationship Id="rId457" Type="http://schemas.openxmlformats.org/officeDocument/2006/relationships/image" Target="../media/image1070.png"/><Relationship Id="rId261" Type="http://schemas.openxmlformats.org/officeDocument/2006/relationships/image" Target="../media/image972.png"/><Relationship Id="rId499" Type="http://schemas.openxmlformats.org/officeDocument/2006/relationships/customXml" Target="../ink/ink1348.xml"/><Relationship Id="rId14" Type="http://schemas.openxmlformats.org/officeDocument/2006/relationships/customXml" Target="../ink/ink1105.xml"/><Relationship Id="rId56" Type="http://schemas.openxmlformats.org/officeDocument/2006/relationships/customXml" Target="../ink/ink1126.xml"/><Relationship Id="rId317" Type="http://schemas.openxmlformats.org/officeDocument/2006/relationships/image" Target="../media/image1000.png"/><Relationship Id="rId359" Type="http://schemas.openxmlformats.org/officeDocument/2006/relationships/image" Target="../media/image1021.png"/><Relationship Id="rId524" Type="http://schemas.openxmlformats.org/officeDocument/2006/relationships/image" Target="../media/image1103.png"/><Relationship Id="rId98" Type="http://schemas.openxmlformats.org/officeDocument/2006/relationships/customXml" Target="../ink/ink1147.xml"/><Relationship Id="rId121" Type="http://schemas.openxmlformats.org/officeDocument/2006/relationships/image" Target="../media/image905.png"/><Relationship Id="rId163" Type="http://schemas.openxmlformats.org/officeDocument/2006/relationships/image" Target="../media/image926.png"/><Relationship Id="rId219" Type="http://schemas.openxmlformats.org/officeDocument/2006/relationships/image" Target="../media/image951.png"/><Relationship Id="rId370" Type="http://schemas.openxmlformats.org/officeDocument/2006/relationships/customXml" Target="../ink/ink1283.xml"/><Relationship Id="rId426" Type="http://schemas.openxmlformats.org/officeDocument/2006/relationships/customXml" Target="../ink/ink1311.xml"/><Relationship Id="rId230" Type="http://schemas.openxmlformats.org/officeDocument/2006/relationships/customXml" Target="../ink/ink1213.xml"/><Relationship Id="rId468" Type="http://schemas.openxmlformats.org/officeDocument/2006/relationships/customXml" Target="../ink/ink1332.xml"/><Relationship Id="rId25" Type="http://schemas.openxmlformats.org/officeDocument/2006/relationships/image" Target="../media/image12.png"/><Relationship Id="rId67" Type="http://schemas.openxmlformats.org/officeDocument/2006/relationships/image" Target="../media/image878.png"/><Relationship Id="rId272" Type="http://schemas.openxmlformats.org/officeDocument/2006/relationships/customXml" Target="../ink/ink1234.xml"/><Relationship Id="rId328" Type="http://schemas.openxmlformats.org/officeDocument/2006/relationships/customXml" Target="../ink/ink1262.xml"/><Relationship Id="rId535" Type="http://schemas.openxmlformats.org/officeDocument/2006/relationships/customXml" Target="../ink/ink1366.xml"/><Relationship Id="rId132" Type="http://schemas.openxmlformats.org/officeDocument/2006/relationships/customXml" Target="../ink/ink1164.xml"/><Relationship Id="rId174" Type="http://schemas.openxmlformats.org/officeDocument/2006/relationships/customXml" Target="../ink/ink1185.xml"/><Relationship Id="rId381" Type="http://schemas.openxmlformats.org/officeDocument/2006/relationships/image" Target="../media/image1032.png"/><Relationship Id="rId241" Type="http://schemas.openxmlformats.org/officeDocument/2006/relationships/image" Target="../media/image962.png"/><Relationship Id="rId437" Type="http://schemas.openxmlformats.org/officeDocument/2006/relationships/image" Target="../media/image1060.png"/><Relationship Id="rId479" Type="http://schemas.openxmlformats.org/officeDocument/2006/relationships/image" Target="../media/image1081.png"/><Relationship Id="rId36" Type="http://schemas.openxmlformats.org/officeDocument/2006/relationships/customXml" Target="../ink/ink1116.xml"/><Relationship Id="rId283" Type="http://schemas.openxmlformats.org/officeDocument/2006/relationships/image" Target="../media/image983.png"/><Relationship Id="rId339" Type="http://schemas.openxmlformats.org/officeDocument/2006/relationships/image" Target="../media/image1011.png"/><Relationship Id="rId490" Type="http://schemas.openxmlformats.org/officeDocument/2006/relationships/image" Target="../media/image1086.png"/><Relationship Id="rId504" Type="http://schemas.openxmlformats.org/officeDocument/2006/relationships/image" Target="../media/image1093.png"/><Relationship Id="rId546" Type="http://schemas.openxmlformats.org/officeDocument/2006/relationships/image" Target="../media/image1114.png"/><Relationship Id="rId78" Type="http://schemas.openxmlformats.org/officeDocument/2006/relationships/customXml" Target="../ink/ink1137.xml"/><Relationship Id="rId101" Type="http://schemas.openxmlformats.org/officeDocument/2006/relationships/image" Target="../media/image895.png"/><Relationship Id="rId143" Type="http://schemas.openxmlformats.org/officeDocument/2006/relationships/image" Target="../media/image916.png"/><Relationship Id="rId185" Type="http://schemas.openxmlformats.org/officeDocument/2006/relationships/image" Target="../media/image623.png"/><Relationship Id="rId350" Type="http://schemas.openxmlformats.org/officeDocument/2006/relationships/customXml" Target="../ink/ink1273.xml"/><Relationship Id="rId406" Type="http://schemas.openxmlformats.org/officeDocument/2006/relationships/customXml" Target="../ink/ink1301.xml"/><Relationship Id="rId9" Type="http://schemas.openxmlformats.org/officeDocument/2006/relationships/image" Target="../media/image4.png"/><Relationship Id="rId210" Type="http://schemas.openxmlformats.org/officeDocument/2006/relationships/customXml" Target="../ink/ink1203.xml"/><Relationship Id="rId392" Type="http://schemas.openxmlformats.org/officeDocument/2006/relationships/customXml" Target="../ink/ink1294.xml"/><Relationship Id="rId448" Type="http://schemas.openxmlformats.org/officeDocument/2006/relationships/customXml" Target="../ink/ink1322.xml"/><Relationship Id="rId252" Type="http://schemas.openxmlformats.org/officeDocument/2006/relationships/customXml" Target="../ink/ink1224.xml"/><Relationship Id="rId294" Type="http://schemas.openxmlformats.org/officeDocument/2006/relationships/customXml" Target="../ink/ink1245.xml"/><Relationship Id="rId308" Type="http://schemas.openxmlformats.org/officeDocument/2006/relationships/customXml" Target="../ink/ink1252.xml"/><Relationship Id="rId515" Type="http://schemas.openxmlformats.org/officeDocument/2006/relationships/customXml" Target="../ink/ink1356.xml"/><Relationship Id="rId47" Type="http://schemas.openxmlformats.org/officeDocument/2006/relationships/image" Target="../media/image27.png"/><Relationship Id="rId89" Type="http://schemas.openxmlformats.org/officeDocument/2006/relationships/image" Target="../media/image889.png"/><Relationship Id="rId112" Type="http://schemas.openxmlformats.org/officeDocument/2006/relationships/customXml" Target="../ink/ink1154.xml"/><Relationship Id="rId154" Type="http://schemas.openxmlformats.org/officeDocument/2006/relationships/customXml" Target="../ink/ink1175.xml"/><Relationship Id="rId361" Type="http://schemas.openxmlformats.org/officeDocument/2006/relationships/image" Target="../media/image1022.png"/><Relationship Id="rId196" Type="http://schemas.openxmlformats.org/officeDocument/2006/relationships/customXml" Target="../ink/ink1196.xml"/><Relationship Id="rId417" Type="http://schemas.openxmlformats.org/officeDocument/2006/relationships/image" Target="../media/image1050.png"/><Relationship Id="rId459" Type="http://schemas.openxmlformats.org/officeDocument/2006/relationships/image" Target="../media/image1071.png"/><Relationship Id="rId16" Type="http://schemas.openxmlformats.org/officeDocument/2006/relationships/customXml" Target="../ink/ink1106.xml"/><Relationship Id="rId221" Type="http://schemas.openxmlformats.org/officeDocument/2006/relationships/image" Target="../media/image952.png"/><Relationship Id="rId263" Type="http://schemas.openxmlformats.org/officeDocument/2006/relationships/image" Target="../media/image973.png"/><Relationship Id="rId319" Type="http://schemas.openxmlformats.org/officeDocument/2006/relationships/image" Target="../media/image1001.png"/><Relationship Id="rId470" Type="http://schemas.openxmlformats.org/officeDocument/2006/relationships/customXml" Target="../ink/ink1333.xml"/><Relationship Id="rId526" Type="http://schemas.openxmlformats.org/officeDocument/2006/relationships/image" Target="../media/image1104.png"/><Relationship Id="rId58" Type="http://schemas.openxmlformats.org/officeDocument/2006/relationships/customXml" Target="../ink/ink1127.xml"/><Relationship Id="rId123" Type="http://schemas.openxmlformats.org/officeDocument/2006/relationships/image" Target="../media/image906.png"/><Relationship Id="rId330" Type="http://schemas.openxmlformats.org/officeDocument/2006/relationships/customXml" Target="../ink/ink1263.xml"/><Relationship Id="rId165" Type="http://schemas.openxmlformats.org/officeDocument/2006/relationships/image" Target="../media/image927.png"/><Relationship Id="rId372" Type="http://schemas.openxmlformats.org/officeDocument/2006/relationships/customXml" Target="../ink/ink1284.xml"/><Relationship Id="rId428" Type="http://schemas.openxmlformats.org/officeDocument/2006/relationships/customXml" Target="../ink/ink1312.xml"/><Relationship Id="rId232" Type="http://schemas.openxmlformats.org/officeDocument/2006/relationships/customXml" Target="../ink/ink1214.xml"/><Relationship Id="rId274" Type="http://schemas.openxmlformats.org/officeDocument/2006/relationships/customXml" Target="../ink/ink1235.xml"/><Relationship Id="rId481" Type="http://schemas.openxmlformats.org/officeDocument/2006/relationships/image" Target="../media/image1082.png"/><Relationship Id="rId27" Type="http://schemas.openxmlformats.org/officeDocument/2006/relationships/image" Target="../media/image13.png"/><Relationship Id="rId69" Type="http://schemas.openxmlformats.org/officeDocument/2006/relationships/image" Target="../media/image879.png"/><Relationship Id="rId134" Type="http://schemas.openxmlformats.org/officeDocument/2006/relationships/customXml" Target="../ink/ink1165.xml"/><Relationship Id="rId537" Type="http://schemas.openxmlformats.org/officeDocument/2006/relationships/customXml" Target="../ink/ink1367.xml"/><Relationship Id="rId80" Type="http://schemas.openxmlformats.org/officeDocument/2006/relationships/customXml" Target="../ink/ink1138.xml"/><Relationship Id="rId176" Type="http://schemas.openxmlformats.org/officeDocument/2006/relationships/customXml" Target="../ink/ink1186.xml"/><Relationship Id="rId341" Type="http://schemas.openxmlformats.org/officeDocument/2006/relationships/image" Target="../media/image1012.png"/><Relationship Id="rId383" Type="http://schemas.openxmlformats.org/officeDocument/2006/relationships/image" Target="../media/image1033.png"/><Relationship Id="rId439" Type="http://schemas.openxmlformats.org/officeDocument/2006/relationships/image" Target="../media/image1061.png"/><Relationship Id="rId201" Type="http://schemas.openxmlformats.org/officeDocument/2006/relationships/image" Target="../media/image845.png"/><Relationship Id="rId243" Type="http://schemas.openxmlformats.org/officeDocument/2006/relationships/image" Target="../media/image963.png"/><Relationship Id="rId285" Type="http://schemas.openxmlformats.org/officeDocument/2006/relationships/image" Target="../media/image984.png"/><Relationship Id="rId450" Type="http://schemas.openxmlformats.org/officeDocument/2006/relationships/customXml" Target="../ink/ink1323.xml"/><Relationship Id="rId506" Type="http://schemas.openxmlformats.org/officeDocument/2006/relationships/image" Target="../media/image1094.png"/><Relationship Id="rId38" Type="http://schemas.openxmlformats.org/officeDocument/2006/relationships/customXml" Target="../ink/ink1117.xml"/><Relationship Id="rId103" Type="http://schemas.openxmlformats.org/officeDocument/2006/relationships/image" Target="../media/image896.png"/><Relationship Id="rId310" Type="http://schemas.openxmlformats.org/officeDocument/2006/relationships/customXml" Target="../ink/ink1253.xml"/><Relationship Id="rId492" Type="http://schemas.openxmlformats.org/officeDocument/2006/relationships/image" Target="../media/image1087.png"/><Relationship Id="rId91" Type="http://schemas.openxmlformats.org/officeDocument/2006/relationships/image" Target="../media/image890.png"/><Relationship Id="rId145" Type="http://schemas.openxmlformats.org/officeDocument/2006/relationships/image" Target="../media/image917.png"/><Relationship Id="rId187" Type="http://schemas.openxmlformats.org/officeDocument/2006/relationships/image" Target="../media/image937.png"/><Relationship Id="rId352" Type="http://schemas.openxmlformats.org/officeDocument/2006/relationships/customXml" Target="../ink/ink1274.xml"/><Relationship Id="rId394" Type="http://schemas.openxmlformats.org/officeDocument/2006/relationships/customXml" Target="../ink/ink1295.xml"/><Relationship Id="rId408" Type="http://schemas.openxmlformats.org/officeDocument/2006/relationships/customXml" Target="../ink/ink1302.xml"/><Relationship Id="rId212" Type="http://schemas.openxmlformats.org/officeDocument/2006/relationships/customXml" Target="../ink/ink1204.xml"/><Relationship Id="rId254" Type="http://schemas.openxmlformats.org/officeDocument/2006/relationships/customXml" Target="../ink/ink1225.xml"/><Relationship Id="rId49" Type="http://schemas.openxmlformats.org/officeDocument/2006/relationships/image" Target="../media/image28.png"/><Relationship Id="rId114" Type="http://schemas.openxmlformats.org/officeDocument/2006/relationships/customXml" Target="../ink/ink1155.xml"/><Relationship Id="rId296" Type="http://schemas.openxmlformats.org/officeDocument/2006/relationships/customXml" Target="../ink/ink1246.xml"/><Relationship Id="rId461" Type="http://schemas.openxmlformats.org/officeDocument/2006/relationships/image" Target="../media/image1072.png"/><Relationship Id="rId517" Type="http://schemas.openxmlformats.org/officeDocument/2006/relationships/customXml" Target="../ink/ink1357.xml"/><Relationship Id="rId60" Type="http://schemas.openxmlformats.org/officeDocument/2006/relationships/customXml" Target="../ink/ink1128.xml"/><Relationship Id="rId156" Type="http://schemas.openxmlformats.org/officeDocument/2006/relationships/customXml" Target="../ink/ink1176.xml"/><Relationship Id="rId198" Type="http://schemas.openxmlformats.org/officeDocument/2006/relationships/customXml" Target="../ink/ink1197.xml"/><Relationship Id="rId321" Type="http://schemas.openxmlformats.org/officeDocument/2006/relationships/image" Target="../media/image1002.png"/><Relationship Id="rId363" Type="http://schemas.openxmlformats.org/officeDocument/2006/relationships/image" Target="../media/image1023.png"/><Relationship Id="rId419" Type="http://schemas.openxmlformats.org/officeDocument/2006/relationships/image" Target="../media/image1051.png"/><Relationship Id="rId223" Type="http://schemas.openxmlformats.org/officeDocument/2006/relationships/image" Target="../media/image953.png"/><Relationship Id="rId430" Type="http://schemas.openxmlformats.org/officeDocument/2006/relationships/customXml" Target="../ink/ink1313.xml"/><Relationship Id="rId18" Type="http://schemas.openxmlformats.org/officeDocument/2006/relationships/customXml" Target="../ink/ink1107.xml"/><Relationship Id="rId265" Type="http://schemas.openxmlformats.org/officeDocument/2006/relationships/image" Target="../media/image974.png"/><Relationship Id="rId472" Type="http://schemas.openxmlformats.org/officeDocument/2006/relationships/customXml" Target="../ink/ink1334.xml"/><Relationship Id="rId528" Type="http://schemas.openxmlformats.org/officeDocument/2006/relationships/image" Target="../media/image1105.png"/><Relationship Id="rId125" Type="http://schemas.openxmlformats.org/officeDocument/2006/relationships/image" Target="../media/image907.png"/><Relationship Id="rId167" Type="http://schemas.openxmlformats.org/officeDocument/2006/relationships/image" Target="../media/image928.png"/><Relationship Id="rId332" Type="http://schemas.openxmlformats.org/officeDocument/2006/relationships/customXml" Target="../ink/ink1264.xml"/><Relationship Id="rId374" Type="http://schemas.openxmlformats.org/officeDocument/2006/relationships/customXml" Target="../ink/ink1285.xml"/><Relationship Id="rId71" Type="http://schemas.openxmlformats.org/officeDocument/2006/relationships/image" Target="../media/image880.png"/><Relationship Id="rId234" Type="http://schemas.openxmlformats.org/officeDocument/2006/relationships/customXml" Target="../ink/ink1215.xml"/><Relationship Id="rId2" Type="http://schemas.openxmlformats.org/officeDocument/2006/relationships/customXml" Target="../ink/ink1099.xml"/><Relationship Id="rId29" Type="http://schemas.openxmlformats.org/officeDocument/2006/relationships/image" Target="../media/image14.png"/><Relationship Id="rId276" Type="http://schemas.openxmlformats.org/officeDocument/2006/relationships/customXml" Target="../ink/ink1236.xml"/><Relationship Id="rId441" Type="http://schemas.openxmlformats.org/officeDocument/2006/relationships/image" Target="../media/image1062.png"/><Relationship Id="rId483" Type="http://schemas.openxmlformats.org/officeDocument/2006/relationships/image" Target="../media/image1083.png"/><Relationship Id="rId539" Type="http://schemas.openxmlformats.org/officeDocument/2006/relationships/customXml" Target="../ink/ink1368.xml"/><Relationship Id="rId40" Type="http://schemas.openxmlformats.org/officeDocument/2006/relationships/customXml" Target="../ink/ink1118.xml"/><Relationship Id="rId136" Type="http://schemas.openxmlformats.org/officeDocument/2006/relationships/customXml" Target="../ink/ink1166.xml"/><Relationship Id="rId178" Type="http://schemas.openxmlformats.org/officeDocument/2006/relationships/customXml" Target="../ink/ink1187.xml"/><Relationship Id="rId301" Type="http://schemas.openxmlformats.org/officeDocument/2006/relationships/image" Target="../media/image992.png"/><Relationship Id="rId343" Type="http://schemas.openxmlformats.org/officeDocument/2006/relationships/image" Target="../media/image1013.png"/><Relationship Id="rId82" Type="http://schemas.openxmlformats.org/officeDocument/2006/relationships/customXml" Target="../ink/ink1139.xml"/><Relationship Id="rId203" Type="http://schemas.openxmlformats.org/officeDocument/2006/relationships/image" Target="../media/image944.png"/><Relationship Id="rId385" Type="http://schemas.openxmlformats.org/officeDocument/2006/relationships/image" Target="../media/image1034.png"/><Relationship Id="rId245" Type="http://schemas.openxmlformats.org/officeDocument/2006/relationships/image" Target="../media/image964.png"/><Relationship Id="rId287" Type="http://schemas.openxmlformats.org/officeDocument/2006/relationships/image" Target="../media/image985.png"/><Relationship Id="rId410" Type="http://schemas.openxmlformats.org/officeDocument/2006/relationships/customXml" Target="../ink/ink1303.xml"/><Relationship Id="rId452" Type="http://schemas.openxmlformats.org/officeDocument/2006/relationships/customXml" Target="../ink/ink1324.xml"/><Relationship Id="rId494" Type="http://schemas.openxmlformats.org/officeDocument/2006/relationships/image" Target="../media/image1088.png"/><Relationship Id="rId508" Type="http://schemas.openxmlformats.org/officeDocument/2006/relationships/image" Target="../media/image1095.png"/><Relationship Id="rId105" Type="http://schemas.openxmlformats.org/officeDocument/2006/relationships/image" Target="../media/image897.png"/><Relationship Id="rId147" Type="http://schemas.openxmlformats.org/officeDocument/2006/relationships/image" Target="../media/image918.png"/><Relationship Id="rId312" Type="http://schemas.openxmlformats.org/officeDocument/2006/relationships/customXml" Target="../ink/ink1254.xml"/><Relationship Id="rId354" Type="http://schemas.openxmlformats.org/officeDocument/2006/relationships/customXml" Target="../ink/ink1275.xml"/><Relationship Id="rId51" Type="http://schemas.openxmlformats.org/officeDocument/2006/relationships/image" Target="../media/image672.png"/><Relationship Id="rId93" Type="http://schemas.openxmlformats.org/officeDocument/2006/relationships/image" Target="../media/image891.png"/><Relationship Id="rId189" Type="http://schemas.openxmlformats.org/officeDocument/2006/relationships/image" Target="../media/image938.png"/><Relationship Id="rId396" Type="http://schemas.openxmlformats.org/officeDocument/2006/relationships/customXml" Target="../ink/ink1296.xml"/><Relationship Id="rId214" Type="http://schemas.openxmlformats.org/officeDocument/2006/relationships/customXml" Target="../ink/ink1205.xml"/><Relationship Id="rId256" Type="http://schemas.openxmlformats.org/officeDocument/2006/relationships/customXml" Target="../ink/ink1226.xml"/><Relationship Id="rId298" Type="http://schemas.openxmlformats.org/officeDocument/2006/relationships/customXml" Target="../ink/ink1247.xml"/><Relationship Id="rId421" Type="http://schemas.openxmlformats.org/officeDocument/2006/relationships/image" Target="../media/image1052.png"/><Relationship Id="rId463" Type="http://schemas.openxmlformats.org/officeDocument/2006/relationships/image" Target="../media/image1073.png"/><Relationship Id="rId519" Type="http://schemas.openxmlformats.org/officeDocument/2006/relationships/customXml" Target="../ink/ink1358.xml"/><Relationship Id="rId116" Type="http://schemas.openxmlformats.org/officeDocument/2006/relationships/customXml" Target="../ink/ink1156.xml"/><Relationship Id="rId158" Type="http://schemas.openxmlformats.org/officeDocument/2006/relationships/customXml" Target="../ink/ink1177.xml"/><Relationship Id="rId323" Type="http://schemas.openxmlformats.org/officeDocument/2006/relationships/image" Target="../media/image1003.png"/><Relationship Id="rId530" Type="http://schemas.openxmlformats.org/officeDocument/2006/relationships/image" Target="../media/image1106.png"/><Relationship Id="rId20" Type="http://schemas.openxmlformats.org/officeDocument/2006/relationships/customXml" Target="../ink/ink1108.xml"/><Relationship Id="rId62" Type="http://schemas.openxmlformats.org/officeDocument/2006/relationships/customXml" Target="../ink/ink1129.xml"/><Relationship Id="rId365" Type="http://schemas.openxmlformats.org/officeDocument/2006/relationships/image" Target="../media/image1024.png"/><Relationship Id="rId225" Type="http://schemas.openxmlformats.org/officeDocument/2006/relationships/image" Target="../media/image954.png"/><Relationship Id="rId267" Type="http://schemas.openxmlformats.org/officeDocument/2006/relationships/image" Target="../media/image975.png"/><Relationship Id="rId432" Type="http://schemas.openxmlformats.org/officeDocument/2006/relationships/customXml" Target="../ink/ink1314.xml"/><Relationship Id="rId474" Type="http://schemas.openxmlformats.org/officeDocument/2006/relationships/customXml" Target="../ink/ink1335.xml"/><Relationship Id="rId127" Type="http://schemas.openxmlformats.org/officeDocument/2006/relationships/image" Target="../media/image908.png"/><Relationship Id="rId31" Type="http://schemas.openxmlformats.org/officeDocument/2006/relationships/image" Target="../media/image15.png"/><Relationship Id="rId73" Type="http://schemas.openxmlformats.org/officeDocument/2006/relationships/image" Target="../media/image881.png"/><Relationship Id="rId169" Type="http://schemas.openxmlformats.org/officeDocument/2006/relationships/image" Target="../media/image929.png"/><Relationship Id="rId334" Type="http://schemas.openxmlformats.org/officeDocument/2006/relationships/customXml" Target="../ink/ink1265.xml"/><Relationship Id="rId376" Type="http://schemas.openxmlformats.org/officeDocument/2006/relationships/customXml" Target="../ink/ink1286.xml"/><Relationship Id="rId541" Type="http://schemas.openxmlformats.org/officeDocument/2006/relationships/customXml" Target="../ink/ink1369.xml"/><Relationship Id="rId4" Type="http://schemas.openxmlformats.org/officeDocument/2006/relationships/customXml" Target="../ink/ink1100.xml"/><Relationship Id="rId180" Type="http://schemas.openxmlformats.org/officeDocument/2006/relationships/customXml" Target="../ink/ink1188.xml"/><Relationship Id="rId236" Type="http://schemas.openxmlformats.org/officeDocument/2006/relationships/customXml" Target="../ink/ink1216.xml"/><Relationship Id="rId278" Type="http://schemas.openxmlformats.org/officeDocument/2006/relationships/customXml" Target="../ink/ink1237.xml"/><Relationship Id="rId401" Type="http://schemas.openxmlformats.org/officeDocument/2006/relationships/image" Target="../media/image1042.png"/><Relationship Id="rId443" Type="http://schemas.openxmlformats.org/officeDocument/2006/relationships/image" Target="../media/image1063.png"/><Relationship Id="rId303" Type="http://schemas.openxmlformats.org/officeDocument/2006/relationships/image" Target="../media/image993.png"/><Relationship Id="rId485" Type="http://schemas.openxmlformats.org/officeDocument/2006/relationships/customXml" Target="../ink/ink1341.xml"/><Relationship Id="rId42" Type="http://schemas.openxmlformats.org/officeDocument/2006/relationships/customXml" Target="../ink/ink1119.xml"/><Relationship Id="rId84" Type="http://schemas.openxmlformats.org/officeDocument/2006/relationships/customXml" Target="../ink/ink1140.xml"/><Relationship Id="rId138" Type="http://schemas.openxmlformats.org/officeDocument/2006/relationships/customXml" Target="../ink/ink1167.xml"/><Relationship Id="rId345" Type="http://schemas.openxmlformats.org/officeDocument/2006/relationships/image" Target="../media/image1014.png"/><Relationship Id="rId387" Type="http://schemas.openxmlformats.org/officeDocument/2006/relationships/image" Target="../media/image1035.png"/><Relationship Id="rId510" Type="http://schemas.openxmlformats.org/officeDocument/2006/relationships/image" Target="../media/image1096.png"/><Relationship Id="rId191" Type="http://schemas.openxmlformats.org/officeDocument/2006/relationships/image" Target="../media/image939.png"/><Relationship Id="rId205" Type="http://schemas.openxmlformats.org/officeDocument/2006/relationships/image" Target="../media/image945.png"/><Relationship Id="rId247" Type="http://schemas.openxmlformats.org/officeDocument/2006/relationships/image" Target="../media/image965.png"/><Relationship Id="rId412" Type="http://schemas.openxmlformats.org/officeDocument/2006/relationships/customXml" Target="../ink/ink1304.xml"/><Relationship Id="rId107" Type="http://schemas.openxmlformats.org/officeDocument/2006/relationships/image" Target="../media/image898.png"/><Relationship Id="rId289" Type="http://schemas.openxmlformats.org/officeDocument/2006/relationships/image" Target="../media/image986.png"/><Relationship Id="rId454" Type="http://schemas.openxmlformats.org/officeDocument/2006/relationships/customXml" Target="../ink/ink1325.xml"/><Relationship Id="rId496" Type="http://schemas.openxmlformats.org/officeDocument/2006/relationships/image" Target="../media/image1089.png"/><Relationship Id="rId11" Type="http://schemas.openxmlformats.org/officeDocument/2006/relationships/image" Target="../media/image5.png"/><Relationship Id="rId53" Type="http://schemas.openxmlformats.org/officeDocument/2006/relationships/image" Target="../media/image673.png"/><Relationship Id="rId149" Type="http://schemas.openxmlformats.org/officeDocument/2006/relationships/image" Target="../media/image919.png"/><Relationship Id="rId314" Type="http://schemas.openxmlformats.org/officeDocument/2006/relationships/customXml" Target="../ink/ink1255.xml"/><Relationship Id="rId356" Type="http://schemas.openxmlformats.org/officeDocument/2006/relationships/customXml" Target="../ink/ink1276.xml"/><Relationship Id="rId398" Type="http://schemas.openxmlformats.org/officeDocument/2006/relationships/customXml" Target="../ink/ink1297.xml"/><Relationship Id="rId521" Type="http://schemas.openxmlformats.org/officeDocument/2006/relationships/customXml" Target="../ink/ink1359.xml"/><Relationship Id="rId95" Type="http://schemas.openxmlformats.org/officeDocument/2006/relationships/image" Target="../media/image892.png"/><Relationship Id="rId160" Type="http://schemas.openxmlformats.org/officeDocument/2006/relationships/customXml" Target="../ink/ink1178.xml"/><Relationship Id="rId216" Type="http://schemas.openxmlformats.org/officeDocument/2006/relationships/customXml" Target="../ink/ink1206.xml"/><Relationship Id="rId423" Type="http://schemas.openxmlformats.org/officeDocument/2006/relationships/image" Target="../media/image1053.png"/><Relationship Id="rId258" Type="http://schemas.openxmlformats.org/officeDocument/2006/relationships/customXml" Target="../ink/ink1227.xml"/><Relationship Id="rId465" Type="http://schemas.openxmlformats.org/officeDocument/2006/relationships/image" Target="../media/image1074.png"/><Relationship Id="rId22" Type="http://schemas.openxmlformats.org/officeDocument/2006/relationships/customXml" Target="../ink/ink1109.xml"/><Relationship Id="rId64" Type="http://schemas.openxmlformats.org/officeDocument/2006/relationships/customXml" Target="../ink/ink1130.xml"/><Relationship Id="rId118" Type="http://schemas.openxmlformats.org/officeDocument/2006/relationships/customXml" Target="../ink/ink1157.xml"/><Relationship Id="rId325" Type="http://schemas.openxmlformats.org/officeDocument/2006/relationships/image" Target="../media/image1004.png"/><Relationship Id="rId367" Type="http://schemas.openxmlformats.org/officeDocument/2006/relationships/image" Target="../media/image1025.png"/><Relationship Id="rId532" Type="http://schemas.openxmlformats.org/officeDocument/2006/relationships/image" Target="../media/image1107.png"/><Relationship Id="rId171" Type="http://schemas.openxmlformats.org/officeDocument/2006/relationships/image" Target="../media/image930.png"/><Relationship Id="rId227" Type="http://schemas.openxmlformats.org/officeDocument/2006/relationships/image" Target="../media/image955.png"/><Relationship Id="rId269" Type="http://schemas.openxmlformats.org/officeDocument/2006/relationships/image" Target="../media/image976.png"/><Relationship Id="rId434" Type="http://schemas.openxmlformats.org/officeDocument/2006/relationships/customXml" Target="../ink/ink1315.xml"/><Relationship Id="rId476" Type="http://schemas.openxmlformats.org/officeDocument/2006/relationships/customXml" Target="../ink/ink1336.xml"/><Relationship Id="rId33" Type="http://schemas.openxmlformats.org/officeDocument/2006/relationships/image" Target="../media/image16.png"/><Relationship Id="rId129" Type="http://schemas.openxmlformats.org/officeDocument/2006/relationships/image" Target="../media/image909.png"/><Relationship Id="rId280" Type="http://schemas.openxmlformats.org/officeDocument/2006/relationships/customXml" Target="../ink/ink1238.xml"/><Relationship Id="rId336" Type="http://schemas.openxmlformats.org/officeDocument/2006/relationships/customXml" Target="../ink/ink1266.xml"/><Relationship Id="rId501" Type="http://schemas.openxmlformats.org/officeDocument/2006/relationships/customXml" Target="../ink/ink1349.xml"/><Relationship Id="rId543" Type="http://schemas.openxmlformats.org/officeDocument/2006/relationships/customXml" Target="../ink/ink1370.xml"/><Relationship Id="rId75" Type="http://schemas.openxmlformats.org/officeDocument/2006/relationships/image" Target="../media/image882.png"/><Relationship Id="rId140" Type="http://schemas.openxmlformats.org/officeDocument/2006/relationships/customXml" Target="../ink/ink1168.xml"/><Relationship Id="rId182" Type="http://schemas.openxmlformats.org/officeDocument/2006/relationships/customXml" Target="../ink/ink1189.xml"/><Relationship Id="rId378" Type="http://schemas.openxmlformats.org/officeDocument/2006/relationships/customXml" Target="../ink/ink1287.xml"/><Relationship Id="rId403" Type="http://schemas.openxmlformats.org/officeDocument/2006/relationships/image" Target="../media/image1043.png"/><Relationship Id="rId6" Type="http://schemas.openxmlformats.org/officeDocument/2006/relationships/customXml" Target="../ink/ink1101.xml"/><Relationship Id="rId238" Type="http://schemas.openxmlformats.org/officeDocument/2006/relationships/customXml" Target="../ink/ink1217.xml"/><Relationship Id="rId445" Type="http://schemas.openxmlformats.org/officeDocument/2006/relationships/image" Target="../media/image1064.png"/><Relationship Id="rId487" Type="http://schemas.openxmlformats.org/officeDocument/2006/relationships/customXml" Target="../ink/ink1342.xml"/><Relationship Id="rId291" Type="http://schemas.openxmlformats.org/officeDocument/2006/relationships/image" Target="../media/image987.png"/><Relationship Id="rId305" Type="http://schemas.openxmlformats.org/officeDocument/2006/relationships/image" Target="../media/image994.png"/><Relationship Id="rId347" Type="http://schemas.openxmlformats.org/officeDocument/2006/relationships/image" Target="../media/image1015.png"/><Relationship Id="rId512" Type="http://schemas.openxmlformats.org/officeDocument/2006/relationships/image" Target="../media/image1097.png"/><Relationship Id="rId44" Type="http://schemas.openxmlformats.org/officeDocument/2006/relationships/customXml" Target="../ink/ink1120.xml"/><Relationship Id="rId86" Type="http://schemas.openxmlformats.org/officeDocument/2006/relationships/customXml" Target="../ink/ink1141.xml"/><Relationship Id="rId151" Type="http://schemas.openxmlformats.org/officeDocument/2006/relationships/image" Target="../media/image920.png"/><Relationship Id="rId389" Type="http://schemas.openxmlformats.org/officeDocument/2006/relationships/image" Target="../media/image1036.png"/><Relationship Id="rId193" Type="http://schemas.openxmlformats.org/officeDocument/2006/relationships/image" Target="../media/image940.png"/><Relationship Id="rId207" Type="http://schemas.openxmlformats.org/officeDocument/2006/relationships/image" Target="../media/image946.png"/><Relationship Id="rId249" Type="http://schemas.openxmlformats.org/officeDocument/2006/relationships/image" Target="../media/image966.png"/><Relationship Id="rId414" Type="http://schemas.openxmlformats.org/officeDocument/2006/relationships/customXml" Target="../ink/ink1305.xml"/><Relationship Id="rId456" Type="http://schemas.openxmlformats.org/officeDocument/2006/relationships/customXml" Target="../ink/ink1326.xml"/><Relationship Id="rId498" Type="http://schemas.openxmlformats.org/officeDocument/2006/relationships/image" Target="../media/image1090.png"/><Relationship Id="rId13" Type="http://schemas.openxmlformats.org/officeDocument/2006/relationships/image" Target="../media/image6.png"/><Relationship Id="rId109" Type="http://schemas.openxmlformats.org/officeDocument/2006/relationships/image" Target="../media/image899.png"/><Relationship Id="rId260" Type="http://schemas.openxmlformats.org/officeDocument/2006/relationships/customXml" Target="../ink/ink1228.xml"/><Relationship Id="rId316" Type="http://schemas.openxmlformats.org/officeDocument/2006/relationships/customXml" Target="../ink/ink1256.xml"/><Relationship Id="rId523" Type="http://schemas.openxmlformats.org/officeDocument/2006/relationships/customXml" Target="../ink/ink1360.xml"/><Relationship Id="rId55" Type="http://schemas.openxmlformats.org/officeDocument/2006/relationships/image" Target="../media/image674.png"/><Relationship Id="rId97" Type="http://schemas.openxmlformats.org/officeDocument/2006/relationships/image" Target="../media/image893.png"/><Relationship Id="rId120" Type="http://schemas.openxmlformats.org/officeDocument/2006/relationships/customXml" Target="../ink/ink1158.xml"/><Relationship Id="rId358" Type="http://schemas.openxmlformats.org/officeDocument/2006/relationships/customXml" Target="../ink/ink1277.xml"/><Relationship Id="rId162" Type="http://schemas.openxmlformats.org/officeDocument/2006/relationships/customXml" Target="../ink/ink1179.xml"/><Relationship Id="rId218" Type="http://schemas.openxmlformats.org/officeDocument/2006/relationships/customXml" Target="../ink/ink1207.xml"/><Relationship Id="rId425" Type="http://schemas.openxmlformats.org/officeDocument/2006/relationships/image" Target="../media/image1054.png"/><Relationship Id="rId467" Type="http://schemas.openxmlformats.org/officeDocument/2006/relationships/image" Target="../media/image1075.png"/><Relationship Id="rId271" Type="http://schemas.openxmlformats.org/officeDocument/2006/relationships/image" Target="../media/image977.png"/><Relationship Id="rId24" Type="http://schemas.openxmlformats.org/officeDocument/2006/relationships/customXml" Target="../ink/ink1110.xml"/><Relationship Id="rId66" Type="http://schemas.openxmlformats.org/officeDocument/2006/relationships/customXml" Target="../ink/ink1131.xml"/><Relationship Id="rId131" Type="http://schemas.openxmlformats.org/officeDocument/2006/relationships/image" Target="../media/image910.png"/><Relationship Id="rId327" Type="http://schemas.openxmlformats.org/officeDocument/2006/relationships/image" Target="../media/image1005.png"/><Relationship Id="rId369" Type="http://schemas.openxmlformats.org/officeDocument/2006/relationships/image" Target="../media/image1026.png"/><Relationship Id="rId534" Type="http://schemas.openxmlformats.org/officeDocument/2006/relationships/image" Target="../media/image1108.png"/><Relationship Id="rId173" Type="http://schemas.openxmlformats.org/officeDocument/2006/relationships/image" Target="../media/image931.png"/><Relationship Id="rId229" Type="http://schemas.openxmlformats.org/officeDocument/2006/relationships/image" Target="../media/image956.png"/><Relationship Id="rId380" Type="http://schemas.openxmlformats.org/officeDocument/2006/relationships/customXml" Target="../ink/ink1288.xml"/><Relationship Id="rId436" Type="http://schemas.openxmlformats.org/officeDocument/2006/relationships/customXml" Target="../ink/ink1316.xml"/><Relationship Id="rId240" Type="http://schemas.openxmlformats.org/officeDocument/2006/relationships/customXml" Target="../ink/ink1218.xml"/><Relationship Id="rId478" Type="http://schemas.openxmlformats.org/officeDocument/2006/relationships/customXml" Target="../ink/ink1337.xml"/><Relationship Id="rId35" Type="http://schemas.openxmlformats.org/officeDocument/2006/relationships/image" Target="../media/image17.png"/><Relationship Id="rId77" Type="http://schemas.openxmlformats.org/officeDocument/2006/relationships/image" Target="../media/image883.png"/><Relationship Id="rId100" Type="http://schemas.openxmlformats.org/officeDocument/2006/relationships/customXml" Target="../ink/ink1148.xml"/><Relationship Id="rId282" Type="http://schemas.openxmlformats.org/officeDocument/2006/relationships/customXml" Target="../ink/ink1239.xml"/><Relationship Id="rId338" Type="http://schemas.openxmlformats.org/officeDocument/2006/relationships/customXml" Target="../ink/ink1267.xml"/><Relationship Id="rId503" Type="http://schemas.openxmlformats.org/officeDocument/2006/relationships/customXml" Target="../ink/ink1350.xml"/><Relationship Id="rId545" Type="http://schemas.openxmlformats.org/officeDocument/2006/relationships/customXml" Target="../ink/ink1371.xml"/><Relationship Id="rId8" Type="http://schemas.openxmlformats.org/officeDocument/2006/relationships/customXml" Target="../ink/ink1102.xml"/><Relationship Id="rId142" Type="http://schemas.openxmlformats.org/officeDocument/2006/relationships/customXml" Target="../ink/ink1169.xml"/><Relationship Id="rId184" Type="http://schemas.openxmlformats.org/officeDocument/2006/relationships/customXml" Target="../ink/ink1190.xml"/><Relationship Id="rId391" Type="http://schemas.openxmlformats.org/officeDocument/2006/relationships/image" Target="../media/image1037.png"/><Relationship Id="rId405" Type="http://schemas.openxmlformats.org/officeDocument/2006/relationships/image" Target="../media/image1044.png"/><Relationship Id="rId447" Type="http://schemas.openxmlformats.org/officeDocument/2006/relationships/image" Target="../media/image1065.png"/><Relationship Id="rId251" Type="http://schemas.openxmlformats.org/officeDocument/2006/relationships/image" Target="../media/image967.png"/><Relationship Id="rId489" Type="http://schemas.openxmlformats.org/officeDocument/2006/relationships/customXml" Target="../ink/ink1343.xml"/><Relationship Id="rId46" Type="http://schemas.openxmlformats.org/officeDocument/2006/relationships/customXml" Target="../ink/ink1121.xml"/><Relationship Id="rId293" Type="http://schemas.openxmlformats.org/officeDocument/2006/relationships/image" Target="../media/image988.png"/><Relationship Id="rId307" Type="http://schemas.openxmlformats.org/officeDocument/2006/relationships/image" Target="../media/image995.png"/><Relationship Id="rId349" Type="http://schemas.openxmlformats.org/officeDocument/2006/relationships/image" Target="../media/image1016.png"/><Relationship Id="rId514" Type="http://schemas.openxmlformats.org/officeDocument/2006/relationships/image" Target="../media/image1098.png"/><Relationship Id="rId88" Type="http://schemas.openxmlformats.org/officeDocument/2006/relationships/customXml" Target="../ink/ink1142.xml"/><Relationship Id="rId111" Type="http://schemas.openxmlformats.org/officeDocument/2006/relationships/image" Target="../media/image900.png"/><Relationship Id="rId153" Type="http://schemas.openxmlformats.org/officeDocument/2006/relationships/image" Target="../media/image921.png"/><Relationship Id="rId195" Type="http://schemas.openxmlformats.org/officeDocument/2006/relationships/image" Target="../media/image941.png"/><Relationship Id="rId209" Type="http://schemas.openxmlformats.org/officeDocument/2006/relationships/image" Target="../media/image514.png"/><Relationship Id="rId360" Type="http://schemas.openxmlformats.org/officeDocument/2006/relationships/customXml" Target="../ink/ink1278.xml"/><Relationship Id="rId416" Type="http://schemas.openxmlformats.org/officeDocument/2006/relationships/customXml" Target="../ink/ink1306.xml"/><Relationship Id="rId220" Type="http://schemas.openxmlformats.org/officeDocument/2006/relationships/customXml" Target="../ink/ink1208.xml"/><Relationship Id="rId458" Type="http://schemas.openxmlformats.org/officeDocument/2006/relationships/customXml" Target="../ink/ink1327.xml"/><Relationship Id="rId15" Type="http://schemas.openxmlformats.org/officeDocument/2006/relationships/image" Target="../media/image7.png"/><Relationship Id="rId57" Type="http://schemas.openxmlformats.org/officeDocument/2006/relationships/image" Target="../media/image675.png"/><Relationship Id="rId262" Type="http://schemas.openxmlformats.org/officeDocument/2006/relationships/customXml" Target="../ink/ink1229.xml"/><Relationship Id="rId318" Type="http://schemas.openxmlformats.org/officeDocument/2006/relationships/customXml" Target="../ink/ink1257.xml"/><Relationship Id="rId525" Type="http://schemas.openxmlformats.org/officeDocument/2006/relationships/customXml" Target="../ink/ink1361.xml"/><Relationship Id="rId99" Type="http://schemas.openxmlformats.org/officeDocument/2006/relationships/image" Target="../media/image894.png"/><Relationship Id="rId122" Type="http://schemas.openxmlformats.org/officeDocument/2006/relationships/customXml" Target="../ink/ink1159.xml"/><Relationship Id="rId164" Type="http://schemas.openxmlformats.org/officeDocument/2006/relationships/customXml" Target="../ink/ink1180.xml"/><Relationship Id="rId371" Type="http://schemas.openxmlformats.org/officeDocument/2006/relationships/image" Target="../media/image1027.png"/><Relationship Id="rId427" Type="http://schemas.openxmlformats.org/officeDocument/2006/relationships/image" Target="../media/image1055.png"/><Relationship Id="rId469" Type="http://schemas.openxmlformats.org/officeDocument/2006/relationships/image" Target="../media/image1076.png"/><Relationship Id="rId26" Type="http://schemas.openxmlformats.org/officeDocument/2006/relationships/customXml" Target="../ink/ink1111.xml"/><Relationship Id="rId231" Type="http://schemas.openxmlformats.org/officeDocument/2006/relationships/image" Target="../media/image957.png"/><Relationship Id="rId273" Type="http://schemas.openxmlformats.org/officeDocument/2006/relationships/image" Target="../media/image978.png"/><Relationship Id="rId329" Type="http://schemas.openxmlformats.org/officeDocument/2006/relationships/image" Target="../media/image1006.png"/><Relationship Id="rId480" Type="http://schemas.openxmlformats.org/officeDocument/2006/relationships/customXml" Target="../ink/ink1338.xml"/><Relationship Id="rId536" Type="http://schemas.openxmlformats.org/officeDocument/2006/relationships/image" Target="../media/image1109.png"/><Relationship Id="rId68" Type="http://schemas.openxmlformats.org/officeDocument/2006/relationships/customXml" Target="../ink/ink1132.xml"/><Relationship Id="rId133" Type="http://schemas.openxmlformats.org/officeDocument/2006/relationships/image" Target="../media/image911.png"/><Relationship Id="rId175" Type="http://schemas.openxmlformats.org/officeDocument/2006/relationships/image" Target="../media/image932.png"/><Relationship Id="rId340" Type="http://schemas.openxmlformats.org/officeDocument/2006/relationships/customXml" Target="../ink/ink1268.xml"/><Relationship Id="rId200" Type="http://schemas.openxmlformats.org/officeDocument/2006/relationships/customXml" Target="../ink/ink1198.xml"/><Relationship Id="rId382" Type="http://schemas.openxmlformats.org/officeDocument/2006/relationships/customXml" Target="../ink/ink1289.xml"/><Relationship Id="rId438" Type="http://schemas.openxmlformats.org/officeDocument/2006/relationships/customXml" Target="../ink/ink1317.xml"/><Relationship Id="rId242" Type="http://schemas.openxmlformats.org/officeDocument/2006/relationships/customXml" Target="../ink/ink1219.xml"/><Relationship Id="rId284" Type="http://schemas.openxmlformats.org/officeDocument/2006/relationships/customXml" Target="../ink/ink1240.xml"/><Relationship Id="rId491" Type="http://schemas.openxmlformats.org/officeDocument/2006/relationships/customXml" Target="../ink/ink1344.xml"/><Relationship Id="rId505" Type="http://schemas.openxmlformats.org/officeDocument/2006/relationships/customXml" Target="../ink/ink1351.xml"/><Relationship Id="rId37" Type="http://schemas.openxmlformats.org/officeDocument/2006/relationships/image" Target="../media/image18.png"/><Relationship Id="rId79" Type="http://schemas.openxmlformats.org/officeDocument/2006/relationships/image" Target="../media/image884.png"/><Relationship Id="rId102" Type="http://schemas.openxmlformats.org/officeDocument/2006/relationships/customXml" Target="../ink/ink1149.xml"/><Relationship Id="rId144" Type="http://schemas.openxmlformats.org/officeDocument/2006/relationships/customXml" Target="../ink/ink1170.xml"/><Relationship Id="rId90" Type="http://schemas.openxmlformats.org/officeDocument/2006/relationships/customXml" Target="../ink/ink1143.xml"/><Relationship Id="rId186" Type="http://schemas.openxmlformats.org/officeDocument/2006/relationships/customXml" Target="../ink/ink1191.xml"/><Relationship Id="rId351" Type="http://schemas.openxmlformats.org/officeDocument/2006/relationships/image" Target="../media/image1017.png"/><Relationship Id="rId393" Type="http://schemas.openxmlformats.org/officeDocument/2006/relationships/image" Target="../media/image1038.png"/><Relationship Id="rId407" Type="http://schemas.openxmlformats.org/officeDocument/2006/relationships/image" Target="../media/image1045.png"/><Relationship Id="rId449" Type="http://schemas.openxmlformats.org/officeDocument/2006/relationships/image" Target="../media/image1066.png"/><Relationship Id="rId211" Type="http://schemas.openxmlformats.org/officeDocument/2006/relationships/image" Target="../media/image947.png"/><Relationship Id="rId253" Type="http://schemas.openxmlformats.org/officeDocument/2006/relationships/image" Target="../media/image968.png"/><Relationship Id="rId295" Type="http://schemas.openxmlformats.org/officeDocument/2006/relationships/image" Target="../media/image989.png"/><Relationship Id="rId309" Type="http://schemas.openxmlformats.org/officeDocument/2006/relationships/image" Target="../media/image996.png"/><Relationship Id="rId460" Type="http://schemas.openxmlformats.org/officeDocument/2006/relationships/customXml" Target="../ink/ink1328.xml"/><Relationship Id="rId516" Type="http://schemas.openxmlformats.org/officeDocument/2006/relationships/image" Target="../media/image1099.png"/><Relationship Id="rId48" Type="http://schemas.openxmlformats.org/officeDocument/2006/relationships/customXml" Target="../ink/ink1122.xml"/><Relationship Id="rId113" Type="http://schemas.openxmlformats.org/officeDocument/2006/relationships/image" Target="../media/image901.png"/><Relationship Id="rId320" Type="http://schemas.openxmlformats.org/officeDocument/2006/relationships/customXml" Target="../ink/ink1258.xml"/><Relationship Id="rId155" Type="http://schemas.openxmlformats.org/officeDocument/2006/relationships/image" Target="../media/image922.png"/><Relationship Id="rId197" Type="http://schemas.openxmlformats.org/officeDocument/2006/relationships/image" Target="../media/image942.png"/><Relationship Id="rId362" Type="http://schemas.openxmlformats.org/officeDocument/2006/relationships/customXml" Target="../ink/ink1279.xml"/><Relationship Id="rId418" Type="http://schemas.openxmlformats.org/officeDocument/2006/relationships/customXml" Target="../ink/ink1307.xml"/><Relationship Id="rId222" Type="http://schemas.openxmlformats.org/officeDocument/2006/relationships/customXml" Target="../ink/ink1209.xml"/><Relationship Id="rId264" Type="http://schemas.openxmlformats.org/officeDocument/2006/relationships/customXml" Target="../ink/ink1230.xml"/><Relationship Id="rId471" Type="http://schemas.openxmlformats.org/officeDocument/2006/relationships/image" Target="../media/image1077.png"/><Relationship Id="rId17" Type="http://schemas.openxmlformats.org/officeDocument/2006/relationships/image" Target="../media/image8.png"/><Relationship Id="rId59" Type="http://schemas.openxmlformats.org/officeDocument/2006/relationships/image" Target="../media/image676.png"/><Relationship Id="rId124" Type="http://schemas.openxmlformats.org/officeDocument/2006/relationships/customXml" Target="../ink/ink1160.xml"/><Relationship Id="rId527" Type="http://schemas.openxmlformats.org/officeDocument/2006/relationships/customXml" Target="../ink/ink1362.xml"/><Relationship Id="rId70" Type="http://schemas.openxmlformats.org/officeDocument/2006/relationships/customXml" Target="../ink/ink1133.xml"/><Relationship Id="rId166" Type="http://schemas.openxmlformats.org/officeDocument/2006/relationships/customXml" Target="../ink/ink1181.xml"/><Relationship Id="rId331" Type="http://schemas.openxmlformats.org/officeDocument/2006/relationships/image" Target="../media/image1007.png"/><Relationship Id="rId373" Type="http://schemas.openxmlformats.org/officeDocument/2006/relationships/image" Target="../media/image1028.png"/><Relationship Id="rId429" Type="http://schemas.openxmlformats.org/officeDocument/2006/relationships/image" Target="../media/image1056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958.png"/><Relationship Id="rId440" Type="http://schemas.openxmlformats.org/officeDocument/2006/relationships/customXml" Target="../ink/ink1318.xml"/><Relationship Id="rId28" Type="http://schemas.openxmlformats.org/officeDocument/2006/relationships/customXml" Target="../ink/ink1112.xml"/><Relationship Id="rId275" Type="http://schemas.openxmlformats.org/officeDocument/2006/relationships/image" Target="../media/image979.png"/><Relationship Id="rId300" Type="http://schemas.openxmlformats.org/officeDocument/2006/relationships/customXml" Target="../ink/ink1248.xml"/><Relationship Id="rId482" Type="http://schemas.openxmlformats.org/officeDocument/2006/relationships/customXml" Target="../ink/ink1339.xml"/><Relationship Id="rId538" Type="http://schemas.openxmlformats.org/officeDocument/2006/relationships/image" Target="../media/image1110.png"/><Relationship Id="rId81" Type="http://schemas.openxmlformats.org/officeDocument/2006/relationships/image" Target="../media/image885.png"/><Relationship Id="rId135" Type="http://schemas.openxmlformats.org/officeDocument/2006/relationships/image" Target="../media/image912.png"/><Relationship Id="rId177" Type="http://schemas.openxmlformats.org/officeDocument/2006/relationships/image" Target="../media/image933.png"/><Relationship Id="rId342" Type="http://schemas.openxmlformats.org/officeDocument/2006/relationships/customXml" Target="../ink/ink1269.xml"/><Relationship Id="rId384" Type="http://schemas.openxmlformats.org/officeDocument/2006/relationships/customXml" Target="../ink/ink1290.xml"/><Relationship Id="rId202" Type="http://schemas.openxmlformats.org/officeDocument/2006/relationships/customXml" Target="../ink/ink1199.xml"/><Relationship Id="rId244" Type="http://schemas.openxmlformats.org/officeDocument/2006/relationships/customXml" Target="../ink/ink1220.xml"/><Relationship Id="rId39" Type="http://schemas.openxmlformats.org/officeDocument/2006/relationships/image" Target="../media/image19.png"/><Relationship Id="rId286" Type="http://schemas.openxmlformats.org/officeDocument/2006/relationships/customXml" Target="../ink/ink1241.xml"/><Relationship Id="rId451" Type="http://schemas.openxmlformats.org/officeDocument/2006/relationships/image" Target="../media/image1067.png"/><Relationship Id="rId493" Type="http://schemas.openxmlformats.org/officeDocument/2006/relationships/customXml" Target="../ink/ink1345.xml"/><Relationship Id="rId507" Type="http://schemas.openxmlformats.org/officeDocument/2006/relationships/customXml" Target="../ink/ink1352.xml"/><Relationship Id="rId50" Type="http://schemas.openxmlformats.org/officeDocument/2006/relationships/customXml" Target="../ink/ink1123.xml"/><Relationship Id="rId104" Type="http://schemas.openxmlformats.org/officeDocument/2006/relationships/customXml" Target="../ink/ink1150.xml"/><Relationship Id="rId146" Type="http://schemas.openxmlformats.org/officeDocument/2006/relationships/customXml" Target="../ink/ink1171.xml"/><Relationship Id="rId188" Type="http://schemas.openxmlformats.org/officeDocument/2006/relationships/customXml" Target="../ink/ink1192.xml"/><Relationship Id="rId311" Type="http://schemas.openxmlformats.org/officeDocument/2006/relationships/image" Target="../media/image997.png"/><Relationship Id="rId353" Type="http://schemas.openxmlformats.org/officeDocument/2006/relationships/image" Target="../media/image1018.png"/><Relationship Id="rId395" Type="http://schemas.openxmlformats.org/officeDocument/2006/relationships/image" Target="../media/image1039.png"/><Relationship Id="rId409" Type="http://schemas.openxmlformats.org/officeDocument/2006/relationships/image" Target="../media/image1046.png"/><Relationship Id="rId92" Type="http://schemas.openxmlformats.org/officeDocument/2006/relationships/customXml" Target="../ink/ink1144.xml"/><Relationship Id="rId213" Type="http://schemas.openxmlformats.org/officeDocument/2006/relationships/image" Target="../media/image948.png"/><Relationship Id="rId420" Type="http://schemas.openxmlformats.org/officeDocument/2006/relationships/customXml" Target="../ink/ink1308.xml"/><Relationship Id="rId255" Type="http://schemas.openxmlformats.org/officeDocument/2006/relationships/image" Target="../media/image969.png"/><Relationship Id="rId297" Type="http://schemas.openxmlformats.org/officeDocument/2006/relationships/image" Target="../media/image990.png"/><Relationship Id="rId462" Type="http://schemas.openxmlformats.org/officeDocument/2006/relationships/customXml" Target="../ink/ink1329.xml"/><Relationship Id="rId518" Type="http://schemas.openxmlformats.org/officeDocument/2006/relationships/image" Target="../media/image1100.png"/><Relationship Id="rId115" Type="http://schemas.openxmlformats.org/officeDocument/2006/relationships/image" Target="../media/image902.png"/><Relationship Id="rId157" Type="http://schemas.openxmlformats.org/officeDocument/2006/relationships/image" Target="../media/image923.png"/><Relationship Id="rId322" Type="http://schemas.openxmlformats.org/officeDocument/2006/relationships/customXml" Target="../ink/ink1259.xml"/><Relationship Id="rId364" Type="http://schemas.openxmlformats.org/officeDocument/2006/relationships/customXml" Target="../ink/ink1280.xml"/><Relationship Id="rId61" Type="http://schemas.openxmlformats.org/officeDocument/2006/relationships/image" Target="../media/image875.png"/><Relationship Id="rId199" Type="http://schemas.openxmlformats.org/officeDocument/2006/relationships/image" Target="../media/image943.png"/><Relationship Id="rId19" Type="http://schemas.openxmlformats.org/officeDocument/2006/relationships/image" Target="../media/image9.png"/><Relationship Id="rId224" Type="http://schemas.openxmlformats.org/officeDocument/2006/relationships/customXml" Target="../ink/ink1210.xml"/><Relationship Id="rId266" Type="http://schemas.openxmlformats.org/officeDocument/2006/relationships/customXml" Target="../ink/ink1231.xml"/><Relationship Id="rId431" Type="http://schemas.openxmlformats.org/officeDocument/2006/relationships/image" Target="../media/image1057.png"/><Relationship Id="rId473" Type="http://schemas.openxmlformats.org/officeDocument/2006/relationships/image" Target="../media/image1078.png"/><Relationship Id="rId529" Type="http://schemas.openxmlformats.org/officeDocument/2006/relationships/customXml" Target="../ink/ink1363.xml"/><Relationship Id="rId30" Type="http://schemas.openxmlformats.org/officeDocument/2006/relationships/customXml" Target="../ink/ink1113.xml"/><Relationship Id="rId126" Type="http://schemas.openxmlformats.org/officeDocument/2006/relationships/customXml" Target="../ink/ink1161.xml"/><Relationship Id="rId168" Type="http://schemas.openxmlformats.org/officeDocument/2006/relationships/customXml" Target="../ink/ink1182.xml"/><Relationship Id="rId333" Type="http://schemas.openxmlformats.org/officeDocument/2006/relationships/image" Target="../media/image1008.png"/><Relationship Id="rId540" Type="http://schemas.openxmlformats.org/officeDocument/2006/relationships/image" Target="../media/image1111.png"/><Relationship Id="rId72" Type="http://schemas.openxmlformats.org/officeDocument/2006/relationships/customXml" Target="../ink/ink1134.xml"/><Relationship Id="rId375" Type="http://schemas.openxmlformats.org/officeDocument/2006/relationships/image" Target="../media/image1029.png"/><Relationship Id="rId3" Type="http://schemas.openxmlformats.org/officeDocument/2006/relationships/image" Target="../media/image1.png"/><Relationship Id="rId235" Type="http://schemas.openxmlformats.org/officeDocument/2006/relationships/image" Target="../media/image959.png"/><Relationship Id="rId277" Type="http://schemas.openxmlformats.org/officeDocument/2006/relationships/image" Target="../media/image980.png"/><Relationship Id="rId400" Type="http://schemas.openxmlformats.org/officeDocument/2006/relationships/customXml" Target="../ink/ink1298.xml"/><Relationship Id="rId442" Type="http://schemas.openxmlformats.org/officeDocument/2006/relationships/customXml" Target="../ink/ink1319.xml"/><Relationship Id="rId484" Type="http://schemas.openxmlformats.org/officeDocument/2006/relationships/customXml" Target="../ink/ink1340.xml"/><Relationship Id="rId137" Type="http://schemas.openxmlformats.org/officeDocument/2006/relationships/image" Target="../media/image913.png"/><Relationship Id="rId302" Type="http://schemas.openxmlformats.org/officeDocument/2006/relationships/customXml" Target="../ink/ink1249.xml"/><Relationship Id="rId344" Type="http://schemas.openxmlformats.org/officeDocument/2006/relationships/customXml" Target="../ink/ink1270.xml"/><Relationship Id="rId41" Type="http://schemas.openxmlformats.org/officeDocument/2006/relationships/image" Target="../media/image20.png"/><Relationship Id="rId83" Type="http://schemas.openxmlformats.org/officeDocument/2006/relationships/image" Target="../media/image886.png"/><Relationship Id="rId179" Type="http://schemas.openxmlformats.org/officeDocument/2006/relationships/image" Target="../media/image934.png"/><Relationship Id="rId386" Type="http://schemas.openxmlformats.org/officeDocument/2006/relationships/customXml" Target="../ink/ink1291.xml"/><Relationship Id="rId190" Type="http://schemas.openxmlformats.org/officeDocument/2006/relationships/customXml" Target="../ink/ink1193.xml"/><Relationship Id="rId204" Type="http://schemas.openxmlformats.org/officeDocument/2006/relationships/customXml" Target="../ink/ink1200.xml"/><Relationship Id="rId246" Type="http://schemas.openxmlformats.org/officeDocument/2006/relationships/customXml" Target="../ink/ink1221.xml"/><Relationship Id="rId288" Type="http://schemas.openxmlformats.org/officeDocument/2006/relationships/customXml" Target="../ink/ink1242.xml"/><Relationship Id="rId411" Type="http://schemas.openxmlformats.org/officeDocument/2006/relationships/image" Target="../media/image1047.png"/><Relationship Id="rId453" Type="http://schemas.openxmlformats.org/officeDocument/2006/relationships/image" Target="../media/image1068.png"/><Relationship Id="rId509" Type="http://schemas.openxmlformats.org/officeDocument/2006/relationships/customXml" Target="../ink/ink1353.xml"/><Relationship Id="rId106" Type="http://schemas.openxmlformats.org/officeDocument/2006/relationships/customXml" Target="../ink/ink1151.xml"/><Relationship Id="rId313" Type="http://schemas.openxmlformats.org/officeDocument/2006/relationships/image" Target="../media/image998.png"/><Relationship Id="rId495" Type="http://schemas.openxmlformats.org/officeDocument/2006/relationships/customXml" Target="../ink/ink1346.xml"/><Relationship Id="rId10" Type="http://schemas.openxmlformats.org/officeDocument/2006/relationships/customXml" Target="../ink/ink1103.xml"/><Relationship Id="rId52" Type="http://schemas.openxmlformats.org/officeDocument/2006/relationships/customXml" Target="../ink/ink1124.xml"/><Relationship Id="rId94" Type="http://schemas.openxmlformats.org/officeDocument/2006/relationships/customXml" Target="../ink/ink1145.xml"/><Relationship Id="rId148" Type="http://schemas.openxmlformats.org/officeDocument/2006/relationships/customXml" Target="../ink/ink1172.xml"/><Relationship Id="rId355" Type="http://schemas.openxmlformats.org/officeDocument/2006/relationships/image" Target="../media/image1019.png"/><Relationship Id="rId397" Type="http://schemas.openxmlformats.org/officeDocument/2006/relationships/image" Target="../media/image1040.png"/><Relationship Id="rId520" Type="http://schemas.openxmlformats.org/officeDocument/2006/relationships/image" Target="../media/image1101.png"/><Relationship Id="rId215" Type="http://schemas.openxmlformats.org/officeDocument/2006/relationships/image" Target="../media/image949.png"/><Relationship Id="rId257" Type="http://schemas.openxmlformats.org/officeDocument/2006/relationships/image" Target="../media/image970.png"/><Relationship Id="rId422" Type="http://schemas.openxmlformats.org/officeDocument/2006/relationships/customXml" Target="../ink/ink1309.xml"/><Relationship Id="rId464" Type="http://schemas.openxmlformats.org/officeDocument/2006/relationships/customXml" Target="../ink/ink1330.xml"/><Relationship Id="rId299" Type="http://schemas.openxmlformats.org/officeDocument/2006/relationships/image" Target="../media/image991.png"/><Relationship Id="rId63" Type="http://schemas.openxmlformats.org/officeDocument/2006/relationships/image" Target="../media/image876.png"/><Relationship Id="rId159" Type="http://schemas.openxmlformats.org/officeDocument/2006/relationships/image" Target="../media/image924.png"/><Relationship Id="rId366" Type="http://schemas.openxmlformats.org/officeDocument/2006/relationships/customXml" Target="../ink/ink1281.xml"/><Relationship Id="rId226" Type="http://schemas.openxmlformats.org/officeDocument/2006/relationships/customXml" Target="../ink/ink1211.xml"/><Relationship Id="rId433" Type="http://schemas.openxmlformats.org/officeDocument/2006/relationships/image" Target="../media/image1058.png"/><Relationship Id="rId74" Type="http://schemas.openxmlformats.org/officeDocument/2006/relationships/customXml" Target="../ink/ink1135.xml"/><Relationship Id="rId377" Type="http://schemas.openxmlformats.org/officeDocument/2006/relationships/image" Target="../media/image1030.png"/><Relationship Id="rId500" Type="http://schemas.openxmlformats.org/officeDocument/2006/relationships/image" Target="../media/image1091.png"/><Relationship Id="rId5" Type="http://schemas.openxmlformats.org/officeDocument/2006/relationships/image" Target="../media/image2.png"/><Relationship Id="rId237" Type="http://schemas.openxmlformats.org/officeDocument/2006/relationships/image" Target="../media/image960.png"/><Relationship Id="rId444" Type="http://schemas.openxmlformats.org/officeDocument/2006/relationships/customXml" Target="../ink/ink1320.xml"/><Relationship Id="rId290" Type="http://schemas.openxmlformats.org/officeDocument/2006/relationships/customXml" Target="../ink/ink1243.xml"/><Relationship Id="rId304" Type="http://schemas.openxmlformats.org/officeDocument/2006/relationships/customXml" Target="../ink/ink1250.xml"/><Relationship Id="rId388" Type="http://schemas.openxmlformats.org/officeDocument/2006/relationships/customXml" Target="../ink/ink1292.xml"/><Relationship Id="rId511" Type="http://schemas.openxmlformats.org/officeDocument/2006/relationships/customXml" Target="../ink/ink1354.xml"/><Relationship Id="rId85" Type="http://schemas.openxmlformats.org/officeDocument/2006/relationships/image" Target="../media/image887.png"/><Relationship Id="rId150" Type="http://schemas.openxmlformats.org/officeDocument/2006/relationships/customXml" Target="../ink/ink1173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84.xml"/><Relationship Id="rId117" Type="http://schemas.openxmlformats.org/officeDocument/2006/relationships/image" Target="../media/image1172.png"/><Relationship Id="rId21" Type="http://schemas.openxmlformats.org/officeDocument/2006/relationships/image" Target="../media/image1124.png"/><Relationship Id="rId42" Type="http://schemas.openxmlformats.org/officeDocument/2006/relationships/customXml" Target="../ink/ink1392.xml"/><Relationship Id="rId47" Type="http://schemas.openxmlformats.org/officeDocument/2006/relationships/image" Target="../media/image1137.png"/><Relationship Id="rId63" Type="http://schemas.openxmlformats.org/officeDocument/2006/relationships/image" Target="../media/image1145.png"/><Relationship Id="rId68" Type="http://schemas.openxmlformats.org/officeDocument/2006/relationships/customXml" Target="../ink/ink1405.xml"/><Relationship Id="rId84" Type="http://schemas.openxmlformats.org/officeDocument/2006/relationships/customXml" Target="../ink/ink1413.xml"/><Relationship Id="rId89" Type="http://schemas.openxmlformats.org/officeDocument/2006/relationships/image" Target="../media/image1158.png"/><Relationship Id="rId112" Type="http://schemas.openxmlformats.org/officeDocument/2006/relationships/customXml" Target="../ink/ink1427.xml"/><Relationship Id="rId16" Type="http://schemas.openxmlformats.org/officeDocument/2006/relationships/customXml" Target="../ink/ink1379.xml"/><Relationship Id="rId107" Type="http://schemas.openxmlformats.org/officeDocument/2006/relationships/image" Target="../media/image1167.png"/><Relationship Id="rId11" Type="http://schemas.openxmlformats.org/officeDocument/2006/relationships/image" Target="../media/image1119.png"/><Relationship Id="rId32" Type="http://schemas.openxmlformats.org/officeDocument/2006/relationships/customXml" Target="../ink/ink1387.xml"/><Relationship Id="rId37" Type="http://schemas.openxmlformats.org/officeDocument/2006/relationships/image" Target="../media/image1132.png"/><Relationship Id="rId53" Type="http://schemas.openxmlformats.org/officeDocument/2006/relationships/image" Target="../media/image1140.png"/><Relationship Id="rId58" Type="http://schemas.openxmlformats.org/officeDocument/2006/relationships/customXml" Target="../ink/ink1400.xml"/><Relationship Id="rId74" Type="http://schemas.openxmlformats.org/officeDocument/2006/relationships/customXml" Target="../ink/ink1408.xml"/><Relationship Id="rId79" Type="http://schemas.openxmlformats.org/officeDocument/2006/relationships/image" Target="../media/image1153.png"/><Relationship Id="rId102" Type="http://schemas.openxmlformats.org/officeDocument/2006/relationships/customXml" Target="../ink/ink1422.xml"/><Relationship Id="rId123" Type="http://schemas.openxmlformats.org/officeDocument/2006/relationships/image" Target="../media/image1175.png"/><Relationship Id="rId5" Type="http://schemas.openxmlformats.org/officeDocument/2006/relationships/image" Target="../media/image1116.png"/><Relationship Id="rId90" Type="http://schemas.openxmlformats.org/officeDocument/2006/relationships/customXml" Target="../ink/ink1416.xml"/><Relationship Id="rId95" Type="http://schemas.openxmlformats.org/officeDocument/2006/relationships/image" Target="../media/image1161.png"/><Relationship Id="rId22" Type="http://schemas.openxmlformats.org/officeDocument/2006/relationships/customXml" Target="../ink/ink1382.xml"/><Relationship Id="rId27" Type="http://schemas.openxmlformats.org/officeDocument/2006/relationships/image" Target="../media/image1127.png"/><Relationship Id="rId43" Type="http://schemas.openxmlformats.org/officeDocument/2006/relationships/image" Target="../media/image1135.png"/><Relationship Id="rId48" Type="http://schemas.openxmlformats.org/officeDocument/2006/relationships/customXml" Target="../ink/ink1395.xml"/><Relationship Id="rId64" Type="http://schemas.openxmlformats.org/officeDocument/2006/relationships/customXml" Target="../ink/ink1403.xml"/><Relationship Id="rId69" Type="http://schemas.openxmlformats.org/officeDocument/2006/relationships/image" Target="../media/image1148.png"/><Relationship Id="rId113" Type="http://schemas.openxmlformats.org/officeDocument/2006/relationships/image" Target="../media/image1170.png"/><Relationship Id="rId118" Type="http://schemas.openxmlformats.org/officeDocument/2006/relationships/customXml" Target="../ink/ink1430.xml"/><Relationship Id="rId80" Type="http://schemas.openxmlformats.org/officeDocument/2006/relationships/customXml" Target="../ink/ink1411.xml"/><Relationship Id="rId85" Type="http://schemas.openxmlformats.org/officeDocument/2006/relationships/image" Target="../media/image1156.png"/><Relationship Id="rId12" Type="http://schemas.openxmlformats.org/officeDocument/2006/relationships/customXml" Target="../ink/ink1377.xml"/><Relationship Id="rId17" Type="http://schemas.openxmlformats.org/officeDocument/2006/relationships/image" Target="../media/image1122.png"/><Relationship Id="rId33" Type="http://schemas.openxmlformats.org/officeDocument/2006/relationships/image" Target="../media/image1130.png"/><Relationship Id="rId38" Type="http://schemas.openxmlformats.org/officeDocument/2006/relationships/customXml" Target="../ink/ink1390.xml"/><Relationship Id="rId59" Type="http://schemas.openxmlformats.org/officeDocument/2006/relationships/image" Target="../media/image1143.png"/><Relationship Id="rId103" Type="http://schemas.openxmlformats.org/officeDocument/2006/relationships/image" Target="../media/image1165.png"/><Relationship Id="rId108" Type="http://schemas.openxmlformats.org/officeDocument/2006/relationships/customXml" Target="../ink/ink1425.xml"/><Relationship Id="rId54" Type="http://schemas.openxmlformats.org/officeDocument/2006/relationships/customXml" Target="../ink/ink1398.xml"/><Relationship Id="rId70" Type="http://schemas.openxmlformats.org/officeDocument/2006/relationships/customXml" Target="../ink/ink1406.xml"/><Relationship Id="rId75" Type="http://schemas.openxmlformats.org/officeDocument/2006/relationships/image" Target="../media/image1151.png"/><Relationship Id="rId91" Type="http://schemas.openxmlformats.org/officeDocument/2006/relationships/image" Target="../media/image1159.png"/><Relationship Id="rId96" Type="http://schemas.openxmlformats.org/officeDocument/2006/relationships/customXml" Target="../ink/ink141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74.xml"/><Relationship Id="rId23" Type="http://schemas.openxmlformats.org/officeDocument/2006/relationships/image" Target="../media/image1125.png"/><Relationship Id="rId28" Type="http://schemas.openxmlformats.org/officeDocument/2006/relationships/customXml" Target="../ink/ink1385.xml"/><Relationship Id="rId49" Type="http://schemas.openxmlformats.org/officeDocument/2006/relationships/image" Target="../media/image1138.png"/><Relationship Id="rId114" Type="http://schemas.openxmlformats.org/officeDocument/2006/relationships/customXml" Target="../ink/ink1428.xml"/><Relationship Id="rId119" Type="http://schemas.openxmlformats.org/officeDocument/2006/relationships/image" Target="../media/image1173.png"/><Relationship Id="rId44" Type="http://schemas.openxmlformats.org/officeDocument/2006/relationships/customXml" Target="../ink/ink1393.xml"/><Relationship Id="rId60" Type="http://schemas.openxmlformats.org/officeDocument/2006/relationships/customXml" Target="../ink/ink1401.xml"/><Relationship Id="rId65" Type="http://schemas.openxmlformats.org/officeDocument/2006/relationships/image" Target="../media/image1146.png"/><Relationship Id="rId81" Type="http://schemas.openxmlformats.org/officeDocument/2006/relationships/image" Target="../media/image1154.png"/><Relationship Id="rId86" Type="http://schemas.openxmlformats.org/officeDocument/2006/relationships/customXml" Target="../ink/ink1414.xml"/><Relationship Id="rId4" Type="http://schemas.openxmlformats.org/officeDocument/2006/relationships/customXml" Target="../ink/ink1373.xml"/><Relationship Id="rId9" Type="http://schemas.openxmlformats.org/officeDocument/2006/relationships/image" Target="../media/image1118.png"/><Relationship Id="rId13" Type="http://schemas.openxmlformats.org/officeDocument/2006/relationships/image" Target="../media/image1120.png"/><Relationship Id="rId18" Type="http://schemas.openxmlformats.org/officeDocument/2006/relationships/customXml" Target="../ink/ink1380.xml"/><Relationship Id="rId39" Type="http://schemas.openxmlformats.org/officeDocument/2006/relationships/image" Target="../media/image1133.png"/><Relationship Id="rId109" Type="http://schemas.openxmlformats.org/officeDocument/2006/relationships/image" Target="../media/image1168.png"/><Relationship Id="rId34" Type="http://schemas.openxmlformats.org/officeDocument/2006/relationships/customXml" Target="../ink/ink1388.xml"/><Relationship Id="rId50" Type="http://schemas.openxmlformats.org/officeDocument/2006/relationships/customXml" Target="../ink/ink1396.xml"/><Relationship Id="rId55" Type="http://schemas.openxmlformats.org/officeDocument/2006/relationships/image" Target="../media/image1141.png"/><Relationship Id="rId76" Type="http://schemas.openxmlformats.org/officeDocument/2006/relationships/customXml" Target="../ink/ink1409.xml"/><Relationship Id="rId97" Type="http://schemas.openxmlformats.org/officeDocument/2006/relationships/image" Target="../media/image1162.png"/><Relationship Id="rId104" Type="http://schemas.openxmlformats.org/officeDocument/2006/relationships/customXml" Target="../ink/ink1423.xml"/><Relationship Id="rId120" Type="http://schemas.openxmlformats.org/officeDocument/2006/relationships/customXml" Target="../ink/ink1431.xml"/><Relationship Id="rId7" Type="http://schemas.openxmlformats.org/officeDocument/2006/relationships/image" Target="../media/image1117.png"/><Relationship Id="rId71" Type="http://schemas.openxmlformats.org/officeDocument/2006/relationships/image" Target="../media/image1149.png"/><Relationship Id="rId92" Type="http://schemas.openxmlformats.org/officeDocument/2006/relationships/customXml" Target="../ink/ink1417.xml"/><Relationship Id="rId2" Type="http://schemas.openxmlformats.org/officeDocument/2006/relationships/customXml" Target="../ink/ink1372.xml"/><Relationship Id="rId29" Type="http://schemas.openxmlformats.org/officeDocument/2006/relationships/image" Target="../media/image1128.png"/><Relationship Id="rId24" Type="http://schemas.openxmlformats.org/officeDocument/2006/relationships/customXml" Target="../ink/ink1383.xml"/><Relationship Id="rId40" Type="http://schemas.openxmlformats.org/officeDocument/2006/relationships/customXml" Target="../ink/ink1391.xml"/><Relationship Id="rId45" Type="http://schemas.openxmlformats.org/officeDocument/2006/relationships/image" Target="../media/image1136.png"/><Relationship Id="rId66" Type="http://schemas.openxmlformats.org/officeDocument/2006/relationships/customXml" Target="../ink/ink1404.xml"/><Relationship Id="rId87" Type="http://schemas.openxmlformats.org/officeDocument/2006/relationships/image" Target="../media/image1157.png"/><Relationship Id="rId110" Type="http://schemas.openxmlformats.org/officeDocument/2006/relationships/customXml" Target="../ink/ink1426.xml"/><Relationship Id="rId115" Type="http://schemas.openxmlformats.org/officeDocument/2006/relationships/image" Target="../media/image1171.png"/><Relationship Id="rId61" Type="http://schemas.openxmlformats.org/officeDocument/2006/relationships/image" Target="../media/image1144.png"/><Relationship Id="rId82" Type="http://schemas.openxmlformats.org/officeDocument/2006/relationships/customXml" Target="../ink/ink1412.xml"/><Relationship Id="rId19" Type="http://schemas.openxmlformats.org/officeDocument/2006/relationships/image" Target="../media/image1123.png"/><Relationship Id="rId14" Type="http://schemas.openxmlformats.org/officeDocument/2006/relationships/customXml" Target="../ink/ink1378.xml"/><Relationship Id="rId30" Type="http://schemas.openxmlformats.org/officeDocument/2006/relationships/customXml" Target="../ink/ink1386.xml"/><Relationship Id="rId35" Type="http://schemas.openxmlformats.org/officeDocument/2006/relationships/image" Target="../media/image1131.png"/><Relationship Id="rId56" Type="http://schemas.openxmlformats.org/officeDocument/2006/relationships/customXml" Target="../ink/ink1399.xml"/><Relationship Id="rId77" Type="http://schemas.openxmlformats.org/officeDocument/2006/relationships/image" Target="../media/image1152.png"/><Relationship Id="rId100" Type="http://schemas.openxmlformats.org/officeDocument/2006/relationships/customXml" Target="../ink/ink1421.xml"/><Relationship Id="rId105" Type="http://schemas.openxmlformats.org/officeDocument/2006/relationships/image" Target="../media/image1166.png"/><Relationship Id="rId8" Type="http://schemas.openxmlformats.org/officeDocument/2006/relationships/customXml" Target="../ink/ink1375.xml"/><Relationship Id="rId51" Type="http://schemas.openxmlformats.org/officeDocument/2006/relationships/image" Target="../media/image1139.png"/><Relationship Id="rId72" Type="http://schemas.openxmlformats.org/officeDocument/2006/relationships/customXml" Target="../ink/ink1407.xml"/><Relationship Id="rId93" Type="http://schemas.openxmlformats.org/officeDocument/2006/relationships/image" Target="../media/image1160.png"/><Relationship Id="rId98" Type="http://schemas.openxmlformats.org/officeDocument/2006/relationships/customXml" Target="../ink/ink1420.xml"/><Relationship Id="rId121" Type="http://schemas.openxmlformats.org/officeDocument/2006/relationships/image" Target="../media/image1174.png"/><Relationship Id="rId3" Type="http://schemas.openxmlformats.org/officeDocument/2006/relationships/image" Target="../media/image1115.png"/><Relationship Id="rId25" Type="http://schemas.openxmlformats.org/officeDocument/2006/relationships/image" Target="../media/image1126.png"/><Relationship Id="rId46" Type="http://schemas.openxmlformats.org/officeDocument/2006/relationships/customXml" Target="../ink/ink1394.xml"/><Relationship Id="rId67" Type="http://schemas.openxmlformats.org/officeDocument/2006/relationships/image" Target="../media/image1147.png"/><Relationship Id="rId116" Type="http://schemas.openxmlformats.org/officeDocument/2006/relationships/customXml" Target="../ink/ink1429.xml"/><Relationship Id="rId20" Type="http://schemas.openxmlformats.org/officeDocument/2006/relationships/customXml" Target="../ink/ink1381.xml"/><Relationship Id="rId41" Type="http://schemas.openxmlformats.org/officeDocument/2006/relationships/image" Target="../media/image1134.png"/><Relationship Id="rId62" Type="http://schemas.openxmlformats.org/officeDocument/2006/relationships/customXml" Target="../ink/ink1402.xml"/><Relationship Id="rId83" Type="http://schemas.openxmlformats.org/officeDocument/2006/relationships/image" Target="../media/image1155.png"/><Relationship Id="rId88" Type="http://schemas.openxmlformats.org/officeDocument/2006/relationships/customXml" Target="../ink/ink1415.xml"/><Relationship Id="rId111" Type="http://schemas.openxmlformats.org/officeDocument/2006/relationships/image" Target="../media/image1169.png"/><Relationship Id="rId15" Type="http://schemas.openxmlformats.org/officeDocument/2006/relationships/image" Target="../media/image1121.png"/><Relationship Id="rId36" Type="http://schemas.openxmlformats.org/officeDocument/2006/relationships/customXml" Target="../ink/ink1389.xml"/><Relationship Id="rId57" Type="http://schemas.openxmlformats.org/officeDocument/2006/relationships/image" Target="../media/image1142.png"/><Relationship Id="rId106" Type="http://schemas.openxmlformats.org/officeDocument/2006/relationships/customXml" Target="../ink/ink1424.xml"/><Relationship Id="rId10" Type="http://schemas.openxmlformats.org/officeDocument/2006/relationships/customXml" Target="../ink/ink1376.xml"/><Relationship Id="rId31" Type="http://schemas.openxmlformats.org/officeDocument/2006/relationships/image" Target="../media/image1129.png"/><Relationship Id="rId52" Type="http://schemas.openxmlformats.org/officeDocument/2006/relationships/customXml" Target="../ink/ink1397.xml"/><Relationship Id="rId73" Type="http://schemas.openxmlformats.org/officeDocument/2006/relationships/image" Target="../media/image1150.png"/><Relationship Id="rId78" Type="http://schemas.openxmlformats.org/officeDocument/2006/relationships/customXml" Target="../ink/ink1410.xml"/><Relationship Id="rId94" Type="http://schemas.openxmlformats.org/officeDocument/2006/relationships/customXml" Target="../ink/ink1418.xml"/><Relationship Id="rId99" Type="http://schemas.openxmlformats.org/officeDocument/2006/relationships/image" Target="../media/image1163.png"/><Relationship Id="rId101" Type="http://schemas.openxmlformats.org/officeDocument/2006/relationships/image" Target="../media/image1164.png"/><Relationship Id="rId122" Type="http://schemas.openxmlformats.org/officeDocument/2006/relationships/customXml" Target="../ink/ink1432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31.png"/><Relationship Id="rId21" Type="http://schemas.openxmlformats.org/officeDocument/2006/relationships/image" Target="../media/image1184.png"/><Relationship Id="rId42" Type="http://schemas.openxmlformats.org/officeDocument/2006/relationships/customXml" Target="../ink/ink1453.xml"/><Relationship Id="rId63" Type="http://schemas.openxmlformats.org/officeDocument/2006/relationships/image" Target="../media/image1205.png"/><Relationship Id="rId84" Type="http://schemas.openxmlformats.org/officeDocument/2006/relationships/customXml" Target="../ink/ink1474.xml"/><Relationship Id="rId138" Type="http://schemas.openxmlformats.org/officeDocument/2006/relationships/customXml" Target="../ink/ink1501.xml"/><Relationship Id="rId159" Type="http://schemas.openxmlformats.org/officeDocument/2006/relationships/image" Target="../media/image1252.png"/><Relationship Id="rId170" Type="http://schemas.openxmlformats.org/officeDocument/2006/relationships/customXml" Target="../ink/ink1517.xml"/><Relationship Id="rId191" Type="http://schemas.openxmlformats.org/officeDocument/2006/relationships/image" Target="../media/image1268.png"/><Relationship Id="rId205" Type="http://schemas.openxmlformats.org/officeDocument/2006/relationships/image" Target="../media/image1275.png"/><Relationship Id="rId107" Type="http://schemas.openxmlformats.org/officeDocument/2006/relationships/image" Target="../media/image1226.png"/><Relationship Id="rId11" Type="http://schemas.openxmlformats.org/officeDocument/2006/relationships/image" Target="../media/image1179.png"/><Relationship Id="rId32" Type="http://schemas.openxmlformats.org/officeDocument/2006/relationships/customXml" Target="../ink/ink1448.xml"/><Relationship Id="rId53" Type="http://schemas.openxmlformats.org/officeDocument/2006/relationships/image" Target="../media/image1200.png"/><Relationship Id="rId74" Type="http://schemas.openxmlformats.org/officeDocument/2006/relationships/customXml" Target="../ink/ink1469.xml"/><Relationship Id="rId128" Type="http://schemas.openxmlformats.org/officeDocument/2006/relationships/customXml" Target="../ink/ink1496.xml"/><Relationship Id="rId149" Type="http://schemas.openxmlformats.org/officeDocument/2006/relationships/image" Target="../media/image1247.png"/><Relationship Id="rId5" Type="http://schemas.openxmlformats.org/officeDocument/2006/relationships/image" Target="../media/image1177.png"/><Relationship Id="rId95" Type="http://schemas.openxmlformats.org/officeDocument/2006/relationships/image" Target="../media/image1221.png"/><Relationship Id="rId160" Type="http://schemas.openxmlformats.org/officeDocument/2006/relationships/customXml" Target="../ink/ink1512.xml"/><Relationship Id="rId181" Type="http://schemas.openxmlformats.org/officeDocument/2006/relationships/image" Target="../media/image1263.png"/><Relationship Id="rId216" Type="http://schemas.openxmlformats.org/officeDocument/2006/relationships/customXml" Target="../ink/ink1540.xml"/><Relationship Id="rId22" Type="http://schemas.openxmlformats.org/officeDocument/2006/relationships/customXml" Target="../ink/ink1443.xml"/><Relationship Id="rId43" Type="http://schemas.openxmlformats.org/officeDocument/2006/relationships/image" Target="../media/image1195.png"/><Relationship Id="rId64" Type="http://schemas.openxmlformats.org/officeDocument/2006/relationships/customXml" Target="../ink/ink1464.xml"/><Relationship Id="rId118" Type="http://schemas.openxmlformats.org/officeDocument/2006/relationships/customXml" Target="../ink/ink1491.xml"/><Relationship Id="rId139" Type="http://schemas.openxmlformats.org/officeDocument/2006/relationships/image" Target="../media/image1242.png"/><Relationship Id="rId85" Type="http://schemas.openxmlformats.org/officeDocument/2006/relationships/image" Target="../media/image1216.png"/><Relationship Id="rId150" Type="http://schemas.openxmlformats.org/officeDocument/2006/relationships/customXml" Target="../ink/ink1507.xml"/><Relationship Id="rId171" Type="http://schemas.openxmlformats.org/officeDocument/2006/relationships/image" Target="../media/image1258.png"/><Relationship Id="rId192" Type="http://schemas.openxmlformats.org/officeDocument/2006/relationships/customXml" Target="../ink/ink1528.xml"/><Relationship Id="rId206" Type="http://schemas.openxmlformats.org/officeDocument/2006/relationships/customXml" Target="../ink/ink1535.xml"/><Relationship Id="rId12" Type="http://schemas.openxmlformats.org/officeDocument/2006/relationships/customXml" Target="../ink/ink1438.xml"/><Relationship Id="rId33" Type="http://schemas.openxmlformats.org/officeDocument/2006/relationships/image" Target="../media/image1190.png"/><Relationship Id="rId108" Type="http://schemas.openxmlformats.org/officeDocument/2006/relationships/customXml" Target="../ink/ink1486.xml"/><Relationship Id="rId129" Type="http://schemas.openxmlformats.org/officeDocument/2006/relationships/image" Target="../media/image1237.png"/><Relationship Id="rId54" Type="http://schemas.openxmlformats.org/officeDocument/2006/relationships/customXml" Target="../ink/ink1459.xml"/><Relationship Id="rId75" Type="http://schemas.openxmlformats.org/officeDocument/2006/relationships/image" Target="../media/image1211.png"/><Relationship Id="rId96" Type="http://schemas.openxmlformats.org/officeDocument/2006/relationships/customXml" Target="../ink/ink1480.xml"/><Relationship Id="rId140" Type="http://schemas.openxmlformats.org/officeDocument/2006/relationships/customXml" Target="../ink/ink1502.xml"/><Relationship Id="rId161" Type="http://schemas.openxmlformats.org/officeDocument/2006/relationships/image" Target="../media/image1253.png"/><Relationship Id="rId182" Type="http://schemas.openxmlformats.org/officeDocument/2006/relationships/customXml" Target="../ink/ink1523.xml"/><Relationship Id="rId217" Type="http://schemas.openxmlformats.org/officeDocument/2006/relationships/image" Target="../media/image1281.png"/><Relationship Id="rId6" Type="http://schemas.openxmlformats.org/officeDocument/2006/relationships/customXml" Target="../ink/ink1435.xml"/><Relationship Id="rId23" Type="http://schemas.openxmlformats.org/officeDocument/2006/relationships/image" Target="../media/image1185.png"/><Relationship Id="rId119" Type="http://schemas.openxmlformats.org/officeDocument/2006/relationships/image" Target="../media/image1232.png"/><Relationship Id="rId44" Type="http://schemas.openxmlformats.org/officeDocument/2006/relationships/customXml" Target="../ink/ink1454.xml"/><Relationship Id="rId65" Type="http://schemas.openxmlformats.org/officeDocument/2006/relationships/image" Target="../media/image1206.png"/><Relationship Id="rId86" Type="http://schemas.openxmlformats.org/officeDocument/2006/relationships/customXml" Target="../ink/ink1475.xml"/><Relationship Id="rId130" Type="http://schemas.openxmlformats.org/officeDocument/2006/relationships/customXml" Target="../ink/ink1497.xml"/><Relationship Id="rId151" Type="http://schemas.openxmlformats.org/officeDocument/2006/relationships/image" Target="../media/image1248.png"/><Relationship Id="rId172" Type="http://schemas.openxmlformats.org/officeDocument/2006/relationships/customXml" Target="../ink/ink1518.xml"/><Relationship Id="rId193" Type="http://schemas.openxmlformats.org/officeDocument/2006/relationships/image" Target="../media/image1269.png"/><Relationship Id="rId207" Type="http://schemas.openxmlformats.org/officeDocument/2006/relationships/image" Target="../media/image1276.png"/><Relationship Id="rId13" Type="http://schemas.openxmlformats.org/officeDocument/2006/relationships/image" Target="../media/image1180.png"/><Relationship Id="rId109" Type="http://schemas.openxmlformats.org/officeDocument/2006/relationships/image" Target="../media/image1227.png"/><Relationship Id="rId34" Type="http://schemas.openxmlformats.org/officeDocument/2006/relationships/customXml" Target="../ink/ink1449.xml"/><Relationship Id="rId55" Type="http://schemas.openxmlformats.org/officeDocument/2006/relationships/image" Target="../media/image1201.png"/><Relationship Id="rId76" Type="http://schemas.openxmlformats.org/officeDocument/2006/relationships/customXml" Target="../ink/ink1470.xml"/><Relationship Id="rId97" Type="http://schemas.openxmlformats.org/officeDocument/2006/relationships/image" Target="../media/image883.png"/><Relationship Id="rId120" Type="http://schemas.openxmlformats.org/officeDocument/2006/relationships/customXml" Target="../ink/ink1492.xml"/><Relationship Id="rId141" Type="http://schemas.openxmlformats.org/officeDocument/2006/relationships/image" Target="../media/image1243.png"/><Relationship Id="rId7" Type="http://schemas.openxmlformats.org/officeDocument/2006/relationships/image" Target="../media/image1178.png"/><Relationship Id="rId162" Type="http://schemas.openxmlformats.org/officeDocument/2006/relationships/customXml" Target="../ink/ink1513.xml"/><Relationship Id="rId183" Type="http://schemas.openxmlformats.org/officeDocument/2006/relationships/image" Target="../media/image1264.png"/><Relationship Id="rId218" Type="http://schemas.openxmlformats.org/officeDocument/2006/relationships/customXml" Target="../ink/ink1541.xml"/><Relationship Id="rId24" Type="http://schemas.openxmlformats.org/officeDocument/2006/relationships/customXml" Target="../ink/ink1444.xml"/><Relationship Id="rId45" Type="http://schemas.openxmlformats.org/officeDocument/2006/relationships/image" Target="../media/image1196.png"/><Relationship Id="rId66" Type="http://schemas.openxmlformats.org/officeDocument/2006/relationships/customXml" Target="../ink/ink1465.xml"/><Relationship Id="rId87" Type="http://schemas.openxmlformats.org/officeDocument/2006/relationships/image" Target="../media/image1217.png"/><Relationship Id="rId110" Type="http://schemas.openxmlformats.org/officeDocument/2006/relationships/customXml" Target="../ink/ink1487.xml"/><Relationship Id="rId131" Type="http://schemas.openxmlformats.org/officeDocument/2006/relationships/image" Target="../media/image1238.png"/><Relationship Id="rId152" Type="http://schemas.openxmlformats.org/officeDocument/2006/relationships/customXml" Target="../ink/ink1508.xml"/><Relationship Id="rId173" Type="http://schemas.openxmlformats.org/officeDocument/2006/relationships/image" Target="../media/image1259.png"/><Relationship Id="rId194" Type="http://schemas.openxmlformats.org/officeDocument/2006/relationships/customXml" Target="../ink/ink1529.xml"/><Relationship Id="rId208" Type="http://schemas.openxmlformats.org/officeDocument/2006/relationships/customXml" Target="../ink/ink1536.xml"/><Relationship Id="rId14" Type="http://schemas.openxmlformats.org/officeDocument/2006/relationships/customXml" Target="../ink/ink1439.xml"/><Relationship Id="rId35" Type="http://schemas.openxmlformats.org/officeDocument/2006/relationships/image" Target="../media/image1191.png"/><Relationship Id="rId56" Type="http://schemas.openxmlformats.org/officeDocument/2006/relationships/customXml" Target="../ink/ink1460.xml"/><Relationship Id="rId77" Type="http://schemas.openxmlformats.org/officeDocument/2006/relationships/image" Target="../media/image1212.png"/><Relationship Id="rId100" Type="http://schemas.openxmlformats.org/officeDocument/2006/relationships/customXml" Target="../ink/ink1482.xml"/><Relationship Id="rId8" Type="http://schemas.openxmlformats.org/officeDocument/2006/relationships/customXml" Target="../ink/ink1436.xml"/><Relationship Id="rId51" Type="http://schemas.openxmlformats.org/officeDocument/2006/relationships/image" Target="../media/image1199.png"/><Relationship Id="rId72" Type="http://schemas.openxmlformats.org/officeDocument/2006/relationships/customXml" Target="../ink/ink1468.xml"/><Relationship Id="rId93" Type="http://schemas.openxmlformats.org/officeDocument/2006/relationships/image" Target="../media/image1220.png"/><Relationship Id="rId98" Type="http://schemas.openxmlformats.org/officeDocument/2006/relationships/customXml" Target="../ink/ink1481.xml"/><Relationship Id="rId121" Type="http://schemas.openxmlformats.org/officeDocument/2006/relationships/image" Target="../media/image1233.png"/><Relationship Id="rId142" Type="http://schemas.openxmlformats.org/officeDocument/2006/relationships/customXml" Target="../ink/ink1503.xml"/><Relationship Id="rId163" Type="http://schemas.openxmlformats.org/officeDocument/2006/relationships/image" Target="../media/image1254.png"/><Relationship Id="rId184" Type="http://schemas.openxmlformats.org/officeDocument/2006/relationships/customXml" Target="../ink/ink1524.xml"/><Relationship Id="rId189" Type="http://schemas.openxmlformats.org/officeDocument/2006/relationships/image" Target="../media/image1267.png"/><Relationship Id="rId219" Type="http://schemas.openxmlformats.org/officeDocument/2006/relationships/image" Target="../media/image1282.png"/><Relationship Id="rId3" Type="http://schemas.openxmlformats.org/officeDocument/2006/relationships/image" Target="../media/image1176.png"/><Relationship Id="rId214" Type="http://schemas.openxmlformats.org/officeDocument/2006/relationships/customXml" Target="../ink/ink1539.xml"/><Relationship Id="rId25" Type="http://schemas.openxmlformats.org/officeDocument/2006/relationships/image" Target="../media/image1186.png"/><Relationship Id="rId46" Type="http://schemas.openxmlformats.org/officeDocument/2006/relationships/customXml" Target="../ink/ink1455.xml"/><Relationship Id="rId67" Type="http://schemas.openxmlformats.org/officeDocument/2006/relationships/image" Target="../media/image1207.png"/><Relationship Id="rId116" Type="http://schemas.openxmlformats.org/officeDocument/2006/relationships/customXml" Target="../ink/ink1490.xml"/><Relationship Id="rId137" Type="http://schemas.openxmlformats.org/officeDocument/2006/relationships/image" Target="../media/image1241.png"/><Relationship Id="rId158" Type="http://schemas.openxmlformats.org/officeDocument/2006/relationships/customXml" Target="../ink/ink1511.xml"/><Relationship Id="rId20" Type="http://schemas.openxmlformats.org/officeDocument/2006/relationships/customXml" Target="../ink/ink1442.xml"/><Relationship Id="rId41" Type="http://schemas.openxmlformats.org/officeDocument/2006/relationships/image" Target="../media/image1194.png"/><Relationship Id="rId62" Type="http://schemas.openxmlformats.org/officeDocument/2006/relationships/customXml" Target="../ink/ink1463.xml"/><Relationship Id="rId83" Type="http://schemas.openxmlformats.org/officeDocument/2006/relationships/image" Target="../media/image1215.png"/><Relationship Id="rId88" Type="http://schemas.openxmlformats.org/officeDocument/2006/relationships/customXml" Target="../ink/ink1476.xml"/><Relationship Id="rId111" Type="http://schemas.openxmlformats.org/officeDocument/2006/relationships/image" Target="../media/image1228.png"/><Relationship Id="rId132" Type="http://schemas.openxmlformats.org/officeDocument/2006/relationships/customXml" Target="../ink/ink1498.xml"/><Relationship Id="rId153" Type="http://schemas.openxmlformats.org/officeDocument/2006/relationships/image" Target="../media/image1249.png"/><Relationship Id="rId174" Type="http://schemas.openxmlformats.org/officeDocument/2006/relationships/customXml" Target="../ink/ink1519.xml"/><Relationship Id="rId179" Type="http://schemas.openxmlformats.org/officeDocument/2006/relationships/image" Target="../media/image1262.png"/><Relationship Id="rId195" Type="http://schemas.openxmlformats.org/officeDocument/2006/relationships/image" Target="../media/image1270.png"/><Relationship Id="rId209" Type="http://schemas.openxmlformats.org/officeDocument/2006/relationships/image" Target="../media/image1277.png"/><Relationship Id="rId190" Type="http://schemas.openxmlformats.org/officeDocument/2006/relationships/customXml" Target="../ink/ink1527.xml"/><Relationship Id="rId204" Type="http://schemas.openxmlformats.org/officeDocument/2006/relationships/customXml" Target="../ink/ink1534.xml"/><Relationship Id="rId220" Type="http://schemas.openxmlformats.org/officeDocument/2006/relationships/customXml" Target="../ink/ink1542.xml"/><Relationship Id="rId15" Type="http://schemas.openxmlformats.org/officeDocument/2006/relationships/image" Target="../media/image1181.png"/><Relationship Id="rId36" Type="http://schemas.openxmlformats.org/officeDocument/2006/relationships/customXml" Target="../ink/ink1450.xml"/><Relationship Id="rId57" Type="http://schemas.openxmlformats.org/officeDocument/2006/relationships/image" Target="../media/image1202.png"/><Relationship Id="rId106" Type="http://schemas.openxmlformats.org/officeDocument/2006/relationships/customXml" Target="../ink/ink1485.xml"/><Relationship Id="rId127" Type="http://schemas.openxmlformats.org/officeDocument/2006/relationships/image" Target="../media/image1236.png"/><Relationship Id="rId10" Type="http://schemas.openxmlformats.org/officeDocument/2006/relationships/customXml" Target="../ink/ink1437.xml"/><Relationship Id="rId31" Type="http://schemas.openxmlformats.org/officeDocument/2006/relationships/image" Target="../media/image1189.png"/><Relationship Id="rId52" Type="http://schemas.openxmlformats.org/officeDocument/2006/relationships/customXml" Target="../ink/ink1458.xml"/><Relationship Id="rId73" Type="http://schemas.openxmlformats.org/officeDocument/2006/relationships/image" Target="../media/image1210.png"/><Relationship Id="rId78" Type="http://schemas.openxmlformats.org/officeDocument/2006/relationships/customXml" Target="../ink/ink1471.xml"/><Relationship Id="rId94" Type="http://schemas.openxmlformats.org/officeDocument/2006/relationships/customXml" Target="../ink/ink1479.xml"/><Relationship Id="rId99" Type="http://schemas.openxmlformats.org/officeDocument/2006/relationships/image" Target="../media/image1222.png"/><Relationship Id="rId101" Type="http://schemas.openxmlformats.org/officeDocument/2006/relationships/image" Target="../media/image1223.png"/><Relationship Id="rId122" Type="http://schemas.openxmlformats.org/officeDocument/2006/relationships/customXml" Target="../ink/ink1493.xml"/><Relationship Id="rId143" Type="http://schemas.openxmlformats.org/officeDocument/2006/relationships/image" Target="../media/image1244.png"/><Relationship Id="rId148" Type="http://schemas.openxmlformats.org/officeDocument/2006/relationships/customXml" Target="../ink/ink1506.xml"/><Relationship Id="rId164" Type="http://schemas.openxmlformats.org/officeDocument/2006/relationships/customXml" Target="../ink/ink1514.xml"/><Relationship Id="rId169" Type="http://schemas.openxmlformats.org/officeDocument/2006/relationships/image" Target="../media/image1257.png"/><Relationship Id="rId185" Type="http://schemas.openxmlformats.org/officeDocument/2006/relationships/image" Target="../media/image1265.png"/><Relationship Id="rId4" Type="http://schemas.openxmlformats.org/officeDocument/2006/relationships/customXml" Target="../ink/ink1434.xml"/><Relationship Id="rId9" Type="http://schemas.openxmlformats.org/officeDocument/2006/relationships/image" Target="../media/image793.png"/><Relationship Id="rId180" Type="http://schemas.openxmlformats.org/officeDocument/2006/relationships/customXml" Target="../ink/ink1522.xml"/><Relationship Id="rId210" Type="http://schemas.openxmlformats.org/officeDocument/2006/relationships/customXml" Target="../ink/ink1537.xml"/><Relationship Id="rId215" Type="http://schemas.openxmlformats.org/officeDocument/2006/relationships/image" Target="../media/image1280.png"/><Relationship Id="rId26" Type="http://schemas.openxmlformats.org/officeDocument/2006/relationships/customXml" Target="../ink/ink1445.xml"/><Relationship Id="rId47" Type="http://schemas.openxmlformats.org/officeDocument/2006/relationships/image" Target="../media/image1197.png"/><Relationship Id="rId68" Type="http://schemas.openxmlformats.org/officeDocument/2006/relationships/customXml" Target="../ink/ink1466.xml"/><Relationship Id="rId89" Type="http://schemas.openxmlformats.org/officeDocument/2006/relationships/image" Target="../media/image1218.png"/><Relationship Id="rId112" Type="http://schemas.openxmlformats.org/officeDocument/2006/relationships/customXml" Target="../ink/ink1488.xml"/><Relationship Id="rId133" Type="http://schemas.openxmlformats.org/officeDocument/2006/relationships/image" Target="../media/image1239.png"/><Relationship Id="rId154" Type="http://schemas.openxmlformats.org/officeDocument/2006/relationships/customXml" Target="../ink/ink1509.xml"/><Relationship Id="rId175" Type="http://schemas.openxmlformats.org/officeDocument/2006/relationships/image" Target="../media/image1260.png"/><Relationship Id="rId196" Type="http://schemas.openxmlformats.org/officeDocument/2006/relationships/customXml" Target="../ink/ink1530.xml"/><Relationship Id="rId200" Type="http://schemas.openxmlformats.org/officeDocument/2006/relationships/customXml" Target="../ink/ink1532.xml"/><Relationship Id="rId16" Type="http://schemas.openxmlformats.org/officeDocument/2006/relationships/customXml" Target="../ink/ink1440.xml"/><Relationship Id="rId221" Type="http://schemas.openxmlformats.org/officeDocument/2006/relationships/image" Target="../media/image1283.png"/><Relationship Id="rId37" Type="http://schemas.openxmlformats.org/officeDocument/2006/relationships/image" Target="../media/image1192.png"/><Relationship Id="rId58" Type="http://schemas.openxmlformats.org/officeDocument/2006/relationships/customXml" Target="../ink/ink1461.xml"/><Relationship Id="rId79" Type="http://schemas.openxmlformats.org/officeDocument/2006/relationships/image" Target="../media/image1213.png"/><Relationship Id="rId102" Type="http://schemas.openxmlformats.org/officeDocument/2006/relationships/customXml" Target="../ink/ink1483.xml"/><Relationship Id="rId123" Type="http://schemas.openxmlformats.org/officeDocument/2006/relationships/image" Target="../media/image1234.png"/><Relationship Id="rId144" Type="http://schemas.openxmlformats.org/officeDocument/2006/relationships/customXml" Target="../ink/ink1504.xml"/><Relationship Id="rId90" Type="http://schemas.openxmlformats.org/officeDocument/2006/relationships/customXml" Target="../ink/ink1477.xml"/><Relationship Id="rId165" Type="http://schemas.openxmlformats.org/officeDocument/2006/relationships/image" Target="../media/image1255.png"/><Relationship Id="rId186" Type="http://schemas.openxmlformats.org/officeDocument/2006/relationships/customXml" Target="../ink/ink1525.xml"/><Relationship Id="rId211" Type="http://schemas.openxmlformats.org/officeDocument/2006/relationships/image" Target="../media/image1278.png"/><Relationship Id="rId27" Type="http://schemas.openxmlformats.org/officeDocument/2006/relationships/image" Target="../media/image1187.png"/><Relationship Id="rId48" Type="http://schemas.openxmlformats.org/officeDocument/2006/relationships/customXml" Target="../ink/ink1456.xml"/><Relationship Id="rId69" Type="http://schemas.openxmlformats.org/officeDocument/2006/relationships/image" Target="../media/image1208.png"/><Relationship Id="rId113" Type="http://schemas.openxmlformats.org/officeDocument/2006/relationships/image" Target="../media/image1229.png"/><Relationship Id="rId134" Type="http://schemas.openxmlformats.org/officeDocument/2006/relationships/customXml" Target="../ink/ink1499.xml"/><Relationship Id="rId80" Type="http://schemas.openxmlformats.org/officeDocument/2006/relationships/customXml" Target="../ink/ink1472.xml"/><Relationship Id="rId155" Type="http://schemas.openxmlformats.org/officeDocument/2006/relationships/image" Target="../media/image1250.png"/><Relationship Id="rId176" Type="http://schemas.openxmlformats.org/officeDocument/2006/relationships/customXml" Target="../ink/ink1520.xml"/><Relationship Id="rId197" Type="http://schemas.openxmlformats.org/officeDocument/2006/relationships/image" Target="../media/image1271.png"/><Relationship Id="rId201" Type="http://schemas.openxmlformats.org/officeDocument/2006/relationships/image" Target="../media/image1273.png"/><Relationship Id="rId17" Type="http://schemas.openxmlformats.org/officeDocument/2006/relationships/image" Target="../media/image1182.png"/><Relationship Id="rId38" Type="http://schemas.openxmlformats.org/officeDocument/2006/relationships/customXml" Target="../ink/ink1451.xml"/><Relationship Id="rId59" Type="http://schemas.openxmlformats.org/officeDocument/2006/relationships/image" Target="../media/image1203.png"/><Relationship Id="rId103" Type="http://schemas.openxmlformats.org/officeDocument/2006/relationships/image" Target="../media/image1224.png"/><Relationship Id="rId124" Type="http://schemas.openxmlformats.org/officeDocument/2006/relationships/customXml" Target="../ink/ink1494.xml"/><Relationship Id="rId70" Type="http://schemas.openxmlformats.org/officeDocument/2006/relationships/customXml" Target="../ink/ink1467.xml"/><Relationship Id="rId91" Type="http://schemas.openxmlformats.org/officeDocument/2006/relationships/image" Target="../media/image1219.png"/><Relationship Id="rId145" Type="http://schemas.openxmlformats.org/officeDocument/2006/relationships/image" Target="../media/image1245.png"/><Relationship Id="rId166" Type="http://schemas.openxmlformats.org/officeDocument/2006/relationships/customXml" Target="../ink/ink1515.xml"/><Relationship Id="rId187" Type="http://schemas.openxmlformats.org/officeDocument/2006/relationships/image" Target="../media/image1266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538.xml"/><Relationship Id="rId28" Type="http://schemas.openxmlformats.org/officeDocument/2006/relationships/customXml" Target="../ink/ink1446.xml"/><Relationship Id="rId49" Type="http://schemas.openxmlformats.org/officeDocument/2006/relationships/image" Target="../media/image1198.png"/><Relationship Id="rId114" Type="http://schemas.openxmlformats.org/officeDocument/2006/relationships/customXml" Target="../ink/ink1489.xml"/><Relationship Id="rId60" Type="http://schemas.openxmlformats.org/officeDocument/2006/relationships/customXml" Target="../ink/ink1462.xml"/><Relationship Id="rId81" Type="http://schemas.openxmlformats.org/officeDocument/2006/relationships/image" Target="../media/image1214.png"/><Relationship Id="rId135" Type="http://schemas.openxmlformats.org/officeDocument/2006/relationships/image" Target="../media/image1240.png"/><Relationship Id="rId156" Type="http://schemas.openxmlformats.org/officeDocument/2006/relationships/customXml" Target="../ink/ink1510.xml"/><Relationship Id="rId177" Type="http://schemas.openxmlformats.org/officeDocument/2006/relationships/image" Target="../media/image1261.png"/><Relationship Id="rId198" Type="http://schemas.openxmlformats.org/officeDocument/2006/relationships/customXml" Target="../ink/ink1531.xml"/><Relationship Id="rId202" Type="http://schemas.openxmlformats.org/officeDocument/2006/relationships/customXml" Target="../ink/ink1533.xml"/><Relationship Id="rId18" Type="http://schemas.openxmlformats.org/officeDocument/2006/relationships/customXml" Target="../ink/ink1441.xml"/><Relationship Id="rId39" Type="http://schemas.openxmlformats.org/officeDocument/2006/relationships/image" Target="../media/image1193.png"/><Relationship Id="rId50" Type="http://schemas.openxmlformats.org/officeDocument/2006/relationships/customXml" Target="../ink/ink1457.xml"/><Relationship Id="rId104" Type="http://schemas.openxmlformats.org/officeDocument/2006/relationships/customXml" Target="../ink/ink1484.xml"/><Relationship Id="rId125" Type="http://schemas.openxmlformats.org/officeDocument/2006/relationships/image" Target="../media/image1235.png"/><Relationship Id="rId146" Type="http://schemas.openxmlformats.org/officeDocument/2006/relationships/customXml" Target="../ink/ink1505.xml"/><Relationship Id="rId167" Type="http://schemas.openxmlformats.org/officeDocument/2006/relationships/image" Target="../media/image1256.png"/><Relationship Id="rId188" Type="http://schemas.openxmlformats.org/officeDocument/2006/relationships/customXml" Target="../ink/ink1526.xml"/><Relationship Id="rId71" Type="http://schemas.openxmlformats.org/officeDocument/2006/relationships/image" Target="../media/image1209.png"/><Relationship Id="rId92" Type="http://schemas.openxmlformats.org/officeDocument/2006/relationships/customXml" Target="../ink/ink1478.xml"/><Relationship Id="rId213" Type="http://schemas.openxmlformats.org/officeDocument/2006/relationships/image" Target="../media/image1279.png"/><Relationship Id="rId2" Type="http://schemas.openxmlformats.org/officeDocument/2006/relationships/customXml" Target="../ink/ink1433.xml"/><Relationship Id="rId29" Type="http://schemas.openxmlformats.org/officeDocument/2006/relationships/image" Target="../media/image1188.png"/><Relationship Id="rId40" Type="http://schemas.openxmlformats.org/officeDocument/2006/relationships/customXml" Target="../ink/ink1452.xml"/><Relationship Id="rId115" Type="http://schemas.openxmlformats.org/officeDocument/2006/relationships/image" Target="../media/image1230.png"/><Relationship Id="rId136" Type="http://schemas.openxmlformats.org/officeDocument/2006/relationships/customXml" Target="../ink/ink1500.xml"/><Relationship Id="rId157" Type="http://schemas.openxmlformats.org/officeDocument/2006/relationships/image" Target="../media/image1251.png"/><Relationship Id="rId178" Type="http://schemas.openxmlformats.org/officeDocument/2006/relationships/customXml" Target="../ink/ink1521.xml"/><Relationship Id="rId61" Type="http://schemas.openxmlformats.org/officeDocument/2006/relationships/image" Target="../media/image1204.png"/><Relationship Id="rId82" Type="http://schemas.openxmlformats.org/officeDocument/2006/relationships/customXml" Target="../ink/ink1473.xml"/><Relationship Id="rId199" Type="http://schemas.openxmlformats.org/officeDocument/2006/relationships/image" Target="../media/image1272.png"/><Relationship Id="rId203" Type="http://schemas.openxmlformats.org/officeDocument/2006/relationships/image" Target="../media/image1274.png"/><Relationship Id="rId19" Type="http://schemas.openxmlformats.org/officeDocument/2006/relationships/image" Target="../media/image1183.png"/><Relationship Id="rId30" Type="http://schemas.openxmlformats.org/officeDocument/2006/relationships/customXml" Target="../ink/ink1447.xml"/><Relationship Id="rId105" Type="http://schemas.openxmlformats.org/officeDocument/2006/relationships/image" Target="../media/image1225.png"/><Relationship Id="rId126" Type="http://schemas.openxmlformats.org/officeDocument/2006/relationships/customXml" Target="../ink/ink1495.xml"/><Relationship Id="rId147" Type="http://schemas.openxmlformats.org/officeDocument/2006/relationships/image" Target="../media/image1246.png"/><Relationship Id="rId168" Type="http://schemas.openxmlformats.org/officeDocument/2006/relationships/customXml" Target="../ink/ink1516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15.png"/><Relationship Id="rId21" Type="http://schemas.openxmlformats.org/officeDocument/2006/relationships/image" Target="../media/image13.png"/><Relationship Id="rId324" Type="http://schemas.openxmlformats.org/officeDocument/2006/relationships/customXml" Target="../ink/ink1704.xml"/><Relationship Id="rId170" Type="http://schemas.openxmlformats.org/officeDocument/2006/relationships/customXml" Target="../ink/ink1627.xml"/><Relationship Id="rId268" Type="http://schemas.openxmlformats.org/officeDocument/2006/relationships/customXml" Target="../ink/ink1676.xml"/><Relationship Id="rId475" Type="http://schemas.openxmlformats.org/officeDocument/2006/relationships/image" Target="../media/image1491.png"/><Relationship Id="rId32" Type="http://schemas.openxmlformats.org/officeDocument/2006/relationships/customXml" Target="../ink/ink1558.xml"/><Relationship Id="rId74" Type="http://schemas.openxmlformats.org/officeDocument/2006/relationships/customXml" Target="../ink/ink1579.xml"/><Relationship Id="rId128" Type="http://schemas.openxmlformats.org/officeDocument/2006/relationships/customXml" Target="../ink/ink1606.xml"/><Relationship Id="rId335" Type="http://schemas.openxmlformats.org/officeDocument/2006/relationships/image" Target="../media/image1422.png"/><Relationship Id="rId377" Type="http://schemas.openxmlformats.org/officeDocument/2006/relationships/image" Target="../media/image1443.png"/><Relationship Id="rId500" Type="http://schemas.openxmlformats.org/officeDocument/2006/relationships/customXml" Target="../ink/ink1792.xml"/><Relationship Id="rId5" Type="http://schemas.openxmlformats.org/officeDocument/2006/relationships/image" Target="../media/image2.png"/><Relationship Id="rId181" Type="http://schemas.openxmlformats.org/officeDocument/2006/relationships/image" Target="../media/image1347.png"/><Relationship Id="rId237" Type="http://schemas.openxmlformats.org/officeDocument/2006/relationships/image" Target="../media/image1374.png"/><Relationship Id="rId402" Type="http://schemas.openxmlformats.org/officeDocument/2006/relationships/customXml" Target="../ink/ink1743.xml"/><Relationship Id="rId279" Type="http://schemas.openxmlformats.org/officeDocument/2006/relationships/image" Target="../media/image1395.png"/><Relationship Id="rId444" Type="http://schemas.openxmlformats.org/officeDocument/2006/relationships/customXml" Target="../ink/ink1764.xml"/><Relationship Id="rId486" Type="http://schemas.openxmlformats.org/officeDocument/2006/relationships/customXml" Target="../ink/ink1785.xml"/><Relationship Id="rId43" Type="http://schemas.openxmlformats.org/officeDocument/2006/relationships/image" Target="../media/image24.png"/><Relationship Id="rId139" Type="http://schemas.openxmlformats.org/officeDocument/2006/relationships/image" Target="../media/image1326.png"/><Relationship Id="rId290" Type="http://schemas.openxmlformats.org/officeDocument/2006/relationships/customXml" Target="../ink/ink1687.xml"/><Relationship Id="rId304" Type="http://schemas.openxmlformats.org/officeDocument/2006/relationships/customXml" Target="../ink/ink1694.xml"/><Relationship Id="rId346" Type="http://schemas.openxmlformats.org/officeDocument/2006/relationships/customXml" Target="../ink/ink1715.xml"/><Relationship Id="rId388" Type="http://schemas.openxmlformats.org/officeDocument/2006/relationships/customXml" Target="../ink/ink1736.xml"/><Relationship Id="rId511" Type="http://schemas.openxmlformats.org/officeDocument/2006/relationships/image" Target="../media/image1508.png"/><Relationship Id="rId85" Type="http://schemas.openxmlformats.org/officeDocument/2006/relationships/image" Target="../media/image1299.png"/><Relationship Id="rId150" Type="http://schemas.openxmlformats.org/officeDocument/2006/relationships/customXml" Target="../ink/ink1617.xml"/><Relationship Id="rId192" Type="http://schemas.openxmlformats.org/officeDocument/2006/relationships/customXml" Target="../ink/ink1638.xml"/><Relationship Id="rId206" Type="http://schemas.openxmlformats.org/officeDocument/2006/relationships/customXml" Target="../ink/ink1645.xml"/><Relationship Id="rId413" Type="http://schemas.openxmlformats.org/officeDocument/2006/relationships/image" Target="../media/image1461.png"/><Relationship Id="rId248" Type="http://schemas.openxmlformats.org/officeDocument/2006/relationships/customXml" Target="../ink/ink1666.xml"/><Relationship Id="rId455" Type="http://schemas.openxmlformats.org/officeDocument/2006/relationships/image" Target="../media/image1482.png"/><Relationship Id="rId497" Type="http://schemas.openxmlformats.org/officeDocument/2006/relationships/image" Target="../media/image1502.png"/><Relationship Id="rId12" Type="http://schemas.openxmlformats.org/officeDocument/2006/relationships/customXml" Target="../ink/ink1548.xml"/><Relationship Id="rId108" Type="http://schemas.openxmlformats.org/officeDocument/2006/relationships/customXml" Target="../ink/ink1596.xml"/><Relationship Id="rId315" Type="http://schemas.openxmlformats.org/officeDocument/2006/relationships/image" Target="../media/image1412.png"/><Relationship Id="rId357" Type="http://schemas.openxmlformats.org/officeDocument/2006/relationships/image" Target="../media/image1433.png"/><Relationship Id="rId522" Type="http://schemas.openxmlformats.org/officeDocument/2006/relationships/customXml" Target="../ink/ink1803.xml"/><Relationship Id="rId54" Type="http://schemas.openxmlformats.org/officeDocument/2006/relationships/customXml" Target="../ink/ink1569.xml"/><Relationship Id="rId96" Type="http://schemas.openxmlformats.org/officeDocument/2006/relationships/customXml" Target="../ink/ink1590.xml"/><Relationship Id="rId161" Type="http://schemas.openxmlformats.org/officeDocument/2006/relationships/image" Target="../media/image1337.png"/><Relationship Id="rId217" Type="http://schemas.openxmlformats.org/officeDocument/2006/relationships/image" Target="../media/image1364.png"/><Relationship Id="rId399" Type="http://schemas.openxmlformats.org/officeDocument/2006/relationships/image" Target="../media/image1454.png"/><Relationship Id="rId259" Type="http://schemas.openxmlformats.org/officeDocument/2006/relationships/image" Target="../media/image1385.png"/><Relationship Id="rId424" Type="http://schemas.openxmlformats.org/officeDocument/2006/relationships/customXml" Target="../ink/ink1754.xml"/><Relationship Id="rId466" Type="http://schemas.openxmlformats.org/officeDocument/2006/relationships/customXml" Target="../ink/ink1775.xml"/><Relationship Id="rId23" Type="http://schemas.openxmlformats.org/officeDocument/2006/relationships/image" Target="../media/image14.png"/><Relationship Id="rId119" Type="http://schemas.openxmlformats.org/officeDocument/2006/relationships/image" Target="../media/image1316.png"/><Relationship Id="rId270" Type="http://schemas.openxmlformats.org/officeDocument/2006/relationships/customXml" Target="../ink/ink1677.xml"/><Relationship Id="rId326" Type="http://schemas.openxmlformats.org/officeDocument/2006/relationships/customXml" Target="../ink/ink1705.xml"/><Relationship Id="rId65" Type="http://schemas.openxmlformats.org/officeDocument/2006/relationships/image" Target="../media/image1289.png"/><Relationship Id="rId130" Type="http://schemas.openxmlformats.org/officeDocument/2006/relationships/customXml" Target="../ink/ink1607.xml"/><Relationship Id="rId368" Type="http://schemas.openxmlformats.org/officeDocument/2006/relationships/customXml" Target="../ink/ink1726.xml"/><Relationship Id="rId172" Type="http://schemas.openxmlformats.org/officeDocument/2006/relationships/customXml" Target="../ink/ink1628.xml"/><Relationship Id="rId228" Type="http://schemas.openxmlformats.org/officeDocument/2006/relationships/customXml" Target="../ink/ink1656.xml"/><Relationship Id="rId435" Type="http://schemas.openxmlformats.org/officeDocument/2006/relationships/image" Target="../media/image1472.png"/><Relationship Id="rId477" Type="http://schemas.openxmlformats.org/officeDocument/2006/relationships/image" Target="../media/image1492.png"/><Relationship Id="rId281" Type="http://schemas.openxmlformats.org/officeDocument/2006/relationships/image" Target="../media/image1396.png"/><Relationship Id="rId337" Type="http://schemas.openxmlformats.org/officeDocument/2006/relationships/image" Target="../media/image1423.png"/><Relationship Id="rId502" Type="http://schemas.openxmlformats.org/officeDocument/2006/relationships/customXml" Target="../ink/ink1793.xml"/><Relationship Id="rId34" Type="http://schemas.openxmlformats.org/officeDocument/2006/relationships/customXml" Target="../ink/ink1559.xml"/><Relationship Id="rId76" Type="http://schemas.openxmlformats.org/officeDocument/2006/relationships/customXml" Target="../ink/ink1580.xml"/><Relationship Id="rId141" Type="http://schemas.openxmlformats.org/officeDocument/2006/relationships/image" Target="../media/image1327.png"/><Relationship Id="rId379" Type="http://schemas.openxmlformats.org/officeDocument/2006/relationships/image" Target="../media/image1444.png"/><Relationship Id="rId7" Type="http://schemas.openxmlformats.org/officeDocument/2006/relationships/image" Target="../media/image3.png"/><Relationship Id="rId183" Type="http://schemas.openxmlformats.org/officeDocument/2006/relationships/image" Target="../media/image1348.png"/><Relationship Id="rId239" Type="http://schemas.openxmlformats.org/officeDocument/2006/relationships/image" Target="../media/image1375.png"/><Relationship Id="rId390" Type="http://schemas.openxmlformats.org/officeDocument/2006/relationships/customXml" Target="../ink/ink1737.xml"/><Relationship Id="rId404" Type="http://schemas.openxmlformats.org/officeDocument/2006/relationships/customXml" Target="../ink/ink1744.xml"/><Relationship Id="rId446" Type="http://schemas.openxmlformats.org/officeDocument/2006/relationships/customXml" Target="../ink/ink1765.xml"/><Relationship Id="rId250" Type="http://schemas.openxmlformats.org/officeDocument/2006/relationships/customXml" Target="../ink/ink1667.xml"/><Relationship Id="rId292" Type="http://schemas.openxmlformats.org/officeDocument/2006/relationships/customXml" Target="../ink/ink1688.xml"/><Relationship Id="rId306" Type="http://schemas.openxmlformats.org/officeDocument/2006/relationships/customXml" Target="../ink/ink1695.xml"/><Relationship Id="rId488" Type="http://schemas.openxmlformats.org/officeDocument/2006/relationships/customXml" Target="../ink/ink1786.xml"/><Relationship Id="rId45" Type="http://schemas.openxmlformats.org/officeDocument/2006/relationships/image" Target="../media/image25.png"/><Relationship Id="rId87" Type="http://schemas.openxmlformats.org/officeDocument/2006/relationships/image" Target="../media/image1300.png"/><Relationship Id="rId110" Type="http://schemas.openxmlformats.org/officeDocument/2006/relationships/customXml" Target="../ink/ink1597.xml"/><Relationship Id="rId348" Type="http://schemas.openxmlformats.org/officeDocument/2006/relationships/customXml" Target="../ink/ink1716.xml"/><Relationship Id="rId513" Type="http://schemas.openxmlformats.org/officeDocument/2006/relationships/image" Target="../media/image1509.png"/><Relationship Id="rId152" Type="http://schemas.openxmlformats.org/officeDocument/2006/relationships/customXml" Target="../ink/ink1618.xml"/><Relationship Id="rId194" Type="http://schemas.openxmlformats.org/officeDocument/2006/relationships/customXml" Target="../ink/ink1639.xml"/><Relationship Id="rId208" Type="http://schemas.openxmlformats.org/officeDocument/2006/relationships/customXml" Target="../ink/ink1646.xml"/><Relationship Id="rId415" Type="http://schemas.openxmlformats.org/officeDocument/2006/relationships/image" Target="../media/image1462.png"/><Relationship Id="rId457" Type="http://schemas.openxmlformats.org/officeDocument/2006/relationships/image" Target="../media/image1483.png"/><Relationship Id="rId261" Type="http://schemas.openxmlformats.org/officeDocument/2006/relationships/image" Target="../media/image1386.png"/><Relationship Id="rId499" Type="http://schemas.openxmlformats.org/officeDocument/2006/relationships/image" Target="../media/image1503.png"/><Relationship Id="rId14" Type="http://schemas.openxmlformats.org/officeDocument/2006/relationships/customXml" Target="../ink/ink1549.xml"/><Relationship Id="rId56" Type="http://schemas.openxmlformats.org/officeDocument/2006/relationships/customXml" Target="../ink/ink1570.xml"/><Relationship Id="rId317" Type="http://schemas.openxmlformats.org/officeDocument/2006/relationships/image" Target="../media/image1413.png"/><Relationship Id="rId359" Type="http://schemas.openxmlformats.org/officeDocument/2006/relationships/image" Target="../media/image1434.png"/><Relationship Id="rId524" Type="http://schemas.openxmlformats.org/officeDocument/2006/relationships/customXml" Target="../ink/ink1804.xml"/><Relationship Id="rId98" Type="http://schemas.openxmlformats.org/officeDocument/2006/relationships/customXml" Target="../ink/ink1591.xml"/><Relationship Id="rId121" Type="http://schemas.openxmlformats.org/officeDocument/2006/relationships/image" Target="../media/image1317.png"/><Relationship Id="rId163" Type="http://schemas.openxmlformats.org/officeDocument/2006/relationships/image" Target="../media/image1338.png"/><Relationship Id="rId219" Type="http://schemas.openxmlformats.org/officeDocument/2006/relationships/image" Target="../media/image1365.png"/><Relationship Id="rId370" Type="http://schemas.openxmlformats.org/officeDocument/2006/relationships/customXml" Target="../ink/ink1727.xml"/><Relationship Id="rId426" Type="http://schemas.openxmlformats.org/officeDocument/2006/relationships/customXml" Target="../ink/ink1755.xml"/><Relationship Id="rId230" Type="http://schemas.openxmlformats.org/officeDocument/2006/relationships/customXml" Target="../ink/ink1657.xml"/><Relationship Id="rId468" Type="http://schemas.openxmlformats.org/officeDocument/2006/relationships/customXml" Target="../ink/ink1776.xml"/><Relationship Id="rId25" Type="http://schemas.openxmlformats.org/officeDocument/2006/relationships/image" Target="../media/image15.png"/><Relationship Id="rId67" Type="http://schemas.openxmlformats.org/officeDocument/2006/relationships/image" Target="../media/image1290.png"/><Relationship Id="rId272" Type="http://schemas.openxmlformats.org/officeDocument/2006/relationships/customXml" Target="../ink/ink1678.xml"/><Relationship Id="rId328" Type="http://schemas.openxmlformats.org/officeDocument/2006/relationships/customXml" Target="../ink/ink1706.xml"/><Relationship Id="rId132" Type="http://schemas.openxmlformats.org/officeDocument/2006/relationships/customXml" Target="../ink/ink1608.xml"/><Relationship Id="rId174" Type="http://schemas.openxmlformats.org/officeDocument/2006/relationships/customXml" Target="../ink/ink1629.xml"/><Relationship Id="rId381" Type="http://schemas.openxmlformats.org/officeDocument/2006/relationships/image" Target="../media/image1445.png"/><Relationship Id="rId241" Type="http://schemas.openxmlformats.org/officeDocument/2006/relationships/image" Target="../media/image1376.png"/><Relationship Id="rId437" Type="http://schemas.openxmlformats.org/officeDocument/2006/relationships/image" Target="../media/image1473.png"/><Relationship Id="rId479" Type="http://schemas.openxmlformats.org/officeDocument/2006/relationships/image" Target="../media/image1493.png"/><Relationship Id="rId36" Type="http://schemas.openxmlformats.org/officeDocument/2006/relationships/customXml" Target="../ink/ink1560.xml"/><Relationship Id="rId283" Type="http://schemas.openxmlformats.org/officeDocument/2006/relationships/image" Target="../media/image1397.png"/><Relationship Id="rId339" Type="http://schemas.openxmlformats.org/officeDocument/2006/relationships/image" Target="../media/image1424.png"/><Relationship Id="rId490" Type="http://schemas.openxmlformats.org/officeDocument/2006/relationships/customXml" Target="../ink/ink1787.xml"/><Relationship Id="rId504" Type="http://schemas.openxmlformats.org/officeDocument/2006/relationships/customXml" Target="../ink/ink1794.xml"/><Relationship Id="rId78" Type="http://schemas.openxmlformats.org/officeDocument/2006/relationships/customXml" Target="../ink/ink1581.xml"/><Relationship Id="rId101" Type="http://schemas.openxmlformats.org/officeDocument/2006/relationships/image" Target="../media/image1307.png"/><Relationship Id="rId143" Type="http://schemas.openxmlformats.org/officeDocument/2006/relationships/image" Target="../media/image1328.png"/><Relationship Id="rId185" Type="http://schemas.openxmlformats.org/officeDocument/2006/relationships/image" Target="../media/image1349.png"/><Relationship Id="rId350" Type="http://schemas.openxmlformats.org/officeDocument/2006/relationships/customXml" Target="../ink/ink1717.xml"/><Relationship Id="rId406" Type="http://schemas.openxmlformats.org/officeDocument/2006/relationships/customXml" Target="../ink/ink1745.xml"/><Relationship Id="rId9" Type="http://schemas.openxmlformats.org/officeDocument/2006/relationships/image" Target="../media/image7.png"/><Relationship Id="rId210" Type="http://schemas.openxmlformats.org/officeDocument/2006/relationships/customXml" Target="../ink/ink1647.xml"/><Relationship Id="rId392" Type="http://schemas.openxmlformats.org/officeDocument/2006/relationships/customXml" Target="../ink/ink1738.xml"/><Relationship Id="rId448" Type="http://schemas.openxmlformats.org/officeDocument/2006/relationships/customXml" Target="../ink/ink1766.xml"/><Relationship Id="rId252" Type="http://schemas.openxmlformats.org/officeDocument/2006/relationships/customXml" Target="../ink/ink1668.xml"/><Relationship Id="rId294" Type="http://schemas.openxmlformats.org/officeDocument/2006/relationships/customXml" Target="../ink/ink1689.xml"/><Relationship Id="rId308" Type="http://schemas.openxmlformats.org/officeDocument/2006/relationships/customXml" Target="../ink/ink1696.xml"/><Relationship Id="rId515" Type="http://schemas.openxmlformats.org/officeDocument/2006/relationships/image" Target="../media/image1510.png"/><Relationship Id="rId47" Type="http://schemas.openxmlformats.org/officeDocument/2006/relationships/image" Target="../media/image26.png"/><Relationship Id="rId89" Type="http://schemas.openxmlformats.org/officeDocument/2006/relationships/image" Target="../media/image1301.png"/><Relationship Id="rId112" Type="http://schemas.openxmlformats.org/officeDocument/2006/relationships/customXml" Target="../ink/ink1598.xml"/><Relationship Id="rId154" Type="http://schemas.openxmlformats.org/officeDocument/2006/relationships/customXml" Target="../ink/ink1619.xml"/><Relationship Id="rId361" Type="http://schemas.openxmlformats.org/officeDocument/2006/relationships/image" Target="../media/image1435.png"/><Relationship Id="rId196" Type="http://schemas.openxmlformats.org/officeDocument/2006/relationships/customXml" Target="../ink/ink1640.xml"/><Relationship Id="rId417" Type="http://schemas.openxmlformats.org/officeDocument/2006/relationships/image" Target="../media/image1463.png"/><Relationship Id="rId459" Type="http://schemas.openxmlformats.org/officeDocument/2006/relationships/image" Target="../media/image1484.png"/><Relationship Id="rId16" Type="http://schemas.openxmlformats.org/officeDocument/2006/relationships/customXml" Target="../ink/ink1550.xml"/><Relationship Id="rId221" Type="http://schemas.openxmlformats.org/officeDocument/2006/relationships/image" Target="../media/image1366.png"/><Relationship Id="rId263" Type="http://schemas.openxmlformats.org/officeDocument/2006/relationships/image" Target="../media/image1387.png"/><Relationship Id="rId319" Type="http://schemas.openxmlformats.org/officeDocument/2006/relationships/image" Target="../media/image1414.png"/><Relationship Id="rId470" Type="http://schemas.openxmlformats.org/officeDocument/2006/relationships/customXml" Target="../ink/ink1777.xml"/><Relationship Id="rId526" Type="http://schemas.openxmlformats.org/officeDocument/2006/relationships/customXml" Target="../ink/ink1805.xml"/><Relationship Id="rId58" Type="http://schemas.openxmlformats.org/officeDocument/2006/relationships/customXml" Target="../ink/ink1571.xml"/><Relationship Id="rId123" Type="http://schemas.openxmlformats.org/officeDocument/2006/relationships/image" Target="../media/image1318.png"/><Relationship Id="rId330" Type="http://schemas.openxmlformats.org/officeDocument/2006/relationships/customXml" Target="../ink/ink1707.xml"/><Relationship Id="rId165" Type="http://schemas.openxmlformats.org/officeDocument/2006/relationships/image" Target="../media/image1339.png"/><Relationship Id="rId372" Type="http://schemas.openxmlformats.org/officeDocument/2006/relationships/customXml" Target="../ink/ink1728.xml"/><Relationship Id="rId428" Type="http://schemas.openxmlformats.org/officeDocument/2006/relationships/customXml" Target="../ink/ink1756.xml"/><Relationship Id="rId232" Type="http://schemas.openxmlformats.org/officeDocument/2006/relationships/customXml" Target="../ink/ink1658.xml"/><Relationship Id="rId274" Type="http://schemas.openxmlformats.org/officeDocument/2006/relationships/customXml" Target="../ink/ink1679.xml"/><Relationship Id="rId481" Type="http://schemas.openxmlformats.org/officeDocument/2006/relationships/image" Target="../media/image1494.png"/><Relationship Id="rId27" Type="http://schemas.openxmlformats.org/officeDocument/2006/relationships/image" Target="../media/image16.png"/><Relationship Id="rId69" Type="http://schemas.openxmlformats.org/officeDocument/2006/relationships/image" Target="../media/image1291.png"/><Relationship Id="rId134" Type="http://schemas.openxmlformats.org/officeDocument/2006/relationships/customXml" Target="../ink/ink1609.xml"/><Relationship Id="rId80" Type="http://schemas.openxmlformats.org/officeDocument/2006/relationships/customXml" Target="../ink/ink1582.xml"/><Relationship Id="rId176" Type="http://schemas.openxmlformats.org/officeDocument/2006/relationships/customXml" Target="../ink/ink1630.xml"/><Relationship Id="rId341" Type="http://schemas.openxmlformats.org/officeDocument/2006/relationships/image" Target="../media/image1425.png"/><Relationship Id="rId383" Type="http://schemas.openxmlformats.org/officeDocument/2006/relationships/image" Target="../media/image1446.png"/><Relationship Id="rId439" Type="http://schemas.openxmlformats.org/officeDocument/2006/relationships/image" Target="../media/image1474.png"/><Relationship Id="rId201" Type="http://schemas.openxmlformats.org/officeDocument/2006/relationships/image" Target="../media/image1356.png"/><Relationship Id="rId243" Type="http://schemas.openxmlformats.org/officeDocument/2006/relationships/image" Target="../media/image1377.png"/><Relationship Id="rId285" Type="http://schemas.openxmlformats.org/officeDocument/2006/relationships/image" Target="../media/image1398.png"/><Relationship Id="rId450" Type="http://schemas.openxmlformats.org/officeDocument/2006/relationships/customXml" Target="../ink/ink1767.xml"/><Relationship Id="rId506" Type="http://schemas.openxmlformats.org/officeDocument/2006/relationships/customXml" Target="../ink/ink1795.xml"/><Relationship Id="rId38" Type="http://schemas.openxmlformats.org/officeDocument/2006/relationships/customXml" Target="../ink/ink1561.xml"/><Relationship Id="rId103" Type="http://schemas.openxmlformats.org/officeDocument/2006/relationships/image" Target="../media/image1308.png"/><Relationship Id="rId310" Type="http://schemas.openxmlformats.org/officeDocument/2006/relationships/customXml" Target="../ink/ink1697.xml"/><Relationship Id="rId492" Type="http://schemas.openxmlformats.org/officeDocument/2006/relationships/customXml" Target="../ink/ink1788.xml"/><Relationship Id="rId91" Type="http://schemas.openxmlformats.org/officeDocument/2006/relationships/image" Target="../media/image1302.png"/><Relationship Id="rId145" Type="http://schemas.openxmlformats.org/officeDocument/2006/relationships/image" Target="../media/image1329.png"/><Relationship Id="rId187" Type="http://schemas.openxmlformats.org/officeDocument/2006/relationships/image" Target="../media/image1350.png"/><Relationship Id="rId352" Type="http://schemas.openxmlformats.org/officeDocument/2006/relationships/customXml" Target="../ink/ink1718.xml"/><Relationship Id="rId394" Type="http://schemas.openxmlformats.org/officeDocument/2006/relationships/customXml" Target="../ink/ink1739.xml"/><Relationship Id="rId408" Type="http://schemas.openxmlformats.org/officeDocument/2006/relationships/customXml" Target="../ink/ink1746.xml"/><Relationship Id="rId212" Type="http://schemas.openxmlformats.org/officeDocument/2006/relationships/customXml" Target="../ink/ink1648.xml"/><Relationship Id="rId254" Type="http://schemas.openxmlformats.org/officeDocument/2006/relationships/customXml" Target="../ink/ink1669.xml"/><Relationship Id="rId49" Type="http://schemas.openxmlformats.org/officeDocument/2006/relationships/image" Target="../media/image27.png"/><Relationship Id="rId114" Type="http://schemas.openxmlformats.org/officeDocument/2006/relationships/customXml" Target="../ink/ink1599.xml"/><Relationship Id="rId296" Type="http://schemas.openxmlformats.org/officeDocument/2006/relationships/customXml" Target="../ink/ink1690.xml"/><Relationship Id="rId461" Type="http://schemas.openxmlformats.org/officeDocument/2006/relationships/image" Target="../media/image1485.png"/><Relationship Id="rId517" Type="http://schemas.openxmlformats.org/officeDocument/2006/relationships/image" Target="../media/image1511.png"/><Relationship Id="rId60" Type="http://schemas.openxmlformats.org/officeDocument/2006/relationships/customXml" Target="../ink/ink1572.xml"/><Relationship Id="rId156" Type="http://schemas.openxmlformats.org/officeDocument/2006/relationships/customXml" Target="../ink/ink1620.xml"/><Relationship Id="rId198" Type="http://schemas.openxmlformats.org/officeDocument/2006/relationships/customXml" Target="../ink/ink1641.xml"/><Relationship Id="rId321" Type="http://schemas.openxmlformats.org/officeDocument/2006/relationships/image" Target="../media/image1415.png"/><Relationship Id="rId363" Type="http://schemas.openxmlformats.org/officeDocument/2006/relationships/image" Target="../media/image1436.png"/><Relationship Id="rId419" Type="http://schemas.openxmlformats.org/officeDocument/2006/relationships/image" Target="../media/image1464.png"/><Relationship Id="rId223" Type="http://schemas.openxmlformats.org/officeDocument/2006/relationships/image" Target="../media/image1367.png"/><Relationship Id="rId430" Type="http://schemas.openxmlformats.org/officeDocument/2006/relationships/customXml" Target="../ink/ink1757.xml"/><Relationship Id="rId18" Type="http://schemas.openxmlformats.org/officeDocument/2006/relationships/customXml" Target="../ink/ink1551.xml"/><Relationship Id="rId265" Type="http://schemas.openxmlformats.org/officeDocument/2006/relationships/image" Target="../media/image1388.png"/><Relationship Id="rId472" Type="http://schemas.openxmlformats.org/officeDocument/2006/relationships/customXml" Target="../ink/ink1778.xml"/><Relationship Id="rId125" Type="http://schemas.openxmlformats.org/officeDocument/2006/relationships/image" Target="../media/image1319.png"/><Relationship Id="rId167" Type="http://schemas.openxmlformats.org/officeDocument/2006/relationships/image" Target="../media/image1340.png"/><Relationship Id="rId332" Type="http://schemas.openxmlformats.org/officeDocument/2006/relationships/customXml" Target="../ink/ink1708.xml"/><Relationship Id="rId374" Type="http://schemas.openxmlformats.org/officeDocument/2006/relationships/customXml" Target="../ink/ink1729.xml"/><Relationship Id="rId71" Type="http://schemas.openxmlformats.org/officeDocument/2006/relationships/image" Target="../media/image1292.png"/><Relationship Id="rId234" Type="http://schemas.openxmlformats.org/officeDocument/2006/relationships/customXml" Target="../ink/ink1659.xml"/><Relationship Id="rId2" Type="http://schemas.openxmlformats.org/officeDocument/2006/relationships/customXml" Target="../ink/ink1543.xml"/><Relationship Id="rId29" Type="http://schemas.openxmlformats.org/officeDocument/2006/relationships/image" Target="../media/image17.png"/><Relationship Id="rId276" Type="http://schemas.openxmlformats.org/officeDocument/2006/relationships/customXml" Target="../ink/ink1680.xml"/><Relationship Id="rId441" Type="http://schemas.openxmlformats.org/officeDocument/2006/relationships/image" Target="../media/image1475.png"/><Relationship Id="rId483" Type="http://schemas.openxmlformats.org/officeDocument/2006/relationships/image" Target="../media/image1495.png"/><Relationship Id="rId40" Type="http://schemas.openxmlformats.org/officeDocument/2006/relationships/customXml" Target="../ink/ink1562.xml"/><Relationship Id="rId136" Type="http://schemas.openxmlformats.org/officeDocument/2006/relationships/customXml" Target="../ink/ink1610.xml"/><Relationship Id="rId178" Type="http://schemas.openxmlformats.org/officeDocument/2006/relationships/customXml" Target="../ink/ink1631.xml"/><Relationship Id="rId301" Type="http://schemas.openxmlformats.org/officeDocument/2006/relationships/image" Target="../media/image1406.png"/><Relationship Id="rId343" Type="http://schemas.openxmlformats.org/officeDocument/2006/relationships/image" Target="../media/image1426.png"/><Relationship Id="rId82" Type="http://schemas.openxmlformats.org/officeDocument/2006/relationships/customXml" Target="../ink/ink1583.xml"/><Relationship Id="rId203" Type="http://schemas.openxmlformats.org/officeDocument/2006/relationships/image" Target="../media/image1357.png"/><Relationship Id="rId385" Type="http://schemas.openxmlformats.org/officeDocument/2006/relationships/image" Target="../media/image1447.png"/><Relationship Id="rId245" Type="http://schemas.openxmlformats.org/officeDocument/2006/relationships/image" Target="../media/image1378.png"/><Relationship Id="rId287" Type="http://schemas.openxmlformats.org/officeDocument/2006/relationships/image" Target="../media/image1399.png"/><Relationship Id="rId410" Type="http://schemas.openxmlformats.org/officeDocument/2006/relationships/customXml" Target="../ink/ink1747.xml"/><Relationship Id="rId452" Type="http://schemas.openxmlformats.org/officeDocument/2006/relationships/customXml" Target="../ink/ink1768.xml"/><Relationship Id="rId494" Type="http://schemas.openxmlformats.org/officeDocument/2006/relationships/customXml" Target="../ink/ink1789.xml"/><Relationship Id="rId508" Type="http://schemas.openxmlformats.org/officeDocument/2006/relationships/customXml" Target="../ink/ink1796.xml"/><Relationship Id="rId105" Type="http://schemas.openxmlformats.org/officeDocument/2006/relationships/image" Target="../media/image1309.png"/><Relationship Id="rId147" Type="http://schemas.openxmlformats.org/officeDocument/2006/relationships/image" Target="../media/image1330.png"/><Relationship Id="rId312" Type="http://schemas.openxmlformats.org/officeDocument/2006/relationships/customXml" Target="../ink/ink1698.xml"/><Relationship Id="rId354" Type="http://schemas.openxmlformats.org/officeDocument/2006/relationships/customXml" Target="../ink/ink1719.xml"/><Relationship Id="rId51" Type="http://schemas.openxmlformats.org/officeDocument/2006/relationships/image" Target="../media/image28.png"/><Relationship Id="rId93" Type="http://schemas.openxmlformats.org/officeDocument/2006/relationships/image" Target="../media/image1303.png"/><Relationship Id="rId189" Type="http://schemas.openxmlformats.org/officeDocument/2006/relationships/image" Target="../media/image1351.png"/><Relationship Id="rId396" Type="http://schemas.openxmlformats.org/officeDocument/2006/relationships/customXml" Target="../ink/ink1740.xml"/><Relationship Id="rId214" Type="http://schemas.openxmlformats.org/officeDocument/2006/relationships/customXml" Target="../ink/ink1649.xml"/><Relationship Id="rId256" Type="http://schemas.openxmlformats.org/officeDocument/2006/relationships/customXml" Target="../ink/ink1670.xml"/><Relationship Id="rId298" Type="http://schemas.openxmlformats.org/officeDocument/2006/relationships/customXml" Target="../ink/ink1691.xml"/><Relationship Id="rId421" Type="http://schemas.openxmlformats.org/officeDocument/2006/relationships/image" Target="../media/image1465.png"/><Relationship Id="rId463" Type="http://schemas.openxmlformats.org/officeDocument/2006/relationships/image" Target="../media/image1486.png"/><Relationship Id="rId519" Type="http://schemas.openxmlformats.org/officeDocument/2006/relationships/image" Target="../media/image1512.png"/><Relationship Id="rId116" Type="http://schemas.openxmlformats.org/officeDocument/2006/relationships/customXml" Target="../ink/ink1600.xml"/><Relationship Id="rId158" Type="http://schemas.openxmlformats.org/officeDocument/2006/relationships/customXml" Target="../ink/ink1621.xml"/><Relationship Id="rId323" Type="http://schemas.openxmlformats.org/officeDocument/2006/relationships/image" Target="../media/image1416.png"/><Relationship Id="rId20" Type="http://schemas.openxmlformats.org/officeDocument/2006/relationships/customXml" Target="../ink/ink1552.xml"/><Relationship Id="rId62" Type="http://schemas.openxmlformats.org/officeDocument/2006/relationships/customXml" Target="../ink/ink1573.xml"/><Relationship Id="rId365" Type="http://schemas.openxmlformats.org/officeDocument/2006/relationships/image" Target="../media/image1437.png"/><Relationship Id="rId225" Type="http://schemas.openxmlformats.org/officeDocument/2006/relationships/image" Target="../media/image1368.png"/><Relationship Id="rId267" Type="http://schemas.openxmlformats.org/officeDocument/2006/relationships/image" Target="../media/image1389.png"/><Relationship Id="rId432" Type="http://schemas.openxmlformats.org/officeDocument/2006/relationships/customXml" Target="../ink/ink1758.xml"/><Relationship Id="rId474" Type="http://schemas.openxmlformats.org/officeDocument/2006/relationships/customXml" Target="../ink/ink1779.xml"/><Relationship Id="rId127" Type="http://schemas.openxmlformats.org/officeDocument/2006/relationships/image" Target="../media/image1320.png"/><Relationship Id="rId31" Type="http://schemas.openxmlformats.org/officeDocument/2006/relationships/image" Target="../media/image18.png"/><Relationship Id="rId73" Type="http://schemas.openxmlformats.org/officeDocument/2006/relationships/image" Target="../media/image1293.png"/><Relationship Id="rId169" Type="http://schemas.openxmlformats.org/officeDocument/2006/relationships/image" Target="../media/image1341.png"/><Relationship Id="rId334" Type="http://schemas.openxmlformats.org/officeDocument/2006/relationships/customXml" Target="../ink/ink1709.xml"/><Relationship Id="rId376" Type="http://schemas.openxmlformats.org/officeDocument/2006/relationships/customXml" Target="../ink/ink1730.xml"/><Relationship Id="rId4" Type="http://schemas.openxmlformats.org/officeDocument/2006/relationships/customXml" Target="../ink/ink1544.xml"/><Relationship Id="rId180" Type="http://schemas.openxmlformats.org/officeDocument/2006/relationships/customXml" Target="../ink/ink1632.xml"/><Relationship Id="rId236" Type="http://schemas.openxmlformats.org/officeDocument/2006/relationships/customXml" Target="../ink/ink1660.xml"/><Relationship Id="rId278" Type="http://schemas.openxmlformats.org/officeDocument/2006/relationships/customXml" Target="../ink/ink1681.xml"/><Relationship Id="rId401" Type="http://schemas.openxmlformats.org/officeDocument/2006/relationships/image" Target="../media/image1455.png"/><Relationship Id="rId443" Type="http://schemas.openxmlformats.org/officeDocument/2006/relationships/image" Target="../media/image1476.png"/><Relationship Id="rId303" Type="http://schemas.openxmlformats.org/officeDocument/2006/relationships/image" Target="../media/image1407.png"/><Relationship Id="rId485" Type="http://schemas.openxmlformats.org/officeDocument/2006/relationships/image" Target="../media/image1496.png"/><Relationship Id="rId42" Type="http://schemas.openxmlformats.org/officeDocument/2006/relationships/customXml" Target="../ink/ink1563.xml"/><Relationship Id="rId84" Type="http://schemas.openxmlformats.org/officeDocument/2006/relationships/customXml" Target="../ink/ink1584.xml"/><Relationship Id="rId138" Type="http://schemas.openxmlformats.org/officeDocument/2006/relationships/customXml" Target="../ink/ink1611.xml"/><Relationship Id="rId345" Type="http://schemas.openxmlformats.org/officeDocument/2006/relationships/image" Target="../media/image1427.png"/><Relationship Id="rId387" Type="http://schemas.openxmlformats.org/officeDocument/2006/relationships/image" Target="../media/image1448.png"/><Relationship Id="rId510" Type="http://schemas.openxmlformats.org/officeDocument/2006/relationships/customXml" Target="../ink/ink1797.xml"/><Relationship Id="rId191" Type="http://schemas.openxmlformats.org/officeDocument/2006/relationships/image" Target="../media/image1352.png"/><Relationship Id="rId205" Type="http://schemas.openxmlformats.org/officeDocument/2006/relationships/image" Target="../media/image1358.png"/><Relationship Id="rId247" Type="http://schemas.openxmlformats.org/officeDocument/2006/relationships/image" Target="../media/image1379.png"/><Relationship Id="rId412" Type="http://schemas.openxmlformats.org/officeDocument/2006/relationships/customXml" Target="../ink/ink1748.xml"/><Relationship Id="rId107" Type="http://schemas.openxmlformats.org/officeDocument/2006/relationships/image" Target="../media/image1310.png"/><Relationship Id="rId289" Type="http://schemas.openxmlformats.org/officeDocument/2006/relationships/image" Target="../media/image1400.png"/><Relationship Id="rId454" Type="http://schemas.openxmlformats.org/officeDocument/2006/relationships/customXml" Target="../ink/ink1769.xml"/><Relationship Id="rId496" Type="http://schemas.openxmlformats.org/officeDocument/2006/relationships/customXml" Target="../ink/ink1790.xml"/><Relationship Id="rId11" Type="http://schemas.openxmlformats.org/officeDocument/2006/relationships/image" Target="../media/image8.png"/><Relationship Id="rId53" Type="http://schemas.openxmlformats.org/officeDocument/2006/relationships/image" Target="../media/image29.png"/><Relationship Id="rId149" Type="http://schemas.openxmlformats.org/officeDocument/2006/relationships/image" Target="../media/image1331.png"/><Relationship Id="rId314" Type="http://schemas.openxmlformats.org/officeDocument/2006/relationships/customXml" Target="../ink/ink1699.xml"/><Relationship Id="rId356" Type="http://schemas.openxmlformats.org/officeDocument/2006/relationships/customXml" Target="../ink/ink1720.xml"/><Relationship Id="rId398" Type="http://schemas.openxmlformats.org/officeDocument/2006/relationships/customXml" Target="../ink/ink1741.xml"/><Relationship Id="rId521" Type="http://schemas.openxmlformats.org/officeDocument/2006/relationships/image" Target="../media/image1513.png"/><Relationship Id="rId95" Type="http://schemas.openxmlformats.org/officeDocument/2006/relationships/image" Target="../media/image1304.png"/><Relationship Id="rId160" Type="http://schemas.openxmlformats.org/officeDocument/2006/relationships/customXml" Target="../ink/ink1622.xml"/><Relationship Id="rId216" Type="http://schemas.openxmlformats.org/officeDocument/2006/relationships/customXml" Target="../ink/ink1650.xml"/><Relationship Id="rId423" Type="http://schemas.openxmlformats.org/officeDocument/2006/relationships/image" Target="../media/image1466.png"/><Relationship Id="rId258" Type="http://schemas.openxmlformats.org/officeDocument/2006/relationships/customXml" Target="../ink/ink1671.xml"/><Relationship Id="rId465" Type="http://schemas.openxmlformats.org/officeDocument/2006/relationships/image" Target="../media/image1487.png"/><Relationship Id="rId22" Type="http://schemas.openxmlformats.org/officeDocument/2006/relationships/customXml" Target="../ink/ink1553.xml"/><Relationship Id="rId64" Type="http://schemas.openxmlformats.org/officeDocument/2006/relationships/customXml" Target="../ink/ink1574.xml"/><Relationship Id="rId118" Type="http://schemas.openxmlformats.org/officeDocument/2006/relationships/customXml" Target="../ink/ink1601.xml"/><Relationship Id="rId325" Type="http://schemas.openxmlformats.org/officeDocument/2006/relationships/image" Target="../media/image1417.png"/><Relationship Id="rId367" Type="http://schemas.openxmlformats.org/officeDocument/2006/relationships/image" Target="../media/image1438.png"/><Relationship Id="rId171" Type="http://schemas.openxmlformats.org/officeDocument/2006/relationships/image" Target="../media/image1342.png"/><Relationship Id="rId227" Type="http://schemas.openxmlformats.org/officeDocument/2006/relationships/image" Target="../media/image1369.png"/><Relationship Id="rId269" Type="http://schemas.openxmlformats.org/officeDocument/2006/relationships/image" Target="../media/image1390.png"/><Relationship Id="rId434" Type="http://schemas.openxmlformats.org/officeDocument/2006/relationships/customXml" Target="../ink/ink1759.xml"/><Relationship Id="rId476" Type="http://schemas.openxmlformats.org/officeDocument/2006/relationships/customXml" Target="../ink/ink1780.xml"/><Relationship Id="rId33" Type="http://schemas.openxmlformats.org/officeDocument/2006/relationships/image" Target="../media/image19.png"/><Relationship Id="rId129" Type="http://schemas.openxmlformats.org/officeDocument/2006/relationships/image" Target="../media/image1321.png"/><Relationship Id="rId280" Type="http://schemas.openxmlformats.org/officeDocument/2006/relationships/customXml" Target="../ink/ink1682.xml"/><Relationship Id="rId336" Type="http://schemas.openxmlformats.org/officeDocument/2006/relationships/customXml" Target="../ink/ink1710.xml"/><Relationship Id="rId501" Type="http://schemas.openxmlformats.org/officeDocument/2006/relationships/image" Target="../media/image1504.png"/><Relationship Id="rId75" Type="http://schemas.openxmlformats.org/officeDocument/2006/relationships/image" Target="../media/image1294.png"/><Relationship Id="rId140" Type="http://schemas.openxmlformats.org/officeDocument/2006/relationships/customXml" Target="../ink/ink1612.xml"/><Relationship Id="rId182" Type="http://schemas.openxmlformats.org/officeDocument/2006/relationships/customXml" Target="../ink/ink1633.xml"/><Relationship Id="rId378" Type="http://schemas.openxmlformats.org/officeDocument/2006/relationships/customXml" Target="../ink/ink1731.xml"/><Relationship Id="rId403" Type="http://schemas.openxmlformats.org/officeDocument/2006/relationships/image" Target="../media/image1456.png"/><Relationship Id="rId6" Type="http://schemas.openxmlformats.org/officeDocument/2006/relationships/customXml" Target="../ink/ink1545.xml"/><Relationship Id="rId238" Type="http://schemas.openxmlformats.org/officeDocument/2006/relationships/customXml" Target="../ink/ink1661.xml"/><Relationship Id="rId445" Type="http://schemas.openxmlformats.org/officeDocument/2006/relationships/image" Target="../media/image1477.png"/><Relationship Id="rId487" Type="http://schemas.openxmlformats.org/officeDocument/2006/relationships/image" Target="../media/image1497.png"/><Relationship Id="rId291" Type="http://schemas.openxmlformats.org/officeDocument/2006/relationships/image" Target="../media/image1401.png"/><Relationship Id="rId305" Type="http://schemas.openxmlformats.org/officeDocument/2006/relationships/image" Target="../media/image1408.png"/><Relationship Id="rId347" Type="http://schemas.openxmlformats.org/officeDocument/2006/relationships/image" Target="../media/image1428.png"/><Relationship Id="rId512" Type="http://schemas.openxmlformats.org/officeDocument/2006/relationships/customXml" Target="../ink/ink1798.xml"/><Relationship Id="rId44" Type="http://schemas.openxmlformats.org/officeDocument/2006/relationships/customXml" Target="../ink/ink1564.xml"/><Relationship Id="rId86" Type="http://schemas.openxmlformats.org/officeDocument/2006/relationships/customXml" Target="../ink/ink1585.xml"/><Relationship Id="rId151" Type="http://schemas.openxmlformats.org/officeDocument/2006/relationships/image" Target="../media/image1332.png"/><Relationship Id="rId389" Type="http://schemas.openxmlformats.org/officeDocument/2006/relationships/image" Target="../media/image1449.png"/><Relationship Id="rId193" Type="http://schemas.openxmlformats.org/officeDocument/2006/relationships/image" Target="../media/image1353.png"/><Relationship Id="rId207" Type="http://schemas.openxmlformats.org/officeDocument/2006/relationships/image" Target="../media/image1359.png"/><Relationship Id="rId249" Type="http://schemas.openxmlformats.org/officeDocument/2006/relationships/image" Target="../media/image1380.png"/><Relationship Id="rId414" Type="http://schemas.openxmlformats.org/officeDocument/2006/relationships/customXml" Target="../ink/ink1749.xml"/><Relationship Id="rId456" Type="http://schemas.openxmlformats.org/officeDocument/2006/relationships/customXml" Target="../ink/ink1770.xml"/><Relationship Id="rId498" Type="http://schemas.openxmlformats.org/officeDocument/2006/relationships/customXml" Target="../ink/ink1791.xml"/><Relationship Id="rId13" Type="http://schemas.openxmlformats.org/officeDocument/2006/relationships/image" Target="../media/image9.png"/><Relationship Id="rId109" Type="http://schemas.openxmlformats.org/officeDocument/2006/relationships/image" Target="../media/image1311.png"/><Relationship Id="rId260" Type="http://schemas.openxmlformats.org/officeDocument/2006/relationships/customXml" Target="../ink/ink1672.xml"/><Relationship Id="rId316" Type="http://schemas.openxmlformats.org/officeDocument/2006/relationships/customXml" Target="../ink/ink1700.xml"/><Relationship Id="rId523" Type="http://schemas.openxmlformats.org/officeDocument/2006/relationships/image" Target="../media/image1514.png"/><Relationship Id="rId55" Type="http://schemas.openxmlformats.org/officeDocument/2006/relationships/image" Target="../media/image1284.png"/><Relationship Id="rId97" Type="http://schemas.openxmlformats.org/officeDocument/2006/relationships/image" Target="../media/image1305.png"/><Relationship Id="rId120" Type="http://schemas.openxmlformats.org/officeDocument/2006/relationships/customXml" Target="../ink/ink1602.xml"/><Relationship Id="rId358" Type="http://schemas.openxmlformats.org/officeDocument/2006/relationships/customXml" Target="../ink/ink1721.xml"/><Relationship Id="rId162" Type="http://schemas.openxmlformats.org/officeDocument/2006/relationships/customXml" Target="../ink/ink1623.xml"/><Relationship Id="rId218" Type="http://schemas.openxmlformats.org/officeDocument/2006/relationships/customXml" Target="../ink/ink1651.xml"/><Relationship Id="rId425" Type="http://schemas.openxmlformats.org/officeDocument/2006/relationships/image" Target="../media/image1467.png"/><Relationship Id="rId467" Type="http://schemas.openxmlformats.org/officeDocument/2006/relationships/image" Target="../media/image321.png"/><Relationship Id="rId271" Type="http://schemas.openxmlformats.org/officeDocument/2006/relationships/image" Target="../media/image1391.png"/><Relationship Id="rId24" Type="http://schemas.openxmlformats.org/officeDocument/2006/relationships/customXml" Target="../ink/ink1554.xml"/><Relationship Id="rId66" Type="http://schemas.openxmlformats.org/officeDocument/2006/relationships/customXml" Target="../ink/ink1575.xml"/><Relationship Id="rId131" Type="http://schemas.openxmlformats.org/officeDocument/2006/relationships/image" Target="../media/image1322.png"/><Relationship Id="rId327" Type="http://schemas.openxmlformats.org/officeDocument/2006/relationships/image" Target="../media/image1418.png"/><Relationship Id="rId369" Type="http://schemas.openxmlformats.org/officeDocument/2006/relationships/image" Target="../media/image1439.png"/><Relationship Id="rId173" Type="http://schemas.openxmlformats.org/officeDocument/2006/relationships/image" Target="../media/image1343.png"/><Relationship Id="rId229" Type="http://schemas.openxmlformats.org/officeDocument/2006/relationships/image" Target="../media/image1370.png"/><Relationship Id="rId380" Type="http://schemas.openxmlformats.org/officeDocument/2006/relationships/customXml" Target="../ink/ink1732.xml"/><Relationship Id="rId436" Type="http://schemas.openxmlformats.org/officeDocument/2006/relationships/customXml" Target="../ink/ink1760.xml"/><Relationship Id="rId240" Type="http://schemas.openxmlformats.org/officeDocument/2006/relationships/customXml" Target="../ink/ink1662.xml"/><Relationship Id="rId478" Type="http://schemas.openxmlformats.org/officeDocument/2006/relationships/customXml" Target="../ink/ink1781.xml"/><Relationship Id="rId35" Type="http://schemas.openxmlformats.org/officeDocument/2006/relationships/image" Target="../media/image20.png"/><Relationship Id="rId77" Type="http://schemas.openxmlformats.org/officeDocument/2006/relationships/image" Target="../media/image1295.png"/><Relationship Id="rId100" Type="http://schemas.openxmlformats.org/officeDocument/2006/relationships/customXml" Target="../ink/ink1592.xml"/><Relationship Id="rId282" Type="http://schemas.openxmlformats.org/officeDocument/2006/relationships/customXml" Target="../ink/ink1683.xml"/><Relationship Id="rId338" Type="http://schemas.openxmlformats.org/officeDocument/2006/relationships/customXml" Target="../ink/ink1711.xml"/><Relationship Id="rId503" Type="http://schemas.openxmlformats.org/officeDocument/2006/relationships/image" Target="../media/image1139.png"/><Relationship Id="rId8" Type="http://schemas.openxmlformats.org/officeDocument/2006/relationships/customXml" Target="../ink/ink1546.xml"/><Relationship Id="rId142" Type="http://schemas.openxmlformats.org/officeDocument/2006/relationships/customXml" Target="../ink/ink1613.xml"/><Relationship Id="rId184" Type="http://schemas.openxmlformats.org/officeDocument/2006/relationships/customXml" Target="../ink/ink1634.xml"/><Relationship Id="rId391" Type="http://schemas.openxmlformats.org/officeDocument/2006/relationships/image" Target="../media/image1450.png"/><Relationship Id="rId405" Type="http://schemas.openxmlformats.org/officeDocument/2006/relationships/image" Target="../media/image1457.png"/><Relationship Id="rId447" Type="http://schemas.openxmlformats.org/officeDocument/2006/relationships/image" Target="../media/image1478.png"/><Relationship Id="rId251" Type="http://schemas.openxmlformats.org/officeDocument/2006/relationships/image" Target="../media/image1381.png"/><Relationship Id="rId489" Type="http://schemas.openxmlformats.org/officeDocument/2006/relationships/image" Target="../media/image1498.png"/><Relationship Id="rId46" Type="http://schemas.openxmlformats.org/officeDocument/2006/relationships/customXml" Target="../ink/ink1565.xml"/><Relationship Id="rId293" Type="http://schemas.openxmlformats.org/officeDocument/2006/relationships/image" Target="../media/image1402.png"/><Relationship Id="rId307" Type="http://schemas.openxmlformats.org/officeDocument/2006/relationships/image" Target="../media/image848.png"/><Relationship Id="rId349" Type="http://schemas.openxmlformats.org/officeDocument/2006/relationships/image" Target="../media/image1429.png"/><Relationship Id="rId514" Type="http://schemas.openxmlformats.org/officeDocument/2006/relationships/customXml" Target="../ink/ink1799.xml"/><Relationship Id="rId88" Type="http://schemas.openxmlformats.org/officeDocument/2006/relationships/customXml" Target="../ink/ink1586.xml"/><Relationship Id="rId111" Type="http://schemas.openxmlformats.org/officeDocument/2006/relationships/image" Target="../media/image1312.png"/><Relationship Id="rId153" Type="http://schemas.openxmlformats.org/officeDocument/2006/relationships/image" Target="../media/image1333.png"/><Relationship Id="rId195" Type="http://schemas.openxmlformats.org/officeDocument/2006/relationships/image" Target="../media/image1354.png"/><Relationship Id="rId209" Type="http://schemas.openxmlformats.org/officeDocument/2006/relationships/image" Target="../media/image1360.png"/><Relationship Id="rId360" Type="http://schemas.openxmlformats.org/officeDocument/2006/relationships/customXml" Target="../ink/ink1722.xml"/><Relationship Id="rId416" Type="http://schemas.openxmlformats.org/officeDocument/2006/relationships/customXml" Target="../ink/ink1750.xml"/><Relationship Id="rId220" Type="http://schemas.openxmlformats.org/officeDocument/2006/relationships/customXml" Target="../ink/ink1652.xml"/><Relationship Id="rId458" Type="http://schemas.openxmlformats.org/officeDocument/2006/relationships/customXml" Target="../ink/ink1771.xml"/><Relationship Id="rId15" Type="http://schemas.openxmlformats.org/officeDocument/2006/relationships/image" Target="../media/image10.png"/><Relationship Id="rId57" Type="http://schemas.openxmlformats.org/officeDocument/2006/relationships/image" Target="../media/image1285.png"/><Relationship Id="rId262" Type="http://schemas.openxmlformats.org/officeDocument/2006/relationships/customXml" Target="../ink/ink1673.xml"/><Relationship Id="rId318" Type="http://schemas.openxmlformats.org/officeDocument/2006/relationships/customXml" Target="../ink/ink1701.xml"/><Relationship Id="rId525" Type="http://schemas.openxmlformats.org/officeDocument/2006/relationships/image" Target="../media/image1515.png"/><Relationship Id="rId99" Type="http://schemas.openxmlformats.org/officeDocument/2006/relationships/image" Target="../media/image1306.png"/><Relationship Id="rId122" Type="http://schemas.openxmlformats.org/officeDocument/2006/relationships/customXml" Target="../ink/ink1603.xml"/><Relationship Id="rId164" Type="http://schemas.openxmlformats.org/officeDocument/2006/relationships/customXml" Target="../ink/ink1624.xml"/><Relationship Id="rId371" Type="http://schemas.openxmlformats.org/officeDocument/2006/relationships/image" Target="../media/image1440.png"/><Relationship Id="rId427" Type="http://schemas.openxmlformats.org/officeDocument/2006/relationships/image" Target="../media/image1468.png"/><Relationship Id="rId469" Type="http://schemas.openxmlformats.org/officeDocument/2006/relationships/image" Target="../media/image1488.png"/><Relationship Id="rId26" Type="http://schemas.openxmlformats.org/officeDocument/2006/relationships/customXml" Target="../ink/ink1555.xml"/><Relationship Id="rId231" Type="http://schemas.openxmlformats.org/officeDocument/2006/relationships/image" Target="../media/image1371.png"/><Relationship Id="rId273" Type="http://schemas.openxmlformats.org/officeDocument/2006/relationships/image" Target="../media/image1392.png"/><Relationship Id="rId329" Type="http://schemas.openxmlformats.org/officeDocument/2006/relationships/image" Target="../media/image1419.png"/><Relationship Id="rId480" Type="http://schemas.openxmlformats.org/officeDocument/2006/relationships/customXml" Target="../ink/ink1782.xml"/><Relationship Id="rId68" Type="http://schemas.openxmlformats.org/officeDocument/2006/relationships/customXml" Target="../ink/ink1576.xml"/><Relationship Id="rId133" Type="http://schemas.openxmlformats.org/officeDocument/2006/relationships/image" Target="../media/image1323.png"/><Relationship Id="rId175" Type="http://schemas.openxmlformats.org/officeDocument/2006/relationships/image" Target="../media/image1344.png"/><Relationship Id="rId340" Type="http://schemas.openxmlformats.org/officeDocument/2006/relationships/customXml" Target="../ink/ink1712.xml"/><Relationship Id="rId200" Type="http://schemas.openxmlformats.org/officeDocument/2006/relationships/customXml" Target="../ink/ink1642.xml"/><Relationship Id="rId382" Type="http://schemas.openxmlformats.org/officeDocument/2006/relationships/customXml" Target="../ink/ink1733.xml"/><Relationship Id="rId438" Type="http://schemas.openxmlformats.org/officeDocument/2006/relationships/customXml" Target="../ink/ink1761.xml"/><Relationship Id="rId242" Type="http://schemas.openxmlformats.org/officeDocument/2006/relationships/customXml" Target="../ink/ink1663.xml"/><Relationship Id="rId284" Type="http://schemas.openxmlformats.org/officeDocument/2006/relationships/customXml" Target="../ink/ink1684.xml"/><Relationship Id="rId491" Type="http://schemas.openxmlformats.org/officeDocument/2006/relationships/image" Target="../media/image1499.png"/><Relationship Id="rId505" Type="http://schemas.openxmlformats.org/officeDocument/2006/relationships/image" Target="../media/image1505.png"/><Relationship Id="rId37" Type="http://schemas.openxmlformats.org/officeDocument/2006/relationships/image" Target="../media/image21.png"/><Relationship Id="rId79" Type="http://schemas.openxmlformats.org/officeDocument/2006/relationships/image" Target="../media/image1296.png"/><Relationship Id="rId102" Type="http://schemas.openxmlformats.org/officeDocument/2006/relationships/customXml" Target="../ink/ink1593.xml"/><Relationship Id="rId144" Type="http://schemas.openxmlformats.org/officeDocument/2006/relationships/customXml" Target="../ink/ink1614.xml"/><Relationship Id="rId90" Type="http://schemas.openxmlformats.org/officeDocument/2006/relationships/customXml" Target="../ink/ink1587.xml"/><Relationship Id="rId186" Type="http://schemas.openxmlformats.org/officeDocument/2006/relationships/customXml" Target="../ink/ink1635.xml"/><Relationship Id="rId351" Type="http://schemas.openxmlformats.org/officeDocument/2006/relationships/image" Target="../media/image1430.png"/><Relationship Id="rId393" Type="http://schemas.openxmlformats.org/officeDocument/2006/relationships/image" Target="../media/image1451.png"/><Relationship Id="rId407" Type="http://schemas.openxmlformats.org/officeDocument/2006/relationships/image" Target="../media/image1458.png"/><Relationship Id="rId449" Type="http://schemas.openxmlformats.org/officeDocument/2006/relationships/image" Target="../media/image1479.png"/><Relationship Id="rId211" Type="http://schemas.openxmlformats.org/officeDocument/2006/relationships/image" Target="../media/image1361.png"/><Relationship Id="rId253" Type="http://schemas.openxmlformats.org/officeDocument/2006/relationships/image" Target="../media/image1382.png"/><Relationship Id="rId295" Type="http://schemas.openxmlformats.org/officeDocument/2006/relationships/image" Target="../media/image1403.png"/><Relationship Id="rId309" Type="http://schemas.openxmlformats.org/officeDocument/2006/relationships/image" Target="../media/image1409.png"/><Relationship Id="rId460" Type="http://schemas.openxmlformats.org/officeDocument/2006/relationships/customXml" Target="../ink/ink1772.xml"/><Relationship Id="rId516" Type="http://schemas.openxmlformats.org/officeDocument/2006/relationships/customXml" Target="../ink/ink1800.xml"/><Relationship Id="rId48" Type="http://schemas.openxmlformats.org/officeDocument/2006/relationships/customXml" Target="../ink/ink1566.xml"/><Relationship Id="rId113" Type="http://schemas.openxmlformats.org/officeDocument/2006/relationships/image" Target="../media/image1313.png"/><Relationship Id="rId320" Type="http://schemas.openxmlformats.org/officeDocument/2006/relationships/customXml" Target="../ink/ink1702.xml"/><Relationship Id="rId155" Type="http://schemas.openxmlformats.org/officeDocument/2006/relationships/image" Target="../media/image1334.png"/><Relationship Id="rId197" Type="http://schemas.openxmlformats.org/officeDocument/2006/relationships/image" Target="../media/image847.png"/><Relationship Id="rId362" Type="http://schemas.openxmlformats.org/officeDocument/2006/relationships/customXml" Target="../ink/ink1723.xml"/><Relationship Id="rId418" Type="http://schemas.openxmlformats.org/officeDocument/2006/relationships/customXml" Target="../ink/ink1751.xml"/><Relationship Id="rId222" Type="http://schemas.openxmlformats.org/officeDocument/2006/relationships/customXml" Target="../ink/ink1653.xml"/><Relationship Id="rId264" Type="http://schemas.openxmlformats.org/officeDocument/2006/relationships/customXml" Target="../ink/ink1674.xml"/><Relationship Id="rId471" Type="http://schemas.openxmlformats.org/officeDocument/2006/relationships/image" Target="../media/image1489.png"/><Relationship Id="rId17" Type="http://schemas.openxmlformats.org/officeDocument/2006/relationships/image" Target="../media/image11.png"/><Relationship Id="rId59" Type="http://schemas.openxmlformats.org/officeDocument/2006/relationships/image" Target="../media/image1286.png"/><Relationship Id="rId124" Type="http://schemas.openxmlformats.org/officeDocument/2006/relationships/customXml" Target="../ink/ink1604.xml"/><Relationship Id="rId527" Type="http://schemas.openxmlformats.org/officeDocument/2006/relationships/image" Target="../media/image1516.png"/><Relationship Id="rId70" Type="http://schemas.openxmlformats.org/officeDocument/2006/relationships/customXml" Target="../ink/ink1577.xml"/><Relationship Id="rId166" Type="http://schemas.openxmlformats.org/officeDocument/2006/relationships/customXml" Target="../ink/ink1625.xml"/><Relationship Id="rId331" Type="http://schemas.openxmlformats.org/officeDocument/2006/relationships/image" Target="../media/image1420.png"/><Relationship Id="rId373" Type="http://schemas.openxmlformats.org/officeDocument/2006/relationships/image" Target="../media/image1441.png"/><Relationship Id="rId429" Type="http://schemas.openxmlformats.org/officeDocument/2006/relationships/image" Target="../media/image1469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372.png"/><Relationship Id="rId440" Type="http://schemas.openxmlformats.org/officeDocument/2006/relationships/customXml" Target="../ink/ink1762.xml"/><Relationship Id="rId28" Type="http://schemas.openxmlformats.org/officeDocument/2006/relationships/customXml" Target="../ink/ink1556.xml"/><Relationship Id="rId275" Type="http://schemas.openxmlformats.org/officeDocument/2006/relationships/image" Target="../media/image1393.png"/><Relationship Id="rId300" Type="http://schemas.openxmlformats.org/officeDocument/2006/relationships/customXml" Target="../ink/ink1692.xml"/><Relationship Id="rId482" Type="http://schemas.openxmlformats.org/officeDocument/2006/relationships/customXml" Target="../ink/ink1783.xml"/><Relationship Id="rId81" Type="http://schemas.openxmlformats.org/officeDocument/2006/relationships/image" Target="../media/image1297.png"/><Relationship Id="rId135" Type="http://schemas.openxmlformats.org/officeDocument/2006/relationships/image" Target="../media/image1324.png"/><Relationship Id="rId177" Type="http://schemas.openxmlformats.org/officeDocument/2006/relationships/image" Target="../media/image1345.png"/><Relationship Id="rId342" Type="http://schemas.openxmlformats.org/officeDocument/2006/relationships/customXml" Target="../ink/ink1713.xml"/><Relationship Id="rId384" Type="http://schemas.openxmlformats.org/officeDocument/2006/relationships/customXml" Target="../ink/ink1734.xml"/><Relationship Id="rId202" Type="http://schemas.openxmlformats.org/officeDocument/2006/relationships/customXml" Target="../ink/ink1643.xml"/><Relationship Id="rId244" Type="http://schemas.openxmlformats.org/officeDocument/2006/relationships/customXml" Target="../ink/ink1664.xml"/><Relationship Id="rId39" Type="http://schemas.openxmlformats.org/officeDocument/2006/relationships/image" Target="../media/image22.png"/><Relationship Id="rId286" Type="http://schemas.openxmlformats.org/officeDocument/2006/relationships/customXml" Target="../ink/ink1685.xml"/><Relationship Id="rId451" Type="http://schemas.openxmlformats.org/officeDocument/2006/relationships/image" Target="../media/image1480.png"/><Relationship Id="rId493" Type="http://schemas.openxmlformats.org/officeDocument/2006/relationships/image" Target="../media/image1500.png"/><Relationship Id="rId507" Type="http://schemas.openxmlformats.org/officeDocument/2006/relationships/image" Target="../media/image1506.png"/><Relationship Id="rId50" Type="http://schemas.openxmlformats.org/officeDocument/2006/relationships/customXml" Target="../ink/ink1567.xml"/><Relationship Id="rId104" Type="http://schemas.openxmlformats.org/officeDocument/2006/relationships/customXml" Target="../ink/ink1594.xml"/><Relationship Id="rId146" Type="http://schemas.openxmlformats.org/officeDocument/2006/relationships/customXml" Target="../ink/ink1615.xml"/><Relationship Id="rId188" Type="http://schemas.openxmlformats.org/officeDocument/2006/relationships/customXml" Target="../ink/ink1636.xml"/><Relationship Id="rId311" Type="http://schemas.openxmlformats.org/officeDocument/2006/relationships/image" Target="../media/image1410.png"/><Relationship Id="rId353" Type="http://schemas.openxmlformats.org/officeDocument/2006/relationships/image" Target="../media/image1431.png"/><Relationship Id="rId395" Type="http://schemas.openxmlformats.org/officeDocument/2006/relationships/image" Target="../media/image1452.png"/><Relationship Id="rId409" Type="http://schemas.openxmlformats.org/officeDocument/2006/relationships/image" Target="../media/image1459.png"/><Relationship Id="rId92" Type="http://schemas.openxmlformats.org/officeDocument/2006/relationships/customXml" Target="../ink/ink1588.xml"/><Relationship Id="rId213" Type="http://schemas.openxmlformats.org/officeDocument/2006/relationships/image" Target="../media/image1362.png"/><Relationship Id="rId420" Type="http://schemas.openxmlformats.org/officeDocument/2006/relationships/customXml" Target="../ink/ink1752.xml"/><Relationship Id="rId255" Type="http://schemas.openxmlformats.org/officeDocument/2006/relationships/image" Target="../media/image1383.png"/><Relationship Id="rId297" Type="http://schemas.openxmlformats.org/officeDocument/2006/relationships/image" Target="../media/image1404.png"/><Relationship Id="rId462" Type="http://schemas.openxmlformats.org/officeDocument/2006/relationships/customXml" Target="../ink/ink1773.xml"/><Relationship Id="rId518" Type="http://schemas.openxmlformats.org/officeDocument/2006/relationships/customXml" Target="../ink/ink1801.xml"/><Relationship Id="rId115" Type="http://schemas.openxmlformats.org/officeDocument/2006/relationships/image" Target="../media/image1314.png"/><Relationship Id="rId157" Type="http://schemas.openxmlformats.org/officeDocument/2006/relationships/image" Target="../media/image1335.png"/><Relationship Id="rId322" Type="http://schemas.openxmlformats.org/officeDocument/2006/relationships/customXml" Target="../ink/ink1703.xml"/><Relationship Id="rId364" Type="http://schemas.openxmlformats.org/officeDocument/2006/relationships/customXml" Target="../ink/ink1724.xml"/><Relationship Id="rId61" Type="http://schemas.openxmlformats.org/officeDocument/2006/relationships/image" Target="../media/image1287.png"/><Relationship Id="rId199" Type="http://schemas.openxmlformats.org/officeDocument/2006/relationships/image" Target="../media/image1355.png"/><Relationship Id="rId19" Type="http://schemas.openxmlformats.org/officeDocument/2006/relationships/image" Target="../media/image12.png"/><Relationship Id="rId224" Type="http://schemas.openxmlformats.org/officeDocument/2006/relationships/customXml" Target="../ink/ink1654.xml"/><Relationship Id="rId266" Type="http://schemas.openxmlformats.org/officeDocument/2006/relationships/customXml" Target="../ink/ink1675.xml"/><Relationship Id="rId431" Type="http://schemas.openxmlformats.org/officeDocument/2006/relationships/image" Target="../media/image1470.png"/><Relationship Id="rId473" Type="http://schemas.openxmlformats.org/officeDocument/2006/relationships/image" Target="../media/image1490.png"/><Relationship Id="rId30" Type="http://schemas.openxmlformats.org/officeDocument/2006/relationships/customXml" Target="../ink/ink1557.xml"/><Relationship Id="rId126" Type="http://schemas.openxmlformats.org/officeDocument/2006/relationships/customXml" Target="../ink/ink1605.xml"/><Relationship Id="rId168" Type="http://schemas.openxmlformats.org/officeDocument/2006/relationships/customXml" Target="../ink/ink1626.xml"/><Relationship Id="rId333" Type="http://schemas.openxmlformats.org/officeDocument/2006/relationships/image" Target="../media/image1421.png"/><Relationship Id="rId72" Type="http://schemas.openxmlformats.org/officeDocument/2006/relationships/customXml" Target="../ink/ink1578.xml"/><Relationship Id="rId375" Type="http://schemas.openxmlformats.org/officeDocument/2006/relationships/image" Target="../media/image1442.png"/><Relationship Id="rId3" Type="http://schemas.openxmlformats.org/officeDocument/2006/relationships/image" Target="../media/image1.png"/><Relationship Id="rId235" Type="http://schemas.openxmlformats.org/officeDocument/2006/relationships/image" Target="../media/image1373.png"/><Relationship Id="rId277" Type="http://schemas.openxmlformats.org/officeDocument/2006/relationships/image" Target="../media/image1394.png"/><Relationship Id="rId400" Type="http://schemas.openxmlformats.org/officeDocument/2006/relationships/customXml" Target="../ink/ink1742.xml"/><Relationship Id="rId442" Type="http://schemas.openxmlformats.org/officeDocument/2006/relationships/customXml" Target="../ink/ink1763.xml"/><Relationship Id="rId484" Type="http://schemas.openxmlformats.org/officeDocument/2006/relationships/customXml" Target="../ink/ink1784.xml"/><Relationship Id="rId137" Type="http://schemas.openxmlformats.org/officeDocument/2006/relationships/image" Target="../media/image1325.png"/><Relationship Id="rId302" Type="http://schemas.openxmlformats.org/officeDocument/2006/relationships/customXml" Target="../ink/ink1693.xml"/><Relationship Id="rId344" Type="http://schemas.openxmlformats.org/officeDocument/2006/relationships/customXml" Target="../ink/ink1714.xml"/><Relationship Id="rId41" Type="http://schemas.openxmlformats.org/officeDocument/2006/relationships/image" Target="../media/image23.png"/><Relationship Id="rId83" Type="http://schemas.openxmlformats.org/officeDocument/2006/relationships/image" Target="../media/image1298.png"/><Relationship Id="rId179" Type="http://schemas.openxmlformats.org/officeDocument/2006/relationships/image" Target="../media/image1346.png"/><Relationship Id="rId386" Type="http://schemas.openxmlformats.org/officeDocument/2006/relationships/customXml" Target="../ink/ink1735.xml"/><Relationship Id="rId190" Type="http://schemas.openxmlformats.org/officeDocument/2006/relationships/customXml" Target="../ink/ink1637.xml"/><Relationship Id="rId204" Type="http://schemas.openxmlformats.org/officeDocument/2006/relationships/customXml" Target="../ink/ink1644.xml"/><Relationship Id="rId246" Type="http://schemas.openxmlformats.org/officeDocument/2006/relationships/customXml" Target="../ink/ink1665.xml"/><Relationship Id="rId288" Type="http://schemas.openxmlformats.org/officeDocument/2006/relationships/customXml" Target="../ink/ink1686.xml"/><Relationship Id="rId411" Type="http://schemas.openxmlformats.org/officeDocument/2006/relationships/image" Target="../media/image1460.png"/><Relationship Id="rId453" Type="http://schemas.openxmlformats.org/officeDocument/2006/relationships/image" Target="../media/image1481.png"/><Relationship Id="rId509" Type="http://schemas.openxmlformats.org/officeDocument/2006/relationships/image" Target="../media/image1507.png"/><Relationship Id="rId106" Type="http://schemas.openxmlformats.org/officeDocument/2006/relationships/customXml" Target="../ink/ink1595.xml"/><Relationship Id="rId313" Type="http://schemas.openxmlformats.org/officeDocument/2006/relationships/image" Target="../media/image1411.png"/><Relationship Id="rId495" Type="http://schemas.openxmlformats.org/officeDocument/2006/relationships/image" Target="../media/image1501.png"/><Relationship Id="rId10" Type="http://schemas.openxmlformats.org/officeDocument/2006/relationships/customXml" Target="../ink/ink1547.xml"/><Relationship Id="rId52" Type="http://schemas.openxmlformats.org/officeDocument/2006/relationships/customXml" Target="../ink/ink1568.xml"/><Relationship Id="rId94" Type="http://schemas.openxmlformats.org/officeDocument/2006/relationships/customXml" Target="../ink/ink1589.xml"/><Relationship Id="rId148" Type="http://schemas.openxmlformats.org/officeDocument/2006/relationships/customXml" Target="../ink/ink1616.xml"/><Relationship Id="rId355" Type="http://schemas.openxmlformats.org/officeDocument/2006/relationships/image" Target="../media/image1432.png"/><Relationship Id="rId397" Type="http://schemas.openxmlformats.org/officeDocument/2006/relationships/image" Target="../media/image1453.png"/><Relationship Id="rId520" Type="http://schemas.openxmlformats.org/officeDocument/2006/relationships/customXml" Target="../ink/ink1802.xml"/><Relationship Id="rId215" Type="http://schemas.openxmlformats.org/officeDocument/2006/relationships/image" Target="../media/image1363.png"/><Relationship Id="rId257" Type="http://schemas.openxmlformats.org/officeDocument/2006/relationships/image" Target="../media/image1384.png"/><Relationship Id="rId422" Type="http://schemas.openxmlformats.org/officeDocument/2006/relationships/customXml" Target="../ink/ink1753.xml"/><Relationship Id="rId464" Type="http://schemas.openxmlformats.org/officeDocument/2006/relationships/customXml" Target="../ink/ink1774.xml"/><Relationship Id="rId299" Type="http://schemas.openxmlformats.org/officeDocument/2006/relationships/image" Target="../media/image1405.png"/><Relationship Id="rId63" Type="http://schemas.openxmlformats.org/officeDocument/2006/relationships/image" Target="../media/image1288.png"/><Relationship Id="rId159" Type="http://schemas.openxmlformats.org/officeDocument/2006/relationships/image" Target="../media/image1336.png"/><Relationship Id="rId366" Type="http://schemas.openxmlformats.org/officeDocument/2006/relationships/customXml" Target="../ink/ink1725.xml"/><Relationship Id="rId226" Type="http://schemas.openxmlformats.org/officeDocument/2006/relationships/customXml" Target="../ink/ink1655.xml"/><Relationship Id="rId433" Type="http://schemas.openxmlformats.org/officeDocument/2006/relationships/image" Target="../media/image1471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73.png"/><Relationship Id="rId21" Type="http://schemas.openxmlformats.org/officeDocument/2006/relationships/image" Target="../media/image1525.png"/><Relationship Id="rId42" Type="http://schemas.openxmlformats.org/officeDocument/2006/relationships/customXml" Target="../ink/ink1826.xml"/><Relationship Id="rId63" Type="http://schemas.openxmlformats.org/officeDocument/2006/relationships/image" Target="../media/image1546.png"/><Relationship Id="rId84" Type="http://schemas.openxmlformats.org/officeDocument/2006/relationships/customXml" Target="../ink/ink1847.xml"/><Relationship Id="rId138" Type="http://schemas.openxmlformats.org/officeDocument/2006/relationships/customXml" Target="../ink/ink1874.xml"/><Relationship Id="rId159" Type="http://schemas.openxmlformats.org/officeDocument/2006/relationships/image" Target="../media/image1594.png"/><Relationship Id="rId170" Type="http://schemas.openxmlformats.org/officeDocument/2006/relationships/customXml" Target="../ink/ink1890.xml"/><Relationship Id="rId191" Type="http://schemas.openxmlformats.org/officeDocument/2006/relationships/image" Target="../media/image1610.png"/><Relationship Id="rId107" Type="http://schemas.openxmlformats.org/officeDocument/2006/relationships/image" Target="../media/image1568.png"/><Relationship Id="rId11" Type="http://schemas.openxmlformats.org/officeDocument/2006/relationships/image" Target="../media/image1521.png"/><Relationship Id="rId32" Type="http://schemas.openxmlformats.org/officeDocument/2006/relationships/customXml" Target="../ink/ink1821.xml"/><Relationship Id="rId53" Type="http://schemas.openxmlformats.org/officeDocument/2006/relationships/image" Target="../media/image1541.png"/><Relationship Id="rId74" Type="http://schemas.openxmlformats.org/officeDocument/2006/relationships/customXml" Target="../ink/ink1842.xml"/><Relationship Id="rId128" Type="http://schemas.openxmlformats.org/officeDocument/2006/relationships/customXml" Target="../ink/ink1869.xml"/><Relationship Id="rId149" Type="http://schemas.openxmlformats.org/officeDocument/2006/relationships/image" Target="../media/image1589.png"/><Relationship Id="rId5" Type="http://schemas.openxmlformats.org/officeDocument/2006/relationships/image" Target="../media/image1518.png"/><Relationship Id="rId95" Type="http://schemas.openxmlformats.org/officeDocument/2006/relationships/image" Target="../media/image1562.png"/><Relationship Id="rId160" Type="http://schemas.openxmlformats.org/officeDocument/2006/relationships/customXml" Target="../ink/ink1885.xml"/><Relationship Id="rId181" Type="http://schemas.openxmlformats.org/officeDocument/2006/relationships/image" Target="../media/image1605.png"/><Relationship Id="rId22" Type="http://schemas.openxmlformats.org/officeDocument/2006/relationships/customXml" Target="../ink/ink1816.xml"/><Relationship Id="rId43" Type="http://schemas.openxmlformats.org/officeDocument/2006/relationships/image" Target="../media/image1536.png"/><Relationship Id="rId64" Type="http://schemas.openxmlformats.org/officeDocument/2006/relationships/customXml" Target="../ink/ink1837.xml"/><Relationship Id="rId118" Type="http://schemas.openxmlformats.org/officeDocument/2006/relationships/customXml" Target="../ink/ink1864.xml"/><Relationship Id="rId139" Type="http://schemas.openxmlformats.org/officeDocument/2006/relationships/image" Target="../media/image1584.png"/><Relationship Id="rId85" Type="http://schemas.openxmlformats.org/officeDocument/2006/relationships/image" Target="../media/image1557.png"/><Relationship Id="rId150" Type="http://schemas.openxmlformats.org/officeDocument/2006/relationships/customXml" Target="../ink/ink1880.xml"/><Relationship Id="rId171" Type="http://schemas.openxmlformats.org/officeDocument/2006/relationships/image" Target="../media/image1600.png"/><Relationship Id="rId192" Type="http://schemas.openxmlformats.org/officeDocument/2006/relationships/customXml" Target="../ink/ink1901.xml"/><Relationship Id="rId12" Type="http://schemas.openxmlformats.org/officeDocument/2006/relationships/customXml" Target="../ink/ink1811.xml"/><Relationship Id="rId33" Type="http://schemas.openxmlformats.org/officeDocument/2006/relationships/image" Target="../media/image1531.png"/><Relationship Id="rId108" Type="http://schemas.openxmlformats.org/officeDocument/2006/relationships/customXml" Target="../ink/ink1859.xml"/><Relationship Id="rId129" Type="http://schemas.openxmlformats.org/officeDocument/2006/relationships/image" Target="../media/image1579.png"/><Relationship Id="rId54" Type="http://schemas.openxmlformats.org/officeDocument/2006/relationships/customXml" Target="../ink/ink1832.xml"/><Relationship Id="rId75" Type="http://schemas.openxmlformats.org/officeDocument/2006/relationships/image" Target="../media/image1552.png"/><Relationship Id="rId96" Type="http://schemas.openxmlformats.org/officeDocument/2006/relationships/customXml" Target="../ink/ink1853.xml"/><Relationship Id="rId140" Type="http://schemas.openxmlformats.org/officeDocument/2006/relationships/customXml" Target="../ink/ink1875.xml"/><Relationship Id="rId161" Type="http://schemas.openxmlformats.org/officeDocument/2006/relationships/image" Target="../media/image1595.png"/><Relationship Id="rId182" Type="http://schemas.openxmlformats.org/officeDocument/2006/relationships/customXml" Target="../ink/ink1896.xml"/><Relationship Id="rId6" Type="http://schemas.openxmlformats.org/officeDocument/2006/relationships/customXml" Target="../ink/ink1808.xml"/><Relationship Id="rId23" Type="http://schemas.openxmlformats.org/officeDocument/2006/relationships/image" Target="../media/image1526.png"/><Relationship Id="rId119" Type="http://schemas.openxmlformats.org/officeDocument/2006/relationships/image" Target="../media/image1574.png"/><Relationship Id="rId44" Type="http://schemas.openxmlformats.org/officeDocument/2006/relationships/customXml" Target="../ink/ink1827.xml"/><Relationship Id="rId65" Type="http://schemas.openxmlformats.org/officeDocument/2006/relationships/image" Target="../media/image1547.png"/><Relationship Id="rId86" Type="http://schemas.openxmlformats.org/officeDocument/2006/relationships/customXml" Target="../ink/ink1848.xml"/><Relationship Id="rId130" Type="http://schemas.openxmlformats.org/officeDocument/2006/relationships/customXml" Target="../ink/ink1870.xml"/><Relationship Id="rId151" Type="http://schemas.openxmlformats.org/officeDocument/2006/relationships/image" Target="../media/image1590.png"/><Relationship Id="rId172" Type="http://schemas.openxmlformats.org/officeDocument/2006/relationships/customXml" Target="../ink/ink1891.xml"/><Relationship Id="rId193" Type="http://schemas.openxmlformats.org/officeDocument/2006/relationships/image" Target="../media/image1611.png"/><Relationship Id="rId13" Type="http://schemas.openxmlformats.org/officeDocument/2006/relationships/image" Target="../media/image1522.png"/><Relationship Id="rId109" Type="http://schemas.openxmlformats.org/officeDocument/2006/relationships/image" Target="../media/image1569.png"/><Relationship Id="rId34" Type="http://schemas.openxmlformats.org/officeDocument/2006/relationships/customXml" Target="../ink/ink1822.xml"/><Relationship Id="rId55" Type="http://schemas.openxmlformats.org/officeDocument/2006/relationships/image" Target="../media/image1542.png"/><Relationship Id="rId76" Type="http://schemas.openxmlformats.org/officeDocument/2006/relationships/customXml" Target="../ink/ink1843.xml"/><Relationship Id="rId97" Type="http://schemas.openxmlformats.org/officeDocument/2006/relationships/image" Target="../media/image1563.png"/><Relationship Id="rId120" Type="http://schemas.openxmlformats.org/officeDocument/2006/relationships/customXml" Target="../ink/ink1865.xml"/><Relationship Id="rId141" Type="http://schemas.openxmlformats.org/officeDocument/2006/relationships/image" Target="../media/image1585.png"/><Relationship Id="rId7" Type="http://schemas.openxmlformats.org/officeDocument/2006/relationships/image" Target="../media/image1519.png"/><Relationship Id="rId162" Type="http://schemas.openxmlformats.org/officeDocument/2006/relationships/customXml" Target="../ink/ink1886.xml"/><Relationship Id="rId183" Type="http://schemas.openxmlformats.org/officeDocument/2006/relationships/image" Target="../media/image1606.png"/><Relationship Id="rId2" Type="http://schemas.openxmlformats.org/officeDocument/2006/relationships/customXml" Target="../ink/ink1806.xml"/><Relationship Id="rId29" Type="http://schemas.openxmlformats.org/officeDocument/2006/relationships/image" Target="../media/image1529.png"/><Relationship Id="rId24" Type="http://schemas.openxmlformats.org/officeDocument/2006/relationships/customXml" Target="../ink/ink1817.xml"/><Relationship Id="rId40" Type="http://schemas.openxmlformats.org/officeDocument/2006/relationships/customXml" Target="../ink/ink1825.xml"/><Relationship Id="rId45" Type="http://schemas.openxmlformats.org/officeDocument/2006/relationships/image" Target="../media/image1537.png"/><Relationship Id="rId66" Type="http://schemas.openxmlformats.org/officeDocument/2006/relationships/customXml" Target="../ink/ink1838.xml"/><Relationship Id="rId87" Type="http://schemas.openxmlformats.org/officeDocument/2006/relationships/image" Target="../media/image1558.png"/><Relationship Id="rId110" Type="http://schemas.openxmlformats.org/officeDocument/2006/relationships/customXml" Target="../ink/ink1860.xml"/><Relationship Id="rId115" Type="http://schemas.openxmlformats.org/officeDocument/2006/relationships/image" Target="../media/image1572.png"/><Relationship Id="rId131" Type="http://schemas.openxmlformats.org/officeDocument/2006/relationships/image" Target="../media/image1580.png"/><Relationship Id="rId136" Type="http://schemas.openxmlformats.org/officeDocument/2006/relationships/customXml" Target="../ink/ink1873.xml"/><Relationship Id="rId157" Type="http://schemas.openxmlformats.org/officeDocument/2006/relationships/image" Target="../media/image1593.png"/><Relationship Id="rId178" Type="http://schemas.openxmlformats.org/officeDocument/2006/relationships/customXml" Target="../ink/ink1894.xml"/><Relationship Id="rId61" Type="http://schemas.openxmlformats.org/officeDocument/2006/relationships/image" Target="../media/image1545.png"/><Relationship Id="rId82" Type="http://schemas.openxmlformats.org/officeDocument/2006/relationships/customXml" Target="../ink/ink1846.xml"/><Relationship Id="rId152" Type="http://schemas.openxmlformats.org/officeDocument/2006/relationships/customXml" Target="../ink/ink1881.xml"/><Relationship Id="rId173" Type="http://schemas.openxmlformats.org/officeDocument/2006/relationships/image" Target="../media/image1601.png"/><Relationship Id="rId194" Type="http://schemas.openxmlformats.org/officeDocument/2006/relationships/customXml" Target="../ink/ink1902.xml"/><Relationship Id="rId199" Type="http://schemas.openxmlformats.org/officeDocument/2006/relationships/image" Target="../media/image1614.png"/><Relationship Id="rId19" Type="http://schemas.openxmlformats.org/officeDocument/2006/relationships/image" Target="../media/image1524.png"/><Relationship Id="rId14" Type="http://schemas.openxmlformats.org/officeDocument/2006/relationships/customXml" Target="../ink/ink1812.xml"/><Relationship Id="rId30" Type="http://schemas.openxmlformats.org/officeDocument/2006/relationships/customXml" Target="../ink/ink1820.xml"/><Relationship Id="rId35" Type="http://schemas.openxmlformats.org/officeDocument/2006/relationships/image" Target="../media/image1532.png"/><Relationship Id="rId56" Type="http://schemas.openxmlformats.org/officeDocument/2006/relationships/customXml" Target="../ink/ink1833.xml"/><Relationship Id="rId77" Type="http://schemas.openxmlformats.org/officeDocument/2006/relationships/image" Target="../media/image1553.png"/><Relationship Id="rId100" Type="http://schemas.openxmlformats.org/officeDocument/2006/relationships/customXml" Target="../ink/ink1855.xml"/><Relationship Id="rId105" Type="http://schemas.openxmlformats.org/officeDocument/2006/relationships/image" Target="../media/image1567.png"/><Relationship Id="rId126" Type="http://schemas.openxmlformats.org/officeDocument/2006/relationships/customXml" Target="../ink/ink1868.xml"/><Relationship Id="rId147" Type="http://schemas.openxmlformats.org/officeDocument/2006/relationships/image" Target="../media/image1588.png"/><Relationship Id="rId168" Type="http://schemas.openxmlformats.org/officeDocument/2006/relationships/customXml" Target="../ink/ink1889.xml"/><Relationship Id="rId8" Type="http://schemas.openxmlformats.org/officeDocument/2006/relationships/customXml" Target="../ink/ink1809.xml"/><Relationship Id="rId51" Type="http://schemas.openxmlformats.org/officeDocument/2006/relationships/image" Target="../media/image1540.png"/><Relationship Id="rId72" Type="http://schemas.openxmlformats.org/officeDocument/2006/relationships/customXml" Target="../ink/ink1841.xml"/><Relationship Id="rId93" Type="http://schemas.openxmlformats.org/officeDocument/2006/relationships/image" Target="../media/image1561.png"/><Relationship Id="rId98" Type="http://schemas.openxmlformats.org/officeDocument/2006/relationships/customXml" Target="../ink/ink1854.xml"/><Relationship Id="rId121" Type="http://schemas.openxmlformats.org/officeDocument/2006/relationships/image" Target="../media/image1575.png"/><Relationship Id="rId142" Type="http://schemas.openxmlformats.org/officeDocument/2006/relationships/customXml" Target="../ink/ink1876.xml"/><Relationship Id="rId163" Type="http://schemas.openxmlformats.org/officeDocument/2006/relationships/image" Target="../media/image1596.png"/><Relationship Id="rId184" Type="http://schemas.openxmlformats.org/officeDocument/2006/relationships/customXml" Target="../ink/ink1897.xml"/><Relationship Id="rId189" Type="http://schemas.openxmlformats.org/officeDocument/2006/relationships/image" Target="../media/image1609.png"/><Relationship Id="rId3" Type="http://schemas.openxmlformats.org/officeDocument/2006/relationships/image" Target="../media/image1517.png"/><Relationship Id="rId25" Type="http://schemas.openxmlformats.org/officeDocument/2006/relationships/image" Target="../media/image1527.png"/><Relationship Id="rId46" Type="http://schemas.openxmlformats.org/officeDocument/2006/relationships/customXml" Target="../ink/ink1828.xml"/><Relationship Id="rId67" Type="http://schemas.openxmlformats.org/officeDocument/2006/relationships/image" Target="../media/image1548.png"/><Relationship Id="rId116" Type="http://schemas.openxmlformats.org/officeDocument/2006/relationships/customXml" Target="../ink/ink1863.xml"/><Relationship Id="rId137" Type="http://schemas.openxmlformats.org/officeDocument/2006/relationships/image" Target="../media/image1583.png"/><Relationship Id="rId158" Type="http://schemas.openxmlformats.org/officeDocument/2006/relationships/customXml" Target="../ink/ink1884.xml"/><Relationship Id="rId20" Type="http://schemas.openxmlformats.org/officeDocument/2006/relationships/customXml" Target="../ink/ink1815.xml"/><Relationship Id="rId41" Type="http://schemas.openxmlformats.org/officeDocument/2006/relationships/image" Target="../media/image1535.png"/><Relationship Id="rId62" Type="http://schemas.openxmlformats.org/officeDocument/2006/relationships/customXml" Target="../ink/ink1836.xml"/><Relationship Id="rId83" Type="http://schemas.openxmlformats.org/officeDocument/2006/relationships/image" Target="../media/image1556.png"/><Relationship Id="rId88" Type="http://schemas.openxmlformats.org/officeDocument/2006/relationships/customXml" Target="../ink/ink1849.xml"/><Relationship Id="rId111" Type="http://schemas.openxmlformats.org/officeDocument/2006/relationships/image" Target="../media/image1570.png"/><Relationship Id="rId132" Type="http://schemas.openxmlformats.org/officeDocument/2006/relationships/customXml" Target="../ink/ink1871.xml"/><Relationship Id="rId153" Type="http://schemas.openxmlformats.org/officeDocument/2006/relationships/image" Target="../media/image1591.png"/><Relationship Id="rId174" Type="http://schemas.openxmlformats.org/officeDocument/2006/relationships/customXml" Target="../ink/ink1892.xml"/><Relationship Id="rId179" Type="http://schemas.openxmlformats.org/officeDocument/2006/relationships/image" Target="../media/image1604.png"/><Relationship Id="rId195" Type="http://schemas.openxmlformats.org/officeDocument/2006/relationships/image" Target="../media/image1612.png"/><Relationship Id="rId190" Type="http://schemas.openxmlformats.org/officeDocument/2006/relationships/customXml" Target="../ink/ink1900.xml"/><Relationship Id="rId15" Type="http://schemas.openxmlformats.org/officeDocument/2006/relationships/image" Target="../media/image1396.png"/><Relationship Id="rId36" Type="http://schemas.openxmlformats.org/officeDocument/2006/relationships/customXml" Target="../ink/ink1823.xml"/><Relationship Id="rId57" Type="http://schemas.openxmlformats.org/officeDocument/2006/relationships/image" Target="../media/image1543.png"/><Relationship Id="rId106" Type="http://schemas.openxmlformats.org/officeDocument/2006/relationships/customXml" Target="../ink/ink1858.xml"/><Relationship Id="rId127" Type="http://schemas.openxmlformats.org/officeDocument/2006/relationships/image" Target="../media/image1578.png"/><Relationship Id="rId10" Type="http://schemas.openxmlformats.org/officeDocument/2006/relationships/customXml" Target="../ink/ink1810.xml"/><Relationship Id="rId31" Type="http://schemas.openxmlformats.org/officeDocument/2006/relationships/image" Target="../media/image1530.png"/><Relationship Id="rId52" Type="http://schemas.openxmlformats.org/officeDocument/2006/relationships/customXml" Target="../ink/ink1831.xml"/><Relationship Id="rId73" Type="http://schemas.openxmlformats.org/officeDocument/2006/relationships/image" Target="../media/image1551.png"/><Relationship Id="rId78" Type="http://schemas.openxmlformats.org/officeDocument/2006/relationships/customXml" Target="../ink/ink1844.xml"/><Relationship Id="rId94" Type="http://schemas.openxmlformats.org/officeDocument/2006/relationships/customXml" Target="../ink/ink1852.xml"/><Relationship Id="rId99" Type="http://schemas.openxmlformats.org/officeDocument/2006/relationships/image" Target="../media/image1564.png"/><Relationship Id="rId101" Type="http://schemas.openxmlformats.org/officeDocument/2006/relationships/image" Target="../media/image1565.png"/><Relationship Id="rId122" Type="http://schemas.openxmlformats.org/officeDocument/2006/relationships/customXml" Target="../ink/ink1866.xml"/><Relationship Id="rId143" Type="http://schemas.openxmlformats.org/officeDocument/2006/relationships/image" Target="../media/image1586.png"/><Relationship Id="rId148" Type="http://schemas.openxmlformats.org/officeDocument/2006/relationships/customXml" Target="../ink/ink1879.xml"/><Relationship Id="rId164" Type="http://schemas.openxmlformats.org/officeDocument/2006/relationships/customXml" Target="../ink/ink1887.xml"/><Relationship Id="rId169" Type="http://schemas.openxmlformats.org/officeDocument/2006/relationships/image" Target="../media/image1599.png"/><Relationship Id="rId185" Type="http://schemas.openxmlformats.org/officeDocument/2006/relationships/image" Target="../media/image1607.png"/><Relationship Id="rId4" Type="http://schemas.openxmlformats.org/officeDocument/2006/relationships/customXml" Target="../ink/ink1807.xml"/><Relationship Id="rId9" Type="http://schemas.openxmlformats.org/officeDocument/2006/relationships/image" Target="../media/image1520.png"/><Relationship Id="rId180" Type="http://schemas.openxmlformats.org/officeDocument/2006/relationships/customXml" Target="../ink/ink1895.xml"/><Relationship Id="rId26" Type="http://schemas.openxmlformats.org/officeDocument/2006/relationships/customXml" Target="../ink/ink1818.xml"/><Relationship Id="rId47" Type="http://schemas.openxmlformats.org/officeDocument/2006/relationships/image" Target="../media/image1538.png"/><Relationship Id="rId68" Type="http://schemas.openxmlformats.org/officeDocument/2006/relationships/customXml" Target="../ink/ink1839.xml"/><Relationship Id="rId89" Type="http://schemas.openxmlformats.org/officeDocument/2006/relationships/image" Target="../media/image1559.png"/><Relationship Id="rId112" Type="http://schemas.openxmlformats.org/officeDocument/2006/relationships/customXml" Target="../ink/ink1861.xml"/><Relationship Id="rId133" Type="http://schemas.openxmlformats.org/officeDocument/2006/relationships/image" Target="../media/image1581.png"/><Relationship Id="rId154" Type="http://schemas.openxmlformats.org/officeDocument/2006/relationships/customXml" Target="../ink/ink1882.xml"/><Relationship Id="rId175" Type="http://schemas.openxmlformats.org/officeDocument/2006/relationships/image" Target="../media/image1602.png"/><Relationship Id="rId196" Type="http://schemas.openxmlformats.org/officeDocument/2006/relationships/customXml" Target="../ink/ink1903.xml"/><Relationship Id="rId200" Type="http://schemas.openxmlformats.org/officeDocument/2006/relationships/customXml" Target="../ink/ink1905.xml"/><Relationship Id="rId16" Type="http://schemas.openxmlformats.org/officeDocument/2006/relationships/customXml" Target="../ink/ink1813.xml"/><Relationship Id="rId37" Type="http://schemas.openxmlformats.org/officeDocument/2006/relationships/image" Target="../media/image1533.png"/><Relationship Id="rId58" Type="http://schemas.openxmlformats.org/officeDocument/2006/relationships/customXml" Target="../ink/ink1834.xml"/><Relationship Id="rId79" Type="http://schemas.openxmlformats.org/officeDocument/2006/relationships/image" Target="../media/image1554.png"/><Relationship Id="rId102" Type="http://schemas.openxmlformats.org/officeDocument/2006/relationships/customXml" Target="../ink/ink1856.xml"/><Relationship Id="rId123" Type="http://schemas.openxmlformats.org/officeDocument/2006/relationships/image" Target="../media/image1576.png"/><Relationship Id="rId144" Type="http://schemas.openxmlformats.org/officeDocument/2006/relationships/customXml" Target="../ink/ink1877.xml"/><Relationship Id="rId90" Type="http://schemas.openxmlformats.org/officeDocument/2006/relationships/customXml" Target="../ink/ink1850.xml"/><Relationship Id="rId165" Type="http://schemas.openxmlformats.org/officeDocument/2006/relationships/image" Target="../media/image1597.png"/><Relationship Id="rId186" Type="http://schemas.openxmlformats.org/officeDocument/2006/relationships/customXml" Target="../ink/ink1898.xml"/><Relationship Id="rId27" Type="http://schemas.openxmlformats.org/officeDocument/2006/relationships/image" Target="../media/image1528.png"/><Relationship Id="rId48" Type="http://schemas.openxmlformats.org/officeDocument/2006/relationships/customXml" Target="../ink/ink1829.xml"/><Relationship Id="rId69" Type="http://schemas.openxmlformats.org/officeDocument/2006/relationships/image" Target="../media/image1549.png"/><Relationship Id="rId113" Type="http://schemas.openxmlformats.org/officeDocument/2006/relationships/image" Target="../media/image1571.png"/><Relationship Id="rId134" Type="http://schemas.openxmlformats.org/officeDocument/2006/relationships/customXml" Target="../ink/ink1872.xml"/><Relationship Id="rId80" Type="http://schemas.openxmlformats.org/officeDocument/2006/relationships/customXml" Target="../ink/ink1845.xml"/><Relationship Id="rId155" Type="http://schemas.openxmlformats.org/officeDocument/2006/relationships/image" Target="../media/image1592.png"/><Relationship Id="rId176" Type="http://schemas.openxmlformats.org/officeDocument/2006/relationships/customXml" Target="../ink/ink1893.xml"/><Relationship Id="rId197" Type="http://schemas.openxmlformats.org/officeDocument/2006/relationships/image" Target="../media/image1613.png"/><Relationship Id="rId201" Type="http://schemas.openxmlformats.org/officeDocument/2006/relationships/image" Target="../media/image1615.png"/><Relationship Id="rId17" Type="http://schemas.openxmlformats.org/officeDocument/2006/relationships/image" Target="../media/image1523.png"/><Relationship Id="rId38" Type="http://schemas.openxmlformats.org/officeDocument/2006/relationships/customXml" Target="../ink/ink1824.xml"/><Relationship Id="rId59" Type="http://schemas.openxmlformats.org/officeDocument/2006/relationships/image" Target="../media/image1544.png"/><Relationship Id="rId103" Type="http://schemas.openxmlformats.org/officeDocument/2006/relationships/image" Target="../media/image1566.png"/><Relationship Id="rId124" Type="http://schemas.openxmlformats.org/officeDocument/2006/relationships/customXml" Target="../ink/ink1867.xml"/><Relationship Id="rId70" Type="http://schemas.openxmlformats.org/officeDocument/2006/relationships/customXml" Target="../ink/ink1840.xml"/><Relationship Id="rId91" Type="http://schemas.openxmlformats.org/officeDocument/2006/relationships/image" Target="../media/image1560.png"/><Relationship Id="rId145" Type="http://schemas.openxmlformats.org/officeDocument/2006/relationships/image" Target="../media/image1587.png"/><Relationship Id="rId166" Type="http://schemas.openxmlformats.org/officeDocument/2006/relationships/customXml" Target="../ink/ink1888.xml"/><Relationship Id="rId187" Type="http://schemas.openxmlformats.org/officeDocument/2006/relationships/image" Target="../media/image1608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819.xml"/><Relationship Id="rId49" Type="http://schemas.openxmlformats.org/officeDocument/2006/relationships/image" Target="../media/image1539.png"/><Relationship Id="rId114" Type="http://schemas.openxmlformats.org/officeDocument/2006/relationships/customXml" Target="../ink/ink1862.xml"/><Relationship Id="rId60" Type="http://schemas.openxmlformats.org/officeDocument/2006/relationships/customXml" Target="../ink/ink1835.xml"/><Relationship Id="rId81" Type="http://schemas.openxmlformats.org/officeDocument/2006/relationships/image" Target="../media/image1555.png"/><Relationship Id="rId135" Type="http://schemas.openxmlformats.org/officeDocument/2006/relationships/image" Target="../media/image1582.png"/><Relationship Id="rId156" Type="http://schemas.openxmlformats.org/officeDocument/2006/relationships/customXml" Target="../ink/ink1883.xml"/><Relationship Id="rId177" Type="http://schemas.openxmlformats.org/officeDocument/2006/relationships/image" Target="../media/image1603.png"/><Relationship Id="rId198" Type="http://schemas.openxmlformats.org/officeDocument/2006/relationships/customXml" Target="../ink/ink1904.xml"/><Relationship Id="rId18" Type="http://schemas.openxmlformats.org/officeDocument/2006/relationships/customXml" Target="../ink/ink1814.xml"/><Relationship Id="rId39" Type="http://schemas.openxmlformats.org/officeDocument/2006/relationships/image" Target="../media/image1534.png"/><Relationship Id="rId50" Type="http://schemas.openxmlformats.org/officeDocument/2006/relationships/customXml" Target="../ink/ink1830.xml"/><Relationship Id="rId104" Type="http://schemas.openxmlformats.org/officeDocument/2006/relationships/customXml" Target="../ink/ink1857.xml"/><Relationship Id="rId125" Type="http://schemas.openxmlformats.org/officeDocument/2006/relationships/image" Target="../media/image1577.png"/><Relationship Id="rId146" Type="http://schemas.openxmlformats.org/officeDocument/2006/relationships/customXml" Target="../ink/ink1878.xml"/><Relationship Id="rId167" Type="http://schemas.openxmlformats.org/officeDocument/2006/relationships/image" Target="../media/image1598.png"/><Relationship Id="rId188" Type="http://schemas.openxmlformats.org/officeDocument/2006/relationships/customXml" Target="../ink/ink1899.xml"/><Relationship Id="rId71" Type="http://schemas.openxmlformats.org/officeDocument/2006/relationships/image" Target="../media/image1550.png"/><Relationship Id="rId92" Type="http://schemas.openxmlformats.org/officeDocument/2006/relationships/customXml" Target="../ink/ink1851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72.png"/><Relationship Id="rId299" Type="http://schemas.openxmlformats.org/officeDocument/2006/relationships/image" Target="../media/image1761.png"/><Relationship Id="rId21" Type="http://schemas.openxmlformats.org/officeDocument/2006/relationships/image" Target="../media/image1624.png"/><Relationship Id="rId63" Type="http://schemas.openxmlformats.org/officeDocument/2006/relationships/image" Target="../media/image1645.png"/><Relationship Id="rId159" Type="http://schemas.openxmlformats.org/officeDocument/2006/relationships/image" Target="../media/image1693.png"/><Relationship Id="rId324" Type="http://schemas.openxmlformats.org/officeDocument/2006/relationships/customXml" Target="../ink/ink2067.xml"/><Relationship Id="rId366" Type="http://schemas.openxmlformats.org/officeDocument/2006/relationships/customXml" Target="../ink/ink2088.xml"/><Relationship Id="rId170" Type="http://schemas.openxmlformats.org/officeDocument/2006/relationships/customXml" Target="../ink/ink1990.xml"/><Relationship Id="rId226" Type="http://schemas.openxmlformats.org/officeDocument/2006/relationships/customXml" Target="../ink/ink2018.xml"/><Relationship Id="rId268" Type="http://schemas.openxmlformats.org/officeDocument/2006/relationships/customXml" Target="../ink/ink2039.xml"/><Relationship Id="rId32" Type="http://schemas.openxmlformats.org/officeDocument/2006/relationships/customXml" Target="../ink/ink1921.xml"/><Relationship Id="rId74" Type="http://schemas.openxmlformats.org/officeDocument/2006/relationships/customXml" Target="../ink/ink1942.xml"/><Relationship Id="rId128" Type="http://schemas.openxmlformats.org/officeDocument/2006/relationships/customXml" Target="../ink/ink1969.xml"/><Relationship Id="rId335" Type="http://schemas.openxmlformats.org/officeDocument/2006/relationships/image" Target="../media/image1778.png"/><Relationship Id="rId377" Type="http://schemas.openxmlformats.org/officeDocument/2006/relationships/image" Target="../media/image1799.png"/><Relationship Id="rId5" Type="http://schemas.openxmlformats.org/officeDocument/2006/relationships/image" Target="../media/image1617.png"/><Relationship Id="rId181" Type="http://schemas.openxmlformats.org/officeDocument/2006/relationships/image" Target="../media/image1704.png"/><Relationship Id="rId237" Type="http://schemas.openxmlformats.org/officeDocument/2006/relationships/image" Target="../media/image1732.png"/><Relationship Id="rId279" Type="http://schemas.openxmlformats.org/officeDocument/2006/relationships/image" Target="../media/image1751.png"/><Relationship Id="rId43" Type="http://schemas.openxmlformats.org/officeDocument/2006/relationships/image" Target="../media/image1635.png"/><Relationship Id="rId139" Type="http://schemas.openxmlformats.org/officeDocument/2006/relationships/image" Target="../media/image1683.png"/><Relationship Id="rId290" Type="http://schemas.openxmlformats.org/officeDocument/2006/relationships/customXml" Target="../ink/ink2050.xml"/><Relationship Id="rId304" Type="http://schemas.openxmlformats.org/officeDocument/2006/relationships/customXml" Target="../ink/ink2057.xml"/><Relationship Id="rId346" Type="http://schemas.openxmlformats.org/officeDocument/2006/relationships/customXml" Target="../ink/ink2078.xml"/><Relationship Id="rId85" Type="http://schemas.openxmlformats.org/officeDocument/2006/relationships/image" Target="../media/image1656.png"/><Relationship Id="rId150" Type="http://schemas.openxmlformats.org/officeDocument/2006/relationships/customXml" Target="../ink/ink1980.xml"/><Relationship Id="rId192" Type="http://schemas.openxmlformats.org/officeDocument/2006/relationships/customXml" Target="../ink/ink2001.xml"/><Relationship Id="rId206" Type="http://schemas.openxmlformats.org/officeDocument/2006/relationships/customXml" Target="../ink/ink2008.xml"/><Relationship Id="rId248" Type="http://schemas.openxmlformats.org/officeDocument/2006/relationships/customXml" Target="../ink/ink2029.xml"/><Relationship Id="rId12" Type="http://schemas.openxmlformats.org/officeDocument/2006/relationships/customXml" Target="../ink/ink1911.xml"/><Relationship Id="rId108" Type="http://schemas.openxmlformats.org/officeDocument/2006/relationships/customXml" Target="../ink/ink1959.xml"/><Relationship Id="rId315" Type="http://schemas.openxmlformats.org/officeDocument/2006/relationships/image" Target="../media/image1769.png"/><Relationship Id="rId357" Type="http://schemas.openxmlformats.org/officeDocument/2006/relationships/image" Target="../media/image1789.png"/><Relationship Id="rId54" Type="http://schemas.openxmlformats.org/officeDocument/2006/relationships/customXml" Target="../ink/ink1932.xml"/><Relationship Id="rId96" Type="http://schemas.openxmlformats.org/officeDocument/2006/relationships/customXml" Target="../ink/ink1953.xml"/><Relationship Id="rId161" Type="http://schemas.openxmlformats.org/officeDocument/2006/relationships/image" Target="../media/image1694.png"/><Relationship Id="rId217" Type="http://schemas.openxmlformats.org/officeDocument/2006/relationships/image" Target="../media/image1722.png"/><Relationship Id="rId259" Type="http://schemas.openxmlformats.org/officeDocument/2006/relationships/image" Target="../media/image1521.png"/><Relationship Id="rId23" Type="http://schemas.openxmlformats.org/officeDocument/2006/relationships/image" Target="../media/image1625.png"/><Relationship Id="rId119" Type="http://schemas.openxmlformats.org/officeDocument/2006/relationships/image" Target="../media/image1673.png"/><Relationship Id="rId270" Type="http://schemas.openxmlformats.org/officeDocument/2006/relationships/customXml" Target="../ink/ink2040.xml"/><Relationship Id="rId326" Type="http://schemas.openxmlformats.org/officeDocument/2006/relationships/customXml" Target="../ink/ink2068.xml"/><Relationship Id="rId65" Type="http://schemas.openxmlformats.org/officeDocument/2006/relationships/image" Target="../media/image1646.png"/><Relationship Id="rId130" Type="http://schemas.openxmlformats.org/officeDocument/2006/relationships/customXml" Target="../ink/ink1970.xml"/><Relationship Id="rId368" Type="http://schemas.openxmlformats.org/officeDocument/2006/relationships/customXml" Target="../ink/ink2089.xml"/><Relationship Id="rId172" Type="http://schemas.openxmlformats.org/officeDocument/2006/relationships/customXml" Target="../ink/ink1991.xml"/><Relationship Id="rId228" Type="http://schemas.openxmlformats.org/officeDocument/2006/relationships/customXml" Target="../ink/ink2019.xml"/><Relationship Id="rId281" Type="http://schemas.openxmlformats.org/officeDocument/2006/relationships/image" Target="../media/image1752.png"/><Relationship Id="rId337" Type="http://schemas.openxmlformats.org/officeDocument/2006/relationships/image" Target="../media/image1779.png"/><Relationship Id="rId34" Type="http://schemas.openxmlformats.org/officeDocument/2006/relationships/customXml" Target="../ink/ink1922.xml"/><Relationship Id="rId76" Type="http://schemas.openxmlformats.org/officeDocument/2006/relationships/customXml" Target="../ink/ink1943.xml"/><Relationship Id="rId141" Type="http://schemas.openxmlformats.org/officeDocument/2006/relationships/image" Target="../media/image1684.png"/><Relationship Id="rId379" Type="http://schemas.openxmlformats.org/officeDocument/2006/relationships/image" Target="../media/image1800.png"/><Relationship Id="rId7" Type="http://schemas.openxmlformats.org/officeDocument/2006/relationships/image" Target="../media/image1032.png"/><Relationship Id="rId183" Type="http://schemas.openxmlformats.org/officeDocument/2006/relationships/image" Target="../media/image1705.png"/><Relationship Id="rId239" Type="http://schemas.openxmlformats.org/officeDocument/2006/relationships/image" Target="../media/image1733.png"/><Relationship Id="rId250" Type="http://schemas.openxmlformats.org/officeDocument/2006/relationships/customXml" Target="../ink/ink2030.xml"/><Relationship Id="rId292" Type="http://schemas.openxmlformats.org/officeDocument/2006/relationships/customXml" Target="../ink/ink2051.xml"/><Relationship Id="rId306" Type="http://schemas.openxmlformats.org/officeDocument/2006/relationships/customXml" Target="../ink/ink2058.xml"/><Relationship Id="rId45" Type="http://schemas.openxmlformats.org/officeDocument/2006/relationships/image" Target="../media/image1636.png"/><Relationship Id="rId87" Type="http://schemas.openxmlformats.org/officeDocument/2006/relationships/image" Target="../media/image1657.png"/><Relationship Id="rId110" Type="http://schemas.openxmlformats.org/officeDocument/2006/relationships/customXml" Target="../ink/ink1960.xml"/><Relationship Id="rId348" Type="http://schemas.openxmlformats.org/officeDocument/2006/relationships/customXml" Target="../ink/ink2079.xml"/><Relationship Id="rId152" Type="http://schemas.openxmlformats.org/officeDocument/2006/relationships/customXml" Target="../ink/ink1981.xml"/><Relationship Id="rId194" Type="http://schemas.openxmlformats.org/officeDocument/2006/relationships/customXml" Target="../ink/ink2002.xml"/><Relationship Id="rId208" Type="http://schemas.openxmlformats.org/officeDocument/2006/relationships/customXml" Target="../ink/ink2009.xml"/><Relationship Id="rId261" Type="http://schemas.openxmlformats.org/officeDocument/2006/relationships/image" Target="../media/image1743.png"/><Relationship Id="rId14" Type="http://schemas.openxmlformats.org/officeDocument/2006/relationships/customXml" Target="../ink/ink1912.xml"/><Relationship Id="rId56" Type="http://schemas.openxmlformats.org/officeDocument/2006/relationships/customXml" Target="../ink/ink1933.xml"/><Relationship Id="rId317" Type="http://schemas.openxmlformats.org/officeDocument/2006/relationships/image" Target="../media/image1770.png"/><Relationship Id="rId359" Type="http://schemas.openxmlformats.org/officeDocument/2006/relationships/image" Target="../media/image1790.png"/><Relationship Id="rId98" Type="http://schemas.openxmlformats.org/officeDocument/2006/relationships/customXml" Target="../ink/ink1954.xml"/><Relationship Id="rId121" Type="http://schemas.openxmlformats.org/officeDocument/2006/relationships/image" Target="../media/image1674.png"/><Relationship Id="rId163" Type="http://schemas.openxmlformats.org/officeDocument/2006/relationships/image" Target="../media/image1695.png"/><Relationship Id="rId219" Type="http://schemas.openxmlformats.org/officeDocument/2006/relationships/image" Target="../media/image1723.png"/><Relationship Id="rId370" Type="http://schemas.openxmlformats.org/officeDocument/2006/relationships/customXml" Target="../ink/ink2090.xml"/><Relationship Id="rId230" Type="http://schemas.openxmlformats.org/officeDocument/2006/relationships/customXml" Target="../ink/ink2020.xml"/><Relationship Id="rId25" Type="http://schemas.openxmlformats.org/officeDocument/2006/relationships/image" Target="../media/image1626.png"/><Relationship Id="rId67" Type="http://schemas.openxmlformats.org/officeDocument/2006/relationships/image" Target="../media/image1647.png"/><Relationship Id="rId272" Type="http://schemas.openxmlformats.org/officeDocument/2006/relationships/customXml" Target="../ink/ink2041.xml"/><Relationship Id="rId328" Type="http://schemas.openxmlformats.org/officeDocument/2006/relationships/customXml" Target="../ink/ink2069.xml"/><Relationship Id="rId132" Type="http://schemas.openxmlformats.org/officeDocument/2006/relationships/customXml" Target="../ink/ink1971.xml"/><Relationship Id="rId174" Type="http://schemas.openxmlformats.org/officeDocument/2006/relationships/customXml" Target="../ink/ink1992.xml"/><Relationship Id="rId381" Type="http://schemas.openxmlformats.org/officeDocument/2006/relationships/image" Target="../media/image1801.png"/><Relationship Id="rId241" Type="http://schemas.openxmlformats.org/officeDocument/2006/relationships/image" Target="../media/image1734.png"/><Relationship Id="rId36" Type="http://schemas.openxmlformats.org/officeDocument/2006/relationships/customXml" Target="../ink/ink1923.xml"/><Relationship Id="rId283" Type="http://schemas.openxmlformats.org/officeDocument/2006/relationships/image" Target="../media/image1753.png"/><Relationship Id="rId339" Type="http://schemas.openxmlformats.org/officeDocument/2006/relationships/image" Target="../media/image1780.png"/><Relationship Id="rId78" Type="http://schemas.openxmlformats.org/officeDocument/2006/relationships/customXml" Target="../ink/ink1944.xml"/><Relationship Id="rId101" Type="http://schemas.openxmlformats.org/officeDocument/2006/relationships/image" Target="../media/image1664.png"/><Relationship Id="rId143" Type="http://schemas.openxmlformats.org/officeDocument/2006/relationships/image" Target="../media/image1685.png"/><Relationship Id="rId185" Type="http://schemas.openxmlformats.org/officeDocument/2006/relationships/image" Target="../media/image1706.png"/><Relationship Id="rId350" Type="http://schemas.openxmlformats.org/officeDocument/2006/relationships/customXml" Target="../ink/ink2080.xml"/><Relationship Id="rId9" Type="http://schemas.openxmlformats.org/officeDocument/2006/relationships/image" Target="../media/image1618.png"/><Relationship Id="rId210" Type="http://schemas.openxmlformats.org/officeDocument/2006/relationships/customXml" Target="../ink/ink2010.xml"/><Relationship Id="rId252" Type="http://schemas.openxmlformats.org/officeDocument/2006/relationships/customXml" Target="../ink/ink2031.xml"/><Relationship Id="rId294" Type="http://schemas.openxmlformats.org/officeDocument/2006/relationships/customXml" Target="../ink/ink2052.xml"/><Relationship Id="rId308" Type="http://schemas.openxmlformats.org/officeDocument/2006/relationships/customXml" Target="../ink/ink2059.xml"/><Relationship Id="rId47" Type="http://schemas.openxmlformats.org/officeDocument/2006/relationships/image" Target="../media/image1637.png"/><Relationship Id="rId68" Type="http://schemas.openxmlformats.org/officeDocument/2006/relationships/customXml" Target="../ink/ink1939.xml"/><Relationship Id="rId89" Type="http://schemas.openxmlformats.org/officeDocument/2006/relationships/image" Target="../media/image1658.png"/><Relationship Id="rId112" Type="http://schemas.openxmlformats.org/officeDocument/2006/relationships/customXml" Target="../ink/ink1961.xml"/><Relationship Id="rId133" Type="http://schemas.openxmlformats.org/officeDocument/2006/relationships/image" Target="../media/image1680.png"/><Relationship Id="rId154" Type="http://schemas.openxmlformats.org/officeDocument/2006/relationships/customXml" Target="../ink/ink1982.xml"/><Relationship Id="rId175" Type="http://schemas.openxmlformats.org/officeDocument/2006/relationships/image" Target="../media/image1701.png"/><Relationship Id="rId340" Type="http://schemas.openxmlformats.org/officeDocument/2006/relationships/customXml" Target="../ink/ink2075.xml"/><Relationship Id="rId361" Type="http://schemas.openxmlformats.org/officeDocument/2006/relationships/image" Target="../media/image1791.png"/><Relationship Id="rId196" Type="http://schemas.openxmlformats.org/officeDocument/2006/relationships/customXml" Target="../ink/ink2003.xml"/><Relationship Id="rId200" Type="http://schemas.openxmlformats.org/officeDocument/2006/relationships/customXml" Target="../ink/ink2005.xml"/><Relationship Id="rId382" Type="http://schemas.openxmlformats.org/officeDocument/2006/relationships/customXml" Target="../ink/ink2096.xml"/><Relationship Id="rId16" Type="http://schemas.openxmlformats.org/officeDocument/2006/relationships/customXml" Target="../ink/ink1913.xml"/><Relationship Id="rId221" Type="http://schemas.openxmlformats.org/officeDocument/2006/relationships/image" Target="../media/image1724.png"/><Relationship Id="rId242" Type="http://schemas.openxmlformats.org/officeDocument/2006/relationships/customXml" Target="../ink/ink2026.xml"/><Relationship Id="rId263" Type="http://schemas.openxmlformats.org/officeDocument/2006/relationships/image" Target="../media/image544.png"/><Relationship Id="rId284" Type="http://schemas.openxmlformats.org/officeDocument/2006/relationships/customXml" Target="../ink/ink2047.xml"/><Relationship Id="rId319" Type="http://schemas.openxmlformats.org/officeDocument/2006/relationships/image" Target="../media/image1771.png"/><Relationship Id="rId37" Type="http://schemas.openxmlformats.org/officeDocument/2006/relationships/image" Target="../media/image1632.png"/><Relationship Id="rId58" Type="http://schemas.openxmlformats.org/officeDocument/2006/relationships/customXml" Target="../ink/ink1934.xml"/><Relationship Id="rId79" Type="http://schemas.openxmlformats.org/officeDocument/2006/relationships/image" Target="../media/image1653.png"/><Relationship Id="rId102" Type="http://schemas.openxmlformats.org/officeDocument/2006/relationships/customXml" Target="../ink/ink1956.xml"/><Relationship Id="rId123" Type="http://schemas.openxmlformats.org/officeDocument/2006/relationships/image" Target="../media/image1675.png"/><Relationship Id="rId144" Type="http://schemas.openxmlformats.org/officeDocument/2006/relationships/customXml" Target="../ink/ink1977.xml"/><Relationship Id="rId330" Type="http://schemas.openxmlformats.org/officeDocument/2006/relationships/customXml" Target="../ink/ink2070.xml"/><Relationship Id="rId90" Type="http://schemas.openxmlformats.org/officeDocument/2006/relationships/customXml" Target="../ink/ink1950.xml"/><Relationship Id="rId165" Type="http://schemas.openxmlformats.org/officeDocument/2006/relationships/image" Target="../media/image1696.png"/><Relationship Id="rId186" Type="http://schemas.openxmlformats.org/officeDocument/2006/relationships/customXml" Target="../ink/ink1998.xml"/><Relationship Id="rId351" Type="http://schemas.openxmlformats.org/officeDocument/2006/relationships/image" Target="../media/image1786.png"/><Relationship Id="rId372" Type="http://schemas.openxmlformats.org/officeDocument/2006/relationships/customXml" Target="../ink/ink2091.xml"/><Relationship Id="rId211" Type="http://schemas.openxmlformats.org/officeDocument/2006/relationships/image" Target="../media/image1719.png"/><Relationship Id="rId232" Type="http://schemas.openxmlformats.org/officeDocument/2006/relationships/customXml" Target="../ink/ink2021.xml"/><Relationship Id="rId253" Type="http://schemas.openxmlformats.org/officeDocument/2006/relationships/image" Target="../media/image1740.png"/><Relationship Id="rId274" Type="http://schemas.openxmlformats.org/officeDocument/2006/relationships/customXml" Target="../ink/ink2042.xml"/><Relationship Id="rId295" Type="http://schemas.openxmlformats.org/officeDocument/2006/relationships/image" Target="../media/image1759.png"/><Relationship Id="rId309" Type="http://schemas.openxmlformats.org/officeDocument/2006/relationships/image" Target="../media/image1766.png"/><Relationship Id="rId27" Type="http://schemas.openxmlformats.org/officeDocument/2006/relationships/image" Target="../media/image1627.png"/><Relationship Id="rId48" Type="http://schemas.openxmlformats.org/officeDocument/2006/relationships/customXml" Target="../ink/ink1929.xml"/><Relationship Id="rId69" Type="http://schemas.openxmlformats.org/officeDocument/2006/relationships/image" Target="../media/image1648.png"/><Relationship Id="rId113" Type="http://schemas.openxmlformats.org/officeDocument/2006/relationships/image" Target="../media/image1670.png"/><Relationship Id="rId134" Type="http://schemas.openxmlformats.org/officeDocument/2006/relationships/customXml" Target="../ink/ink1972.xml"/><Relationship Id="rId320" Type="http://schemas.openxmlformats.org/officeDocument/2006/relationships/customXml" Target="../ink/ink2065.xml"/><Relationship Id="rId80" Type="http://schemas.openxmlformats.org/officeDocument/2006/relationships/customXml" Target="../ink/ink1945.xml"/><Relationship Id="rId155" Type="http://schemas.openxmlformats.org/officeDocument/2006/relationships/image" Target="../media/image1691.png"/><Relationship Id="rId176" Type="http://schemas.openxmlformats.org/officeDocument/2006/relationships/customXml" Target="../ink/ink1993.xml"/><Relationship Id="rId197" Type="http://schemas.openxmlformats.org/officeDocument/2006/relationships/image" Target="../media/image1712.png"/><Relationship Id="rId341" Type="http://schemas.openxmlformats.org/officeDocument/2006/relationships/image" Target="../media/image1781.png"/><Relationship Id="rId362" Type="http://schemas.openxmlformats.org/officeDocument/2006/relationships/customXml" Target="../ink/ink2086.xml"/><Relationship Id="rId383" Type="http://schemas.openxmlformats.org/officeDocument/2006/relationships/image" Target="../media/image1802.png"/><Relationship Id="rId201" Type="http://schemas.openxmlformats.org/officeDocument/2006/relationships/image" Target="../media/image1714.png"/><Relationship Id="rId222" Type="http://schemas.openxmlformats.org/officeDocument/2006/relationships/customXml" Target="../ink/ink2016.xml"/><Relationship Id="rId243" Type="http://schemas.openxmlformats.org/officeDocument/2006/relationships/image" Target="../media/image1735.png"/><Relationship Id="rId264" Type="http://schemas.openxmlformats.org/officeDocument/2006/relationships/customXml" Target="../ink/ink2037.xml"/><Relationship Id="rId285" Type="http://schemas.openxmlformats.org/officeDocument/2006/relationships/image" Target="../media/image1754.png"/><Relationship Id="rId17" Type="http://schemas.openxmlformats.org/officeDocument/2006/relationships/image" Target="../media/image1622.png"/><Relationship Id="rId38" Type="http://schemas.openxmlformats.org/officeDocument/2006/relationships/customXml" Target="../ink/ink1924.xml"/><Relationship Id="rId59" Type="http://schemas.openxmlformats.org/officeDocument/2006/relationships/image" Target="../media/image1643.png"/><Relationship Id="rId103" Type="http://schemas.openxmlformats.org/officeDocument/2006/relationships/image" Target="../media/image1665.png"/><Relationship Id="rId124" Type="http://schemas.openxmlformats.org/officeDocument/2006/relationships/customXml" Target="../ink/ink1967.xml"/><Relationship Id="rId310" Type="http://schemas.openxmlformats.org/officeDocument/2006/relationships/customXml" Target="../ink/ink2060.xml"/><Relationship Id="rId70" Type="http://schemas.openxmlformats.org/officeDocument/2006/relationships/customXml" Target="../ink/ink1940.xml"/><Relationship Id="rId91" Type="http://schemas.openxmlformats.org/officeDocument/2006/relationships/image" Target="../media/image1659.png"/><Relationship Id="rId145" Type="http://schemas.openxmlformats.org/officeDocument/2006/relationships/image" Target="../media/image1686.png"/><Relationship Id="rId166" Type="http://schemas.openxmlformats.org/officeDocument/2006/relationships/customXml" Target="../ink/ink1988.xml"/><Relationship Id="rId187" Type="http://schemas.openxmlformats.org/officeDocument/2006/relationships/image" Target="../media/image1707.png"/><Relationship Id="rId331" Type="http://schemas.openxmlformats.org/officeDocument/2006/relationships/image" Target="../media/image1776.png"/><Relationship Id="rId352" Type="http://schemas.openxmlformats.org/officeDocument/2006/relationships/customXml" Target="../ink/ink2081.xml"/><Relationship Id="rId373" Type="http://schemas.openxmlformats.org/officeDocument/2006/relationships/image" Target="../media/image179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011.xml"/><Relationship Id="rId233" Type="http://schemas.openxmlformats.org/officeDocument/2006/relationships/image" Target="../media/image1730.png"/><Relationship Id="rId254" Type="http://schemas.openxmlformats.org/officeDocument/2006/relationships/customXml" Target="../ink/ink2032.xml"/><Relationship Id="rId28" Type="http://schemas.openxmlformats.org/officeDocument/2006/relationships/customXml" Target="../ink/ink1919.xml"/><Relationship Id="rId49" Type="http://schemas.openxmlformats.org/officeDocument/2006/relationships/image" Target="../media/image1638.png"/><Relationship Id="rId114" Type="http://schemas.openxmlformats.org/officeDocument/2006/relationships/customXml" Target="../ink/ink1962.xml"/><Relationship Id="rId275" Type="http://schemas.openxmlformats.org/officeDocument/2006/relationships/image" Target="../media/image1749.png"/><Relationship Id="rId296" Type="http://schemas.openxmlformats.org/officeDocument/2006/relationships/customXml" Target="../ink/ink2053.xml"/><Relationship Id="rId300" Type="http://schemas.openxmlformats.org/officeDocument/2006/relationships/customXml" Target="../ink/ink2055.xml"/><Relationship Id="rId60" Type="http://schemas.openxmlformats.org/officeDocument/2006/relationships/customXml" Target="../ink/ink1935.xml"/><Relationship Id="rId81" Type="http://schemas.openxmlformats.org/officeDocument/2006/relationships/image" Target="../media/image1654.png"/><Relationship Id="rId135" Type="http://schemas.openxmlformats.org/officeDocument/2006/relationships/image" Target="../media/image1681.png"/><Relationship Id="rId156" Type="http://schemas.openxmlformats.org/officeDocument/2006/relationships/customXml" Target="../ink/ink1983.xml"/><Relationship Id="rId177" Type="http://schemas.openxmlformats.org/officeDocument/2006/relationships/image" Target="../media/image1702.png"/><Relationship Id="rId198" Type="http://schemas.openxmlformats.org/officeDocument/2006/relationships/customXml" Target="../ink/ink2004.xml"/><Relationship Id="rId321" Type="http://schemas.openxmlformats.org/officeDocument/2006/relationships/image" Target="../media/image1440.png"/><Relationship Id="rId342" Type="http://schemas.openxmlformats.org/officeDocument/2006/relationships/customXml" Target="../ink/ink2076.xml"/><Relationship Id="rId363" Type="http://schemas.openxmlformats.org/officeDocument/2006/relationships/image" Target="../media/image1792.png"/><Relationship Id="rId384" Type="http://schemas.openxmlformats.org/officeDocument/2006/relationships/customXml" Target="../ink/ink2097.xml"/><Relationship Id="rId202" Type="http://schemas.openxmlformats.org/officeDocument/2006/relationships/customXml" Target="../ink/ink2006.xml"/><Relationship Id="rId223" Type="http://schemas.openxmlformats.org/officeDocument/2006/relationships/image" Target="../media/image1725.png"/><Relationship Id="rId244" Type="http://schemas.openxmlformats.org/officeDocument/2006/relationships/customXml" Target="../ink/ink2027.xml"/><Relationship Id="rId18" Type="http://schemas.openxmlformats.org/officeDocument/2006/relationships/customXml" Target="../ink/ink1914.xml"/><Relationship Id="rId39" Type="http://schemas.openxmlformats.org/officeDocument/2006/relationships/image" Target="../media/image1633.png"/><Relationship Id="rId265" Type="http://schemas.openxmlformats.org/officeDocument/2006/relationships/image" Target="../media/image1744.png"/><Relationship Id="rId286" Type="http://schemas.openxmlformats.org/officeDocument/2006/relationships/customXml" Target="../ink/ink2048.xml"/><Relationship Id="rId50" Type="http://schemas.openxmlformats.org/officeDocument/2006/relationships/customXml" Target="../ink/ink1930.xml"/><Relationship Id="rId104" Type="http://schemas.openxmlformats.org/officeDocument/2006/relationships/customXml" Target="../ink/ink1957.xml"/><Relationship Id="rId125" Type="http://schemas.openxmlformats.org/officeDocument/2006/relationships/image" Target="../media/image1676.png"/><Relationship Id="rId146" Type="http://schemas.openxmlformats.org/officeDocument/2006/relationships/customXml" Target="../ink/ink1978.xml"/><Relationship Id="rId167" Type="http://schemas.openxmlformats.org/officeDocument/2006/relationships/image" Target="../media/image1697.png"/><Relationship Id="rId188" Type="http://schemas.openxmlformats.org/officeDocument/2006/relationships/customXml" Target="../ink/ink1999.xml"/><Relationship Id="rId311" Type="http://schemas.openxmlformats.org/officeDocument/2006/relationships/image" Target="../media/image1767.png"/><Relationship Id="rId332" Type="http://schemas.openxmlformats.org/officeDocument/2006/relationships/customXml" Target="../ink/ink2071.xml"/><Relationship Id="rId353" Type="http://schemas.openxmlformats.org/officeDocument/2006/relationships/image" Target="../media/image1787.png"/><Relationship Id="rId374" Type="http://schemas.openxmlformats.org/officeDocument/2006/relationships/customXml" Target="../ink/ink2092.xml"/><Relationship Id="rId71" Type="http://schemas.openxmlformats.org/officeDocument/2006/relationships/image" Target="../media/image1649.png"/><Relationship Id="rId92" Type="http://schemas.openxmlformats.org/officeDocument/2006/relationships/customXml" Target="../ink/ink1951.xml"/><Relationship Id="rId213" Type="http://schemas.openxmlformats.org/officeDocument/2006/relationships/image" Target="../media/image1720.png"/><Relationship Id="rId234" Type="http://schemas.openxmlformats.org/officeDocument/2006/relationships/customXml" Target="../ink/ink2022.xml"/><Relationship Id="rId2" Type="http://schemas.openxmlformats.org/officeDocument/2006/relationships/customXml" Target="../ink/ink1906.xml"/><Relationship Id="rId29" Type="http://schemas.openxmlformats.org/officeDocument/2006/relationships/image" Target="../media/image1628.png"/><Relationship Id="rId255" Type="http://schemas.openxmlformats.org/officeDocument/2006/relationships/image" Target="../media/image1741.png"/><Relationship Id="rId276" Type="http://schemas.openxmlformats.org/officeDocument/2006/relationships/customXml" Target="../ink/ink2043.xml"/><Relationship Id="rId297" Type="http://schemas.openxmlformats.org/officeDocument/2006/relationships/image" Target="../media/image1760.png"/><Relationship Id="rId40" Type="http://schemas.openxmlformats.org/officeDocument/2006/relationships/customXml" Target="../ink/ink1925.xml"/><Relationship Id="rId115" Type="http://schemas.openxmlformats.org/officeDocument/2006/relationships/image" Target="../media/image1671.png"/><Relationship Id="rId136" Type="http://schemas.openxmlformats.org/officeDocument/2006/relationships/customXml" Target="../ink/ink1973.xml"/><Relationship Id="rId157" Type="http://schemas.openxmlformats.org/officeDocument/2006/relationships/image" Target="../media/image1692.png"/><Relationship Id="rId178" Type="http://schemas.openxmlformats.org/officeDocument/2006/relationships/customXml" Target="../ink/ink1994.xml"/><Relationship Id="rId301" Type="http://schemas.openxmlformats.org/officeDocument/2006/relationships/image" Target="../media/image1762.png"/><Relationship Id="rId322" Type="http://schemas.openxmlformats.org/officeDocument/2006/relationships/customXml" Target="../ink/ink2066.xml"/><Relationship Id="rId343" Type="http://schemas.openxmlformats.org/officeDocument/2006/relationships/image" Target="../media/image1782.png"/><Relationship Id="rId364" Type="http://schemas.openxmlformats.org/officeDocument/2006/relationships/customXml" Target="../ink/ink2087.xml"/><Relationship Id="rId61" Type="http://schemas.openxmlformats.org/officeDocument/2006/relationships/image" Target="../media/image1644.png"/><Relationship Id="rId82" Type="http://schemas.openxmlformats.org/officeDocument/2006/relationships/customXml" Target="../ink/ink1946.xml"/><Relationship Id="rId199" Type="http://schemas.openxmlformats.org/officeDocument/2006/relationships/image" Target="../media/image1713.png"/><Relationship Id="rId203" Type="http://schemas.openxmlformats.org/officeDocument/2006/relationships/image" Target="../media/image1715.png"/><Relationship Id="rId385" Type="http://schemas.openxmlformats.org/officeDocument/2006/relationships/image" Target="../media/image36.png"/><Relationship Id="rId19" Type="http://schemas.openxmlformats.org/officeDocument/2006/relationships/image" Target="../media/image1623.png"/><Relationship Id="rId224" Type="http://schemas.openxmlformats.org/officeDocument/2006/relationships/customXml" Target="../ink/ink2017.xml"/><Relationship Id="rId245" Type="http://schemas.openxmlformats.org/officeDocument/2006/relationships/image" Target="../media/image1736.png"/><Relationship Id="rId266" Type="http://schemas.openxmlformats.org/officeDocument/2006/relationships/customXml" Target="../ink/ink2038.xml"/><Relationship Id="rId287" Type="http://schemas.openxmlformats.org/officeDocument/2006/relationships/image" Target="../media/image1755.png"/><Relationship Id="rId30" Type="http://schemas.openxmlformats.org/officeDocument/2006/relationships/customXml" Target="../ink/ink1920.xml"/><Relationship Id="rId105" Type="http://schemas.openxmlformats.org/officeDocument/2006/relationships/image" Target="../media/image1666.png"/><Relationship Id="rId126" Type="http://schemas.openxmlformats.org/officeDocument/2006/relationships/customXml" Target="../ink/ink1968.xml"/><Relationship Id="rId147" Type="http://schemas.openxmlformats.org/officeDocument/2006/relationships/image" Target="../media/image1687.png"/><Relationship Id="rId168" Type="http://schemas.openxmlformats.org/officeDocument/2006/relationships/customXml" Target="../ink/ink1989.xml"/><Relationship Id="rId312" Type="http://schemas.openxmlformats.org/officeDocument/2006/relationships/customXml" Target="../ink/ink2061.xml"/><Relationship Id="rId333" Type="http://schemas.openxmlformats.org/officeDocument/2006/relationships/image" Target="../media/image1777.png"/><Relationship Id="rId354" Type="http://schemas.openxmlformats.org/officeDocument/2006/relationships/customXml" Target="../ink/ink2082.xml"/><Relationship Id="rId51" Type="http://schemas.openxmlformats.org/officeDocument/2006/relationships/image" Target="../media/image1639.png"/><Relationship Id="rId72" Type="http://schemas.openxmlformats.org/officeDocument/2006/relationships/customXml" Target="../ink/ink1941.xml"/><Relationship Id="rId93" Type="http://schemas.openxmlformats.org/officeDocument/2006/relationships/image" Target="../media/image1660.png"/><Relationship Id="rId189" Type="http://schemas.openxmlformats.org/officeDocument/2006/relationships/image" Target="../media/image1708.png"/><Relationship Id="rId375" Type="http://schemas.openxmlformats.org/officeDocument/2006/relationships/image" Target="../media/image1798.png"/><Relationship Id="rId3" Type="http://schemas.openxmlformats.org/officeDocument/2006/relationships/image" Target="../media/image1616.png"/><Relationship Id="rId214" Type="http://schemas.openxmlformats.org/officeDocument/2006/relationships/customXml" Target="../ink/ink2012.xml"/><Relationship Id="rId235" Type="http://schemas.openxmlformats.org/officeDocument/2006/relationships/image" Target="../media/image1731.png"/><Relationship Id="rId256" Type="http://schemas.openxmlformats.org/officeDocument/2006/relationships/customXml" Target="../ink/ink2033.xml"/><Relationship Id="rId277" Type="http://schemas.openxmlformats.org/officeDocument/2006/relationships/image" Target="../media/image1750.png"/><Relationship Id="rId298" Type="http://schemas.openxmlformats.org/officeDocument/2006/relationships/customXml" Target="../ink/ink2054.xml"/><Relationship Id="rId116" Type="http://schemas.openxmlformats.org/officeDocument/2006/relationships/customXml" Target="../ink/ink1963.xml"/><Relationship Id="rId137" Type="http://schemas.openxmlformats.org/officeDocument/2006/relationships/image" Target="../media/image1682.png"/><Relationship Id="rId158" Type="http://schemas.openxmlformats.org/officeDocument/2006/relationships/customXml" Target="../ink/ink1984.xml"/><Relationship Id="rId302" Type="http://schemas.openxmlformats.org/officeDocument/2006/relationships/customXml" Target="../ink/ink2056.xml"/><Relationship Id="rId323" Type="http://schemas.openxmlformats.org/officeDocument/2006/relationships/image" Target="../media/image1772.png"/><Relationship Id="rId344" Type="http://schemas.openxmlformats.org/officeDocument/2006/relationships/customXml" Target="../ink/ink2077.xml"/><Relationship Id="rId20" Type="http://schemas.openxmlformats.org/officeDocument/2006/relationships/customXml" Target="../ink/ink1915.xml"/><Relationship Id="rId41" Type="http://schemas.openxmlformats.org/officeDocument/2006/relationships/image" Target="../media/image1634.png"/><Relationship Id="rId62" Type="http://schemas.openxmlformats.org/officeDocument/2006/relationships/customXml" Target="../ink/ink1936.xml"/><Relationship Id="rId83" Type="http://schemas.openxmlformats.org/officeDocument/2006/relationships/image" Target="../media/image1655.png"/><Relationship Id="rId179" Type="http://schemas.openxmlformats.org/officeDocument/2006/relationships/image" Target="../media/image1703.png"/><Relationship Id="rId365" Type="http://schemas.openxmlformats.org/officeDocument/2006/relationships/image" Target="../media/image1793.png"/><Relationship Id="rId190" Type="http://schemas.openxmlformats.org/officeDocument/2006/relationships/customXml" Target="../ink/ink2000.xml"/><Relationship Id="rId204" Type="http://schemas.openxmlformats.org/officeDocument/2006/relationships/customXml" Target="../ink/ink2007.xml"/><Relationship Id="rId225" Type="http://schemas.openxmlformats.org/officeDocument/2006/relationships/image" Target="../media/image1726.png"/><Relationship Id="rId246" Type="http://schemas.openxmlformats.org/officeDocument/2006/relationships/customXml" Target="../ink/ink2028.xml"/><Relationship Id="rId267" Type="http://schemas.openxmlformats.org/officeDocument/2006/relationships/image" Target="../media/image1745.png"/><Relationship Id="rId288" Type="http://schemas.openxmlformats.org/officeDocument/2006/relationships/customXml" Target="../ink/ink2049.xml"/><Relationship Id="rId106" Type="http://schemas.openxmlformats.org/officeDocument/2006/relationships/customXml" Target="../ink/ink1958.xml"/><Relationship Id="rId127" Type="http://schemas.openxmlformats.org/officeDocument/2006/relationships/image" Target="../media/image1677.png"/><Relationship Id="rId313" Type="http://schemas.openxmlformats.org/officeDocument/2006/relationships/image" Target="../media/image1768.png"/><Relationship Id="rId10" Type="http://schemas.openxmlformats.org/officeDocument/2006/relationships/customXml" Target="../ink/ink1910.xml"/><Relationship Id="rId31" Type="http://schemas.openxmlformats.org/officeDocument/2006/relationships/image" Target="../media/image1629.png"/><Relationship Id="rId52" Type="http://schemas.openxmlformats.org/officeDocument/2006/relationships/customXml" Target="../ink/ink1931.xml"/><Relationship Id="rId73" Type="http://schemas.openxmlformats.org/officeDocument/2006/relationships/image" Target="../media/image1650.png"/><Relationship Id="rId94" Type="http://schemas.openxmlformats.org/officeDocument/2006/relationships/customXml" Target="../ink/ink1952.xml"/><Relationship Id="rId148" Type="http://schemas.openxmlformats.org/officeDocument/2006/relationships/customXml" Target="../ink/ink1979.xml"/><Relationship Id="rId169" Type="http://schemas.openxmlformats.org/officeDocument/2006/relationships/image" Target="../media/image1698.png"/><Relationship Id="rId334" Type="http://schemas.openxmlformats.org/officeDocument/2006/relationships/customXml" Target="../ink/ink2072.xml"/><Relationship Id="rId355" Type="http://schemas.openxmlformats.org/officeDocument/2006/relationships/image" Target="../media/image1788.png"/><Relationship Id="rId376" Type="http://schemas.openxmlformats.org/officeDocument/2006/relationships/customXml" Target="../ink/ink2093.xml"/><Relationship Id="rId4" Type="http://schemas.openxmlformats.org/officeDocument/2006/relationships/customXml" Target="../ink/ink1907.xml"/><Relationship Id="rId180" Type="http://schemas.openxmlformats.org/officeDocument/2006/relationships/customXml" Target="../ink/ink1995.xml"/><Relationship Id="rId215" Type="http://schemas.openxmlformats.org/officeDocument/2006/relationships/image" Target="../media/image1721.png"/><Relationship Id="rId236" Type="http://schemas.openxmlformats.org/officeDocument/2006/relationships/customXml" Target="../ink/ink2023.xml"/><Relationship Id="rId257" Type="http://schemas.openxmlformats.org/officeDocument/2006/relationships/image" Target="../media/image1742.png"/><Relationship Id="rId278" Type="http://schemas.openxmlformats.org/officeDocument/2006/relationships/customXml" Target="../ink/ink2044.xml"/><Relationship Id="rId303" Type="http://schemas.openxmlformats.org/officeDocument/2006/relationships/image" Target="../media/image1763.png"/><Relationship Id="rId42" Type="http://schemas.openxmlformats.org/officeDocument/2006/relationships/customXml" Target="../ink/ink1926.xml"/><Relationship Id="rId84" Type="http://schemas.openxmlformats.org/officeDocument/2006/relationships/customXml" Target="../ink/ink1947.xml"/><Relationship Id="rId138" Type="http://schemas.openxmlformats.org/officeDocument/2006/relationships/customXml" Target="../ink/ink1974.xml"/><Relationship Id="rId345" Type="http://schemas.openxmlformats.org/officeDocument/2006/relationships/image" Target="../media/image1783.png"/><Relationship Id="rId191" Type="http://schemas.openxmlformats.org/officeDocument/2006/relationships/image" Target="../media/image1709.png"/><Relationship Id="rId205" Type="http://schemas.openxmlformats.org/officeDocument/2006/relationships/image" Target="../media/image1716.png"/><Relationship Id="rId247" Type="http://schemas.openxmlformats.org/officeDocument/2006/relationships/image" Target="../media/image1737.png"/><Relationship Id="rId107" Type="http://schemas.openxmlformats.org/officeDocument/2006/relationships/image" Target="../media/image1667.png"/><Relationship Id="rId289" Type="http://schemas.openxmlformats.org/officeDocument/2006/relationships/image" Target="../media/image1756.png"/><Relationship Id="rId11" Type="http://schemas.openxmlformats.org/officeDocument/2006/relationships/image" Target="../media/image1619.png"/><Relationship Id="rId53" Type="http://schemas.openxmlformats.org/officeDocument/2006/relationships/image" Target="../media/image1640.png"/><Relationship Id="rId149" Type="http://schemas.openxmlformats.org/officeDocument/2006/relationships/image" Target="../media/image1688.png"/><Relationship Id="rId314" Type="http://schemas.openxmlformats.org/officeDocument/2006/relationships/customXml" Target="../ink/ink2062.xml"/><Relationship Id="rId356" Type="http://schemas.openxmlformats.org/officeDocument/2006/relationships/customXml" Target="../ink/ink2083.xml"/><Relationship Id="rId95" Type="http://schemas.openxmlformats.org/officeDocument/2006/relationships/image" Target="../media/image1661.png"/><Relationship Id="rId160" Type="http://schemas.openxmlformats.org/officeDocument/2006/relationships/customXml" Target="../ink/ink1985.xml"/><Relationship Id="rId216" Type="http://schemas.openxmlformats.org/officeDocument/2006/relationships/customXml" Target="../ink/ink2013.xml"/><Relationship Id="rId258" Type="http://schemas.openxmlformats.org/officeDocument/2006/relationships/customXml" Target="../ink/ink2034.xml"/><Relationship Id="rId22" Type="http://schemas.openxmlformats.org/officeDocument/2006/relationships/customXml" Target="../ink/ink1916.xml"/><Relationship Id="rId64" Type="http://schemas.openxmlformats.org/officeDocument/2006/relationships/customXml" Target="../ink/ink1937.xml"/><Relationship Id="rId118" Type="http://schemas.openxmlformats.org/officeDocument/2006/relationships/customXml" Target="../ink/ink1964.xml"/><Relationship Id="rId325" Type="http://schemas.openxmlformats.org/officeDocument/2006/relationships/image" Target="../media/image1773.png"/><Relationship Id="rId367" Type="http://schemas.openxmlformats.org/officeDocument/2006/relationships/image" Target="../media/image1794.png"/><Relationship Id="rId171" Type="http://schemas.openxmlformats.org/officeDocument/2006/relationships/image" Target="../media/image1699.png"/><Relationship Id="rId227" Type="http://schemas.openxmlformats.org/officeDocument/2006/relationships/image" Target="../media/image1727.png"/><Relationship Id="rId269" Type="http://schemas.openxmlformats.org/officeDocument/2006/relationships/image" Target="../media/image1746.png"/><Relationship Id="rId33" Type="http://schemas.openxmlformats.org/officeDocument/2006/relationships/image" Target="../media/image1630.png"/><Relationship Id="rId129" Type="http://schemas.openxmlformats.org/officeDocument/2006/relationships/image" Target="../media/image1678.png"/><Relationship Id="rId280" Type="http://schemas.openxmlformats.org/officeDocument/2006/relationships/customXml" Target="../ink/ink2045.xml"/><Relationship Id="rId336" Type="http://schemas.openxmlformats.org/officeDocument/2006/relationships/customXml" Target="../ink/ink2073.xml"/><Relationship Id="rId75" Type="http://schemas.openxmlformats.org/officeDocument/2006/relationships/image" Target="../media/image1651.png"/><Relationship Id="rId140" Type="http://schemas.openxmlformats.org/officeDocument/2006/relationships/customXml" Target="../ink/ink1975.xml"/><Relationship Id="rId182" Type="http://schemas.openxmlformats.org/officeDocument/2006/relationships/customXml" Target="../ink/ink1996.xml"/><Relationship Id="rId378" Type="http://schemas.openxmlformats.org/officeDocument/2006/relationships/customXml" Target="../ink/ink2094.xml"/><Relationship Id="rId6" Type="http://schemas.openxmlformats.org/officeDocument/2006/relationships/customXml" Target="../ink/ink1908.xml"/><Relationship Id="rId238" Type="http://schemas.openxmlformats.org/officeDocument/2006/relationships/customXml" Target="../ink/ink2024.xml"/><Relationship Id="rId291" Type="http://schemas.openxmlformats.org/officeDocument/2006/relationships/image" Target="../media/image1757.png"/><Relationship Id="rId305" Type="http://schemas.openxmlformats.org/officeDocument/2006/relationships/image" Target="../media/image1764.png"/><Relationship Id="rId347" Type="http://schemas.openxmlformats.org/officeDocument/2006/relationships/image" Target="../media/image1784.png"/><Relationship Id="rId44" Type="http://schemas.openxmlformats.org/officeDocument/2006/relationships/customXml" Target="../ink/ink1927.xml"/><Relationship Id="rId86" Type="http://schemas.openxmlformats.org/officeDocument/2006/relationships/customXml" Target="../ink/ink1948.xml"/><Relationship Id="rId151" Type="http://schemas.openxmlformats.org/officeDocument/2006/relationships/image" Target="../media/image1689.png"/><Relationship Id="rId193" Type="http://schemas.openxmlformats.org/officeDocument/2006/relationships/image" Target="../media/image1710.png"/><Relationship Id="rId207" Type="http://schemas.openxmlformats.org/officeDocument/2006/relationships/image" Target="../media/image1717.png"/><Relationship Id="rId249" Type="http://schemas.openxmlformats.org/officeDocument/2006/relationships/image" Target="../media/image1738.png"/><Relationship Id="rId13" Type="http://schemas.openxmlformats.org/officeDocument/2006/relationships/image" Target="../media/image1620.png"/><Relationship Id="rId109" Type="http://schemas.openxmlformats.org/officeDocument/2006/relationships/image" Target="../media/image1668.png"/><Relationship Id="rId260" Type="http://schemas.openxmlformats.org/officeDocument/2006/relationships/customXml" Target="../ink/ink2035.xml"/><Relationship Id="rId316" Type="http://schemas.openxmlformats.org/officeDocument/2006/relationships/customXml" Target="../ink/ink2063.xml"/><Relationship Id="rId55" Type="http://schemas.openxmlformats.org/officeDocument/2006/relationships/image" Target="../media/image1641.png"/><Relationship Id="rId97" Type="http://schemas.openxmlformats.org/officeDocument/2006/relationships/image" Target="../media/image1662.png"/><Relationship Id="rId120" Type="http://schemas.openxmlformats.org/officeDocument/2006/relationships/customXml" Target="../ink/ink1965.xml"/><Relationship Id="rId358" Type="http://schemas.openxmlformats.org/officeDocument/2006/relationships/customXml" Target="../ink/ink2084.xml"/><Relationship Id="rId162" Type="http://schemas.openxmlformats.org/officeDocument/2006/relationships/customXml" Target="../ink/ink1986.xml"/><Relationship Id="rId218" Type="http://schemas.openxmlformats.org/officeDocument/2006/relationships/customXml" Target="../ink/ink2014.xml"/><Relationship Id="rId271" Type="http://schemas.openxmlformats.org/officeDocument/2006/relationships/image" Target="../media/image1747.png"/><Relationship Id="rId24" Type="http://schemas.openxmlformats.org/officeDocument/2006/relationships/customXml" Target="../ink/ink1917.xml"/><Relationship Id="rId66" Type="http://schemas.openxmlformats.org/officeDocument/2006/relationships/customXml" Target="../ink/ink1938.xml"/><Relationship Id="rId131" Type="http://schemas.openxmlformats.org/officeDocument/2006/relationships/image" Target="../media/image1679.png"/><Relationship Id="rId327" Type="http://schemas.openxmlformats.org/officeDocument/2006/relationships/image" Target="../media/image1774.png"/><Relationship Id="rId369" Type="http://schemas.openxmlformats.org/officeDocument/2006/relationships/image" Target="../media/image1795.png"/><Relationship Id="rId173" Type="http://schemas.openxmlformats.org/officeDocument/2006/relationships/image" Target="../media/image1700.png"/><Relationship Id="rId229" Type="http://schemas.openxmlformats.org/officeDocument/2006/relationships/image" Target="../media/image1728.png"/><Relationship Id="rId380" Type="http://schemas.openxmlformats.org/officeDocument/2006/relationships/customXml" Target="../ink/ink2095.xml"/><Relationship Id="rId240" Type="http://schemas.openxmlformats.org/officeDocument/2006/relationships/customXml" Target="../ink/ink2025.xml"/><Relationship Id="rId35" Type="http://schemas.openxmlformats.org/officeDocument/2006/relationships/image" Target="../media/image1631.png"/><Relationship Id="rId77" Type="http://schemas.openxmlformats.org/officeDocument/2006/relationships/image" Target="../media/image1652.png"/><Relationship Id="rId100" Type="http://schemas.openxmlformats.org/officeDocument/2006/relationships/customXml" Target="../ink/ink1955.xml"/><Relationship Id="rId282" Type="http://schemas.openxmlformats.org/officeDocument/2006/relationships/customXml" Target="../ink/ink2046.xml"/><Relationship Id="rId338" Type="http://schemas.openxmlformats.org/officeDocument/2006/relationships/customXml" Target="../ink/ink2074.xml"/><Relationship Id="rId8" Type="http://schemas.openxmlformats.org/officeDocument/2006/relationships/customXml" Target="../ink/ink1909.xml"/><Relationship Id="rId142" Type="http://schemas.openxmlformats.org/officeDocument/2006/relationships/customXml" Target="../ink/ink1976.xml"/><Relationship Id="rId184" Type="http://schemas.openxmlformats.org/officeDocument/2006/relationships/customXml" Target="../ink/ink1997.xml"/><Relationship Id="rId251" Type="http://schemas.openxmlformats.org/officeDocument/2006/relationships/image" Target="../media/image1739.png"/><Relationship Id="rId46" Type="http://schemas.openxmlformats.org/officeDocument/2006/relationships/customXml" Target="../ink/ink1928.xml"/><Relationship Id="rId293" Type="http://schemas.openxmlformats.org/officeDocument/2006/relationships/image" Target="../media/image1758.png"/><Relationship Id="rId307" Type="http://schemas.openxmlformats.org/officeDocument/2006/relationships/image" Target="../media/image1765.png"/><Relationship Id="rId349" Type="http://schemas.openxmlformats.org/officeDocument/2006/relationships/image" Target="../media/image1785.png"/><Relationship Id="rId88" Type="http://schemas.openxmlformats.org/officeDocument/2006/relationships/customXml" Target="../ink/ink1949.xml"/><Relationship Id="rId111" Type="http://schemas.openxmlformats.org/officeDocument/2006/relationships/image" Target="../media/image1669.png"/><Relationship Id="rId153" Type="http://schemas.openxmlformats.org/officeDocument/2006/relationships/image" Target="../media/image1690.png"/><Relationship Id="rId195" Type="http://schemas.openxmlformats.org/officeDocument/2006/relationships/image" Target="../media/image1711.png"/><Relationship Id="rId209" Type="http://schemas.openxmlformats.org/officeDocument/2006/relationships/image" Target="../media/image1718.png"/><Relationship Id="rId360" Type="http://schemas.openxmlformats.org/officeDocument/2006/relationships/customXml" Target="../ink/ink2085.xml"/><Relationship Id="rId220" Type="http://schemas.openxmlformats.org/officeDocument/2006/relationships/customXml" Target="../ink/ink2015.xml"/><Relationship Id="rId15" Type="http://schemas.openxmlformats.org/officeDocument/2006/relationships/image" Target="../media/image1621.png"/><Relationship Id="rId57" Type="http://schemas.openxmlformats.org/officeDocument/2006/relationships/image" Target="../media/image1642.png"/><Relationship Id="rId262" Type="http://schemas.openxmlformats.org/officeDocument/2006/relationships/customXml" Target="../ink/ink2036.xml"/><Relationship Id="rId318" Type="http://schemas.openxmlformats.org/officeDocument/2006/relationships/customXml" Target="../ink/ink2064.xml"/><Relationship Id="rId99" Type="http://schemas.openxmlformats.org/officeDocument/2006/relationships/image" Target="../media/image1663.png"/><Relationship Id="rId122" Type="http://schemas.openxmlformats.org/officeDocument/2006/relationships/customXml" Target="../ink/ink1966.xml"/><Relationship Id="rId164" Type="http://schemas.openxmlformats.org/officeDocument/2006/relationships/customXml" Target="../ink/ink1987.xml"/><Relationship Id="rId371" Type="http://schemas.openxmlformats.org/officeDocument/2006/relationships/image" Target="../media/image1796.png"/><Relationship Id="rId26" Type="http://schemas.openxmlformats.org/officeDocument/2006/relationships/customXml" Target="../ink/ink1918.xml"/><Relationship Id="rId231" Type="http://schemas.openxmlformats.org/officeDocument/2006/relationships/image" Target="../media/image1729.png"/><Relationship Id="rId273" Type="http://schemas.openxmlformats.org/officeDocument/2006/relationships/image" Target="../media/image1748.png"/><Relationship Id="rId329" Type="http://schemas.openxmlformats.org/officeDocument/2006/relationships/image" Target="../media/image1775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60.png"/><Relationship Id="rId21" Type="http://schemas.openxmlformats.org/officeDocument/2006/relationships/image" Target="../media/image1812.png"/><Relationship Id="rId63" Type="http://schemas.openxmlformats.org/officeDocument/2006/relationships/image" Target="../media/image1833.png"/><Relationship Id="rId159" Type="http://schemas.openxmlformats.org/officeDocument/2006/relationships/image" Target="../media/image1880.png"/><Relationship Id="rId170" Type="http://schemas.openxmlformats.org/officeDocument/2006/relationships/customXml" Target="../ink/ink2182.xml"/><Relationship Id="rId226" Type="http://schemas.openxmlformats.org/officeDocument/2006/relationships/customXml" Target="../ink/ink2210.xml"/><Relationship Id="rId268" Type="http://schemas.openxmlformats.org/officeDocument/2006/relationships/customXml" Target="../ink/ink2231.xml"/><Relationship Id="rId32" Type="http://schemas.openxmlformats.org/officeDocument/2006/relationships/customXml" Target="../ink/ink2113.xml"/><Relationship Id="rId74" Type="http://schemas.openxmlformats.org/officeDocument/2006/relationships/customXml" Target="../ink/ink2134.xml"/><Relationship Id="rId128" Type="http://schemas.openxmlformats.org/officeDocument/2006/relationships/customXml" Target="../ink/ink2161.xml"/><Relationship Id="rId5" Type="http://schemas.openxmlformats.org/officeDocument/2006/relationships/image" Target="../media/image1804.png"/><Relationship Id="rId181" Type="http://schemas.openxmlformats.org/officeDocument/2006/relationships/image" Target="../media/image1891.png"/><Relationship Id="rId237" Type="http://schemas.openxmlformats.org/officeDocument/2006/relationships/image" Target="../media/image1918.png"/><Relationship Id="rId279" Type="http://schemas.openxmlformats.org/officeDocument/2006/relationships/image" Target="../media/image1939.png"/><Relationship Id="rId22" Type="http://schemas.openxmlformats.org/officeDocument/2006/relationships/customXml" Target="../ink/ink2108.xml"/><Relationship Id="rId43" Type="http://schemas.openxmlformats.org/officeDocument/2006/relationships/image" Target="../media/image1823.png"/><Relationship Id="rId64" Type="http://schemas.openxmlformats.org/officeDocument/2006/relationships/customXml" Target="../ink/ink2129.xml"/><Relationship Id="rId118" Type="http://schemas.openxmlformats.org/officeDocument/2006/relationships/customXml" Target="../ink/ink2156.xml"/><Relationship Id="rId139" Type="http://schemas.openxmlformats.org/officeDocument/2006/relationships/image" Target="../media/image1871.png"/><Relationship Id="rId85" Type="http://schemas.openxmlformats.org/officeDocument/2006/relationships/image" Target="../media/image1844.png"/><Relationship Id="rId150" Type="http://schemas.openxmlformats.org/officeDocument/2006/relationships/customXml" Target="../ink/ink2172.xml"/><Relationship Id="rId171" Type="http://schemas.openxmlformats.org/officeDocument/2006/relationships/image" Target="../media/image1886.png"/><Relationship Id="rId192" Type="http://schemas.openxmlformats.org/officeDocument/2006/relationships/customXml" Target="../ink/ink2193.xml"/><Relationship Id="rId206" Type="http://schemas.openxmlformats.org/officeDocument/2006/relationships/customXml" Target="../ink/ink2200.xml"/><Relationship Id="rId227" Type="http://schemas.openxmlformats.org/officeDocument/2006/relationships/image" Target="../media/image1914.png"/><Relationship Id="rId248" Type="http://schemas.openxmlformats.org/officeDocument/2006/relationships/customXml" Target="../ink/ink2221.xml"/><Relationship Id="rId269" Type="http://schemas.openxmlformats.org/officeDocument/2006/relationships/image" Target="../media/image1934.png"/><Relationship Id="rId12" Type="http://schemas.openxmlformats.org/officeDocument/2006/relationships/customXml" Target="../ink/ink2103.xml"/><Relationship Id="rId33" Type="http://schemas.openxmlformats.org/officeDocument/2006/relationships/image" Target="../media/image1818.png"/><Relationship Id="rId108" Type="http://schemas.openxmlformats.org/officeDocument/2006/relationships/customXml" Target="../ink/ink2151.xml"/><Relationship Id="rId129" Type="http://schemas.openxmlformats.org/officeDocument/2006/relationships/image" Target="../media/image1866.png"/><Relationship Id="rId280" Type="http://schemas.openxmlformats.org/officeDocument/2006/relationships/customXml" Target="../ink/ink2237.xml"/><Relationship Id="rId54" Type="http://schemas.openxmlformats.org/officeDocument/2006/relationships/customXml" Target="../ink/ink2124.xml"/><Relationship Id="rId75" Type="http://schemas.openxmlformats.org/officeDocument/2006/relationships/image" Target="../media/image1839.png"/><Relationship Id="rId96" Type="http://schemas.openxmlformats.org/officeDocument/2006/relationships/customXml" Target="../ink/ink2145.xml"/><Relationship Id="rId140" Type="http://schemas.openxmlformats.org/officeDocument/2006/relationships/customXml" Target="../ink/ink2167.xml"/><Relationship Id="rId161" Type="http://schemas.openxmlformats.org/officeDocument/2006/relationships/image" Target="../media/image1881.png"/><Relationship Id="rId182" Type="http://schemas.openxmlformats.org/officeDocument/2006/relationships/customXml" Target="../ink/ink2188.xml"/><Relationship Id="rId217" Type="http://schemas.openxmlformats.org/officeDocument/2006/relationships/image" Target="../media/image1909.png"/><Relationship Id="rId6" Type="http://schemas.openxmlformats.org/officeDocument/2006/relationships/customXml" Target="../ink/ink2100.xml"/><Relationship Id="rId238" Type="http://schemas.openxmlformats.org/officeDocument/2006/relationships/customXml" Target="../ink/ink2216.xml"/><Relationship Id="rId259" Type="http://schemas.openxmlformats.org/officeDocument/2006/relationships/image" Target="../media/image1929.png"/><Relationship Id="rId23" Type="http://schemas.openxmlformats.org/officeDocument/2006/relationships/image" Target="../media/image1813.png"/><Relationship Id="rId119" Type="http://schemas.openxmlformats.org/officeDocument/2006/relationships/image" Target="../media/image1861.png"/><Relationship Id="rId270" Type="http://schemas.openxmlformats.org/officeDocument/2006/relationships/customXml" Target="../ink/ink2232.xml"/><Relationship Id="rId44" Type="http://schemas.openxmlformats.org/officeDocument/2006/relationships/customXml" Target="../ink/ink2119.xml"/><Relationship Id="rId65" Type="http://schemas.openxmlformats.org/officeDocument/2006/relationships/image" Target="../media/image1834.png"/><Relationship Id="rId86" Type="http://schemas.openxmlformats.org/officeDocument/2006/relationships/customXml" Target="../ink/ink2140.xml"/><Relationship Id="rId130" Type="http://schemas.openxmlformats.org/officeDocument/2006/relationships/customXml" Target="../ink/ink2162.xml"/><Relationship Id="rId151" Type="http://schemas.openxmlformats.org/officeDocument/2006/relationships/image" Target="../media/image1876.png"/><Relationship Id="rId172" Type="http://schemas.openxmlformats.org/officeDocument/2006/relationships/customXml" Target="../ink/ink2183.xml"/><Relationship Id="rId193" Type="http://schemas.openxmlformats.org/officeDocument/2006/relationships/image" Target="../media/image1897.png"/><Relationship Id="rId207" Type="http://schemas.openxmlformats.org/officeDocument/2006/relationships/image" Target="../media/image1904.png"/><Relationship Id="rId228" Type="http://schemas.openxmlformats.org/officeDocument/2006/relationships/customXml" Target="../ink/ink2211.xml"/><Relationship Id="rId249" Type="http://schemas.openxmlformats.org/officeDocument/2006/relationships/image" Target="../media/image1924.png"/><Relationship Id="rId13" Type="http://schemas.openxmlformats.org/officeDocument/2006/relationships/image" Target="../media/image1808.png"/><Relationship Id="rId109" Type="http://schemas.openxmlformats.org/officeDocument/2006/relationships/image" Target="../media/image1856.png"/><Relationship Id="rId260" Type="http://schemas.openxmlformats.org/officeDocument/2006/relationships/customXml" Target="../ink/ink2227.xml"/><Relationship Id="rId281" Type="http://schemas.openxmlformats.org/officeDocument/2006/relationships/image" Target="../media/image1940.png"/><Relationship Id="rId34" Type="http://schemas.openxmlformats.org/officeDocument/2006/relationships/customXml" Target="../ink/ink2114.xml"/><Relationship Id="rId55" Type="http://schemas.openxmlformats.org/officeDocument/2006/relationships/image" Target="../media/image1829.png"/><Relationship Id="rId76" Type="http://schemas.openxmlformats.org/officeDocument/2006/relationships/customXml" Target="../ink/ink2135.xml"/><Relationship Id="rId97" Type="http://schemas.openxmlformats.org/officeDocument/2006/relationships/image" Target="../media/image1850.png"/><Relationship Id="rId120" Type="http://schemas.openxmlformats.org/officeDocument/2006/relationships/customXml" Target="../ink/ink2157.xml"/><Relationship Id="rId141" Type="http://schemas.openxmlformats.org/officeDocument/2006/relationships/image" Target="../media/image1872.png"/><Relationship Id="rId7" Type="http://schemas.openxmlformats.org/officeDocument/2006/relationships/image" Target="../media/image1805.png"/><Relationship Id="rId162" Type="http://schemas.openxmlformats.org/officeDocument/2006/relationships/customXml" Target="../ink/ink2178.xml"/><Relationship Id="rId183" Type="http://schemas.openxmlformats.org/officeDocument/2006/relationships/image" Target="../media/image1892.png"/><Relationship Id="rId218" Type="http://schemas.openxmlformats.org/officeDocument/2006/relationships/customXml" Target="../ink/ink2206.xml"/><Relationship Id="rId239" Type="http://schemas.openxmlformats.org/officeDocument/2006/relationships/image" Target="../media/image1919.png"/><Relationship Id="rId250" Type="http://schemas.openxmlformats.org/officeDocument/2006/relationships/customXml" Target="../ink/ink2222.xml"/><Relationship Id="rId271" Type="http://schemas.openxmlformats.org/officeDocument/2006/relationships/image" Target="../media/image1935.png"/><Relationship Id="rId24" Type="http://schemas.openxmlformats.org/officeDocument/2006/relationships/customXml" Target="../ink/ink2109.xml"/><Relationship Id="rId45" Type="http://schemas.openxmlformats.org/officeDocument/2006/relationships/image" Target="../media/image1824.png"/><Relationship Id="rId66" Type="http://schemas.openxmlformats.org/officeDocument/2006/relationships/customXml" Target="../ink/ink2130.xml"/><Relationship Id="rId87" Type="http://schemas.openxmlformats.org/officeDocument/2006/relationships/image" Target="../media/image1845.png"/><Relationship Id="rId110" Type="http://schemas.openxmlformats.org/officeDocument/2006/relationships/customXml" Target="../ink/ink2152.xml"/><Relationship Id="rId131" Type="http://schemas.openxmlformats.org/officeDocument/2006/relationships/image" Target="../media/image1867.png"/><Relationship Id="rId152" Type="http://schemas.openxmlformats.org/officeDocument/2006/relationships/customXml" Target="../ink/ink2173.xml"/><Relationship Id="rId173" Type="http://schemas.openxmlformats.org/officeDocument/2006/relationships/image" Target="../media/image1887.png"/><Relationship Id="rId194" Type="http://schemas.openxmlformats.org/officeDocument/2006/relationships/customXml" Target="../ink/ink2194.xml"/><Relationship Id="rId208" Type="http://schemas.openxmlformats.org/officeDocument/2006/relationships/customXml" Target="../ink/ink2201.xml"/><Relationship Id="rId229" Type="http://schemas.openxmlformats.org/officeDocument/2006/relationships/image" Target="../media/image1915.png"/><Relationship Id="rId240" Type="http://schemas.openxmlformats.org/officeDocument/2006/relationships/customXml" Target="../ink/ink2217.xml"/><Relationship Id="rId261" Type="http://schemas.openxmlformats.org/officeDocument/2006/relationships/image" Target="../media/image1930.png"/><Relationship Id="rId14" Type="http://schemas.openxmlformats.org/officeDocument/2006/relationships/customXml" Target="../ink/ink2104.xml"/><Relationship Id="rId35" Type="http://schemas.openxmlformats.org/officeDocument/2006/relationships/image" Target="../media/image1819.png"/><Relationship Id="rId56" Type="http://schemas.openxmlformats.org/officeDocument/2006/relationships/customXml" Target="../ink/ink2125.xml"/><Relationship Id="rId77" Type="http://schemas.openxmlformats.org/officeDocument/2006/relationships/image" Target="../media/image1840.png"/><Relationship Id="rId100" Type="http://schemas.openxmlformats.org/officeDocument/2006/relationships/customXml" Target="../ink/ink2147.xml"/><Relationship Id="rId282" Type="http://schemas.openxmlformats.org/officeDocument/2006/relationships/customXml" Target="../ink/ink2238.xml"/><Relationship Id="rId8" Type="http://schemas.openxmlformats.org/officeDocument/2006/relationships/customXml" Target="../ink/ink2101.xml"/><Relationship Id="rId98" Type="http://schemas.openxmlformats.org/officeDocument/2006/relationships/customXml" Target="../ink/ink2146.xml"/><Relationship Id="rId121" Type="http://schemas.openxmlformats.org/officeDocument/2006/relationships/image" Target="../media/image1862.png"/><Relationship Id="rId142" Type="http://schemas.openxmlformats.org/officeDocument/2006/relationships/customXml" Target="../ink/ink2168.xml"/><Relationship Id="rId163" Type="http://schemas.openxmlformats.org/officeDocument/2006/relationships/image" Target="../media/image1882.png"/><Relationship Id="rId184" Type="http://schemas.openxmlformats.org/officeDocument/2006/relationships/customXml" Target="../ink/ink2189.xml"/><Relationship Id="rId219" Type="http://schemas.openxmlformats.org/officeDocument/2006/relationships/image" Target="../media/image1910.png"/><Relationship Id="rId230" Type="http://schemas.openxmlformats.org/officeDocument/2006/relationships/customXml" Target="../ink/ink2212.xml"/><Relationship Id="rId251" Type="http://schemas.openxmlformats.org/officeDocument/2006/relationships/image" Target="../media/image1925.png"/><Relationship Id="rId25" Type="http://schemas.openxmlformats.org/officeDocument/2006/relationships/image" Target="../media/image1814.png"/><Relationship Id="rId46" Type="http://schemas.openxmlformats.org/officeDocument/2006/relationships/customXml" Target="../ink/ink2120.xml"/><Relationship Id="rId67" Type="http://schemas.openxmlformats.org/officeDocument/2006/relationships/image" Target="../media/image1835.png"/><Relationship Id="rId272" Type="http://schemas.openxmlformats.org/officeDocument/2006/relationships/customXml" Target="../ink/ink2233.xml"/><Relationship Id="rId88" Type="http://schemas.openxmlformats.org/officeDocument/2006/relationships/customXml" Target="../ink/ink2141.xml"/><Relationship Id="rId111" Type="http://schemas.openxmlformats.org/officeDocument/2006/relationships/image" Target="../media/image1857.png"/><Relationship Id="rId132" Type="http://schemas.openxmlformats.org/officeDocument/2006/relationships/customXml" Target="../ink/ink2163.xml"/><Relationship Id="rId153" Type="http://schemas.openxmlformats.org/officeDocument/2006/relationships/image" Target="../media/image1877.png"/><Relationship Id="rId174" Type="http://schemas.openxmlformats.org/officeDocument/2006/relationships/customXml" Target="../ink/ink2184.xml"/><Relationship Id="rId195" Type="http://schemas.openxmlformats.org/officeDocument/2006/relationships/image" Target="../media/image1898.png"/><Relationship Id="rId209" Type="http://schemas.openxmlformats.org/officeDocument/2006/relationships/image" Target="../media/image1905.png"/><Relationship Id="rId220" Type="http://schemas.openxmlformats.org/officeDocument/2006/relationships/customXml" Target="../ink/ink2207.xml"/><Relationship Id="rId241" Type="http://schemas.openxmlformats.org/officeDocument/2006/relationships/image" Target="../media/image1920.png"/><Relationship Id="rId15" Type="http://schemas.openxmlformats.org/officeDocument/2006/relationships/image" Target="../media/image1809.png"/><Relationship Id="rId36" Type="http://schemas.openxmlformats.org/officeDocument/2006/relationships/customXml" Target="../ink/ink2115.xml"/><Relationship Id="rId57" Type="http://schemas.openxmlformats.org/officeDocument/2006/relationships/image" Target="../media/image1830.png"/><Relationship Id="rId262" Type="http://schemas.openxmlformats.org/officeDocument/2006/relationships/customXml" Target="../ink/ink2228.xml"/><Relationship Id="rId283" Type="http://schemas.openxmlformats.org/officeDocument/2006/relationships/image" Target="../media/image1941.png"/><Relationship Id="rId78" Type="http://schemas.openxmlformats.org/officeDocument/2006/relationships/customXml" Target="../ink/ink2136.xml"/><Relationship Id="rId99" Type="http://schemas.openxmlformats.org/officeDocument/2006/relationships/image" Target="../media/image1851.png"/><Relationship Id="rId101" Type="http://schemas.openxmlformats.org/officeDocument/2006/relationships/image" Target="../media/image1852.png"/><Relationship Id="rId122" Type="http://schemas.openxmlformats.org/officeDocument/2006/relationships/customXml" Target="../ink/ink2158.xml"/><Relationship Id="rId143" Type="http://schemas.openxmlformats.org/officeDocument/2006/relationships/image" Target="../media/image1873.png"/><Relationship Id="rId164" Type="http://schemas.openxmlformats.org/officeDocument/2006/relationships/customXml" Target="../ink/ink2179.xml"/><Relationship Id="rId185" Type="http://schemas.openxmlformats.org/officeDocument/2006/relationships/image" Target="../media/image1893.png"/><Relationship Id="rId9" Type="http://schemas.openxmlformats.org/officeDocument/2006/relationships/image" Target="../media/image1806.png"/><Relationship Id="rId210" Type="http://schemas.openxmlformats.org/officeDocument/2006/relationships/customXml" Target="../ink/ink2202.xml"/><Relationship Id="rId26" Type="http://schemas.openxmlformats.org/officeDocument/2006/relationships/customXml" Target="../ink/ink2110.xml"/><Relationship Id="rId231" Type="http://schemas.openxmlformats.org/officeDocument/2006/relationships/image" Target="../media/image1916.png"/><Relationship Id="rId252" Type="http://schemas.openxmlformats.org/officeDocument/2006/relationships/customXml" Target="../ink/ink2223.xml"/><Relationship Id="rId273" Type="http://schemas.openxmlformats.org/officeDocument/2006/relationships/image" Target="../media/image1936.png"/><Relationship Id="rId47" Type="http://schemas.openxmlformats.org/officeDocument/2006/relationships/image" Target="../media/image1825.png"/><Relationship Id="rId68" Type="http://schemas.openxmlformats.org/officeDocument/2006/relationships/customXml" Target="../ink/ink2131.xml"/><Relationship Id="rId89" Type="http://schemas.openxmlformats.org/officeDocument/2006/relationships/image" Target="../media/image1846.png"/><Relationship Id="rId112" Type="http://schemas.openxmlformats.org/officeDocument/2006/relationships/customXml" Target="../ink/ink2153.xml"/><Relationship Id="rId133" Type="http://schemas.openxmlformats.org/officeDocument/2006/relationships/image" Target="../media/image1868.png"/><Relationship Id="rId154" Type="http://schemas.openxmlformats.org/officeDocument/2006/relationships/customXml" Target="../ink/ink2174.xml"/><Relationship Id="rId175" Type="http://schemas.openxmlformats.org/officeDocument/2006/relationships/image" Target="../media/image1888.png"/><Relationship Id="rId196" Type="http://schemas.openxmlformats.org/officeDocument/2006/relationships/customXml" Target="../ink/ink2195.xml"/><Relationship Id="rId200" Type="http://schemas.openxmlformats.org/officeDocument/2006/relationships/customXml" Target="../ink/ink2197.xml"/><Relationship Id="rId16" Type="http://schemas.openxmlformats.org/officeDocument/2006/relationships/customXml" Target="../ink/ink2105.xml"/><Relationship Id="rId221" Type="http://schemas.openxmlformats.org/officeDocument/2006/relationships/image" Target="../media/image1911.png"/><Relationship Id="rId242" Type="http://schemas.openxmlformats.org/officeDocument/2006/relationships/customXml" Target="../ink/ink2218.xml"/><Relationship Id="rId263" Type="http://schemas.openxmlformats.org/officeDocument/2006/relationships/image" Target="../media/image1931.png"/><Relationship Id="rId37" Type="http://schemas.openxmlformats.org/officeDocument/2006/relationships/image" Target="../media/image1820.png"/><Relationship Id="rId58" Type="http://schemas.openxmlformats.org/officeDocument/2006/relationships/customXml" Target="../ink/ink2126.xml"/><Relationship Id="rId79" Type="http://schemas.openxmlformats.org/officeDocument/2006/relationships/image" Target="../media/image1841.png"/><Relationship Id="rId102" Type="http://schemas.openxmlformats.org/officeDocument/2006/relationships/customXml" Target="../ink/ink2148.xml"/><Relationship Id="rId123" Type="http://schemas.openxmlformats.org/officeDocument/2006/relationships/image" Target="../media/image1863.png"/><Relationship Id="rId144" Type="http://schemas.openxmlformats.org/officeDocument/2006/relationships/customXml" Target="../ink/ink2169.xml"/><Relationship Id="rId90" Type="http://schemas.openxmlformats.org/officeDocument/2006/relationships/customXml" Target="../ink/ink2142.xml"/><Relationship Id="rId165" Type="http://schemas.openxmlformats.org/officeDocument/2006/relationships/image" Target="../media/image1883.png"/><Relationship Id="rId186" Type="http://schemas.openxmlformats.org/officeDocument/2006/relationships/customXml" Target="../ink/ink2190.xml"/><Relationship Id="rId211" Type="http://schemas.openxmlformats.org/officeDocument/2006/relationships/image" Target="../media/image1906.png"/><Relationship Id="rId232" Type="http://schemas.openxmlformats.org/officeDocument/2006/relationships/customXml" Target="../ink/ink2213.xml"/><Relationship Id="rId253" Type="http://schemas.openxmlformats.org/officeDocument/2006/relationships/image" Target="../media/image1926.png"/><Relationship Id="rId274" Type="http://schemas.openxmlformats.org/officeDocument/2006/relationships/customXml" Target="../ink/ink2234.xml"/><Relationship Id="rId27" Type="http://schemas.openxmlformats.org/officeDocument/2006/relationships/image" Target="../media/image1815.png"/><Relationship Id="rId48" Type="http://schemas.openxmlformats.org/officeDocument/2006/relationships/customXml" Target="../ink/ink2121.xml"/><Relationship Id="rId69" Type="http://schemas.openxmlformats.org/officeDocument/2006/relationships/image" Target="../media/image1836.png"/><Relationship Id="rId113" Type="http://schemas.openxmlformats.org/officeDocument/2006/relationships/image" Target="../media/image1858.png"/><Relationship Id="rId134" Type="http://schemas.openxmlformats.org/officeDocument/2006/relationships/customXml" Target="../ink/ink2164.xml"/><Relationship Id="rId80" Type="http://schemas.openxmlformats.org/officeDocument/2006/relationships/customXml" Target="../ink/ink2137.xml"/><Relationship Id="rId155" Type="http://schemas.openxmlformats.org/officeDocument/2006/relationships/image" Target="../media/image1878.png"/><Relationship Id="rId176" Type="http://schemas.openxmlformats.org/officeDocument/2006/relationships/customXml" Target="../ink/ink2185.xml"/><Relationship Id="rId197" Type="http://schemas.openxmlformats.org/officeDocument/2006/relationships/image" Target="../media/image1899.png"/><Relationship Id="rId201" Type="http://schemas.openxmlformats.org/officeDocument/2006/relationships/image" Target="../media/image1901.png"/><Relationship Id="rId222" Type="http://schemas.openxmlformats.org/officeDocument/2006/relationships/customXml" Target="../ink/ink2208.xml"/><Relationship Id="rId243" Type="http://schemas.openxmlformats.org/officeDocument/2006/relationships/image" Target="../media/image1921.png"/><Relationship Id="rId264" Type="http://schemas.openxmlformats.org/officeDocument/2006/relationships/customXml" Target="../ink/ink2229.xml"/><Relationship Id="rId17" Type="http://schemas.openxmlformats.org/officeDocument/2006/relationships/image" Target="../media/image1810.png"/><Relationship Id="rId38" Type="http://schemas.openxmlformats.org/officeDocument/2006/relationships/customXml" Target="../ink/ink2116.xml"/><Relationship Id="rId59" Type="http://schemas.openxmlformats.org/officeDocument/2006/relationships/image" Target="../media/image1831.png"/><Relationship Id="rId103" Type="http://schemas.openxmlformats.org/officeDocument/2006/relationships/image" Target="../media/image1853.png"/><Relationship Id="rId124" Type="http://schemas.openxmlformats.org/officeDocument/2006/relationships/customXml" Target="../ink/ink2159.xml"/><Relationship Id="rId70" Type="http://schemas.openxmlformats.org/officeDocument/2006/relationships/customXml" Target="../ink/ink2132.xml"/><Relationship Id="rId91" Type="http://schemas.openxmlformats.org/officeDocument/2006/relationships/image" Target="../media/image1847.png"/><Relationship Id="rId145" Type="http://schemas.openxmlformats.org/officeDocument/2006/relationships/image" Target="../media/image1874.png"/><Relationship Id="rId166" Type="http://schemas.openxmlformats.org/officeDocument/2006/relationships/customXml" Target="../ink/ink2180.xml"/><Relationship Id="rId187" Type="http://schemas.openxmlformats.org/officeDocument/2006/relationships/image" Target="../media/image189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203.xml"/><Relationship Id="rId233" Type="http://schemas.openxmlformats.org/officeDocument/2006/relationships/image" Target="../media/image1471.png"/><Relationship Id="rId254" Type="http://schemas.openxmlformats.org/officeDocument/2006/relationships/customXml" Target="../ink/ink2224.xml"/><Relationship Id="rId28" Type="http://schemas.openxmlformats.org/officeDocument/2006/relationships/customXml" Target="../ink/ink2111.xml"/><Relationship Id="rId49" Type="http://schemas.openxmlformats.org/officeDocument/2006/relationships/image" Target="../media/image1826.png"/><Relationship Id="rId114" Type="http://schemas.openxmlformats.org/officeDocument/2006/relationships/customXml" Target="../ink/ink2154.xml"/><Relationship Id="rId275" Type="http://schemas.openxmlformats.org/officeDocument/2006/relationships/image" Target="../media/image1937.png"/><Relationship Id="rId60" Type="http://schemas.openxmlformats.org/officeDocument/2006/relationships/customXml" Target="../ink/ink2127.xml"/><Relationship Id="rId81" Type="http://schemas.openxmlformats.org/officeDocument/2006/relationships/image" Target="../media/image1842.png"/><Relationship Id="rId135" Type="http://schemas.openxmlformats.org/officeDocument/2006/relationships/image" Target="../media/image1869.png"/><Relationship Id="rId156" Type="http://schemas.openxmlformats.org/officeDocument/2006/relationships/customXml" Target="../ink/ink2175.xml"/><Relationship Id="rId177" Type="http://schemas.openxmlformats.org/officeDocument/2006/relationships/image" Target="../media/image1889.png"/><Relationship Id="rId198" Type="http://schemas.openxmlformats.org/officeDocument/2006/relationships/customXml" Target="../ink/ink2196.xml"/><Relationship Id="rId202" Type="http://schemas.openxmlformats.org/officeDocument/2006/relationships/customXml" Target="../ink/ink2198.xml"/><Relationship Id="rId223" Type="http://schemas.openxmlformats.org/officeDocument/2006/relationships/image" Target="../media/image1912.png"/><Relationship Id="rId244" Type="http://schemas.openxmlformats.org/officeDocument/2006/relationships/customXml" Target="../ink/ink2219.xml"/><Relationship Id="rId18" Type="http://schemas.openxmlformats.org/officeDocument/2006/relationships/customXml" Target="../ink/ink2106.xml"/><Relationship Id="rId39" Type="http://schemas.openxmlformats.org/officeDocument/2006/relationships/image" Target="../media/image1821.png"/><Relationship Id="rId265" Type="http://schemas.openxmlformats.org/officeDocument/2006/relationships/image" Target="../media/image1932.png"/><Relationship Id="rId50" Type="http://schemas.openxmlformats.org/officeDocument/2006/relationships/customXml" Target="../ink/ink2122.xml"/><Relationship Id="rId104" Type="http://schemas.openxmlformats.org/officeDocument/2006/relationships/customXml" Target="../ink/ink2149.xml"/><Relationship Id="rId125" Type="http://schemas.openxmlformats.org/officeDocument/2006/relationships/image" Target="../media/image1864.png"/><Relationship Id="rId146" Type="http://schemas.openxmlformats.org/officeDocument/2006/relationships/customXml" Target="../ink/ink2170.xml"/><Relationship Id="rId167" Type="http://schemas.openxmlformats.org/officeDocument/2006/relationships/image" Target="../media/image1884.png"/><Relationship Id="rId188" Type="http://schemas.openxmlformats.org/officeDocument/2006/relationships/customXml" Target="../ink/ink2191.xml"/><Relationship Id="rId71" Type="http://schemas.openxmlformats.org/officeDocument/2006/relationships/image" Target="../media/image1837.png"/><Relationship Id="rId92" Type="http://schemas.openxmlformats.org/officeDocument/2006/relationships/customXml" Target="../ink/ink2143.xml"/><Relationship Id="rId213" Type="http://schemas.openxmlformats.org/officeDocument/2006/relationships/image" Target="../media/image1907.png"/><Relationship Id="rId234" Type="http://schemas.openxmlformats.org/officeDocument/2006/relationships/customXml" Target="../ink/ink2214.xml"/><Relationship Id="rId2" Type="http://schemas.openxmlformats.org/officeDocument/2006/relationships/customXml" Target="../ink/ink2098.xml"/><Relationship Id="rId29" Type="http://schemas.openxmlformats.org/officeDocument/2006/relationships/image" Target="../media/image1816.png"/><Relationship Id="rId255" Type="http://schemas.openxmlformats.org/officeDocument/2006/relationships/image" Target="../media/image1927.png"/><Relationship Id="rId276" Type="http://schemas.openxmlformats.org/officeDocument/2006/relationships/customXml" Target="../ink/ink2235.xml"/><Relationship Id="rId40" Type="http://schemas.openxmlformats.org/officeDocument/2006/relationships/customXml" Target="../ink/ink2117.xml"/><Relationship Id="rId115" Type="http://schemas.openxmlformats.org/officeDocument/2006/relationships/image" Target="../media/image1859.png"/><Relationship Id="rId136" Type="http://schemas.openxmlformats.org/officeDocument/2006/relationships/customXml" Target="../ink/ink2165.xml"/><Relationship Id="rId157" Type="http://schemas.openxmlformats.org/officeDocument/2006/relationships/image" Target="../media/image1879.png"/><Relationship Id="rId178" Type="http://schemas.openxmlformats.org/officeDocument/2006/relationships/customXml" Target="../ink/ink2186.xml"/><Relationship Id="rId61" Type="http://schemas.openxmlformats.org/officeDocument/2006/relationships/image" Target="../media/image1832.png"/><Relationship Id="rId82" Type="http://schemas.openxmlformats.org/officeDocument/2006/relationships/customXml" Target="../ink/ink2138.xml"/><Relationship Id="rId199" Type="http://schemas.openxmlformats.org/officeDocument/2006/relationships/image" Target="../media/image1900.png"/><Relationship Id="rId203" Type="http://schemas.openxmlformats.org/officeDocument/2006/relationships/image" Target="../media/image1902.png"/><Relationship Id="rId19" Type="http://schemas.openxmlformats.org/officeDocument/2006/relationships/image" Target="../media/image1811.png"/><Relationship Id="rId224" Type="http://schemas.openxmlformats.org/officeDocument/2006/relationships/customXml" Target="../ink/ink2209.xml"/><Relationship Id="rId245" Type="http://schemas.openxmlformats.org/officeDocument/2006/relationships/image" Target="../media/image1922.png"/><Relationship Id="rId266" Type="http://schemas.openxmlformats.org/officeDocument/2006/relationships/customXml" Target="../ink/ink2230.xml"/><Relationship Id="rId30" Type="http://schemas.openxmlformats.org/officeDocument/2006/relationships/customXml" Target="../ink/ink2112.xml"/><Relationship Id="rId105" Type="http://schemas.openxmlformats.org/officeDocument/2006/relationships/image" Target="../media/image1854.png"/><Relationship Id="rId126" Type="http://schemas.openxmlformats.org/officeDocument/2006/relationships/customXml" Target="../ink/ink2160.xml"/><Relationship Id="rId147" Type="http://schemas.openxmlformats.org/officeDocument/2006/relationships/image" Target="../media/image1133.png"/><Relationship Id="rId168" Type="http://schemas.openxmlformats.org/officeDocument/2006/relationships/customXml" Target="../ink/ink2181.xml"/><Relationship Id="rId51" Type="http://schemas.openxmlformats.org/officeDocument/2006/relationships/image" Target="../media/image1827.png"/><Relationship Id="rId72" Type="http://schemas.openxmlformats.org/officeDocument/2006/relationships/customXml" Target="../ink/ink2133.xml"/><Relationship Id="rId93" Type="http://schemas.openxmlformats.org/officeDocument/2006/relationships/image" Target="../media/image1848.png"/><Relationship Id="rId189" Type="http://schemas.openxmlformats.org/officeDocument/2006/relationships/image" Target="../media/image1895.png"/><Relationship Id="rId3" Type="http://schemas.openxmlformats.org/officeDocument/2006/relationships/image" Target="../media/image1803.png"/><Relationship Id="rId214" Type="http://schemas.openxmlformats.org/officeDocument/2006/relationships/customXml" Target="../ink/ink2204.xml"/><Relationship Id="rId235" Type="http://schemas.openxmlformats.org/officeDocument/2006/relationships/image" Target="../media/image1917.png"/><Relationship Id="rId256" Type="http://schemas.openxmlformats.org/officeDocument/2006/relationships/customXml" Target="../ink/ink2225.xml"/><Relationship Id="rId277" Type="http://schemas.openxmlformats.org/officeDocument/2006/relationships/image" Target="../media/image1938.png"/><Relationship Id="rId116" Type="http://schemas.openxmlformats.org/officeDocument/2006/relationships/customXml" Target="../ink/ink2155.xml"/><Relationship Id="rId137" Type="http://schemas.openxmlformats.org/officeDocument/2006/relationships/image" Target="../media/image1870.png"/><Relationship Id="rId158" Type="http://schemas.openxmlformats.org/officeDocument/2006/relationships/customXml" Target="../ink/ink2176.xml"/><Relationship Id="rId20" Type="http://schemas.openxmlformats.org/officeDocument/2006/relationships/customXml" Target="../ink/ink2107.xml"/><Relationship Id="rId41" Type="http://schemas.openxmlformats.org/officeDocument/2006/relationships/image" Target="../media/image1822.png"/><Relationship Id="rId62" Type="http://schemas.openxmlformats.org/officeDocument/2006/relationships/customXml" Target="../ink/ink2128.xml"/><Relationship Id="rId83" Type="http://schemas.openxmlformats.org/officeDocument/2006/relationships/image" Target="../media/image1843.png"/><Relationship Id="rId179" Type="http://schemas.openxmlformats.org/officeDocument/2006/relationships/image" Target="../media/image1890.png"/><Relationship Id="rId190" Type="http://schemas.openxmlformats.org/officeDocument/2006/relationships/customXml" Target="../ink/ink2192.xml"/><Relationship Id="rId204" Type="http://schemas.openxmlformats.org/officeDocument/2006/relationships/customXml" Target="../ink/ink2199.xml"/><Relationship Id="rId225" Type="http://schemas.openxmlformats.org/officeDocument/2006/relationships/image" Target="../media/image1913.png"/><Relationship Id="rId246" Type="http://schemas.openxmlformats.org/officeDocument/2006/relationships/customXml" Target="../ink/ink2220.xml"/><Relationship Id="rId267" Type="http://schemas.openxmlformats.org/officeDocument/2006/relationships/image" Target="../media/image1933.png"/><Relationship Id="rId106" Type="http://schemas.openxmlformats.org/officeDocument/2006/relationships/customXml" Target="../ink/ink2150.xml"/><Relationship Id="rId127" Type="http://schemas.openxmlformats.org/officeDocument/2006/relationships/image" Target="../media/image1865.png"/><Relationship Id="rId10" Type="http://schemas.openxmlformats.org/officeDocument/2006/relationships/customXml" Target="../ink/ink2102.xml"/><Relationship Id="rId31" Type="http://schemas.openxmlformats.org/officeDocument/2006/relationships/image" Target="../media/image1817.png"/><Relationship Id="rId52" Type="http://schemas.openxmlformats.org/officeDocument/2006/relationships/customXml" Target="../ink/ink2123.xml"/><Relationship Id="rId73" Type="http://schemas.openxmlformats.org/officeDocument/2006/relationships/image" Target="../media/image1838.png"/><Relationship Id="rId94" Type="http://schemas.openxmlformats.org/officeDocument/2006/relationships/customXml" Target="../ink/ink2144.xml"/><Relationship Id="rId148" Type="http://schemas.openxmlformats.org/officeDocument/2006/relationships/customXml" Target="../ink/ink2171.xml"/><Relationship Id="rId169" Type="http://schemas.openxmlformats.org/officeDocument/2006/relationships/image" Target="../media/image1885.png"/><Relationship Id="rId4" Type="http://schemas.openxmlformats.org/officeDocument/2006/relationships/customXml" Target="../ink/ink2099.xml"/><Relationship Id="rId180" Type="http://schemas.openxmlformats.org/officeDocument/2006/relationships/customXml" Target="../ink/ink2187.xml"/><Relationship Id="rId215" Type="http://schemas.openxmlformats.org/officeDocument/2006/relationships/image" Target="../media/image1908.png"/><Relationship Id="rId236" Type="http://schemas.openxmlformats.org/officeDocument/2006/relationships/customXml" Target="../ink/ink2215.xml"/><Relationship Id="rId257" Type="http://schemas.openxmlformats.org/officeDocument/2006/relationships/image" Target="../media/image1928.png"/><Relationship Id="rId278" Type="http://schemas.openxmlformats.org/officeDocument/2006/relationships/customXml" Target="../ink/ink2236.xml"/><Relationship Id="rId42" Type="http://schemas.openxmlformats.org/officeDocument/2006/relationships/customXml" Target="../ink/ink2118.xml"/><Relationship Id="rId84" Type="http://schemas.openxmlformats.org/officeDocument/2006/relationships/customXml" Target="../ink/ink2139.xml"/><Relationship Id="rId138" Type="http://schemas.openxmlformats.org/officeDocument/2006/relationships/customXml" Target="../ink/ink2166.xml"/><Relationship Id="rId191" Type="http://schemas.openxmlformats.org/officeDocument/2006/relationships/image" Target="../media/image1896.png"/><Relationship Id="rId205" Type="http://schemas.openxmlformats.org/officeDocument/2006/relationships/image" Target="../media/image1903.png"/><Relationship Id="rId247" Type="http://schemas.openxmlformats.org/officeDocument/2006/relationships/image" Target="../media/image1923.png"/><Relationship Id="rId107" Type="http://schemas.openxmlformats.org/officeDocument/2006/relationships/image" Target="../media/image1855.png"/><Relationship Id="rId11" Type="http://schemas.openxmlformats.org/officeDocument/2006/relationships/image" Target="../media/image1807.png"/><Relationship Id="rId53" Type="http://schemas.openxmlformats.org/officeDocument/2006/relationships/image" Target="../media/image1828.png"/><Relationship Id="rId149" Type="http://schemas.openxmlformats.org/officeDocument/2006/relationships/image" Target="../media/image1875.png"/><Relationship Id="rId95" Type="http://schemas.openxmlformats.org/officeDocument/2006/relationships/image" Target="../media/image1849.png"/><Relationship Id="rId160" Type="http://schemas.openxmlformats.org/officeDocument/2006/relationships/customXml" Target="../ink/ink2177.xml"/><Relationship Id="rId216" Type="http://schemas.openxmlformats.org/officeDocument/2006/relationships/customXml" Target="../ink/ink2205.xml"/><Relationship Id="rId258" Type="http://schemas.openxmlformats.org/officeDocument/2006/relationships/customXml" Target="../ink/ink22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6E9F6-B158-C9B6-4B70-930F3F7E3C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Quick Sort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C2E966-A1B5-26CA-D1F1-2BCEECA308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43589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6D031D7-5D45-9D73-7210-05056EC5EE4C}"/>
                  </a:ext>
                </a:extLst>
              </p14:cNvPr>
              <p14:cNvContentPartPr/>
              <p14:nvPr/>
            </p14:nvContentPartPr>
            <p14:xfrm>
              <a:off x="3524544" y="623016"/>
              <a:ext cx="3062880" cy="1116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6D031D7-5D45-9D73-7210-05056EC5EE4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19864" y="618336"/>
                <a:ext cx="307152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3CF5FB9-32CF-B3BB-1DAE-B77C2EA0E902}"/>
                  </a:ext>
                </a:extLst>
              </p14:cNvPr>
              <p14:cNvContentPartPr/>
              <p14:nvPr/>
            </p14:nvContentPartPr>
            <p14:xfrm>
              <a:off x="3361104" y="485496"/>
              <a:ext cx="360" cy="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3CF5FB9-32CF-B3BB-1DAE-B77C2EA0E9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56784" y="48117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41EC96A-26B9-4235-63F0-364A5A249A56}"/>
                  </a:ext>
                </a:extLst>
              </p14:cNvPr>
              <p14:cNvContentPartPr/>
              <p14:nvPr/>
            </p14:nvContentPartPr>
            <p14:xfrm>
              <a:off x="3626064" y="1228536"/>
              <a:ext cx="86400" cy="795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41EC96A-26B9-4235-63F0-364A5A249A5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21744" y="1224216"/>
                <a:ext cx="9504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D867255-183E-0CD2-369C-FCED881C1E9C}"/>
                  </a:ext>
                </a:extLst>
              </p14:cNvPr>
              <p14:cNvContentPartPr/>
              <p14:nvPr/>
            </p14:nvContentPartPr>
            <p14:xfrm>
              <a:off x="6174864" y="1276416"/>
              <a:ext cx="117360" cy="572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D867255-183E-0CD2-369C-FCED881C1E9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70544" y="1272096"/>
                <a:ext cx="12600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E57C027-C3A9-11E4-64C9-F1606182A2CF}"/>
                  </a:ext>
                </a:extLst>
              </p14:cNvPr>
              <p14:cNvContentPartPr/>
              <p14:nvPr/>
            </p14:nvContentPartPr>
            <p14:xfrm>
              <a:off x="6377544" y="1267416"/>
              <a:ext cx="81000" cy="36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E57C027-C3A9-11E4-64C9-F1606182A2C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373224" y="1263096"/>
                <a:ext cx="89640" cy="1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B3DF604-61E9-FAD0-56C0-07FF5D2949D5}"/>
                  </a:ext>
                </a:extLst>
              </p14:cNvPr>
              <p14:cNvContentPartPr/>
              <p14:nvPr/>
            </p14:nvContentPartPr>
            <p14:xfrm>
              <a:off x="6555384" y="1229976"/>
              <a:ext cx="34560" cy="13032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B3DF604-61E9-FAD0-56C0-07FF5D2949D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51064" y="1225656"/>
                <a:ext cx="43200" cy="13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7466BFE6-DC4A-143B-4466-195474C9F284}"/>
              </a:ext>
            </a:extLst>
          </p:cNvPr>
          <p:cNvGrpSpPr/>
          <p:nvPr/>
        </p:nvGrpSpPr>
        <p:grpSpPr>
          <a:xfrm>
            <a:off x="2255904" y="631296"/>
            <a:ext cx="4368240" cy="487080"/>
            <a:chOff x="2255904" y="631296"/>
            <a:chExt cx="4368240" cy="48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DA35C45-F7AB-084D-9001-75B1AC826DB3}"/>
                    </a:ext>
                  </a:extLst>
                </p14:cNvPr>
                <p14:cNvContentPartPr/>
                <p14:nvPr/>
              </p14:nvContentPartPr>
              <p14:xfrm>
                <a:off x="2311704" y="847296"/>
                <a:ext cx="8640" cy="147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DA35C45-F7AB-084D-9001-75B1AC826DB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07384" y="842976"/>
                  <a:ext cx="172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F8C44AC-18D5-84C4-2C17-2E4F83697FB0}"/>
                    </a:ext>
                  </a:extLst>
                </p14:cNvPr>
                <p14:cNvContentPartPr/>
                <p14:nvPr/>
              </p14:nvContentPartPr>
              <p14:xfrm>
                <a:off x="2255904" y="810576"/>
                <a:ext cx="412200" cy="257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F8C44AC-18D5-84C4-2C17-2E4F83697FB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51584" y="806256"/>
                  <a:ext cx="4208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B4703CE-E6B0-FE75-8A53-742FB2EBE8E4}"/>
                    </a:ext>
                  </a:extLst>
                </p14:cNvPr>
                <p14:cNvContentPartPr/>
                <p14:nvPr/>
              </p14:nvContentPartPr>
              <p14:xfrm>
                <a:off x="2339424" y="635976"/>
                <a:ext cx="163800" cy="99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B4703CE-E6B0-FE75-8A53-742FB2EBE8E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35104" y="631656"/>
                  <a:ext cx="1724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68883C4-99CF-58C6-8D1D-FBDEDC8E90A9}"/>
                    </a:ext>
                  </a:extLst>
                </p14:cNvPr>
                <p14:cNvContentPartPr/>
                <p14:nvPr/>
              </p14:nvContentPartPr>
              <p14:xfrm>
                <a:off x="2488464" y="882576"/>
                <a:ext cx="954000" cy="39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68883C4-99CF-58C6-8D1D-FBDEDC8E90A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84144" y="878256"/>
                  <a:ext cx="9626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2D99E86-56D0-CBCC-06A8-BA023CECB103}"/>
                    </a:ext>
                  </a:extLst>
                </p14:cNvPr>
                <p14:cNvContentPartPr/>
                <p14:nvPr/>
              </p14:nvContentPartPr>
              <p14:xfrm>
                <a:off x="3407544" y="804096"/>
                <a:ext cx="84600" cy="147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2D99E86-56D0-CBCC-06A8-BA023CECB10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403224" y="799776"/>
                  <a:ext cx="932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26262DF-0229-BE12-F2EE-143965FF3E6E}"/>
                    </a:ext>
                  </a:extLst>
                </p14:cNvPr>
                <p14:cNvContentPartPr/>
                <p14:nvPr/>
              </p14:nvContentPartPr>
              <p14:xfrm>
                <a:off x="3478104" y="719856"/>
                <a:ext cx="49680" cy="386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26262DF-0229-BE12-F2EE-143965FF3E6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73784" y="715536"/>
                  <a:ext cx="5832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F723BF2-BD6C-FCEA-F1AF-A37E61AD0871}"/>
                    </a:ext>
                  </a:extLst>
                </p14:cNvPr>
                <p14:cNvContentPartPr/>
                <p14:nvPr/>
              </p14:nvContentPartPr>
              <p14:xfrm>
                <a:off x="3474144" y="1032696"/>
                <a:ext cx="3093840" cy="85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F723BF2-BD6C-FCEA-F1AF-A37E61AD087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69824" y="1028376"/>
                  <a:ext cx="31024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BE6A5FF-5A97-28A8-2594-254955F7D6D4}"/>
                    </a:ext>
                  </a:extLst>
                </p14:cNvPr>
                <p14:cNvContentPartPr/>
                <p14:nvPr/>
              </p14:nvContentPartPr>
              <p14:xfrm>
                <a:off x="6504264" y="631296"/>
                <a:ext cx="119880" cy="483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BE6A5FF-5A97-28A8-2594-254955F7D6D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99944" y="626976"/>
                  <a:ext cx="12852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DC37C8E-FBFB-D1C6-2B66-DCCEB00ACB97}"/>
                    </a:ext>
                  </a:extLst>
                </p14:cNvPr>
                <p14:cNvContentPartPr/>
                <p14:nvPr/>
              </p14:nvContentPartPr>
              <p14:xfrm>
                <a:off x="3878064" y="745776"/>
                <a:ext cx="61200" cy="322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DC37C8E-FBFB-D1C6-2B66-DCCEB00ACB9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873744" y="741456"/>
                  <a:ext cx="698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ADE9BA7-77D0-5D69-1384-8D52657B4EFC}"/>
                    </a:ext>
                  </a:extLst>
                </p14:cNvPr>
                <p14:cNvContentPartPr/>
                <p14:nvPr/>
              </p14:nvContentPartPr>
              <p14:xfrm>
                <a:off x="4311864" y="712296"/>
                <a:ext cx="56880" cy="347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ADE9BA7-77D0-5D69-1384-8D52657B4EF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307544" y="707976"/>
                  <a:ext cx="6552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A49CF51-80C5-0EF8-ED4C-FEA5D4BF16B0}"/>
                    </a:ext>
                  </a:extLst>
                </p14:cNvPr>
                <p14:cNvContentPartPr/>
                <p14:nvPr/>
              </p14:nvContentPartPr>
              <p14:xfrm>
                <a:off x="4764744" y="728856"/>
                <a:ext cx="45000" cy="298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A49CF51-80C5-0EF8-ED4C-FEA5D4BF16B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60424" y="724536"/>
                  <a:ext cx="536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8696B49-F4DE-33D6-2276-8FE29AEFFBB2}"/>
                    </a:ext>
                  </a:extLst>
                </p14:cNvPr>
                <p14:cNvContentPartPr/>
                <p14:nvPr/>
              </p14:nvContentPartPr>
              <p14:xfrm>
                <a:off x="5306904" y="688176"/>
                <a:ext cx="34560" cy="365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8696B49-F4DE-33D6-2276-8FE29AEFFBB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02584" y="683856"/>
                  <a:ext cx="4320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9814DA7-6B68-14FF-80E3-025A7376AB9E}"/>
                    </a:ext>
                  </a:extLst>
                </p14:cNvPr>
                <p14:cNvContentPartPr/>
                <p14:nvPr/>
              </p14:nvContentPartPr>
              <p14:xfrm>
                <a:off x="5787144" y="683856"/>
                <a:ext cx="56520" cy="376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9814DA7-6B68-14FF-80E3-025A7376AB9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82824" y="679536"/>
                  <a:ext cx="6516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1479015-DAD1-9CA6-244A-A3C2CE9BE385}"/>
                    </a:ext>
                  </a:extLst>
                </p14:cNvPr>
                <p14:cNvContentPartPr/>
                <p14:nvPr/>
              </p14:nvContentPartPr>
              <p14:xfrm>
                <a:off x="6191064" y="637776"/>
                <a:ext cx="28080" cy="424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1479015-DAD1-9CA6-244A-A3C2CE9BE38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86744" y="633456"/>
                  <a:ext cx="3672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F56D089-A17B-F346-898C-B439C1CE2405}"/>
                    </a:ext>
                  </a:extLst>
                </p14:cNvPr>
                <p14:cNvContentPartPr/>
                <p14:nvPr/>
              </p14:nvContentPartPr>
              <p14:xfrm>
                <a:off x="3750264" y="832536"/>
                <a:ext cx="62280" cy="141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F56D089-A17B-F346-898C-B439C1CE240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745944" y="828216"/>
                  <a:ext cx="709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470C58E-2773-F90A-2742-FBF5C6B8EC67}"/>
                    </a:ext>
                  </a:extLst>
                </p14:cNvPr>
                <p14:cNvContentPartPr/>
                <p14:nvPr/>
              </p14:nvContentPartPr>
              <p14:xfrm>
                <a:off x="4046544" y="800856"/>
                <a:ext cx="104760" cy="138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470C58E-2773-F90A-2742-FBF5C6B8EC6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042224" y="796536"/>
                  <a:ext cx="1134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EA507B5-DF84-F33E-80A4-378D70B72F9E}"/>
                    </a:ext>
                  </a:extLst>
                </p14:cNvPr>
                <p14:cNvContentPartPr/>
                <p14:nvPr/>
              </p14:nvContentPartPr>
              <p14:xfrm>
                <a:off x="4453704" y="827856"/>
                <a:ext cx="15120" cy="105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EA507B5-DF84-F33E-80A4-378D70B72F9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49384" y="823536"/>
                  <a:ext cx="237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582D348-38EC-68A0-9760-69BDC7ECAE73}"/>
                    </a:ext>
                  </a:extLst>
                </p14:cNvPr>
                <p14:cNvContentPartPr/>
                <p14:nvPr/>
              </p14:nvContentPartPr>
              <p14:xfrm>
                <a:off x="4904784" y="785736"/>
                <a:ext cx="149040" cy="132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582D348-38EC-68A0-9760-69BDC7ECAE7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900464" y="781416"/>
                  <a:ext cx="1576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00B79D1-C273-1476-44EE-C347E02621B1}"/>
                    </a:ext>
                  </a:extLst>
                </p14:cNvPr>
                <p14:cNvContentPartPr/>
                <p14:nvPr/>
              </p14:nvContentPartPr>
              <p14:xfrm>
                <a:off x="4960584" y="853056"/>
                <a:ext cx="134640" cy="2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00B79D1-C273-1476-44EE-C347E02621B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56264" y="848736"/>
                  <a:ext cx="14328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FDD2BB6-9566-A25B-E96B-C24D7E7C12C8}"/>
                    </a:ext>
                  </a:extLst>
                </p14:cNvPr>
                <p14:cNvContentPartPr/>
                <p14:nvPr/>
              </p14:nvContentPartPr>
              <p14:xfrm>
                <a:off x="5509224" y="778176"/>
                <a:ext cx="124560" cy="122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FDD2BB6-9566-A25B-E96B-C24D7E7C12C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504904" y="773856"/>
                  <a:ext cx="1332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A0FC891-6724-9705-0A53-5F5C9A204336}"/>
                    </a:ext>
                  </a:extLst>
                </p14:cNvPr>
                <p14:cNvContentPartPr/>
                <p14:nvPr/>
              </p14:nvContentPartPr>
              <p14:xfrm>
                <a:off x="5930784" y="797616"/>
                <a:ext cx="12960" cy="81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A0FC891-6724-9705-0A53-5F5C9A20433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926464" y="793296"/>
                  <a:ext cx="216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376A489-2380-DA7D-B88C-8FDC7FF8A2E8}"/>
                    </a:ext>
                  </a:extLst>
                </p14:cNvPr>
                <p14:cNvContentPartPr/>
                <p14:nvPr/>
              </p14:nvContentPartPr>
              <p14:xfrm>
                <a:off x="6016104" y="787896"/>
                <a:ext cx="83520" cy="78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376A489-2380-DA7D-B88C-8FDC7FF8A2E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11784" y="783576"/>
                  <a:ext cx="92160" cy="8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8987228-0D8B-D63E-88A7-5BF09B882849}"/>
                  </a:ext>
                </a:extLst>
              </p14:cNvPr>
              <p14:cNvContentPartPr/>
              <p14:nvPr/>
            </p14:nvContentPartPr>
            <p14:xfrm>
              <a:off x="6365304" y="781056"/>
              <a:ext cx="106560" cy="1105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68987228-0D8B-D63E-88A7-5BF09B88284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360984" y="776736"/>
                <a:ext cx="11520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043F84D5-263A-7B51-03DC-0582423226F9}"/>
                  </a:ext>
                </a:extLst>
              </p14:cNvPr>
              <p14:cNvContentPartPr/>
              <p14:nvPr/>
            </p14:nvContentPartPr>
            <p14:xfrm>
              <a:off x="7967304" y="779256"/>
              <a:ext cx="209880" cy="597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043F84D5-263A-7B51-03DC-0582423226F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962984" y="774936"/>
                <a:ext cx="218520" cy="6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98DE0316-DF3A-0D10-23B1-36004716497E}"/>
              </a:ext>
            </a:extLst>
          </p:cNvPr>
          <p:cNvGrpSpPr/>
          <p:nvPr/>
        </p:nvGrpSpPr>
        <p:grpSpPr>
          <a:xfrm>
            <a:off x="8359704" y="745416"/>
            <a:ext cx="171000" cy="74160"/>
            <a:chOff x="8359704" y="745416"/>
            <a:chExt cx="171000" cy="7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F5BE535-078A-270F-9366-0087C356B5FB}"/>
                    </a:ext>
                  </a:extLst>
                </p14:cNvPr>
                <p14:cNvContentPartPr/>
                <p14:nvPr/>
              </p14:nvContentPartPr>
              <p14:xfrm>
                <a:off x="8384184" y="745416"/>
                <a:ext cx="129240" cy="6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F5BE535-078A-270F-9366-0087C356B5F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379864" y="741096"/>
                  <a:ext cx="13788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0670E0A-D2C7-027C-BD10-3F8B8CC7B8E1}"/>
                    </a:ext>
                  </a:extLst>
                </p14:cNvPr>
                <p14:cNvContentPartPr/>
                <p14:nvPr/>
              </p14:nvContentPartPr>
              <p14:xfrm>
                <a:off x="8359704" y="817416"/>
                <a:ext cx="171000" cy="2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0670E0A-D2C7-027C-BD10-3F8B8CC7B8E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355384" y="813096"/>
                  <a:ext cx="179640" cy="1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E3821A2-CF27-EE6E-9EBB-8ABB2BBE5379}"/>
              </a:ext>
            </a:extLst>
          </p:cNvPr>
          <p:cNvGrpSpPr/>
          <p:nvPr/>
        </p:nvGrpSpPr>
        <p:grpSpPr>
          <a:xfrm>
            <a:off x="8696304" y="601776"/>
            <a:ext cx="211320" cy="213120"/>
            <a:chOff x="8696304" y="601776"/>
            <a:chExt cx="211320" cy="21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1BAE38F-5AEB-66A9-ADE7-EA35BA57E937}"/>
                    </a:ext>
                  </a:extLst>
                </p14:cNvPr>
                <p14:cNvContentPartPr/>
                <p14:nvPr/>
              </p14:nvContentPartPr>
              <p14:xfrm>
                <a:off x="8696304" y="601776"/>
                <a:ext cx="158760" cy="2131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1BAE38F-5AEB-66A9-ADE7-EA35BA57E93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91984" y="597456"/>
                  <a:ext cx="1674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60A3D6F-7887-29BE-151C-0C90694AE07B}"/>
                    </a:ext>
                  </a:extLst>
                </p14:cNvPr>
                <p14:cNvContentPartPr/>
                <p14:nvPr/>
              </p14:nvContentPartPr>
              <p14:xfrm>
                <a:off x="8708544" y="725256"/>
                <a:ext cx="199080" cy="6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60A3D6F-7887-29BE-151C-0C90694AE07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704224" y="720936"/>
                  <a:ext cx="207720" cy="1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EE96A87-C7BA-4304-1B34-4293507B554A}"/>
              </a:ext>
            </a:extLst>
          </p:cNvPr>
          <p:cNvGrpSpPr/>
          <p:nvPr/>
        </p:nvGrpSpPr>
        <p:grpSpPr>
          <a:xfrm>
            <a:off x="2195784" y="1947096"/>
            <a:ext cx="117360" cy="257040"/>
            <a:chOff x="2195784" y="1947096"/>
            <a:chExt cx="117360" cy="25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95A9FBB-86C0-E8E1-C44F-85DFCF58D726}"/>
                    </a:ext>
                  </a:extLst>
                </p14:cNvPr>
                <p14:cNvContentPartPr/>
                <p14:nvPr/>
              </p14:nvContentPartPr>
              <p14:xfrm>
                <a:off x="2195784" y="1947096"/>
                <a:ext cx="54000" cy="257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95A9FBB-86C0-E8E1-C44F-85DFCF58D72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191464" y="1942776"/>
                  <a:ext cx="626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9DBAE6A-E51A-7740-5EDF-E2510B998B9F}"/>
                    </a:ext>
                  </a:extLst>
                </p14:cNvPr>
                <p14:cNvContentPartPr/>
                <p14:nvPr/>
              </p14:nvContentPartPr>
              <p14:xfrm>
                <a:off x="2283624" y="2191536"/>
                <a:ext cx="29520" cy="6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9DBAE6A-E51A-7740-5EDF-E2510B998B9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279304" y="2187216"/>
                  <a:ext cx="38160" cy="1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7C6ADF3-EFD5-FC04-4162-5546B0C32D40}"/>
              </a:ext>
            </a:extLst>
          </p:cNvPr>
          <p:cNvGrpSpPr/>
          <p:nvPr/>
        </p:nvGrpSpPr>
        <p:grpSpPr>
          <a:xfrm>
            <a:off x="2709864" y="1766016"/>
            <a:ext cx="4116600" cy="883800"/>
            <a:chOff x="2709864" y="1766016"/>
            <a:chExt cx="4116600" cy="88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9A9BB9F-9312-BA0E-5336-B21607032DEF}"/>
                    </a:ext>
                  </a:extLst>
                </p14:cNvPr>
                <p14:cNvContentPartPr/>
                <p14:nvPr/>
              </p14:nvContentPartPr>
              <p14:xfrm>
                <a:off x="2709864" y="1939536"/>
                <a:ext cx="195840" cy="259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9A9BB9F-9312-BA0E-5336-B21607032DE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705544" y="1935216"/>
                  <a:ext cx="2044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8CD6D65-7407-E8E8-2BF0-400CADCAABC6}"/>
                    </a:ext>
                  </a:extLst>
                </p14:cNvPr>
                <p14:cNvContentPartPr/>
                <p14:nvPr/>
              </p14:nvContentPartPr>
              <p14:xfrm>
                <a:off x="3009744" y="1880496"/>
                <a:ext cx="122760" cy="256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8CD6D65-7407-E8E8-2BF0-400CADCAABC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005424" y="1876176"/>
                  <a:ext cx="13140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06885DC-51D3-E749-D601-27E8C03A823C}"/>
                    </a:ext>
                  </a:extLst>
                </p14:cNvPr>
                <p14:cNvContentPartPr/>
                <p14:nvPr/>
              </p14:nvContentPartPr>
              <p14:xfrm>
                <a:off x="3185064" y="2066256"/>
                <a:ext cx="40680" cy="46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06885DC-51D3-E749-D601-27E8C03A823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180744" y="2061936"/>
                  <a:ext cx="493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EFE2DF0-212C-F5FB-3752-F8AC190CCF1B}"/>
                    </a:ext>
                  </a:extLst>
                </p14:cNvPr>
                <p14:cNvContentPartPr/>
                <p14:nvPr/>
              </p14:nvContentPartPr>
              <p14:xfrm>
                <a:off x="3285504" y="2038176"/>
                <a:ext cx="56520" cy="83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EFE2DF0-212C-F5FB-3752-F8AC190CCF1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281184" y="2033856"/>
                  <a:ext cx="651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0BF09B2-3873-E259-71E5-E36F8CC3E9F1}"/>
                    </a:ext>
                  </a:extLst>
                </p14:cNvPr>
                <p14:cNvContentPartPr/>
                <p14:nvPr/>
              </p14:nvContentPartPr>
              <p14:xfrm>
                <a:off x="3399264" y="2037456"/>
                <a:ext cx="62640" cy="98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0BF09B2-3873-E259-71E5-E36F8CC3E9F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394944" y="2033136"/>
                  <a:ext cx="712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A0466D6-3122-D57D-B6C4-1A3DF5DC8029}"/>
                    </a:ext>
                  </a:extLst>
                </p14:cNvPr>
                <p14:cNvContentPartPr/>
                <p14:nvPr/>
              </p14:nvContentPartPr>
              <p14:xfrm>
                <a:off x="3490344" y="2055456"/>
                <a:ext cx="156600" cy="68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A0466D6-3122-D57D-B6C4-1A3DF5DC802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486024" y="2051136"/>
                  <a:ext cx="1652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A3E17A0-11A2-7F34-3192-A94DC1BF2415}"/>
                    </a:ext>
                  </a:extLst>
                </p14:cNvPr>
                <p14:cNvContentPartPr/>
                <p14:nvPr/>
              </p14:nvContentPartPr>
              <p14:xfrm>
                <a:off x="3808584" y="2014416"/>
                <a:ext cx="257400" cy="84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A3E17A0-11A2-7F34-3192-A94DC1BF2415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804264" y="2010096"/>
                  <a:ext cx="2660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6BBD8E4-DC3E-194D-6615-B76A54673CC3}"/>
                    </a:ext>
                  </a:extLst>
                </p14:cNvPr>
                <p14:cNvContentPartPr/>
                <p14:nvPr/>
              </p14:nvContentPartPr>
              <p14:xfrm>
                <a:off x="4378104" y="1854216"/>
                <a:ext cx="83160" cy="2152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6BBD8E4-DC3E-194D-6615-B76A54673CC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373784" y="1849896"/>
                  <a:ext cx="918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56A814C-1D8A-1327-63EF-EA227C5FA64B}"/>
                    </a:ext>
                  </a:extLst>
                </p14:cNvPr>
                <p14:cNvContentPartPr/>
                <p14:nvPr/>
              </p14:nvContentPartPr>
              <p14:xfrm>
                <a:off x="4432104" y="1807776"/>
                <a:ext cx="119880" cy="1191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56A814C-1D8A-1327-63EF-EA227C5FA64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427784" y="1803456"/>
                  <a:ext cx="1285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87F00FC-9C2D-0A1F-B41D-F7026F6DBBC2}"/>
                    </a:ext>
                  </a:extLst>
                </p14:cNvPr>
                <p14:cNvContentPartPr/>
                <p14:nvPr/>
              </p14:nvContentPartPr>
              <p14:xfrm>
                <a:off x="4509504" y="2031336"/>
                <a:ext cx="17280" cy="36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87F00FC-9C2D-0A1F-B41D-F7026F6DBBC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505184" y="2027016"/>
                  <a:ext cx="259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8F42CB3-2855-322E-A1A8-903A8B343E15}"/>
                    </a:ext>
                  </a:extLst>
                </p14:cNvPr>
                <p14:cNvContentPartPr/>
                <p14:nvPr/>
              </p14:nvContentPartPr>
              <p14:xfrm>
                <a:off x="4619304" y="1891656"/>
                <a:ext cx="10080" cy="59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8F42CB3-2855-322E-A1A8-903A8B343E1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614984" y="1887336"/>
                  <a:ext cx="187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85D01FE-95CA-A3A0-E2B9-F207CF549DC7}"/>
                    </a:ext>
                  </a:extLst>
                </p14:cNvPr>
                <p14:cNvContentPartPr/>
                <p14:nvPr/>
              </p14:nvContentPartPr>
              <p14:xfrm>
                <a:off x="4658544" y="1943856"/>
                <a:ext cx="88200" cy="1026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85D01FE-95CA-A3A0-E2B9-F207CF549DC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654224" y="1939536"/>
                  <a:ext cx="968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6AA5C6B-4345-667E-4BC4-04AF99A41F47}"/>
                    </a:ext>
                  </a:extLst>
                </p14:cNvPr>
                <p14:cNvContentPartPr/>
                <p14:nvPr/>
              </p14:nvContentPartPr>
              <p14:xfrm>
                <a:off x="4784544" y="1950336"/>
                <a:ext cx="54720" cy="58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6AA5C6B-4345-667E-4BC4-04AF99A41F4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780224" y="1946016"/>
                  <a:ext cx="633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66DC802-F278-ABD9-62CA-4E76A303F5A6}"/>
                    </a:ext>
                  </a:extLst>
                </p14:cNvPr>
                <p14:cNvContentPartPr/>
                <p14:nvPr/>
              </p14:nvContentPartPr>
              <p14:xfrm>
                <a:off x="4938624" y="1835496"/>
                <a:ext cx="100440" cy="2239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66DC802-F278-ABD9-62CA-4E76A303F5A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934304" y="1831176"/>
                  <a:ext cx="1090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39946C7-4D91-EF52-C7FB-1D8388D47FD3}"/>
                    </a:ext>
                  </a:extLst>
                </p14:cNvPr>
                <p14:cNvContentPartPr/>
                <p14:nvPr/>
              </p14:nvContentPartPr>
              <p14:xfrm>
                <a:off x="4892544" y="1938816"/>
                <a:ext cx="195480" cy="2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39946C7-4D91-EF52-C7FB-1D8388D47FD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888224" y="1934496"/>
                  <a:ext cx="204120" cy="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EBFDB08-1ECD-8D3E-2877-3E23005C6A0B}"/>
                    </a:ext>
                  </a:extLst>
                </p14:cNvPr>
                <p14:cNvContentPartPr/>
                <p14:nvPr/>
              </p14:nvContentPartPr>
              <p14:xfrm>
                <a:off x="5379984" y="1773216"/>
                <a:ext cx="295560" cy="273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EBFDB08-1ECD-8D3E-2877-3E23005C6A0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375664" y="1768896"/>
                  <a:ext cx="30420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B61BFC8-F045-C4D6-66CE-03682B9403A6}"/>
                    </a:ext>
                  </a:extLst>
                </p14:cNvPr>
                <p14:cNvContentPartPr/>
                <p14:nvPr/>
              </p14:nvContentPartPr>
              <p14:xfrm>
                <a:off x="5643504" y="1903536"/>
                <a:ext cx="107640" cy="108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B61BFC8-F045-C4D6-66CE-03682B9403A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639184" y="1899216"/>
                  <a:ext cx="1162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56A60B8-7973-ADE4-0ACA-FA723B74DA8E}"/>
                    </a:ext>
                  </a:extLst>
                </p14:cNvPr>
                <p14:cNvContentPartPr/>
                <p14:nvPr/>
              </p14:nvContentPartPr>
              <p14:xfrm>
                <a:off x="5805144" y="1938096"/>
                <a:ext cx="182520" cy="60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56A60B8-7973-ADE4-0ACA-FA723B74DA8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800824" y="1933776"/>
                  <a:ext cx="1911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24A97EC-D713-2786-A1B4-0A9F29766060}"/>
                    </a:ext>
                  </a:extLst>
                </p14:cNvPr>
                <p14:cNvContentPartPr/>
                <p14:nvPr/>
              </p14:nvContentPartPr>
              <p14:xfrm>
                <a:off x="6047784" y="1916136"/>
                <a:ext cx="135000" cy="1036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24A97EC-D713-2786-A1B4-0A9F2976606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043464" y="1911816"/>
                  <a:ext cx="1436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FD8454B-5E91-C18C-268F-114D7CBF0709}"/>
                    </a:ext>
                  </a:extLst>
                </p14:cNvPr>
                <p14:cNvContentPartPr/>
                <p14:nvPr/>
              </p14:nvContentPartPr>
              <p14:xfrm>
                <a:off x="6201864" y="1960416"/>
                <a:ext cx="129600" cy="42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FD8454B-5E91-C18C-268F-114D7CBF070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197544" y="1956096"/>
                  <a:ext cx="1382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C24EEA4-BC87-F705-E4D3-ED25327893FD}"/>
                    </a:ext>
                  </a:extLst>
                </p14:cNvPr>
                <p14:cNvContentPartPr/>
                <p14:nvPr/>
              </p14:nvContentPartPr>
              <p14:xfrm>
                <a:off x="6416424" y="1766016"/>
                <a:ext cx="102960" cy="2066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C24EEA4-BC87-F705-E4D3-ED25327893F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412104" y="1761696"/>
                  <a:ext cx="1116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F81D1C9-9DC4-7113-2C68-2E7D621F8AE0}"/>
                    </a:ext>
                  </a:extLst>
                </p14:cNvPr>
                <p14:cNvContentPartPr/>
                <p14:nvPr/>
              </p14:nvContentPartPr>
              <p14:xfrm>
                <a:off x="6348024" y="1836576"/>
                <a:ext cx="219960" cy="230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F81D1C9-9DC4-7113-2C68-2E7D621F8AE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43704" y="1832256"/>
                  <a:ext cx="2286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D60706B-2835-4D69-44F3-30A442FCC6CB}"/>
                    </a:ext>
                  </a:extLst>
                </p14:cNvPr>
                <p14:cNvContentPartPr/>
                <p14:nvPr/>
              </p14:nvContentPartPr>
              <p14:xfrm>
                <a:off x="3244824" y="2502216"/>
                <a:ext cx="50400" cy="752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D60706B-2835-4D69-44F3-30A442FCC6C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240504" y="2497896"/>
                  <a:ext cx="590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D0F42B1-4456-354A-6822-7EB4A0B030E0}"/>
                    </a:ext>
                  </a:extLst>
                </p14:cNvPr>
                <p14:cNvContentPartPr/>
                <p14:nvPr/>
              </p14:nvContentPartPr>
              <p14:xfrm>
                <a:off x="3322224" y="2389536"/>
                <a:ext cx="17280" cy="356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D0F42B1-4456-354A-6822-7EB4A0B030E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317904" y="2385216"/>
                  <a:ext cx="259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646E590-F30B-5384-3844-984047B2CB53}"/>
                    </a:ext>
                  </a:extLst>
                </p14:cNvPr>
                <p14:cNvContentPartPr/>
                <p14:nvPr/>
              </p14:nvContentPartPr>
              <p14:xfrm>
                <a:off x="3309264" y="2357856"/>
                <a:ext cx="139680" cy="2919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646E590-F30B-5384-3844-984047B2CB5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304944" y="2353536"/>
                  <a:ext cx="14832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A8DFF98-FEC0-6172-511C-32BBDAB8013A}"/>
                    </a:ext>
                  </a:extLst>
                </p14:cNvPr>
                <p14:cNvContentPartPr/>
                <p14:nvPr/>
              </p14:nvContentPartPr>
              <p14:xfrm>
                <a:off x="3663504" y="2291616"/>
                <a:ext cx="229680" cy="2264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A8DFF98-FEC0-6172-511C-32BBDAB8013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659184" y="2287296"/>
                  <a:ext cx="2383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39ACB7F-E315-A094-113E-50F37BDFFA5B}"/>
                    </a:ext>
                  </a:extLst>
                </p14:cNvPr>
                <p14:cNvContentPartPr/>
                <p14:nvPr/>
              </p14:nvContentPartPr>
              <p14:xfrm>
                <a:off x="3824424" y="2231496"/>
                <a:ext cx="149040" cy="2635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39ACB7F-E315-A094-113E-50F37BDFFA5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820104" y="2227176"/>
                  <a:ext cx="15768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57BB01B-08DB-D499-3311-0BF68B4E2AB0}"/>
                    </a:ext>
                  </a:extLst>
                </p14:cNvPr>
                <p14:cNvContentPartPr/>
                <p14:nvPr/>
              </p14:nvContentPartPr>
              <p14:xfrm>
                <a:off x="3972744" y="2394936"/>
                <a:ext cx="55440" cy="76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57BB01B-08DB-D499-3311-0BF68B4E2AB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968424" y="2390616"/>
                  <a:ext cx="640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91482F9-CBCB-71A4-2EA1-E939DAD313C5}"/>
                    </a:ext>
                  </a:extLst>
                </p14:cNvPr>
                <p14:cNvContentPartPr/>
                <p14:nvPr/>
              </p14:nvContentPartPr>
              <p14:xfrm>
                <a:off x="4055904" y="2375136"/>
                <a:ext cx="73800" cy="853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91482F9-CBCB-71A4-2EA1-E939DAD313C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051584" y="2370816"/>
                  <a:ext cx="824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8793AE0-7EC5-F836-4D24-147CB30B6F8D}"/>
                    </a:ext>
                  </a:extLst>
                </p14:cNvPr>
                <p14:cNvContentPartPr/>
                <p14:nvPr/>
              </p14:nvContentPartPr>
              <p14:xfrm>
                <a:off x="4162824" y="2389536"/>
                <a:ext cx="79200" cy="820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8793AE0-7EC5-F836-4D24-147CB30B6F8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158504" y="2385216"/>
                  <a:ext cx="878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EC82F4C-CEE8-98A3-AE95-14F664BEFFF9}"/>
                    </a:ext>
                  </a:extLst>
                </p14:cNvPr>
                <p14:cNvContentPartPr/>
                <p14:nvPr/>
              </p14:nvContentPartPr>
              <p14:xfrm>
                <a:off x="4241304" y="2395656"/>
                <a:ext cx="360" cy="36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EC82F4C-CEE8-98A3-AE95-14F664BEFFF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236984" y="239133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6B9C0F4-6510-A737-6527-8907B337D13D}"/>
                    </a:ext>
                  </a:extLst>
                </p14:cNvPr>
                <p14:cNvContentPartPr/>
                <p14:nvPr/>
              </p14:nvContentPartPr>
              <p14:xfrm>
                <a:off x="4241304" y="2383056"/>
                <a:ext cx="190440" cy="85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6B9C0F4-6510-A737-6527-8907B337D13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236984" y="2378736"/>
                  <a:ext cx="1990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CCE148D-EEAA-43A1-4A8A-BD22386BBAB9}"/>
                    </a:ext>
                  </a:extLst>
                </p14:cNvPr>
                <p14:cNvContentPartPr/>
                <p14:nvPr/>
              </p14:nvContentPartPr>
              <p14:xfrm>
                <a:off x="4548744" y="2222496"/>
                <a:ext cx="176040" cy="2523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CCE148D-EEAA-43A1-4A8A-BD22386BBAB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544424" y="2218176"/>
                  <a:ext cx="1846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48573D9-8CF5-E6E9-D360-C1F80DB8ADBC}"/>
                    </a:ext>
                  </a:extLst>
                </p14:cNvPr>
                <p14:cNvContentPartPr/>
                <p14:nvPr/>
              </p14:nvContentPartPr>
              <p14:xfrm>
                <a:off x="4568184" y="2240856"/>
                <a:ext cx="353880" cy="185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48573D9-8CF5-E6E9-D360-C1F80DB8ADB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563864" y="2236536"/>
                  <a:ext cx="3625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4C43AD4-70AF-2727-155A-DFD3057CED5D}"/>
                    </a:ext>
                  </a:extLst>
                </p14:cNvPr>
                <p14:cNvContentPartPr/>
                <p14:nvPr/>
              </p14:nvContentPartPr>
              <p14:xfrm>
                <a:off x="4880304" y="2346336"/>
                <a:ext cx="144360" cy="795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4C43AD4-70AF-2727-155A-DFD3057CED5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875984" y="2342016"/>
                  <a:ext cx="1530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2006011-052A-61EE-FC5E-D30EEA77A8ED}"/>
                    </a:ext>
                  </a:extLst>
                </p14:cNvPr>
                <p14:cNvContentPartPr/>
                <p14:nvPr/>
              </p14:nvContentPartPr>
              <p14:xfrm>
                <a:off x="5794704" y="2254896"/>
                <a:ext cx="212400" cy="1418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2006011-052A-61EE-FC5E-D30EEA77A8ED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790384" y="2250576"/>
                  <a:ext cx="2210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EEEBBD1-2625-3B7E-7237-9D3A1AF93D22}"/>
                    </a:ext>
                  </a:extLst>
                </p14:cNvPr>
                <p14:cNvContentPartPr/>
                <p14:nvPr/>
              </p14:nvContentPartPr>
              <p14:xfrm>
                <a:off x="5991984" y="2128896"/>
                <a:ext cx="107640" cy="2286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EEEBBD1-2625-3B7E-7237-9D3A1AF93D2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987664" y="2124576"/>
                  <a:ext cx="1162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2C982D3-B962-9667-D6F4-FE6A49FDBDF2}"/>
                    </a:ext>
                  </a:extLst>
                </p14:cNvPr>
                <p14:cNvContentPartPr/>
                <p14:nvPr/>
              </p14:nvContentPartPr>
              <p14:xfrm>
                <a:off x="6035904" y="2277216"/>
                <a:ext cx="107640" cy="853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2C982D3-B962-9667-D6F4-FE6A49FDBDF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031584" y="2272896"/>
                  <a:ext cx="1162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B7C7523-C34E-AC4F-880D-D859169A07B2}"/>
                    </a:ext>
                  </a:extLst>
                </p14:cNvPr>
                <p14:cNvContentPartPr/>
                <p14:nvPr/>
              </p14:nvContentPartPr>
              <p14:xfrm>
                <a:off x="6182424" y="2304576"/>
                <a:ext cx="209880" cy="583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B7C7523-C34E-AC4F-880D-D859169A07B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178104" y="2300256"/>
                  <a:ext cx="2185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65C16A5-A1B8-01C2-4858-6673890ED6D8}"/>
                    </a:ext>
                  </a:extLst>
                </p14:cNvPr>
                <p14:cNvContentPartPr/>
                <p14:nvPr/>
              </p14:nvContentPartPr>
              <p14:xfrm>
                <a:off x="6399864" y="2269296"/>
                <a:ext cx="236520" cy="846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65C16A5-A1B8-01C2-4858-6673890ED6D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395544" y="2264976"/>
                  <a:ext cx="2451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7588E3F-55A7-EC74-4BC0-EE3CABC9865A}"/>
                    </a:ext>
                  </a:extLst>
                </p14:cNvPr>
                <p14:cNvContentPartPr/>
                <p14:nvPr/>
              </p14:nvContentPartPr>
              <p14:xfrm>
                <a:off x="6691104" y="2146176"/>
                <a:ext cx="98640" cy="189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7588E3F-55A7-EC74-4BC0-EE3CABC9865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686784" y="2141856"/>
                  <a:ext cx="1072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BEF8913-8889-E075-0E8F-2FFFF1B77C81}"/>
                    </a:ext>
                  </a:extLst>
                </p14:cNvPr>
                <p14:cNvContentPartPr/>
                <p14:nvPr/>
              </p14:nvContentPartPr>
              <p14:xfrm>
                <a:off x="6672384" y="2194776"/>
                <a:ext cx="154080" cy="158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BEF8913-8889-E075-0E8F-2FFFF1B77C8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6668064" y="2190456"/>
                  <a:ext cx="1627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93718FD-7135-7C86-BC6F-E1F921B59100}"/>
                    </a:ext>
                  </a:extLst>
                </p14:cNvPr>
                <p14:cNvContentPartPr/>
                <p14:nvPr/>
              </p14:nvContentPartPr>
              <p14:xfrm>
                <a:off x="5155704" y="2196936"/>
                <a:ext cx="139320" cy="297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93718FD-7135-7C86-BC6F-E1F921B5910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151384" y="2192616"/>
                  <a:ext cx="1479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84538AF-E62E-1DEA-CF64-0DC268F1AEB5}"/>
                    </a:ext>
                  </a:extLst>
                </p14:cNvPr>
                <p14:cNvContentPartPr/>
                <p14:nvPr/>
              </p14:nvContentPartPr>
              <p14:xfrm>
                <a:off x="5160744" y="2372976"/>
                <a:ext cx="119880" cy="410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84538AF-E62E-1DEA-CF64-0DC268F1AEB5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156424" y="2368656"/>
                  <a:ext cx="1285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54C3F03-E662-D6F7-65F2-104F07F8335A}"/>
                    </a:ext>
                  </a:extLst>
                </p14:cNvPr>
                <p14:cNvContentPartPr/>
                <p14:nvPr/>
              </p14:nvContentPartPr>
              <p14:xfrm>
                <a:off x="5280264" y="2290896"/>
                <a:ext cx="22320" cy="457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54C3F03-E662-D6F7-65F2-104F07F8335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275944" y="2286576"/>
                  <a:ext cx="309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63ADCDD-0524-56BD-AAC8-6155B5D3DB2A}"/>
                    </a:ext>
                  </a:extLst>
                </p14:cNvPr>
                <p14:cNvContentPartPr/>
                <p14:nvPr/>
              </p14:nvContentPartPr>
              <p14:xfrm>
                <a:off x="5336064" y="2311416"/>
                <a:ext cx="19800" cy="813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63ADCDD-0524-56BD-AAC8-6155B5D3DB2A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331744" y="2307096"/>
                  <a:ext cx="284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500C087-F18D-09F8-CD33-F66825EC503D}"/>
                    </a:ext>
                  </a:extLst>
                </p14:cNvPr>
                <p14:cNvContentPartPr/>
                <p14:nvPr/>
              </p14:nvContentPartPr>
              <p14:xfrm>
                <a:off x="5397264" y="2336976"/>
                <a:ext cx="51480" cy="709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500C087-F18D-09F8-CD33-F66825EC503D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392944" y="2332656"/>
                  <a:ext cx="601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163CE81-213E-D936-0734-BC4F0E1513EF}"/>
                    </a:ext>
                  </a:extLst>
                </p14:cNvPr>
                <p14:cNvContentPartPr/>
                <p14:nvPr/>
              </p14:nvContentPartPr>
              <p14:xfrm>
                <a:off x="5543424" y="2237256"/>
                <a:ext cx="29520" cy="1620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163CE81-213E-D936-0734-BC4F0E1513EF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539104" y="2232936"/>
                  <a:ext cx="381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D1207D5-787F-A61A-23ED-726575587A89}"/>
                    </a:ext>
                  </a:extLst>
                </p14:cNvPr>
                <p14:cNvContentPartPr/>
                <p14:nvPr/>
              </p14:nvContentPartPr>
              <p14:xfrm>
                <a:off x="5502024" y="2298816"/>
                <a:ext cx="110160" cy="190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D1207D5-787F-A61A-23ED-726575587A89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497704" y="2294496"/>
                  <a:ext cx="11880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E712D2A8-57C6-17CB-9C3E-A0EF525CBF96}"/>
                  </a:ext>
                </a:extLst>
              </p14:cNvPr>
              <p14:cNvContentPartPr/>
              <p14:nvPr/>
            </p14:nvContentPartPr>
            <p14:xfrm>
              <a:off x="6908904" y="2320416"/>
              <a:ext cx="17640" cy="1224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E712D2A8-57C6-17CB-9C3E-A0EF525CBF96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6904584" y="2316096"/>
                <a:ext cx="26280" cy="2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1" name="Group 140">
            <a:extLst>
              <a:ext uri="{FF2B5EF4-FFF2-40B4-BE49-F238E27FC236}">
                <a16:creationId xmlns:a16="http://schemas.microsoft.com/office/drawing/2014/main" id="{04117B06-C68F-8E70-5887-37A668BFE273}"/>
              </a:ext>
            </a:extLst>
          </p:cNvPr>
          <p:cNvGrpSpPr/>
          <p:nvPr/>
        </p:nvGrpSpPr>
        <p:grpSpPr>
          <a:xfrm>
            <a:off x="3192984" y="2793816"/>
            <a:ext cx="253800" cy="382320"/>
            <a:chOff x="3192984" y="2793816"/>
            <a:chExt cx="253800" cy="38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21A6BA5-63CD-EFB0-067E-9A9D747D5867}"/>
                    </a:ext>
                  </a:extLst>
                </p14:cNvPr>
                <p14:cNvContentPartPr/>
                <p14:nvPr/>
              </p14:nvContentPartPr>
              <p14:xfrm>
                <a:off x="3192984" y="2915856"/>
                <a:ext cx="151560" cy="730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21A6BA5-63CD-EFB0-067E-9A9D747D586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188664" y="2911536"/>
                  <a:ext cx="1602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81E2D89-23E4-F5AB-D388-3B8484D6075D}"/>
                    </a:ext>
                  </a:extLst>
                </p14:cNvPr>
                <p14:cNvContentPartPr/>
                <p14:nvPr/>
              </p14:nvContentPartPr>
              <p14:xfrm>
                <a:off x="3317184" y="2839536"/>
                <a:ext cx="17280" cy="198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81E2D89-23E4-F5AB-D388-3B8484D6075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312864" y="2835216"/>
                  <a:ext cx="259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00EA24C-A73F-DDB5-91CD-5306B561F912}"/>
                    </a:ext>
                  </a:extLst>
                </p14:cNvPr>
                <p14:cNvContentPartPr/>
                <p14:nvPr/>
              </p14:nvContentPartPr>
              <p14:xfrm>
                <a:off x="3236904" y="2857176"/>
                <a:ext cx="34560" cy="118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00EA24C-A73F-DDB5-91CD-5306B561F91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232584" y="2852856"/>
                  <a:ext cx="432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B926609E-FCD4-BE55-901E-FA838C3D1FBD}"/>
                    </a:ext>
                  </a:extLst>
                </p14:cNvPr>
                <p14:cNvContentPartPr/>
                <p14:nvPr/>
              </p14:nvContentPartPr>
              <p14:xfrm>
                <a:off x="3239424" y="2793816"/>
                <a:ext cx="207360" cy="3823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B926609E-FCD4-BE55-901E-FA838C3D1FB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235104" y="2789496"/>
                  <a:ext cx="216000" cy="39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DD2A1992-B2A6-30B6-37FF-104B52A80502}"/>
              </a:ext>
            </a:extLst>
          </p:cNvPr>
          <p:cNvGrpSpPr/>
          <p:nvPr/>
        </p:nvGrpSpPr>
        <p:grpSpPr>
          <a:xfrm>
            <a:off x="3687984" y="2680776"/>
            <a:ext cx="1387800" cy="277920"/>
            <a:chOff x="3687984" y="2680776"/>
            <a:chExt cx="1387800" cy="27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6597202-76EE-3EDA-FA4D-69A98593F3EB}"/>
                    </a:ext>
                  </a:extLst>
                </p14:cNvPr>
                <p14:cNvContentPartPr/>
                <p14:nvPr/>
              </p14:nvContentPartPr>
              <p14:xfrm>
                <a:off x="3687984" y="2775456"/>
                <a:ext cx="256320" cy="1832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6597202-76EE-3EDA-FA4D-69A98593F3E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683664" y="2771136"/>
                  <a:ext cx="26496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6243A98-B270-9D23-B3ED-4EB53BC9178E}"/>
                    </a:ext>
                  </a:extLst>
                </p14:cNvPr>
                <p14:cNvContentPartPr/>
                <p14:nvPr/>
              </p14:nvContentPartPr>
              <p14:xfrm>
                <a:off x="3907944" y="2680776"/>
                <a:ext cx="114480" cy="25884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6243A98-B270-9D23-B3ED-4EB53BC9178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903624" y="2676456"/>
                  <a:ext cx="1231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C67062C-8B35-6165-A6B5-665BAF5BD066}"/>
                    </a:ext>
                  </a:extLst>
                </p14:cNvPr>
                <p14:cNvContentPartPr/>
                <p14:nvPr/>
              </p14:nvContentPartPr>
              <p14:xfrm>
                <a:off x="4026744" y="2851416"/>
                <a:ext cx="75960" cy="738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C67062C-8B35-6165-A6B5-665BAF5BD066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022424" y="2847096"/>
                  <a:ext cx="846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21117DB-3C6E-6D29-9D21-FBD5A91524F5}"/>
                    </a:ext>
                  </a:extLst>
                </p14:cNvPr>
                <p14:cNvContentPartPr/>
                <p14:nvPr/>
              </p14:nvContentPartPr>
              <p14:xfrm>
                <a:off x="4143384" y="2835936"/>
                <a:ext cx="69480" cy="6156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21117DB-3C6E-6D29-9D21-FBD5A91524F5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139064" y="2831616"/>
                  <a:ext cx="781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5A2CDDD-EFA5-008C-B7E2-2AAF2B0ED4FB}"/>
                    </a:ext>
                  </a:extLst>
                </p14:cNvPr>
                <p14:cNvContentPartPr/>
                <p14:nvPr/>
              </p14:nvContentPartPr>
              <p14:xfrm>
                <a:off x="4239864" y="2824776"/>
                <a:ext cx="67680" cy="565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5A2CDDD-EFA5-008C-B7E2-2AAF2B0ED4FB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235544" y="2820456"/>
                  <a:ext cx="763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67C4F70-5CC1-89AD-0594-154D7839A410}"/>
                    </a:ext>
                  </a:extLst>
                </p14:cNvPr>
                <p14:cNvContentPartPr/>
                <p14:nvPr/>
              </p14:nvContentPartPr>
              <p14:xfrm>
                <a:off x="4307184" y="2825496"/>
                <a:ext cx="360" cy="3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67C4F70-5CC1-89AD-0594-154D7839A41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302864" y="282117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B255AF9-22D4-5F82-4BE1-C4F9F4016546}"/>
                    </a:ext>
                  </a:extLst>
                </p14:cNvPr>
                <p14:cNvContentPartPr/>
                <p14:nvPr/>
              </p14:nvContentPartPr>
              <p14:xfrm>
                <a:off x="4307184" y="2822976"/>
                <a:ext cx="158760" cy="673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B255AF9-22D4-5F82-4BE1-C4F9F401654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302864" y="2818656"/>
                  <a:ext cx="1674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94F0D68-A60E-20BE-9281-269D818BC79F}"/>
                    </a:ext>
                  </a:extLst>
                </p14:cNvPr>
                <p14:cNvContentPartPr/>
                <p14:nvPr/>
              </p14:nvContentPartPr>
              <p14:xfrm>
                <a:off x="4607064" y="2710296"/>
                <a:ext cx="112680" cy="1915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94F0D68-A60E-20BE-9281-269D818BC79F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602744" y="2705976"/>
                  <a:ext cx="1213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9045436-E8F5-2E8B-C996-6F1A9DD2B803}"/>
                    </a:ext>
                  </a:extLst>
                </p14:cNvPr>
                <p14:cNvContentPartPr/>
                <p14:nvPr/>
              </p14:nvContentPartPr>
              <p14:xfrm>
                <a:off x="4672944" y="2694816"/>
                <a:ext cx="253800" cy="1702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9045436-E8F5-2E8B-C996-6F1A9DD2B80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668624" y="2690496"/>
                  <a:ext cx="2624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039A4D4-E807-B668-2A94-C7AB1D82D6EB}"/>
                    </a:ext>
                  </a:extLst>
                </p14:cNvPr>
                <p14:cNvContentPartPr/>
                <p14:nvPr/>
              </p14:nvContentPartPr>
              <p14:xfrm>
                <a:off x="4909464" y="2765016"/>
                <a:ext cx="166320" cy="676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039A4D4-E807-B668-2A94-C7AB1D82D6EB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905144" y="2760696"/>
                  <a:ext cx="17496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3E924A01-E8DA-C487-3B51-5A6129BC6266}"/>
              </a:ext>
            </a:extLst>
          </p:cNvPr>
          <p:cNvGrpSpPr/>
          <p:nvPr/>
        </p:nvGrpSpPr>
        <p:grpSpPr>
          <a:xfrm>
            <a:off x="5277744" y="2553336"/>
            <a:ext cx="385560" cy="258120"/>
            <a:chOff x="5277744" y="2553336"/>
            <a:chExt cx="385560" cy="25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626CDF5-7D2A-DA2B-88DE-26D8B9B1A3E5}"/>
                    </a:ext>
                  </a:extLst>
                </p14:cNvPr>
                <p14:cNvContentPartPr/>
                <p14:nvPr/>
              </p14:nvContentPartPr>
              <p14:xfrm>
                <a:off x="5277744" y="2553336"/>
                <a:ext cx="70920" cy="2581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626CDF5-7D2A-DA2B-88DE-26D8B9B1A3E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273424" y="2549016"/>
                  <a:ext cx="795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D80324B-6BA9-F3FD-7F7D-8CFF1D14097B}"/>
                    </a:ext>
                  </a:extLst>
                </p14:cNvPr>
                <p14:cNvContentPartPr/>
                <p14:nvPr/>
              </p14:nvContentPartPr>
              <p14:xfrm>
                <a:off x="5352624" y="2734416"/>
                <a:ext cx="93600" cy="522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D80324B-6BA9-F3FD-7F7D-8CFF1D14097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348304" y="2730096"/>
                  <a:ext cx="1022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7FF28F1-DA68-EA07-CFFA-271D2A34CC01}"/>
                    </a:ext>
                  </a:extLst>
                </p14:cNvPr>
                <p14:cNvContentPartPr/>
                <p14:nvPr/>
              </p14:nvContentPartPr>
              <p14:xfrm>
                <a:off x="5458104" y="2709216"/>
                <a:ext cx="59040" cy="752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7FF28F1-DA68-EA07-CFFA-271D2A34CC0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453784" y="2704896"/>
                  <a:ext cx="676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4607568-D4F8-F285-D029-82F04C174B45}"/>
                    </a:ext>
                  </a:extLst>
                </p14:cNvPr>
                <p14:cNvContentPartPr/>
                <p14:nvPr/>
              </p14:nvContentPartPr>
              <p14:xfrm>
                <a:off x="5572584" y="2574576"/>
                <a:ext cx="90720" cy="2181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4607568-D4F8-F285-D029-82F04C174B4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568264" y="2570256"/>
                  <a:ext cx="9936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BD0916A-E24D-4C60-0F9D-3EB275E9E2E9}"/>
                    </a:ext>
                  </a:extLst>
                </p14:cNvPr>
                <p14:cNvContentPartPr/>
                <p14:nvPr/>
              </p14:nvContentPartPr>
              <p14:xfrm>
                <a:off x="5533704" y="2707776"/>
                <a:ext cx="129600" cy="61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BD0916A-E24D-4C60-0F9D-3EB275E9E2E9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529384" y="2703456"/>
                  <a:ext cx="138240" cy="1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8A15B540-9590-08DD-7C4B-BBCF59B17428}"/>
              </a:ext>
            </a:extLst>
          </p:cNvPr>
          <p:cNvGrpSpPr/>
          <p:nvPr/>
        </p:nvGrpSpPr>
        <p:grpSpPr>
          <a:xfrm>
            <a:off x="5906664" y="2534616"/>
            <a:ext cx="1041840" cy="222840"/>
            <a:chOff x="5906664" y="2534616"/>
            <a:chExt cx="1041840" cy="22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36A311E-EA9D-1DF9-0EFA-67FDBC0877C0}"/>
                    </a:ext>
                  </a:extLst>
                </p14:cNvPr>
                <p14:cNvContentPartPr/>
                <p14:nvPr/>
              </p14:nvContentPartPr>
              <p14:xfrm>
                <a:off x="5906664" y="2534616"/>
                <a:ext cx="239400" cy="2228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36A311E-EA9D-1DF9-0EFA-67FDBC0877C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902344" y="2530296"/>
                  <a:ext cx="2480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BC29328-DF2F-72A2-41E6-355E3ADB3931}"/>
                    </a:ext>
                  </a:extLst>
                </p14:cNvPr>
                <p14:cNvContentPartPr/>
                <p14:nvPr/>
              </p14:nvContentPartPr>
              <p14:xfrm>
                <a:off x="6101784" y="2664936"/>
                <a:ext cx="83160" cy="799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BC29328-DF2F-72A2-41E6-355E3ADB393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097464" y="2660616"/>
                  <a:ext cx="918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E51D2AE-F5DF-4AC4-D4B0-A60EA935AB81}"/>
                    </a:ext>
                  </a:extLst>
                </p14:cNvPr>
                <p14:cNvContentPartPr/>
                <p14:nvPr/>
              </p14:nvContentPartPr>
              <p14:xfrm>
                <a:off x="6252984" y="2678616"/>
                <a:ext cx="207720" cy="464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E51D2AE-F5DF-4AC4-D4B0-A60EA935AB8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248664" y="2674296"/>
                  <a:ext cx="2163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9B682B2-F8C1-3361-DE32-6860214BF54F}"/>
                    </a:ext>
                  </a:extLst>
                </p14:cNvPr>
                <p14:cNvContentPartPr/>
                <p14:nvPr/>
              </p14:nvContentPartPr>
              <p14:xfrm>
                <a:off x="6465024" y="2666736"/>
                <a:ext cx="114840" cy="871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9B682B2-F8C1-3361-DE32-6860214BF54F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460704" y="2662416"/>
                  <a:ext cx="1234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4263F61-2554-60A7-90CA-60449303191F}"/>
                    </a:ext>
                  </a:extLst>
                </p14:cNvPr>
                <p14:cNvContentPartPr/>
                <p14:nvPr/>
              </p14:nvContentPartPr>
              <p14:xfrm>
                <a:off x="6598224" y="2691936"/>
                <a:ext cx="118440" cy="457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4263F61-2554-60A7-90CA-60449303191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593904" y="2687616"/>
                  <a:ext cx="1270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9ED4D65-3E6F-D1FB-5FD1-19FE8AC92864}"/>
                    </a:ext>
                  </a:extLst>
                </p14:cNvPr>
                <p14:cNvContentPartPr/>
                <p14:nvPr/>
              </p14:nvContentPartPr>
              <p14:xfrm>
                <a:off x="6745104" y="2534616"/>
                <a:ext cx="98280" cy="2077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9ED4D65-3E6F-D1FB-5FD1-19FE8AC9286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740784" y="2530296"/>
                  <a:ext cx="1069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054D9A4-D49F-8D3E-41A8-04AAB3AEBACA}"/>
                    </a:ext>
                  </a:extLst>
                </p14:cNvPr>
                <p14:cNvContentPartPr/>
                <p14:nvPr/>
              </p14:nvContentPartPr>
              <p14:xfrm>
                <a:off x="6691824" y="2662056"/>
                <a:ext cx="183240" cy="61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054D9A4-D49F-8D3E-41A8-04AAB3AEBAC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687504" y="2657736"/>
                  <a:ext cx="19188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D500352-1C62-954C-4CAF-04B5A2F76639}"/>
                    </a:ext>
                  </a:extLst>
                </p14:cNvPr>
                <p14:cNvContentPartPr/>
                <p14:nvPr/>
              </p14:nvContentPartPr>
              <p14:xfrm>
                <a:off x="6943104" y="2707776"/>
                <a:ext cx="5400" cy="223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D500352-1C62-954C-4CAF-04B5A2F7663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938784" y="2703456"/>
                  <a:ext cx="1404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C9DE5CD-AE25-A4EB-105A-5C0BE2FB593F}"/>
              </a:ext>
            </a:extLst>
          </p:cNvPr>
          <p:cNvGrpSpPr/>
          <p:nvPr/>
        </p:nvGrpSpPr>
        <p:grpSpPr>
          <a:xfrm>
            <a:off x="3057264" y="3311496"/>
            <a:ext cx="335880" cy="322560"/>
            <a:chOff x="3057264" y="3311496"/>
            <a:chExt cx="335880" cy="322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E6D8D18-5E1C-402E-0CA3-0D3E459DAFFC}"/>
                    </a:ext>
                  </a:extLst>
                </p14:cNvPr>
                <p14:cNvContentPartPr/>
                <p14:nvPr/>
              </p14:nvContentPartPr>
              <p14:xfrm>
                <a:off x="3057264" y="3440736"/>
                <a:ext cx="236160" cy="7596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E6D8D18-5E1C-402E-0CA3-0D3E459DAFF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052944" y="3436416"/>
                  <a:ext cx="2448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DCDB4B5-B626-9FC1-A825-6860A4D0D439}"/>
                    </a:ext>
                  </a:extLst>
                </p14:cNvPr>
                <p14:cNvContentPartPr/>
                <p14:nvPr/>
              </p14:nvContentPartPr>
              <p14:xfrm>
                <a:off x="3227184" y="3361176"/>
                <a:ext cx="12600" cy="10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DCDB4B5-B626-9FC1-A825-6860A4D0D43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222864" y="3356856"/>
                  <a:ext cx="2124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BA8F66D-C753-0750-C50B-673C8A4CC24C}"/>
                    </a:ext>
                  </a:extLst>
                </p14:cNvPr>
                <p14:cNvContentPartPr/>
                <p14:nvPr/>
              </p14:nvContentPartPr>
              <p14:xfrm>
                <a:off x="3161304" y="3386376"/>
                <a:ext cx="19800" cy="10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BA8F66D-C753-0750-C50B-673C8A4CC24C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156984" y="3382056"/>
                  <a:ext cx="2844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7FCB2DBD-17AE-8AC3-16E1-5DE68DB1BECB}"/>
                    </a:ext>
                  </a:extLst>
                </p14:cNvPr>
                <p14:cNvContentPartPr/>
                <p14:nvPr/>
              </p14:nvContentPartPr>
              <p14:xfrm>
                <a:off x="3090744" y="3399336"/>
                <a:ext cx="27360" cy="684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7FCB2DBD-17AE-8AC3-16E1-5DE68DB1BEC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086424" y="3395016"/>
                  <a:ext cx="3600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907489C-AB38-EB90-CC99-DA10723EF70C}"/>
                    </a:ext>
                  </a:extLst>
                </p14:cNvPr>
                <p14:cNvContentPartPr/>
                <p14:nvPr/>
              </p14:nvContentPartPr>
              <p14:xfrm>
                <a:off x="3279384" y="3311496"/>
                <a:ext cx="113760" cy="3225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907489C-AB38-EB90-CC99-DA10723EF70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275064" y="3307176"/>
                  <a:ext cx="122400" cy="33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9258CD90-4147-BE22-5D87-8F41749255C4}"/>
              </a:ext>
            </a:extLst>
          </p:cNvPr>
          <p:cNvGrpSpPr/>
          <p:nvPr/>
        </p:nvGrpSpPr>
        <p:grpSpPr>
          <a:xfrm>
            <a:off x="3709584" y="3148776"/>
            <a:ext cx="1322280" cy="307080"/>
            <a:chOff x="3709584" y="3148776"/>
            <a:chExt cx="1322280" cy="30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8EE1C26-73C9-A052-E635-26FDBBC080A4}"/>
                    </a:ext>
                  </a:extLst>
                </p14:cNvPr>
                <p14:cNvContentPartPr/>
                <p14:nvPr/>
              </p14:nvContentPartPr>
              <p14:xfrm>
                <a:off x="3709584" y="3284496"/>
                <a:ext cx="134640" cy="1713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8EE1C26-73C9-A052-E635-26FDBBC080A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705264" y="3280176"/>
                  <a:ext cx="1432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84F8142-7693-AC50-ECB1-772877B4F78A}"/>
                    </a:ext>
                  </a:extLst>
                </p14:cNvPr>
                <p14:cNvContentPartPr/>
                <p14:nvPr/>
              </p14:nvContentPartPr>
              <p14:xfrm>
                <a:off x="3858624" y="3188736"/>
                <a:ext cx="129600" cy="2469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84F8142-7693-AC50-ECB1-772877B4F78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854304" y="3184416"/>
                  <a:ext cx="1382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4B58FB9-9D8E-659F-1AED-6B2223DDEBDB}"/>
                    </a:ext>
                  </a:extLst>
                </p14:cNvPr>
                <p14:cNvContentPartPr/>
                <p14:nvPr/>
              </p14:nvContentPartPr>
              <p14:xfrm>
                <a:off x="4006584" y="3354336"/>
                <a:ext cx="44280" cy="536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4B58FB9-9D8E-659F-1AED-6B2223DDEBD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002264" y="3350016"/>
                  <a:ext cx="529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6D386F8-6E3D-1C5F-F180-734E50A0A6C8}"/>
                    </a:ext>
                  </a:extLst>
                </p14:cNvPr>
                <p14:cNvContentPartPr/>
                <p14:nvPr/>
              </p14:nvContentPartPr>
              <p14:xfrm>
                <a:off x="4103784" y="3343176"/>
                <a:ext cx="55080" cy="604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6D386F8-6E3D-1C5F-F180-734E50A0A6C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099464" y="3338856"/>
                  <a:ext cx="63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C16F39A-6F58-1722-69AE-AEBB8F1D9FCA}"/>
                    </a:ext>
                  </a:extLst>
                </p14:cNvPr>
                <p14:cNvContentPartPr/>
                <p14:nvPr/>
              </p14:nvContentPartPr>
              <p14:xfrm>
                <a:off x="4161024" y="3334536"/>
                <a:ext cx="83160" cy="824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C16F39A-6F58-1722-69AE-AEBB8F1D9FC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156704" y="3330216"/>
                  <a:ext cx="918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B9CFCE3E-2B04-9271-59A8-1AF422DDAC34}"/>
                    </a:ext>
                  </a:extLst>
                </p14:cNvPr>
                <p14:cNvContentPartPr/>
                <p14:nvPr/>
              </p14:nvContentPartPr>
              <p14:xfrm>
                <a:off x="4258584" y="3328776"/>
                <a:ext cx="149040" cy="572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B9CFCE3E-2B04-9271-59A8-1AF422DDAC3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254264" y="3324456"/>
                  <a:ext cx="1576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9B9482F-D881-435F-0161-78907284D855}"/>
                    </a:ext>
                  </a:extLst>
                </p14:cNvPr>
                <p14:cNvContentPartPr/>
                <p14:nvPr/>
              </p14:nvContentPartPr>
              <p14:xfrm>
                <a:off x="4575384" y="3197016"/>
                <a:ext cx="141840" cy="1897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9B9482F-D881-435F-0161-78907284D85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571064" y="3192696"/>
                  <a:ext cx="1504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F3693E74-9F99-12A3-E270-9D7335626449}"/>
                    </a:ext>
                  </a:extLst>
                </p14:cNvPr>
                <p14:cNvContentPartPr/>
                <p14:nvPr/>
              </p14:nvContentPartPr>
              <p14:xfrm>
                <a:off x="4619304" y="3148776"/>
                <a:ext cx="361080" cy="1972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F3693E74-9F99-12A3-E270-9D733562644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614984" y="3144456"/>
                  <a:ext cx="3697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2477B62-3F2F-D240-AB15-32D7A0093F25}"/>
                    </a:ext>
                  </a:extLst>
                </p14:cNvPr>
                <p14:cNvContentPartPr/>
                <p14:nvPr/>
              </p14:nvContentPartPr>
              <p14:xfrm>
                <a:off x="4919184" y="3298176"/>
                <a:ext cx="112680" cy="504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2477B62-3F2F-D240-AB15-32D7A0093F2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914864" y="3293856"/>
                  <a:ext cx="121320" cy="5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0320EE73-CF76-A46A-5543-21C09217B34B}"/>
              </a:ext>
            </a:extLst>
          </p:cNvPr>
          <p:cNvGrpSpPr/>
          <p:nvPr/>
        </p:nvGrpSpPr>
        <p:grpSpPr>
          <a:xfrm>
            <a:off x="5250744" y="3039336"/>
            <a:ext cx="951480" cy="278280"/>
            <a:chOff x="5250744" y="3039336"/>
            <a:chExt cx="951480" cy="27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DCAD92F-C030-C785-617E-5D441E16CA0A}"/>
                    </a:ext>
                  </a:extLst>
                </p14:cNvPr>
                <p14:cNvContentPartPr/>
                <p14:nvPr/>
              </p14:nvContentPartPr>
              <p14:xfrm>
                <a:off x="5250744" y="3237696"/>
                <a:ext cx="268560" cy="799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DCAD92F-C030-C785-617E-5D441E16CA0A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246424" y="3233376"/>
                  <a:ext cx="2772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CA8DC2A-95B5-1088-8E3D-9744E2B0353D}"/>
                    </a:ext>
                  </a:extLst>
                </p14:cNvPr>
                <p14:cNvContentPartPr/>
                <p14:nvPr/>
              </p14:nvContentPartPr>
              <p14:xfrm>
                <a:off x="5584824" y="3236616"/>
                <a:ext cx="15120" cy="352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CA8DC2A-95B5-1088-8E3D-9744E2B0353D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580504" y="3232296"/>
                  <a:ext cx="237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DEF38D2-9748-6225-1091-D8BADA347135}"/>
                    </a:ext>
                  </a:extLst>
                </p14:cNvPr>
                <p14:cNvContentPartPr/>
                <p14:nvPr/>
              </p14:nvContentPartPr>
              <p14:xfrm>
                <a:off x="5665464" y="3121416"/>
                <a:ext cx="24840" cy="766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DEF38D2-9748-6225-1091-D8BADA34713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661144" y="3117096"/>
                  <a:ext cx="334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74864469-526C-1FFF-1B82-904BB5E21AD2}"/>
                    </a:ext>
                  </a:extLst>
                </p14:cNvPr>
                <p14:cNvContentPartPr/>
                <p14:nvPr/>
              </p14:nvContentPartPr>
              <p14:xfrm>
                <a:off x="5684904" y="3081456"/>
                <a:ext cx="167760" cy="2041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74864469-526C-1FFF-1B82-904BB5E21AD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680584" y="3077136"/>
                  <a:ext cx="1764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3B991926-D675-738D-D5F4-9785AF3E4021}"/>
                    </a:ext>
                  </a:extLst>
                </p14:cNvPr>
                <p14:cNvContentPartPr/>
                <p14:nvPr/>
              </p14:nvContentPartPr>
              <p14:xfrm>
                <a:off x="5840784" y="3039336"/>
                <a:ext cx="171000" cy="2300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3B991926-D675-738D-D5F4-9785AF3E402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836464" y="3035016"/>
                  <a:ext cx="1796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C09A03E-5985-E9FC-FF1E-53A638A151ED}"/>
                    </a:ext>
                  </a:extLst>
                </p14:cNvPr>
                <p14:cNvContentPartPr/>
                <p14:nvPr/>
              </p14:nvContentPartPr>
              <p14:xfrm>
                <a:off x="6009264" y="3051576"/>
                <a:ext cx="95400" cy="18576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C09A03E-5985-E9FC-FF1E-53A638A151E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004944" y="3047256"/>
                  <a:ext cx="1040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9CF5C97-D50F-BAC2-B6D9-542C5A18AE00}"/>
                    </a:ext>
                  </a:extLst>
                </p14:cNvPr>
                <p14:cNvContentPartPr/>
                <p14:nvPr/>
              </p14:nvContentPartPr>
              <p14:xfrm>
                <a:off x="6055704" y="3193776"/>
                <a:ext cx="146520" cy="568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9CF5C97-D50F-BAC2-B6D9-542C5A18AE0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051384" y="3189456"/>
                  <a:ext cx="15516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0FD2F0C0-B329-DA5F-F830-63012E62D13E}"/>
              </a:ext>
            </a:extLst>
          </p:cNvPr>
          <p:cNvGrpSpPr/>
          <p:nvPr/>
        </p:nvGrpSpPr>
        <p:grpSpPr>
          <a:xfrm>
            <a:off x="6418224" y="2952216"/>
            <a:ext cx="937440" cy="279000"/>
            <a:chOff x="6418224" y="2952216"/>
            <a:chExt cx="937440" cy="27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3A5E433-7F3E-12BF-BC95-7EEFC2DCFFE2}"/>
                    </a:ext>
                  </a:extLst>
                </p14:cNvPr>
                <p14:cNvContentPartPr/>
                <p14:nvPr/>
              </p14:nvContentPartPr>
              <p14:xfrm>
                <a:off x="6418224" y="2952216"/>
                <a:ext cx="293400" cy="2714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3A5E433-7F3E-12BF-BC95-7EEFC2DCFFE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413904" y="2947896"/>
                  <a:ext cx="3020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D2991AD-51B3-F47B-143D-BE104653CADA}"/>
                    </a:ext>
                  </a:extLst>
                </p14:cNvPr>
                <p14:cNvContentPartPr/>
                <p14:nvPr/>
              </p14:nvContentPartPr>
              <p14:xfrm>
                <a:off x="6638184" y="3166056"/>
                <a:ext cx="73440" cy="6516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D2991AD-51B3-F47B-143D-BE104653CAD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633864" y="3161736"/>
                  <a:ext cx="820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3B55302-614C-C787-4AF6-E01EBF3BC4DC}"/>
                    </a:ext>
                  </a:extLst>
                </p14:cNvPr>
                <p14:cNvContentPartPr/>
                <p14:nvPr/>
              </p14:nvContentPartPr>
              <p14:xfrm>
                <a:off x="6774984" y="3157056"/>
                <a:ext cx="222120" cy="644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3B55302-614C-C787-4AF6-E01EBF3BC4D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770664" y="3152736"/>
                  <a:ext cx="2307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242FE4E-2ABE-5D1B-5BC3-5517905F8F4A}"/>
                    </a:ext>
                  </a:extLst>
                </p14:cNvPr>
                <p14:cNvContentPartPr/>
                <p14:nvPr/>
              </p14:nvContentPartPr>
              <p14:xfrm>
                <a:off x="7025904" y="3136536"/>
                <a:ext cx="236880" cy="716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242FE4E-2ABE-5D1B-5BC3-5517905F8F4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021584" y="3132216"/>
                  <a:ext cx="2455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9E6EF82-85B9-6439-5CA4-3BE2BE7A2B06}"/>
                    </a:ext>
                  </a:extLst>
                </p14:cNvPr>
                <p14:cNvContentPartPr/>
                <p14:nvPr/>
              </p14:nvContentPartPr>
              <p14:xfrm>
                <a:off x="7286184" y="2973456"/>
                <a:ext cx="69480" cy="2282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9E6EF82-85B9-6439-5CA4-3BE2BE7A2B0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281864" y="2969136"/>
                  <a:ext cx="781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2881757-ABDD-92DB-58BD-704C20DD6BA6}"/>
                    </a:ext>
                  </a:extLst>
                </p14:cNvPr>
                <p14:cNvContentPartPr/>
                <p14:nvPr/>
              </p14:nvContentPartPr>
              <p14:xfrm>
                <a:off x="7208784" y="3105216"/>
                <a:ext cx="146520" cy="75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2881757-ABDD-92DB-58BD-704C20DD6BA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204464" y="3100896"/>
                  <a:ext cx="155160" cy="1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528D06E2-40FD-7113-127A-53A21F769602}"/>
              </a:ext>
            </a:extLst>
          </p:cNvPr>
          <p:cNvGrpSpPr/>
          <p:nvPr/>
        </p:nvGrpSpPr>
        <p:grpSpPr>
          <a:xfrm>
            <a:off x="3636864" y="3650616"/>
            <a:ext cx="66240" cy="147960"/>
            <a:chOff x="3636864" y="3650616"/>
            <a:chExt cx="66240" cy="14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9564163-8EC3-1E7B-78A7-C90E4706B25F}"/>
                    </a:ext>
                  </a:extLst>
                </p14:cNvPr>
                <p14:cNvContentPartPr/>
                <p14:nvPr/>
              </p14:nvContentPartPr>
              <p14:xfrm>
                <a:off x="3660984" y="3680856"/>
                <a:ext cx="2880" cy="828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9564163-8EC3-1E7B-78A7-C90E4706B25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656664" y="3676536"/>
                  <a:ext cx="1152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9D30734-FE7D-795F-4504-D361E6B4EA70}"/>
                    </a:ext>
                  </a:extLst>
                </p14:cNvPr>
                <p14:cNvContentPartPr/>
                <p14:nvPr/>
              </p14:nvContentPartPr>
              <p14:xfrm>
                <a:off x="3660984" y="3769776"/>
                <a:ext cx="29880" cy="288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9D30734-FE7D-795F-4504-D361E6B4EA7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656664" y="3765456"/>
                  <a:ext cx="385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4E7DC1E-1833-66ED-9582-18ABD678BBD7}"/>
                    </a:ext>
                  </a:extLst>
                </p14:cNvPr>
                <p14:cNvContentPartPr/>
                <p14:nvPr/>
              </p14:nvContentPartPr>
              <p14:xfrm>
                <a:off x="3636864" y="3650616"/>
                <a:ext cx="29520" cy="255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4E7DC1E-1833-66ED-9582-18ABD678BBD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632544" y="3646296"/>
                  <a:ext cx="38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F846D0D4-1C61-63DF-F104-78234C498A22}"/>
                    </a:ext>
                  </a:extLst>
                </p14:cNvPr>
                <p14:cNvContentPartPr/>
                <p14:nvPr/>
              </p14:nvContentPartPr>
              <p14:xfrm>
                <a:off x="3687984" y="3759336"/>
                <a:ext cx="15120" cy="1404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F846D0D4-1C61-63DF-F104-78234C498A2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683664" y="3755016"/>
                  <a:ext cx="2376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12287311-10A4-6A95-91EF-1D906E15D491}"/>
              </a:ext>
            </a:extLst>
          </p:cNvPr>
          <p:cNvGrpSpPr/>
          <p:nvPr/>
        </p:nvGrpSpPr>
        <p:grpSpPr>
          <a:xfrm>
            <a:off x="3667104" y="3912336"/>
            <a:ext cx="31320" cy="26640"/>
            <a:chOff x="3667104" y="3912336"/>
            <a:chExt cx="31320" cy="2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733B2B0-3C33-95B5-E76F-91B7BC1E4617}"/>
                    </a:ext>
                  </a:extLst>
                </p14:cNvPr>
                <p14:cNvContentPartPr/>
                <p14:nvPr/>
              </p14:nvContentPartPr>
              <p14:xfrm>
                <a:off x="3671064" y="3912336"/>
                <a:ext cx="27360" cy="61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733B2B0-3C33-95B5-E76F-91B7BC1E461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666384" y="3908016"/>
                  <a:ext cx="360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7023828-3313-5DA9-7B6A-749540E47F1E}"/>
                    </a:ext>
                  </a:extLst>
                </p14:cNvPr>
                <p14:cNvContentPartPr/>
                <p14:nvPr/>
              </p14:nvContentPartPr>
              <p14:xfrm>
                <a:off x="3667104" y="3930696"/>
                <a:ext cx="21240" cy="828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7023828-3313-5DA9-7B6A-749540E47F1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662784" y="3926376"/>
                  <a:ext cx="29880" cy="1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E76670C3-D016-1294-B75C-B2A62D0D8CA5}"/>
              </a:ext>
            </a:extLst>
          </p:cNvPr>
          <p:cNvGrpSpPr/>
          <p:nvPr/>
        </p:nvGrpSpPr>
        <p:grpSpPr>
          <a:xfrm>
            <a:off x="8596224" y="2814336"/>
            <a:ext cx="1134360" cy="331560"/>
            <a:chOff x="8596224" y="2814336"/>
            <a:chExt cx="1134360" cy="33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C9C6133-26D3-BA60-DC8E-D1DE97C338CC}"/>
                    </a:ext>
                  </a:extLst>
                </p14:cNvPr>
                <p14:cNvContentPartPr/>
                <p14:nvPr/>
              </p14:nvContentPartPr>
              <p14:xfrm>
                <a:off x="8713224" y="2914776"/>
                <a:ext cx="178200" cy="1623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C9C6133-26D3-BA60-DC8E-D1DE97C338C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708904" y="2910456"/>
                  <a:ext cx="1868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AC14BD0-18B5-B009-F159-6F8981A28350}"/>
                    </a:ext>
                  </a:extLst>
                </p14:cNvPr>
                <p14:cNvContentPartPr/>
                <p14:nvPr/>
              </p14:nvContentPartPr>
              <p14:xfrm>
                <a:off x="9013104" y="2966976"/>
                <a:ext cx="22320" cy="9144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AC14BD0-18B5-B009-F159-6F8981A2835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008784" y="2962656"/>
                  <a:ext cx="309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DF38D80-E720-587E-BE63-BA92FDE9DACF}"/>
                    </a:ext>
                  </a:extLst>
                </p14:cNvPr>
                <p14:cNvContentPartPr/>
                <p14:nvPr/>
              </p14:nvContentPartPr>
              <p14:xfrm>
                <a:off x="8981424" y="3007656"/>
                <a:ext cx="95400" cy="183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DF38D80-E720-587E-BE63-BA92FDE9DAC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977104" y="3003336"/>
                  <a:ext cx="1040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29801F2-2442-A907-8AEC-A8B484E677B5}"/>
                    </a:ext>
                  </a:extLst>
                </p14:cNvPr>
                <p14:cNvContentPartPr/>
                <p14:nvPr/>
              </p14:nvContentPartPr>
              <p14:xfrm>
                <a:off x="9186264" y="2946816"/>
                <a:ext cx="68760" cy="802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29801F2-2442-A907-8AEC-A8B484E677B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181944" y="2942496"/>
                  <a:ext cx="774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CC4C7A0-B743-35D4-874F-59496D392A6E}"/>
                    </a:ext>
                  </a:extLst>
                </p14:cNvPr>
                <p14:cNvContentPartPr/>
                <p14:nvPr/>
              </p14:nvContentPartPr>
              <p14:xfrm>
                <a:off x="9213264" y="2853216"/>
                <a:ext cx="178200" cy="2628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CC4C7A0-B743-35D4-874F-59496D392A6E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208944" y="2848896"/>
                  <a:ext cx="1868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370BB51-2499-8448-5852-4736C1503E38}"/>
                    </a:ext>
                  </a:extLst>
                </p14:cNvPr>
                <p14:cNvContentPartPr/>
                <p14:nvPr/>
              </p14:nvContentPartPr>
              <p14:xfrm>
                <a:off x="8596224" y="2883096"/>
                <a:ext cx="227160" cy="2628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370BB51-2499-8448-5852-4736C1503E3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591904" y="2878776"/>
                  <a:ext cx="2358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630C5E6-5F5D-5AF0-C29B-DA79E4009178}"/>
                    </a:ext>
                  </a:extLst>
                </p14:cNvPr>
                <p14:cNvContentPartPr/>
                <p14:nvPr/>
              </p14:nvContentPartPr>
              <p14:xfrm>
                <a:off x="9447264" y="2814336"/>
                <a:ext cx="114840" cy="2638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630C5E6-5F5D-5AF0-C29B-DA79E400917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442944" y="2810016"/>
                  <a:ext cx="1234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193779A-4837-57CC-A737-36A3545DB668}"/>
                    </a:ext>
                  </a:extLst>
                </p14:cNvPr>
                <p14:cNvContentPartPr/>
                <p14:nvPr/>
              </p14:nvContentPartPr>
              <p14:xfrm>
                <a:off x="9595944" y="2919456"/>
                <a:ext cx="134640" cy="1173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193779A-4837-57CC-A737-36A3545DB66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591624" y="2915136"/>
                  <a:ext cx="143280" cy="12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3371C61E-82A7-1AEC-F0ED-AD42CA9086DC}"/>
              </a:ext>
            </a:extLst>
          </p:cNvPr>
          <p:cNvGrpSpPr/>
          <p:nvPr/>
        </p:nvGrpSpPr>
        <p:grpSpPr>
          <a:xfrm>
            <a:off x="8057304" y="3036096"/>
            <a:ext cx="441720" cy="77760"/>
            <a:chOff x="8057304" y="3036096"/>
            <a:chExt cx="441720" cy="7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D6E8AF47-D2F5-A16F-5371-1FF092C8707F}"/>
                    </a:ext>
                  </a:extLst>
                </p14:cNvPr>
                <p14:cNvContentPartPr/>
                <p14:nvPr/>
              </p14:nvContentPartPr>
              <p14:xfrm>
                <a:off x="8057304" y="3057336"/>
                <a:ext cx="195480" cy="565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D6E8AF47-D2F5-A16F-5371-1FF092C8707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052984" y="3053016"/>
                  <a:ext cx="2041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FA1DED0-CB3E-3C7F-3196-D08875C3DB05}"/>
                    </a:ext>
                  </a:extLst>
                </p14:cNvPr>
                <p14:cNvContentPartPr/>
                <p14:nvPr/>
              </p14:nvContentPartPr>
              <p14:xfrm>
                <a:off x="8366904" y="3036096"/>
                <a:ext cx="73440" cy="1584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FA1DED0-CB3E-3C7F-3196-D08875C3DB0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362584" y="3031776"/>
                  <a:ext cx="820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99B9C6A9-FCDC-28CB-6269-77B544FB81B2}"/>
                    </a:ext>
                  </a:extLst>
                </p14:cNvPr>
                <p14:cNvContentPartPr/>
                <p14:nvPr/>
              </p14:nvContentPartPr>
              <p14:xfrm>
                <a:off x="8366904" y="3051576"/>
                <a:ext cx="132120" cy="5580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99B9C6A9-FCDC-28CB-6269-77B544FB81B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362584" y="3047256"/>
                  <a:ext cx="140760" cy="6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9CF8595F-55E4-961D-94CD-28DFE35E95E5}"/>
                  </a:ext>
                </a:extLst>
              </p14:cNvPr>
              <p14:cNvContentPartPr/>
              <p14:nvPr/>
            </p14:nvContentPartPr>
            <p14:xfrm>
              <a:off x="9844704" y="2967696"/>
              <a:ext cx="5400" cy="3600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9CF8595F-55E4-961D-94CD-28DFE35E95E5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9840384" y="2963376"/>
                <a:ext cx="1404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DF3F65F1-A526-98C0-5D53-F9497B631D2F}"/>
                  </a:ext>
                </a:extLst>
              </p14:cNvPr>
              <p14:cNvContentPartPr/>
              <p14:nvPr/>
            </p14:nvContentPartPr>
            <p14:xfrm>
              <a:off x="9788544" y="3079296"/>
              <a:ext cx="56520" cy="7344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DF3F65F1-A526-98C0-5D53-F9497B631D2F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9784224" y="3074976"/>
                <a:ext cx="65160" cy="8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1" name="Group 210">
            <a:extLst>
              <a:ext uri="{FF2B5EF4-FFF2-40B4-BE49-F238E27FC236}">
                <a16:creationId xmlns:a16="http://schemas.microsoft.com/office/drawing/2014/main" id="{CB576507-253C-9C32-E69C-999EEAA64893}"/>
              </a:ext>
            </a:extLst>
          </p:cNvPr>
          <p:cNvGrpSpPr/>
          <p:nvPr/>
        </p:nvGrpSpPr>
        <p:grpSpPr>
          <a:xfrm>
            <a:off x="10232424" y="2708136"/>
            <a:ext cx="1460520" cy="404280"/>
            <a:chOff x="10232424" y="2708136"/>
            <a:chExt cx="1460520" cy="40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E5BBC51-41D9-6A39-C73C-071D67F89C83}"/>
                    </a:ext>
                  </a:extLst>
                </p14:cNvPr>
                <p14:cNvContentPartPr/>
                <p14:nvPr/>
              </p14:nvContentPartPr>
              <p14:xfrm>
                <a:off x="10232424" y="2923416"/>
                <a:ext cx="10080" cy="1890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E5BBC51-41D9-6A39-C73C-071D67F89C83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0228104" y="2919096"/>
                  <a:ext cx="187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AB1AC90-761D-C584-B71D-88EC6FE85BD1}"/>
                    </a:ext>
                  </a:extLst>
                </p14:cNvPr>
                <p14:cNvContentPartPr/>
                <p14:nvPr/>
              </p14:nvContentPartPr>
              <p14:xfrm>
                <a:off x="10261584" y="2912616"/>
                <a:ext cx="50400" cy="658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AB1AC90-761D-C584-B71D-88EC6FE85BD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0257264" y="2908296"/>
                  <a:ext cx="590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8422661-3F92-0C78-5135-89116C79B2F1}"/>
                    </a:ext>
                  </a:extLst>
                </p14:cNvPr>
                <p14:cNvContentPartPr/>
                <p14:nvPr/>
              </p14:nvContentPartPr>
              <p14:xfrm>
                <a:off x="10366344" y="2904336"/>
                <a:ext cx="10080" cy="338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8422661-3F92-0C78-5135-89116C79B2F1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0362024" y="2900016"/>
                  <a:ext cx="187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AEDDDEC-1144-70D4-702C-3114BAEB8BCC}"/>
                    </a:ext>
                  </a:extLst>
                </p14:cNvPr>
                <p14:cNvContentPartPr/>
                <p14:nvPr/>
              </p14:nvContentPartPr>
              <p14:xfrm>
                <a:off x="10407744" y="2818296"/>
                <a:ext cx="360" cy="273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AEDDDEC-1144-70D4-702C-3114BAEB8BCC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403424" y="2813976"/>
                  <a:ext cx="9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9646C4C-4D10-1822-333B-4E4CE887BA9D}"/>
                    </a:ext>
                  </a:extLst>
                </p14:cNvPr>
                <p14:cNvContentPartPr/>
                <p14:nvPr/>
              </p14:nvContentPartPr>
              <p14:xfrm>
                <a:off x="10437984" y="2890296"/>
                <a:ext cx="63000" cy="662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79646C4C-4D10-1822-333B-4E4CE887BA9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433664" y="2885976"/>
                  <a:ext cx="716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42871CE-113C-7FD0-4D3F-E39B9E33C93A}"/>
                    </a:ext>
                  </a:extLst>
                </p14:cNvPr>
                <p14:cNvContentPartPr/>
                <p14:nvPr/>
              </p14:nvContentPartPr>
              <p14:xfrm>
                <a:off x="10540584" y="2882016"/>
                <a:ext cx="73080" cy="601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42871CE-113C-7FD0-4D3F-E39B9E33C93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536264" y="2877696"/>
                  <a:ext cx="817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624707B-0340-4084-6C41-4D4E96BBE390}"/>
                    </a:ext>
                  </a:extLst>
                </p14:cNvPr>
                <p14:cNvContentPartPr/>
                <p14:nvPr/>
              </p14:nvContentPartPr>
              <p14:xfrm>
                <a:off x="10680984" y="2786616"/>
                <a:ext cx="19800" cy="1508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624707B-0340-4084-6C41-4D4E96BBE39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676664" y="2782296"/>
                  <a:ext cx="284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9AD440B-C7CF-A861-48FB-E9C8541A2D95}"/>
                    </a:ext>
                  </a:extLst>
                </p14:cNvPr>
                <p14:cNvContentPartPr/>
                <p14:nvPr/>
              </p14:nvContentPartPr>
              <p14:xfrm>
                <a:off x="10632024" y="2853936"/>
                <a:ext cx="119880" cy="3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9AD440B-C7CF-A861-48FB-E9C8541A2D9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627704" y="2849616"/>
                  <a:ext cx="1285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99C39D5-F8CE-AEC7-1933-18D943D3A1B9}"/>
                    </a:ext>
                  </a:extLst>
                </p14:cNvPr>
                <p14:cNvContentPartPr/>
                <p14:nvPr/>
              </p14:nvContentPartPr>
              <p14:xfrm>
                <a:off x="10890504" y="2832696"/>
                <a:ext cx="73440" cy="133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99C39D5-F8CE-AEC7-1933-18D943D3A1B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886184" y="2828376"/>
                  <a:ext cx="820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0ABC169-6EE7-3346-B9DD-27C8CAD6FD7B}"/>
                    </a:ext>
                  </a:extLst>
                </p14:cNvPr>
                <p14:cNvContentPartPr/>
                <p14:nvPr/>
              </p14:nvContentPartPr>
              <p14:xfrm>
                <a:off x="10871064" y="2846016"/>
                <a:ext cx="110160" cy="338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0ABC169-6EE7-3346-B9DD-27C8CAD6FD7B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866744" y="2841696"/>
                  <a:ext cx="1188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8851C25-81F3-105E-F0DF-05B94754D781}"/>
                    </a:ext>
                  </a:extLst>
                </p14:cNvPr>
                <p14:cNvContentPartPr/>
                <p14:nvPr/>
              </p14:nvContentPartPr>
              <p14:xfrm>
                <a:off x="11097864" y="2795616"/>
                <a:ext cx="141840" cy="694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78851C25-81F3-105E-F0DF-05B94754D781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1093544" y="2791296"/>
                  <a:ext cx="1504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DFCCBC2-D13C-C6EE-9A77-E46D3E7554B8}"/>
                    </a:ext>
                  </a:extLst>
                </p14:cNvPr>
                <p14:cNvContentPartPr/>
                <p14:nvPr/>
              </p14:nvContentPartPr>
              <p14:xfrm>
                <a:off x="11312424" y="2708136"/>
                <a:ext cx="146880" cy="2221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DFCCBC2-D13C-C6EE-9A77-E46D3E7554B8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1308104" y="2703816"/>
                  <a:ext cx="1555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88D2029-7A13-175C-E481-8AC414B004B2}"/>
                    </a:ext>
                  </a:extLst>
                </p14:cNvPr>
                <p14:cNvContentPartPr/>
                <p14:nvPr/>
              </p14:nvContentPartPr>
              <p14:xfrm>
                <a:off x="11444184" y="2823336"/>
                <a:ext cx="127080" cy="316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88D2029-7A13-175C-E481-8AC414B004B2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439864" y="2819016"/>
                  <a:ext cx="1357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F22DBE8-D663-1575-3E43-0723AF72B1D1}"/>
                    </a:ext>
                  </a:extLst>
                </p14:cNvPr>
                <p14:cNvContentPartPr/>
                <p14:nvPr/>
              </p14:nvContentPartPr>
              <p14:xfrm>
                <a:off x="11590344" y="2732256"/>
                <a:ext cx="102600" cy="1774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F22DBE8-D663-1575-3E43-0723AF72B1D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1586024" y="2727936"/>
                  <a:ext cx="11124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11D29D55-7771-D7D1-EC94-44698074589C}"/>
              </a:ext>
            </a:extLst>
          </p:cNvPr>
          <p:cNvGrpSpPr/>
          <p:nvPr/>
        </p:nvGrpSpPr>
        <p:grpSpPr>
          <a:xfrm>
            <a:off x="7696584" y="1885896"/>
            <a:ext cx="1634040" cy="461160"/>
            <a:chOff x="7696584" y="1885896"/>
            <a:chExt cx="1634040" cy="46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7393F0C-7859-4249-C0AF-59F4AED3E019}"/>
                    </a:ext>
                  </a:extLst>
                </p14:cNvPr>
                <p14:cNvContentPartPr/>
                <p14:nvPr/>
              </p14:nvContentPartPr>
              <p14:xfrm>
                <a:off x="7696584" y="2159856"/>
                <a:ext cx="10080" cy="1872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7393F0C-7859-4249-C0AF-59F4AED3E019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692264" y="2155536"/>
                  <a:ext cx="187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03D33746-C89C-D26D-D793-2418B062A833}"/>
                    </a:ext>
                  </a:extLst>
                </p14:cNvPr>
                <p14:cNvContentPartPr/>
                <p14:nvPr/>
              </p14:nvContentPartPr>
              <p14:xfrm>
                <a:off x="7713864" y="2168136"/>
                <a:ext cx="34560" cy="414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03D33746-C89C-D26D-D793-2418B062A833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709544" y="2163816"/>
                  <a:ext cx="432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6F84642-ADD0-002B-2650-ACABA430E231}"/>
                    </a:ext>
                  </a:extLst>
                </p14:cNvPr>
                <p14:cNvContentPartPr/>
                <p14:nvPr/>
              </p14:nvContentPartPr>
              <p14:xfrm>
                <a:off x="7830504" y="2143656"/>
                <a:ext cx="15120" cy="532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6F84642-ADD0-002B-2650-ACABA430E231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826184" y="2139336"/>
                  <a:ext cx="237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567E6E6-5981-3823-9ECE-478AB85F92F5}"/>
                    </a:ext>
                  </a:extLst>
                </p14:cNvPr>
                <p14:cNvContentPartPr/>
                <p14:nvPr/>
              </p14:nvContentPartPr>
              <p14:xfrm>
                <a:off x="7871904" y="2059056"/>
                <a:ext cx="7560" cy="522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567E6E6-5981-3823-9ECE-478AB85F92F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867584" y="2054736"/>
                  <a:ext cx="162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0ABE448-9DE9-F66D-9CF2-168DD4D6FCB3}"/>
                    </a:ext>
                  </a:extLst>
                </p14:cNvPr>
                <p14:cNvContentPartPr/>
                <p14:nvPr/>
              </p14:nvContentPartPr>
              <p14:xfrm>
                <a:off x="7952544" y="2108016"/>
                <a:ext cx="51480" cy="640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0ABE448-9DE9-F66D-9CF2-168DD4D6FCB3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948224" y="2103696"/>
                  <a:ext cx="601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977106E5-E4C5-481D-AB2D-14686AC681FC}"/>
                    </a:ext>
                  </a:extLst>
                </p14:cNvPr>
                <p14:cNvContentPartPr/>
                <p14:nvPr/>
              </p14:nvContentPartPr>
              <p14:xfrm>
                <a:off x="8056584" y="2099736"/>
                <a:ext cx="81360" cy="561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977106E5-E4C5-481D-AB2D-14686AC681F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052264" y="2095416"/>
                  <a:ext cx="900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0AC954E-BD77-647C-8829-2ADBD7829E39}"/>
                    </a:ext>
                  </a:extLst>
                </p14:cNvPr>
                <p14:cNvContentPartPr/>
                <p14:nvPr/>
              </p14:nvContentPartPr>
              <p14:xfrm>
                <a:off x="8186544" y="2012976"/>
                <a:ext cx="41760" cy="14112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0AC954E-BD77-647C-8829-2ADBD7829E39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8182224" y="2008656"/>
                  <a:ext cx="504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4871DA42-F006-E131-2E31-6961F674AC49}"/>
                    </a:ext>
                  </a:extLst>
                </p14:cNvPr>
                <p14:cNvContentPartPr/>
                <p14:nvPr/>
              </p14:nvContentPartPr>
              <p14:xfrm>
                <a:off x="8162064" y="2059776"/>
                <a:ext cx="124560" cy="133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4871DA42-F006-E131-2E31-6961F674AC49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157744" y="2055456"/>
                  <a:ext cx="1332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11BFEBE-A715-FAB2-2D25-B3BC5E5C5CE7}"/>
                    </a:ext>
                  </a:extLst>
                </p14:cNvPr>
                <p14:cNvContentPartPr/>
                <p14:nvPr/>
              </p14:nvContentPartPr>
              <p14:xfrm>
                <a:off x="8386704" y="2062296"/>
                <a:ext cx="85680" cy="3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11BFEBE-A715-FAB2-2D25-B3BC5E5C5CE7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382384" y="2057976"/>
                  <a:ext cx="943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0860389-7112-D602-6A0E-93529D59B3B5}"/>
                    </a:ext>
                  </a:extLst>
                </p14:cNvPr>
                <p14:cNvContentPartPr/>
                <p14:nvPr/>
              </p14:nvContentPartPr>
              <p14:xfrm>
                <a:off x="8413344" y="2082816"/>
                <a:ext cx="117360" cy="140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0860389-7112-D602-6A0E-93529D59B3B5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409024" y="2078496"/>
                  <a:ext cx="1260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E5C6F1A-9283-2401-B4FF-308B6A68E714}"/>
                    </a:ext>
                  </a:extLst>
                </p14:cNvPr>
                <p14:cNvContentPartPr/>
                <p14:nvPr/>
              </p14:nvContentPartPr>
              <p14:xfrm>
                <a:off x="8676864" y="1998936"/>
                <a:ext cx="161280" cy="666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E5C6F1A-9283-2401-B4FF-308B6A68E714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672544" y="1994616"/>
                  <a:ext cx="1699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1E9CC0E-417F-A1BC-0B22-8ECFD344CB6D}"/>
                    </a:ext>
                  </a:extLst>
                </p14:cNvPr>
                <p14:cNvContentPartPr/>
                <p14:nvPr/>
              </p14:nvContentPartPr>
              <p14:xfrm>
                <a:off x="8930304" y="1902816"/>
                <a:ext cx="119880" cy="1900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1E9CC0E-417F-A1BC-0B22-8ECFD344CB6D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925984" y="1898496"/>
                  <a:ext cx="12852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DB1A75E-BFF5-F1D6-A50C-54523F4B037C}"/>
                    </a:ext>
                  </a:extLst>
                </p14:cNvPr>
                <p14:cNvContentPartPr/>
                <p14:nvPr/>
              </p14:nvContentPartPr>
              <p14:xfrm>
                <a:off x="9096984" y="1973016"/>
                <a:ext cx="75240" cy="691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DB1A75E-BFF5-F1D6-A50C-54523F4B037C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092664" y="1968696"/>
                  <a:ext cx="8388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C9968CFF-0AA0-5E2C-67A4-B641C2582A53}"/>
                    </a:ext>
                  </a:extLst>
                </p14:cNvPr>
                <p14:cNvContentPartPr/>
                <p14:nvPr/>
              </p14:nvContentPartPr>
              <p14:xfrm>
                <a:off x="9210744" y="1885896"/>
                <a:ext cx="119880" cy="1915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C9968CFF-0AA0-5E2C-67A4-B641C2582A5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206424" y="1881576"/>
                  <a:ext cx="128520" cy="20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BBB49647-ECE0-85F9-E695-D8334F7BDD77}"/>
              </a:ext>
            </a:extLst>
          </p:cNvPr>
          <p:cNvGrpSpPr/>
          <p:nvPr/>
        </p:nvGrpSpPr>
        <p:grpSpPr>
          <a:xfrm>
            <a:off x="7677144" y="2415096"/>
            <a:ext cx="894960" cy="375840"/>
            <a:chOff x="7677144" y="2415096"/>
            <a:chExt cx="894960" cy="37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3F1190F4-5AD9-9581-820D-FA291F1D6E40}"/>
                    </a:ext>
                  </a:extLst>
                </p14:cNvPr>
                <p14:cNvContentPartPr/>
                <p14:nvPr/>
              </p14:nvContentPartPr>
              <p14:xfrm>
                <a:off x="7677144" y="2658096"/>
                <a:ext cx="16560" cy="13284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3F1190F4-5AD9-9581-820D-FA291F1D6E40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672824" y="2653776"/>
                  <a:ext cx="252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69E391A-2D37-B7B3-A1C2-E32F72063619}"/>
                    </a:ext>
                  </a:extLst>
                </p14:cNvPr>
                <p14:cNvContentPartPr/>
                <p14:nvPr/>
              </p14:nvContentPartPr>
              <p14:xfrm>
                <a:off x="7710984" y="2567736"/>
                <a:ext cx="54000" cy="6336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69E391A-2D37-B7B3-A1C2-E32F72063619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706664" y="2563416"/>
                  <a:ext cx="626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27EE6BC-5131-D5E9-5448-702195DE66EE}"/>
                    </a:ext>
                  </a:extLst>
                </p14:cNvPr>
                <p14:cNvContentPartPr/>
                <p14:nvPr/>
              </p14:nvContentPartPr>
              <p14:xfrm>
                <a:off x="7854984" y="2566296"/>
                <a:ext cx="24840" cy="532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27EE6BC-5131-D5E9-5448-702195DE66EE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850664" y="2561976"/>
                  <a:ext cx="3348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1B38AA3-BDD4-4584-F206-C72114B02865}"/>
                    </a:ext>
                  </a:extLst>
                </p14:cNvPr>
                <p14:cNvContentPartPr/>
                <p14:nvPr/>
              </p14:nvContentPartPr>
              <p14:xfrm>
                <a:off x="7930584" y="2480256"/>
                <a:ext cx="360" cy="5004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1B38AA3-BDD4-4584-F206-C72114B02865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926264" y="2475936"/>
                  <a:ext cx="90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DD0283B5-FE3A-4508-0A27-085C343C98DE}"/>
                    </a:ext>
                  </a:extLst>
                </p14:cNvPr>
                <p14:cNvContentPartPr/>
                <p14:nvPr/>
              </p14:nvContentPartPr>
              <p14:xfrm>
                <a:off x="7974504" y="2528856"/>
                <a:ext cx="73440" cy="770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DD0283B5-FE3A-4508-0A27-085C343C98DE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970184" y="2524536"/>
                  <a:ext cx="820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DCC711D0-0A7E-A1E7-9AE5-CA520DC578BC}"/>
                    </a:ext>
                  </a:extLst>
                </p14:cNvPr>
                <p14:cNvContentPartPr/>
                <p14:nvPr/>
              </p14:nvContentPartPr>
              <p14:xfrm>
                <a:off x="8097624" y="2516616"/>
                <a:ext cx="40320" cy="471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DCC711D0-0A7E-A1E7-9AE5-CA520DC578BC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093304" y="2512296"/>
                  <a:ext cx="489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47DB0D64-2681-DF04-5929-B9647F132CDA}"/>
                    </a:ext>
                  </a:extLst>
                </p14:cNvPr>
                <p14:cNvContentPartPr/>
                <p14:nvPr/>
              </p14:nvContentPartPr>
              <p14:xfrm>
                <a:off x="8226864" y="2415096"/>
                <a:ext cx="69840" cy="1443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47DB0D64-2681-DF04-5929-B9647F132CDA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222544" y="2410776"/>
                  <a:ext cx="784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A13F7B80-8B7A-9B07-4313-4360B8C57FD2}"/>
                    </a:ext>
                  </a:extLst>
                </p14:cNvPr>
                <p14:cNvContentPartPr/>
                <p14:nvPr/>
              </p14:nvContentPartPr>
              <p14:xfrm>
                <a:off x="8240184" y="2467296"/>
                <a:ext cx="127080" cy="1008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A13F7B80-8B7A-9B07-4313-4360B8C57FD2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235864" y="2462976"/>
                  <a:ext cx="1357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74BF5E3D-184D-920B-AAE4-244BCCF23BA9}"/>
                    </a:ext>
                  </a:extLst>
                </p14:cNvPr>
                <p14:cNvContentPartPr/>
                <p14:nvPr/>
              </p14:nvContentPartPr>
              <p14:xfrm>
                <a:off x="8461944" y="2465496"/>
                <a:ext cx="102600" cy="140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74BF5E3D-184D-920B-AAE4-244BCCF23BA9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457624" y="2461176"/>
                  <a:ext cx="1112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83502216-B69C-CD4A-77EF-678B09222641}"/>
                    </a:ext>
                  </a:extLst>
                </p14:cNvPr>
                <p14:cNvContentPartPr/>
                <p14:nvPr/>
              </p14:nvContentPartPr>
              <p14:xfrm>
                <a:off x="8479224" y="2506176"/>
                <a:ext cx="92880" cy="183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83502216-B69C-CD4A-77EF-678B09222641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474904" y="2501856"/>
                  <a:ext cx="10152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321D564D-1B69-8018-DEF3-CBC354AE4B26}"/>
              </a:ext>
            </a:extLst>
          </p:cNvPr>
          <p:cNvGrpSpPr/>
          <p:nvPr/>
        </p:nvGrpSpPr>
        <p:grpSpPr>
          <a:xfrm>
            <a:off x="8735544" y="2227536"/>
            <a:ext cx="1017000" cy="272520"/>
            <a:chOff x="8735544" y="2227536"/>
            <a:chExt cx="1017000" cy="27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AC21784-F327-F3D1-8378-132AE1D34D93}"/>
                    </a:ext>
                  </a:extLst>
                </p14:cNvPr>
                <p14:cNvContentPartPr/>
                <p14:nvPr/>
              </p14:nvContentPartPr>
              <p14:xfrm>
                <a:off x="8735544" y="2416536"/>
                <a:ext cx="182880" cy="6372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AC21784-F327-F3D1-8378-132AE1D34D93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731224" y="2412216"/>
                  <a:ext cx="1915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C0EBB666-D3FB-CCDE-66A7-4A707EFB1369}"/>
                    </a:ext>
                  </a:extLst>
                </p14:cNvPr>
                <p14:cNvContentPartPr/>
                <p14:nvPr/>
              </p14:nvContentPartPr>
              <p14:xfrm>
                <a:off x="9005904" y="2310336"/>
                <a:ext cx="122400" cy="1897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C0EBB666-D3FB-CCDE-66A7-4A707EFB1369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001584" y="2306016"/>
                  <a:ext cx="13104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5E72A756-FC25-CC9C-111A-4B1FDDED6E48}"/>
                    </a:ext>
                  </a:extLst>
                </p14:cNvPr>
                <p14:cNvContentPartPr/>
                <p14:nvPr/>
              </p14:nvContentPartPr>
              <p14:xfrm>
                <a:off x="9174024" y="2400696"/>
                <a:ext cx="102600" cy="5904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5E72A756-FC25-CC9C-111A-4B1FDDED6E48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169704" y="2396376"/>
                  <a:ext cx="1112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817C1C39-F480-19FD-064B-22641C76D4F8}"/>
                    </a:ext>
                  </a:extLst>
                </p14:cNvPr>
                <p14:cNvContentPartPr/>
                <p14:nvPr/>
              </p14:nvContentPartPr>
              <p14:xfrm>
                <a:off x="9339984" y="2357496"/>
                <a:ext cx="97920" cy="216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817C1C39-F480-19FD-064B-22641C76D4F8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335664" y="2353176"/>
                  <a:ext cx="1065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BCBAAA53-E165-1A24-A7B4-7154483FDF7E}"/>
                    </a:ext>
                  </a:extLst>
                </p14:cNvPr>
                <p14:cNvContentPartPr/>
                <p14:nvPr/>
              </p14:nvContentPartPr>
              <p14:xfrm>
                <a:off x="9546984" y="2288376"/>
                <a:ext cx="19800" cy="907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BCBAAA53-E165-1A24-A7B4-7154483FDF7E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542664" y="2284056"/>
                  <a:ext cx="284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053DBFDC-8574-98E1-29B5-7D0120BEC6E6}"/>
                    </a:ext>
                  </a:extLst>
                </p14:cNvPr>
                <p14:cNvContentPartPr/>
                <p14:nvPr/>
              </p14:nvContentPartPr>
              <p14:xfrm>
                <a:off x="9625104" y="2227536"/>
                <a:ext cx="127440" cy="1857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053DBFDC-8574-98E1-29B5-7D0120BEC6E6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9620784" y="2223216"/>
                  <a:ext cx="136080" cy="194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4553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C76D9-D1AD-54B2-F91E-43EC93C30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E75B7C2-15B7-202A-3105-7691726137B3}"/>
                  </a:ext>
                </a:extLst>
              </p14:cNvPr>
              <p14:cNvContentPartPr/>
              <p14:nvPr/>
            </p14:nvContentPartPr>
            <p14:xfrm>
              <a:off x="3524544" y="623016"/>
              <a:ext cx="3062880" cy="1116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E75B7C2-15B7-202A-3105-7691726137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19864" y="618336"/>
                <a:ext cx="307152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D9507B1-2A3B-EB7D-6135-566DB00FD441}"/>
                  </a:ext>
                </a:extLst>
              </p14:cNvPr>
              <p14:cNvContentPartPr/>
              <p14:nvPr/>
            </p14:nvContentPartPr>
            <p14:xfrm>
              <a:off x="3361104" y="485496"/>
              <a:ext cx="360" cy="3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D9507B1-2A3B-EB7D-6135-566DB00FD4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56784" y="48117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609087A-6124-A928-3B52-D2CB138B2452}"/>
                  </a:ext>
                </a:extLst>
              </p14:cNvPr>
              <p14:cNvContentPartPr/>
              <p14:nvPr/>
            </p14:nvContentPartPr>
            <p14:xfrm>
              <a:off x="3626064" y="1228536"/>
              <a:ext cx="86400" cy="795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609087A-6124-A928-3B52-D2CB138B24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21744" y="1224216"/>
                <a:ext cx="95040" cy="8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9CCAC1D5-9EC2-464F-06DC-94D59373C09E}"/>
              </a:ext>
            </a:extLst>
          </p:cNvPr>
          <p:cNvGrpSpPr/>
          <p:nvPr/>
        </p:nvGrpSpPr>
        <p:grpSpPr>
          <a:xfrm>
            <a:off x="2255904" y="631296"/>
            <a:ext cx="4368240" cy="487080"/>
            <a:chOff x="2255904" y="631296"/>
            <a:chExt cx="4368240" cy="48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10EAC70-605A-8DC0-2934-BFECDB1A2D8A}"/>
                    </a:ext>
                  </a:extLst>
                </p14:cNvPr>
                <p14:cNvContentPartPr/>
                <p14:nvPr/>
              </p14:nvContentPartPr>
              <p14:xfrm>
                <a:off x="2311704" y="847296"/>
                <a:ext cx="8640" cy="147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10EAC70-605A-8DC0-2934-BFECDB1A2D8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07384" y="842976"/>
                  <a:ext cx="172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668AB1B-7AE9-9F05-9F5B-D172142FE2AA}"/>
                    </a:ext>
                  </a:extLst>
                </p14:cNvPr>
                <p14:cNvContentPartPr/>
                <p14:nvPr/>
              </p14:nvContentPartPr>
              <p14:xfrm>
                <a:off x="2255904" y="810576"/>
                <a:ext cx="412200" cy="257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668AB1B-7AE9-9F05-9F5B-D172142FE2A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251584" y="806256"/>
                  <a:ext cx="4208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6190DF7-6428-43D1-80DC-A3A4414997C7}"/>
                    </a:ext>
                  </a:extLst>
                </p14:cNvPr>
                <p14:cNvContentPartPr/>
                <p14:nvPr/>
              </p14:nvContentPartPr>
              <p14:xfrm>
                <a:off x="2339424" y="635976"/>
                <a:ext cx="163800" cy="99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6190DF7-6428-43D1-80DC-A3A4414997C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35104" y="631656"/>
                  <a:ext cx="1724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A2F58F2-4A9E-6E31-7F77-57FF4F57ED0B}"/>
                    </a:ext>
                  </a:extLst>
                </p14:cNvPr>
                <p14:cNvContentPartPr/>
                <p14:nvPr/>
              </p14:nvContentPartPr>
              <p14:xfrm>
                <a:off x="2488464" y="882576"/>
                <a:ext cx="954000" cy="39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A2F58F2-4A9E-6E31-7F77-57FF4F57ED0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84144" y="878256"/>
                  <a:ext cx="9626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171CE04-2841-9A83-61AE-5F625AF9F21D}"/>
                    </a:ext>
                  </a:extLst>
                </p14:cNvPr>
                <p14:cNvContentPartPr/>
                <p14:nvPr/>
              </p14:nvContentPartPr>
              <p14:xfrm>
                <a:off x="3407544" y="804096"/>
                <a:ext cx="84600" cy="1476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171CE04-2841-9A83-61AE-5F625AF9F21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403224" y="799776"/>
                  <a:ext cx="932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785E619-A952-0722-7542-FD8CE24B93A6}"/>
                    </a:ext>
                  </a:extLst>
                </p14:cNvPr>
                <p14:cNvContentPartPr/>
                <p14:nvPr/>
              </p14:nvContentPartPr>
              <p14:xfrm>
                <a:off x="3478104" y="719856"/>
                <a:ext cx="49680" cy="386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785E619-A952-0722-7542-FD8CE24B93A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73784" y="715536"/>
                  <a:ext cx="5832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91A4AC2-92E6-C61F-BD80-CA76C2B05005}"/>
                    </a:ext>
                  </a:extLst>
                </p14:cNvPr>
                <p14:cNvContentPartPr/>
                <p14:nvPr/>
              </p14:nvContentPartPr>
              <p14:xfrm>
                <a:off x="3474144" y="1032696"/>
                <a:ext cx="3093840" cy="85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91A4AC2-92E6-C61F-BD80-CA76C2B0500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69824" y="1028376"/>
                  <a:ext cx="31024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8B8B37D-CBA9-AF54-AD80-F036200A6D29}"/>
                    </a:ext>
                  </a:extLst>
                </p14:cNvPr>
                <p14:cNvContentPartPr/>
                <p14:nvPr/>
              </p14:nvContentPartPr>
              <p14:xfrm>
                <a:off x="6504264" y="631296"/>
                <a:ext cx="119880" cy="483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8B8B37D-CBA9-AF54-AD80-F036200A6D2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499944" y="626976"/>
                  <a:ext cx="12852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881F8B2-F7EF-D8B6-F09A-162D25E38D08}"/>
                    </a:ext>
                  </a:extLst>
                </p14:cNvPr>
                <p14:cNvContentPartPr/>
                <p14:nvPr/>
              </p14:nvContentPartPr>
              <p14:xfrm>
                <a:off x="3878064" y="745776"/>
                <a:ext cx="61200" cy="3222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881F8B2-F7EF-D8B6-F09A-162D25E38D0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73744" y="741456"/>
                  <a:ext cx="6984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76B35E3-D842-6F3B-904D-E77CD56CA913}"/>
                    </a:ext>
                  </a:extLst>
                </p14:cNvPr>
                <p14:cNvContentPartPr/>
                <p14:nvPr/>
              </p14:nvContentPartPr>
              <p14:xfrm>
                <a:off x="4311864" y="712296"/>
                <a:ext cx="56880" cy="347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76B35E3-D842-6F3B-904D-E77CD56CA91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07544" y="707976"/>
                  <a:ext cx="6552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CE70C33-A4B2-FD52-AE06-DCFC25C1C76A}"/>
                    </a:ext>
                  </a:extLst>
                </p14:cNvPr>
                <p14:cNvContentPartPr/>
                <p14:nvPr/>
              </p14:nvContentPartPr>
              <p14:xfrm>
                <a:off x="4764744" y="728856"/>
                <a:ext cx="45000" cy="298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CE70C33-A4B2-FD52-AE06-DCFC25C1C76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60424" y="724536"/>
                  <a:ext cx="536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C852BFD-86BF-0913-27DF-7CC7458E628E}"/>
                    </a:ext>
                  </a:extLst>
                </p14:cNvPr>
                <p14:cNvContentPartPr/>
                <p14:nvPr/>
              </p14:nvContentPartPr>
              <p14:xfrm>
                <a:off x="5306904" y="688176"/>
                <a:ext cx="34560" cy="3654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C852BFD-86BF-0913-27DF-7CC7458E628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302584" y="683856"/>
                  <a:ext cx="4320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9727564-0E6F-0E0B-A58C-A8E59F23F26D}"/>
                    </a:ext>
                  </a:extLst>
                </p14:cNvPr>
                <p14:cNvContentPartPr/>
                <p14:nvPr/>
              </p14:nvContentPartPr>
              <p14:xfrm>
                <a:off x="5787144" y="683856"/>
                <a:ext cx="56520" cy="3769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9727564-0E6F-0E0B-A58C-A8E59F23F26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82824" y="679536"/>
                  <a:ext cx="6516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3CAF4C0-598A-4744-E3FD-3BCAAAB0C3D7}"/>
                    </a:ext>
                  </a:extLst>
                </p14:cNvPr>
                <p14:cNvContentPartPr/>
                <p14:nvPr/>
              </p14:nvContentPartPr>
              <p14:xfrm>
                <a:off x="6191064" y="637776"/>
                <a:ext cx="28080" cy="424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3CAF4C0-598A-4744-E3FD-3BCAAAB0C3D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186744" y="633456"/>
                  <a:ext cx="3672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F16F372-35DC-71B6-2812-E72643FEEB92}"/>
                    </a:ext>
                  </a:extLst>
                </p14:cNvPr>
                <p14:cNvContentPartPr/>
                <p14:nvPr/>
              </p14:nvContentPartPr>
              <p14:xfrm>
                <a:off x="3750264" y="832536"/>
                <a:ext cx="62280" cy="141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F16F372-35DC-71B6-2812-E72643FEEB9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45944" y="828216"/>
                  <a:ext cx="709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6BF8E10-E74C-FD53-AA8B-DBDAF5404230}"/>
                    </a:ext>
                  </a:extLst>
                </p14:cNvPr>
                <p14:cNvContentPartPr/>
                <p14:nvPr/>
              </p14:nvContentPartPr>
              <p14:xfrm>
                <a:off x="4046544" y="800856"/>
                <a:ext cx="104760" cy="138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6BF8E10-E74C-FD53-AA8B-DBDAF540423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42224" y="796536"/>
                  <a:ext cx="1134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BF5D728-752B-7639-263B-977351B0BA72}"/>
                    </a:ext>
                  </a:extLst>
                </p14:cNvPr>
                <p14:cNvContentPartPr/>
                <p14:nvPr/>
              </p14:nvContentPartPr>
              <p14:xfrm>
                <a:off x="4453704" y="827856"/>
                <a:ext cx="15120" cy="105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BF5D728-752B-7639-263B-977351B0BA7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449384" y="823536"/>
                  <a:ext cx="237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4B3EC7E-B0D0-19C3-EEC8-6E2A053104E0}"/>
                    </a:ext>
                  </a:extLst>
                </p14:cNvPr>
                <p14:cNvContentPartPr/>
                <p14:nvPr/>
              </p14:nvContentPartPr>
              <p14:xfrm>
                <a:off x="4904784" y="785736"/>
                <a:ext cx="149040" cy="1328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4B3EC7E-B0D0-19C3-EEC8-6E2A053104E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900464" y="781416"/>
                  <a:ext cx="1576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1CBF945-24BB-B834-9924-CAAB1DB2D112}"/>
                    </a:ext>
                  </a:extLst>
                </p14:cNvPr>
                <p14:cNvContentPartPr/>
                <p14:nvPr/>
              </p14:nvContentPartPr>
              <p14:xfrm>
                <a:off x="4960584" y="853056"/>
                <a:ext cx="134640" cy="2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1CBF945-24BB-B834-9924-CAAB1DB2D11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56264" y="848736"/>
                  <a:ext cx="14328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0CDD1B4-7C77-6360-BFCF-85400FB1F97F}"/>
                    </a:ext>
                  </a:extLst>
                </p14:cNvPr>
                <p14:cNvContentPartPr/>
                <p14:nvPr/>
              </p14:nvContentPartPr>
              <p14:xfrm>
                <a:off x="5509224" y="778176"/>
                <a:ext cx="124560" cy="122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0CDD1B4-7C77-6360-BFCF-85400FB1F97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504904" y="773856"/>
                  <a:ext cx="1332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AA5AF27-74E1-EFEF-F051-87A55AD26880}"/>
                    </a:ext>
                  </a:extLst>
                </p14:cNvPr>
                <p14:cNvContentPartPr/>
                <p14:nvPr/>
              </p14:nvContentPartPr>
              <p14:xfrm>
                <a:off x="5930784" y="797616"/>
                <a:ext cx="12960" cy="81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AA5AF27-74E1-EFEF-F051-87A55AD2688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926464" y="793296"/>
                  <a:ext cx="216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CBDACB9-A928-6606-1167-8F468AD2E72F}"/>
                    </a:ext>
                  </a:extLst>
                </p14:cNvPr>
                <p14:cNvContentPartPr/>
                <p14:nvPr/>
              </p14:nvContentPartPr>
              <p14:xfrm>
                <a:off x="6016104" y="787896"/>
                <a:ext cx="83520" cy="78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CBDACB9-A928-6606-1167-8F468AD2E72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11784" y="783576"/>
                  <a:ext cx="92160" cy="87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3D0391E-C4D6-1C40-55BD-8B43367A4E6A}"/>
                  </a:ext>
                </a:extLst>
              </p14:cNvPr>
              <p14:cNvContentPartPr/>
              <p14:nvPr/>
            </p14:nvContentPartPr>
            <p14:xfrm>
              <a:off x="6365304" y="781056"/>
              <a:ext cx="106560" cy="1105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3D0391E-C4D6-1C40-55BD-8B43367A4E6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360984" y="776736"/>
                <a:ext cx="11520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3DD1B41-A12D-B25A-41B2-F56D9054B9C2}"/>
                  </a:ext>
                </a:extLst>
              </p14:cNvPr>
              <p14:cNvContentPartPr/>
              <p14:nvPr/>
            </p14:nvContentPartPr>
            <p14:xfrm>
              <a:off x="7967304" y="779256"/>
              <a:ext cx="209880" cy="597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3DD1B41-A12D-B25A-41B2-F56D9054B9C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962984" y="774936"/>
                <a:ext cx="218520" cy="6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EE9373F9-133D-DF90-57C1-04142407B9BF}"/>
              </a:ext>
            </a:extLst>
          </p:cNvPr>
          <p:cNvGrpSpPr/>
          <p:nvPr/>
        </p:nvGrpSpPr>
        <p:grpSpPr>
          <a:xfrm>
            <a:off x="8359704" y="745416"/>
            <a:ext cx="171000" cy="74160"/>
            <a:chOff x="8359704" y="745416"/>
            <a:chExt cx="171000" cy="7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300A54C-0EBA-42DF-1A6C-1E9E2E8AC478}"/>
                    </a:ext>
                  </a:extLst>
                </p14:cNvPr>
                <p14:cNvContentPartPr/>
                <p14:nvPr/>
              </p14:nvContentPartPr>
              <p14:xfrm>
                <a:off x="8384184" y="745416"/>
                <a:ext cx="129240" cy="6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300A54C-0EBA-42DF-1A6C-1E9E2E8AC47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379864" y="741096"/>
                  <a:ext cx="13788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8280F06-F365-A3B7-3B49-1EB58C231D6E}"/>
                    </a:ext>
                  </a:extLst>
                </p14:cNvPr>
                <p14:cNvContentPartPr/>
                <p14:nvPr/>
              </p14:nvContentPartPr>
              <p14:xfrm>
                <a:off x="8359704" y="817416"/>
                <a:ext cx="171000" cy="2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8280F06-F365-A3B7-3B49-1EB58C231D6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355384" y="813096"/>
                  <a:ext cx="179640" cy="1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0E22402-010B-130B-7116-983829C975E0}"/>
              </a:ext>
            </a:extLst>
          </p:cNvPr>
          <p:cNvGrpSpPr/>
          <p:nvPr/>
        </p:nvGrpSpPr>
        <p:grpSpPr>
          <a:xfrm>
            <a:off x="8696304" y="601776"/>
            <a:ext cx="211320" cy="213120"/>
            <a:chOff x="8696304" y="601776"/>
            <a:chExt cx="211320" cy="21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F2136B5-DC79-5F57-C9C2-337075194966}"/>
                    </a:ext>
                  </a:extLst>
                </p14:cNvPr>
                <p14:cNvContentPartPr/>
                <p14:nvPr/>
              </p14:nvContentPartPr>
              <p14:xfrm>
                <a:off x="8696304" y="601776"/>
                <a:ext cx="158760" cy="2131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F2136B5-DC79-5F57-C9C2-33707519496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691984" y="597456"/>
                  <a:ext cx="1674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3021D0E-CBDA-79C9-E820-CB9FC50A0FA1}"/>
                    </a:ext>
                  </a:extLst>
                </p14:cNvPr>
                <p14:cNvContentPartPr/>
                <p14:nvPr/>
              </p14:nvContentPartPr>
              <p14:xfrm>
                <a:off x="8708544" y="725256"/>
                <a:ext cx="199080" cy="6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3021D0E-CBDA-79C9-E820-CB9FC50A0FA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704224" y="720936"/>
                  <a:ext cx="207720" cy="1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91248895-637D-1D7D-D3EF-857E5C75A835}"/>
              </a:ext>
            </a:extLst>
          </p:cNvPr>
          <p:cNvGrpSpPr/>
          <p:nvPr/>
        </p:nvGrpSpPr>
        <p:grpSpPr>
          <a:xfrm>
            <a:off x="584064" y="27936"/>
            <a:ext cx="619560" cy="463320"/>
            <a:chOff x="584064" y="27936"/>
            <a:chExt cx="619560" cy="46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2E92457-2136-1D3C-56E5-B24F7E1CD14A}"/>
                    </a:ext>
                  </a:extLst>
                </p14:cNvPr>
                <p14:cNvContentPartPr/>
                <p14:nvPr/>
              </p14:nvContentPartPr>
              <p14:xfrm>
                <a:off x="584064" y="27936"/>
                <a:ext cx="227160" cy="2336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2E92457-2136-1D3C-56E5-B24F7E1CD14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9744" y="23616"/>
                  <a:ext cx="2358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053E60F-9059-A332-A983-65CD59B72448}"/>
                    </a:ext>
                  </a:extLst>
                </p14:cNvPr>
                <p14:cNvContentPartPr/>
                <p14:nvPr/>
              </p14:nvContentPartPr>
              <p14:xfrm>
                <a:off x="862704" y="130536"/>
                <a:ext cx="55440" cy="1159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053E60F-9059-A332-A983-65CD59B7244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58384" y="126216"/>
                  <a:ext cx="64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653AD60-B269-29BB-CBF0-9B0A691FB669}"/>
                    </a:ext>
                  </a:extLst>
                </p14:cNvPr>
                <p14:cNvContentPartPr/>
                <p14:nvPr/>
              </p14:nvContentPartPr>
              <p14:xfrm>
                <a:off x="949824" y="175896"/>
                <a:ext cx="15120" cy="360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653AD60-B269-29BB-CBF0-9B0A691FB66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45504" y="171576"/>
                  <a:ext cx="237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8C364CF-780E-70A5-4E63-E633A306A615}"/>
                    </a:ext>
                  </a:extLst>
                </p14:cNvPr>
                <p14:cNvContentPartPr/>
                <p14:nvPr/>
              </p14:nvContentPartPr>
              <p14:xfrm>
                <a:off x="1013184" y="89136"/>
                <a:ext cx="2880" cy="52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8C364CF-780E-70A5-4E63-E633A306A61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08864" y="84816"/>
                  <a:ext cx="115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BD3AB2F-E6BD-679D-219B-7CB0E164469B}"/>
                    </a:ext>
                  </a:extLst>
                </p14:cNvPr>
                <p14:cNvContentPartPr/>
                <p14:nvPr/>
              </p14:nvContentPartPr>
              <p14:xfrm>
                <a:off x="1030104" y="175176"/>
                <a:ext cx="119880" cy="34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BD3AB2F-E6BD-679D-219B-7CB0E164469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25784" y="170856"/>
                  <a:ext cx="1285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497229A-0512-49F5-9207-7455C2B004CE}"/>
                    </a:ext>
                  </a:extLst>
                </p14:cNvPr>
                <p14:cNvContentPartPr/>
                <p14:nvPr/>
              </p14:nvContentPartPr>
              <p14:xfrm>
                <a:off x="985104" y="176976"/>
                <a:ext cx="218520" cy="314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497229A-0512-49F5-9207-7455C2B004C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80784" y="172656"/>
                  <a:ext cx="227160" cy="32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377002C0-0507-02E8-C005-BDFA66F2EAF6}"/>
              </a:ext>
            </a:extLst>
          </p:cNvPr>
          <p:cNvGrpSpPr/>
          <p:nvPr/>
        </p:nvGrpSpPr>
        <p:grpSpPr>
          <a:xfrm>
            <a:off x="1369224" y="67536"/>
            <a:ext cx="410040" cy="169560"/>
            <a:chOff x="1369224" y="67536"/>
            <a:chExt cx="410040" cy="16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8E64F7F-C086-D5C5-47C5-21039E245970}"/>
                    </a:ext>
                  </a:extLst>
                </p14:cNvPr>
                <p14:cNvContentPartPr/>
                <p14:nvPr/>
              </p14:nvContentPartPr>
              <p14:xfrm>
                <a:off x="1383624" y="71856"/>
                <a:ext cx="63360" cy="165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8E64F7F-C086-D5C5-47C5-21039E24597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379304" y="67536"/>
                  <a:ext cx="72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5A08DDE-9D29-38AA-CBF2-35424689507C}"/>
                    </a:ext>
                  </a:extLst>
                </p14:cNvPr>
                <p14:cNvContentPartPr/>
                <p14:nvPr/>
              </p14:nvContentPartPr>
              <p14:xfrm>
                <a:off x="1369224" y="67536"/>
                <a:ext cx="256320" cy="158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5A08DDE-9D29-38AA-CBF2-35424689507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364904" y="63216"/>
                  <a:ext cx="2649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4128B34-95C1-0594-0EB3-D2B59AAE87CB}"/>
                    </a:ext>
                  </a:extLst>
                </p14:cNvPr>
                <p14:cNvContentPartPr/>
                <p14:nvPr/>
              </p14:nvContentPartPr>
              <p14:xfrm>
                <a:off x="1644624" y="149976"/>
                <a:ext cx="134640" cy="69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4128B34-95C1-0594-0EB3-D2B59AAE87C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640304" y="145656"/>
                  <a:ext cx="14328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95C9E965-EC5A-5DB2-E78C-205632FBB7AE}"/>
              </a:ext>
            </a:extLst>
          </p:cNvPr>
          <p:cNvGrpSpPr/>
          <p:nvPr/>
        </p:nvGrpSpPr>
        <p:grpSpPr>
          <a:xfrm>
            <a:off x="2025144" y="576"/>
            <a:ext cx="894960" cy="200880"/>
            <a:chOff x="2025144" y="576"/>
            <a:chExt cx="894960" cy="20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9650DF6-1A73-5210-10E4-54856E585559}"/>
                    </a:ext>
                  </a:extLst>
                </p14:cNvPr>
                <p14:cNvContentPartPr/>
                <p14:nvPr/>
              </p14:nvContentPartPr>
              <p14:xfrm>
                <a:off x="2025144" y="139896"/>
                <a:ext cx="207720" cy="615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9650DF6-1A73-5210-10E4-54856E58555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020824" y="135576"/>
                  <a:ext cx="2163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B1BDB21-C2D3-B06D-A73F-47C2BF4B6FBF}"/>
                    </a:ext>
                  </a:extLst>
                </p14:cNvPr>
                <p14:cNvContentPartPr/>
                <p14:nvPr/>
              </p14:nvContentPartPr>
              <p14:xfrm>
                <a:off x="2312784" y="147456"/>
                <a:ext cx="15120" cy="158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B1BDB21-C2D3-B06D-A73F-47C2BF4B6FB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08464" y="143136"/>
                  <a:ext cx="237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D1B2131-A76A-6065-4A70-4888425937E7}"/>
                    </a:ext>
                  </a:extLst>
                </p14:cNvPr>
                <p14:cNvContentPartPr/>
                <p14:nvPr/>
              </p14:nvContentPartPr>
              <p14:xfrm>
                <a:off x="2344464" y="45216"/>
                <a:ext cx="37080" cy="532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D1B2131-A76A-6065-4A70-4888425937E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340144" y="40896"/>
                  <a:ext cx="457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C43C038-84AD-AC27-ED8D-297F63BE475C}"/>
                    </a:ext>
                  </a:extLst>
                </p14:cNvPr>
                <p14:cNvContentPartPr/>
                <p14:nvPr/>
              </p14:nvContentPartPr>
              <p14:xfrm>
                <a:off x="2410344" y="19296"/>
                <a:ext cx="141840" cy="1497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C43C038-84AD-AC27-ED8D-297F63BE475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406024" y="14976"/>
                  <a:ext cx="1504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A03A9AD-C316-051E-B724-2B851BFF4515}"/>
                    </a:ext>
                  </a:extLst>
                </p14:cNvPr>
                <p14:cNvContentPartPr/>
                <p14:nvPr/>
              </p14:nvContentPartPr>
              <p14:xfrm>
                <a:off x="2553984" y="7776"/>
                <a:ext cx="151560" cy="1540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A03A9AD-C316-051E-B724-2B851BFF451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549664" y="3456"/>
                  <a:ext cx="1602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180DD07-462B-E5CF-FB9B-B9025503B0B8}"/>
                    </a:ext>
                  </a:extLst>
                </p14:cNvPr>
                <p14:cNvContentPartPr/>
                <p14:nvPr/>
              </p14:nvContentPartPr>
              <p14:xfrm>
                <a:off x="2756664" y="576"/>
                <a:ext cx="70920" cy="1634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180DD07-462B-E5CF-FB9B-B9025503B0B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752344" y="-3744"/>
                  <a:ext cx="795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B9E2067-D5B6-9F9F-4A3F-33140EF9B904}"/>
                    </a:ext>
                  </a:extLst>
                </p14:cNvPr>
                <p14:cNvContentPartPr/>
                <p14:nvPr/>
              </p14:nvContentPartPr>
              <p14:xfrm>
                <a:off x="2831544" y="107352"/>
                <a:ext cx="88560" cy="907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B9E2067-D5B6-9F9F-4A3F-33140EF9B90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827224" y="103032"/>
                  <a:ext cx="9720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3D424077-F5AE-0BE0-A09A-526AB9F74F01}"/>
              </a:ext>
            </a:extLst>
          </p:cNvPr>
          <p:cNvGrpSpPr/>
          <p:nvPr/>
        </p:nvGrpSpPr>
        <p:grpSpPr>
          <a:xfrm>
            <a:off x="3229344" y="-12888"/>
            <a:ext cx="1092960" cy="188496"/>
            <a:chOff x="3229344" y="-12888"/>
            <a:chExt cx="1092960" cy="188496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55C7A17-6241-5280-C1BB-B7E50F639D72}"/>
                    </a:ext>
                  </a:extLst>
                </p14:cNvPr>
                <p14:cNvContentPartPr/>
                <p14:nvPr/>
              </p14:nvContentPartPr>
              <p14:xfrm>
                <a:off x="3229344" y="-12888"/>
                <a:ext cx="212760" cy="1875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55C7A17-6241-5280-C1BB-B7E50F639D7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225024" y="-17208"/>
                  <a:ext cx="2214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7BB11D8-E5E6-40AA-6111-68CCE99FDA4A}"/>
                    </a:ext>
                  </a:extLst>
                </p14:cNvPr>
                <p14:cNvContentPartPr/>
                <p14:nvPr/>
              </p14:nvContentPartPr>
              <p14:xfrm>
                <a:off x="3463344" y="78768"/>
                <a:ext cx="98280" cy="8640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7BB11D8-E5E6-40AA-6111-68CCE99FDA4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459024" y="74448"/>
                  <a:ext cx="1069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5AAFF34-4FBA-B739-DB36-D098FE30369B}"/>
                    </a:ext>
                  </a:extLst>
                </p14:cNvPr>
                <p14:cNvContentPartPr/>
                <p14:nvPr/>
              </p14:nvContentPartPr>
              <p14:xfrm>
                <a:off x="3578184" y="118728"/>
                <a:ext cx="192960" cy="532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5AAFF34-4FBA-B739-DB36-D098FE30369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573864" y="114408"/>
                  <a:ext cx="2016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28FCDC8-29C5-DECA-1CF8-EB22192AE9FB}"/>
                    </a:ext>
                  </a:extLst>
                </p14:cNvPr>
                <p14:cNvContentPartPr/>
                <p14:nvPr/>
              </p14:nvContentPartPr>
              <p14:xfrm>
                <a:off x="3790224" y="88128"/>
                <a:ext cx="283320" cy="874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28FCDC8-29C5-DECA-1CF8-EB22192AE9F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785904" y="83808"/>
                  <a:ext cx="2919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01E6993-D114-9584-5368-7B7C8177B7A0}"/>
                    </a:ext>
                  </a:extLst>
                </p14:cNvPr>
                <p14:cNvContentPartPr/>
                <p14:nvPr/>
              </p14:nvContentPartPr>
              <p14:xfrm>
                <a:off x="4091904" y="26928"/>
                <a:ext cx="128160" cy="1209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01E6993-D114-9584-5368-7B7C8177B7A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087584" y="22608"/>
                  <a:ext cx="1368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0B713706-ED84-118A-0AA6-0FE6357DCBA3}"/>
                    </a:ext>
                  </a:extLst>
                </p14:cNvPr>
                <p14:cNvContentPartPr/>
                <p14:nvPr/>
              </p14:nvContentPartPr>
              <p14:xfrm>
                <a:off x="3985344" y="56808"/>
                <a:ext cx="202680" cy="2484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0B713706-ED84-118A-0AA6-0FE6357DCBA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81024" y="52488"/>
                  <a:ext cx="2113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00D8C43-4CBB-D6FB-D8D2-BE4CC910F2DD}"/>
                    </a:ext>
                  </a:extLst>
                </p14:cNvPr>
                <p14:cNvContentPartPr/>
                <p14:nvPr/>
              </p14:nvContentPartPr>
              <p14:xfrm>
                <a:off x="4302504" y="103968"/>
                <a:ext cx="19800" cy="36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00D8C43-4CBB-D6FB-D8D2-BE4CC910F2D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298184" y="99648"/>
                  <a:ext cx="28440" cy="12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73A46DCB-7152-284E-864F-0CCFA4011EAF}"/>
                  </a:ext>
                </a:extLst>
              </p14:cNvPr>
              <p14:cNvContentPartPr/>
              <p14:nvPr/>
            </p14:nvContentPartPr>
            <p14:xfrm>
              <a:off x="4053744" y="1179288"/>
              <a:ext cx="10080" cy="8424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73A46DCB-7152-284E-864F-0CCFA4011EAF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049424" y="1174968"/>
                <a:ext cx="1872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D27E6DD7-9F77-76FF-5397-8C5A9E179881}"/>
                  </a:ext>
                </a:extLst>
              </p14:cNvPr>
              <p14:cNvContentPartPr/>
              <p14:nvPr/>
            </p14:nvContentPartPr>
            <p14:xfrm>
              <a:off x="4524264" y="1170288"/>
              <a:ext cx="61560" cy="7776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D27E6DD7-9F77-76FF-5397-8C5A9E179881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519944" y="1165968"/>
                <a:ext cx="7020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1AE22B9B-9B8D-E894-0F06-1B849D72FB0D}"/>
                  </a:ext>
                </a:extLst>
              </p14:cNvPr>
              <p14:cNvContentPartPr/>
              <p14:nvPr/>
            </p14:nvContentPartPr>
            <p14:xfrm>
              <a:off x="4919184" y="1135368"/>
              <a:ext cx="88200" cy="12456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1AE22B9B-9B8D-E894-0F06-1B849D72FB0D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914864" y="1131048"/>
                <a:ext cx="96840" cy="13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412D6DF2-DA88-45E5-56A3-D17040AEEA46}"/>
              </a:ext>
            </a:extLst>
          </p:cNvPr>
          <p:cNvGrpSpPr/>
          <p:nvPr/>
        </p:nvGrpSpPr>
        <p:grpSpPr>
          <a:xfrm>
            <a:off x="5450904" y="1106928"/>
            <a:ext cx="145080" cy="159120"/>
            <a:chOff x="5450904" y="1106928"/>
            <a:chExt cx="145080" cy="15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05CCEB0-42BF-C4FA-8A22-35C4DE92E9DA}"/>
                    </a:ext>
                  </a:extLst>
                </p14:cNvPr>
                <p14:cNvContentPartPr/>
                <p14:nvPr/>
              </p14:nvContentPartPr>
              <p14:xfrm>
                <a:off x="5450904" y="1106928"/>
                <a:ext cx="145080" cy="1015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05CCEB0-42BF-C4FA-8A22-35C4DE92E9D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446584" y="1102608"/>
                  <a:ext cx="1537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308AAB2-E06D-AFDB-A923-1D9AFABD560E}"/>
                    </a:ext>
                  </a:extLst>
                </p14:cNvPr>
                <p14:cNvContentPartPr/>
                <p14:nvPr/>
              </p14:nvContentPartPr>
              <p14:xfrm>
                <a:off x="5529024" y="1149408"/>
                <a:ext cx="22320" cy="11664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308AAB2-E06D-AFDB-A923-1D9AFABD560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524704" y="1145088"/>
                  <a:ext cx="30960" cy="12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EFCB7DC7-273C-E45D-6C52-52241791E9DF}"/>
              </a:ext>
            </a:extLst>
          </p:cNvPr>
          <p:cNvGrpSpPr/>
          <p:nvPr/>
        </p:nvGrpSpPr>
        <p:grpSpPr>
          <a:xfrm>
            <a:off x="5948424" y="1091448"/>
            <a:ext cx="105120" cy="127440"/>
            <a:chOff x="5948424" y="1091448"/>
            <a:chExt cx="105120" cy="12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A3BFEEEC-28D3-F330-AF2D-BDF83CB0D522}"/>
                    </a:ext>
                  </a:extLst>
                </p14:cNvPr>
                <p14:cNvContentPartPr/>
                <p14:nvPr/>
              </p14:nvContentPartPr>
              <p14:xfrm>
                <a:off x="5948424" y="1137528"/>
                <a:ext cx="56520" cy="813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A3BFEEEC-28D3-F330-AF2D-BDF83CB0D52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943744" y="1133208"/>
                  <a:ext cx="651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183E527-A09E-E8FF-DE2F-495C7BB607B0}"/>
                    </a:ext>
                  </a:extLst>
                </p14:cNvPr>
                <p14:cNvContentPartPr/>
                <p14:nvPr/>
              </p14:nvContentPartPr>
              <p14:xfrm>
                <a:off x="6006744" y="1091448"/>
                <a:ext cx="46800" cy="61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183E527-A09E-E8FF-DE2F-495C7BB607B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002424" y="1087128"/>
                  <a:ext cx="55440" cy="1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8B9B0E07-6F3E-2DBB-54FB-ED01B0A8D2C3}"/>
                  </a:ext>
                </a:extLst>
              </p14:cNvPr>
              <p14:cNvContentPartPr/>
              <p14:nvPr/>
            </p14:nvContentPartPr>
            <p14:xfrm>
              <a:off x="6284664" y="1133928"/>
              <a:ext cx="127080" cy="17424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8B9B0E07-6F3E-2DBB-54FB-ED01B0A8D2C3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280344" y="1129608"/>
                <a:ext cx="135720" cy="18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3" name="Group 202">
            <a:extLst>
              <a:ext uri="{FF2B5EF4-FFF2-40B4-BE49-F238E27FC236}">
                <a16:creationId xmlns:a16="http://schemas.microsoft.com/office/drawing/2014/main" id="{9060F395-8F6D-A4AD-D8DF-5853901BC844}"/>
              </a:ext>
            </a:extLst>
          </p:cNvPr>
          <p:cNvGrpSpPr/>
          <p:nvPr/>
        </p:nvGrpSpPr>
        <p:grpSpPr>
          <a:xfrm>
            <a:off x="6156144" y="1529568"/>
            <a:ext cx="327240" cy="132120"/>
            <a:chOff x="6156144" y="1529568"/>
            <a:chExt cx="327240" cy="13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F47C6F69-7FC5-C316-4802-455DD6F8D738}"/>
                    </a:ext>
                  </a:extLst>
                </p14:cNvPr>
                <p14:cNvContentPartPr/>
                <p14:nvPr/>
              </p14:nvContentPartPr>
              <p14:xfrm>
                <a:off x="6156144" y="1588968"/>
                <a:ext cx="67680" cy="727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F47C6F69-7FC5-C316-4802-455DD6F8D73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151824" y="1584648"/>
                  <a:ext cx="763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49E4226-331E-F768-14A0-00C57652280A}"/>
                    </a:ext>
                  </a:extLst>
                </p14:cNvPr>
                <p14:cNvContentPartPr/>
                <p14:nvPr/>
              </p14:nvContentPartPr>
              <p14:xfrm>
                <a:off x="6294384" y="1588968"/>
                <a:ext cx="78480" cy="61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749E4226-331E-F768-14A0-00C57652280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290064" y="1584648"/>
                  <a:ext cx="8712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DE9FEF1-CBEA-885E-C628-1E4F0831976E}"/>
                    </a:ext>
                  </a:extLst>
                </p14:cNvPr>
                <p14:cNvContentPartPr/>
                <p14:nvPr/>
              </p14:nvContentPartPr>
              <p14:xfrm>
                <a:off x="6474744" y="1529568"/>
                <a:ext cx="8640" cy="1116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DE9FEF1-CBEA-885E-C628-1E4F0831976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470424" y="1525248"/>
                  <a:ext cx="17280" cy="12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4CF706DC-6D88-48D6-0F1B-5F430D5BD831}"/>
              </a:ext>
            </a:extLst>
          </p:cNvPr>
          <p:cNvGrpSpPr/>
          <p:nvPr/>
        </p:nvGrpSpPr>
        <p:grpSpPr>
          <a:xfrm>
            <a:off x="2354184" y="2421288"/>
            <a:ext cx="373320" cy="272520"/>
            <a:chOff x="2354184" y="2421288"/>
            <a:chExt cx="373320" cy="27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58F2EAE9-A9CD-77FF-7CA8-13C62950C4F6}"/>
                    </a:ext>
                  </a:extLst>
                </p14:cNvPr>
                <p14:cNvContentPartPr/>
                <p14:nvPr/>
              </p14:nvContentPartPr>
              <p14:xfrm>
                <a:off x="2354184" y="2602368"/>
                <a:ext cx="22320" cy="914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58F2EAE9-A9CD-77FF-7CA8-13C62950C4F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349864" y="2598048"/>
                  <a:ext cx="309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C7C710A-799E-69B4-872A-9165A101FADA}"/>
                    </a:ext>
                  </a:extLst>
                </p14:cNvPr>
                <p14:cNvContentPartPr/>
                <p14:nvPr/>
              </p14:nvContentPartPr>
              <p14:xfrm>
                <a:off x="2390904" y="2421288"/>
                <a:ext cx="15120" cy="5148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C7C710A-799E-69B4-872A-9165A101FAD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386584" y="2416968"/>
                  <a:ext cx="237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8180B6A-755B-C995-8E90-59B496631D81}"/>
                    </a:ext>
                  </a:extLst>
                </p14:cNvPr>
                <p14:cNvContentPartPr/>
                <p14:nvPr/>
              </p14:nvContentPartPr>
              <p14:xfrm>
                <a:off x="2410344" y="2609928"/>
                <a:ext cx="105120" cy="5004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8180B6A-755B-C995-8E90-59B496631D8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406024" y="2605608"/>
                  <a:ext cx="1137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23E7CBE-4EFE-E5B5-DF3E-29EF11EB7A8F}"/>
                    </a:ext>
                  </a:extLst>
                </p14:cNvPr>
                <p14:cNvContentPartPr/>
                <p14:nvPr/>
              </p14:nvContentPartPr>
              <p14:xfrm>
                <a:off x="2575944" y="2463408"/>
                <a:ext cx="68760" cy="1659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23E7CBE-4EFE-E5B5-DF3E-29EF11EB7A8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571624" y="2459088"/>
                  <a:ext cx="774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B92DD67-FFB6-4301-160A-094A3CF3399B}"/>
                    </a:ext>
                  </a:extLst>
                </p14:cNvPr>
                <p14:cNvContentPartPr/>
                <p14:nvPr/>
              </p14:nvContentPartPr>
              <p14:xfrm>
                <a:off x="2568744" y="2510568"/>
                <a:ext cx="158760" cy="3060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B92DD67-FFB6-4301-160A-094A3CF3399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564424" y="2506248"/>
                  <a:ext cx="16740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BDA82B62-A5E0-C1FF-E963-9944DD94F1B2}"/>
              </a:ext>
            </a:extLst>
          </p:cNvPr>
          <p:cNvGrpSpPr/>
          <p:nvPr/>
        </p:nvGrpSpPr>
        <p:grpSpPr>
          <a:xfrm>
            <a:off x="2931984" y="2325888"/>
            <a:ext cx="1320840" cy="302040"/>
            <a:chOff x="2931984" y="2325888"/>
            <a:chExt cx="1320840" cy="30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1CF6103-1B36-0461-0101-95A30B803141}"/>
                    </a:ext>
                  </a:extLst>
                </p14:cNvPr>
                <p14:cNvContentPartPr/>
                <p14:nvPr/>
              </p14:nvContentPartPr>
              <p14:xfrm>
                <a:off x="2931984" y="2542968"/>
                <a:ext cx="209880" cy="849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1CF6103-1B36-0461-0101-95A30B80314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927664" y="2538648"/>
                  <a:ext cx="2185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0986E294-6A48-832B-2A2A-43AED5A7E559}"/>
                    </a:ext>
                  </a:extLst>
                </p14:cNvPr>
                <p14:cNvContentPartPr/>
                <p14:nvPr/>
              </p14:nvContentPartPr>
              <p14:xfrm>
                <a:off x="3249144" y="2512368"/>
                <a:ext cx="29520" cy="3204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0986E294-6A48-832B-2A2A-43AED5A7E55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244824" y="2508048"/>
                  <a:ext cx="381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E6A92B3D-10E6-869C-C75A-5509CFAFCCA7}"/>
                    </a:ext>
                  </a:extLst>
                </p14:cNvPr>
                <p14:cNvContentPartPr/>
                <p14:nvPr/>
              </p14:nvContentPartPr>
              <p14:xfrm>
                <a:off x="3283344" y="2405808"/>
                <a:ext cx="15120" cy="3780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E6A92B3D-10E6-869C-C75A-5509CFAFCCA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279024" y="2401488"/>
                  <a:ext cx="237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9C5C4D9E-2E38-114D-0F5C-0CAC5D6524CF}"/>
                    </a:ext>
                  </a:extLst>
                </p14:cNvPr>
                <p14:cNvContentPartPr/>
                <p14:nvPr/>
              </p14:nvContentPartPr>
              <p14:xfrm>
                <a:off x="3302424" y="2352528"/>
                <a:ext cx="234720" cy="2228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9C5C4D9E-2E38-114D-0F5C-0CAC5D6524C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298104" y="2348208"/>
                  <a:ext cx="2433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2BA4982-5169-0D57-EA07-0435F646981A}"/>
                    </a:ext>
                  </a:extLst>
                </p14:cNvPr>
                <p14:cNvContentPartPr/>
                <p14:nvPr/>
              </p14:nvContentPartPr>
              <p14:xfrm>
                <a:off x="3524544" y="2325888"/>
                <a:ext cx="208440" cy="23796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2BA4982-5169-0D57-EA07-0435F646981A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520224" y="2321568"/>
                  <a:ext cx="2170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55793B4-BB82-1B8D-8696-DCC727DC1D3C}"/>
                    </a:ext>
                  </a:extLst>
                </p14:cNvPr>
                <p14:cNvContentPartPr/>
                <p14:nvPr/>
              </p14:nvContentPartPr>
              <p14:xfrm>
                <a:off x="3758544" y="2338488"/>
                <a:ext cx="95400" cy="22212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55793B4-BB82-1B8D-8696-DCC727DC1D3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754224" y="2334168"/>
                  <a:ext cx="1040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258F1160-89F0-2B05-842A-8E5936BFEB77}"/>
                    </a:ext>
                  </a:extLst>
                </p14:cNvPr>
                <p14:cNvContentPartPr/>
                <p14:nvPr/>
              </p14:nvContentPartPr>
              <p14:xfrm>
                <a:off x="3811824" y="2469528"/>
                <a:ext cx="166680" cy="892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258F1160-89F0-2B05-842A-8E5936BFEB7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807504" y="2465208"/>
                  <a:ext cx="1753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110B4D68-9274-393F-F162-D6163E69E461}"/>
                    </a:ext>
                  </a:extLst>
                </p14:cNvPr>
                <p14:cNvContentPartPr/>
                <p14:nvPr/>
              </p14:nvContentPartPr>
              <p14:xfrm>
                <a:off x="4102344" y="2460168"/>
                <a:ext cx="150480" cy="1116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110B4D68-9274-393F-F162-D6163E69E46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098024" y="2455848"/>
                  <a:ext cx="1591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D744855-4CA7-3888-467C-3881BF53FF63}"/>
                    </a:ext>
                  </a:extLst>
                </p14:cNvPr>
                <p14:cNvContentPartPr/>
                <p14:nvPr/>
              </p14:nvContentPartPr>
              <p14:xfrm>
                <a:off x="4134024" y="2509848"/>
                <a:ext cx="102600" cy="36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D744855-4CA7-3888-467C-3881BF53FF6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129704" y="2505528"/>
                  <a:ext cx="111240" cy="1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1A27CF8A-087F-05CE-9087-D50D41745A0D}"/>
              </a:ext>
            </a:extLst>
          </p:cNvPr>
          <p:cNvGrpSpPr/>
          <p:nvPr/>
        </p:nvGrpSpPr>
        <p:grpSpPr>
          <a:xfrm>
            <a:off x="3495384" y="249408"/>
            <a:ext cx="344160" cy="356400"/>
            <a:chOff x="3495384" y="249408"/>
            <a:chExt cx="344160" cy="35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948F03A-B1C8-195B-A477-61EE6FA1FBC8}"/>
                    </a:ext>
                  </a:extLst>
                </p14:cNvPr>
                <p14:cNvContentPartPr/>
                <p14:nvPr/>
              </p14:nvContentPartPr>
              <p14:xfrm>
                <a:off x="3664224" y="398808"/>
                <a:ext cx="27360" cy="1832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948F03A-B1C8-195B-A477-61EE6FA1FBC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659904" y="394488"/>
                  <a:ext cx="360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BFED6B0-E86D-9D78-2259-5D6819022A8C}"/>
                    </a:ext>
                  </a:extLst>
                </p14:cNvPr>
                <p14:cNvContentPartPr/>
                <p14:nvPr/>
              </p14:nvContentPartPr>
              <p14:xfrm>
                <a:off x="3592944" y="537408"/>
                <a:ext cx="63720" cy="662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BFED6B0-E86D-9D78-2259-5D6819022A8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588624" y="533088"/>
                  <a:ext cx="72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8812FF1-F195-82AA-F87B-4234EE44690C}"/>
                    </a:ext>
                  </a:extLst>
                </p14:cNvPr>
                <p14:cNvContentPartPr/>
                <p14:nvPr/>
              </p14:nvContentPartPr>
              <p14:xfrm>
                <a:off x="3660984" y="548568"/>
                <a:ext cx="68760" cy="572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8812FF1-F195-82AA-F87B-4234EE44690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656664" y="544248"/>
                  <a:ext cx="774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3E9F6DC-5283-12C7-5152-9189674BBE6C}"/>
                    </a:ext>
                  </a:extLst>
                </p14:cNvPr>
                <p14:cNvContentPartPr/>
                <p14:nvPr/>
              </p14:nvContentPartPr>
              <p14:xfrm>
                <a:off x="3495384" y="279288"/>
                <a:ext cx="24840" cy="1126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3E9F6DC-5283-12C7-5152-9189674BBE6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491064" y="274968"/>
                  <a:ext cx="334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4CABD1A0-19DD-22F7-AA77-C6D5C29E4A25}"/>
                    </a:ext>
                  </a:extLst>
                </p14:cNvPr>
                <p14:cNvContentPartPr/>
                <p14:nvPr/>
              </p14:nvContentPartPr>
              <p14:xfrm>
                <a:off x="3546144" y="335808"/>
                <a:ext cx="71640" cy="410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4CABD1A0-19DD-22F7-AA77-C6D5C29E4A2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541824" y="331488"/>
                  <a:ext cx="802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45FF426A-2578-C583-927A-0DF014405C5E}"/>
                    </a:ext>
                  </a:extLst>
                </p14:cNvPr>
                <p14:cNvContentPartPr/>
                <p14:nvPr/>
              </p14:nvContentPartPr>
              <p14:xfrm>
                <a:off x="3649104" y="249408"/>
                <a:ext cx="85680" cy="1389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45FF426A-2578-C583-927A-0DF014405C5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644784" y="245088"/>
                  <a:ext cx="943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B0E4B9D4-4A16-7B60-E5AF-375214EF6E80}"/>
                    </a:ext>
                  </a:extLst>
                </p14:cNvPr>
                <p14:cNvContentPartPr/>
                <p14:nvPr/>
              </p14:nvContentPartPr>
              <p14:xfrm>
                <a:off x="3649104" y="308808"/>
                <a:ext cx="85680" cy="54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B0E4B9D4-4A16-7B60-E5AF-375214EF6E8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644784" y="304488"/>
                  <a:ext cx="9432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52592DEF-5E22-5A7C-9F15-E2C0768F8E67}"/>
                    </a:ext>
                  </a:extLst>
                </p14:cNvPr>
                <p14:cNvContentPartPr/>
                <p14:nvPr/>
              </p14:nvContentPartPr>
              <p14:xfrm>
                <a:off x="3788424" y="256968"/>
                <a:ext cx="24120" cy="928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52592DEF-5E22-5A7C-9F15-E2C0768F8E6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784104" y="252648"/>
                  <a:ext cx="327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3DC2473-D7AB-AE9B-2E57-F90D9CB7D7EC}"/>
                    </a:ext>
                  </a:extLst>
                </p14:cNvPr>
                <p14:cNvContentPartPr/>
                <p14:nvPr/>
              </p14:nvContentPartPr>
              <p14:xfrm>
                <a:off x="3756384" y="299088"/>
                <a:ext cx="83160" cy="108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3DC2473-D7AB-AE9B-2E57-F90D9CB7D7E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752064" y="294768"/>
                  <a:ext cx="91800" cy="1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61713E7B-DAFF-600D-168F-EC4639521D59}"/>
              </a:ext>
            </a:extLst>
          </p:cNvPr>
          <p:cNvGrpSpPr/>
          <p:nvPr/>
        </p:nvGrpSpPr>
        <p:grpSpPr>
          <a:xfrm>
            <a:off x="6377544" y="101808"/>
            <a:ext cx="529200" cy="461160"/>
            <a:chOff x="6377544" y="101808"/>
            <a:chExt cx="529200" cy="46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5FDC8544-430E-3011-8928-E1854E4D5B21}"/>
                    </a:ext>
                  </a:extLst>
                </p14:cNvPr>
                <p14:cNvContentPartPr/>
                <p14:nvPr/>
              </p14:nvContentPartPr>
              <p14:xfrm>
                <a:off x="6460344" y="346968"/>
                <a:ext cx="10080" cy="1980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5FDC8544-430E-3011-8928-E1854E4D5B2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456024" y="342648"/>
                  <a:ext cx="187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9F5EB1B3-1F0F-7032-D9D3-3A966DD70080}"/>
                    </a:ext>
                  </a:extLst>
                </p14:cNvPr>
                <p14:cNvContentPartPr/>
                <p14:nvPr/>
              </p14:nvContentPartPr>
              <p14:xfrm>
                <a:off x="6394464" y="511488"/>
                <a:ext cx="83160" cy="406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9F5EB1B3-1F0F-7032-D9D3-3A966DD7008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390144" y="507168"/>
                  <a:ext cx="918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A130D42C-6BDD-87A5-38F3-BEEB715A1D8B}"/>
                    </a:ext>
                  </a:extLst>
                </p14:cNvPr>
                <p14:cNvContentPartPr/>
                <p14:nvPr/>
              </p14:nvContentPartPr>
              <p14:xfrm>
                <a:off x="6467904" y="512208"/>
                <a:ext cx="56160" cy="507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A130D42C-6BDD-87A5-38F3-BEEB715A1D8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463584" y="507888"/>
                  <a:ext cx="648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FF181C8-D2E0-E003-4196-206561AE700C}"/>
                    </a:ext>
                  </a:extLst>
                </p14:cNvPr>
                <p14:cNvContentPartPr/>
                <p14:nvPr/>
              </p14:nvContentPartPr>
              <p14:xfrm>
                <a:off x="6377544" y="193968"/>
                <a:ext cx="59040" cy="820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FF181C8-D2E0-E003-4196-206561AE700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373224" y="189648"/>
                  <a:ext cx="676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0B8BC8BA-28C0-363C-D363-4183B2F3008A}"/>
                    </a:ext>
                  </a:extLst>
                </p14:cNvPr>
                <p14:cNvContentPartPr/>
                <p14:nvPr/>
              </p14:nvContentPartPr>
              <p14:xfrm>
                <a:off x="6467544" y="209808"/>
                <a:ext cx="12600" cy="590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0B8BC8BA-28C0-363C-D363-4183B2F3008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463224" y="205488"/>
                  <a:ext cx="212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2C0C6CFF-664A-75DC-EEC7-248B58D53D4D}"/>
                    </a:ext>
                  </a:extLst>
                </p14:cNvPr>
                <p14:cNvContentPartPr/>
                <p14:nvPr/>
              </p14:nvContentPartPr>
              <p14:xfrm>
                <a:off x="6492024" y="133488"/>
                <a:ext cx="360" cy="392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2C0C6CFF-664A-75DC-EEC7-248B58D53D4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487704" y="129168"/>
                  <a:ext cx="90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8349B5B4-CA31-F2CA-8BDE-FBC68877C5FD}"/>
                    </a:ext>
                  </a:extLst>
                </p14:cNvPr>
                <p14:cNvContentPartPr/>
                <p14:nvPr/>
              </p14:nvContentPartPr>
              <p14:xfrm>
                <a:off x="6511464" y="116568"/>
                <a:ext cx="166320" cy="1947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8349B5B4-CA31-F2CA-8BDE-FBC68877C5F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507144" y="112248"/>
                  <a:ext cx="1749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B947E628-11BE-17B3-B05A-36CBBBB3DEAD}"/>
                    </a:ext>
                  </a:extLst>
                </p14:cNvPr>
                <p14:cNvContentPartPr/>
                <p14:nvPr/>
              </p14:nvContentPartPr>
              <p14:xfrm>
                <a:off x="6777144" y="101808"/>
                <a:ext cx="59040" cy="16236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B947E628-11BE-17B3-B05A-36CBBBB3DEA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772824" y="97488"/>
                  <a:ext cx="676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08DF62A-6287-48D6-7FDE-0932E7F16824}"/>
                    </a:ext>
                  </a:extLst>
                </p14:cNvPr>
                <p14:cNvContentPartPr/>
                <p14:nvPr/>
              </p14:nvContentPartPr>
              <p14:xfrm>
                <a:off x="6723504" y="178848"/>
                <a:ext cx="183240" cy="36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08DF62A-6287-48D6-7FDE-0932E7F1682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719184" y="174528"/>
                  <a:ext cx="19188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19B541CB-E97E-970E-3926-CA932ADE1424}"/>
              </a:ext>
            </a:extLst>
          </p:cNvPr>
          <p:cNvGrpSpPr/>
          <p:nvPr/>
        </p:nvGrpSpPr>
        <p:grpSpPr>
          <a:xfrm>
            <a:off x="9053784" y="2153448"/>
            <a:ext cx="147600" cy="171720"/>
            <a:chOff x="9053784" y="2153448"/>
            <a:chExt cx="147600" cy="17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807FC2A8-A287-2AA1-24A0-8982E1F912B4}"/>
                    </a:ext>
                  </a:extLst>
                </p14:cNvPr>
                <p14:cNvContentPartPr/>
                <p14:nvPr/>
              </p14:nvContentPartPr>
              <p14:xfrm>
                <a:off x="9105984" y="2200968"/>
                <a:ext cx="7560" cy="93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807FC2A8-A287-2AA1-24A0-8982E1F912B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101664" y="2196648"/>
                  <a:ext cx="16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A6284E9D-53FE-0421-9888-BFC4E05F2ED4}"/>
                    </a:ext>
                  </a:extLst>
                </p14:cNvPr>
                <p14:cNvContentPartPr/>
                <p14:nvPr/>
              </p14:nvContentPartPr>
              <p14:xfrm>
                <a:off x="9053784" y="2153448"/>
                <a:ext cx="147600" cy="1717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A6284E9D-53FE-0421-9888-BFC4E05F2ED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049464" y="2149128"/>
                  <a:ext cx="15624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35511B88-D52E-0B86-96FC-AC87569E4662}"/>
              </a:ext>
            </a:extLst>
          </p:cNvPr>
          <p:cNvGrpSpPr/>
          <p:nvPr/>
        </p:nvGrpSpPr>
        <p:grpSpPr>
          <a:xfrm>
            <a:off x="9381384" y="2137608"/>
            <a:ext cx="155880" cy="136080"/>
            <a:chOff x="9381384" y="2137608"/>
            <a:chExt cx="155880" cy="13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CBF6476C-EF5C-2241-F8FB-A559994FE456}"/>
                    </a:ext>
                  </a:extLst>
                </p14:cNvPr>
                <p14:cNvContentPartPr/>
                <p14:nvPr/>
              </p14:nvContentPartPr>
              <p14:xfrm>
                <a:off x="9447984" y="2137608"/>
                <a:ext cx="16560" cy="13608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CBF6476C-EF5C-2241-F8FB-A559994FE45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443664" y="2133288"/>
                  <a:ext cx="252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D0A5332-7D11-B6DE-E379-F459C6F488C1}"/>
                    </a:ext>
                  </a:extLst>
                </p14:cNvPr>
                <p14:cNvContentPartPr/>
                <p14:nvPr/>
              </p14:nvContentPartPr>
              <p14:xfrm>
                <a:off x="9381384" y="2206008"/>
                <a:ext cx="155880" cy="68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D0A5332-7D11-B6DE-E379-F459C6F488C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377064" y="2201688"/>
                  <a:ext cx="164520" cy="1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1839F321-0EA0-18EA-5E67-072867B053B1}"/>
                  </a:ext>
                </a:extLst>
              </p14:cNvPr>
              <p14:cNvContentPartPr/>
              <p14:nvPr/>
            </p14:nvContentPartPr>
            <p14:xfrm>
              <a:off x="8832024" y="2081808"/>
              <a:ext cx="137520" cy="35316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1839F321-0EA0-18EA-5E67-072867B053B1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8827704" y="2077488"/>
                <a:ext cx="146160" cy="36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274" name="Group 273">
            <a:extLst>
              <a:ext uri="{FF2B5EF4-FFF2-40B4-BE49-F238E27FC236}">
                <a16:creationId xmlns:a16="http://schemas.microsoft.com/office/drawing/2014/main" id="{5D62D097-B6FB-60A5-3FA1-FF91DD0B74BA}"/>
              </a:ext>
            </a:extLst>
          </p:cNvPr>
          <p:cNvGrpSpPr/>
          <p:nvPr/>
        </p:nvGrpSpPr>
        <p:grpSpPr>
          <a:xfrm>
            <a:off x="9690984" y="1973448"/>
            <a:ext cx="719640" cy="418320"/>
            <a:chOff x="9690984" y="1973448"/>
            <a:chExt cx="719640" cy="41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7EFFABB-258B-6CFD-B60D-0F38C9818F40}"/>
                    </a:ext>
                  </a:extLst>
                </p14:cNvPr>
                <p14:cNvContentPartPr/>
                <p14:nvPr/>
              </p14:nvContentPartPr>
              <p14:xfrm>
                <a:off x="9690984" y="2093328"/>
                <a:ext cx="133200" cy="19008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7EFFABB-258B-6CFD-B60D-0F38C9818F4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686664" y="2089008"/>
                  <a:ext cx="1418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4263633-4F9E-D834-C3A9-BF7DA5779CC7}"/>
                    </a:ext>
                  </a:extLst>
                </p14:cNvPr>
                <p14:cNvContentPartPr/>
                <p14:nvPr/>
              </p14:nvContentPartPr>
              <p14:xfrm>
                <a:off x="9834984" y="2048328"/>
                <a:ext cx="154080" cy="3434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4263633-4F9E-D834-C3A9-BF7DA5779CC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830664" y="2044008"/>
                  <a:ext cx="1627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4B3C729F-1022-C888-F574-106F3EE76349}"/>
                    </a:ext>
                  </a:extLst>
                </p14:cNvPr>
                <p14:cNvContentPartPr/>
                <p14:nvPr/>
              </p14:nvContentPartPr>
              <p14:xfrm>
                <a:off x="10048104" y="1973448"/>
                <a:ext cx="199080" cy="3708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4B3C729F-1022-C888-F574-106F3EE7634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043784" y="1969128"/>
                  <a:ext cx="20772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BAD4C8F-3EA4-2855-725B-AED792288F4B}"/>
                    </a:ext>
                  </a:extLst>
                </p14:cNvPr>
                <p14:cNvContentPartPr/>
                <p14:nvPr/>
              </p14:nvContentPartPr>
              <p14:xfrm>
                <a:off x="10234584" y="2107368"/>
                <a:ext cx="176040" cy="17172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BAD4C8F-3EA4-2855-725B-AED792288F4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230264" y="2103048"/>
                  <a:ext cx="184680" cy="18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AE6F672A-43A5-F14E-FD6D-BE52C89F5BC1}"/>
              </a:ext>
            </a:extLst>
          </p:cNvPr>
          <p:cNvGrpSpPr/>
          <p:nvPr/>
        </p:nvGrpSpPr>
        <p:grpSpPr>
          <a:xfrm>
            <a:off x="8817984" y="2896128"/>
            <a:ext cx="195480" cy="59400"/>
            <a:chOff x="8817984" y="2896128"/>
            <a:chExt cx="195480" cy="5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063E4F51-96D5-61E7-E077-924384CD1FA0}"/>
                    </a:ext>
                  </a:extLst>
                </p14:cNvPr>
                <p14:cNvContentPartPr/>
                <p14:nvPr/>
              </p14:nvContentPartPr>
              <p14:xfrm>
                <a:off x="8817984" y="2896128"/>
                <a:ext cx="122400" cy="2196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063E4F51-96D5-61E7-E077-924384CD1FA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813664" y="2891808"/>
                  <a:ext cx="1310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CE44C0F-BFE8-4C32-732C-45F54A9004E3}"/>
                    </a:ext>
                  </a:extLst>
                </p14:cNvPr>
                <p14:cNvContentPartPr/>
                <p14:nvPr/>
              </p14:nvContentPartPr>
              <p14:xfrm>
                <a:off x="8874144" y="2935728"/>
                <a:ext cx="139320" cy="1980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CE44C0F-BFE8-4C32-732C-45F54A9004E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869824" y="2931408"/>
                  <a:ext cx="14796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03FDEDC6-76BE-FC3D-8B06-5CCA9BF776EC}"/>
              </a:ext>
            </a:extLst>
          </p:cNvPr>
          <p:cNvGrpSpPr/>
          <p:nvPr/>
        </p:nvGrpSpPr>
        <p:grpSpPr>
          <a:xfrm>
            <a:off x="9317664" y="2701728"/>
            <a:ext cx="563400" cy="274320"/>
            <a:chOff x="9317664" y="2701728"/>
            <a:chExt cx="563400" cy="27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7DC0D7A8-A0EF-8F5D-E777-704237A822AE}"/>
                    </a:ext>
                  </a:extLst>
                </p14:cNvPr>
                <p14:cNvContentPartPr/>
                <p14:nvPr/>
              </p14:nvContentPartPr>
              <p14:xfrm>
                <a:off x="9317664" y="2760048"/>
                <a:ext cx="156600" cy="2160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7DC0D7A8-A0EF-8F5D-E777-704237A822A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313344" y="2755728"/>
                  <a:ext cx="1652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ED77B4CD-EEDA-2E68-A564-F3FE74A190C2}"/>
                    </a:ext>
                  </a:extLst>
                </p14:cNvPr>
                <p14:cNvContentPartPr/>
                <p14:nvPr/>
              </p14:nvContentPartPr>
              <p14:xfrm>
                <a:off x="9530064" y="2701728"/>
                <a:ext cx="192960" cy="26208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ED77B4CD-EEDA-2E68-A564-F3FE74A190C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525744" y="2697408"/>
                  <a:ext cx="20160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16DE6B8D-7C12-0D5B-3B2A-9B48E06F0706}"/>
                    </a:ext>
                  </a:extLst>
                </p14:cNvPr>
                <p14:cNvContentPartPr/>
                <p14:nvPr/>
              </p14:nvContentPartPr>
              <p14:xfrm>
                <a:off x="9702144" y="2792448"/>
                <a:ext cx="178920" cy="1620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16DE6B8D-7C12-0D5B-3B2A-9B48E06F070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697824" y="2788128"/>
                  <a:ext cx="18756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A5B0E12D-DA50-C81C-E146-CCA46AE565C6}"/>
              </a:ext>
            </a:extLst>
          </p:cNvPr>
          <p:cNvGrpSpPr/>
          <p:nvPr/>
        </p:nvGrpSpPr>
        <p:grpSpPr>
          <a:xfrm>
            <a:off x="8835264" y="3450168"/>
            <a:ext cx="153720" cy="70920"/>
            <a:chOff x="8835264" y="3450168"/>
            <a:chExt cx="153720" cy="70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54294F55-50B0-765C-56F6-84F2885EC159}"/>
                    </a:ext>
                  </a:extLst>
                </p14:cNvPr>
                <p14:cNvContentPartPr/>
                <p14:nvPr/>
              </p14:nvContentPartPr>
              <p14:xfrm>
                <a:off x="8835264" y="3450168"/>
                <a:ext cx="147600" cy="1368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54294F55-50B0-765C-56F6-84F2885EC15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830944" y="3445848"/>
                  <a:ext cx="1562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9FF33C6A-D4BB-B355-7F00-3D3A14857E91}"/>
                    </a:ext>
                  </a:extLst>
                </p14:cNvPr>
                <p14:cNvContentPartPr/>
                <p14:nvPr/>
              </p14:nvContentPartPr>
              <p14:xfrm>
                <a:off x="8859384" y="3511008"/>
                <a:ext cx="129600" cy="1008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9FF33C6A-D4BB-B355-7F00-3D3A14857E9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855064" y="3506688"/>
                  <a:ext cx="138240" cy="1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285" name="Ink 284">
                <a:extLst>
                  <a:ext uri="{FF2B5EF4-FFF2-40B4-BE49-F238E27FC236}">
                    <a16:creationId xmlns:a16="http://schemas.microsoft.com/office/drawing/2014/main" id="{C4FFF820-D9A8-E87F-8D91-0E982193917F}"/>
                  </a:ext>
                </a:extLst>
              </p14:cNvPr>
              <p14:cNvContentPartPr/>
              <p14:nvPr/>
            </p14:nvContentPartPr>
            <p14:xfrm>
              <a:off x="9381384" y="3305448"/>
              <a:ext cx="163800" cy="174240"/>
            </p14:xfrm>
          </p:contentPart>
        </mc:Choice>
        <mc:Fallback>
          <p:pic>
            <p:nvPicPr>
              <p:cNvPr id="285" name="Ink 284">
                <a:extLst>
                  <a:ext uri="{FF2B5EF4-FFF2-40B4-BE49-F238E27FC236}">
                    <a16:creationId xmlns:a16="http://schemas.microsoft.com/office/drawing/2014/main" id="{C4FFF820-D9A8-E87F-8D91-0E982193917F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9377064" y="3301128"/>
                <a:ext cx="172440" cy="18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97" name="Group 296">
            <a:extLst>
              <a:ext uri="{FF2B5EF4-FFF2-40B4-BE49-F238E27FC236}">
                <a16:creationId xmlns:a16="http://schemas.microsoft.com/office/drawing/2014/main" id="{3FEEF64A-8C07-9CBC-E2AE-4FBCF5B13543}"/>
              </a:ext>
            </a:extLst>
          </p:cNvPr>
          <p:cNvGrpSpPr/>
          <p:nvPr/>
        </p:nvGrpSpPr>
        <p:grpSpPr>
          <a:xfrm>
            <a:off x="4699944" y="1435248"/>
            <a:ext cx="568080" cy="619920"/>
            <a:chOff x="4699944" y="1435248"/>
            <a:chExt cx="568080" cy="61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F19851D-9029-B22A-D17C-1D8E05EAC6D5}"/>
                    </a:ext>
                  </a:extLst>
                </p14:cNvPr>
                <p14:cNvContentPartPr/>
                <p14:nvPr/>
              </p14:nvContentPartPr>
              <p14:xfrm>
                <a:off x="4977144" y="1437048"/>
                <a:ext cx="15120" cy="3384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F19851D-9029-B22A-D17C-1D8E05EAC6D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972824" y="1432728"/>
                  <a:ext cx="2376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7A6737B3-B772-A13F-3237-E2F47442436E}"/>
                    </a:ext>
                  </a:extLst>
                </p14:cNvPr>
                <p14:cNvContentPartPr/>
                <p14:nvPr/>
              </p14:nvContentPartPr>
              <p14:xfrm>
                <a:off x="4897584" y="1435248"/>
                <a:ext cx="149400" cy="12708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7A6737B3-B772-A13F-3237-E2F47442436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893264" y="1430928"/>
                  <a:ext cx="1580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4F0419FF-B466-4995-1198-2A0E8212452B}"/>
                    </a:ext>
                  </a:extLst>
                </p14:cNvPr>
                <p14:cNvContentPartPr/>
                <p14:nvPr/>
              </p14:nvContentPartPr>
              <p14:xfrm>
                <a:off x="4704624" y="1897128"/>
                <a:ext cx="9720" cy="1580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4F0419FF-B466-4995-1198-2A0E8212452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700304" y="1892808"/>
                  <a:ext cx="183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90AC4D1C-9A18-6103-47FE-42B9D8E8E48A}"/>
                    </a:ext>
                  </a:extLst>
                </p14:cNvPr>
                <p14:cNvContentPartPr/>
                <p14:nvPr/>
              </p14:nvContentPartPr>
              <p14:xfrm>
                <a:off x="4699944" y="1867968"/>
                <a:ext cx="70920" cy="6768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90AC4D1C-9A18-6103-47FE-42B9D8E8E48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695624" y="1863648"/>
                  <a:ext cx="795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788AF4F-2559-C9FC-1CE8-45EFF8A765E9}"/>
                    </a:ext>
                  </a:extLst>
                </p14:cNvPr>
                <p14:cNvContentPartPr/>
                <p14:nvPr/>
              </p14:nvContentPartPr>
              <p14:xfrm>
                <a:off x="4834224" y="1862928"/>
                <a:ext cx="7200" cy="7992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788AF4F-2559-C9FC-1CE8-45EFF8A765E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829904" y="1858608"/>
                  <a:ext cx="158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D1924228-DDA4-B16C-DAE6-F1CFBF0BE98E}"/>
                    </a:ext>
                  </a:extLst>
                </p14:cNvPr>
                <p14:cNvContentPartPr/>
                <p14:nvPr/>
              </p14:nvContentPartPr>
              <p14:xfrm>
                <a:off x="4833864" y="1763568"/>
                <a:ext cx="17280" cy="306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D1924228-DDA4-B16C-DAE6-F1CFBF0BE98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829544" y="1759248"/>
                  <a:ext cx="259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B8AE3C06-CC4E-CB6D-7E67-A5B6B49FED80}"/>
                    </a:ext>
                  </a:extLst>
                </p14:cNvPr>
                <p14:cNvContentPartPr/>
                <p14:nvPr/>
              </p14:nvContentPartPr>
              <p14:xfrm>
                <a:off x="4911984" y="1813608"/>
                <a:ext cx="85680" cy="12240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B8AE3C06-CC4E-CB6D-7E67-A5B6B49FED8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907664" y="1809288"/>
                  <a:ext cx="943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DC6B0347-22EF-EB7F-1E2B-4BED5F926FF6}"/>
                    </a:ext>
                  </a:extLst>
                </p14:cNvPr>
                <p14:cNvContentPartPr/>
                <p14:nvPr/>
              </p14:nvContentPartPr>
              <p14:xfrm>
                <a:off x="5031504" y="1822248"/>
                <a:ext cx="59040" cy="6444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DC6B0347-22EF-EB7F-1E2B-4BED5F926FF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027184" y="1817928"/>
                  <a:ext cx="676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87A82595-207E-D6C1-6384-2FCF03648853}"/>
                    </a:ext>
                  </a:extLst>
                </p14:cNvPr>
                <p14:cNvContentPartPr/>
                <p14:nvPr/>
              </p14:nvContentPartPr>
              <p14:xfrm>
                <a:off x="5177664" y="1707768"/>
                <a:ext cx="56520" cy="15300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87A82595-207E-D6C1-6384-2FCF0364885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173344" y="1703448"/>
                  <a:ext cx="651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09419AE7-79DD-75F7-7433-1C8DD397772F}"/>
                    </a:ext>
                  </a:extLst>
                </p14:cNvPr>
                <p14:cNvContentPartPr/>
                <p14:nvPr/>
              </p14:nvContentPartPr>
              <p14:xfrm>
                <a:off x="5124024" y="1771848"/>
                <a:ext cx="144000" cy="1476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09419AE7-79DD-75F7-7433-1C8DD397772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119704" y="1767528"/>
                  <a:ext cx="152640" cy="2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298" name="Ink 297">
                <a:extLst>
                  <a:ext uri="{FF2B5EF4-FFF2-40B4-BE49-F238E27FC236}">
                    <a16:creationId xmlns:a16="http://schemas.microsoft.com/office/drawing/2014/main" id="{F007D927-4E1F-9421-4BAB-12607935F59B}"/>
                  </a:ext>
                </a:extLst>
              </p14:cNvPr>
              <p14:cNvContentPartPr/>
              <p14:nvPr/>
            </p14:nvContentPartPr>
            <p14:xfrm>
              <a:off x="2356704" y="3006288"/>
              <a:ext cx="4320" cy="3600"/>
            </p14:xfrm>
          </p:contentPart>
        </mc:Choice>
        <mc:Fallback>
          <p:pic>
            <p:nvPicPr>
              <p:cNvPr id="298" name="Ink 297">
                <a:extLst>
                  <a:ext uri="{FF2B5EF4-FFF2-40B4-BE49-F238E27FC236}">
                    <a16:creationId xmlns:a16="http://schemas.microsoft.com/office/drawing/2014/main" id="{F007D927-4E1F-9421-4BAB-12607935F59B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2352384" y="3001968"/>
                <a:ext cx="12960" cy="1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6" name="Group 315">
            <a:extLst>
              <a:ext uri="{FF2B5EF4-FFF2-40B4-BE49-F238E27FC236}">
                <a16:creationId xmlns:a16="http://schemas.microsoft.com/office/drawing/2014/main" id="{106BB9C5-1CEC-262F-9D4A-88564C667A76}"/>
              </a:ext>
            </a:extLst>
          </p:cNvPr>
          <p:cNvGrpSpPr/>
          <p:nvPr/>
        </p:nvGrpSpPr>
        <p:grpSpPr>
          <a:xfrm>
            <a:off x="2322504" y="2851848"/>
            <a:ext cx="368280" cy="241920"/>
            <a:chOff x="2322504" y="2851848"/>
            <a:chExt cx="368280" cy="24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829D53A1-B2CF-7D35-9E02-65B3A1683DF8}"/>
                    </a:ext>
                  </a:extLst>
                </p14:cNvPr>
                <p14:cNvContentPartPr/>
                <p14:nvPr/>
              </p14:nvContentPartPr>
              <p14:xfrm>
                <a:off x="2322504" y="3026808"/>
                <a:ext cx="10080" cy="6696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829D53A1-B2CF-7D35-9E02-65B3A1683DF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318184" y="3022488"/>
                  <a:ext cx="187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1D913BC0-0F4C-66F4-2EB8-1F71F8F6C688}"/>
                    </a:ext>
                  </a:extLst>
                </p14:cNvPr>
                <p14:cNvContentPartPr/>
                <p14:nvPr/>
              </p14:nvContentPartPr>
              <p14:xfrm>
                <a:off x="2368944" y="2860848"/>
                <a:ext cx="12600" cy="3924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1D913BC0-0F4C-66F4-2EB8-1F71F8F6C68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364624" y="2856528"/>
                  <a:ext cx="212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11C844D6-75AC-EC7C-2152-C10F689274CE}"/>
                    </a:ext>
                  </a:extLst>
                </p14:cNvPr>
                <p14:cNvContentPartPr/>
                <p14:nvPr/>
              </p14:nvContentPartPr>
              <p14:xfrm>
                <a:off x="2400624" y="2998728"/>
                <a:ext cx="95760" cy="5256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11C844D6-75AC-EC7C-2152-C10F689274C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396304" y="2994408"/>
                  <a:ext cx="1044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D67A7D11-BDDF-60F7-FAA3-950BDED070FD}"/>
                    </a:ext>
                  </a:extLst>
                </p14:cNvPr>
                <p14:cNvContentPartPr/>
                <p14:nvPr/>
              </p14:nvContentPartPr>
              <p14:xfrm>
                <a:off x="2602944" y="2851848"/>
                <a:ext cx="49320" cy="14436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D67A7D11-BDDF-60F7-FAA3-950BDED070F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598624" y="2847528"/>
                  <a:ext cx="579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4192CA9A-52AE-047D-EE5B-067DB73BC9CD}"/>
                    </a:ext>
                  </a:extLst>
                </p14:cNvPr>
                <p14:cNvContentPartPr/>
                <p14:nvPr/>
              </p14:nvContentPartPr>
              <p14:xfrm>
                <a:off x="2553984" y="2914488"/>
                <a:ext cx="136800" cy="1656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4192CA9A-52AE-047D-EE5B-067DB73BC9C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549664" y="2910168"/>
                  <a:ext cx="14544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2EB25BDB-1ED3-F520-8D89-95ECE51820AF}"/>
              </a:ext>
            </a:extLst>
          </p:cNvPr>
          <p:cNvGrpSpPr/>
          <p:nvPr/>
        </p:nvGrpSpPr>
        <p:grpSpPr>
          <a:xfrm>
            <a:off x="3000744" y="2738088"/>
            <a:ext cx="865440" cy="393840"/>
            <a:chOff x="3000744" y="2738088"/>
            <a:chExt cx="865440" cy="39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DA82935C-05CE-73F0-9CC9-8811643C18A4}"/>
                    </a:ext>
                  </a:extLst>
                </p14:cNvPr>
                <p14:cNvContentPartPr/>
                <p14:nvPr/>
              </p14:nvContentPartPr>
              <p14:xfrm>
                <a:off x="3000744" y="2908008"/>
                <a:ext cx="29520" cy="22392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DA82935C-05CE-73F0-9CC9-8811643C18A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996424" y="2903688"/>
                  <a:ext cx="381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440B4B0B-4FEB-9B96-E0EB-BE67619373B2}"/>
                    </a:ext>
                  </a:extLst>
                </p14:cNvPr>
                <p14:cNvContentPartPr/>
                <p14:nvPr/>
              </p14:nvContentPartPr>
              <p14:xfrm>
                <a:off x="3019824" y="2871288"/>
                <a:ext cx="93600" cy="8064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440B4B0B-4FEB-9B96-E0EB-BE67619373B2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015504" y="2866968"/>
                  <a:ext cx="1022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073C0B5E-6F7E-6A7A-3A1D-8C6FB8A1B254}"/>
                    </a:ext>
                  </a:extLst>
                </p14:cNvPr>
                <p14:cNvContentPartPr/>
                <p14:nvPr/>
              </p14:nvContentPartPr>
              <p14:xfrm>
                <a:off x="3207744" y="2864808"/>
                <a:ext cx="7560" cy="7668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073C0B5E-6F7E-6A7A-3A1D-8C6FB8A1B25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203424" y="2860488"/>
                  <a:ext cx="162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96C4B010-3B4F-2886-416E-67536423ECD5}"/>
                    </a:ext>
                  </a:extLst>
                </p14:cNvPr>
                <p14:cNvContentPartPr/>
                <p14:nvPr/>
              </p14:nvContentPartPr>
              <p14:xfrm>
                <a:off x="3251664" y="2761848"/>
                <a:ext cx="10080" cy="3456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96C4B010-3B4F-2886-416E-67536423ECD5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247344" y="2757528"/>
                  <a:ext cx="187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536599E0-020F-D583-9448-A93608805814}"/>
                    </a:ext>
                  </a:extLst>
                </p14:cNvPr>
                <p14:cNvContentPartPr/>
                <p14:nvPr/>
              </p14:nvContentPartPr>
              <p14:xfrm>
                <a:off x="3315024" y="2836728"/>
                <a:ext cx="168480" cy="8064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536599E0-020F-D583-9448-A9360880581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310704" y="2832408"/>
                  <a:ext cx="1771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BC05EC75-1BB3-30BB-5FDE-3C5DC2C638B5}"/>
                    </a:ext>
                  </a:extLst>
                </p14:cNvPr>
                <p14:cNvContentPartPr/>
                <p14:nvPr/>
              </p14:nvContentPartPr>
              <p14:xfrm>
                <a:off x="3519144" y="2848608"/>
                <a:ext cx="64080" cy="6192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BC05EC75-1BB3-30BB-5FDE-3C5DC2C638B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514824" y="2844288"/>
                  <a:ext cx="727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095CFF4A-B5F6-1C87-122D-8D967D202C8C}"/>
                    </a:ext>
                  </a:extLst>
                </p14:cNvPr>
                <p14:cNvContentPartPr/>
                <p14:nvPr/>
              </p14:nvContentPartPr>
              <p14:xfrm>
                <a:off x="3699504" y="2738088"/>
                <a:ext cx="88920" cy="17208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095CFF4A-B5F6-1C87-122D-8D967D202C8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695184" y="2733768"/>
                  <a:ext cx="975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84C35C9B-0F07-8976-1B70-F624E4CCB98A}"/>
                    </a:ext>
                  </a:extLst>
                </p14:cNvPr>
                <p14:cNvContentPartPr/>
                <p14:nvPr/>
              </p14:nvContentPartPr>
              <p14:xfrm>
                <a:off x="3682944" y="2805768"/>
                <a:ext cx="183240" cy="1584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84C35C9B-0F07-8976-1B70-F624E4CCB98A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678624" y="2801448"/>
                  <a:ext cx="19188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2116637B-011A-F1ED-77F6-D5F08176649B}"/>
              </a:ext>
            </a:extLst>
          </p:cNvPr>
          <p:cNvGrpSpPr/>
          <p:nvPr/>
        </p:nvGrpSpPr>
        <p:grpSpPr>
          <a:xfrm>
            <a:off x="4065984" y="2818728"/>
            <a:ext cx="185400" cy="55440"/>
            <a:chOff x="4065984" y="2818728"/>
            <a:chExt cx="185400" cy="5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91B1DEFC-272F-0322-7959-8050517D60EE}"/>
                    </a:ext>
                  </a:extLst>
                </p14:cNvPr>
                <p14:cNvContentPartPr/>
                <p14:nvPr/>
              </p14:nvContentPartPr>
              <p14:xfrm>
                <a:off x="4065984" y="2818728"/>
                <a:ext cx="173160" cy="288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91B1DEFC-272F-0322-7959-8050517D60E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061664" y="2814408"/>
                  <a:ext cx="18180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6C571AF8-6A28-55A1-45E3-A1FB93AFFA9A}"/>
                    </a:ext>
                  </a:extLst>
                </p14:cNvPr>
                <p14:cNvContentPartPr/>
                <p14:nvPr/>
              </p14:nvContentPartPr>
              <p14:xfrm>
                <a:off x="4112064" y="2864808"/>
                <a:ext cx="139320" cy="936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6C571AF8-6A28-55A1-45E3-A1FB93AFFA9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107744" y="2860488"/>
                  <a:ext cx="14796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3C2B2D61-4158-9651-6798-FBB46FB5668E}"/>
              </a:ext>
            </a:extLst>
          </p:cNvPr>
          <p:cNvGrpSpPr/>
          <p:nvPr/>
        </p:nvGrpSpPr>
        <p:grpSpPr>
          <a:xfrm>
            <a:off x="4392504" y="2096208"/>
            <a:ext cx="2665440" cy="1035000"/>
            <a:chOff x="4392504" y="2096208"/>
            <a:chExt cx="2665440" cy="103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1B172ACF-BB12-14C8-991F-DE032F4AC77B}"/>
                    </a:ext>
                  </a:extLst>
                </p14:cNvPr>
                <p14:cNvContentPartPr/>
                <p14:nvPr/>
              </p14:nvContentPartPr>
              <p14:xfrm>
                <a:off x="4553424" y="2283048"/>
                <a:ext cx="27360" cy="1890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1B172ACF-BB12-14C8-991F-DE032F4AC77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549104" y="2278728"/>
                  <a:ext cx="360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6C7E728-63BC-3A3D-9EC9-ACE37CE2BF81}"/>
                    </a:ext>
                  </a:extLst>
                </p14:cNvPr>
                <p14:cNvContentPartPr/>
                <p14:nvPr/>
              </p14:nvContentPartPr>
              <p14:xfrm>
                <a:off x="4599864" y="2418048"/>
                <a:ext cx="70920" cy="5652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6C7E728-63BC-3A3D-9EC9-ACE37CE2BF8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595544" y="2413728"/>
                  <a:ext cx="795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B16666A-DC50-902A-F60F-56BA14FFF0C7}"/>
                    </a:ext>
                  </a:extLst>
                </p14:cNvPr>
                <p14:cNvContentPartPr/>
                <p14:nvPr/>
              </p14:nvContentPartPr>
              <p14:xfrm>
                <a:off x="4796064" y="2247048"/>
                <a:ext cx="99360" cy="22680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B16666A-DC50-902A-F60F-56BA14FFF0C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791744" y="2242728"/>
                  <a:ext cx="1080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50E27B0-1F95-4E6C-AEE2-41BA86BE9C53}"/>
                    </a:ext>
                  </a:extLst>
                </p14:cNvPr>
                <p14:cNvContentPartPr/>
                <p14:nvPr/>
              </p14:nvContentPartPr>
              <p14:xfrm>
                <a:off x="4729104" y="2372328"/>
                <a:ext cx="156240" cy="190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50E27B0-1F95-4E6C-AEE2-41BA86BE9C5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724784" y="2368008"/>
                  <a:ext cx="1648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22B5CCA2-7FAC-7A9C-8B60-6937236BA3FE}"/>
                    </a:ext>
                  </a:extLst>
                </p14:cNvPr>
                <p14:cNvContentPartPr/>
                <p14:nvPr/>
              </p14:nvContentPartPr>
              <p14:xfrm>
                <a:off x="4955904" y="2273328"/>
                <a:ext cx="68760" cy="1447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22B5CCA2-7FAC-7A9C-8B60-6937236BA3F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951584" y="2269008"/>
                  <a:ext cx="774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9519A735-A1DA-D309-F741-3D6D3DCCF984}"/>
                    </a:ext>
                  </a:extLst>
                </p14:cNvPr>
                <p14:cNvContentPartPr/>
                <p14:nvPr/>
              </p14:nvContentPartPr>
              <p14:xfrm>
                <a:off x="4921704" y="2338488"/>
                <a:ext cx="146520" cy="295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9519A735-A1DA-D309-F741-3D6D3DCCF98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917384" y="2334168"/>
                  <a:ext cx="1551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F305851-D869-A6BA-972F-F1D95156136C}"/>
                    </a:ext>
                  </a:extLst>
                </p14:cNvPr>
                <p14:cNvContentPartPr/>
                <p14:nvPr/>
              </p14:nvContentPartPr>
              <p14:xfrm>
                <a:off x="5268024" y="2277288"/>
                <a:ext cx="27360" cy="11736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F305851-D869-A6BA-972F-F1D95156136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263704" y="2272968"/>
                  <a:ext cx="3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FEFB213C-DE03-29B0-2A6A-B36454D48871}"/>
                    </a:ext>
                  </a:extLst>
                </p14:cNvPr>
                <p14:cNvContentPartPr/>
                <p14:nvPr/>
              </p14:nvContentPartPr>
              <p14:xfrm>
                <a:off x="5197104" y="2324448"/>
                <a:ext cx="158760" cy="2880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FEFB213C-DE03-29B0-2A6A-B36454D48871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192784" y="2320128"/>
                  <a:ext cx="1674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611D9F2-F78B-E787-3525-2B253EF3BAC2}"/>
                    </a:ext>
                  </a:extLst>
                </p14:cNvPr>
                <p14:cNvContentPartPr/>
                <p14:nvPr/>
              </p14:nvContentPartPr>
              <p14:xfrm>
                <a:off x="5492304" y="2265048"/>
                <a:ext cx="171000" cy="12996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611D9F2-F78B-E787-3525-2B253EF3BAC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487984" y="2260728"/>
                  <a:ext cx="1796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2DC0ACF-B11E-8F1C-B378-06617EA93E23}"/>
                    </a:ext>
                  </a:extLst>
                </p14:cNvPr>
                <p14:cNvContentPartPr/>
                <p14:nvPr/>
              </p14:nvContentPartPr>
              <p14:xfrm>
                <a:off x="5741064" y="2317248"/>
                <a:ext cx="19800" cy="4680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2DC0ACF-B11E-8F1C-B378-06617EA93E2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736744" y="2312928"/>
                  <a:ext cx="284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9A37AD3-9783-7636-6D46-8482F377FF7A}"/>
                    </a:ext>
                  </a:extLst>
                </p14:cNvPr>
                <p14:cNvContentPartPr/>
                <p14:nvPr/>
              </p14:nvContentPartPr>
              <p14:xfrm>
                <a:off x="5797224" y="2213208"/>
                <a:ext cx="5400" cy="3060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9A37AD3-9783-7636-6D46-8482F377FF7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792904" y="2208888"/>
                  <a:ext cx="140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C288667E-A262-B3E0-0FC7-7565E6120C44}"/>
                    </a:ext>
                  </a:extLst>
                </p14:cNvPr>
                <p14:cNvContentPartPr/>
                <p14:nvPr/>
              </p14:nvContentPartPr>
              <p14:xfrm>
                <a:off x="5774544" y="2150928"/>
                <a:ext cx="247320" cy="3074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C288667E-A262-B3E0-0FC7-7565E6120C44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770224" y="2146608"/>
                  <a:ext cx="2559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BF5FF149-EA72-8F5D-91CE-F704F6E4AE98}"/>
                    </a:ext>
                  </a:extLst>
                </p14:cNvPr>
                <p14:cNvContentPartPr/>
                <p14:nvPr/>
              </p14:nvContentPartPr>
              <p14:xfrm>
                <a:off x="6103944" y="2180808"/>
                <a:ext cx="76320" cy="18756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BF5FF149-EA72-8F5D-91CE-F704F6E4AE9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099624" y="2176488"/>
                  <a:ext cx="849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776C9570-9FDB-C2C2-ECF8-EA7211E6C197}"/>
                    </a:ext>
                  </a:extLst>
                </p14:cNvPr>
                <p14:cNvContentPartPr/>
                <p14:nvPr/>
              </p14:nvContentPartPr>
              <p14:xfrm>
                <a:off x="6070104" y="2273328"/>
                <a:ext cx="110160" cy="43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776C9570-9FDB-C2C2-ECF8-EA7211E6C197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065784" y="2269008"/>
                  <a:ext cx="11880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D2DC0FDE-9385-67D8-571A-7994ED847985}"/>
                    </a:ext>
                  </a:extLst>
                </p14:cNvPr>
                <p14:cNvContentPartPr/>
                <p14:nvPr/>
              </p14:nvContentPartPr>
              <p14:xfrm>
                <a:off x="6254784" y="2096208"/>
                <a:ext cx="184320" cy="40788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D2DC0FDE-9385-67D8-571A-7994ED84798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250464" y="2091888"/>
                  <a:ext cx="19296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651CC47B-B841-A44B-179B-9C8721B391C8}"/>
                    </a:ext>
                  </a:extLst>
                </p14:cNvPr>
                <p14:cNvContentPartPr/>
                <p14:nvPr/>
              </p14:nvContentPartPr>
              <p14:xfrm>
                <a:off x="4392504" y="2223288"/>
                <a:ext cx="117720" cy="35892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651CC47B-B841-A44B-179B-9C8721B391C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388184" y="2218968"/>
                  <a:ext cx="12636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282CB0B0-BB20-200C-62D2-D5B918145B58}"/>
                    </a:ext>
                  </a:extLst>
                </p14:cNvPr>
                <p14:cNvContentPartPr/>
                <p14:nvPr/>
              </p14:nvContentPartPr>
              <p14:xfrm>
                <a:off x="6509304" y="2130408"/>
                <a:ext cx="138960" cy="3301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282CB0B0-BB20-200C-62D2-D5B918145B5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504984" y="2126088"/>
                  <a:ext cx="14760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46EC5031-EEB7-3B1F-2F98-FC919002FA07}"/>
                    </a:ext>
                  </a:extLst>
                </p14:cNvPr>
                <p14:cNvContentPartPr/>
                <p14:nvPr/>
              </p14:nvContentPartPr>
              <p14:xfrm>
                <a:off x="6717744" y="2231928"/>
                <a:ext cx="181800" cy="17352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46EC5031-EEB7-3B1F-2F98-FC919002FA07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713424" y="2227608"/>
                  <a:ext cx="1904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D0894D4-3A79-2AE5-F6D7-E2B07560C36F}"/>
                    </a:ext>
                  </a:extLst>
                </p14:cNvPr>
                <p14:cNvContentPartPr/>
                <p14:nvPr/>
              </p14:nvContentPartPr>
              <p14:xfrm>
                <a:off x="7038144" y="2298888"/>
                <a:ext cx="19800" cy="3024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D0894D4-3A79-2AE5-F6D7-E2B07560C36F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033824" y="2294568"/>
                  <a:ext cx="284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EEE24118-4701-C8B9-31CB-4D7551143CD0}"/>
                    </a:ext>
                  </a:extLst>
                </p14:cNvPr>
                <p14:cNvContentPartPr/>
                <p14:nvPr/>
              </p14:nvContentPartPr>
              <p14:xfrm>
                <a:off x="6813864" y="2429208"/>
                <a:ext cx="236880" cy="25308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EEE24118-4701-C8B9-31CB-4D7551143CD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809544" y="2424888"/>
                  <a:ext cx="2455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6B20F02-9963-2D13-E3CA-798EFB2499C6}"/>
                    </a:ext>
                  </a:extLst>
                </p14:cNvPr>
                <p14:cNvContentPartPr/>
                <p14:nvPr/>
              </p14:nvContentPartPr>
              <p14:xfrm>
                <a:off x="4554504" y="2752848"/>
                <a:ext cx="143280" cy="7164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6B20F02-9963-2D13-E3CA-798EFB2499C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550184" y="2748528"/>
                  <a:ext cx="1519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655861FE-167E-DF9D-3092-40094C69DB3F}"/>
                    </a:ext>
                  </a:extLst>
                </p14:cNvPr>
                <p14:cNvContentPartPr/>
                <p14:nvPr/>
              </p14:nvContentPartPr>
              <p14:xfrm>
                <a:off x="4740984" y="2627208"/>
                <a:ext cx="256680" cy="32976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655861FE-167E-DF9D-3092-40094C69DB3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736664" y="2622888"/>
                  <a:ext cx="2653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E5279C1E-4D06-8644-E7B1-4FC72AD90DF2}"/>
                    </a:ext>
                  </a:extLst>
                </p14:cNvPr>
                <p14:cNvContentPartPr/>
                <p14:nvPr/>
              </p14:nvContentPartPr>
              <p14:xfrm>
                <a:off x="4936464" y="2757168"/>
                <a:ext cx="158760" cy="6192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E5279C1E-4D06-8644-E7B1-4FC72AD90DF2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932144" y="2752848"/>
                  <a:ext cx="1674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6022DE3C-7377-9BBE-5543-8E0F258A22FA}"/>
                    </a:ext>
                  </a:extLst>
                </p14:cNvPr>
                <p14:cNvContentPartPr/>
                <p14:nvPr/>
              </p14:nvContentPartPr>
              <p14:xfrm>
                <a:off x="5180184" y="2750328"/>
                <a:ext cx="5400" cy="1404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6022DE3C-7377-9BBE-5543-8E0F258A22F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175864" y="2746008"/>
                  <a:ext cx="140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4053AC81-19E9-F974-F7C8-555E318943A7}"/>
                    </a:ext>
                  </a:extLst>
                </p14:cNvPr>
                <p14:cNvContentPartPr/>
                <p14:nvPr/>
              </p14:nvContentPartPr>
              <p14:xfrm>
                <a:off x="5221584" y="2656008"/>
                <a:ext cx="10080" cy="2376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4053AC81-19E9-F974-F7C8-555E318943A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217264" y="2651688"/>
                  <a:ext cx="187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F1EF7F22-73A7-5E32-9786-71CB74646FC5}"/>
                    </a:ext>
                  </a:extLst>
                </p14:cNvPr>
                <p14:cNvContentPartPr/>
                <p14:nvPr/>
              </p14:nvContentPartPr>
              <p14:xfrm>
                <a:off x="5316264" y="2615328"/>
                <a:ext cx="159120" cy="15840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F1EF7F22-73A7-5E32-9786-71CB74646FC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311944" y="2611008"/>
                  <a:ext cx="16776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6587F14B-2CC4-B3EA-573C-A1546A3887D1}"/>
                    </a:ext>
                  </a:extLst>
                </p14:cNvPr>
                <p14:cNvContentPartPr/>
                <p14:nvPr/>
              </p14:nvContentPartPr>
              <p14:xfrm>
                <a:off x="5494824" y="2599128"/>
                <a:ext cx="214920" cy="16704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6587F14B-2CC4-B3EA-573C-A1546A3887D1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490504" y="2594808"/>
                  <a:ext cx="2235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B064ED2C-CA44-6047-1E78-02BB6802B310}"/>
                    </a:ext>
                  </a:extLst>
                </p14:cNvPr>
                <p14:cNvContentPartPr/>
                <p14:nvPr/>
              </p14:nvContentPartPr>
              <p14:xfrm>
                <a:off x="5732784" y="2579688"/>
                <a:ext cx="76680" cy="18072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B064ED2C-CA44-6047-1E78-02BB6802B31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728464" y="2575368"/>
                  <a:ext cx="853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36B90CCB-0C78-547F-11FF-9E6B8D9A66FA}"/>
                    </a:ext>
                  </a:extLst>
                </p14:cNvPr>
                <p14:cNvContentPartPr/>
                <p14:nvPr/>
              </p14:nvContentPartPr>
              <p14:xfrm>
                <a:off x="5810904" y="2710008"/>
                <a:ext cx="81720" cy="6912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36B90CCB-0C78-547F-11FF-9E6B8D9A66FA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806584" y="2705688"/>
                  <a:ext cx="903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7EB92848-55E0-989F-C82E-DF80FC0D258E}"/>
                    </a:ext>
                  </a:extLst>
                </p14:cNvPr>
                <p14:cNvContentPartPr/>
                <p14:nvPr/>
              </p14:nvContentPartPr>
              <p14:xfrm>
                <a:off x="5909184" y="2591928"/>
                <a:ext cx="250920" cy="28224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7EB92848-55E0-989F-C82E-DF80FC0D258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904864" y="2587608"/>
                  <a:ext cx="25956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079423EB-6DE9-9436-1886-E584D1209DDC}"/>
                    </a:ext>
                  </a:extLst>
                </p14:cNvPr>
                <p14:cNvContentPartPr/>
                <p14:nvPr/>
              </p14:nvContentPartPr>
              <p14:xfrm>
                <a:off x="6250464" y="2758608"/>
                <a:ext cx="360" cy="1512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079423EB-6DE9-9436-1886-E584D1209DDC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246144" y="2754288"/>
                  <a:ext cx="90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5B118A06-17E9-3CBA-AE6D-FA88BC433B5F}"/>
                    </a:ext>
                  </a:extLst>
                </p14:cNvPr>
                <p14:cNvContentPartPr/>
                <p14:nvPr/>
              </p14:nvContentPartPr>
              <p14:xfrm>
                <a:off x="5953104" y="2913768"/>
                <a:ext cx="283320" cy="21744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5B118A06-17E9-3CBA-AE6D-FA88BC433B5F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948784" y="2909448"/>
                  <a:ext cx="291960" cy="226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6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FDF15A8F-E6B0-65E4-E3FC-98A17C807ECB}"/>
                  </a:ext>
                </a:extLst>
              </p14:cNvPr>
              <p14:cNvContentPartPr/>
              <p14:nvPr/>
            </p14:nvContentPartPr>
            <p14:xfrm>
              <a:off x="8620704" y="3599568"/>
              <a:ext cx="1275480" cy="87480"/>
            </p14:xfrm>
          </p:contentPart>
        </mc:Choice>
        <mc:Fallback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FDF15A8F-E6B0-65E4-E3FC-98A17C807ECB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8616384" y="3595248"/>
                <a:ext cx="1284120" cy="9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9453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19E9742-4A5E-0F42-0DA5-46F95D2876DE}"/>
                  </a:ext>
                </a:extLst>
              </p14:cNvPr>
              <p14:cNvContentPartPr/>
              <p14:nvPr/>
            </p14:nvContentPartPr>
            <p14:xfrm>
              <a:off x="3524544" y="623016"/>
              <a:ext cx="3062880" cy="111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19E9742-4A5E-0F42-0DA5-46F95D2876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19864" y="618336"/>
                <a:ext cx="307152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47CEF4D-0A68-0890-4EC0-AEEDB36247A3}"/>
                  </a:ext>
                </a:extLst>
              </p14:cNvPr>
              <p14:cNvContentPartPr/>
              <p14:nvPr/>
            </p14:nvContentPartPr>
            <p14:xfrm>
              <a:off x="3361104" y="485496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47CEF4D-0A68-0890-4EC0-AEEDB36247A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56784" y="48117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5DAC356-474C-465C-4868-C37F57E133D2}"/>
                  </a:ext>
                </a:extLst>
              </p14:cNvPr>
              <p14:cNvContentPartPr/>
              <p14:nvPr/>
            </p14:nvContentPartPr>
            <p14:xfrm>
              <a:off x="3626064" y="1228536"/>
              <a:ext cx="86400" cy="79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5DAC356-474C-465C-4868-C37F57E133D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21744" y="1224216"/>
                <a:ext cx="9504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9E14B38-E043-4468-2ED1-6BECBEEBD109}"/>
                  </a:ext>
                </a:extLst>
              </p14:cNvPr>
              <p14:cNvContentPartPr/>
              <p14:nvPr/>
            </p14:nvContentPartPr>
            <p14:xfrm>
              <a:off x="6174864" y="1276416"/>
              <a:ext cx="117360" cy="57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9E14B38-E043-4468-2ED1-6BECBEEBD10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70544" y="1272096"/>
                <a:ext cx="12600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B6ED018-2B63-1E50-C9D3-E88BBF5B686C}"/>
                  </a:ext>
                </a:extLst>
              </p14:cNvPr>
              <p14:cNvContentPartPr/>
              <p14:nvPr/>
            </p14:nvContentPartPr>
            <p14:xfrm>
              <a:off x="6377544" y="1267416"/>
              <a:ext cx="81000" cy="3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B6ED018-2B63-1E50-C9D3-E88BBF5B686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373224" y="1263096"/>
                <a:ext cx="89640" cy="1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7364DC8-B648-59B1-30D8-11681AFC543D}"/>
                  </a:ext>
                </a:extLst>
              </p14:cNvPr>
              <p14:cNvContentPartPr/>
              <p14:nvPr/>
            </p14:nvContentPartPr>
            <p14:xfrm>
              <a:off x="6555384" y="1229976"/>
              <a:ext cx="34560" cy="1303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7364DC8-B648-59B1-30D8-11681AFC543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51064" y="1225656"/>
                <a:ext cx="4320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2B6E255-0A6F-DA35-7136-808E51BDC2F6}"/>
                  </a:ext>
                </a:extLst>
              </p14:cNvPr>
              <p14:cNvContentPartPr/>
              <p14:nvPr/>
            </p14:nvContentPartPr>
            <p14:xfrm>
              <a:off x="2311704" y="847296"/>
              <a:ext cx="8640" cy="147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2B6E255-0A6F-DA35-7136-808E51BDC2F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307384" y="842976"/>
                <a:ext cx="1728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E9E3750-648A-D8B5-7236-CF10B1B0A5C6}"/>
                  </a:ext>
                </a:extLst>
              </p14:cNvPr>
              <p14:cNvContentPartPr/>
              <p14:nvPr/>
            </p14:nvContentPartPr>
            <p14:xfrm>
              <a:off x="2255904" y="810576"/>
              <a:ext cx="412200" cy="2574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E9E3750-648A-D8B5-7236-CF10B1B0A5C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251584" y="806256"/>
                <a:ext cx="42084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5C042D0-D9AB-EC65-E4ED-9C2383A3DC1A}"/>
                  </a:ext>
                </a:extLst>
              </p14:cNvPr>
              <p14:cNvContentPartPr/>
              <p14:nvPr/>
            </p14:nvContentPartPr>
            <p14:xfrm>
              <a:off x="2339424" y="635976"/>
              <a:ext cx="163800" cy="990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5C042D0-D9AB-EC65-E4ED-9C2383A3DC1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35104" y="631656"/>
                <a:ext cx="17244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B8BFF9E-E64A-8B03-DA76-35D0D41815CA}"/>
                  </a:ext>
                </a:extLst>
              </p14:cNvPr>
              <p14:cNvContentPartPr/>
              <p14:nvPr/>
            </p14:nvContentPartPr>
            <p14:xfrm>
              <a:off x="2488464" y="882576"/>
              <a:ext cx="954000" cy="392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B8BFF9E-E64A-8B03-DA76-35D0D41815CA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84144" y="878256"/>
                <a:ext cx="9626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DA2E1EA-BBFE-74EE-00B5-03FEFEE0F67B}"/>
                  </a:ext>
                </a:extLst>
              </p14:cNvPr>
              <p14:cNvContentPartPr/>
              <p14:nvPr/>
            </p14:nvContentPartPr>
            <p14:xfrm>
              <a:off x="3407544" y="804096"/>
              <a:ext cx="84600" cy="1476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DA2E1EA-BBFE-74EE-00B5-03FEFEE0F67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403224" y="799776"/>
                <a:ext cx="9324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1860055-8ECA-6640-DECF-846A29BDA6B6}"/>
                  </a:ext>
                </a:extLst>
              </p14:cNvPr>
              <p14:cNvContentPartPr/>
              <p14:nvPr/>
            </p14:nvContentPartPr>
            <p14:xfrm>
              <a:off x="3478104" y="719856"/>
              <a:ext cx="49680" cy="3862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1860055-8ECA-6640-DECF-846A29BDA6B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73784" y="715536"/>
                <a:ext cx="5832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4D89366-FCE4-E3DC-56CE-6C2205C0D270}"/>
                  </a:ext>
                </a:extLst>
              </p14:cNvPr>
              <p14:cNvContentPartPr/>
              <p14:nvPr/>
            </p14:nvContentPartPr>
            <p14:xfrm>
              <a:off x="3474144" y="1032696"/>
              <a:ext cx="3093840" cy="856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4D89366-FCE4-E3DC-56CE-6C2205C0D27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469824" y="1028376"/>
                <a:ext cx="310248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5105119-6A93-5D85-8306-E328EFDBF86F}"/>
                  </a:ext>
                </a:extLst>
              </p14:cNvPr>
              <p14:cNvContentPartPr/>
              <p14:nvPr/>
            </p14:nvContentPartPr>
            <p14:xfrm>
              <a:off x="6504264" y="631296"/>
              <a:ext cx="119880" cy="4831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5105119-6A93-5D85-8306-E328EFDBF86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499944" y="626976"/>
                <a:ext cx="128520" cy="4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DE08973-3621-43ED-9319-3480212B8B8B}"/>
                  </a:ext>
                </a:extLst>
              </p14:cNvPr>
              <p14:cNvContentPartPr/>
              <p14:nvPr/>
            </p14:nvContentPartPr>
            <p14:xfrm>
              <a:off x="3878064" y="745776"/>
              <a:ext cx="61200" cy="3222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DE08973-3621-43ED-9319-3480212B8B8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873744" y="741456"/>
                <a:ext cx="6984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2EC38CF-8E92-A7C4-0C6A-244EECC6D95E}"/>
                  </a:ext>
                </a:extLst>
              </p14:cNvPr>
              <p14:cNvContentPartPr/>
              <p14:nvPr/>
            </p14:nvContentPartPr>
            <p14:xfrm>
              <a:off x="4311864" y="712296"/>
              <a:ext cx="56880" cy="3477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2EC38CF-8E92-A7C4-0C6A-244EECC6D95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307544" y="707976"/>
                <a:ext cx="6552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A2C91D2-95C5-CF1B-0BA7-4BC4C893A7A2}"/>
                  </a:ext>
                </a:extLst>
              </p14:cNvPr>
              <p14:cNvContentPartPr/>
              <p14:nvPr/>
            </p14:nvContentPartPr>
            <p14:xfrm>
              <a:off x="4764744" y="728856"/>
              <a:ext cx="45000" cy="2988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A2C91D2-95C5-CF1B-0BA7-4BC4C893A7A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760424" y="724536"/>
                <a:ext cx="5364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E92C980-78F4-0441-2081-771BDD792B31}"/>
                  </a:ext>
                </a:extLst>
              </p14:cNvPr>
              <p14:cNvContentPartPr/>
              <p14:nvPr/>
            </p14:nvContentPartPr>
            <p14:xfrm>
              <a:off x="5306904" y="688176"/>
              <a:ext cx="34560" cy="3654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E92C980-78F4-0441-2081-771BDD792B31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302584" y="683856"/>
                <a:ext cx="4320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D89016B-DDD7-2DBB-E530-33249959C26D}"/>
                  </a:ext>
                </a:extLst>
              </p14:cNvPr>
              <p14:cNvContentPartPr/>
              <p14:nvPr/>
            </p14:nvContentPartPr>
            <p14:xfrm>
              <a:off x="5787144" y="683856"/>
              <a:ext cx="56520" cy="3769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D89016B-DDD7-2DBB-E530-33249959C26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782824" y="679536"/>
                <a:ext cx="6516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9A022F9-9F20-8602-85CB-425FA8D90DB2}"/>
                  </a:ext>
                </a:extLst>
              </p14:cNvPr>
              <p14:cNvContentPartPr/>
              <p14:nvPr/>
            </p14:nvContentPartPr>
            <p14:xfrm>
              <a:off x="6191064" y="637776"/>
              <a:ext cx="28080" cy="4248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9A022F9-9F20-8602-85CB-425FA8D90DB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186744" y="633456"/>
                <a:ext cx="36720" cy="4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09814D3-DD26-7BBC-5679-D7C0D73D9E72}"/>
                  </a:ext>
                </a:extLst>
              </p14:cNvPr>
              <p14:cNvContentPartPr/>
              <p14:nvPr/>
            </p14:nvContentPartPr>
            <p14:xfrm>
              <a:off x="3750264" y="832536"/>
              <a:ext cx="62280" cy="1418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09814D3-DD26-7BBC-5679-D7C0D73D9E7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745944" y="828216"/>
                <a:ext cx="7092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8F9E9AF-B8E6-EF2D-CA52-48B968A7D24E}"/>
                  </a:ext>
                </a:extLst>
              </p14:cNvPr>
              <p14:cNvContentPartPr/>
              <p14:nvPr/>
            </p14:nvContentPartPr>
            <p14:xfrm>
              <a:off x="4046544" y="800856"/>
              <a:ext cx="104760" cy="1389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8F9E9AF-B8E6-EF2D-CA52-48B968A7D24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042224" y="796536"/>
                <a:ext cx="1134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7B1CB52-2758-58E4-A8D6-4E56E01EF1B1}"/>
                  </a:ext>
                </a:extLst>
              </p14:cNvPr>
              <p14:cNvContentPartPr/>
              <p14:nvPr/>
            </p14:nvContentPartPr>
            <p14:xfrm>
              <a:off x="4453704" y="827856"/>
              <a:ext cx="15120" cy="10512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7B1CB52-2758-58E4-A8D6-4E56E01EF1B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449384" y="823536"/>
                <a:ext cx="2376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FB34169-CFDC-EE97-3E9A-990CA2379620}"/>
                  </a:ext>
                </a:extLst>
              </p14:cNvPr>
              <p14:cNvContentPartPr/>
              <p14:nvPr/>
            </p14:nvContentPartPr>
            <p14:xfrm>
              <a:off x="4904784" y="785736"/>
              <a:ext cx="149040" cy="1328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FB34169-CFDC-EE97-3E9A-990CA237962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900464" y="781416"/>
                <a:ext cx="15768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2A03B72-3AB9-4E38-6E82-51309A8CD029}"/>
                  </a:ext>
                </a:extLst>
              </p14:cNvPr>
              <p14:cNvContentPartPr/>
              <p14:nvPr/>
            </p14:nvContentPartPr>
            <p14:xfrm>
              <a:off x="4960584" y="853056"/>
              <a:ext cx="134640" cy="288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2A03B72-3AB9-4E38-6E82-51309A8CD02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956264" y="848736"/>
                <a:ext cx="143280" cy="1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C3CC34F-35D4-7517-1D2D-A8760F6C88B1}"/>
                  </a:ext>
                </a:extLst>
              </p14:cNvPr>
              <p14:cNvContentPartPr/>
              <p14:nvPr/>
            </p14:nvContentPartPr>
            <p14:xfrm>
              <a:off x="5509224" y="778176"/>
              <a:ext cx="124560" cy="1227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C3CC34F-35D4-7517-1D2D-A8760F6C88B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504904" y="773856"/>
                <a:ext cx="13320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36CCDCA-9D44-5A1F-276A-7FC4E6283F7D}"/>
                  </a:ext>
                </a:extLst>
              </p14:cNvPr>
              <p14:cNvContentPartPr/>
              <p14:nvPr/>
            </p14:nvContentPartPr>
            <p14:xfrm>
              <a:off x="5930784" y="797616"/>
              <a:ext cx="12960" cy="810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36CCDCA-9D44-5A1F-276A-7FC4E6283F7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926464" y="793296"/>
                <a:ext cx="2160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778C702-0BF0-A57F-5504-184CB0ABC16D}"/>
                  </a:ext>
                </a:extLst>
              </p14:cNvPr>
              <p14:cNvContentPartPr/>
              <p14:nvPr/>
            </p14:nvContentPartPr>
            <p14:xfrm>
              <a:off x="6016104" y="787896"/>
              <a:ext cx="83520" cy="784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778C702-0BF0-A57F-5504-184CB0ABC16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011784" y="783576"/>
                <a:ext cx="921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9D92192-1F9F-D563-BD23-CC256FAB74A3}"/>
                  </a:ext>
                </a:extLst>
              </p14:cNvPr>
              <p14:cNvContentPartPr/>
              <p14:nvPr/>
            </p14:nvContentPartPr>
            <p14:xfrm>
              <a:off x="6365304" y="781056"/>
              <a:ext cx="106560" cy="1105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9D92192-1F9F-D563-BD23-CC256FAB74A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360984" y="776736"/>
                <a:ext cx="11520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4C74B0D-A61B-536A-1BB6-6AA0A2EEED0F}"/>
                  </a:ext>
                </a:extLst>
              </p14:cNvPr>
              <p14:cNvContentPartPr/>
              <p14:nvPr/>
            </p14:nvContentPartPr>
            <p14:xfrm>
              <a:off x="5226984" y="3834216"/>
              <a:ext cx="2160" cy="10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4C74B0D-A61B-536A-1BB6-6AA0A2EEED0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222664" y="3829896"/>
                <a:ext cx="10800" cy="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81D58C08-2B87-4AB5-4C63-807969826F7A}"/>
                  </a:ext>
                </a:extLst>
              </p14:cNvPr>
              <p14:cNvContentPartPr/>
              <p14:nvPr/>
            </p14:nvContentPartPr>
            <p14:xfrm>
              <a:off x="2990304" y="4309776"/>
              <a:ext cx="2927160" cy="112932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81D58C08-2B87-4AB5-4C63-807969826F7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985984" y="4305456"/>
                <a:ext cx="2935800" cy="11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9DD52682-2700-E3B8-A64C-43FB48EF556F}"/>
                  </a:ext>
                </a:extLst>
              </p14:cNvPr>
              <p14:cNvContentPartPr/>
              <p14:nvPr/>
            </p14:nvContentPartPr>
            <p14:xfrm>
              <a:off x="3201984" y="4658256"/>
              <a:ext cx="1020960" cy="53424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9DD52682-2700-E3B8-A64C-43FB48EF556F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112344" y="4478616"/>
                <a:ext cx="1200600" cy="89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D324EDF2-5C1C-5132-4DF8-80BEBC122467}"/>
                  </a:ext>
                </a:extLst>
              </p14:cNvPr>
              <p14:cNvContentPartPr/>
              <p14:nvPr/>
            </p14:nvContentPartPr>
            <p14:xfrm>
              <a:off x="4980384" y="3674736"/>
              <a:ext cx="1185480" cy="73116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D324EDF2-5C1C-5132-4DF8-80BEBC12246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890384" y="3495096"/>
                <a:ext cx="1365120" cy="10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053B517D-4312-2ECB-6205-3A3126D6C7FC}"/>
                  </a:ext>
                </a:extLst>
              </p14:cNvPr>
              <p14:cNvContentPartPr/>
              <p14:nvPr/>
            </p14:nvContentPartPr>
            <p14:xfrm>
              <a:off x="2907864" y="4423536"/>
              <a:ext cx="1421280" cy="87552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053B517D-4312-2ECB-6205-3A3126D6C7F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818224" y="4243896"/>
                <a:ext cx="1600920" cy="123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B0EF4A3F-5BCE-8893-8F55-7BA1AE972096}"/>
              </a:ext>
            </a:extLst>
          </p:cNvPr>
          <p:cNvGrpSpPr/>
          <p:nvPr/>
        </p:nvGrpSpPr>
        <p:grpSpPr>
          <a:xfrm>
            <a:off x="4614624" y="1082376"/>
            <a:ext cx="721800" cy="641520"/>
            <a:chOff x="4614624" y="1082376"/>
            <a:chExt cx="721800" cy="64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D14AEDF-5BAF-A471-696F-E2048BF5F8E6}"/>
                    </a:ext>
                  </a:extLst>
                </p14:cNvPr>
                <p14:cNvContentPartPr/>
                <p14:nvPr/>
              </p14:nvContentPartPr>
              <p14:xfrm>
                <a:off x="4992264" y="1082376"/>
                <a:ext cx="360" cy="410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D14AEDF-5BAF-A471-696F-E2048BF5F8E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987944" y="1078056"/>
                  <a:ext cx="90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BEDC862-DF0C-25C4-AF2C-F3364FCA49FD}"/>
                    </a:ext>
                  </a:extLst>
                </p14:cNvPr>
                <p14:cNvContentPartPr/>
                <p14:nvPr/>
              </p14:nvContentPartPr>
              <p14:xfrm>
                <a:off x="4992264" y="1212336"/>
                <a:ext cx="360" cy="741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BEDC862-DF0C-25C4-AF2C-F3364FCA49F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87944" y="1208016"/>
                  <a:ext cx="90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2A5C6CE4-AE51-ACAC-5EF4-B868DBF28457}"/>
                    </a:ext>
                  </a:extLst>
                </p14:cNvPr>
                <p14:cNvContentPartPr/>
                <p14:nvPr/>
              </p14:nvContentPartPr>
              <p14:xfrm>
                <a:off x="4975344" y="1367496"/>
                <a:ext cx="5400" cy="10044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2A5C6CE4-AE51-ACAC-5EF4-B868DBF2845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71024" y="1363176"/>
                  <a:ext cx="14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CC3FD11-58F3-D333-554F-26E99148A870}"/>
                    </a:ext>
                  </a:extLst>
                </p14:cNvPr>
                <p14:cNvContentPartPr/>
                <p14:nvPr/>
              </p14:nvContentPartPr>
              <p14:xfrm>
                <a:off x="4958424" y="1532376"/>
                <a:ext cx="5400" cy="126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CC3FD11-58F3-D333-554F-26E99148A87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954104" y="1528056"/>
                  <a:ext cx="140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8B01648-830E-84CF-6B59-9198E8FBC7BA}"/>
                    </a:ext>
                  </a:extLst>
                </p14:cNvPr>
                <p14:cNvContentPartPr/>
                <p14:nvPr/>
              </p14:nvContentPartPr>
              <p14:xfrm>
                <a:off x="4909824" y="1089216"/>
                <a:ext cx="163440" cy="1119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8B01648-830E-84CF-6B59-9198E8FBC7B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905504" y="1084896"/>
                  <a:ext cx="1720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780FE9B7-A99A-60C7-7DC6-1F78D92E6656}"/>
                    </a:ext>
                  </a:extLst>
                </p14:cNvPr>
                <p14:cNvContentPartPr/>
                <p14:nvPr/>
              </p14:nvContentPartPr>
              <p14:xfrm>
                <a:off x="4614624" y="1654776"/>
                <a:ext cx="122400" cy="691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780FE9B7-A99A-60C7-7DC6-1F78D92E665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610304" y="1650456"/>
                  <a:ext cx="1310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C0256BC-BD45-635E-BBEB-CAFE71F00337}"/>
                    </a:ext>
                  </a:extLst>
                </p14:cNvPr>
                <p14:cNvContentPartPr/>
                <p14:nvPr/>
              </p14:nvContentPartPr>
              <p14:xfrm>
                <a:off x="4802184" y="1660176"/>
                <a:ext cx="7560" cy="410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C0256BC-BD45-635E-BBEB-CAFE71F0033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797864" y="1655856"/>
                  <a:ext cx="162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A7AD150-A4D9-16E7-5698-139450ED5731}"/>
                    </a:ext>
                  </a:extLst>
                </p14:cNvPr>
                <p14:cNvContentPartPr/>
                <p14:nvPr/>
              </p14:nvContentPartPr>
              <p14:xfrm>
                <a:off x="4809744" y="1551816"/>
                <a:ext cx="12600" cy="489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A7AD150-A4D9-16E7-5698-139450ED573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805424" y="1547496"/>
                  <a:ext cx="212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83154C4-B0EB-1C8D-154D-EE1A4C43D669}"/>
                    </a:ext>
                  </a:extLst>
                </p14:cNvPr>
                <p14:cNvContentPartPr/>
                <p14:nvPr/>
              </p14:nvContentPartPr>
              <p14:xfrm>
                <a:off x="4906944" y="1516896"/>
                <a:ext cx="129960" cy="1882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83154C4-B0EB-1C8D-154D-EE1A4C43D66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02624" y="1512576"/>
                  <a:ext cx="1386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B43FF20-B4D2-3721-7159-4358750A416E}"/>
                    </a:ext>
                  </a:extLst>
                </p14:cNvPr>
                <p14:cNvContentPartPr/>
                <p14:nvPr/>
              </p14:nvContentPartPr>
              <p14:xfrm>
                <a:off x="5055984" y="1498536"/>
                <a:ext cx="102960" cy="1936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B43FF20-B4D2-3721-7159-4358750A416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51664" y="1494216"/>
                  <a:ext cx="11160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D279395-30C8-FCE6-C22B-8A2210E46508}"/>
                    </a:ext>
                  </a:extLst>
                </p14:cNvPr>
                <p14:cNvContentPartPr/>
                <p14:nvPr/>
              </p14:nvContentPartPr>
              <p14:xfrm>
                <a:off x="5210784" y="1510416"/>
                <a:ext cx="30960" cy="1717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D279395-30C8-FCE6-C22B-8A2210E4650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206464" y="1506096"/>
                  <a:ext cx="396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666D470-FEE2-4788-3009-7FE98E4F81E9}"/>
                    </a:ext>
                  </a:extLst>
                </p14:cNvPr>
                <p14:cNvContentPartPr/>
                <p14:nvPr/>
              </p14:nvContentPartPr>
              <p14:xfrm>
                <a:off x="5287104" y="1603296"/>
                <a:ext cx="49320" cy="842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666D470-FEE2-4788-3009-7FE98E4F81E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282784" y="1598976"/>
                  <a:ext cx="5796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BF15D419-A804-07AD-5B78-48208A010F18}"/>
              </a:ext>
            </a:extLst>
          </p:cNvPr>
          <p:cNvGrpSpPr/>
          <p:nvPr/>
        </p:nvGrpSpPr>
        <p:grpSpPr>
          <a:xfrm>
            <a:off x="7328304" y="2064096"/>
            <a:ext cx="1482840" cy="573480"/>
            <a:chOff x="7328304" y="2064096"/>
            <a:chExt cx="1482840" cy="57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B2DFB8F-AA3F-C3D6-4F13-CAEBA2E381A9}"/>
                    </a:ext>
                  </a:extLst>
                </p14:cNvPr>
                <p14:cNvContentPartPr/>
                <p14:nvPr/>
              </p14:nvContentPartPr>
              <p14:xfrm>
                <a:off x="7328304" y="2411856"/>
                <a:ext cx="27720" cy="2257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B2DFB8F-AA3F-C3D6-4F13-CAEBA2E381A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23984" y="2407536"/>
                  <a:ext cx="3636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988A92B-18AF-0C2F-D98C-F37046436642}"/>
                    </a:ext>
                  </a:extLst>
                </p14:cNvPr>
                <p14:cNvContentPartPr/>
                <p14:nvPr/>
              </p14:nvContentPartPr>
              <p14:xfrm>
                <a:off x="7360344" y="2336616"/>
                <a:ext cx="100800" cy="1029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988A92B-18AF-0C2F-D98C-F3704643664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356024" y="2332296"/>
                  <a:ext cx="1094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D994A02-787E-D161-9FE6-0FA3A2DDAC41}"/>
                    </a:ext>
                  </a:extLst>
                </p14:cNvPr>
                <p14:cNvContentPartPr/>
                <p14:nvPr/>
              </p14:nvContentPartPr>
              <p14:xfrm>
                <a:off x="7542864" y="2352456"/>
                <a:ext cx="27360" cy="669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D994A02-787E-D161-9FE6-0FA3A2DDAC4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538544" y="2348136"/>
                  <a:ext cx="360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31CE768-F987-2CFC-A09C-1B2346B049D0}"/>
                    </a:ext>
                  </a:extLst>
                </p14:cNvPr>
                <p14:cNvContentPartPr/>
                <p14:nvPr/>
              </p14:nvContentPartPr>
              <p14:xfrm>
                <a:off x="7613424" y="2219976"/>
                <a:ext cx="10080" cy="6372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31CE768-F987-2CFC-A09C-1B2346B049D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609104" y="2215656"/>
                  <a:ext cx="187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12C53BA-0DB7-7DD1-E9B6-F4110D171380}"/>
                    </a:ext>
                  </a:extLst>
                </p14:cNvPr>
                <p14:cNvContentPartPr/>
                <p14:nvPr/>
              </p14:nvContentPartPr>
              <p14:xfrm>
                <a:off x="7664904" y="2301696"/>
                <a:ext cx="82800" cy="1209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12C53BA-0DB7-7DD1-E9B6-F4110D17138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60584" y="2297376"/>
                  <a:ext cx="914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FB4028E-C3BE-25A9-127A-697643A13BA0}"/>
                    </a:ext>
                  </a:extLst>
                </p14:cNvPr>
                <p14:cNvContentPartPr/>
                <p14:nvPr/>
              </p14:nvContentPartPr>
              <p14:xfrm>
                <a:off x="7775424" y="2336976"/>
                <a:ext cx="75600" cy="694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FB4028E-C3BE-25A9-127A-697643A13BA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771104" y="2332656"/>
                  <a:ext cx="842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63D85D3-D32F-4542-37DA-067500CB0AF7}"/>
                    </a:ext>
                  </a:extLst>
                </p14:cNvPr>
                <p14:cNvContentPartPr/>
                <p14:nvPr/>
              </p14:nvContentPartPr>
              <p14:xfrm>
                <a:off x="7974504" y="2247696"/>
                <a:ext cx="59040" cy="1587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63D85D3-D32F-4542-37DA-067500CB0AF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970184" y="2243376"/>
                  <a:ext cx="676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CBDBA99-4CFA-FB48-FB49-CF6A6C1A2802}"/>
                    </a:ext>
                  </a:extLst>
                </p14:cNvPr>
                <p14:cNvContentPartPr/>
                <p14:nvPr/>
              </p14:nvContentPartPr>
              <p14:xfrm>
                <a:off x="7867224" y="2274336"/>
                <a:ext cx="173520" cy="2160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CBDBA99-4CFA-FB48-FB49-CF6A6C1A280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62904" y="2270016"/>
                  <a:ext cx="1821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7BB00F8-244A-73B9-1CF0-B5CCA37B422A}"/>
                    </a:ext>
                  </a:extLst>
                </p14:cNvPr>
                <p14:cNvContentPartPr/>
                <p14:nvPr/>
              </p14:nvContentPartPr>
              <p14:xfrm>
                <a:off x="8164944" y="2064096"/>
                <a:ext cx="646200" cy="4629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7BB00F8-244A-73B9-1CF0-B5CCA37B422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160624" y="2059776"/>
                  <a:ext cx="65484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8856129-FCF7-6191-9AD9-5419F9810579}"/>
                    </a:ext>
                  </a:extLst>
                </p14:cNvPr>
                <p14:cNvContentPartPr/>
                <p14:nvPr/>
              </p14:nvContentPartPr>
              <p14:xfrm>
                <a:off x="8381664" y="2222856"/>
                <a:ext cx="136800" cy="1807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8856129-FCF7-6191-9AD9-5419F981057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377344" y="2218536"/>
                  <a:ext cx="1454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949E97B-C2CA-06EB-9CC0-62D14D353CB0}"/>
                    </a:ext>
                  </a:extLst>
                </p14:cNvPr>
                <p14:cNvContentPartPr/>
                <p14:nvPr/>
              </p14:nvContentPartPr>
              <p14:xfrm>
                <a:off x="8385624" y="2309616"/>
                <a:ext cx="152640" cy="172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949E97B-C2CA-06EB-9CC0-62D14D353CB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381304" y="2305296"/>
                  <a:ext cx="161280" cy="2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BA52B4E-CE02-9A48-755D-3140E425F7FA}"/>
                  </a:ext>
                </a:extLst>
              </p14:cNvPr>
              <p14:cNvContentPartPr/>
              <p14:nvPr/>
            </p14:nvContentPartPr>
            <p14:xfrm>
              <a:off x="2868624" y="4835376"/>
              <a:ext cx="162360" cy="3297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BA52B4E-CE02-9A48-755D-3140E425F7FA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2864304" y="4831056"/>
                <a:ext cx="17100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15E80D3E-A7B9-30F0-7126-4338AA80FAC1}"/>
                  </a:ext>
                </a:extLst>
              </p14:cNvPr>
              <p14:cNvContentPartPr/>
              <p14:nvPr/>
            </p14:nvContentPartPr>
            <p14:xfrm>
              <a:off x="2895624" y="3599136"/>
              <a:ext cx="2799360" cy="122364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15E80D3E-A7B9-30F0-7126-4338AA80FAC1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891304" y="3594816"/>
                <a:ext cx="2808000" cy="123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202C96DF-FBF2-C5F3-0182-C9A840B6B2BB}"/>
                  </a:ext>
                </a:extLst>
              </p14:cNvPr>
              <p14:cNvContentPartPr/>
              <p14:nvPr/>
            </p14:nvContentPartPr>
            <p14:xfrm>
              <a:off x="3704904" y="4727016"/>
              <a:ext cx="973800" cy="9111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202C96DF-FBF2-C5F3-0182-C9A840B6B2BB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3700584" y="4722696"/>
                <a:ext cx="982440" cy="9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72FDCC34-0EF2-5B96-3D7E-19BFB6C7C812}"/>
                  </a:ext>
                </a:extLst>
              </p14:cNvPr>
              <p14:cNvContentPartPr/>
              <p14:nvPr/>
            </p14:nvContentPartPr>
            <p14:xfrm>
              <a:off x="4643784" y="4721976"/>
              <a:ext cx="700920" cy="104148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72FDCC34-0EF2-5B96-3D7E-19BFB6C7C812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639464" y="4717656"/>
                <a:ext cx="709560" cy="10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7D57519-A5D8-537E-301B-652C1D89DA44}"/>
                  </a:ext>
                </a:extLst>
              </p14:cNvPr>
              <p14:cNvContentPartPr/>
              <p14:nvPr/>
            </p14:nvContentPartPr>
            <p14:xfrm>
              <a:off x="3540384" y="5622336"/>
              <a:ext cx="1935360" cy="26784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7D57519-A5D8-537E-301B-652C1D89DA4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536064" y="5618016"/>
                <a:ext cx="194400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5E5ED2D7-B3E5-2935-D4D6-D1C6FC9F25FD}"/>
                  </a:ext>
                </a:extLst>
              </p14:cNvPr>
              <p14:cNvContentPartPr/>
              <p14:nvPr/>
            </p14:nvContentPartPr>
            <p14:xfrm>
              <a:off x="3946824" y="5067216"/>
              <a:ext cx="536400" cy="42084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5E5ED2D7-B3E5-2935-D4D6-D1C6FC9F25F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942504" y="5062896"/>
                <a:ext cx="545040" cy="42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03A3F2C7-C231-89FD-FBFD-9692AD893D3F}"/>
                  </a:ext>
                </a:extLst>
              </p14:cNvPr>
              <p14:cNvContentPartPr/>
              <p14:nvPr/>
            </p14:nvContentPartPr>
            <p14:xfrm>
              <a:off x="4195224" y="5331096"/>
              <a:ext cx="412560" cy="31896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03A3F2C7-C231-89FD-FBFD-9692AD893D3F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190904" y="5326776"/>
                <a:ext cx="42120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69F86B5E-FB19-53EB-D15E-37D2FB105641}"/>
                  </a:ext>
                </a:extLst>
              </p14:cNvPr>
              <p14:cNvContentPartPr/>
              <p14:nvPr/>
            </p14:nvContentPartPr>
            <p14:xfrm>
              <a:off x="4422024" y="5541696"/>
              <a:ext cx="285480" cy="24264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69F86B5E-FB19-53EB-D15E-37D2FB105641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417704" y="5537376"/>
                <a:ext cx="29412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8CBF236F-BA9A-7C65-A567-D5E0AC6E0833}"/>
                  </a:ext>
                </a:extLst>
              </p14:cNvPr>
              <p14:cNvContentPartPr/>
              <p14:nvPr/>
            </p14:nvContentPartPr>
            <p14:xfrm>
              <a:off x="4785264" y="5691096"/>
              <a:ext cx="251640" cy="12132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8CBF236F-BA9A-7C65-A567-D5E0AC6E083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780944" y="5686776"/>
                <a:ext cx="26028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BEE7F208-7761-E208-BC0E-EF3E6CA7E291}"/>
                  </a:ext>
                </a:extLst>
              </p14:cNvPr>
              <p14:cNvContentPartPr/>
              <p14:nvPr/>
            </p14:nvContentPartPr>
            <p14:xfrm>
              <a:off x="5355864" y="5267736"/>
              <a:ext cx="34560" cy="20664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BEE7F208-7761-E208-BC0E-EF3E6CA7E291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351544" y="5263416"/>
                <a:ext cx="4320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E60F9D5-265C-6696-63D2-25736021D9A6}"/>
                  </a:ext>
                </a:extLst>
              </p14:cNvPr>
              <p14:cNvContentPartPr/>
              <p14:nvPr/>
            </p14:nvContentPartPr>
            <p14:xfrm>
              <a:off x="5416704" y="5209056"/>
              <a:ext cx="60480" cy="1062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E60F9D5-265C-6696-63D2-25736021D9A6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412384" y="5204736"/>
                <a:ext cx="6912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2B8C80EA-1FF5-5BDD-005E-BB2320D88542}"/>
                  </a:ext>
                </a:extLst>
              </p14:cNvPr>
              <p14:cNvContentPartPr/>
              <p14:nvPr/>
            </p14:nvContentPartPr>
            <p14:xfrm>
              <a:off x="5550984" y="5219856"/>
              <a:ext cx="19800" cy="6444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2B8C80EA-1FF5-5BDD-005E-BB2320D88542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546304" y="5215536"/>
                <a:ext cx="2844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293AF0C8-EE04-E095-7379-796FA012244D}"/>
                  </a:ext>
                </a:extLst>
              </p14:cNvPr>
              <p14:cNvContentPartPr/>
              <p14:nvPr/>
            </p14:nvContentPartPr>
            <p14:xfrm>
              <a:off x="5616504" y="5055696"/>
              <a:ext cx="360" cy="7524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293AF0C8-EE04-E095-7379-796FA012244D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612184" y="5051376"/>
                <a:ext cx="900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8C22DBB2-BDFA-3C9D-44E6-DD0FD976939D}"/>
                  </a:ext>
                </a:extLst>
              </p14:cNvPr>
              <p14:cNvContentPartPr/>
              <p14:nvPr/>
            </p14:nvContentPartPr>
            <p14:xfrm>
              <a:off x="5632704" y="5181696"/>
              <a:ext cx="79200" cy="9828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8C22DBB2-BDFA-3C9D-44E6-DD0FD976939D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628384" y="5177376"/>
                <a:ext cx="8784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1C50A51D-312A-A077-6C05-07448E81A5F5}"/>
                  </a:ext>
                </a:extLst>
              </p14:cNvPr>
              <p14:cNvContentPartPr/>
              <p14:nvPr/>
            </p14:nvContentPartPr>
            <p14:xfrm>
              <a:off x="5742144" y="5184936"/>
              <a:ext cx="72720" cy="619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1C50A51D-312A-A077-6C05-07448E81A5F5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5737824" y="5180616"/>
                <a:ext cx="8136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6B69144A-4C52-243D-65A9-CB5BE2BDEDA3}"/>
                  </a:ext>
                </a:extLst>
              </p14:cNvPr>
              <p14:cNvContentPartPr/>
              <p14:nvPr/>
            </p14:nvContentPartPr>
            <p14:xfrm>
              <a:off x="5925744" y="5088096"/>
              <a:ext cx="49680" cy="16164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6B69144A-4C52-243D-65A9-CB5BE2BDEDA3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921424" y="5083776"/>
                <a:ext cx="5832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F33EF748-82E6-E790-9B7D-A15A301E26A5}"/>
                  </a:ext>
                </a:extLst>
              </p14:cNvPr>
              <p14:cNvContentPartPr/>
              <p14:nvPr/>
            </p14:nvContentPartPr>
            <p14:xfrm>
              <a:off x="5877504" y="5150736"/>
              <a:ext cx="107640" cy="1260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F33EF748-82E6-E790-9B7D-A15A301E26A5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873184" y="5146416"/>
                <a:ext cx="11628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90B89A6B-DD20-27B0-2828-61036FD1B866}"/>
                  </a:ext>
                </a:extLst>
              </p14:cNvPr>
              <p14:cNvContentPartPr/>
              <p14:nvPr/>
            </p14:nvContentPartPr>
            <p14:xfrm>
              <a:off x="4236624" y="4230576"/>
              <a:ext cx="183240" cy="58248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90B89A6B-DD20-27B0-2828-61036FD1B866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232304" y="4226256"/>
                <a:ext cx="191880" cy="59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448EEE4D-9E7B-205C-B197-50B7428A8036}"/>
                  </a:ext>
                </a:extLst>
              </p14:cNvPr>
              <p14:cNvContentPartPr/>
              <p14:nvPr/>
            </p14:nvContentPartPr>
            <p14:xfrm>
              <a:off x="4692384" y="4059576"/>
              <a:ext cx="198000" cy="67212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448EEE4D-9E7B-205C-B197-50B7428A8036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688064" y="4055256"/>
                <a:ext cx="206640" cy="68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8C0EE414-8CFB-EBA5-AB74-6B276FD2D667}"/>
                  </a:ext>
                </a:extLst>
              </p14:cNvPr>
              <p14:cNvContentPartPr/>
              <p14:nvPr/>
            </p14:nvContentPartPr>
            <p14:xfrm>
              <a:off x="3217464" y="4700016"/>
              <a:ext cx="151560" cy="53496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8C0EE414-8CFB-EBA5-AB74-6B276FD2D667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213144" y="4695696"/>
                <a:ext cx="160200" cy="54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0B442947-EB77-F5B0-010F-BEB0863A3D3C}"/>
                  </a:ext>
                </a:extLst>
              </p14:cNvPr>
              <p14:cNvContentPartPr/>
              <p14:nvPr/>
            </p14:nvContentPartPr>
            <p14:xfrm>
              <a:off x="3690504" y="4541976"/>
              <a:ext cx="240120" cy="57240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0B442947-EB77-F5B0-010F-BEB0863A3D3C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3686184" y="4537656"/>
                <a:ext cx="248760" cy="58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53787612-823D-04E9-E437-9D010B6BEAB3}"/>
                  </a:ext>
                </a:extLst>
              </p14:cNvPr>
              <p14:cNvContentPartPr/>
              <p14:nvPr/>
            </p14:nvContentPartPr>
            <p14:xfrm>
              <a:off x="3278304" y="5178456"/>
              <a:ext cx="22320" cy="864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53787612-823D-04E9-E437-9D010B6BEAB3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3273984" y="5174136"/>
                <a:ext cx="3096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99B915BA-C6A6-7C02-C954-6950EA0E29EE}"/>
                  </a:ext>
                </a:extLst>
              </p14:cNvPr>
              <p14:cNvContentPartPr/>
              <p14:nvPr/>
            </p14:nvContentPartPr>
            <p14:xfrm>
              <a:off x="3344184" y="5209416"/>
              <a:ext cx="38880" cy="12816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99B915BA-C6A6-7C02-C954-6950EA0E29EE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3339864" y="5205096"/>
                <a:ext cx="4752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B0FF3FF1-E4E5-79B7-7796-F15FE43C7AED}"/>
                  </a:ext>
                </a:extLst>
              </p14:cNvPr>
              <p14:cNvContentPartPr/>
              <p14:nvPr/>
            </p14:nvContentPartPr>
            <p14:xfrm>
              <a:off x="4517424" y="4377816"/>
              <a:ext cx="136440" cy="22644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B0FF3FF1-E4E5-79B7-7796-F15FE43C7AED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4513104" y="4373496"/>
                <a:ext cx="14508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88C50361-C638-5D8E-4A8D-95B83F115D81}"/>
                  </a:ext>
                </a:extLst>
              </p14:cNvPr>
              <p14:cNvContentPartPr/>
              <p14:nvPr/>
            </p14:nvContentPartPr>
            <p14:xfrm>
              <a:off x="4526784" y="4486896"/>
              <a:ext cx="154080" cy="1656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88C50361-C638-5D8E-4A8D-95B83F115D81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4522464" y="4482576"/>
                <a:ext cx="16272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FFD477B4-45A8-7BA9-B0A4-F51BD719FF37}"/>
                  </a:ext>
                </a:extLst>
              </p14:cNvPr>
              <p14:cNvContentPartPr/>
              <p14:nvPr/>
            </p14:nvContentPartPr>
            <p14:xfrm>
              <a:off x="2917944" y="4475376"/>
              <a:ext cx="159120" cy="14256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FFD477B4-45A8-7BA9-B0A4-F51BD719FF37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913624" y="4471056"/>
                <a:ext cx="16776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A6175120-6C8E-46FC-12E8-7D2221A22077}"/>
                  </a:ext>
                </a:extLst>
              </p14:cNvPr>
              <p14:cNvContentPartPr/>
              <p14:nvPr/>
            </p14:nvContentPartPr>
            <p14:xfrm>
              <a:off x="3230424" y="4450176"/>
              <a:ext cx="16560" cy="13356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A6175120-6C8E-46FC-12E8-7D2221A22077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3226104" y="4445856"/>
                <a:ext cx="2520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4ECD9CAC-1009-728E-E82B-2530D8178FAF}"/>
                  </a:ext>
                </a:extLst>
              </p14:cNvPr>
              <p14:cNvContentPartPr/>
              <p14:nvPr/>
            </p14:nvContentPartPr>
            <p14:xfrm>
              <a:off x="3219624" y="4388616"/>
              <a:ext cx="72360" cy="6120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4ECD9CAC-1009-728E-E82B-2530D8178FAF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3215304" y="4384296"/>
                <a:ext cx="8100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A0D2A666-D1D2-5AC1-441D-1132CFCC9BA3}"/>
                  </a:ext>
                </a:extLst>
              </p14:cNvPr>
              <p14:cNvContentPartPr/>
              <p14:nvPr/>
            </p14:nvContentPartPr>
            <p14:xfrm>
              <a:off x="3370824" y="4384296"/>
              <a:ext cx="10080" cy="2952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A0D2A666-D1D2-5AC1-441D-1132CFCC9BA3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3366504" y="4379976"/>
                <a:ext cx="187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236B14A7-240C-0574-E593-1F7CFACDD2C2}"/>
                  </a:ext>
                </a:extLst>
              </p14:cNvPr>
              <p14:cNvContentPartPr/>
              <p14:nvPr/>
            </p14:nvContentPartPr>
            <p14:xfrm>
              <a:off x="3388104" y="4221936"/>
              <a:ext cx="12600" cy="6120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236B14A7-240C-0574-E593-1F7CFACDD2C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3383784" y="4217616"/>
                <a:ext cx="212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6E686C1B-0093-3920-508B-B2182DE2FA3C}"/>
                  </a:ext>
                </a:extLst>
              </p14:cNvPr>
              <p14:cNvContentPartPr/>
              <p14:nvPr/>
            </p14:nvContentPartPr>
            <p14:xfrm>
              <a:off x="3461184" y="4260816"/>
              <a:ext cx="90720" cy="12168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6E686C1B-0093-3920-508B-B2182DE2FA3C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3456864" y="4256496"/>
                <a:ext cx="9936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18717A70-EBB2-B4D5-533A-31E59DDB7EDC}"/>
                  </a:ext>
                </a:extLst>
              </p14:cNvPr>
              <p14:cNvContentPartPr/>
              <p14:nvPr/>
            </p14:nvContentPartPr>
            <p14:xfrm>
              <a:off x="3589344" y="4255056"/>
              <a:ext cx="75240" cy="8136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18717A70-EBB2-B4D5-533A-31E59DDB7EDC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3585024" y="4250736"/>
                <a:ext cx="8388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2EAE6DF5-F413-74D3-781F-F7D3711A9CD6}"/>
                  </a:ext>
                </a:extLst>
              </p14:cNvPr>
              <p14:cNvContentPartPr/>
              <p14:nvPr/>
            </p14:nvContentPartPr>
            <p14:xfrm>
              <a:off x="3736584" y="4099176"/>
              <a:ext cx="44280" cy="15300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2EAE6DF5-F413-74D3-781F-F7D3711A9CD6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3732264" y="4094856"/>
                <a:ext cx="5292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078229EA-BAF5-8FF9-9D84-D0EF6C360041}"/>
                  </a:ext>
                </a:extLst>
              </p14:cNvPr>
              <p14:cNvContentPartPr/>
              <p14:nvPr/>
            </p14:nvContentPartPr>
            <p14:xfrm>
              <a:off x="3714624" y="4134096"/>
              <a:ext cx="149040" cy="5652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078229EA-BAF5-8FF9-9D84-D0EF6C360041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3710304" y="4129776"/>
                <a:ext cx="157680" cy="6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2" name="Group 181">
            <a:extLst>
              <a:ext uri="{FF2B5EF4-FFF2-40B4-BE49-F238E27FC236}">
                <a16:creationId xmlns:a16="http://schemas.microsoft.com/office/drawing/2014/main" id="{3635C522-5450-16EE-EC85-7B509FC20CAB}"/>
              </a:ext>
            </a:extLst>
          </p:cNvPr>
          <p:cNvGrpSpPr/>
          <p:nvPr/>
        </p:nvGrpSpPr>
        <p:grpSpPr>
          <a:xfrm>
            <a:off x="5004504" y="3219696"/>
            <a:ext cx="1334160" cy="1242360"/>
            <a:chOff x="5004504" y="3219696"/>
            <a:chExt cx="1334160" cy="124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7F4886E-8DBF-794D-FFBC-5AA076F81F6C}"/>
                    </a:ext>
                  </a:extLst>
                </p14:cNvPr>
                <p14:cNvContentPartPr/>
                <p14:nvPr/>
              </p14:nvContentPartPr>
              <p14:xfrm>
                <a:off x="5241024" y="3837456"/>
                <a:ext cx="198000" cy="6246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7F4886E-8DBF-794D-FFBC-5AA076F81F6C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236704" y="3833136"/>
                  <a:ext cx="20664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8E217EF-D06B-F8F3-C904-DB1368247818}"/>
                    </a:ext>
                  </a:extLst>
                </p14:cNvPr>
                <p14:cNvContentPartPr/>
                <p14:nvPr/>
              </p14:nvContentPartPr>
              <p14:xfrm>
                <a:off x="5660424" y="3637656"/>
                <a:ext cx="292680" cy="7009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8E217EF-D06B-F8F3-C904-DB136824781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656104" y="3633336"/>
                  <a:ext cx="301320" cy="70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19BD142-DE99-F79E-FC43-F76DFDEC080A}"/>
                    </a:ext>
                  </a:extLst>
                </p14:cNvPr>
                <p14:cNvContentPartPr/>
                <p14:nvPr/>
              </p14:nvContentPartPr>
              <p14:xfrm>
                <a:off x="5694624" y="3541536"/>
                <a:ext cx="56520" cy="579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19BD142-DE99-F79E-FC43-F76DFDEC080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690304" y="3537216"/>
                  <a:ext cx="651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CC0F5A5-310E-6A60-933F-A1C9B5DDF299}"/>
                    </a:ext>
                  </a:extLst>
                </p14:cNvPr>
                <p14:cNvContentPartPr/>
                <p14:nvPr/>
              </p14:nvContentPartPr>
              <p14:xfrm>
                <a:off x="5648184" y="3452616"/>
                <a:ext cx="690480" cy="8884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CC0F5A5-310E-6A60-933F-A1C9B5DDF29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643864" y="3448296"/>
                  <a:ext cx="699120" cy="89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DDCB4E1-A57D-63F9-23C6-C66BD077BA74}"/>
                    </a:ext>
                  </a:extLst>
                </p14:cNvPr>
                <p14:cNvContentPartPr/>
                <p14:nvPr/>
              </p14:nvContentPartPr>
              <p14:xfrm>
                <a:off x="5004504" y="3548736"/>
                <a:ext cx="200880" cy="10044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DDCB4E1-A57D-63F9-23C6-C66BD077BA7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000184" y="3544416"/>
                  <a:ext cx="2095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D665381-C612-1D13-1B99-09D2C5B4A105}"/>
                    </a:ext>
                  </a:extLst>
                </p14:cNvPr>
                <p14:cNvContentPartPr/>
                <p14:nvPr/>
              </p14:nvContentPartPr>
              <p14:xfrm>
                <a:off x="5328864" y="3506616"/>
                <a:ext cx="30600" cy="1206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D665381-C612-1D13-1B99-09D2C5B4A10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324544" y="3502296"/>
                  <a:ext cx="392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30CEBCF-D7E8-1D75-DC6A-0043B7B1337C}"/>
                    </a:ext>
                  </a:extLst>
                </p14:cNvPr>
                <p14:cNvContentPartPr/>
                <p14:nvPr/>
              </p14:nvContentPartPr>
              <p14:xfrm>
                <a:off x="5333904" y="3451176"/>
                <a:ext cx="85680" cy="583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30CEBCF-D7E8-1D75-DC6A-0043B7B1337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329584" y="3446856"/>
                  <a:ext cx="943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C23746D-0FA6-1A96-E050-1844933BEC29}"/>
                    </a:ext>
                  </a:extLst>
                </p14:cNvPr>
                <p14:cNvContentPartPr/>
                <p14:nvPr/>
              </p14:nvContentPartPr>
              <p14:xfrm>
                <a:off x="5496984" y="3437496"/>
                <a:ext cx="15120" cy="489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C23746D-0FA6-1A96-E050-1844933BEC2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492664" y="3433176"/>
                  <a:ext cx="237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DB1C2E7-ABE6-D221-3EA1-E9C44BE399D9}"/>
                    </a:ext>
                  </a:extLst>
                </p14:cNvPr>
                <p14:cNvContentPartPr/>
                <p14:nvPr/>
              </p14:nvContentPartPr>
              <p14:xfrm>
                <a:off x="5529024" y="3313296"/>
                <a:ext cx="2880" cy="4104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DB1C2E7-ABE6-D221-3EA1-E9C44BE399D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524704" y="3308976"/>
                  <a:ext cx="115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94838A7-A622-7485-5B3A-37CAD0A4373C}"/>
                    </a:ext>
                  </a:extLst>
                </p14:cNvPr>
                <p14:cNvContentPartPr/>
                <p14:nvPr/>
              </p14:nvContentPartPr>
              <p14:xfrm>
                <a:off x="5582664" y="3349656"/>
                <a:ext cx="83160" cy="1044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94838A7-A622-7485-5B3A-37CAD0A4373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578344" y="3345336"/>
                  <a:ext cx="918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3B47ACC-FAA4-A0D6-DDD4-550A2E9606C4}"/>
                    </a:ext>
                  </a:extLst>
                </p14:cNvPr>
                <p14:cNvContentPartPr/>
                <p14:nvPr/>
              </p14:nvContentPartPr>
              <p14:xfrm>
                <a:off x="5727384" y="3326256"/>
                <a:ext cx="63360" cy="518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3B47ACC-FAA4-A0D6-DDD4-550A2E9606C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723064" y="3321936"/>
                  <a:ext cx="720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C3A5825-52FF-51D2-DE3C-75D13CAEAEC7}"/>
                    </a:ext>
                  </a:extLst>
                </p14:cNvPr>
                <p14:cNvContentPartPr/>
                <p14:nvPr/>
              </p14:nvContentPartPr>
              <p14:xfrm>
                <a:off x="5862744" y="3219696"/>
                <a:ext cx="70920" cy="1173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C3A5825-52FF-51D2-DE3C-75D13CAEAEC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858424" y="3215376"/>
                  <a:ext cx="795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914A674-B946-59B6-51EA-7AE67AAE801D}"/>
                    </a:ext>
                  </a:extLst>
                </p14:cNvPr>
                <p14:cNvContentPartPr/>
                <p14:nvPr/>
              </p14:nvContentPartPr>
              <p14:xfrm>
                <a:off x="5836104" y="3226176"/>
                <a:ext cx="127080" cy="216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914A674-B946-59B6-51EA-7AE67AAE801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831784" y="3221856"/>
                  <a:ext cx="13572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2D108B30-9F31-9117-B0CB-F733D314632A}"/>
              </a:ext>
            </a:extLst>
          </p:cNvPr>
          <p:cNvGrpSpPr/>
          <p:nvPr/>
        </p:nvGrpSpPr>
        <p:grpSpPr>
          <a:xfrm>
            <a:off x="7274664" y="3594816"/>
            <a:ext cx="436680" cy="300960"/>
            <a:chOff x="7274664" y="3594816"/>
            <a:chExt cx="436680" cy="30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45844D8-30E9-3300-9E40-78CBB7D50B78}"/>
                    </a:ext>
                  </a:extLst>
                </p14:cNvPr>
                <p14:cNvContentPartPr/>
                <p14:nvPr/>
              </p14:nvContentPartPr>
              <p14:xfrm>
                <a:off x="7413624" y="3716496"/>
                <a:ext cx="51480" cy="1792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45844D8-30E9-3300-9E40-78CBB7D50B7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409304" y="3712176"/>
                  <a:ext cx="601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F69D7F6-68B2-A57C-E5F0-09B0ED1479E2}"/>
                    </a:ext>
                  </a:extLst>
                </p14:cNvPr>
                <p14:cNvContentPartPr/>
                <p14:nvPr/>
              </p14:nvContentPartPr>
              <p14:xfrm>
                <a:off x="7274664" y="3594816"/>
                <a:ext cx="436680" cy="8208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EF69D7F6-68B2-A57C-E5F0-09B0ED1479E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7270344" y="3590496"/>
                  <a:ext cx="4453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4258017-DB6A-26E6-4EA3-C8417221AE4B}"/>
                    </a:ext>
                  </a:extLst>
                </p14:cNvPr>
                <p14:cNvContentPartPr/>
                <p14:nvPr/>
              </p14:nvContentPartPr>
              <p14:xfrm>
                <a:off x="7581744" y="3783096"/>
                <a:ext cx="83160" cy="824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4258017-DB6A-26E6-4EA3-C8417221AE4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577424" y="3778776"/>
                  <a:ext cx="9180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98710052-44FC-3BF7-52F3-733F3E782E65}"/>
              </a:ext>
            </a:extLst>
          </p:cNvPr>
          <p:cNvGrpSpPr/>
          <p:nvPr/>
        </p:nvGrpSpPr>
        <p:grpSpPr>
          <a:xfrm>
            <a:off x="7940304" y="3545496"/>
            <a:ext cx="831960" cy="283320"/>
            <a:chOff x="7940304" y="3545496"/>
            <a:chExt cx="831960" cy="28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871B7DA-0616-A923-4854-BEF61A1CA458}"/>
                    </a:ext>
                  </a:extLst>
                </p14:cNvPr>
                <p14:cNvContentPartPr/>
                <p14:nvPr/>
              </p14:nvContentPartPr>
              <p14:xfrm>
                <a:off x="7940304" y="3750336"/>
                <a:ext cx="176040" cy="7848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871B7DA-0616-A923-4854-BEF61A1CA45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935984" y="3746016"/>
                  <a:ext cx="1846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28BE397-B942-023E-6CB6-23CFAF960AF6}"/>
                    </a:ext>
                  </a:extLst>
                </p14:cNvPr>
                <p14:cNvContentPartPr/>
                <p14:nvPr/>
              </p14:nvContentPartPr>
              <p14:xfrm>
                <a:off x="8152344" y="3742416"/>
                <a:ext cx="73440" cy="525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28BE397-B942-023E-6CB6-23CFAF960AF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148024" y="3738096"/>
                  <a:ext cx="820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16A4732-C2E3-CE02-A0B9-2AE6792219E1}"/>
                    </a:ext>
                  </a:extLst>
                </p14:cNvPr>
                <p14:cNvContentPartPr/>
                <p14:nvPr/>
              </p14:nvContentPartPr>
              <p14:xfrm>
                <a:off x="8269344" y="3545496"/>
                <a:ext cx="114840" cy="24372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416A4732-C2E3-CE02-A0B9-2AE6792219E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265024" y="3541176"/>
                  <a:ext cx="1234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F18A4DDC-A382-BA86-147C-3BE037413D74}"/>
                    </a:ext>
                  </a:extLst>
                </p14:cNvPr>
                <p14:cNvContentPartPr/>
                <p14:nvPr/>
              </p14:nvContentPartPr>
              <p14:xfrm>
                <a:off x="8420544" y="3746376"/>
                <a:ext cx="15120" cy="327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F18A4DDC-A382-BA86-147C-3BE037413D74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416224" y="3742056"/>
                  <a:ext cx="237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E82E57D4-9BFB-B410-60AC-373AF70E0A61}"/>
                    </a:ext>
                  </a:extLst>
                </p14:cNvPr>
                <p14:cNvContentPartPr/>
                <p14:nvPr/>
              </p14:nvContentPartPr>
              <p14:xfrm>
                <a:off x="8501184" y="3591936"/>
                <a:ext cx="19800" cy="644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E82E57D4-9BFB-B410-60AC-373AF70E0A6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496864" y="3587616"/>
                  <a:ext cx="284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E63E60E-87B7-0A2E-AFD0-2E7C396FDF4D}"/>
                    </a:ext>
                  </a:extLst>
                </p14:cNvPr>
                <p14:cNvContentPartPr/>
                <p14:nvPr/>
              </p14:nvContentPartPr>
              <p14:xfrm>
                <a:off x="8532864" y="3707496"/>
                <a:ext cx="78480" cy="6948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E63E60E-87B7-0A2E-AFD0-2E7C396FDF4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528544" y="3703176"/>
                  <a:ext cx="871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F306B57-632F-6EE6-D42D-24B92AB349A0}"/>
                    </a:ext>
                  </a:extLst>
                </p14:cNvPr>
                <p14:cNvContentPartPr/>
                <p14:nvPr/>
              </p14:nvContentPartPr>
              <p14:xfrm>
                <a:off x="8637624" y="3702456"/>
                <a:ext cx="134640" cy="9792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F306B57-632F-6EE6-D42D-24B92AB349A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633304" y="3698136"/>
                  <a:ext cx="14328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DBD3FF91-75DB-B4D6-6B4B-A7A3A91CFBE8}"/>
              </a:ext>
            </a:extLst>
          </p:cNvPr>
          <p:cNvGrpSpPr/>
          <p:nvPr/>
        </p:nvGrpSpPr>
        <p:grpSpPr>
          <a:xfrm>
            <a:off x="8947224" y="3496896"/>
            <a:ext cx="587880" cy="300240"/>
            <a:chOff x="8947224" y="3496896"/>
            <a:chExt cx="587880" cy="30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B0E56BC-B2CC-F849-FF14-B2404CC81F52}"/>
                    </a:ext>
                  </a:extLst>
                </p14:cNvPr>
                <p14:cNvContentPartPr/>
                <p14:nvPr/>
              </p14:nvContentPartPr>
              <p14:xfrm>
                <a:off x="8947224" y="3523536"/>
                <a:ext cx="122400" cy="2563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B0E56BC-B2CC-F849-FF14-B2404CC81F5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942904" y="3519216"/>
                  <a:ext cx="1310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8AA356B-0B28-DC2A-CB5B-5D3073A13742}"/>
                    </a:ext>
                  </a:extLst>
                </p14:cNvPr>
                <p14:cNvContentPartPr/>
                <p14:nvPr/>
              </p14:nvContentPartPr>
              <p14:xfrm>
                <a:off x="8988624" y="3496896"/>
                <a:ext cx="331920" cy="26640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8AA356B-0B28-DC2A-CB5B-5D3073A1374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984304" y="3492576"/>
                  <a:ext cx="34056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BEC16517-DDBF-DDC1-3AA9-4E8FBEF6AF54}"/>
                    </a:ext>
                  </a:extLst>
                </p14:cNvPr>
                <p14:cNvContentPartPr/>
                <p14:nvPr/>
              </p14:nvContentPartPr>
              <p14:xfrm>
                <a:off x="9291024" y="3697776"/>
                <a:ext cx="34560" cy="4680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BEC16517-DDBF-DDC1-3AA9-4E8FBEF6AF5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286704" y="3693456"/>
                  <a:ext cx="432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9A6EA1D7-B3DD-17E5-D63A-FCB99CC8FD51}"/>
                    </a:ext>
                  </a:extLst>
                </p14:cNvPr>
                <p14:cNvContentPartPr/>
                <p14:nvPr/>
              </p14:nvContentPartPr>
              <p14:xfrm>
                <a:off x="9393624" y="3622176"/>
                <a:ext cx="360" cy="133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9A6EA1D7-B3DD-17E5-D63A-FCB99CC8FD5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389304" y="3617856"/>
                  <a:ext cx="90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0404BBB-83A7-F3C6-4AED-5CA3F4A79C9D}"/>
                    </a:ext>
                  </a:extLst>
                </p14:cNvPr>
                <p14:cNvContentPartPr/>
                <p14:nvPr/>
              </p14:nvContentPartPr>
              <p14:xfrm>
                <a:off x="9362304" y="3673296"/>
                <a:ext cx="92520" cy="759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0404BBB-83A7-F3C6-4AED-5CA3F4A79C9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357984" y="3668976"/>
                  <a:ext cx="10116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AE65DA0-8BB9-6853-22C7-7540E8A76DEF}"/>
                    </a:ext>
                  </a:extLst>
                </p14:cNvPr>
                <p14:cNvContentPartPr/>
                <p14:nvPr/>
              </p14:nvContentPartPr>
              <p14:xfrm>
                <a:off x="9451944" y="3745656"/>
                <a:ext cx="83160" cy="514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AE65DA0-8BB9-6853-22C7-7540E8A76DE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447624" y="3741336"/>
                  <a:ext cx="9180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66109A26-861B-214E-A1C1-B14AF10670C6}"/>
              </a:ext>
            </a:extLst>
          </p:cNvPr>
          <p:cNvGrpSpPr/>
          <p:nvPr/>
        </p:nvGrpSpPr>
        <p:grpSpPr>
          <a:xfrm>
            <a:off x="9795744" y="3622176"/>
            <a:ext cx="358920" cy="115920"/>
            <a:chOff x="9795744" y="3622176"/>
            <a:chExt cx="358920" cy="11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05957B2-6000-4485-9BD8-E62DCA8B628E}"/>
                    </a:ext>
                  </a:extLst>
                </p14:cNvPr>
                <p14:cNvContentPartPr/>
                <p14:nvPr/>
              </p14:nvContentPartPr>
              <p14:xfrm>
                <a:off x="9795744" y="3622176"/>
                <a:ext cx="149040" cy="1159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05957B2-6000-4485-9BD8-E62DCA8B628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9791424" y="3617856"/>
                  <a:ext cx="1576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0F6B441E-3869-6538-8DA0-0C7C46FD209C}"/>
                    </a:ext>
                  </a:extLst>
                </p14:cNvPr>
                <p14:cNvContentPartPr/>
                <p14:nvPr/>
              </p14:nvContentPartPr>
              <p14:xfrm>
                <a:off x="10014984" y="3640176"/>
                <a:ext cx="139680" cy="853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0F6B441E-3869-6538-8DA0-0C7C46FD209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010664" y="3635856"/>
                  <a:ext cx="14832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8E3F6613-8F87-17CF-1FF6-52E34E0FC4B1}"/>
              </a:ext>
            </a:extLst>
          </p:cNvPr>
          <p:cNvGrpSpPr/>
          <p:nvPr/>
        </p:nvGrpSpPr>
        <p:grpSpPr>
          <a:xfrm>
            <a:off x="10401624" y="3572496"/>
            <a:ext cx="633240" cy="485280"/>
            <a:chOff x="10401624" y="3572496"/>
            <a:chExt cx="633240" cy="48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9CE5EB50-D622-6D2E-91B3-E03D9F5C7029}"/>
                    </a:ext>
                  </a:extLst>
                </p14:cNvPr>
                <p14:cNvContentPartPr/>
                <p14:nvPr/>
              </p14:nvContentPartPr>
              <p14:xfrm>
                <a:off x="10401624" y="3596976"/>
                <a:ext cx="133560" cy="9576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9CE5EB50-D622-6D2E-91B3-E03D9F5C702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397304" y="3592656"/>
                  <a:ext cx="1422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42571EF-4EA0-B2C5-37D1-04EC3126E72E}"/>
                    </a:ext>
                  </a:extLst>
                </p14:cNvPr>
                <p14:cNvContentPartPr/>
                <p14:nvPr/>
              </p14:nvContentPartPr>
              <p14:xfrm>
                <a:off x="10544544" y="3625416"/>
                <a:ext cx="146520" cy="6624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42571EF-4EA0-B2C5-37D1-04EC3126E72E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540224" y="3621096"/>
                  <a:ext cx="1551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0F0BE3D-9FD1-79C9-0D74-9658CFCB1164}"/>
                    </a:ext>
                  </a:extLst>
                </p14:cNvPr>
                <p14:cNvContentPartPr/>
                <p14:nvPr/>
              </p14:nvContentPartPr>
              <p14:xfrm>
                <a:off x="10740744" y="3579336"/>
                <a:ext cx="57600" cy="914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0F0BE3D-9FD1-79C9-0D74-9658CFCB116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736424" y="3575016"/>
                  <a:ext cx="662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53DEC6D-0A0E-4DF1-E930-F4714820BCBB}"/>
                    </a:ext>
                  </a:extLst>
                </p14:cNvPr>
                <p14:cNvContentPartPr/>
                <p14:nvPr/>
              </p14:nvContentPartPr>
              <p14:xfrm>
                <a:off x="10841904" y="3572496"/>
                <a:ext cx="75960" cy="784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53DEC6D-0A0E-4DF1-E930-F4714820BCB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837584" y="3568176"/>
                  <a:ext cx="846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AD893998-C8BC-B256-789E-DE6DDC1FE4E4}"/>
                    </a:ext>
                  </a:extLst>
                </p14:cNvPr>
                <p14:cNvContentPartPr/>
                <p14:nvPr/>
              </p14:nvContentPartPr>
              <p14:xfrm>
                <a:off x="10956384" y="3586176"/>
                <a:ext cx="39240" cy="385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AD893998-C8BC-B256-789E-DE6DDC1FE4E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952064" y="3581856"/>
                  <a:ext cx="478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9B8A3A0F-28A3-B8BD-6458-8C8F8D3BA094}"/>
                    </a:ext>
                  </a:extLst>
                </p14:cNvPr>
                <p14:cNvContentPartPr/>
                <p14:nvPr/>
              </p14:nvContentPartPr>
              <p14:xfrm>
                <a:off x="10685664" y="3602376"/>
                <a:ext cx="349200" cy="45540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9B8A3A0F-28A3-B8BD-6458-8C8F8D3BA09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681344" y="3598056"/>
                  <a:ext cx="357840" cy="46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41E0AB6C-E214-6B46-3BB5-D88D61853265}"/>
              </a:ext>
            </a:extLst>
          </p:cNvPr>
          <p:cNvGrpSpPr/>
          <p:nvPr/>
        </p:nvGrpSpPr>
        <p:grpSpPr>
          <a:xfrm>
            <a:off x="7425504" y="4120416"/>
            <a:ext cx="505440" cy="229680"/>
            <a:chOff x="7425504" y="4120416"/>
            <a:chExt cx="505440" cy="22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FEE02188-A566-04FB-CB94-0DD59BDD607C}"/>
                    </a:ext>
                  </a:extLst>
                </p14:cNvPr>
                <p14:cNvContentPartPr/>
                <p14:nvPr/>
              </p14:nvContentPartPr>
              <p14:xfrm>
                <a:off x="7425504" y="4228416"/>
                <a:ext cx="103320" cy="12168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FEE02188-A566-04FB-CB94-0DD59BDD607C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421184" y="4224096"/>
                  <a:ext cx="1119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22FE501-33CC-A3DF-3AB6-3FE53549BDEA}"/>
                    </a:ext>
                  </a:extLst>
                </p14:cNvPr>
                <p14:cNvContentPartPr/>
                <p14:nvPr/>
              </p14:nvContentPartPr>
              <p14:xfrm>
                <a:off x="7618464" y="4256856"/>
                <a:ext cx="166320" cy="7272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22FE501-33CC-A3DF-3AB6-3FE53549BDE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7614144" y="4252536"/>
                  <a:ext cx="1749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98D38A5-58F3-C4C4-B757-769EC8EB7024}"/>
                    </a:ext>
                  </a:extLst>
                </p14:cNvPr>
                <p14:cNvContentPartPr/>
                <p14:nvPr/>
              </p14:nvContentPartPr>
              <p14:xfrm>
                <a:off x="7794144" y="4120416"/>
                <a:ext cx="83160" cy="18252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98D38A5-58F3-C4C4-B757-769EC8EB702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789824" y="4116096"/>
                  <a:ext cx="918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BA8C564-4634-14CE-126D-651B0732965C}"/>
                    </a:ext>
                  </a:extLst>
                </p14:cNvPr>
                <p14:cNvContentPartPr/>
                <p14:nvPr/>
              </p14:nvContentPartPr>
              <p14:xfrm>
                <a:off x="7723224" y="4214376"/>
                <a:ext cx="207720" cy="280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BA8C564-4634-14CE-126D-651B0732965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718904" y="4210056"/>
                  <a:ext cx="21636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57F93BFB-2664-52EB-F70B-1EF6E7500137}"/>
              </a:ext>
            </a:extLst>
          </p:cNvPr>
          <p:cNvGrpSpPr/>
          <p:nvPr/>
        </p:nvGrpSpPr>
        <p:grpSpPr>
          <a:xfrm>
            <a:off x="8139744" y="4212936"/>
            <a:ext cx="312840" cy="79920"/>
            <a:chOff x="8139744" y="4212936"/>
            <a:chExt cx="312840" cy="7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D383281-04C7-8923-730B-4C000D64FDCF}"/>
                    </a:ext>
                  </a:extLst>
                </p14:cNvPr>
                <p14:cNvContentPartPr/>
                <p14:nvPr/>
              </p14:nvContentPartPr>
              <p14:xfrm>
                <a:off x="8139744" y="4212936"/>
                <a:ext cx="105840" cy="799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D383281-04C7-8923-730B-4C000D64FDC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8135424" y="4208616"/>
                  <a:ext cx="1144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2D288828-5256-E4EF-7EDD-B15AE1883AF0}"/>
                    </a:ext>
                  </a:extLst>
                </p14:cNvPr>
                <p14:cNvContentPartPr/>
                <p14:nvPr/>
              </p14:nvContentPartPr>
              <p14:xfrm>
                <a:off x="8291304" y="4228056"/>
                <a:ext cx="161280" cy="572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2D288828-5256-E4EF-7EDD-B15AE1883AF0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8286984" y="4223736"/>
                  <a:ext cx="16992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264E16CC-4199-D332-4340-79CCFD768E0E}"/>
              </a:ext>
            </a:extLst>
          </p:cNvPr>
          <p:cNvGrpSpPr/>
          <p:nvPr/>
        </p:nvGrpSpPr>
        <p:grpSpPr>
          <a:xfrm>
            <a:off x="7471944" y="4566816"/>
            <a:ext cx="961200" cy="259200"/>
            <a:chOff x="7471944" y="4566816"/>
            <a:chExt cx="961200" cy="25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6F45B86-7FC2-5BF7-E2BD-5D4344B620F3}"/>
                    </a:ext>
                  </a:extLst>
                </p14:cNvPr>
                <p14:cNvContentPartPr/>
                <p14:nvPr/>
              </p14:nvContentPartPr>
              <p14:xfrm>
                <a:off x="7471944" y="4712256"/>
                <a:ext cx="181080" cy="11376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6F45B86-7FC2-5BF7-E2BD-5D4344B620F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467624" y="4707936"/>
                  <a:ext cx="1897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28EBE4A6-63EB-C63E-EFF9-621BF138614F}"/>
                    </a:ext>
                  </a:extLst>
                </p14:cNvPr>
                <p14:cNvContentPartPr/>
                <p14:nvPr/>
              </p14:nvContentPartPr>
              <p14:xfrm>
                <a:off x="7659864" y="4728096"/>
                <a:ext cx="166320" cy="6660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28EBE4A6-63EB-C63E-EFF9-621BF138614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655544" y="4723776"/>
                  <a:ext cx="1749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B1A4D5FD-70CB-67F7-CF16-E188BA03634E}"/>
                    </a:ext>
                  </a:extLst>
                </p14:cNvPr>
                <p14:cNvContentPartPr/>
                <p14:nvPr/>
              </p14:nvContentPartPr>
              <p14:xfrm>
                <a:off x="7886304" y="4619376"/>
                <a:ext cx="52200" cy="1479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B1A4D5FD-70CB-67F7-CF16-E188BA03634E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881984" y="4615056"/>
                  <a:ext cx="608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F29AD391-1CB9-7581-FF3F-E5AB411954A2}"/>
                    </a:ext>
                  </a:extLst>
                </p14:cNvPr>
                <p14:cNvContentPartPr/>
                <p14:nvPr/>
              </p14:nvContentPartPr>
              <p14:xfrm>
                <a:off x="7962264" y="4598136"/>
                <a:ext cx="66240" cy="15804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F29AD391-1CB9-7581-FF3F-E5AB411954A2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957944" y="4593816"/>
                  <a:ext cx="748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76B9003C-CD1E-E944-0E9C-FBB50C439EB5}"/>
                    </a:ext>
                  </a:extLst>
                </p14:cNvPr>
                <p14:cNvContentPartPr/>
                <p14:nvPr/>
              </p14:nvContentPartPr>
              <p14:xfrm>
                <a:off x="8050104" y="4693536"/>
                <a:ext cx="112680" cy="7740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76B9003C-CD1E-E944-0E9C-FBB50C439EB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045784" y="4689216"/>
                  <a:ext cx="1213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A6A04A63-E913-A840-EC5B-9C68B071A368}"/>
                    </a:ext>
                  </a:extLst>
                </p14:cNvPr>
                <p14:cNvContentPartPr/>
                <p14:nvPr/>
              </p14:nvContentPartPr>
              <p14:xfrm>
                <a:off x="8218224" y="4566816"/>
                <a:ext cx="214920" cy="20700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A6A04A63-E913-A840-EC5B-9C68B071A36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213904" y="4562496"/>
                  <a:ext cx="22356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5CBD27F5-017C-4812-A177-CAEE6D53AFE1}"/>
              </a:ext>
            </a:extLst>
          </p:cNvPr>
          <p:cNvGrpSpPr/>
          <p:nvPr/>
        </p:nvGrpSpPr>
        <p:grpSpPr>
          <a:xfrm>
            <a:off x="8781624" y="4043016"/>
            <a:ext cx="1312200" cy="823320"/>
            <a:chOff x="8781624" y="4043016"/>
            <a:chExt cx="1312200" cy="82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47CBF09-985B-3BE1-9D81-ABC1B1C1A260}"/>
                    </a:ext>
                  </a:extLst>
                </p14:cNvPr>
                <p14:cNvContentPartPr/>
                <p14:nvPr/>
              </p14:nvContentPartPr>
              <p14:xfrm>
                <a:off x="8809704" y="4178736"/>
                <a:ext cx="87840" cy="752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47CBF09-985B-3BE1-9D81-ABC1B1C1A26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805384" y="4174416"/>
                  <a:ext cx="964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8A8A8DF-FE54-1CB8-2D9A-EC1DB4B03825}"/>
                    </a:ext>
                  </a:extLst>
                </p14:cNvPr>
                <p14:cNvContentPartPr/>
                <p14:nvPr/>
              </p14:nvContentPartPr>
              <p14:xfrm>
                <a:off x="8925264" y="4213656"/>
                <a:ext cx="37080" cy="2797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8A8A8DF-FE54-1CB8-2D9A-EC1DB4B0382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920944" y="4209336"/>
                  <a:ext cx="457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3033495-FB4D-F4D1-8655-1C83F3D3408E}"/>
                    </a:ext>
                  </a:extLst>
                </p14:cNvPr>
                <p14:cNvContentPartPr/>
                <p14:nvPr/>
              </p14:nvContentPartPr>
              <p14:xfrm>
                <a:off x="8964144" y="4167216"/>
                <a:ext cx="69120" cy="7524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3033495-FB4D-F4D1-8655-1C83F3D3408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959824" y="4162896"/>
                  <a:ext cx="777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258A8F5-5779-027F-B744-D34CC2F0CEEA}"/>
                    </a:ext>
                  </a:extLst>
                </p14:cNvPr>
                <p14:cNvContentPartPr/>
                <p14:nvPr/>
              </p14:nvContentPartPr>
              <p14:xfrm>
                <a:off x="9082584" y="4169376"/>
                <a:ext cx="74880" cy="716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258A8F5-5779-027F-B744-D34CC2F0CEE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9078264" y="4165056"/>
                  <a:ext cx="835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907E0680-F5FF-BBF5-E137-B90A0C4C25EA}"/>
                    </a:ext>
                  </a:extLst>
                </p14:cNvPr>
                <p14:cNvContentPartPr/>
                <p14:nvPr/>
              </p14:nvContentPartPr>
              <p14:xfrm>
                <a:off x="9208224" y="4145616"/>
                <a:ext cx="46800" cy="838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907E0680-F5FF-BBF5-E137-B90A0C4C25E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203904" y="4141296"/>
                  <a:ext cx="554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1F8D159-2361-1C82-6A4A-032CACF7442E}"/>
                    </a:ext>
                  </a:extLst>
                </p14:cNvPr>
                <p14:cNvContentPartPr/>
                <p14:nvPr/>
              </p14:nvContentPartPr>
              <p14:xfrm>
                <a:off x="9294984" y="4147776"/>
                <a:ext cx="172080" cy="6768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1F8D159-2361-1C82-6A4A-032CACF7442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290664" y="4143456"/>
                  <a:ext cx="1807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9A283EA-4727-6D72-C5F9-583D306A1AB0}"/>
                    </a:ext>
                  </a:extLst>
                </p14:cNvPr>
                <p14:cNvContentPartPr/>
                <p14:nvPr/>
              </p14:nvContentPartPr>
              <p14:xfrm>
                <a:off x="9481464" y="4063176"/>
                <a:ext cx="56520" cy="1555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9A283EA-4727-6D72-C5F9-583D306A1AB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477144" y="4058856"/>
                  <a:ext cx="651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54019038-9D4E-7869-2650-821F02EBB19D}"/>
                    </a:ext>
                  </a:extLst>
                </p14:cNvPr>
                <p14:cNvContentPartPr/>
                <p14:nvPr/>
              </p14:nvContentPartPr>
              <p14:xfrm>
                <a:off x="9464184" y="4138776"/>
                <a:ext cx="207720" cy="687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54019038-9D4E-7869-2650-821F02EBB19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459864" y="4134456"/>
                  <a:ext cx="2163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B441F7A6-E8E0-091D-F9A2-8E7CD6EAFEB3}"/>
                    </a:ext>
                  </a:extLst>
                </p14:cNvPr>
                <p14:cNvContentPartPr/>
                <p14:nvPr/>
              </p14:nvContentPartPr>
              <p14:xfrm>
                <a:off x="9674064" y="4043016"/>
                <a:ext cx="5400" cy="5400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B441F7A6-E8E0-091D-F9A2-8E7CD6EAFEB3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669744" y="4038696"/>
                  <a:ext cx="140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6F34FBE9-1645-2E44-C7C9-B09A83DB1536}"/>
                    </a:ext>
                  </a:extLst>
                </p14:cNvPr>
                <p14:cNvContentPartPr/>
                <p14:nvPr/>
              </p14:nvContentPartPr>
              <p14:xfrm>
                <a:off x="9722304" y="4102776"/>
                <a:ext cx="208080" cy="885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6F34FBE9-1645-2E44-C7C9-B09A83DB153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717984" y="4098456"/>
                  <a:ext cx="2167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A2B4304-14A8-BAE7-E9AA-D1B581731BD7}"/>
                    </a:ext>
                  </a:extLst>
                </p14:cNvPr>
                <p14:cNvContentPartPr/>
                <p14:nvPr/>
              </p14:nvContentPartPr>
              <p14:xfrm>
                <a:off x="8781624" y="4651056"/>
                <a:ext cx="37080" cy="21528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A2B4304-14A8-BAE7-E9AA-D1B581731BD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8777304" y="4646736"/>
                  <a:ext cx="457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17D1E67B-5236-EA5A-58A5-DCF3B1864988}"/>
                    </a:ext>
                  </a:extLst>
                </p14:cNvPr>
                <p14:cNvContentPartPr/>
                <p14:nvPr/>
              </p14:nvContentPartPr>
              <p14:xfrm>
                <a:off x="8839944" y="4603896"/>
                <a:ext cx="81720" cy="846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17D1E67B-5236-EA5A-58A5-DCF3B186498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835624" y="4599576"/>
                  <a:ext cx="903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A8F6E4D-A964-6718-B240-79B570F00F6F}"/>
                    </a:ext>
                  </a:extLst>
                </p14:cNvPr>
                <p14:cNvContentPartPr/>
                <p14:nvPr/>
              </p14:nvContentPartPr>
              <p14:xfrm>
                <a:off x="8940024" y="4616856"/>
                <a:ext cx="156240" cy="720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A8F6E4D-A964-6718-B240-79B570F00F6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935704" y="4612536"/>
                  <a:ext cx="1648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A218EEC2-AADA-C148-E093-E26A2A881A77}"/>
                    </a:ext>
                  </a:extLst>
                </p14:cNvPr>
                <p14:cNvContentPartPr/>
                <p14:nvPr/>
              </p14:nvContentPartPr>
              <p14:xfrm>
                <a:off x="9129384" y="4614336"/>
                <a:ext cx="45000" cy="6408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A218EEC2-AADA-C148-E093-E26A2A881A77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9125064" y="4610016"/>
                  <a:ext cx="536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8E4F746-2A6A-45BE-FD0A-002E095D6632}"/>
                    </a:ext>
                  </a:extLst>
                </p14:cNvPr>
                <p14:cNvContentPartPr/>
                <p14:nvPr/>
              </p14:nvContentPartPr>
              <p14:xfrm>
                <a:off x="9266904" y="4455216"/>
                <a:ext cx="107640" cy="2444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8E4F746-2A6A-45BE-FD0A-002E095D663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262584" y="4450896"/>
                  <a:ext cx="1162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EAE34D34-7B0F-5163-CB21-BBE97BF25B23}"/>
                    </a:ext>
                  </a:extLst>
                </p14:cNvPr>
                <p14:cNvContentPartPr/>
                <p14:nvPr/>
              </p14:nvContentPartPr>
              <p14:xfrm>
                <a:off x="9239904" y="4582656"/>
                <a:ext cx="207720" cy="781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EAE34D34-7B0F-5163-CB21-BBE97BF25B23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235584" y="4578336"/>
                  <a:ext cx="2163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C714010E-01D2-6C73-291A-7E93BAD9FD3E}"/>
                    </a:ext>
                  </a:extLst>
                </p14:cNvPr>
                <p14:cNvContentPartPr/>
                <p14:nvPr/>
              </p14:nvContentPartPr>
              <p14:xfrm>
                <a:off x="9456984" y="4513536"/>
                <a:ext cx="19800" cy="158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C714010E-01D2-6C73-291A-7E93BAD9FD3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452664" y="4509216"/>
                  <a:ext cx="284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EA45D510-871B-569B-8751-805D7F2D0019}"/>
                    </a:ext>
                  </a:extLst>
                </p14:cNvPr>
                <p14:cNvContentPartPr/>
                <p14:nvPr/>
              </p14:nvContentPartPr>
              <p14:xfrm>
                <a:off x="9571464" y="4467456"/>
                <a:ext cx="61200" cy="19476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EA45D510-871B-569B-8751-805D7F2D001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567144" y="4463136"/>
                  <a:ext cx="698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76903459-F74E-4C05-C633-2E06744C6565}"/>
                    </a:ext>
                  </a:extLst>
                </p14:cNvPr>
                <p14:cNvContentPartPr/>
                <p14:nvPr/>
              </p14:nvContentPartPr>
              <p14:xfrm>
                <a:off x="9539784" y="4540536"/>
                <a:ext cx="185760" cy="572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76903459-F74E-4C05-C633-2E06744C6565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535464" y="4536216"/>
                  <a:ext cx="1944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9BC23838-84B1-0575-B698-2A00E2062163}"/>
                    </a:ext>
                  </a:extLst>
                </p14:cNvPr>
                <p14:cNvContentPartPr/>
                <p14:nvPr/>
              </p14:nvContentPartPr>
              <p14:xfrm>
                <a:off x="9766584" y="4482576"/>
                <a:ext cx="360" cy="2808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9BC23838-84B1-0575-B698-2A00E2062163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762264" y="4478256"/>
                  <a:ext cx="9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1742415-8B24-D380-85F4-A03C8684E7FD}"/>
                    </a:ext>
                  </a:extLst>
                </p14:cNvPr>
                <p14:cNvContentPartPr/>
                <p14:nvPr/>
              </p14:nvContentPartPr>
              <p14:xfrm>
                <a:off x="9801504" y="4532616"/>
                <a:ext cx="84960" cy="9360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1742415-8B24-D380-85F4-A03C8684E7F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797184" y="4528296"/>
                  <a:ext cx="936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42BDA5E7-341F-8969-12F7-F4BBFA3866B6}"/>
                    </a:ext>
                  </a:extLst>
                </p14:cNvPr>
                <p14:cNvContentPartPr/>
                <p14:nvPr/>
              </p14:nvContentPartPr>
              <p14:xfrm>
                <a:off x="9910584" y="4557456"/>
                <a:ext cx="183240" cy="680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42BDA5E7-341F-8969-12F7-F4BBFA3866B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906264" y="4553136"/>
                  <a:ext cx="191880" cy="7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6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677E654B-CB1A-675B-9278-73B0AB4CCF7A}"/>
                  </a:ext>
                </a:extLst>
              </p14:cNvPr>
              <p14:cNvContentPartPr/>
              <p14:nvPr/>
            </p14:nvContentPartPr>
            <p14:xfrm>
              <a:off x="-1015416" y="186696"/>
              <a:ext cx="48960" cy="6120"/>
            </p14:xfrm>
          </p:contentPart>
        </mc:Choice>
        <mc:Fallback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677E654B-CB1A-675B-9278-73B0AB4CCF7A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-1019736" y="182376"/>
                <a:ext cx="57600" cy="1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5" name="Group 264">
            <a:extLst>
              <a:ext uri="{FF2B5EF4-FFF2-40B4-BE49-F238E27FC236}">
                <a16:creationId xmlns:a16="http://schemas.microsoft.com/office/drawing/2014/main" id="{52943658-D63C-04EA-A3DB-6F3248456428}"/>
              </a:ext>
            </a:extLst>
          </p:cNvPr>
          <p:cNvGrpSpPr/>
          <p:nvPr/>
        </p:nvGrpSpPr>
        <p:grpSpPr>
          <a:xfrm>
            <a:off x="366984" y="86256"/>
            <a:ext cx="1309680" cy="237600"/>
            <a:chOff x="366984" y="86256"/>
            <a:chExt cx="1309680" cy="23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9DF20EA6-DBCB-4274-B30C-4516DCE0FC0F}"/>
                    </a:ext>
                  </a:extLst>
                </p14:cNvPr>
                <p14:cNvContentPartPr/>
                <p14:nvPr/>
              </p14:nvContentPartPr>
              <p14:xfrm>
                <a:off x="432864" y="172656"/>
                <a:ext cx="19800" cy="1512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9DF20EA6-DBCB-4274-B30C-4516DCE0FC0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28544" y="168336"/>
                  <a:ext cx="284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DBDBC9F1-7A30-2C95-4189-41B32A6B541E}"/>
                    </a:ext>
                  </a:extLst>
                </p14:cNvPr>
                <p14:cNvContentPartPr/>
                <p14:nvPr/>
              </p14:nvContentPartPr>
              <p14:xfrm>
                <a:off x="366984" y="86256"/>
                <a:ext cx="158760" cy="10080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DBDBC9F1-7A30-2C95-4189-41B32A6B541E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62664" y="81936"/>
                  <a:ext cx="1674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435A23F9-5762-2902-3724-140D5658E40F}"/>
                    </a:ext>
                  </a:extLst>
                </p14:cNvPr>
                <p14:cNvContentPartPr/>
                <p14:nvPr/>
              </p14:nvContentPartPr>
              <p14:xfrm>
                <a:off x="557064" y="194616"/>
                <a:ext cx="115200" cy="997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435A23F9-5762-2902-3724-140D5658E40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52744" y="190296"/>
                  <a:ext cx="1238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97F51831-00A7-789F-D3BC-32A86B090E0E}"/>
                    </a:ext>
                  </a:extLst>
                </p14:cNvPr>
                <p14:cNvContentPartPr/>
                <p14:nvPr/>
              </p14:nvContentPartPr>
              <p14:xfrm>
                <a:off x="749664" y="181656"/>
                <a:ext cx="54360" cy="950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97F51831-00A7-789F-D3BC-32A86B090E0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45344" y="177336"/>
                  <a:ext cx="630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95F76F37-AC67-20D3-DFE0-154D803647F3}"/>
                    </a:ext>
                  </a:extLst>
                </p14:cNvPr>
                <p14:cNvContentPartPr/>
                <p14:nvPr/>
              </p14:nvContentPartPr>
              <p14:xfrm>
                <a:off x="957024" y="92376"/>
                <a:ext cx="61200" cy="18576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95F76F37-AC67-20D3-DFE0-154D803647F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52704" y="88056"/>
                  <a:ext cx="6984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885391E1-5730-CA8B-1FC9-6A30E9A8A767}"/>
                    </a:ext>
                  </a:extLst>
                </p14:cNvPr>
                <p14:cNvContentPartPr/>
                <p14:nvPr/>
              </p14:nvContentPartPr>
              <p14:xfrm>
                <a:off x="893664" y="188856"/>
                <a:ext cx="231120" cy="7056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885391E1-5730-CA8B-1FC9-6A30E9A8A76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889344" y="184536"/>
                  <a:ext cx="2397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DC707CA-7BB2-35A3-801B-05A7DFF166C7}"/>
                    </a:ext>
                  </a:extLst>
                </p14:cNvPr>
                <p14:cNvContentPartPr/>
                <p14:nvPr/>
              </p14:nvContentPartPr>
              <p14:xfrm>
                <a:off x="1122984" y="96336"/>
                <a:ext cx="32040" cy="2952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DC707CA-7BB2-35A3-801B-05A7DFF166C7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118664" y="92016"/>
                  <a:ext cx="406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0A7EDB97-4575-A457-23CB-0E241F84FBC0}"/>
                    </a:ext>
                  </a:extLst>
                </p14:cNvPr>
                <p14:cNvContentPartPr/>
                <p14:nvPr/>
              </p14:nvContentPartPr>
              <p14:xfrm>
                <a:off x="1264464" y="98136"/>
                <a:ext cx="41760" cy="18720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0A7EDB97-4575-A457-23CB-0E241F84FBC0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260144" y="93816"/>
                  <a:ext cx="504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B4201FC9-AAE2-6982-1953-64B2A3A63788}"/>
                    </a:ext>
                  </a:extLst>
                </p14:cNvPr>
                <p14:cNvContentPartPr/>
                <p14:nvPr/>
              </p14:nvContentPartPr>
              <p14:xfrm>
                <a:off x="1232424" y="202896"/>
                <a:ext cx="162000" cy="4428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B4201FC9-AAE2-6982-1953-64B2A3A63788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228104" y="198576"/>
                  <a:ext cx="1706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1CFF57E5-F335-5E80-0205-194EEE19DC33}"/>
                    </a:ext>
                  </a:extLst>
                </p14:cNvPr>
                <p14:cNvContentPartPr/>
                <p14:nvPr/>
              </p14:nvContentPartPr>
              <p14:xfrm>
                <a:off x="1437264" y="137736"/>
                <a:ext cx="7560" cy="1008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1CFF57E5-F335-5E80-0205-194EEE19DC33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432944" y="133416"/>
                  <a:ext cx="162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6E5EE0BE-1BB7-3BFA-5FB8-BD3C66EDD1D6}"/>
                    </a:ext>
                  </a:extLst>
                </p14:cNvPr>
                <p14:cNvContentPartPr/>
                <p14:nvPr/>
              </p14:nvContentPartPr>
              <p14:xfrm>
                <a:off x="1454904" y="168336"/>
                <a:ext cx="221760" cy="8892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6E5EE0BE-1BB7-3BFA-5FB8-BD3C66EDD1D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450584" y="164016"/>
                  <a:ext cx="230400" cy="9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263" name="Ink 262">
                <a:extLst>
                  <a:ext uri="{FF2B5EF4-FFF2-40B4-BE49-F238E27FC236}">
                    <a16:creationId xmlns:a16="http://schemas.microsoft.com/office/drawing/2014/main" id="{A5FF787C-3808-D2E2-A9CB-E52EB2AE7317}"/>
                  </a:ext>
                </a:extLst>
              </p14:cNvPr>
              <p14:cNvContentPartPr/>
              <p14:nvPr/>
            </p14:nvContentPartPr>
            <p14:xfrm>
              <a:off x="1827504" y="183456"/>
              <a:ext cx="132120" cy="15120"/>
            </p14:xfrm>
          </p:contentPart>
        </mc:Choice>
        <mc:Fallback>
          <p:pic>
            <p:nvPicPr>
              <p:cNvPr id="263" name="Ink 262">
                <a:extLst>
                  <a:ext uri="{FF2B5EF4-FFF2-40B4-BE49-F238E27FC236}">
                    <a16:creationId xmlns:a16="http://schemas.microsoft.com/office/drawing/2014/main" id="{A5FF787C-3808-D2E2-A9CB-E52EB2AE7317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1823184" y="179136"/>
                <a:ext cx="14076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264" name="Ink 263">
                <a:extLst>
                  <a:ext uri="{FF2B5EF4-FFF2-40B4-BE49-F238E27FC236}">
                    <a16:creationId xmlns:a16="http://schemas.microsoft.com/office/drawing/2014/main" id="{53E1C779-DDD0-EDD7-D61C-51480E35C851}"/>
                  </a:ext>
                </a:extLst>
              </p14:cNvPr>
              <p14:cNvContentPartPr/>
              <p14:nvPr/>
            </p14:nvContentPartPr>
            <p14:xfrm>
              <a:off x="2183544" y="117576"/>
              <a:ext cx="27360" cy="114120"/>
            </p14:xfrm>
          </p:contentPart>
        </mc:Choice>
        <mc:Fallback>
          <p:pic>
            <p:nvPicPr>
              <p:cNvPr id="264" name="Ink 263">
                <a:extLst>
                  <a:ext uri="{FF2B5EF4-FFF2-40B4-BE49-F238E27FC236}">
                    <a16:creationId xmlns:a16="http://schemas.microsoft.com/office/drawing/2014/main" id="{53E1C779-DDD0-EDD7-D61C-51480E35C851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2179224" y="113256"/>
                <a:ext cx="36000" cy="12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0" name="Group 309">
            <a:extLst>
              <a:ext uri="{FF2B5EF4-FFF2-40B4-BE49-F238E27FC236}">
                <a16:creationId xmlns:a16="http://schemas.microsoft.com/office/drawing/2014/main" id="{DFDEA4D3-9D18-BB1C-F943-173C78984A0E}"/>
              </a:ext>
            </a:extLst>
          </p:cNvPr>
          <p:cNvGrpSpPr/>
          <p:nvPr/>
        </p:nvGrpSpPr>
        <p:grpSpPr>
          <a:xfrm>
            <a:off x="10144584" y="496296"/>
            <a:ext cx="1091520" cy="392040"/>
            <a:chOff x="10144584" y="496296"/>
            <a:chExt cx="1091520" cy="39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09869154-E46A-F89B-24FA-72C5BAF7DB17}"/>
                    </a:ext>
                  </a:extLst>
                </p14:cNvPr>
                <p14:cNvContentPartPr/>
                <p14:nvPr/>
              </p14:nvContentPartPr>
              <p14:xfrm>
                <a:off x="10144584" y="668016"/>
                <a:ext cx="93960" cy="13680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09869154-E46A-F89B-24FA-72C5BAF7DB1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140264" y="663696"/>
                  <a:ext cx="1026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26816F1D-103A-D122-D7A4-11FFE3E93500}"/>
                    </a:ext>
                  </a:extLst>
                </p14:cNvPr>
                <p14:cNvContentPartPr/>
                <p14:nvPr/>
              </p14:nvContentPartPr>
              <p14:xfrm>
                <a:off x="10322424" y="801936"/>
                <a:ext cx="75960" cy="8640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26816F1D-103A-D122-D7A4-11FFE3E9350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318104" y="797616"/>
                  <a:ext cx="846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446A6DF8-FAE5-8E93-EE2A-1D1FF9C34337}"/>
                    </a:ext>
                  </a:extLst>
                </p14:cNvPr>
                <p14:cNvContentPartPr/>
                <p14:nvPr/>
              </p14:nvContentPartPr>
              <p14:xfrm>
                <a:off x="10539504" y="687096"/>
                <a:ext cx="176040" cy="10872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446A6DF8-FAE5-8E93-EE2A-1D1FF9C34337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535184" y="682776"/>
                  <a:ext cx="1846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7014CE22-D8C7-049D-BCC6-A527BD0404D6}"/>
                    </a:ext>
                  </a:extLst>
                </p14:cNvPr>
                <p14:cNvContentPartPr/>
                <p14:nvPr/>
              </p14:nvContentPartPr>
              <p14:xfrm>
                <a:off x="10841544" y="690336"/>
                <a:ext cx="120600" cy="2268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7014CE22-D8C7-049D-BCC6-A527BD0404D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0837224" y="686016"/>
                  <a:ext cx="1292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C9526E8F-9B78-D08A-AB7A-9B67E8DE221E}"/>
                    </a:ext>
                  </a:extLst>
                </p14:cNvPr>
                <p14:cNvContentPartPr/>
                <p14:nvPr/>
              </p14:nvContentPartPr>
              <p14:xfrm>
                <a:off x="11071224" y="585576"/>
                <a:ext cx="10080" cy="12312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C9526E8F-9B78-D08A-AB7A-9B67E8DE221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1066904" y="581256"/>
                  <a:ext cx="187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E79FBF9A-EC1F-BEA1-4621-82195D174606}"/>
                    </a:ext>
                  </a:extLst>
                </p14:cNvPr>
                <p14:cNvContentPartPr/>
                <p14:nvPr/>
              </p14:nvContentPartPr>
              <p14:xfrm>
                <a:off x="11134584" y="496296"/>
                <a:ext cx="101520" cy="29556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E79FBF9A-EC1F-BEA1-4621-82195D17460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1130264" y="491976"/>
                  <a:ext cx="110160" cy="30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184CD7D0-B3AA-21FA-303B-C709C2216F5E}"/>
              </a:ext>
            </a:extLst>
          </p:cNvPr>
          <p:cNvGrpSpPr/>
          <p:nvPr/>
        </p:nvGrpSpPr>
        <p:grpSpPr>
          <a:xfrm>
            <a:off x="8293824" y="536976"/>
            <a:ext cx="1694880" cy="586440"/>
            <a:chOff x="8293824" y="536976"/>
            <a:chExt cx="1694880" cy="58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31836638-56B9-D9D5-9E58-2C33302DE539}"/>
                    </a:ext>
                  </a:extLst>
                </p14:cNvPr>
                <p14:cNvContentPartPr/>
                <p14:nvPr/>
              </p14:nvContentPartPr>
              <p14:xfrm>
                <a:off x="8315784" y="818136"/>
                <a:ext cx="27360" cy="30528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31836638-56B9-D9D5-9E58-2C33302DE53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311464" y="813816"/>
                  <a:ext cx="360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FDBD3E5F-B5E8-FD74-F787-1F4A26E23E59}"/>
                    </a:ext>
                  </a:extLst>
                </p14:cNvPr>
                <p14:cNvContentPartPr/>
                <p14:nvPr/>
              </p14:nvContentPartPr>
              <p14:xfrm>
                <a:off x="8293824" y="796176"/>
                <a:ext cx="135720" cy="889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FDBD3E5F-B5E8-FD74-F787-1F4A26E23E59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289504" y="791856"/>
                  <a:ext cx="1443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97075B95-5665-8B2E-0E87-27F8D83449CC}"/>
                    </a:ext>
                  </a:extLst>
                </p14:cNvPr>
                <p14:cNvContentPartPr/>
                <p14:nvPr/>
              </p14:nvContentPartPr>
              <p14:xfrm>
                <a:off x="8483904" y="778176"/>
                <a:ext cx="122760" cy="810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97075B95-5665-8B2E-0E87-27F8D83449CC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479584" y="773856"/>
                  <a:ext cx="1314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F1422BDF-0202-E733-2732-2284C361DE20}"/>
                    </a:ext>
                  </a:extLst>
                </p14:cNvPr>
                <p14:cNvContentPartPr/>
                <p14:nvPr/>
              </p14:nvContentPartPr>
              <p14:xfrm>
                <a:off x="8660664" y="740736"/>
                <a:ext cx="33120" cy="961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F1422BDF-0202-E733-2732-2284C361DE20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656344" y="736416"/>
                  <a:ext cx="417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6ED9ABCB-04A4-6307-A145-7665A6BAB934}"/>
                    </a:ext>
                  </a:extLst>
                </p14:cNvPr>
                <p14:cNvContentPartPr/>
                <p14:nvPr/>
              </p14:nvContentPartPr>
              <p14:xfrm>
                <a:off x="8813304" y="626976"/>
                <a:ext cx="70920" cy="19152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6ED9ABCB-04A4-6307-A145-7665A6BAB934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808984" y="622656"/>
                  <a:ext cx="79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7521B457-FDDA-788A-3117-411FC55FCE67}"/>
                    </a:ext>
                  </a:extLst>
                </p14:cNvPr>
                <p14:cNvContentPartPr/>
                <p14:nvPr/>
              </p14:nvContentPartPr>
              <p14:xfrm>
                <a:off x="8810784" y="727056"/>
                <a:ext cx="133200" cy="730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7521B457-FDDA-788A-3117-411FC55FCE67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806464" y="722736"/>
                  <a:ext cx="1418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8ADB9FEB-CEA1-9BFC-0D66-965ECF9AA7AA}"/>
                    </a:ext>
                  </a:extLst>
                </p14:cNvPr>
                <p14:cNvContentPartPr/>
                <p14:nvPr/>
              </p14:nvContentPartPr>
              <p14:xfrm>
                <a:off x="8998704" y="579096"/>
                <a:ext cx="10080" cy="273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8ADB9FEB-CEA1-9BFC-0D66-965ECF9AA7AA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994384" y="574776"/>
                  <a:ext cx="18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4EB3100A-F088-D0D1-2606-EA6EC2827319}"/>
                    </a:ext>
                  </a:extLst>
                </p14:cNvPr>
                <p14:cNvContentPartPr/>
                <p14:nvPr/>
              </p14:nvContentPartPr>
              <p14:xfrm>
                <a:off x="9032544" y="548136"/>
                <a:ext cx="88200" cy="28080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4EB3100A-F088-D0D1-2606-EA6EC2827319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028224" y="543816"/>
                  <a:ext cx="968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52E6B86C-0782-A478-9761-13BD3983784A}"/>
                    </a:ext>
                  </a:extLst>
                </p14:cNvPr>
                <p14:cNvContentPartPr/>
                <p14:nvPr/>
              </p14:nvContentPartPr>
              <p14:xfrm>
                <a:off x="9035064" y="716976"/>
                <a:ext cx="105120" cy="8928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52E6B86C-0782-A478-9761-13BD3983784A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030744" y="712656"/>
                  <a:ext cx="1137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1F95CC6B-9DDD-9EF7-907C-56D064564334}"/>
                    </a:ext>
                  </a:extLst>
                </p14:cNvPr>
                <p14:cNvContentPartPr/>
                <p14:nvPr/>
              </p14:nvContentPartPr>
              <p14:xfrm>
                <a:off x="9183744" y="619776"/>
                <a:ext cx="22320" cy="7740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1F95CC6B-9DDD-9EF7-907C-56D064564334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9179424" y="615456"/>
                  <a:ext cx="309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FBA67750-3D27-BA9B-9547-0A38960E1575}"/>
                    </a:ext>
                  </a:extLst>
                </p14:cNvPr>
                <p14:cNvContentPartPr/>
                <p14:nvPr/>
              </p14:nvContentPartPr>
              <p14:xfrm>
                <a:off x="9244944" y="684936"/>
                <a:ext cx="198000" cy="10908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FBA67750-3D27-BA9B-9547-0A38960E1575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9240624" y="680616"/>
                  <a:ext cx="2066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F0F5E4DC-4A90-1AF5-805B-1629153FD36C}"/>
                    </a:ext>
                  </a:extLst>
                </p14:cNvPr>
                <p14:cNvContentPartPr/>
                <p14:nvPr/>
              </p14:nvContentPartPr>
              <p14:xfrm>
                <a:off x="9552384" y="536976"/>
                <a:ext cx="131760" cy="33372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F0F5E4DC-4A90-1AF5-805B-1629153FD36C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9548064" y="532656"/>
                  <a:ext cx="14040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C604C6DD-8354-54FE-4820-5C52F453D4F4}"/>
                    </a:ext>
                  </a:extLst>
                </p14:cNvPr>
                <p14:cNvContentPartPr/>
                <p14:nvPr/>
              </p14:nvContentPartPr>
              <p14:xfrm>
                <a:off x="9715464" y="699336"/>
                <a:ext cx="139320" cy="8676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C604C6DD-8354-54FE-4820-5C52F453D4F4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9711144" y="695016"/>
                  <a:ext cx="1479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60CCE3E6-87B3-9264-FD57-E544F6EFB0CD}"/>
                    </a:ext>
                  </a:extLst>
                </p14:cNvPr>
                <p14:cNvContentPartPr/>
                <p14:nvPr/>
              </p14:nvContentPartPr>
              <p14:xfrm>
                <a:off x="9905544" y="809856"/>
                <a:ext cx="83160" cy="7740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60CCE3E6-87B3-9264-FD57-E544F6EFB0CD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901224" y="805536"/>
                  <a:ext cx="918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1D4531A2-D331-97BB-0CEC-ED068D6B85A1}"/>
                    </a:ext>
                  </a:extLst>
                </p14:cNvPr>
                <p14:cNvContentPartPr/>
                <p14:nvPr/>
              </p14:nvContentPartPr>
              <p14:xfrm>
                <a:off x="9793584" y="743976"/>
                <a:ext cx="34560" cy="108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1D4531A2-D331-97BB-0CEC-ED068D6B85A1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9789264" y="739656"/>
                  <a:ext cx="4320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9827127A-A90A-3CAF-1E37-D045C5B76C9B}"/>
                    </a:ext>
                  </a:extLst>
                </p14:cNvPr>
                <p14:cNvContentPartPr/>
                <p14:nvPr/>
              </p14:nvContentPartPr>
              <p14:xfrm>
                <a:off x="9756864" y="714456"/>
                <a:ext cx="41760" cy="1872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9827127A-A90A-3CAF-1E37-D045C5B76C9B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9752544" y="710136"/>
                  <a:ext cx="5040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9F98CC20-8897-6878-FD9F-C9D7BB639784}"/>
              </a:ext>
            </a:extLst>
          </p:cNvPr>
          <p:cNvGrpSpPr/>
          <p:nvPr/>
        </p:nvGrpSpPr>
        <p:grpSpPr>
          <a:xfrm>
            <a:off x="7128504" y="781416"/>
            <a:ext cx="546480" cy="207720"/>
            <a:chOff x="7128504" y="781416"/>
            <a:chExt cx="546480" cy="20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2423D826-DA40-2AE4-92AF-2CF04C60DF6F}"/>
                    </a:ext>
                  </a:extLst>
                </p14:cNvPr>
                <p14:cNvContentPartPr/>
                <p14:nvPr/>
              </p14:nvContentPartPr>
              <p14:xfrm>
                <a:off x="7128504" y="909576"/>
                <a:ext cx="6480" cy="7956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2423D826-DA40-2AE4-92AF-2CF04C60DF6F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124184" y="905256"/>
                  <a:ext cx="151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D7930239-5EC1-7CC2-B707-1EC310362072}"/>
                    </a:ext>
                  </a:extLst>
                </p14:cNvPr>
                <p14:cNvContentPartPr/>
                <p14:nvPr/>
              </p14:nvContentPartPr>
              <p14:xfrm>
                <a:off x="7152624" y="781416"/>
                <a:ext cx="2880" cy="3852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D7930239-5EC1-7CC2-B707-1EC310362072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148304" y="777096"/>
                  <a:ext cx="115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E8CCBEC6-66A4-8F59-B196-2746096465B3}"/>
                    </a:ext>
                  </a:extLst>
                </p14:cNvPr>
                <p14:cNvContentPartPr/>
                <p14:nvPr/>
              </p14:nvContentPartPr>
              <p14:xfrm>
                <a:off x="7155144" y="913896"/>
                <a:ext cx="107640" cy="3492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E8CCBEC6-66A4-8F59-B196-2746096465B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150824" y="909576"/>
                  <a:ext cx="1162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FE2824A4-ECBD-258C-3F21-5E26B0372802}"/>
                    </a:ext>
                  </a:extLst>
                </p14:cNvPr>
                <p14:cNvContentPartPr/>
                <p14:nvPr/>
              </p14:nvContentPartPr>
              <p14:xfrm>
                <a:off x="7296624" y="791856"/>
                <a:ext cx="141840" cy="18288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FE2824A4-ECBD-258C-3F21-5E26B0372802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292304" y="787536"/>
                  <a:ext cx="1504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CEDAA2AE-3CCD-ABF5-22DB-43ADFF4B757B}"/>
                    </a:ext>
                  </a:extLst>
                </p14:cNvPr>
                <p14:cNvContentPartPr/>
                <p14:nvPr/>
              </p14:nvContentPartPr>
              <p14:xfrm>
                <a:off x="7469784" y="888336"/>
                <a:ext cx="65880" cy="8352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CEDAA2AE-3CCD-ABF5-22DB-43ADFF4B757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465464" y="884016"/>
                  <a:ext cx="745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34BCF411-8797-149C-B869-73E20F622AFA}"/>
                    </a:ext>
                  </a:extLst>
                </p14:cNvPr>
                <p14:cNvContentPartPr/>
                <p14:nvPr/>
              </p14:nvContentPartPr>
              <p14:xfrm>
                <a:off x="7584264" y="848016"/>
                <a:ext cx="63720" cy="10368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34BCF411-8797-149C-B869-73E20F622AFA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579944" y="843696"/>
                  <a:ext cx="723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FE5D2029-FCB6-F115-4A88-EDAAA5E682A3}"/>
                    </a:ext>
                  </a:extLst>
                </p14:cNvPr>
                <p14:cNvContentPartPr/>
                <p14:nvPr/>
              </p14:nvContentPartPr>
              <p14:xfrm>
                <a:off x="7579584" y="873216"/>
                <a:ext cx="95400" cy="4752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FE5D2029-FCB6-F115-4A88-EDAAA5E682A3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575264" y="868896"/>
                  <a:ext cx="10404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609CB028-CBE1-46B4-323E-03CEF480943F}"/>
              </a:ext>
            </a:extLst>
          </p:cNvPr>
          <p:cNvGrpSpPr/>
          <p:nvPr/>
        </p:nvGrpSpPr>
        <p:grpSpPr>
          <a:xfrm>
            <a:off x="7847784" y="882216"/>
            <a:ext cx="146520" cy="71280"/>
            <a:chOff x="7847784" y="882216"/>
            <a:chExt cx="146520" cy="7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EAA60E11-F4D8-20A1-3434-604160745E4C}"/>
                    </a:ext>
                  </a:extLst>
                </p14:cNvPr>
                <p14:cNvContentPartPr/>
                <p14:nvPr/>
              </p14:nvContentPartPr>
              <p14:xfrm>
                <a:off x="7847784" y="882216"/>
                <a:ext cx="146520" cy="612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EAA60E11-F4D8-20A1-3434-604160745E4C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843464" y="877896"/>
                  <a:ext cx="15516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7EDE3958-1914-E8EE-DC0E-20A2C97758BB}"/>
                    </a:ext>
                  </a:extLst>
                </p14:cNvPr>
                <p14:cNvContentPartPr/>
                <p14:nvPr/>
              </p14:nvContentPartPr>
              <p14:xfrm>
                <a:off x="7876944" y="943416"/>
                <a:ext cx="107640" cy="1008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7EDE3958-1914-E8EE-DC0E-20A2C97758B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7872624" y="939096"/>
                  <a:ext cx="116280" cy="18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02805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E402347-6BBB-8B06-F5A7-34CEDE11F2DC}"/>
              </a:ext>
            </a:extLst>
          </p:cNvPr>
          <p:cNvGrpSpPr/>
          <p:nvPr/>
        </p:nvGrpSpPr>
        <p:grpSpPr>
          <a:xfrm>
            <a:off x="374184" y="120816"/>
            <a:ext cx="1794960" cy="298440"/>
            <a:chOff x="374184" y="120816"/>
            <a:chExt cx="179496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1E6443E-5FFA-0349-EBE7-1A61540DE43D}"/>
                    </a:ext>
                  </a:extLst>
                </p14:cNvPr>
                <p14:cNvContentPartPr/>
                <p14:nvPr/>
              </p14:nvContentPartPr>
              <p14:xfrm>
                <a:off x="374184" y="196056"/>
                <a:ext cx="36360" cy="2232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1E6443E-5FFA-0349-EBE7-1A61540DE43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69864" y="191736"/>
                  <a:ext cx="450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FF358B3-18D7-B264-2B83-11E019DB58FE}"/>
                    </a:ext>
                  </a:extLst>
                </p14:cNvPr>
                <p14:cNvContentPartPr/>
                <p14:nvPr/>
              </p14:nvContentPartPr>
              <p14:xfrm>
                <a:off x="435384" y="120816"/>
                <a:ext cx="92880" cy="97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FF358B3-18D7-B264-2B83-11E019DB58F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31064" y="116496"/>
                  <a:ext cx="1015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CB7882A-7835-C771-4F31-36042D451827}"/>
                    </a:ext>
                  </a:extLst>
                </p14:cNvPr>
                <p14:cNvContentPartPr/>
                <p14:nvPr/>
              </p14:nvContentPartPr>
              <p14:xfrm>
                <a:off x="527904" y="292896"/>
                <a:ext cx="107640" cy="709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CB7882A-7835-C771-4F31-36042D45182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23584" y="288576"/>
                  <a:ext cx="1162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A4E636F-A9BC-A7B3-8852-E720A5611E81}"/>
                    </a:ext>
                  </a:extLst>
                </p14:cNvPr>
                <p14:cNvContentPartPr/>
                <p14:nvPr/>
              </p14:nvContentPartPr>
              <p14:xfrm>
                <a:off x="707544" y="278496"/>
                <a:ext cx="64800" cy="83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A4E636F-A9BC-A7B3-8852-E720A5611E8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3224" y="274176"/>
                  <a:ext cx="734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C8905CA-2A01-43A7-51BA-C8A34A96A011}"/>
                    </a:ext>
                  </a:extLst>
                </p14:cNvPr>
                <p14:cNvContentPartPr/>
                <p14:nvPr/>
              </p14:nvContentPartPr>
              <p14:xfrm>
                <a:off x="818064" y="139536"/>
                <a:ext cx="132120" cy="192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C8905CA-2A01-43A7-51BA-C8A34A96A01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13744" y="135216"/>
                  <a:ext cx="1407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EF6BDE1-25EA-2290-E0A3-F1150A2558E1}"/>
                    </a:ext>
                  </a:extLst>
                </p14:cNvPr>
                <p14:cNvContentPartPr/>
                <p14:nvPr/>
              </p14:nvContentPartPr>
              <p14:xfrm>
                <a:off x="803304" y="275976"/>
                <a:ext cx="232920" cy="48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EF6BDE1-25EA-2290-E0A3-F1150A2558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98984" y="271656"/>
                  <a:ext cx="2415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F5A0909-C467-FB15-632A-82BA6A6B8E6E}"/>
                    </a:ext>
                  </a:extLst>
                </p14:cNvPr>
                <p14:cNvContentPartPr/>
                <p14:nvPr/>
              </p14:nvContentPartPr>
              <p14:xfrm>
                <a:off x="1054584" y="155736"/>
                <a:ext cx="46800" cy="6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F5A0909-C467-FB15-632A-82BA6A6B8E6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50264" y="151416"/>
                  <a:ext cx="5544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C1E9BE8-3D4E-1E88-79BA-7E8F74C4CA3F}"/>
                    </a:ext>
                  </a:extLst>
                </p14:cNvPr>
                <p14:cNvContentPartPr/>
                <p14:nvPr/>
              </p14:nvContentPartPr>
              <p14:xfrm>
                <a:off x="1115424" y="146736"/>
                <a:ext cx="105120" cy="177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C1E9BE8-3D4E-1E88-79BA-7E8F74C4CA3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11104" y="142416"/>
                  <a:ext cx="1137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97F61E2-0871-3EEE-2084-6ECD152C5EF2}"/>
                    </a:ext>
                  </a:extLst>
                </p14:cNvPr>
                <p14:cNvContentPartPr/>
                <p14:nvPr/>
              </p14:nvContentPartPr>
              <p14:xfrm>
                <a:off x="1154664" y="236016"/>
                <a:ext cx="128160" cy="69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97F61E2-0871-3EEE-2084-6ECD152C5EF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50344" y="231696"/>
                  <a:ext cx="1368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5209B8D-1FFE-B540-8E7E-F94159AC98A5}"/>
                    </a:ext>
                  </a:extLst>
                </p14:cNvPr>
                <p14:cNvContentPartPr/>
                <p14:nvPr/>
              </p14:nvContentPartPr>
              <p14:xfrm>
                <a:off x="1329984" y="150696"/>
                <a:ext cx="19800" cy="59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5209B8D-1FFE-B540-8E7E-F94159AC98A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325664" y="146376"/>
                  <a:ext cx="284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BF588EF-7460-9DB6-874F-E899896999F6}"/>
                    </a:ext>
                  </a:extLst>
                </p14:cNvPr>
                <p14:cNvContentPartPr/>
                <p14:nvPr/>
              </p14:nvContentPartPr>
              <p14:xfrm>
                <a:off x="1377864" y="222336"/>
                <a:ext cx="162360" cy="93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BF588EF-7460-9DB6-874F-E899896999F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73544" y="218016"/>
                  <a:ext cx="1710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F0AC482-10E0-271E-D12D-495A166317B8}"/>
                    </a:ext>
                  </a:extLst>
                </p14:cNvPr>
                <p14:cNvContentPartPr/>
                <p14:nvPr/>
              </p14:nvContentPartPr>
              <p14:xfrm>
                <a:off x="1666584" y="285696"/>
                <a:ext cx="114840" cy="5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F0AC482-10E0-271E-D12D-495A166317B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62264" y="281376"/>
                  <a:ext cx="12348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3295726-1775-C67A-374B-25F00A0C83E5}"/>
                    </a:ext>
                  </a:extLst>
                </p14:cNvPr>
                <p14:cNvContentPartPr/>
                <p14:nvPr/>
              </p14:nvContentPartPr>
              <p14:xfrm>
                <a:off x="1941984" y="219096"/>
                <a:ext cx="227160" cy="135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3295726-1775-C67A-374B-25F00A0C83E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37664" y="214776"/>
                  <a:ext cx="235800" cy="14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ACA9F96-6850-F1C9-7C59-E262C3FA3DAB}"/>
                  </a:ext>
                </a:extLst>
              </p14:cNvPr>
              <p14:cNvContentPartPr/>
              <p14:nvPr/>
            </p14:nvContentPartPr>
            <p14:xfrm>
              <a:off x="3524544" y="623016"/>
              <a:ext cx="3062880" cy="11160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ACA9F96-6850-F1C9-7C59-E262C3FA3DA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519864" y="618336"/>
                <a:ext cx="307152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0395627-AB37-AE4B-55A9-532381F451AA}"/>
                  </a:ext>
                </a:extLst>
              </p14:cNvPr>
              <p14:cNvContentPartPr/>
              <p14:nvPr/>
            </p14:nvContentPartPr>
            <p14:xfrm>
              <a:off x="3361104" y="485496"/>
              <a:ext cx="360" cy="3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0395627-AB37-AE4B-55A9-532381F451A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356784" y="48117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4B556A4-F857-C766-CFE5-90E3EADF3488}"/>
                  </a:ext>
                </a:extLst>
              </p14:cNvPr>
              <p14:cNvContentPartPr/>
              <p14:nvPr/>
            </p14:nvContentPartPr>
            <p14:xfrm>
              <a:off x="3626064" y="1228536"/>
              <a:ext cx="86400" cy="795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4B556A4-F857-C766-CFE5-90E3EADF348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621744" y="1224216"/>
                <a:ext cx="9504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E6FDDBD-FA42-2BCF-2F4B-43CEBE0EB966}"/>
                  </a:ext>
                </a:extLst>
              </p14:cNvPr>
              <p14:cNvContentPartPr/>
              <p14:nvPr/>
            </p14:nvContentPartPr>
            <p14:xfrm>
              <a:off x="6174864" y="1276416"/>
              <a:ext cx="117360" cy="572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E6FDDBD-FA42-2BCF-2F4B-43CEBE0EB96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170544" y="1272096"/>
                <a:ext cx="12600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A7D88B5-1AB6-92BD-4228-AE9F23F97234}"/>
                  </a:ext>
                </a:extLst>
              </p14:cNvPr>
              <p14:cNvContentPartPr/>
              <p14:nvPr/>
            </p14:nvContentPartPr>
            <p14:xfrm>
              <a:off x="6377544" y="1267416"/>
              <a:ext cx="81000" cy="36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A7D88B5-1AB6-92BD-4228-AE9F23F9723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373224" y="1263096"/>
                <a:ext cx="89640" cy="1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739599D-83C1-2779-04DD-5BD6F9B24439}"/>
                  </a:ext>
                </a:extLst>
              </p14:cNvPr>
              <p14:cNvContentPartPr/>
              <p14:nvPr/>
            </p14:nvContentPartPr>
            <p14:xfrm>
              <a:off x="6555384" y="1229976"/>
              <a:ext cx="34560" cy="1303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739599D-83C1-2779-04DD-5BD6F9B24439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551064" y="1225656"/>
                <a:ext cx="4320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3E5BF87-C60C-E03D-735E-708AFF8415A5}"/>
                  </a:ext>
                </a:extLst>
              </p14:cNvPr>
              <p14:cNvContentPartPr/>
              <p14:nvPr/>
            </p14:nvContentPartPr>
            <p14:xfrm>
              <a:off x="2311704" y="847296"/>
              <a:ext cx="8640" cy="1479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3E5BF87-C60C-E03D-735E-708AFF8415A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307384" y="842976"/>
                <a:ext cx="1728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7A18147-7DFE-1AD4-850C-8B88A97E73E7}"/>
                  </a:ext>
                </a:extLst>
              </p14:cNvPr>
              <p14:cNvContentPartPr/>
              <p14:nvPr/>
            </p14:nvContentPartPr>
            <p14:xfrm>
              <a:off x="2255904" y="810576"/>
              <a:ext cx="412200" cy="2574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7A18147-7DFE-1AD4-850C-8B88A97E73E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251584" y="806256"/>
                <a:ext cx="42084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4EB1C97-460B-6844-2A76-FA5938BEF034}"/>
                  </a:ext>
                </a:extLst>
              </p14:cNvPr>
              <p14:cNvContentPartPr/>
              <p14:nvPr/>
            </p14:nvContentPartPr>
            <p14:xfrm>
              <a:off x="2339424" y="635976"/>
              <a:ext cx="163800" cy="990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4EB1C97-460B-6844-2A76-FA5938BEF034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335104" y="631656"/>
                <a:ext cx="17244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FBF07D6-5849-F966-A88F-ED68FC283C66}"/>
                  </a:ext>
                </a:extLst>
              </p14:cNvPr>
              <p14:cNvContentPartPr/>
              <p14:nvPr/>
            </p14:nvContentPartPr>
            <p14:xfrm>
              <a:off x="2488464" y="882576"/>
              <a:ext cx="954000" cy="392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FBF07D6-5849-F966-A88F-ED68FC283C6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484144" y="878256"/>
                <a:ext cx="9626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C6F18DB-098F-58BF-8E7E-69F8FA0F1094}"/>
                  </a:ext>
                </a:extLst>
              </p14:cNvPr>
              <p14:cNvContentPartPr/>
              <p14:nvPr/>
            </p14:nvContentPartPr>
            <p14:xfrm>
              <a:off x="3407544" y="804096"/>
              <a:ext cx="84600" cy="1476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C6F18DB-098F-58BF-8E7E-69F8FA0F109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403224" y="799776"/>
                <a:ext cx="9324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7FC05B3-0B42-0A1F-B162-020C284EB1F9}"/>
                  </a:ext>
                </a:extLst>
              </p14:cNvPr>
              <p14:cNvContentPartPr/>
              <p14:nvPr/>
            </p14:nvContentPartPr>
            <p14:xfrm>
              <a:off x="3478104" y="719856"/>
              <a:ext cx="49680" cy="3862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7FC05B3-0B42-0A1F-B162-020C284EB1F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473784" y="715536"/>
                <a:ext cx="5832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9128A02-4021-6EC4-DCAD-CF0819558B14}"/>
                  </a:ext>
                </a:extLst>
              </p14:cNvPr>
              <p14:cNvContentPartPr/>
              <p14:nvPr/>
            </p14:nvContentPartPr>
            <p14:xfrm>
              <a:off x="3474144" y="1032696"/>
              <a:ext cx="3093840" cy="856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9128A02-4021-6EC4-DCAD-CF0819558B1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469824" y="1028376"/>
                <a:ext cx="310248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6E085CB-0E50-F9C8-DDD1-32EF081DE6F0}"/>
                  </a:ext>
                </a:extLst>
              </p14:cNvPr>
              <p14:cNvContentPartPr/>
              <p14:nvPr/>
            </p14:nvContentPartPr>
            <p14:xfrm>
              <a:off x="6504264" y="631296"/>
              <a:ext cx="119880" cy="48312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6E085CB-0E50-F9C8-DDD1-32EF081DE6F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499944" y="626976"/>
                <a:ext cx="128520" cy="4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668593C-5E2C-EB2E-9B77-0C48C4A15BA4}"/>
                  </a:ext>
                </a:extLst>
              </p14:cNvPr>
              <p14:cNvContentPartPr/>
              <p14:nvPr/>
            </p14:nvContentPartPr>
            <p14:xfrm>
              <a:off x="3878064" y="745776"/>
              <a:ext cx="61200" cy="3222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668593C-5E2C-EB2E-9B77-0C48C4A15BA4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873744" y="741456"/>
                <a:ext cx="6984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DEDFC17-1D81-D291-98DB-49279BC9BFE3}"/>
                  </a:ext>
                </a:extLst>
              </p14:cNvPr>
              <p14:cNvContentPartPr/>
              <p14:nvPr/>
            </p14:nvContentPartPr>
            <p14:xfrm>
              <a:off x="4311864" y="712296"/>
              <a:ext cx="56880" cy="3477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DEDFC17-1D81-D291-98DB-49279BC9BFE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307544" y="707976"/>
                <a:ext cx="6552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F0404406-6AB8-D739-D055-855C4A7E3C0F}"/>
                  </a:ext>
                </a:extLst>
              </p14:cNvPr>
              <p14:cNvContentPartPr/>
              <p14:nvPr/>
            </p14:nvContentPartPr>
            <p14:xfrm>
              <a:off x="4764744" y="728856"/>
              <a:ext cx="45000" cy="29880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F0404406-6AB8-D739-D055-855C4A7E3C0F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760424" y="724536"/>
                <a:ext cx="5364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8284157-D37E-4E13-C841-B36CCFED7CDC}"/>
                  </a:ext>
                </a:extLst>
              </p14:cNvPr>
              <p14:cNvContentPartPr/>
              <p14:nvPr/>
            </p14:nvContentPartPr>
            <p14:xfrm>
              <a:off x="5306904" y="688176"/>
              <a:ext cx="34560" cy="3654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8284157-D37E-4E13-C841-B36CCFED7CD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302584" y="683856"/>
                <a:ext cx="4320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2411679-3135-7EA2-E7C7-772AB8BDBFC7}"/>
                  </a:ext>
                </a:extLst>
              </p14:cNvPr>
              <p14:cNvContentPartPr/>
              <p14:nvPr/>
            </p14:nvContentPartPr>
            <p14:xfrm>
              <a:off x="5787144" y="683856"/>
              <a:ext cx="56520" cy="3769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2411679-3135-7EA2-E7C7-772AB8BDBFC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782824" y="679536"/>
                <a:ext cx="6516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6B0C590-1F13-2313-F5BE-B27D12639E31}"/>
                  </a:ext>
                </a:extLst>
              </p14:cNvPr>
              <p14:cNvContentPartPr/>
              <p14:nvPr/>
            </p14:nvContentPartPr>
            <p14:xfrm>
              <a:off x="6191064" y="637776"/>
              <a:ext cx="28080" cy="4248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6B0C590-1F13-2313-F5BE-B27D12639E3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186744" y="633456"/>
                <a:ext cx="36720" cy="4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047D3CE-CCCC-1666-1473-018566E11C75}"/>
                  </a:ext>
                </a:extLst>
              </p14:cNvPr>
              <p14:cNvContentPartPr/>
              <p14:nvPr/>
            </p14:nvContentPartPr>
            <p14:xfrm>
              <a:off x="3750264" y="832536"/>
              <a:ext cx="62280" cy="1418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047D3CE-CCCC-1666-1473-018566E11C7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745944" y="828216"/>
                <a:ext cx="7092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6F60F0B-BB8A-988F-2127-F854B95FCF6D}"/>
                  </a:ext>
                </a:extLst>
              </p14:cNvPr>
              <p14:cNvContentPartPr/>
              <p14:nvPr/>
            </p14:nvContentPartPr>
            <p14:xfrm>
              <a:off x="4046544" y="800856"/>
              <a:ext cx="104760" cy="13896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6F60F0B-BB8A-988F-2127-F854B95FCF6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042224" y="796536"/>
                <a:ext cx="1134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B3CBF48-CB40-7E30-FFF3-8087BE894F1F}"/>
                  </a:ext>
                </a:extLst>
              </p14:cNvPr>
              <p14:cNvContentPartPr/>
              <p14:nvPr/>
            </p14:nvContentPartPr>
            <p14:xfrm>
              <a:off x="4453704" y="827856"/>
              <a:ext cx="15120" cy="1051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B3CBF48-CB40-7E30-FFF3-8087BE894F1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449384" y="823536"/>
                <a:ext cx="2376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8D648EEE-AA24-4BA2-4EF1-9903EB7DCE4A}"/>
                  </a:ext>
                </a:extLst>
              </p14:cNvPr>
              <p14:cNvContentPartPr/>
              <p14:nvPr/>
            </p14:nvContentPartPr>
            <p14:xfrm>
              <a:off x="4904784" y="785736"/>
              <a:ext cx="149040" cy="13284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8D648EEE-AA24-4BA2-4EF1-9903EB7DCE4A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900464" y="781416"/>
                <a:ext cx="15768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4A049F1-7C31-BD02-F819-558AAD1FF5DB}"/>
                  </a:ext>
                </a:extLst>
              </p14:cNvPr>
              <p14:cNvContentPartPr/>
              <p14:nvPr/>
            </p14:nvContentPartPr>
            <p14:xfrm>
              <a:off x="4960584" y="853056"/>
              <a:ext cx="134640" cy="28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4A049F1-7C31-BD02-F819-558AAD1FF5DB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956264" y="848736"/>
                <a:ext cx="143280" cy="1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7C6FBEA-BA48-DB2F-3693-9C51236D3B54}"/>
                  </a:ext>
                </a:extLst>
              </p14:cNvPr>
              <p14:cNvContentPartPr/>
              <p14:nvPr/>
            </p14:nvContentPartPr>
            <p14:xfrm>
              <a:off x="5509224" y="778176"/>
              <a:ext cx="124560" cy="1227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7C6FBEA-BA48-DB2F-3693-9C51236D3B54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504904" y="773856"/>
                <a:ext cx="13320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AA204202-0C9B-BFB7-2189-5F4C69AEBA14}"/>
                  </a:ext>
                </a:extLst>
              </p14:cNvPr>
              <p14:cNvContentPartPr/>
              <p14:nvPr/>
            </p14:nvContentPartPr>
            <p14:xfrm>
              <a:off x="5930784" y="797616"/>
              <a:ext cx="12960" cy="810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AA204202-0C9B-BFB7-2189-5F4C69AEBA14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926464" y="793296"/>
                <a:ext cx="2160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154C520F-090A-23DA-2478-D4D2DFE79097}"/>
                  </a:ext>
                </a:extLst>
              </p14:cNvPr>
              <p14:cNvContentPartPr/>
              <p14:nvPr/>
            </p14:nvContentPartPr>
            <p14:xfrm>
              <a:off x="6016104" y="787896"/>
              <a:ext cx="83520" cy="784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154C520F-090A-23DA-2478-D4D2DFE7909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011784" y="783576"/>
                <a:ext cx="921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19B7E312-7458-2FE7-58D1-4A947B648071}"/>
                  </a:ext>
                </a:extLst>
              </p14:cNvPr>
              <p14:cNvContentPartPr/>
              <p14:nvPr/>
            </p14:nvContentPartPr>
            <p14:xfrm>
              <a:off x="6365304" y="781056"/>
              <a:ext cx="106560" cy="1105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19B7E312-7458-2FE7-58D1-4A947B648071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360984" y="776736"/>
                <a:ext cx="11520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7F931D5-D858-C7FC-4205-AC2AB10A8CCC}"/>
                  </a:ext>
                </a:extLst>
              </p14:cNvPr>
              <p14:cNvContentPartPr/>
              <p14:nvPr/>
            </p14:nvContentPartPr>
            <p14:xfrm>
              <a:off x="4992264" y="1082376"/>
              <a:ext cx="360" cy="4104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7F931D5-D858-C7FC-4205-AC2AB10A8CC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987944" y="1078056"/>
                <a:ext cx="90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AE6D360-90F2-E90E-0DE1-FFDB540671D2}"/>
                  </a:ext>
                </a:extLst>
              </p14:cNvPr>
              <p14:cNvContentPartPr/>
              <p14:nvPr/>
            </p14:nvContentPartPr>
            <p14:xfrm>
              <a:off x="4992264" y="1212336"/>
              <a:ext cx="360" cy="7416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AE6D360-90F2-E90E-0DE1-FFDB540671D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987944" y="1208016"/>
                <a:ext cx="900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29F9852-8E80-91BC-2A93-CA0282622CF9}"/>
                  </a:ext>
                </a:extLst>
              </p14:cNvPr>
              <p14:cNvContentPartPr/>
              <p14:nvPr/>
            </p14:nvContentPartPr>
            <p14:xfrm>
              <a:off x="4975344" y="1367496"/>
              <a:ext cx="5400" cy="1004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29F9852-8E80-91BC-2A93-CA0282622CF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971024" y="1363176"/>
                <a:ext cx="140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DFA88A37-EFE6-B3FD-2E4A-4B6BCAFF9B83}"/>
                  </a:ext>
                </a:extLst>
              </p14:cNvPr>
              <p14:cNvContentPartPr/>
              <p14:nvPr/>
            </p14:nvContentPartPr>
            <p14:xfrm>
              <a:off x="4958424" y="1532376"/>
              <a:ext cx="5400" cy="126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DFA88A37-EFE6-B3FD-2E4A-4B6BCAFF9B83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954104" y="1528056"/>
                <a:ext cx="140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7F455DF-F34D-2C96-84EE-C3D96853E0BE}"/>
                  </a:ext>
                </a:extLst>
              </p14:cNvPr>
              <p14:cNvContentPartPr/>
              <p14:nvPr/>
            </p14:nvContentPartPr>
            <p14:xfrm>
              <a:off x="4909824" y="1089216"/>
              <a:ext cx="163440" cy="1119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7F455DF-F34D-2C96-84EE-C3D96853E0B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905504" y="1084896"/>
                <a:ext cx="17208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FB68CD8-AE81-2EE6-4C30-66B48CF4F820}"/>
                  </a:ext>
                </a:extLst>
              </p14:cNvPr>
              <p14:cNvContentPartPr/>
              <p14:nvPr/>
            </p14:nvContentPartPr>
            <p14:xfrm>
              <a:off x="4614624" y="1654776"/>
              <a:ext cx="122400" cy="6912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FB68CD8-AE81-2EE6-4C30-66B48CF4F82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610304" y="1650456"/>
                <a:ext cx="1310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24F07B1-EC4D-767F-47BF-3AEDDC1EAF70}"/>
                  </a:ext>
                </a:extLst>
              </p14:cNvPr>
              <p14:cNvContentPartPr/>
              <p14:nvPr/>
            </p14:nvContentPartPr>
            <p14:xfrm>
              <a:off x="4802184" y="1660176"/>
              <a:ext cx="7560" cy="410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24F07B1-EC4D-767F-47BF-3AEDDC1EAF7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797864" y="1655856"/>
                <a:ext cx="162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87FD93C2-CDAD-4F1F-5B7C-18606F7C6A9A}"/>
                  </a:ext>
                </a:extLst>
              </p14:cNvPr>
              <p14:cNvContentPartPr/>
              <p14:nvPr/>
            </p14:nvContentPartPr>
            <p14:xfrm>
              <a:off x="4809744" y="1551816"/>
              <a:ext cx="12600" cy="4896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87FD93C2-CDAD-4F1F-5B7C-18606F7C6A9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805424" y="1547496"/>
                <a:ext cx="2124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269DE635-5752-041B-EB9D-EB433A65E080}"/>
                  </a:ext>
                </a:extLst>
              </p14:cNvPr>
              <p14:cNvContentPartPr/>
              <p14:nvPr/>
            </p14:nvContentPartPr>
            <p14:xfrm>
              <a:off x="4906944" y="1516896"/>
              <a:ext cx="129960" cy="18828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269DE635-5752-041B-EB9D-EB433A65E080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902624" y="1512576"/>
                <a:ext cx="13860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213109FA-10FD-B3CE-00F2-83C8A9AB8F61}"/>
                  </a:ext>
                </a:extLst>
              </p14:cNvPr>
              <p14:cNvContentPartPr/>
              <p14:nvPr/>
            </p14:nvContentPartPr>
            <p14:xfrm>
              <a:off x="5055984" y="1498536"/>
              <a:ext cx="102960" cy="1936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213109FA-10FD-B3CE-00F2-83C8A9AB8F6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051664" y="1494216"/>
                <a:ext cx="11160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4269CEEE-352E-D37A-0E19-9880F92A73BB}"/>
                  </a:ext>
                </a:extLst>
              </p14:cNvPr>
              <p14:cNvContentPartPr/>
              <p14:nvPr/>
            </p14:nvContentPartPr>
            <p14:xfrm>
              <a:off x="5210784" y="1510416"/>
              <a:ext cx="30960" cy="1717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4269CEEE-352E-D37A-0E19-9880F92A73BB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206464" y="1506096"/>
                <a:ext cx="3960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40BBC176-FB29-1803-4F10-708985258659}"/>
                  </a:ext>
                </a:extLst>
              </p14:cNvPr>
              <p14:cNvContentPartPr/>
              <p14:nvPr/>
            </p14:nvContentPartPr>
            <p14:xfrm>
              <a:off x="5287104" y="1603296"/>
              <a:ext cx="49320" cy="8424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40BBC176-FB29-1803-4F10-70898525865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282784" y="1598976"/>
                <a:ext cx="5796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E9A225E-1C8B-FD06-29DC-D64DE0DC16CA}"/>
                  </a:ext>
                </a:extLst>
              </p14:cNvPr>
              <p14:cNvContentPartPr/>
              <p14:nvPr/>
            </p14:nvContentPartPr>
            <p14:xfrm>
              <a:off x="4792464" y="4078656"/>
              <a:ext cx="37080" cy="216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E9A225E-1C8B-FD06-29DC-D64DE0DC16CA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788144" y="4074336"/>
                <a:ext cx="4572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BF251CC-CA6F-BD70-0429-6D2C736AA689}"/>
                  </a:ext>
                </a:extLst>
              </p14:cNvPr>
              <p14:cNvContentPartPr/>
              <p14:nvPr/>
            </p14:nvContentPartPr>
            <p14:xfrm>
              <a:off x="3369096" y="1839168"/>
              <a:ext cx="3062880" cy="1116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BF251CC-CA6F-BD70-0429-6D2C736AA68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364416" y="1834488"/>
                <a:ext cx="307152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9400B06-833C-34F8-9D8F-7A784C536032}"/>
                  </a:ext>
                </a:extLst>
              </p14:cNvPr>
              <p14:cNvContentPartPr/>
              <p14:nvPr/>
            </p14:nvContentPartPr>
            <p14:xfrm>
              <a:off x="3205656" y="1701648"/>
              <a:ext cx="360" cy="3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9400B06-833C-34F8-9D8F-7A784C53603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201336" y="1697328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FA4CE279-1924-98C1-DBA1-8694BB98C32C}"/>
                  </a:ext>
                </a:extLst>
              </p14:cNvPr>
              <p14:cNvContentPartPr/>
              <p14:nvPr/>
            </p14:nvContentPartPr>
            <p14:xfrm>
              <a:off x="3470616" y="2444688"/>
              <a:ext cx="86400" cy="795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FA4CE279-1924-98C1-DBA1-8694BB98C32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466296" y="2440368"/>
                <a:ext cx="9504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4ED47B08-2F71-9365-9396-04A2A2957B02}"/>
                  </a:ext>
                </a:extLst>
              </p14:cNvPr>
              <p14:cNvContentPartPr/>
              <p14:nvPr/>
            </p14:nvContentPartPr>
            <p14:xfrm>
              <a:off x="6019416" y="2492568"/>
              <a:ext cx="117360" cy="5724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4ED47B08-2F71-9365-9396-04A2A2957B0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015096" y="2488248"/>
                <a:ext cx="12600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C00F1A7-81B2-EFDB-5C97-A4D69B073223}"/>
                  </a:ext>
                </a:extLst>
              </p14:cNvPr>
              <p14:cNvContentPartPr/>
              <p14:nvPr/>
            </p14:nvContentPartPr>
            <p14:xfrm>
              <a:off x="6222096" y="2483568"/>
              <a:ext cx="81000" cy="360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C00F1A7-81B2-EFDB-5C97-A4D69B07322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217776" y="2479248"/>
                <a:ext cx="89640" cy="1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8E451E0-EF28-D352-EAA0-4C73534724D4}"/>
                  </a:ext>
                </a:extLst>
              </p14:cNvPr>
              <p14:cNvContentPartPr/>
              <p14:nvPr/>
            </p14:nvContentPartPr>
            <p14:xfrm>
              <a:off x="6399936" y="2446128"/>
              <a:ext cx="34560" cy="13032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8E451E0-EF28-D352-EAA0-4C73534724D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395616" y="2441808"/>
                <a:ext cx="4320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DD8405C-8E40-376D-F224-5C6BC8780CCD}"/>
                  </a:ext>
                </a:extLst>
              </p14:cNvPr>
              <p14:cNvContentPartPr/>
              <p14:nvPr/>
            </p14:nvContentPartPr>
            <p14:xfrm>
              <a:off x="2156256" y="2063448"/>
              <a:ext cx="8640" cy="1479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DD8405C-8E40-376D-F224-5C6BC8780CC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151936" y="2059128"/>
                <a:ext cx="1728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AEFCB99-5110-8D82-1509-6A97D0230BBE}"/>
                  </a:ext>
                </a:extLst>
              </p14:cNvPr>
              <p14:cNvContentPartPr/>
              <p14:nvPr/>
            </p14:nvContentPartPr>
            <p14:xfrm>
              <a:off x="2100456" y="2026728"/>
              <a:ext cx="412200" cy="25740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AEFCB99-5110-8D82-1509-6A97D0230BB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096136" y="2022408"/>
                <a:ext cx="42084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6D86985C-8C79-9699-85A1-35C1D808998D}"/>
                  </a:ext>
                </a:extLst>
              </p14:cNvPr>
              <p14:cNvContentPartPr/>
              <p14:nvPr/>
            </p14:nvContentPartPr>
            <p14:xfrm>
              <a:off x="2183976" y="1852128"/>
              <a:ext cx="163800" cy="9900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6D86985C-8C79-9699-85A1-35C1D808998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179656" y="1847808"/>
                <a:ext cx="17244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95D5D8E3-177C-A694-81F9-6BABF08FA46C}"/>
                  </a:ext>
                </a:extLst>
              </p14:cNvPr>
              <p14:cNvContentPartPr/>
              <p14:nvPr/>
            </p14:nvContentPartPr>
            <p14:xfrm>
              <a:off x="2333016" y="2098728"/>
              <a:ext cx="954000" cy="392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95D5D8E3-177C-A694-81F9-6BABF08FA46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328696" y="2094408"/>
                <a:ext cx="9626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BAD35F5C-9778-6379-B4AB-3B1743CC1F53}"/>
                  </a:ext>
                </a:extLst>
              </p14:cNvPr>
              <p14:cNvContentPartPr/>
              <p14:nvPr/>
            </p14:nvContentPartPr>
            <p14:xfrm>
              <a:off x="3252096" y="2020248"/>
              <a:ext cx="84600" cy="14760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BAD35F5C-9778-6379-B4AB-3B1743CC1F5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247776" y="2015928"/>
                <a:ext cx="9324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4BA9490D-3FF8-9D9A-FCD9-003D6093E35A}"/>
                  </a:ext>
                </a:extLst>
              </p14:cNvPr>
              <p14:cNvContentPartPr/>
              <p14:nvPr/>
            </p14:nvContentPartPr>
            <p14:xfrm>
              <a:off x="3322656" y="1936008"/>
              <a:ext cx="49680" cy="38628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4BA9490D-3FF8-9D9A-FCD9-003D6093E35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318336" y="1931688"/>
                <a:ext cx="5832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92291589-3662-C660-8159-FEC3F62CC07F}"/>
                  </a:ext>
                </a:extLst>
              </p14:cNvPr>
              <p14:cNvContentPartPr/>
              <p14:nvPr/>
            </p14:nvContentPartPr>
            <p14:xfrm>
              <a:off x="3318696" y="2248848"/>
              <a:ext cx="3093840" cy="8568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92291589-3662-C660-8159-FEC3F62CC07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314376" y="2244528"/>
                <a:ext cx="310248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85E84284-48E0-F02E-83AF-7F53F2F766CA}"/>
                  </a:ext>
                </a:extLst>
              </p14:cNvPr>
              <p14:cNvContentPartPr/>
              <p14:nvPr/>
            </p14:nvContentPartPr>
            <p14:xfrm>
              <a:off x="6348816" y="1847448"/>
              <a:ext cx="119880" cy="48312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85E84284-48E0-F02E-83AF-7F53F2F766C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344496" y="1843128"/>
                <a:ext cx="128520" cy="4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A8569B4B-FFC9-A400-F166-5E98A94A4552}"/>
                  </a:ext>
                </a:extLst>
              </p14:cNvPr>
              <p14:cNvContentPartPr/>
              <p14:nvPr/>
            </p14:nvContentPartPr>
            <p14:xfrm>
              <a:off x="3722616" y="1961928"/>
              <a:ext cx="61200" cy="3222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A8569B4B-FFC9-A400-F166-5E98A94A455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718296" y="1957608"/>
                <a:ext cx="6984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F9A07A62-DC33-B2A6-FF51-26A5936F0591}"/>
                  </a:ext>
                </a:extLst>
              </p14:cNvPr>
              <p14:cNvContentPartPr/>
              <p14:nvPr/>
            </p14:nvContentPartPr>
            <p14:xfrm>
              <a:off x="4156416" y="1928448"/>
              <a:ext cx="56880" cy="34776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F9A07A62-DC33-B2A6-FF51-26A5936F059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152096" y="1924128"/>
                <a:ext cx="6552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C74656F2-6705-DDAB-5425-6F8F18571795}"/>
                  </a:ext>
                </a:extLst>
              </p14:cNvPr>
              <p14:cNvContentPartPr/>
              <p14:nvPr/>
            </p14:nvContentPartPr>
            <p14:xfrm>
              <a:off x="4609296" y="1945008"/>
              <a:ext cx="45000" cy="29880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C74656F2-6705-DDAB-5425-6F8F1857179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604976" y="1940688"/>
                <a:ext cx="5364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7EF5DB53-F536-02DC-85FC-8839A566A7B6}"/>
                  </a:ext>
                </a:extLst>
              </p14:cNvPr>
              <p14:cNvContentPartPr/>
              <p14:nvPr/>
            </p14:nvContentPartPr>
            <p14:xfrm>
              <a:off x="5151456" y="1904328"/>
              <a:ext cx="34560" cy="36540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7EF5DB53-F536-02DC-85FC-8839A566A7B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147136" y="1900008"/>
                <a:ext cx="4320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65B8E4C3-771F-190C-D07E-52DFAEF33135}"/>
                  </a:ext>
                </a:extLst>
              </p14:cNvPr>
              <p14:cNvContentPartPr/>
              <p14:nvPr/>
            </p14:nvContentPartPr>
            <p14:xfrm>
              <a:off x="5631696" y="1900008"/>
              <a:ext cx="56520" cy="37692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65B8E4C3-771F-190C-D07E-52DFAEF3313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627376" y="1895688"/>
                <a:ext cx="6516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19AD230-09D6-BF94-CF2D-FB154DDA29E1}"/>
                  </a:ext>
                </a:extLst>
              </p14:cNvPr>
              <p14:cNvContentPartPr/>
              <p14:nvPr/>
            </p14:nvContentPartPr>
            <p14:xfrm>
              <a:off x="6035616" y="1853928"/>
              <a:ext cx="28080" cy="42480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19AD230-09D6-BF94-CF2D-FB154DDA29E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031296" y="1849608"/>
                <a:ext cx="36720" cy="4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CE46E9B-100B-33F3-6188-76B09C3F0135}"/>
                  </a:ext>
                </a:extLst>
              </p14:cNvPr>
              <p14:cNvContentPartPr/>
              <p14:nvPr/>
            </p14:nvContentPartPr>
            <p14:xfrm>
              <a:off x="3594816" y="2048688"/>
              <a:ext cx="62280" cy="14184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CE46E9B-100B-33F3-6188-76B09C3F013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590496" y="2044368"/>
                <a:ext cx="7092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028E7C38-8FDE-A66F-12CA-04F6CDB68883}"/>
                  </a:ext>
                </a:extLst>
              </p14:cNvPr>
              <p14:cNvContentPartPr/>
              <p14:nvPr/>
            </p14:nvContentPartPr>
            <p14:xfrm>
              <a:off x="3891096" y="2017008"/>
              <a:ext cx="104760" cy="1389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028E7C38-8FDE-A66F-12CA-04F6CDB6888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886776" y="2012688"/>
                <a:ext cx="1134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191E381A-94AB-0CB5-7A8F-D8FBCCAAAAD9}"/>
                  </a:ext>
                </a:extLst>
              </p14:cNvPr>
              <p14:cNvContentPartPr/>
              <p14:nvPr/>
            </p14:nvContentPartPr>
            <p14:xfrm>
              <a:off x="4298256" y="2044008"/>
              <a:ext cx="15120" cy="10512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191E381A-94AB-0CB5-7A8F-D8FBCCAAAAD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293936" y="2039688"/>
                <a:ext cx="2376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09E4B072-B7AA-EBE4-06AC-7AA77CD39525}"/>
                  </a:ext>
                </a:extLst>
              </p14:cNvPr>
              <p14:cNvContentPartPr/>
              <p14:nvPr/>
            </p14:nvContentPartPr>
            <p14:xfrm>
              <a:off x="4749336" y="2001888"/>
              <a:ext cx="149040" cy="1328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09E4B072-B7AA-EBE4-06AC-7AA77CD3952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745016" y="1997568"/>
                <a:ext cx="15768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F75FF99C-FBD7-C2B6-63E0-A52D3E87E1B1}"/>
                  </a:ext>
                </a:extLst>
              </p14:cNvPr>
              <p14:cNvContentPartPr/>
              <p14:nvPr/>
            </p14:nvContentPartPr>
            <p14:xfrm>
              <a:off x="4805136" y="2069208"/>
              <a:ext cx="134640" cy="288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F75FF99C-FBD7-C2B6-63E0-A52D3E87E1B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800816" y="2064888"/>
                <a:ext cx="143280" cy="1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CE9294EE-FEF1-A7CE-CE98-F35BD4155368}"/>
                  </a:ext>
                </a:extLst>
              </p14:cNvPr>
              <p14:cNvContentPartPr/>
              <p14:nvPr/>
            </p14:nvContentPartPr>
            <p14:xfrm>
              <a:off x="5353776" y="1994328"/>
              <a:ext cx="124560" cy="12276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CE9294EE-FEF1-A7CE-CE98-F35BD415536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349456" y="1990008"/>
                <a:ext cx="13320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B9CB6435-895F-0B75-49AA-6C38EE7BCB15}"/>
                  </a:ext>
                </a:extLst>
              </p14:cNvPr>
              <p14:cNvContentPartPr/>
              <p14:nvPr/>
            </p14:nvContentPartPr>
            <p14:xfrm>
              <a:off x="5775336" y="2013768"/>
              <a:ext cx="12960" cy="8100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B9CB6435-895F-0B75-49AA-6C38EE7BCB1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771016" y="2009448"/>
                <a:ext cx="2160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72B6A99F-7052-3563-DA83-AB10415D9857}"/>
                  </a:ext>
                </a:extLst>
              </p14:cNvPr>
              <p14:cNvContentPartPr/>
              <p14:nvPr/>
            </p14:nvContentPartPr>
            <p14:xfrm>
              <a:off x="5860656" y="2004048"/>
              <a:ext cx="83520" cy="7848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72B6A99F-7052-3563-DA83-AB10415D985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856336" y="1999728"/>
                <a:ext cx="921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94E7D607-9FD7-C32C-DFA8-613E3FC3B19C}"/>
                  </a:ext>
                </a:extLst>
              </p14:cNvPr>
              <p14:cNvContentPartPr/>
              <p14:nvPr/>
            </p14:nvContentPartPr>
            <p14:xfrm>
              <a:off x="6209856" y="1997208"/>
              <a:ext cx="106560" cy="11052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94E7D607-9FD7-C32C-DFA8-613E3FC3B19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205536" y="1992888"/>
                <a:ext cx="11520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EEA41011-A77B-551F-CC9A-22A138DD6B5F}"/>
                  </a:ext>
                </a:extLst>
              </p14:cNvPr>
              <p14:cNvContentPartPr/>
              <p14:nvPr/>
            </p14:nvContentPartPr>
            <p14:xfrm>
              <a:off x="4836816" y="2298528"/>
              <a:ext cx="360" cy="410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EEA41011-A77B-551F-CC9A-22A138DD6B5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832496" y="2294208"/>
                <a:ext cx="90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DCD716F8-F580-6408-AA20-498DC7F76AA3}"/>
                  </a:ext>
                </a:extLst>
              </p14:cNvPr>
              <p14:cNvContentPartPr/>
              <p14:nvPr/>
            </p14:nvContentPartPr>
            <p14:xfrm>
              <a:off x="4836816" y="2428488"/>
              <a:ext cx="360" cy="7416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DCD716F8-F580-6408-AA20-498DC7F76AA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832496" y="2424168"/>
                <a:ext cx="900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797E42A5-D940-D61F-EE59-C0846379D453}"/>
                  </a:ext>
                </a:extLst>
              </p14:cNvPr>
              <p14:cNvContentPartPr/>
              <p14:nvPr/>
            </p14:nvContentPartPr>
            <p14:xfrm>
              <a:off x="4819896" y="2583648"/>
              <a:ext cx="5400" cy="10044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797E42A5-D940-D61F-EE59-C0846379D453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815576" y="2579328"/>
                <a:ext cx="140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897193F7-6ECD-60C4-9631-7C22C5E13CEF}"/>
                  </a:ext>
                </a:extLst>
              </p14:cNvPr>
              <p14:cNvContentPartPr/>
              <p14:nvPr/>
            </p14:nvContentPartPr>
            <p14:xfrm>
              <a:off x="4802976" y="2748528"/>
              <a:ext cx="5400" cy="1260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897193F7-6ECD-60C4-9631-7C22C5E13CEF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798656" y="2744208"/>
                <a:ext cx="140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88BEA40A-A436-AE4B-D554-5C52B2C688C2}"/>
                  </a:ext>
                </a:extLst>
              </p14:cNvPr>
              <p14:cNvContentPartPr/>
              <p14:nvPr/>
            </p14:nvContentPartPr>
            <p14:xfrm>
              <a:off x="4754376" y="2305368"/>
              <a:ext cx="163440" cy="11196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88BEA40A-A436-AE4B-D554-5C52B2C688C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750056" y="2301048"/>
                <a:ext cx="17208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0A9CE08A-37D1-FC00-FFC8-8C8D9937157F}"/>
                  </a:ext>
                </a:extLst>
              </p14:cNvPr>
              <p14:cNvContentPartPr/>
              <p14:nvPr/>
            </p14:nvContentPartPr>
            <p14:xfrm>
              <a:off x="4459176" y="2870928"/>
              <a:ext cx="122400" cy="6912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0A9CE08A-37D1-FC00-FFC8-8C8D9937157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454856" y="2866608"/>
                <a:ext cx="1310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ECBE1DF-9BDE-ED82-ECB1-E62D7FDFA6FE}"/>
                  </a:ext>
                </a:extLst>
              </p14:cNvPr>
              <p14:cNvContentPartPr/>
              <p14:nvPr/>
            </p14:nvContentPartPr>
            <p14:xfrm>
              <a:off x="4646736" y="2876328"/>
              <a:ext cx="7560" cy="4104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ECBE1DF-9BDE-ED82-ECB1-E62D7FDFA6F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642416" y="2872008"/>
                <a:ext cx="162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8D5CD6C9-CC39-A19C-ACBE-42C058E140D5}"/>
                  </a:ext>
                </a:extLst>
              </p14:cNvPr>
              <p14:cNvContentPartPr/>
              <p14:nvPr/>
            </p14:nvContentPartPr>
            <p14:xfrm>
              <a:off x="4654296" y="2767968"/>
              <a:ext cx="12600" cy="4896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8D5CD6C9-CC39-A19C-ACBE-42C058E140D5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649976" y="2763648"/>
                <a:ext cx="2124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ED77878B-9734-744D-D694-23C46C16A17E}"/>
                  </a:ext>
                </a:extLst>
              </p14:cNvPr>
              <p14:cNvContentPartPr/>
              <p14:nvPr/>
            </p14:nvContentPartPr>
            <p14:xfrm>
              <a:off x="4751496" y="2733048"/>
              <a:ext cx="129960" cy="18828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ED77878B-9734-744D-D694-23C46C16A17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747176" y="2728728"/>
                <a:ext cx="13860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4A6907EA-E19E-8992-AADC-855AB1B38D03}"/>
                  </a:ext>
                </a:extLst>
              </p14:cNvPr>
              <p14:cNvContentPartPr/>
              <p14:nvPr/>
            </p14:nvContentPartPr>
            <p14:xfrm>
              <a:off x="4900536" y="2714688"/>
              <a:ext cx="102960" cy="19368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4A6907EA-E19E-8992-AADC-855AB1B38D0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896216" y="2710368"/>
                <a:ext cx="11160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3E5D3629-BE2E-F24F-9757-1F01A76BFA01}"/>
                  </a:ext>
                </a:extLst>
              </p14:cNvPr>
              <p14:cNvContentPartPr/>
              <p14:nvPr/>
            </p14:nvContentPartPr>
            <p14:xfrm>
              <a:off x="5055336" y="2726568"/>
              <a:ext cx="30960" cy="17172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3E5D3629-BE2E-F24F-9757-1F01A76BFA01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051016" y="2722248"/>
                <a:ext cx="3960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698559E6-4CD3-450B-B6EC-FCCDC21C32E9}"/>
                  </a:ext>
                </a:extLst>
              </p14:cNvPr>
              <p14:cNvContentPartPr/>
              <p14:nvPr/>
            </p14:nvContentPartPr>
            <p14:xfrm>
              <a:off x="5131656" y="2819448"/>
              <a:ext cx="49320" cy="8424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698559E6-4CD3-450B-B6EC-FCCDC21C32E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127336" y="2815128"/>
                <a:ext cx="5796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83545975-6EB3-AC7E-C3B1-DB353FEFEFFC}"/>
                  </a:ext>
                </a:extLst>
              </p14:cNvPr>
              <p14:cNvContentPartPr/>
              <p14:nvPr/>
            </p14:nvContentPartPr>
            <p14:xfrm>
              <a:off x="3314232" y="3201624"/>
              <a:ext cx="3062880" cy="11160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83545975-6EB3-AC7E-C3B1-DB353FEFEFF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309552" y="3196944"/>
                <a:ext cx="307152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DC37F165-3907-64EC-DF5A-D1C12FBB75F9}"/>
                  </a:ext>
                </a:extLst>
              </p14:cNvPr>
              <p14:cNvContentPartPr/>
              <p14:nvPr/>
            </p14:nvContentPartPr>
            <p14:xfrm>
              <a:off x="3150792" y="3064104"/>
              <a:ext cx="360" cy="36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DC37F165-3907-64EC-DF5A-D1C12FBB75F9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46472" y="3059784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6EDB1299-C6AE-420E-70DC-B755021D5CEA}"/>
                  </a:ext>
                </a:extLst>
              </p14:cNvPr>
              <p14:cNvContentPartPr/>
              <p14:nvPr/>
            </p14:nvContentPartPr>
            <p14:xfrm>
              <a:off x="3415752" y="3807144"/>
              <a:ext cx="86400" cy="795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6EDB1299-C6AE-420E-70DC-B755021D5CE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411432" y="3802824"/>
                <a:ext cx="9504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BC89202C-E530-1410-ECB3-0E622C058082}"/>
                  </a:ext>
                </a:extLst>
              </p14:cNvPr>
              <p14:cNvContentPartPr/>
              <p14:nvPr/>
            </p14:nvContentPartPr>
            <p14:xfrm>
              <a:off x="5964552" y="3855024"/>
              <a:ext cx="117360" cy="5724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BC89202C-E530-1410-ECB3-0E622C05808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960232" y="3850704"/>
                <a:ext cx="12600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AC6591E5-A249-243D-B418-5B65E56C1294}"/>
                  </a:ext>
                </a:extLst>
              </p14:cNvPr>
              <p14:cNvContentPartPr/>
              <p14:nvPr/>
            </p14:nvContentPartPr>
            <p14:xfrm>
              <a:off x="6167232" y="3846024"/>
              <a:ext cx="81000" cy="360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AC6591E5-A249-243D-B418-5B65E56C129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162912" y="3841704"/>
                <a:ext cx="89640" cy="1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EA30C7FB-5596-6C36-4DDC-9316908979B3}"/>
                  </a:ext>
                </a:extLst>
              </p14:cNvPr>
              <p14:cNvContentPartPr/>
              <p14:nvPr/>
            </p14:nvContentPartPr>
            <p14:xfrm>
              <a:off x="6345072" y="3808584"/>
              <a:ext cx="34560" cy="13032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EA30C7FB-5596-6C36-4DDC-9316908979B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340752" y="3804264"/>
                <a:ext cx="4320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68D82FEC-C0D9-7CBD-BC8E-DB69BEC346A9}"/>
                  </a:ext>
                </a:extLst>
              </p14:cNvPr>
              <p14:cNvContentPartPr/>
              <p14:nvPr/>
            </p14:nvContentPartPr>
            <p14:xfrm>
              <a:off x="2101392" y="3425904"/>
              <a:ext cx="8640" cy="14796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68D82FEC-C0D9-7CBD-BC8E-DB69BEC346A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097072" y="3421584"/>
                <a:ext cx="1728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D30B8619-7064-827D-38D0-8F20F4D7E6D7}"/>
                  </a:ext>
                </a:extLst>
              </p14:cNvPr>
              <p14:cNvContentPartPr/>
              <p14:nvPr/>
            </p14:nvContentPartPr>
            <p14:xfrm>
              <a:off x="2045592" y="3389184"/>
              <a:ext cx="412200" cy="25740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D30B8619-7064-827D-38D0-8F20F4D7E6D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041272" y="3384864"/>
                <a:ext cx="42084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36495CF4-6786-70F5-48DF-D36001FE52EB}"/>
                  </a:ext>
                </a:extLst>
              </p14:cNvPr>
              <p14:cNvContentPartPr/>
              <p14:nvPr/>
            </p14:nvContentPartPr>
            <p14:xfrm>
              <a:off x="2129112" y="3214584"/>
              <a:ext cx="163800" cy="9900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36495CF4-6786-70F5-48DF-D36001FE52E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124792" y="3210264"/>
                <a:ext cx="17244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B1DB62C2-C349-D072-7B2B-CF158BE22757}"/>
                  </a:ext>
                </a:extLst>
              </p14:cNvPr>
              <p14:cNvContentPartPr/>
              <p14:nvPr/>
            </p14:nvContentPartPr>
            <p14:xfrm>
              <a:off x="2278152" y="3461184"/>
              <a:ext cx="954000" cy="39240"/>
            </p14:xfrm>
          </p:contentPart>
        </mc:Choice>
        <mc:Fallback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B1DB62C2-C349-D072-7B2B-CF158BE2275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273832" y="3456864"/>
                <a:ext cx="9626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B0EB0E7C-58C5-B44D-30E5-C710D2509C8C}"/>
                  </a:ext>
                </a:extLst>
              </p14:cNvPr>
              <p14:cNvContentPartPr/>
              <p14:nvPr/>
            </p14:nvContentPartPr>
            <p14:xfrm>
              <a:off x="3197232" y="3382704"/>
              <a:ext cx="84600" cy="14760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B0EB0E7C-58C5-B44D-30E5-C710D2509C8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192912" y="3378384"/>
                <a:ext cx="9324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45443ED5-958A-1DF2-E492-BB5E7C53164D}"/>
                  </a:ext>
                </a:extLst>
              </p14:cNvPr>
              <p14:cNvContentPartPr/>
              <p14:nvPr/>
            </p14:nvContentPartPr>
            <p14:xfrm>
              <a:off x="3267792" y="3298464"/>
              <a:ext cx="49680" cy="38628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45443ED5-958A-1DF2-E492-BB5E7C53164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263472" y="3294144"/>
                <a:ext cx="5832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4562CCE8-BC35-D1E1-FF2F-49CB16745DA9}"/>
                  </a:ext>
                </a:extLst>
              </p14:cNvPr>
              <p14:cNvContentPartPr/>
              <p14:nvPr/>
            </p14:nvContentPartPr>
            <p14:xfrm>
              <a:off x="3263832" y="3611304"/>
              <a:ext cx="3093840" cy="8568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4562CCE8-BC35-D1E1-FF2F-49CB16745DA9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259512" y="3606984"/>
                <a:ext cx="310248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5F9D94BB-B723-BF28-2AD8-3FC60681DDE4}"/>
                  </a:ext>
                </a:extLst>
              </p14:cNvPr>
              <p14:cNvContentPartPr/>
              <p14:nvPr/>
            </p14:nvContentPartPr>
            <p14:xfrm>
              <a:off x="6293952" y="3209904"/>
              <a:ext cx="119880" cy="48312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5F9D94BB-B723-BF28-2AD8-3FC60681DDE4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289632" y="3205584"/>
                <a:ext cx="128520" cy="4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4CED2823-C8FE-9CD2-2554-0B07C5750B33}"/>
                  </a:ext>
                </a:extLst>
              </p14:cNvPr>
              <p14:cNvContentPartPr/>
              <p14:nvPr/>
            </p14:nvContentPartPr>
            <p14:xfrm>
              <a:off x="3667752" y="3324384"/>
              <a:ext cx="61200" cy="32220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4CED2823-C8FE-9CD2-2554-0B07C5750B3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663432" y="3320064"/>
                <a:ext cx="6984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E4865DBA-4E01-BA8D-8D2F-BDEDD8690514}"/>
                  </a:ext>
                </a:extLst>
              </p14:cNvPr>
              <p14:cNvContentPartPr/>
              <p14:nvPr/>
            </p14:nvContentPartPr>
            <p14:xfrm>
              <a:off x="4101552" y="3290904"/>
              <a:ext cx="56880" cy="34776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E4865DBA-4E01-BA8D-8D2F-BDEDD8690514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097232" y="3286584"/>
                <a:ext cx="6552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FDC7ED18-C9B4-EDA6-4A70-E82904397F46}"/>
                  </a:ext>
                </a:extLst>
              </p14:cNvPr>
              <p14:cNvContentPartPr/>
              <p14:nvPr/>
            </p14:nvContentPartPr>
            <p14:xfrm>
              <a:off x="4554432" y="3307464"/>
              <a:ext cx="45000" cy="29880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FDC7ED18-C9B4-EDA6-4A70-E82904397F4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550112" y="3303144"/>
                <a:ext cx="5364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ADB3D99F-2C4D-6274-A16F-77B118F4B652}"/>
                  </a:ext>
                </a:extLst>
              </p14:cNvPr>
              <p14:cNvContentPartPr/>
              <p14:nvPr/>
            </p14:nvContentPartPr>
            <p14:xfrm>
              <a:off x="5096592" y="3266784"/>
              <a:ext cx="34560" cy="36540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ADB3D99F-2C4D-6274-A16F-77B118F4B652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092272" y="3262464"/>
                <a:ext cx="4320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393288C2-4575-306D-8FAF-8FE058D88741}"/>
                  </a:ext>
                </a:extLst>
              </p14:cNvPr>
              <p14:cNvContentPartPr/>
              <p14:nvPr/>
            </p14:nvContentPartPr>
            <p14:xfrm>
              <a:off x="5576832" y="3262464"/>
              <a:ext cx="56520" cy="37692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393288C2-4575-306D-8FAF-8FE058D8874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572512" y="3258144"/>
                <a:ext cx="6516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8F3843BF-9D4E-2616-D3DC-3715AE1DFC9C}"/>
                  </a:ext>
                </a:extLst>
              </p14:cNvPr>
              <p14:cNvContentPartPr/>
              <p14:nvPr/>
            </p14:nvContentPartPr>
            <p14:xfrm>
              <a:off x="5980752" y="3216384"/>
              <a:ext cx="28080" cy="42480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8F3843BF-9D4E-2616-D3DC-3715AE1DFC9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976432" y="3212064"/>
                <a:ext cx="36720" cy="4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1516A859-BE15-16FB-DB14-5DBAB8891A5B}"/>
                  </a:ext>
                </a:extLst>
              </p14:cNvPr>
              <p14:cNvContentPartPr/>
              <p14:nvPr/>
            </p14:nvContentPartPr>
            <p14:xfrm>
              <a:off x="3836232" y="3379464"/>
              <a:ext cx="104760" cy="13896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1516A859-BE15-16FB-DB14-5DBAB8891A5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831912" y="3375144"/>
                <a:ext cx="1134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C56596A1-33BF-4242-2446-3D5D3E7525C2}"/>
                  </a:ext>
                </a:extLst>
              </p14:cNvPr>
              <p14:cNvContentPartPr/>
              <p14:nvPr/>
            </p14:nvContentPartPr>
            <p14:xfrm>
              <a:off x="4243392" y="3406464"/>
              <a:ext cx="15120" cy="10512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C56596A1-33BF-4242-2446-3D5D3E7525C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239072" y="3402144"/>
                <a:ext cx="2376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33D35270-1405-7512-5789-2AEEB5F890F2}"/>
                  </a:ext>
                </a:extLst>
              </p14:cNvPr>
              <p14:cNvContentPartPr/>
              <p14:nvPr/>
            </p14:nvContentPartPr>
            <p14:xfrm>
              <a:off x="4694472" y="3364344"/>
              <a:ext cx="149040" cy="13284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33D35270-1405-7512-5789-2AEEB5F890F2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690152" y="3360024"/>
                <a:ext cx="15768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74D9D362-B037-CC21-EF6A-FBDFCAEF05AE}"/>
                  </a:ext>
                </a:extLst>
              </p14:cNvPr>
              <p14:cNvContentPartPr/>
              <p14:nvPr/>
            </p14:nvContentPartPr>
            <p14:xfrm>
              <a:off x="4750272" y="3431664"/>
              <a:ext cx="134640" cy="288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74D9D362-B037-CC21-EF6A-FBDFCAEF05A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4745952" y="3427344"/>
                <a:ext cx="143280" cy="1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27CA0916-39B0-E514-E1D0-70BEC20B7DAB}"/>
                  </a:ext>
                </a:extLst>
              </p14:cNvPr>
              <p14:cNvContentPartPr/>
              <p14:nvPr/>
            </p14:nvContentPartPr>
            <p14:xfrm>
              <a:off x="5298912" y="3356784"/>
              <a:ext cx="124560" cy="12276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27CA0916-39B0-E514-E1D0-70BEC20B7DAB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294592" y="3352464"/>
                <a:ext cx="13320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FB707CFC-AFF4-9797-9767-20B23E43F183}"/>
                  </a:ext>
                </a:extLst>
              </p14:cNvPr>
              <p14:cNvContentPartPr/>
              <p14:nvPr/>
            </p14:nvContentPartPr>
            <p14:xfrm>
              <a:off x="5720472" y="3376224"/>
              <a:ext cx="12960" cy="81000"/>
            </p14:xfrm>
          </p:contentPart>
        </mc:Choice>
        <mc:Fallback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FB707CFC-AFF4-9797-9767-20B23E43F18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716152" y="3371904"/>
                <a:ext cx="2160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693CBAF7-F5E3-2869-63A1-5BD00CF1B383}"/>
                  </a:ext>
                </a:extLst>
              </p14:cNvPr>
              <p14:cNvContentPartPr/>
              <p14:nvPr/>
            </p14:nvContentPartPr>
            <p14:xfrm>
              <a:off x="5805792" y="3366504"/>
              <a:ext cx="83520" cy="78480"/>
            </p14:xfrm>
          </p:contentPart>
        </mc:Choice>
        <mc:Fallback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693CBAF7-F5E3-2869-63A1-5BD00CF1B38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801472" y="3362184"/>
                <a:ext cx="921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A4EF71BA-B2EC-8D73-9C30-398DA1B722C1}"/>
                  </a:ext>
                </a:extLst>
              </p14:cNvPr>
              <p14:cNvContentPartPr/>
              <p14:nvPr/>
            </p14:nvContentPartPr>
            <p14:xfrm>
              <a:off x="4781952" y="3660984"/>
              <a:ext cx="360" cy="4104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A4EF71BA-B2EC-8D73-9C30-398DA1B722C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777632" y="3656664"/>
                <a:ext cx="90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128A1962-3994-0116-F64B-FBC7797BB308}"/>
                  </a:ext>
                </a:extLst>
              </p14:cNvPr>
              <p14:cNvContentPartPr/>
              <p14:nvPr/>
            </p14:nvContentPartPr>
            <p14:xfrm>
              <a:off x="4781952" y="3790944"/>
              <a:ext cx="360" cy="7416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128A1962-3994-0116-F64B-FBC7797BB30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777632" y="3786624"/>
                <a:ext cx="900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19077CB8-FD0C-AA57-EC8A-5F21F154B169}"/>
                  </a:ext>
                </a:extLst>
              </p14:cNvPr>
              <p14:cNvContentPartPr/>
              <p14:nvPr/>
            </p14:nvContentPartPr>
            <p14:xfrm>
              <a:off x="4765032" y="3946104"/>
              <a:ext cx="5400" cy="10044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19077CB8-FD0C-AA57-EC8A-5F21F154B169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760712" y="3941784"/>
                <a:ext cx="140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60A22298-03CC-E8DE-53F7-A6485AB01ABB}"/>
                  </a:ext>
                </a:extLst>
              </p14:cNvPr>
              <p14:cNvContentPartPr/>
              <p14:nvPr/>
            </p14:nvContentPartPr>
            <p14:xfrm>
              <a:off x="4748112" y="4110984"/>
              <a:ext cx="5400" cy="1260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60A22298-03CC-E8DE-53F7-A6485AB01AB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743792" y="4106664"/>
                <a:ext cx="140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761EDA94-F78E-280F-34E7-46F6D23B1BBA}"/>
                  </a:ext>
                </a:extLst>
              </p14:cNvPr>
              <p14:cNvContentPartPr/>
              <p14:nvPr/>
            </p14:nvContentPartPr>
            <p14:xfrm>
              <a:off x="4699512" y="3667824"/>
              <a:ext cx="163440" cy="11196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761EDA94-F78E-280F-34E7-46F6D23B1BB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695192" y="3663504"/>
                <a:ext cx="17208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58660023-AAF9-7FDE-6C98-1097BCCB256F}"/>
                  </a:ext>
                </a:extLst>
              </p14:cNvPr>
              <p14:cNvContentPartPr/>
              <p14:nvPr/>
            </p14:nvContentPartPr>
            <p14:xfrm>
              <a:off x="4404312" y="4233384"/>
              <a:ext cx="122400" cy="6912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58660023-AAF9-7FDE-6C98-1097BCCB256F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399992" y="4229064"/>
                <a:ext cx="1310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B25D42AB-47BF-AE20-EB01-E903CB6902EF}"/>
                  </a:ext>
                </a:extLst>
              </p14:cNvPr>
              <p14:cNvContentPartPr/>
              <p14:nvPr/>
            </p14:nvContentPartPr>
            <p14:xfrm>
              <a:off x="4591872" y="4238784"/>
              <a:ext cx="7560" cy="4104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B25D42AB-47BF-AE20-EB01-E903CB6902E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587552" y="4234464"/>
                <a:ext cx="162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9EA39F7B-4BEC-4435-2E76-438CD8A60069}"/>
                  </a:ext>
                </a:extLst>
              </p14:cNvPr>
              <p14:cNvContentPartPr/>
              <p14:nvPr/>
            </p14:nvContentPartPr>
            <p14:xfrm>
              <a:off x="4599432" y="4130424"/>
              <a:ext cx="12600" cy="4896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9EA39F7B-4BEC-4435-2E76-438CD8A60069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595112" y="4126104"/>
                <a:ext cx="2124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32E7C84F-D8D4-AD64-CEF7-72F0E3E2A2D1}"/>
                  </a:ext>
                </a:extLst>
              </p14:cNvPr>
              <p14:cNvContentPartPr/>
              <p14:nvPr/>
            </p14:nvContentPartPr>
            <p14:xfrm>
              <a:off x="4696632" y="4095504"/>
              <a:ext cx="129960" cy="18828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32E7C84F-D8D4-AD64-CEF7-72F0E3E2A2D1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692312" y="4091184"/>
                <a:ext cx="13860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463500D4-054F-3241-C923-07ACAE384899}"/>
                  </a:ext>
                </a:extLst>
              </p14:cNvPr>
              <p14:cNvContentPartPr/>
              <p14:nvPr/>
            </p14:nvContentPartPr>
            <p14:xfrm>
              <a:off x="4845672" y="4077144"/>
              <a:ext cx="102960" cy="19368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463500D4-054F-3241-C923-07ACAE384899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841352" y="4072824"/>
                <a:ext cx="11160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1019C533-CDBB-4C81-8684-2FDFC064EFEA}"/>
                  </a:ext>
                </a:extLst>
              </p14:cNvPr>
              <p14:cNvContentPartPr/>
              <p14:nvPr/>
            </p14:nvContentPartPr>
            <p14:xfrm>
              <a:off x="5000472" y="4089024"/>
              <a:ext cx="30960" cy="17172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1019C533-CDBB-4C81-8684-2FDFC064EFE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996152" y="4084704"/>
                <a:ext cx="3960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B9E9EA61-AD38-F1FE-ACB0-53D482FA815D}"/>
                  </a:ext>
                </a:extLst>
              </p14:cNvPr>
              <p14:cNvContentPartPr/>
              <p14:nvPr/>
            </p14:nvContentPartPr>
            <p14:xfrm>
              <a:off x="5076792" y="4181904"/>
              <a:ext cx="49320" cy="8424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B9E9EA61-AD38-F1FE-ACB0-53D482FA815D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072472" y="4177584"/>
                <a:ext cx="5796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B5E156EB-8C6E-0DD6-8E53-0B44D0410787}"/>
                  </a:ext>
                </a:extLst>
              </p14:cNvPr>
              <p14:cNvContentPartPr/>
              <p14:nvPr/>
            </p14:nvContentPartPr>
            <p14:xfrm>
              <a:off x="3204504" y="4783536"/>
              <a:ext cx="3062880" cy="11160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B5E156EB-8C6E-0DD6-8E53-0B44D041078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199824" y="4778856"/>
                <a:ext cx="307152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BB2EAE39-C5B6-197A-899D-174B9E3A92E6}"/>
                  </a:ext>
                </a:extLst>
              </p14:cNvPr>
              <p14:cNvContentPartPr/>
              <p14:nvPr/>
            </p14:nvContentPartPr>
            <p14:xfrm>
              <a:off x="3041064" y="4646016"/>
              <a:ext cx="360" cy="36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BB2EAE39-C5B6-197A-899D-174B9E3A92E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036744" y="464169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F25F8AB2-0AD5-4952-3B68-8306B25BEB75}"/>
                  </a:ext>
                </a:extLst>
              </p14:cNvPr>
              <p14:cNvContentPartPr/>
              <p14:nvPr/>
            </p14:nvContentPartPr>
            <p14:xfrm>
              <a:off x="3306024" y="5389056"/>
              <a:ext cx="86400" cy="7956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F25F8AB2-0AD5-4952-3B68-8306B25BEB7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301704" y="5384736"/>
                <a:ext cx="9504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6B5B66D7-1129-040B-325F-42483195EB0D}"/>
                  </a:ext>
                </a:extLst>
              </p14:cNvPr>
              <p14:cNvContentPartPr/>
              <p14:nvPr/>
            </p14:nvContentPartPr>
            <p14:xfrm>
              <a:off x="5854824" y="5436936"/>
              <a:ext cx="117360" cy="5724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6B5B66D7-1129-040B-325F-42483195EB0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850504" y="5432616"/>
                <a:ext cx="12600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336F869E-637D-76E9-A626-0DB70063FC9A}"/>
                  </a:ext>
                </a:extLst>
              </p14:cNvPr>
              <p14:cNvContentPartPr/>
              <p14:nvPr/>
            </p14:nvContentPartPr>
            <p14:xfrm>
              <a:off x="6057504" y="5427936"/>
              <a:ext cx="81000" cy="360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336F869E-637D-76E9-A626-0DB70063FC9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053184" y="5423616"/>
                <a:ext cx="89640" cy="1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D17F2A6B-18BD-7F27-660A-20C85652DA8F}"/>
                  </a:ext>
                </a:extLst>
              </p14:cNvPr>
              <p14:cNvContentPartPr/>
              <p14:nvPr/>
            </p14:nvContentPartPr>
            <p14:xfrm>
              <a:off x="6235344" y="5390496"/>
              <a:ext cx="34560" cy="13032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D17F2A6B-18BD-7F27-660A-20C85652DA8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231024" y="5386176"/>
                <a:ext cx="4320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D78A7BAE-235B-3A68-F77D-A80696191A66}"/>
                  </a:ext>
                </a:extLst>
              </p14:cNvPr>
              <p14:cNvContentPartPr/>
              <p14:nvPr/>
            </p14:nvContentPartPr>
            <p14:xfrm>
              <a:off x="1991664" y="5007816"/>
              <a:ext cx="8640" cy="14796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D78A7BAE-235B-3A68-F77D-A80696191A6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987344" y="5003496"/>
                <a:ext cx="1728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BF4BB444-5CB6-8005-2553-024C2426EC0F}"/>
                  </a:ext>
                </a:extLst>
              </p14:cNvPr>
              <p14:cNvContentPartPr/>
              <p14:nvPr/>
            </p14:nvContentPartPr>
            <p14:xfrm>
              <a:off x="1935864" y="4971096"/>
              <a:ext cx="412200" cy="25740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BF4BB444-5CB6-8005-2553-024C2426EC0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931544" y="4966776"/>
                <a:ext cx="42084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37331719-D984-1428-CC92-87D96EBB3229}"/>
                  </a:ext>
                </a:extLst>
              </p14:cNvPr>
              <p14:cNvContentPartPr/>
              <p14:nvPr/>
            </p14:nvContentPartPr>
            <p14:xfrm>
              <a:off x="2019384" y="4796496"/>
              <a:ext cx="163800" cy="9900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37331719-D984-1428-CC92-87D96EBB322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015064" y="4792176"/>
                <a:ext cx="17244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F22ACBBA-3058-8495-037D-E435839EB29F}"/>
                  </a:ext>
                </a:extLst>
              </p14:cNvPr>
              <p14:cNvContentPartPr/>
              <p14:nvPr/>
            </p14:nvContentPartPr>
            <p14:xfrm>
              <a:off x="2168424" y="5043096"/>
              <a:ext cx="954000" cy="3924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F22ACBBA-3058-8495-037D-E435839EB29F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164104" y="5038776"/>
                <a:ext cx="9626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76AB90C6-1C14-C112-E87C-8F60CFAF8B7E}"/>
                  </a:ext>
                </a:extLst>
              </p14:cNvPr>
              <p14:cNvContentPartPr/>
              <p14:nvPr/>
            </p14:nvContentPartPr>
            <p14:xfrm>
              <a:off x="3087504" y="4964616"/>
              <a:ext cx="84600" cy="14760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76AB90C6-1C14-C112-E87C-8F60CFAF8B7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083184" y="4960296"/>
                <a:ext cx="9324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8CE5F24C-7403-5B90-6364-9A95D3CC8482}"/>
                  </a:ext>
                </a:extLst>
              </p14:cNvPr>
              <p14:cNvContentPartPr/>
              <p14:nvPr/>
            </p14:nvContentPartPr>
            <p14:xfrm>
              <a:off x="3158064" y="4880376"/>
              <a:ext cx="49680" cy="38628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8CE5F24C-7403-5B90-6364-9A95D3CC848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153744" y="4876056"/>
                <a:ext cx="5832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F29EE0E8-98A6-6714-707C-11A41B461614}"/>
                  </a:ext>
                </a:extLst>
              </p14:cNvPr>
              <p14:cNvContentPartPr/>
              <p14:nvPr/>
            </p14:nvContentPartPr>
            <p14:xfrm>
              <a:off x="3154104" y="5193216"/>
              <a:ext cx="3093840" cy="8568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F29EE0E8-98A6-6714-707C-11A41B461614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149784" y="5188896"/>
                <a:ext cx="310248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654EF697-921E-9AD3-6A79-367EF5B45A08}"/>
                  </a:ext>
                </a:extLst>
              </p14:cNvPr>
              <p14:cNvContentPartPr/>
              <p14:nvPr/>
            </p14:nvContentPartPr>
            <p14:xfrm>
              <a:off x="6184224" y="4791816"/>
              <a:ext cx="119880" cy="48312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654EF697-921E-9AD3-6A79-367EF5B45A0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179904" y="4787496"/>
                <a:ext cx="128520" cy="4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53E6BF92-EB55-978D-6F9F-227D6AB2A583}"/>
                  </a:ext>
                </a:extLst>
              </p14:cNvPr>
              <p14:cNvContentPartPr/>
              <p14:nvPr/>
            </p14:nvContentPartPr>
            <p14:xfrm>
              <a:off x="3558024" y="4906296"/>
              <a:ext cx="61200" cy="32220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53E6BF92-EB55-978D-6F9F-227D6AB2A58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553704" y="4901976"/>
                <a:ext cx="6984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623B5343-2789-9AFF-2EA8-BE9CCD9E109D}"/>
                  </a:ext>
                </a:extLst>
              </p14:cNvPr>
              <p14:cNvContentPartPr/>
              <p14:nvPr/>
            </p14:nvContentPartPr>
            <p14:xfrm>
              <a:off x="3991824" y="4872816"/>
              <a:ext cx="56880" cy="34776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623B5343-2789-9AFF-2EA8-BE9CCD9E109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987504" y="4868496"/>
                <a:ext cx="6552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22117992-4C1D-45C5-3500-92CD1191A9D3}"/>
                  </a:ext>
                </a:extLst>
              </p14:cNvPr>
              <p14:cNvContentPartPr/>
              <p14:nvPr/>
            </p14:nvContentPartPr>
            <p14:xfrm>
              <a:off x="4444704" y="4889376"/>
              <a:ext cx="45000" cy="29880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22117992-4C1D-45C5-3500-92CD1191A9D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440384" y="4885056"/>
                <a:ext cx="5364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2DB6D199-2D7C-81DE-0546-62EB817A00AD}"/>
                  </a:ext>
                </a:extLst>
              </p14:cNvPr>
              <p14:cNvContentPartPr/>
              <p14:nvPr/>
            </p14:nvContentPartPr>
            <p14:xfrm>
              <a:off x="4986864" y="4848696"/>
              <a:ext cx="34560" cy="36540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2DB6D199-2D7C-81DE-0546-62EB817A00AD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982544" y="4844376"/>
                <a:ext cx="4320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B6122553-3E59-EA2B-B268-8BDF99C951E3}"/>
                  </a:ext>
                </a:extLst>
              </p14:cNvPr>
              <p14:cNvContentPartPr/>
              <p14:nvPr/>
            </p14:nvContentPartPr>
            <p14:xfrm>
              <a:off x="5467104" y="4844376"/>
              <a:ext cx="56520" cy="37692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B6122553-3E59-EA2B-B268-8BDF99C951E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462784" y="4840056"/>
                <a:ext cx="6516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260C7819-4F17-35B6-1604-BF0B1825C91C}"/>
                  </a:ext>
                </a:extLst>
              </p14:cNvPr>
              <p14:cNvContentPartPr/>
              <p14:nvPr/>
            </p14:nvContentPartPr>
            <p14:xfrm>
              <a:off x="5871024" y="4798296"/>
              <a:ext cx="28080" cy="42480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260C7819-4F17-35B6-1604-BF0B1825C91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866704" y="4793976"/>
                <a:ext cx="36720" cy="4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A62D78EA-2079-F086-3120-142059BF0490}"/>
                  </a:ext>
                </a:extLst>
              </p14:cNvPr>
              <p14:cNvContentPartPr/>
              <p14:nvPr/>
            </p14:nvContentPartPr>
            <p14:xfrm>
              <a:off x="3726504" y="4961376"/>
              <a:ext cx="104760" cy="13896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A62D78EA-2079-F086-3120-142059BF0490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722184" y="4957056"/>
                <a:ext cx="1134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414C70B1-C002-63E1-A269-5E1B9418786B}"/>
                  </a:ext>
                </a:extLst>
              </p14:cNvPr>
              <p14:cNvContentPartPr/>
              <p14:nvPr/>
            </p14:nvContentPartPr>
            <p14:xfrm>
              <a:off x="4133664" y="4988376"/>
              <a:ext cx="15120" cy="10512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414C70B1-C002-63E1-A269-5E1B9418786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129344" y="4984056"/>
                <a:ext cx="2376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4E411418-ED97-10A5-C02F-19AE24FDE3C7}"/>
                  </a:ext>
                </a:extLst>
              </p14:cNvPr>
              <p14:cNvContentPartPr/>
              <p14:nvPr/>
            </p14:nvContentPartPr>
            <p14:xfrm>
              <a:off x="5610744" y="4958136"/>
              <a:ext cx="12960" cy="8100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4E411418-ED97-10A5-C02F-19AE24FDE3C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606424" y="4953816"/>
                <a:ext cx="2160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812397F1-3847-3446-68D6-1AB2781CD79C}"/>
                  </a:ext>
                </a:extLst>
              </p14:cNvPr>
              <p14:cNvContentPartPr/>
              <p14:nvPr/>
            </p14:nvContentPartPr>
            <p14:xfrm>
              <a:off x="5696064" y="4948416"/>
              <a:ext cx="83520" cy="7848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812397F1-3847-3446-68D6-1AB2781CD79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691744" y="4944096"/>
                <a:ext cx="921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195064AE-47CF-64C2-D542-5021712B9171}"/>
                  </a:ext>
                </a:extLst>
              </p14:cNvPr>
              <p14:cNvContentPartPr/>
              <p14:nvPr/>
            </p14:nvContentPartPr>
            <p14:xfrm>
              <a:off x="4672224" y="5242896"/>
              <a:ext cx="360" cy="4104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195064AE-47CF-64C2-D542-5021712B9171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667904" y="5238576"/>
                <a:ext cx="90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CF739A20-2388-E3B4-3B96-02CE6306F817}"/>
                  </a:ext>
                </a:extLst>
              </p14:cNvPr>
              <p14:cNvContentPartPr/>
              <p14:nvPr/>
            </p14:nvContentPartPr>
            <p14:xfrm>
              <a:off x="4672224" y="5372856"/>
              <a:ext cx="360" cy="7416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CF739A20-2388-E3B4-3B96-02CE6306F81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667904" y="5368536"/>
                <a:ext cx="9000" cy="8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4EB88917-37A3-0414-0F3F-45256037AD7A}"/>
                  </a:ext>
                </a:extLst>
              </p14:cNvPr>
              <p14:cNvContentPartPr/>
              <p14:nvPr/>
            </p14:nvContentPartPr>
            <p14:xfrm>
              <a:off x="4655304" y="5528016"/>
              <a:ext cx="5400" cy="10044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4EB88917-37A3-0414-0F3F-45256037AD7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650984" y="5523696"/>
                <a:ext cx="140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398460D6-FBC4-2DE5-E21B-06DA5A075887}"/>
                  </a:ext>
                </a:extLst>
              </p14:cNvPr>
              <p14:cNvContentPartPr/>
              <p14:nvPr/>
            </p14:nvContentPartPr>
            <p14:xfrm>
              <a:off x="4638384" y="5692896"/>
              <a:ext cx="5400" cy="1260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398460D6-FBC4-2DE5-E21B-06DA5A07588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634064" y="5688576"/>
                <a:ext cx="140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FAA0E370-6017-3445-5984-9CA0C266F1BA}"/>
                  </a:ext>
                </a:extLst>
              </p14:cNvPr>
              <p14:cNvContentPartPr/>
              <p14:nvPr/>
            </p14:nvContentPartPr>
            <p14:xfrm>
              <a:off x="4589784" y="5249736"/>
              <a:ext cx="163440" cy="11196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FAA0E370-6017-3445-5984-9CA0C266F1BA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4585464" y="5245416"/>
                <a:ext cx="17208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4F84DBA5-AAF9-65AB-906B-A8B0BBCD54DE}"/>
                  </a:ext>
                </a:extLst>
              </p14:cNvPr>
              <p14:cNvContentPartPr/>
              <p14:nvPr/>
            </p14:nvContentPartPr>
            <p14:xfrm>
              <a:off x="4294584" y="5815296"/>
              <a:ext cx="122400" cy="6912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4F84DBA5-AAF9-65AB-906B-A8B0BBCD54D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290264" y="5810976"/>
                <a:ext cx="1310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C5C8D5B6-6C58-1AD1-9245-FD298A8D39FF}"/>
                  </a:ext>
                </a:extLst>
              </p14:cNvPr>
              <p14:cNvContentPartPr/>
              <p14:nvPr/>
            </p14:nvContentPartPr>
            <p14:xfrm>
              <a:off x="4482144" y="5820696"/>
              <a:ext cx="7560" cy="4104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C5C8D5B6-6C58-1AD1-9245-FD298A8D39FF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477824" y="5816376"/>
                <a:ext cx="162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F5028A2F-C23C-CE25-8F45-E284B48189C7}"/>
                  </a:ext>
                </a:extLst>
              </p14:cNvPr>
              <p14:cNvContentPartPr/>
              <p14:nvPr/>
            </p14:nvContentPartPr>
            <p14:xfrm>
              <a:off x="4489704" y="5712336"/>
              <a:ext cx="12600" cy="48960"/>
            </p14:xfrm>
          </p:contentPart>
        </mc:Choice>
        <mc:Fallback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F5028A2F-C23C-CE25-8F45-E284B48189C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485384" y="5708016"/>
                <a:ext cx="2124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E3F9590A-A08F-5F46-0B1E-473EC5D0FAF3}"/>
                  </a:ext>
                </a:extLst>
              </p14:cNvPr>
              <p14:cNvContentPartPr/>
              <p14:nvPr/>
            </p14:nvContentPartPr>
            <p14:xfrm>
              <a:off x="4586904" y="5677416"/>
              <a:ext cx="129960" cy="18828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E3F9590A-A08F-5F46-0B1E-473EC5D0FAF3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582584" y="5673096"/>
                <a:ext cx="13860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F82F8606-057B-E790-90D6-4BFD06EAAE03}"/>
                  </a:ext>
                </a:extLst>
              </p14:cNvPr>
              <p14:cNvContentPartPr/>
              <p14:nvPr/>
            </p14:nvContentPartPr>
            <p14:xfrm>
              <a:off x="4735944" y="5659056"/>
              <a:ext cx="102960" cy="19368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F82F8606-057B-E790-90D6-4BFD06EAAE03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731624" y="5654736"/>
                <a:ext cx="11160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DEE84285-283E-8F30-1945-AEBA3D4755CD}"/>
                  </a:ext>
                </a:extLst>
              </p14:cNvPr>
              <p14:cNvContentPartPr/>
              <p14:nvPr/>
            </p14:nvContentPartPr>
            <p14:xfrm>
              <a:off x="4890744" y="5670936"/>
              <a:ext cx="30960" cy="17172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DEE84285-283E-8F30-1945-AEBA3D4755CD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886424" y="5666616"/>
                <a:ext cx="3960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174B2EFB-15F2-880E-4BB5-AA3378F07E75}"/>
                  </a:ext>
                </a:extLst>
              </p14:cNvPr>
              <p14:cNvContentPartPr/>
              <p14:nvPr/>
            </p14:nvContentPartPr>
            <p14:xfrm>
              <a:off x="4967064" y="5763816"/>
              <a:ext cx="49320" cy="8424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174B2EFB-15F2-880E-4BB5-AA3378F07E7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962744" y="5759496"/>
                <a:ext cx="57960" cy="9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5" name="Group 184">
            <a:extLst>
              <a:ext uri="{FF2B5EF4-FFF2-40B4-BE49-F238E27FC236}">
                <a16:creationId xmlns:a16="http://schemas.microsoft.com/office/drawing/2014/main" id="{A75DB5F0-AAAE-7FA2-9D29-66DE76FE18C6}"/>
              </a:ext>
            </a:extLst>
          </p:cNvPr>
          <p:cNvGrpSpPr/>
          <p:nvPr/>
        </p:nvGrpSpPr>
        <p:grpSpPr>
          <a:xfrm>
            <a:off x="3763944" y="262296"/>
            <a:ext cx="111960" cy="387000"/>
            <a:chOff x="3763944" y="262296"/>
            <a:chExt cx="111960" cy="38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136F690-F044-2921-1049-6CE2E85D1494}"/>
                    </a:ext>
                  </a:extLst>
                </p14:cNvPr>
                <p14:cNvContentPartPr/>
                <p14:nvPr/>
              </p14:nvContentPartPr>
              <p14:xfrm>
                <a:off x="3799944" y="262296"/>
                <a:ext cx="8640" cy="3351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136F690-F044-2921-1049-6CE2E85D149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795624" y="257976"/>
                  <a:ext cx="1728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0BB0F85-84DE-39CF-F643-4D6AC8A9C1C7}"/>
                    </a:ext>
                  </a:extLst>
                </p14:cNvPr>
                <p14:cNvContentPartPr/>
                <p14:nvPr/>
              </p14:nvContentPartPr>
              <p14:xfrm>
                <a:off x="3763944" y="576576"/>
                <a:ext cx="48960" cy="619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0BB0F85-84DE-39CF-F643-4D6AC8A9C1C7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759624" y="572256"/>
                  <a:ext cx="576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C3B21B38-3F6D-0C86-43DC-2A2BD23D71C0}"/>
                    </a:ext>
                  </a:extLst>
                </p14:cNvPr>
                <p14:cNvContentPartPr/>
                <p14:nvPr/>
              </p14:nvContentPartPr>
              <p14:xfrm>
                <a:off x="3814704" y="564336"/>
                <a:ext cx="61200" cy="849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C3B21B38-3F6D-0C86-43DC-2A2BD23D71C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810384" y="560016"/>
                  <a:ext cx="69840" cy="9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BB43FF78-6F1A-2221-5CBD-A383453E727F}"/>
              </a:ext>
            </a:extLst>
          </p:cNvPr>
          <p:cNvGrpSpPr/>
          <p:nvPr/>
        </p:nvGrpSpPr>
        <p:grpSpPr>
          <a:xfrm>
            <a:off x="6372504" y="264816"/>
            <a:ext cx="154080" cy="286920"/>
            <a:chOff x="6372504" y="264816"/>
            <a:chExt cx="154080" cy="28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9480475-4767-1FD9-00F7-306BBA9195B9}"/>
                    </a:ext>
                  </a:extLst>
                </p14:cNvPr>
                <p14:cNvContentPartPr/>
                <p14:nvPr/>
              </p14:nvContentPartPr>
              <p14:xfrm>
                <a:off x="6435864" y="264816"/>
                <a:ext cx="15120" cy="2520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9480475-4767-1FD9-00F7-306BBA9195B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431544" y="260496"/>
                  <a:ext cx="237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784F28B-48CF-60ED-4A62-01CC4C9387D9}"/>
                    </a:ext>
                  </a:extLst>
                </p14:cNvPr>
                <p14:cNvContentPartPr/>
                <p14:nvPr/>
              </p14:nvContentPartPr>
              <p14:xfrm>
                <a:off x="6372504" y="487296"/>
                <a:ext cx="63720" cy="5688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784F28B-48CF-60ED-4A62-01CC4C9387D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368184" y="482976"/>
                  <a:ext cx="723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9088E32-BF9E-0E1C-DDC1-FF65AA41BE81}"/>
                    </a:ext>
                  </a:extLst>
                </p14:cNvPr>
                <p14:cNvContentPartPr/>
                <p14:nvPr/>
              </p14:nvContentPartPr>
              <p14:xfrm>
                <a:off x="6431184" y="483336"/>
                <a:ext cx="95400" cy="684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9088E32-BF9E-0E1C-DDC1-FF65AA41BE81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426864" y="479016"/>
                  <a:ext cx="104040" cy="7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11B4244B-5D3D-1BC5-B840-526C549AF010}"/>
                  </a:ext>
                </a:extLst>
              </p14:cNvPr>
              <p14:cNvContentPartPr/>
              <p14:nvPr/>
            </p14:nvContentPartPr>
            <p14:xfrm>
              <a:off x="3682944" y="38016"/>
              <a:ext cx="158760" cy="17280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11B4244B-5D3D-1BC5-B840-526C549AF010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3678624" y="33696"/>
                <a:ext cx="167400" cy="18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1D2BC354-B08B-5CEC-4D7D-14A11D6A29F9}"/>
                  </a:ext>
                </a:extLst>
              </p14:cNvPr>
              <p14:cNvContentPartPr/>
              <p14:nvPr/>
            </p14:nvContentPartPr>
            <p14:xfrm>
              <a:off x="6389424" y="66456"/>
              <a:ext cx="106560" cy="10908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1D2BC354-B08B-5CEC-4D7D-14A11D6A29F9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6385104" y="62136"/>
                <a:ext cx="115200" cy="11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F2E07BF4-D6A9-0614-F061-0484B5BEE3BE}"/>
              </a:ext>
            </a:extLst>
          </p:cNvPr>
          <p:cNvGrpSpPr/>
          <p:nvPr/>
        </p:nvGrpSpPr>
        <p:grpSpPr>
          <a:xfrm>
            <a:off x="3929184" y="331416"/>
            <a:ext cx="479160" cy="128880"/>
            <a:chOff x="3929184" y="331416"/>
            <a:chExt cx="479160" cy="12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95084B1-8080-17BF-59EC-57DB17ED1A1C}"/>
                    </a:ext>
                  </a:extLst>
                </p14:cNvPr>
                <p14:cNvContentPartPr/>
                <p14:nvPr/>
              </p14:nvContentPartPr>
              <p14:xfrm>
                <a:off x="3929184" y="456336"/>
                <a:ext cx="10080" cy="10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95084B1-8080-17BF-59EC-57DB17ED1A1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924864" y="452016"/>
                  <a:ext cx="1872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14F2CFF-A5C4-B7EE-348D-077311B642ED}"/>
                    </a:ext>
                  </a:extLst>
                </p14:cNvPr>
                <p14:cNvContentPartPr/>
                <p14:nvPr/>
              </p14:nvContentPartPr>
              <p14:xfrm>
                <a:off x="4053744" y="423216"/>
                <a:ext cx="22320" cy="43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14F2CFF-A5C4-B7EE-348D-077311B642E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049424" y="418896"/>
                  <a:ext cx="3096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9C21D74-B08C-0EBF-9962-425ECB3D7A23}"/>
                    </a:ext>
                  </a:extLst>
                </p14:cNvPr>
                <p14:cNvContentPartPr/>
                <p14:nvPr/>
              </p14:nvContentPartPr>
              <p14:xfrm>
                <a:off x="4185504" y="410976"/>
                <a:ext cx="5400" cy="108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9C21D74-B08C-0EBF-9962-425ECB3D7A2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181184" y="406656"/>
                  <a:ext cx="1404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3982546-EAA8-67F6-14A8-984F33F16212}"/>
                    </a:ext>
                  </a:extLst>
                </p14:cNvPr>
                <p14:cNvContentPartPr/>
                <p14:nvPr/>
              </p14:nvContentPartPr>
              <p14:xfrm>
                <a:off x="4263264" y="410976"/>
                <a:ext cx="360" cy="3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3982546-EAA8-67F6-14A8-984F33F1621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258944" y="40665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ECC0F50-A44C-4FC1-AC31-29013999398D}"/>
                    </a:ext>
                  </a:extLst>
                </p14:cNvPr>
                <p14:cNvContentPartPr/>
                <p14:nvPr/>
              </p14:nvContentPartPr>
              <p14:xfrm>
                <a:off x="4290264" y="331416"/>
                <a:ext cx="118080" cy="1288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ECC0F50-A44C-4FC1-AC31-29013999398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285944" y="327096"/>
                  <a:ext cx="12672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95C1E1FA-7AC1-AB0C-DC5A-7EC94C02402A}"/>
              </a:ext>
            </a:extLst>
          </p:cNvPr>
          <p:cNvGrpSpPr/>
          <p:nvPr/>
        </p:nvGrpSpPr>
        <p:grpSpPr>
          <a:xfrm>
            <a:off x="6023664" y="373536"/>
            <a:ext cx="285840" cy="24840"/>
            <a:chOff x="6023664" y="373536"/>
            <a:chExt cx="285840" cy="2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753C7406-B3C0-F6F6-6017-DFC84E9F796C}"/>
                    </a:ext>
                  </a:extLst>
                </p14:cNvPr>
                <p14:cNvContentPartPr/>
                <p14:nvPr/>
              </p14:nvContentPartPr>
              <p14:xfrm>
                <a:off x="6287184" y="373536"/>
                <a:ext cx="22320" cy="158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753C7406-B3C0-F6F6-6017-DFC84E9F796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282864" y="369216"/>
                  <a:ext cx="309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5E02762-BC8A-F3B0-E318-B2A530FCDA93}"/>
                    </a:ext>
                  </a:extLst>
                </p14:cNvPr>
                <p14:cNvContentPartPr/>
                <p14:nvPr/>
              </p14:nvContentPartPr>
              <p14:xfrm>
                <a:off x="6143184" y="392976"/>
                <a:ext cx="63720" cy="54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5E02762-BC8A-F3B0-E318-B2A530FCDA9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138864" y="388656"/>
                  <a:ext cx="7236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53A695A-2FB5-EE7A-9C2E-B9DFB20346E1}"/>
                    </a:ext>
                  </a:extLst>
                </p14:cNvPr>
                <p14:cNvContentPartPr/>
                <p14:nvPr/>
              </p14:nvContentPartPr>
              <p14:xfrm>
                <a:off x="6040944" y="389736"/>
                <a:ext cx="46800" cy="612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53A695A-2FB5-EE7A-9C2E-B9DFB20346E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036624" y="385416"/>
                  <a:ext cx="5544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F4B8B38-B721-828F-6AB0-1F005B31153D}"/>
                    </a:ext>
                  </a:extLst>
                </p14:cNvPr>
                <p14:cNvContentPartPr/>
                <p14:nvPr/>
              </p14:nvContentPartPr>
              <p14:xfrm>
                <a:off x="6023664" y="389736"/>
                <a:ext cx="63720" cy="61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F4B8B38-B721-828F-6AB0-1F005B31153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019344" y="385416"/>
                  <a:ext cx="72360" cy="1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2F1AA07C-692A-825C-437A-4784F635163E}"/>
                  </a:ext>
                </a:extLst>
              </p14:cNvPr>
              <p14:cNvContentPartPr/>
              <p14:nvPr/>
            </p14:nvContentPartPr>
            <p14:xfrm>
              <a:off x="5711904" y="345096"/>
              <a:ext cx="161640" cy="11340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2F1AA07C-692A-825C-437A-4784F635163E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5707584" y="340776"/>
                <a:ext cx="170280" cy="12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7" name="Group 236">
            <a:extLst>
              <a:ext uri="{FF2B5EF4-FFF2-40B4-BE49-F238E27FC236}">
                <a16:creationId xmlns:a16="http://schemas.microsoft.com/office/drawing/2014/main" id="{C15C2CB1-81EC-FD51-6913-C860695AC9D0}"/>
              </a:ext>
            </a:extLst>
          </p:cNvPr>
          <p:cNvGrpSpPr/>
          <p:nvPr/>
        </p:nvGrpSpPr>
        <p:grpSpPr>
          <a:xfrm>
            <a:off x="7246440" y="2166192"/>
            <a:ext cx="822240" cy="274680"/>
            <a:chOff x="7246440" y="2166192"/>
            <a:chExt cx="822240" cy="27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2AF3F7A-10A3-F2A7-0221-664C57348341}"/>
                    </a:ext>
                  </a:extLst>
                </p14:cNvPr>
                <p14:cNvContentPartPr/>
                <p14:nvPr/>
              </p14:nvContentPartPr>
              <p14:xfrm>
                <a:off x="7246440" y="2340792"/>
                <a:ext cx="222840" cy="1000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2AF3F7A-10A3-F2A7-0221-664C5734834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242120" y="2336472"/>
                  <a:ext cx="2314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EAEC63B-3FBF-8526-38B5-19A860FF412F}"/>
                    </a:ext>
                  </a:extLst>
                </p14:cNvPr>
                <p14:cNvContentPartPr/>
                <p14:nvPr/>
              </p14:nvContentPartPr>
              <p14:xfrm>
                <a:off x="7576560" y="2166192"/>
                <a:ext cx="87120" cy="2239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EAEC63B-3FBF-8526-38B5-19A860FF412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572240" y="2161872"/>
                  <a:ext cx="957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564619E9-9948-5D8A-272C-C4B5BB5A31F1}"/>
                    </a:ext>
                  </a:extLst>
                </p14:cNvPr>
                <p14:cNvContentPartPr/>
                <p14:nvPr/>
              </p14:nvContentPartPr>
              <p14:xfrm>
                <a:off x="7727040" y="2343312"/>
                <a:ext cx="15120" cy="4032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564619E9-9948-5D8A-272C-C4B5BB5A31F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722720" y="2338992"/>
                  <a:ext cx="237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91E8303-8644-4379-AE55-04B50161142F}"/>
                    </a:ext>
                  </a:extLst>
                </p14:cNvPr>
                <p14:cNvContentPartPr/>
                <p14:nvPr/>
              </p14:nvContentPartPr>
              <p14:xfrm>
                <a:off x="7800120" y="2201832"/>
                <a:ext cx="360" cy="295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91E8303-8644-4379-AE55-04B50161142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795800" y="2197512"/>
                  <a:ext cx="9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CCE046C9-3CAB-46A6-F6AB-CBF7A90BABE6}"/>
                    </a:ext>
                  </a:extLst>
                </p14:cNvPr>
                <p14:cNvContentPartPr/>
                <p14:nvPr/>
              </p14:nvContentPartPr>
              <p14:xfrm>
                <a:off x="7853760" y="2245032"/>
                <a:ext cx="66240" cy="1562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CCE046C9-3CAB-46A6-F6AB-CBF7A90BABE6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849440" y="2240712"/>
                  <a:ext cx="748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50A4108-4D91-A384-C1AF-3AA596FB060B}"/>
                    </a:ext>
                  </a:extLst>
                </p14:cNvPr>
                <p14:cNvContentPartPr/>
                <p14:nvPr/>
              </p14:nvContentPartPr>
              <p14:xfrm>
                <a:off x="7934040" y="2322432"/>
                <a:ext cx="134640" cy="7344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50A4108-4D91-A384-C1AF-3AA596FB060B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929720" y="2318112"/>
                  <a:ext cx="143280" cy="82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DBCC6B64-28AB-63BA-DBB0-0C1B739DF4D4}"/>
                  </a:ext>
                </a:extLst>
              </p14:cNvPr>
              <p14:cNvContentPartPr/>
              <p14:nvPr/>
            </p14:nvContentPartPr>
            <p14:xfrm>
              <a:off x="8256600" y="2219832"/>
              <a:ext cx="95040" cy="18288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DBCC6B64-28AB-63BA-DBB0-0C1B739DF4D4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8252280" y="2215512"/>
                <a:ext cx="10368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41E5E381-F0E0-CBC7-658F-157DF412DD7C}"/>
                  </a:ext>
                </a:extLst>
              </p14:cNvPr>
              <p14:cNvContentPartPr/>
              <p14:nvPr/>
            </p14:nvContentPartPr>
            <p14:xfrm>
              <a:off x="7451280" y="5612832"/>
              <a:ext cx="102960" cy="356400"/>
            </p14:xfrm>
          </p:contentPart>
        </mc:Choice>
        <mc:Fallback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41E5E381-F0E0-CBC7-658F-157DF412DD7C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7446960" y="5608512"/>
                <a:ext cx="111600" cy="36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2" name="Group 251">
            <a:extLst>
              <a:ext uri="{FF2B5EF4-FFF2-40B4-BE49-F238E27FC236}">
                <a16:creationId xmlns:a16="http://schemas.microsoft.com/office/drawing/2014/main" id="{0A3840D3-BB86-F0E2-A70A-1EAF38A83BEE}"/>
              </a:ext>
            </a:extLst>
          </p:cNvPr>
          <p:cNvGrpSpPr/>
          <p:nvPr/>
        </p:nvGrpSpPr>
        <p:grpSpPr>
          <a:xfrm>
            <a:off x="7907400" y="2544912"/>
            <a:ext cx="1082880" cy="313560"/>
            <a:chOff x="7907400" y="2544912"/>
            <a:chExt cx="1082880" cy="31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58BD0B08-9E90-CADE-2AE9-F40146F0409C}"/>
                    </a:ext>
                  </a:extLst>
                </p14:cNvPr>
                <p14:cNvContentPartPr/>
                <p14:nvPr/>
              </p14:nvContentPartPr>
              <p14:xfrm>
                <a:off x="7907400" y="2569032"/>
                <a:ext cx="458640" cy="2610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58BD0B08-9E90-CADE-2AE9-F40146F0409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903080" y="2564712"/>
                  <a:ext cx="4672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3336DBE2-58B6-231E-F854-0AA31DE3F0FB}"/>
                    </a:ext>
                  </a:extLst>
                </p14:cNvPr>
                <p14:cNvContentPartPr/>
                <p14:nvPr/>
              </p14:nvContentPartPr>
              <p14:xfrm>
                <a:off x="8446320" y="2727792"/>
                <a:ext cx="10080" cy="2052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3336DBE2-58B6-231E-F854-0AA31DE3F0FB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442000" y="2723472"/>
                  <a:ext cx="187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C25E1F1-2655-4A6E-F70C-13CA3A13CB11}"/>
                    </a:ext>
                  </a:extLst>
                </p14:cNvPr>
                <p14:cNvContentPartPr/>
                <p14:nvPr/>
              </p14:nvContentPartPr>
              <p14:xfrm>
                <a:off x="8521920" y="2574792"/>
                <a:ext cx="10080" cy="1980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FC25E1F1-2655-4A6E-F70C-13CA3A13CB11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517600" y="2570472"/>
                  <a:ext cx="18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62FF8100-D603-486F-42E1-EC7715B676F4}"/>
                    </a:ext>
                  </a:extLst>
                </p14:cNvPr>
                <p14:cNvContentPartPr/>
                <p14:nvPr/>
              </p14:nvContentPartPr>
              <p14:xfrm>
                <a:off x="8565840" y="2599992"/>
                <a:ext cx="39240" cy="1490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62FF8100-D603-486F-42E1-EC7715B676F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561520" y="2595672"/>
                  <a:ext cx="478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D0C44D8B-936D-4801-EFA6-4A21EAECC7BE}"/>
                    </a:ext>
                  </a:extLst>
                </p14:cNvPr>
                <p14:cNvContentPartPr/>
                <p14:nvPr/>
              </p14:nvContentPartPr>
              <p14:xfrm>
                <a:off x="8648640" y="2682792"/>
                <a:ext cx="119880" cy="6948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D0C44D8B-936D-4801-EFA6-4A21EAECC7B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644320" y="2678472"/>
                  <a:ext cx="1285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C44600C8-898E-543E-1820-45AE1A5F90B9}"/>
                    </a:ext>
                  </a:extLst>
                </p14:cNvPr>
                <p14:cNvContentPartPr/>
                <p14:nvPr/>
              </p14:nvContentPartPr>
              <p14:xfrm>
                <a:off x="8870040" y="2544912"/>
                <a:ext cx="120240" cy="31356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C44600C8-898E-543E-1820-45AE1A5F90B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865720" y="2540592"/>
                  <a:ext cx="128880" cy="32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DAA1BF1D-7312-98D7-98A8-9A18C5A181BE}"/>
              </a:ext>
            </a:extLst>
          </p:cNvPr>
          <p:cNvGrpSpPr/>
          <p:nvPr/>
        </p:nvGrpSpPr>
        <p:grpSpPr>
          <a:xfrm>
            <a:off x="386424" y="1291536"/>
            <a:ext cx="1150200" cy="462960"/>
            <a:chOff x="386424" y="1291536"/>
            <a:chExt cx="1150200" cy="46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70D46C58-DD1E-6A60-E8DB-50F734CA6B20}"/>
                    </a:ext>
                  </a:extLst>
                </p14:cNvPr>
                <p14:cNvContentPartPr/>
                <p14:nvPr/>
              </p14:nvContentPartPr>
              <p14:xfrm>
                <a:off x="386424" y="1562616"/>
                <a:ext cx="10080" cy="19188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70D46C58-DD1E-6A60-E8DB-50F734CA6B2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82104" y="1558296"/>
                  <a:ext cx="187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28CFE840-3ABE-685C-683B-1547A106CFB9}"/>
                    </a:ext>
                  </a:extLst>
                </p14:cNvPr>
                <p14:cNvContentPartPr/>
                <p14:nvPr/>
              </p14:nvContentPartPr>
              <p14:xfrm>
                <a:off x="408384" y="1479096"/>
                <a:ext cx="108720" cy="1249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28CFE840-3ABE-685C-683B-1547A106CFB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04064" y="1474776"/>
                  <a:ext cx="1173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CB92651-193E-0C69-C812-CD0B0041AA04}"/>
                    </a:ext>
                  </a:extLst>
                </p14:cNvPr>
                <p14:cNvContentPartPr/>
                <p14:nvPr/>
              </p14:nvContentPartPr>
              <p14:xfrm>
                <a:off x="600984" y="1535616"/>
                <a:ext cx="12600" cy="327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CB92651-193E-0C69-C812-CD0B0041AA0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96664" y="1531296"/>
                  <a:ext cx="212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0A741B5B-42E3-78F0-987B-FF5816756F4A}"/>
                    </a:ext>
                  </a:extLst>
                </p14:cNvPr>
                <p14:cNvContentPartPr/>
                <p14:nvPr/>
              </p14:nvContentPartPr>
              <p14:xfrm>
                <a:off x="640224" y="1404936"/>
                <a:ext cx="7560" cy="842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0A741B5B-42E3-78F0-987B-FF5816756F4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635904" y="1400616"/>
                  <a:ext cx="162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A58F25C-16DD-F70A-ACD7-7AA3105A3198}"/>
                    </a:ext>
                  </a:extLst>
                </p14:cNvPr>
                <p14:cNvContentPartPr/>
                <p14:nvPr/>
              </p14:nvContentPartPr>
              <p14:xfrm>
                <a:off x="698544" y="1459296"/>
                <a:ext cx="78120" cy="1202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A58F25C-16DD-F70A-ACD7-7AA3105A319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94224" y="1454976"/>
                  <a:ext cx="867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EEEC61B0-3032-EEAD-9880-F86B1F17732C}"/>
                    </a:ext>
                  </a:extLst>
                </p14:cNvPr>
                <p14:cNvContentPartPr/>
                <p14:nvPr/>
              </p14:nvContentPartPr>
              <p14:xfrm>
                <a:off x="836064" y="1479816"/>
                <a:ext cx="51480" cy="6048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EEEC61B0-3032-EEAD-9880-F86B1F17732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31744" y="1475496"/>
                  <a:ext cx="601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E4277C41-4280-F4B4-5D48-8DC4ADDF7D00}"/>
                    </a:ext>
                  </a:extLst>
                </p14:cNvPr>
                <p14:cNvContentPartPr/>
                <p14:nvPr/>
              </p14:nvContentPartPr>
              <p14:xfrm>
                <a:off x="991224" y="1365696"/>
                <a:ext cx="17640" cy="1702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E4277C41-4280-F4B4-5D48-8DC4ADDF7D0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86904" y="1361376"/>
                  <a:ext cx="262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10519FA-FB66-1EF5-FDA8-0AAECB86046F}"/>
                    </a:ext>
                  </a:extLst>
                </p14:cNvPr>
                <p14:cNvContentPartPr/>
                <p14:nvPr/>
              </p14:nvContentPartPr>
              <p14:xfrm>
                <a:off x="925344" y="1427616"/>
                <a:ext cx="154080" cy="1260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F10519FA-FB66-1EF5-FDA8-0AAECB86046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21024" y="1423296"/>
                  <a:ext cx="1627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650AC2E7-CC0B-D475-F0B3-133872E8A113}"/>
                    </a:ext>
                  </a:extLst>
                </p14:cNvPr>
                <p14:cNvContentPartPr/>
                <p14:nvPr/>
              </p14:nvContentPartPr>
              <p14:xfrm>
                <a:off x="1158624" y="1291536"/>
                <a:ext cx="378000" cy="3042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650AC2E7-CC0B-D475-F0B3-133872E8A113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54304" y="1287216"/>
                  <a:ext cx="3866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62CCFD07-3D50-ABC4-170E-CE67152BCB67}"/>
                    </a:ext>
                  </a:extLst>
                </p14:cNvPr>
                <p14:cNvContentPartPr/>
                <p14:nvPr/>
              </p14:nvContentPartPr>
              <p14:xfrm>
                <a:off x="1269144" y="1377216"/>
                <a:ext cx="127080" cy="15480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62CCFD07-3D50-ABC4-170E-CE67152BCB67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264824" y="1372896"/>
                  <a:ext cx="13572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BC0AFA53-8999-7AE4-3805-7EF7B4F23948}"/>
                    </a:ext>
                  </a:extLst>
                </p14:cNvPr>
                <p14:cNvContentPartPr/>
                <p14:nvPr/>
              </p14:nvContentPartPr>
              <p14:xfrm>
                <a:off x="1295784" y="1438416"/>
                <a:ext cx="112680" cy="133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BC0AFA53-8999-7AE4-3805-7EF7B4F23948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291464" y="1434096"/>
                  <a:ext cx="12132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2FF87685-B2A4-FA62-AE8E-5B6B7CFDF989}"/>
              </a:ext>
            </a:extLst>
          </p:cNvPr>
          <p:cNvGrpSpPr/>
          <p:nvPr/>
        </p:nvGrpSpPr>
        <p:grpSpPr>
          <a:xfrm>
            <a:off x="9094320" y="2583792"/>
            <a:ext cx="734760" cy="287640"/>
            <a:chOff x="9094320" y="2583792"/>
            <a:chExt cx="734760" cy="28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71D2E18-57DF-9B3B-09E7-D41C1867A14A}"/>
                    </a:ext>
                  </a:extLst>
                </p14:cNvPr>
                <p14:cNvContentPartPr/>
                <p14:nvPr/>
              </p14:nvContentPartPr>
              <p14:xfrm>
                <a:off x="9177840" y="2708352"/>
                <a:ext cx="2880" cy="3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71D2E18-57DF-9B3B-09E7-D41C1867A14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173520" y="2704032"/>
                  <a:ext cx="115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651CA1B9-98E4-656A-5879-2BAC322BB0FA}"/>
                    </a:ext>
                  </a:extLst>
                </p14:cNvPr>
                <p14:cNvContentPartPr/>
                <p14:nvPr/>
              </p14:nvContentPartPr>
              <p14:xfrm>
                <a:off x="9094320" y="2694672"/>
                <a:ext cx="200520" cy="10224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651CA1B9-98E4-656A-5879-2BAC322BB0F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090000" y="2690352"/>
                  <a:ext cx="2091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F40D3836-025D-7E99-D38C-C9FC55364E31}"/>
                    </a:ext>
                  </a:extLst>
                </p14:cNvPr>
                <p14:cNvContentPartPr/>
                <p14:nvPr/>
              </p14:nvContentPartPr>
              <p14:xfrm>
                <a:off x="9343440" y="2599992"/>
                <a:ext cx="105120" cy="27144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F40D3836-025D-7E99-D38C-C9FC55364E31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339120" y="2595672"/>
                  <a:ext cx="11376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78F62755-D4F9-C3E6-2A8E-ABB63BB11114}"/>
                    </a:ext>
                  </a:extLst>
                </p14:cNvPr>
                <p14:cNvContentPartPr/>
                <p14:nvPr/>
              </p14:nvContentPartPr>
              <p14:xfrm>
                <a:off x="9501840" y="2616912"/>
                <a:ext cx="152280" cy="2386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78F62755-D4F9-C3E6-2A8E-ABB63BB11114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497520" y="2612592"/>
                  <a:ext cx="16092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A1545852-365B-8695-21B0-B60FED118E86}"/>
                    </a:ext>
                  </a:extLst>
                </p14:cNvPr>
                <p14:cNvContentPartPr/>
                <p14:nvPr/>
              </p14:nvContentPartPr>
              <p14:xfrm>
                <a:off x="9704520" y="2583792"/>
                <a:ext cx="124560" cy="23256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A1545852-365B-8695-21B0-B60FED118E86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700200" y="2579472"/>
                  <a:ext cx="133200" cy="24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4C33F19A-C951-6C47-99A6-2333EACE4064}"/>
                  </a:ext>
                </a:extLst>
              </p14:cNvPr>
              <p14:cNvContentPartPr/>
              <p14:nvPr/>
            </p14:nvContentPartPr>
            <p14:xfrm>
              <a:off x="9960840" y="2610792"/>
              <a:ext cx="172080" cy="12060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4C33F19A-C951-6C47-99A6-2333EACE4064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9956520" y="2606472"/>
                <a:ext cx="180720" cy="12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3" name="Group 282">
            <a:extLst>
              <a:ext uri="{FF2B5EF4-FFF2-40B4-BE49-F238E27FC236}">
                <a16:creationId xmlns:a16="http://schemas.microsoft.com/office/drawing/2014/main" id="{08BBD79D-9B50-8943-EBB4-EBDED2A5D62C}"/>
              </a:ext>
            </a:extLst>
          </p:cNvPr>
          <p:cNvGrpSpPr/>
          <p:nvPr/>
        </p:nvGrpSpPr>
        <p:grpSpPr>
          <a:xfrm>
            <a:off x="10284840" y="2419632"/>
            <a:ext cx="754200" cy="432360"/>
            <a:chOff x="10284840" y="2419632"/>
            <a:chExt cx="754200" cy="43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21D8CB1-1C0D-0884-3BEC-7CB1D60A860C}"/>
                    </a:ext>
                  </a:extLst>
                </p14:cNvPr>
                <p14:cNvContentPartPr/>
                <p14:nvPr/>
              </p14:nvContentPartPr>
              <p14:xfrm>
                <a:off x="10284840" y="2656152"/>
                <a:ext cx="41760" cy="19584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21D8CB1-1C0D-0884-3BEC-7CB1D60A860C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0280520" y="2651832"/>
                  <a:ext cx="504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2830FFFE-FC2E-A9A4-859C-EBEAD319B167}"/>
                    </a:ext>
                  </a:extLst>
                </p14:cNvPr>
                <p14:cNvContentPartPr/>
                <p14:nvPr/>
              </p14:nvContentPartPr>
              <p14:xfrm>
                <a:off x="10343160" y="2612952"/>
                <a:ext cx="59760" cy="8424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2830FFFE-FC2E-A9A4-859C-EBEAD319B167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338840" y="2608632"/>
                  <a:ext cx="684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5E425914-B60C-1342-9F62-6586CDFFAB15}"/>
                    </a:ext>
                  </a:extLst>
                </p14:cNvPr>
                <p14:cNvContentPartPr/>
                <p14:nvPr/>
              </p14:nvContentPartPr>
              <p14:xfrm>
                <a:off x="10474920" y="2635992"/>
                <a:ext cx="22320" cy="514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5E425914-B60C-1342-9F62-6586CDFFAB15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470600" y="2631672"/>
                  <a:ext cx="309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6E13D031-9F3B-466A-BD4F-054F23C8F0CF}"/>
                    </a:ext>
                  </a:extLst>
                </p14:cNvPr>
                <p14:cNvContentPartPr/>
                <p14:nvPr/>
              </p14:nvContentPartPr>
              <p14:xfrm>
                <a:off x="10560240" y="2517192"/>
                <a:ext cx="12600" cy="752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6E13D031-9F3B-466A-BD4F-054F23C8F0CF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555920" y="2512872"/>
                  <a:ext cx="212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D224E4CC-2FC5-9189-908A-B8C6BAD2B5D6}"/>
                    </a:ext>
                  </a:extLst>
                </p14:cNvPr>
                <p14:cNvContentPartPr/>
                <p14:nvPr/>
              </p14:nvContentPartPr>
              <p14:xfrm>
                <a:off x="10596600" y="2609712"/>
                <a:ext cx="51840" cy="9252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D224E4CC-2FC5-9189-908A-B8C6BAD2B5D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592280" y="2605392"/>
                  <a:ext cx="604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4C9BB622-142B-E6D6-D44F-F32C5B63FD66}"/>
                    </a:ext>
                  </a:extLst>
                </p14:cNvPr>
                <p14:cNvContentPartPr/>
                <p14:nvPr/>
              </p14:nvContentPartPr>
              <p14:xfrm>
                <a:off x="10694880" y="2614032"/>
                <a:ext cx="43560" cy="558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4C9BB622-142B-E6D6-D44F-F32C5B63FD66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690560" y="2609712"/>
                  <a:ext cx="522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20B4A02D-6CE6-BF3C-E8A5-13E87F483F3E}"/>
                    </a:ext>
                  </a:extLst>
                </p14:cNvPr>
                <p14:cNvContentPartPr/>
                <p14:nvPr/>
              </p14:nvContentPartPr>
              <p14:xfrm>
                <a:off x="10815120" y="2508192"/>
                <a:ext cx="59760" cy="17136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20B4A02D-6CE6-BF3C-E8A5-13E87F483F3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810800" y="2503872"/>
                  <a:ext cx="6840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BF584F26-38CD-91F8-6D3B-F6BEC9C7EE27}"/>
                    </a:ext>
                  </a:extLst>
                </p14:cNvPr>
                <p14:cNvContentPartPr/>
                <p14:nvPr/>
              </p14:nvContentPartPr>
              <p14:xfrm>
                <a:off x="10750320" y="2586312"/>
                <a:ext cx="173520" cy="360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BF584F26-38CD-91F8-6D3B-F6BEC9C7EE2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746000" y="2581992"/>
                  <a:ext cx="18216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43C828B9-68B3-C85E-967B-5A708C61F0CE}"/>
                    </a:ext>
                  </a:extLst>
                </p14:cNvPr>
                <p14:cNvContentPartPr/>
                <p14:nvPr/>
              </p14:nvContentPartPr>
              <p14:xfrm>
                <a:off x="10916280" y="2419632"/>
                <a:ext cx="122760" cy="33192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43C828B9-68B3-C85E-967B-5A708C61F0C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911960" y="2415312"/>
                  <a:ext cx="131400" cy="34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765FEBC8-9691-BA14-6BD6-7F7F0F075921}"/>
              </a:ext>
            </a:extLst>
          </p:cNvPr>
          <p:cNvGrpSpPr/>
          <p:nvPr/>
        </p:nvGrpSpPr>
        <p:grpSpPr>
          <a:xfrm>
            <a:off x="8919360" y="2974752"/>
            <a:ext cx="746280" cy="291240"/>
            <a:chOff x="8919360" y="2974752"/>
            <a:chExt cx="746280" cy="29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0A1F6816-5A1B-5A9F-33EE-6F8B57FB9402}"/>
                    </a:ext>
                  </a:extLst>
                </p14:cNvPr>
                <p14:cNvContentPartPr/>
                <p14:nvPr/>
              </p14:nvContentPartPr>
              <p14:xfrm>
                <a:off x="8919360" y="2974752"/>
                <a:ext cx="271800" cy="2386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0A1F6816-5A1B-5A9F-33EE-6F8B57FB9402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8915040" y="2970432"/>
                  <a:ext cx="2804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A6EC47DD-43A4-6BA2-AFD8-6DD37E3399D3}"/>
                    </a:ext>
                  </a:extLst>
                </p14:cNvPr>
                <p14:cNvContentPartPr/>
                <p14:nvPr/>
              </p14:nvContentPartPr>
              <p14:xfrm>
                <a:off x="9304560" y="2983752"/>
                <a:ext cx="32040" cy="13932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A6EC47DD-43A4-6BA2-AFD8-6DD37E3399D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300240" y="2979432"/>
                  <a:ext cx="406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405F245D-E4AD-CB6A-F708-736A19138FBB}"/>
                    </a:ext>
                  </a:extLst>
                </p14:cNvPr>
                <p14:cNvContentPartPr/>
                <p14:nvPr/>
              </p14:nvContentPartPr>
              <p14:xfrm>
                <a:off x="9280080" y="3060072"/>
                <a:ext cx="68760" cy="360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405F245D-E4AD-CB6A-F708-736A19138FBB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275760" y="3055752"/>
                  <a:ext cx="7740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038B9917-3114-971E-6C19-7A24EE69905B}"/>
                    </a:ext>
                  </a:extLst>
                </p14:cNvPr>
                <p14:cNvContentPartPr/>
                <p14:nvPr/>
              </p14:nvContentPartPr>
              <p14:xfrm>
                <a:off x="9458280" y="3005712"/>
                <a:ext cx="15120" cy="10872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038B9917-3114-971E-6C19-7A24EE69905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453960" y="3001392"/>
                  <a:ext cx="237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C57F0A0E-1BFE-A87D-7D90-79DFBF69655E}"/>
                    </a:ext>
                  </a:extLst>
                </p14:cNvPr>
                <p14:cNvContentPartPr/>
                <p14:nvPr/>
              </p14:nvContentPartPr>
              <p14:xfrm>
                <a:off x="9433800" y="3060792"/>
                <a:ext cx="112680" cy="432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C57F0A0E-1BFE-A87D-7D90-79DFBF69655E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429480" y="3056472"/>
                  <a:ext cx="12132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BF0CBEB2-BEBB-AAB4-98A6-93ABE7912F63}"/>
                    </a:ext>
                  </a:extLst>
                </p14:cNvPr>
                <p14:cNvContentPartPr/>
                <p14:nvPr/>
              </p14:nvContentPartPr>
              <p14:xfrm>
                <a:off x="9662760" y="3023712"/>
                <a:ext cx="2880" cy="216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BF0CBEB2-BEBB-AAB4-98A6-93ABE7912F6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658440" y="3019392"/>
                  <a:ext cx="115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FE4599E-C0F2-5967-F385-9D72B6135541}"/>
                    </a:ext>
                  </a:extLst>
                </p14:cNvPr>
                <p14:cNvContentPartPr/>
                <p14:nvPr/>
              </p14:nvContentPartPr>
              <p14:xfrm>
                <a:off x="9497160" y="3160872"/>
                <a:ext cx="129600" cy="10512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FE4599E-C0F2-5967-F385-9D72B6135541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492840" y="3156552"/>
                  <a:ext cx="13824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EFDF0AEB-E2F5-FBDB-671A-67784376FCA6}"/>
              </a:ext>
            </a:extLst>
          </p:cNvPr>
          <p:cNvGrpSpPr/>
          <p:nvPr/>
        </p:nvGrpSpPr>
        <p:grpSpPr>
          <a:xfrm>
            <a:off x="3546504" y="1596816"/>
            <a:ext cx="161640" cy="349560"/>
            <a:chOff x="3546504" y="1596816"/>
            <a:chExt cx="161640" cy="34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A4A2E343-8527-381D-2485-B60F930D517F}"/>
                    </a:ext>
                  </a:extLst>
                </p14:cNvPr>
                <p14:cNvContentPartPr/>
                <p14:nvPr/>
              </p14:nvContentPartPr>
              <p14:xfrm>
                <a:off x="3609864" y="1596816"/>
                <a:ext cx="37080" cy="2757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A4A2E343-8527-381D-2485-B60F930D517F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605544" y="1592496"/>
                  <a:ext cx="457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0D803F3C-240B-12C0-0997-0CE08A4C6089}"/>
                    </a:ext>
                  </a:extLst>
                </p14:cNvPr>
                <p14:cNvContentPartPr/>
                <p14:nvPr/>
              </p14:nvContentPartPr>
              <p14:xfrm>
                <a:off x="3546504" y="1814616"/>
                <a:ext cx="81000" cy="903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0D803F3C-240B-12C0-0997-0CE08A4C6089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542184" y="1810296"/>
                  <a:ext cx="896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C0333C7E-2490-7B68-ED71-6428D30B1FC9}"/>
                    </a:ext>
                  </a:extLst>
                </p14:cNvPr>
                <p14:cNvContentPartPr/>
                <p14:nvPr/>
              </p14:nvContentPartPr>
              <p14:xfrm>
                <a:off x="3631824" y="1816056"/>
                <a:ext cx="76320" cy="13032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C0333C7E-2490-7B68-ED71-6428D30B1FC9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627504" y="1811736"/>
                  <a:ext cx="84960" cy="13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2">
            <p14:nvContentPartPr>
              <p14:cNvPr id="296" name="Ink 295">
                <a:extLst>
                  <a:ext uri="{FF2B5EF4-FFF2-40B4-BE49-F238E27FC236}">
                    <a16:creationId xmlns:a16="http://schemas.microsoft.com/office/drawing/2014/main" id="{A5BEB84E-7678-66C1-D6ED-CF7282A6FCF8}"/>
                  </a:ext>
                </a:extLst>
              </p14:cNvPr>
              <p14:cNvContentPartPr/>
              <p14:nvPr/>
            </p14:nvContentPartPr>
            <p14:xfrm>
              <a:off x="3463704" y="1463976"/>
              <a:ext cx="119520" cy="205560"/>
            </p14:xfrm>
          </p:contentPart>
        </mc:Choice>
        <mc:Fallback>
          <p:pic>
            <p:nvPicPr>
              <p:cNvPr id="296" name="Ink 295">
                <a:extLst>
                  <a:ext uri="{FF2B5EF4-FFF2-40B4-BE49-F238E27FC236}">
                    <a16:creationId xmlns:a16="http://schemas.microsoft.com/office/drawing/2014/main" id="{A5BEB84E-7678-66C1-D6ED-CF7282A6FCF8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3459384" y="1459656"/>
                <a:ext cx="128160" cy="21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4" name="Group 323">
            <a:extLst>
              <a:ext uri="{FF2B5EF4-FFF2-40B4-BE49-F238E27FC236}">
                <a16:creationId xmlns:a16="http://schemas.microsoft.com/office/drawing/2014/main" id="{CDF0CF61-B79D-7A62-FAA2-A929BCD59605}"/>
              </a:ext>
            </a:extLst>
          </p:cNvPr>
          <p:cNvGrpSpPr/>
          <p:nvPr/>
        </p:nvGrpSpPr>
        <p:grpSpPr>
          <a:xfrm>
            <a:off x="8021880" y="3422592"/>
            <a:ext cx="1897560" cy="315000"/>
            <a:chOff x="8021880" y="3422592"/>
            <a:chExt cx="1897560" cy="31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B7FCF590-6D2A-EE9F-790A-967812197ABC}"/>
                    </a:ext>
                  </a:extLst>
                </p14:cNvPr>
                <p14:cNvContentPartPr/>
                <p14:nvPr/>
              </p14:nvContentPartPr>
              <p14:xfrm>
                <a:off x="8021880" y="3447792"/>
                <a:ext cx="436680" cy="28980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B7FCF590-6D2A-EE9F-790A-967812197AB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8017560" y="3443472"/>
                  <a:ext cx="4453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F3337A52-BF82-E506-28E4-447E30C2B81C}"/>
                    </a:ext>
                  </a:extLst>
                </p14:cNvPr>
                <p14:cNvContentPartPr/>
                <p14:nvPr/>
              </p14:nvContentPartPr>
              <p14:xfrm>
                <a:off x="8514360" y="3646872"/>
                <a:ext cx="37080" cy="3060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F3337A52-BF82-E506-28E4-447E30C2B81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510040" y="3642552"/>
                  <a:ext cx="457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2A24D9C2-FB62-84F7-D6CE-0C75624BC6E4}"/>
                    </a:ext>
                  </a:extLst>
                </p14:cNvPr>
                <p14:cNvContentPartPr/>
                <p14:nvPr/>
              </p14:nvContentPartPr>
              <p14:xfrm>
                <a:off x="8607240" y="3485952"/>
                <a:ext cx="12600" cy="540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2A24D9C2-FB62-84F7-D6CE-0C75624BC6E4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602920" y="3481632"/>
                  <a:ext cx="2124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E5952021-2940-D042-2586-26264D0C8C8E}"/>
                    </a:ext>
                  </a:extLst>
                </p14:cNvPr>
                <p14:cNvContentPartPr/>
                <p14:nvPr/>
              </p14:nvContentPartPr>
              <p14:xfrm>
                <a:off x="8633880" y="3599712"/>
                <a:ext cx="46800" cy="9468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E5952021-2940-D042-2586-26264D0C8C8E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629560" y="3595392"/>
                  <a:ext cx="554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06A65A40-AF18-0699-106D-631B343AC812}"/>
                    </a:ext>
                  </a:extLst>
                </p14:cNvPr>
                <p14:cNvContentPartPr/>
                <p14:nvPr/>
              </p14:nvContentPartPr>
              <p14:xfrm>
                <a:off x="8724240" y="3616992"/>
                <a:ext cx="105120" cy="4500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06A65A40-AF18-0699-106D-631B343AC812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719920" y="3612672"/>
                  <a:ext cx="1137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6AC514EE-DA73-29B3-02D2-58BBB17E49C6}"/>
                    </a:ext>
                  </a:extLst>
                </p14:cNvPr>
                <p14:cNvContentPartPr/>
                <p14:nvPr/>
              </p14:nvContentPartPr>
              <p14:xfrm>
                <a:off x="8936280" y="3422592"/>
                <a:ext cx="212760" cy="30276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6AC514EE-DA73-29B3-02D2-58BBB17E49C6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931960" y="3418272"/>
                  <a:ext cx="22140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AF66614F-4072-84DD-39E5-80093483C2A6}"/>
                    </a:ext>
                  </a:extLst>
                </p14:cNvPr>
                <p14:cNvContentPartPr/>
                <p14:nvPr/>
              </p14:nvContentPartPr>
              <p14:xfrm>
                <a:off x="9153000" y="3568752"/>
                <a:ext cx="164160" cy="9324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AF66614F-4072-84DD-39E5-80093483C2A6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9148680" y="3564432"/>
                  <a:ext cx="1728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ADB0C885-0D1A-7328-9A2D-D11393886CEA}"/>
                    </a:ext>
                  </a:extLst>
                </p14:cNvPr>
                <p14:cNvContentPartPr/>
                <p14:nvPr/>
              </p14:nvContentPartPr>
              <p14:xfrm>
                <a:off x="9419040" y="3452832"/>
                <a:ext cx="185760" cy="27000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ADB0C885-0D1A-7328-9A2D-D11393886CEA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9414720" y="3448512"/>
                  <a:ext cx="19440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D98BB428-00D8-B808-A240-648A59DB9A13}"/>
                    </a:ext>
                  </a:extLst>
                </p14:cNvPr>
                <p14:cNvContentPartPr/>
                <p14:nvPr/>
              </p14:nvContentPartPr>
              <p14:xfrm>
                <a:off x="9606960" y="3568752"/>
                <a:ext cx="83160" cy="8712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D98BB428-00D8-B808-A240-648A59DB9A13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602640" y="3564432"/>
                  <a:ext cx="918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EFD4A486-0E02-89BB-A0A3-86A1DFB4EC28}"/>
                    </a:ext>
                  </a:extLst>
                </p14:cNvPr>
                <p14:cNvContentPartPr/>
                <p14:nvPr/>
              </p14:nvContentPartPr>
              <p14:xfrm>
                <a:off x="9777600" y="3456792"/>
                <a:ext cx="141840" cy="22284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EFD4A486-0E02-89BB-A0A3-86A1DFB4EC28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9773280" y="3452472"/>
                  <a:ext cx="15048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5FF88473-8D7F-0EAD-F2D4-96C3DA72D183}"/>
              </a:ext>
            </a:extLst>
          </p:cNvPr>
          <p:cNvGrpSpPr/>
          <p:nvPr/>
        </p:nvGrpSpPr>
        <p:grpSpPr>
          <a:xfrm>
            <a:off x="10072440" y="3200472"/>
            <a:ext cx="1057320" cy="548640"/>
            <a:chOff x="10072440" y="3200472"/>
            <a:chExt cx="1057320" cy="54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B4423912-C8DF-A54B-44CB-9AC7F01E0161}"/>
                    </a:ext>
                  </a:extLst>
                </p14:cNvPr>
                <p14:cNvContentPartPr/>
                <p14:nvPr/>
              </p14:nvContentPartPr>
              <p14:xfrm>
                <a:off x="10072440" y="3489192"/>
                <a:ext cx="194400" cy="10944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B4423912-C8DF-A54B-44CB-9AC7F01E0161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0068120" y="3484872"/>
                  <a:ext cx="2030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E5ECB58B-0517-B072-D684-9C9A6C7E1D90}"/>
                    </a:ext>
                  </a:extLst>
                </p14:cNvPr>
                <p14:cNvContentPartPr/>
                <p14:nvPr/>
              </p14:nvContentPartPr>
              <p14:xfrm>
                <a:off x="10401840" y="3518352"/>
                <a:ext cx="37080" cy="23076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E5ECB58B-0517-B072-D684-9C9A6C7E1D90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0397520" y="3514032"/>
                  <a:ext cx="457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3E2595D2-27FA-BCE3-745C-041CD973B27F}"/>
                    </a:ext>
                  </a:extLst>
                </p14:cNvPr>
                <p14:cNvContentPartPr/>
                <p14:nvPr/>
              </p14:nvContentPartPr>
              <p14:xfrm>
                <a:off x="10425600" y="3463992"/>
                <a:ext cx="96120" cy="7452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3E2595D2-27FA-BCE3-745C-041CD973B27F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0421280" y="3459672"/>
                  <a:ext cx="1047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5A1464FA-8243-9E65-A2E7-1F353EF2A01C}"/>
                    </a:ext>
                  </a:extLst>
                </p14:cNvPr>
                <p14:cNvContentPartPr/>
                <p14:nvPr/>
              </p14:nvContentPartPr>
              <p14:xfrm>
                <a:off x="10616400" y="3483432"/>
                <a:ext cx="17280" cy="2736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5A1464FA-8243-9E65-A2E7-1F353EF2A01C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0612080" y="3479112"/>
                  <a:ext cx="25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8FE51FD8-BE8A-5F4F-B3F0-4E5EABD96B21}"/>
                    </a:ext>
                  </a:extLst>
                </p14:cNvPr>
                <p14:cNvContentPartPr/>
                <p14:nvPr/>
              </p14:nvContentPartPr>
              <p14:xfrm>
                <a:off x="10667520" y="3380472"/>
                <a:ext cx="10080" cy="4500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8FE51FD8-BE8A-5F4F-B3F0-4E5EABD96B21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0663200" y="3376152"/>
                  <a:ext cx="187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0F2F8B3D-CC9F-696F-9786-DA1B5FD9EDE9}"/>
                    </a:ext>
                  </a:extLst>
                </p14:cNvPr>
                <p14:cNvContentPartPr/>
                <p14:nvPr/>
              </p14:nvContentPartPr>
              <p14:xfrm>
                <a:off x="10699200" y="3443832"/>
                <a:ext cx="81000" cy="9432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0F2F8B3D-CC9F-696F-9786-DA1B5FD9EDE9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0694880" y="3439512"/>
                  <a:ext cx="896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BBA6B4F9-A4DD-EE72-9811-FBD1E72B4375}"/>
                    </a:ext>
                  </a:extLst>
                </p14:cNvPr>
                <p14:cNvContentPartPr/>
                <p14:nvPr/>
              </p14:nvContentPartPr>
              <p14:xfrm>
                <a:off x="10807920" y="3445272"/>
                <a:ext cx="41400" cy="6156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BBA6B4F9-A4DD-EE72-9811-FBD1E72B437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0803600" y="3440952"/>
                  <a:ext cx="5004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3CCC184D-1247-1009-ABB3-361A3349561B}"/>
                    </a:ext>
                  </a:extLst>
                </p14:cNvPr>
                <p14:cNvContentPartPr/>
                <p14:nvPr/>
              </p14:nvContentPartPr>
              <p14:xfrm>
                <a:off x="10911240" y="3339792"/>
                <a:ext cx="83160" cy="14436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3CCC184D-1247-1009-ABB3-361A3349561B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0906920" y="3335472"/>
                  <a:ext cx="918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9B88E834-88BE-31D2-6C21-791713F6B48B}"/>
                    </a:ext>
                  </a:extLst>
                </p14:cNvPr>
                <p14:cNvContentPartPr/>
                <p14:nvPr/>
              </p14:nvContentPartPr>
              <p14:xfrm>
                <a:off x="10887120" y="3385152"/>
                <a:ext cx="90720" cy="36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9B88E834-88BE-31D2-6C21-791713F6B48B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0882800" y="3380832"/>
                  <a:ext cx="993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2E7C1E0B-62A5-2A78-1C28-66D1472E4FB5}"/>
                    </a:ext>
                  </a:extLst>
                </p14:cNvPr>
                <p14:cNvContentPartPr/>
                <p14:nvPr/>
              </p14:nvContentPartPr>
              <p14:xfrm>
                <a:off x="11016720" y="3200472"/>
                <a:ext cx="113040" cy="43020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2E7C1E0B-62A5-2A78-1C28-66D1472E4FB5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11012400" y="3196152"/>
                  <a:ext cx="121680" cy="43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BF1A121A-C66A-AA03-A864-5A94EF89156C}"/>
              </a:ext>
            </a:extLst>
          </p:cNvPr>
          <p:cNvGrpSpPr/>
          <p:nvPr/>
        </p:nvGrpSpPr>
        <p:grpSpPr>
          <a:xfrm>
            <a:off x="9002160" y="3907152"/>
            <a:ext cx="698040" cy="211320"/>
            <a:chOff x="9002160" y="3907152"/>
            <a:chExt cx="698040" cy="21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5D923C02-E363-5372-ADB7-202808B8A0CF}"/>
                    </a:ext>
                  </a:extLst>
                </p14:cNvPr>
                <p14:cNvContentPartPr/>
                <p14:nvPr/>
              </p14:nvContentPartPr>
              <p14:xfrm>
                <a:off x="9002160" y="3942072"/>
                <a:ext cx="115920" cy="10620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5D923C02-E363-5372-ADB7-202808B8A0CF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997840" y="3937752"/>
                  <a:ext cx="1245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445AD078-2902-B563-DEC8-ED8C0F8B1F27}"/>
                    </a:ext>
                  </a:extLst>
                </p14:cNvPr>
                <p14:cNvContentPartPr/>
                <p14:nvPr/>
              </p14:nvContentPartPr>
              <p14:xfrm>
                <a:off x="9243720" y="3955752"/>
                <a:ext cx="127080" cy="216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445AD078-2902-B563-DEC8-ED8C0F8B1F27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9239400" y="3951432"/>
                  <a:ext cx="135720" cy="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B5A6BFDD-FFBC-856B-75E6-DCFDBCCAF646}"/>
                    </a:ext>
                  </a:extLst>
                </p14:cNvPr>
                <p14:cNvContentPartPr/>
                <p14:nvPr/>
              </p14:nvContentPartPr>
              <p14:xfrm>
                <a:off x="9468000" y="3942792"/>
                <a:ext cx="83160" cy="936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B5A6BFDD-FFBC-856B-75E6-DCFDBCCAF646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9463680" y="3938472"/>
                  <a:ext cx="918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A02DF881-3EB0-1046-BC20-57B0323FE10B}"/>
                    </a:ext>
                  </a:extLst>
                </p14:cNvPr>
                <p14:cNvContentPartPr/>
                <p14:nvPr/>
              </p14:nvContentPartPr>
              <p14:xfrm>
                <a:off x="9648360" y="3907152"/>
                <a:ext cx="5400" cy="3204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A02DF881-3EB0-1046-BC20-57B0323FE10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9644040" y="3902832"/>
                  <a:ext cx="140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A7E00207-1BF6-C399-3CA3-8181001B1652}"/>
                    </a:ext>
                  </a:extLst>
                </p14:cNvPr>
                <p14:cNvContentPartPr/>
                <p14:nvPr/>
              </p14:nvContentPartPr>
              <p14:xfrm>
                <a:off x="9565560" y="4016592"/>
                <a:ext cx="134640" cy="10188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A7E00207-1BF6-C399-3CA3-8181001B1652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9561240" y="4012272"/>
                  <a:ext cx="14328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B31B5D03-949E-3D23-0E63-B86A594ACB49}"/>
              </a:ext>
            </a:extLst>
          </p:cNvPr>
          <p:cNvGrpSpPr/>
          <p:nvPr/>
        </p:nvGrpSpPr>
        <p:grpSpPr>
          <a:xfrm>
            <a:off x="6216624" y="1457856"/>
            <a:ext cx="212040" cy="371880"/>
            <a:chOff x="6216624" y="1457856"/>
            <a:chExt cx="212040" cy="37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DD5F2F94-ED84-A6BD-9573-678357A81A79}"/>
                    </a:ext>
                  </a:extLst>
                </p14:cNvPr>
                <p14:cNvContentPartPr/>
                <p14:nvPr/>
              </p14:nvContentPartPr>
              <p14:xfrm>
                <a:off x="6258024" y="1557216"/>
                <a:ext cx="26640" cy="25848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DD5F2F94-ED84-A6BD-9573-678357A81A79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253704" y="1552896"/>
                  <a:ext cx="352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5E73521B-0C83-55B9-D855-5A437F37BD38}"/>
                    </a:ext>
                  </a:extLst>
                </p14:cNvPr>
                <p14:cNvContentPartPr/>
                <p14:nvPr/>
              </p14:nvContentPartPr>
              <p14:xfrm>
                <a:off x="6216624" y="1761696"/>
                <a:ext cx="73440" cy="5436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5E73521B-0C83-55B9-D855-5A437F37BD3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212304" y="1757376"/>
                  <a:ext cx="820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F439F613-83B6-12C6-A2FF-2BB12A43A874}"/>
                    </a:ext>
                  </a:extLst>
                </p14:cNvPr>
                <p14:cNvContentPartPr/>
                <p14:nvPr/>
              </p14:nvContentPartPr>
              <p14:xfrm>
                <a:off x="6289344" y="1751256"/>
                <a:ext cx="64080" cy="7848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F439F613-83B6-12C6-A2FF-2BB12A43A874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285024" y="1746936"/>
                  <a:ext cx="727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236A1D54-1043-36B5-10D4-C222F2582D9A}"/>
                    </a:ext>
                  </a:extLst>
                </p14:cNvPr>
                <p14:cNvContentPartPr/>
                <p14:nvPr/>
              </p14:nvContentPartPr>
              <p14:xfrm>
                <a:off x="6321384" y="1457856"/>
                <a:ext cx="107280" cy="1191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236A1D54-1043-36B5-10D4-C222F2582D9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317064" y="1453536"/>
                  <a:ext cx="115920" cy="12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2">
            <p14:nvContentPartPr>
              <p14:cNvPr id="330" name="Ink 329">
                <a:extLst>
                  <a:ext uri="{FF2B5EF4-FFF2-40B4-BE49-F238E27FC236}">
                    <a16:creationId xmlns:a16="http://schemas.microsoft.com/office/drawing/2014/main" id="{135C88FF-356C-1B89-AED3-4007409C2127}"/>
                  </a:ext>
                </a:extLst>
              </p14:cNvPr>
              <p14:cNvContentPartPr/>
              <p14:nvPr/>
            </p14:nvContentPartPr>
            <p14:xfrm>
              <a:off x="3539664" y="2129976"/>
              <a:ext cx="101520" cy="42840"/>
            </p14:xfrm>
          </p:contentPart>
        </mc:Choice>
        <mc:Fallback>
          <p:pic>
            <p:nvPicPr>
              <p:cNvPr id="330" name="Ink 329">
                <a:extLst>
                  <a:ext uri="{FF2B5EF4-FFF2-40B4-BE49-F238E27FC236}">
                    <a16:creationId xmlns:a16="http://schemas.microsoft.com/office/drawing/2014/main" id="{135C88FF-356C-1B89-AED3-4007409C2127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3449664" y="1949976"/>
                <a:ext cx="281160" cy="40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4">
            <p14:nvContentPartPr>
              <p14:cNvPr id="331" name="Ink 330">
                <a:extLst>
                  <a:ext uri="{FF2B5EF4-FFF2-40B4-BE49-F238E27FC236}">
                    <a16:creationId xmlns:a16="http://schemas.microsoft.com/office/drawing/2014/main" id="{31535D0C-5632-6EC9-6244-F427ECF7EC5B}"/>
                  </a:ext>
                </a:extLst>
              </p14:cNvPr>
              <p14:cNvContentPartPr/>
              <p14:nvPr/>
            </p14:nvContentPartPr>
            <p14:xfrm>
              <a:off x="6206544" y="2051136"/>
              <a:ext cx="94680" cy="14760"/>
            </p14:xfrm>
          </p:contentPart>
        </mc:Choice>
        <mc:Fallback>
          <p:pic>
            <p:nvPicPr>
              <p:cNvPr id="331" name="Ink 330">
                <a:extLst>
                  <a:ext uri="{FF2B5EF4-FFF2-40B4-BE49-F238E27FC236}">
                    <a16:creationId xmlns:a16="http://schemas.microsoft.com/office/drawing/2014/main" id="{31535D0C-5632-6EC9-6244-F427ECF7EC5B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6116904" y="1871136"/>
                <a:ext cx="274320" cy="37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7" name="Group 336">
            <a:extLst>
              <a:ext uri="{FF2B5EF4-FFF2-40B4-BE49-F238E27FC236}">
                <a16:creationId xmlns:a16="http://schemas.microsoft.com/office/drawing/2014/main" id="{C4248550-6776-4E8D-7302-620BD30C3196}"/>
              </a:ext>
            </a:extLst>
          </p:cNvPr>
          <p:cNvGrpSpPr/>
          <p:nvPr/>
        </p:nvGrpSpPr>
        <p:grpSpPr>
          <a:xfrm>
            <a:off x="8098200" y="4321512"/>
            <a:ext cx="823680" cy="292320"/>
            <a:chOff x="8098200" y="4321512"/>
            <a:chExt cx="823680" cy="29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C086A173-EA2F-E553-0BF4-B11C4189C775}"/>
                    </a:ext>
                  </a:extLst>
                </p14:cNvPr>
                <p14:cNvContentPartPr/>
                <p14:nvPr/>
              </p14:nvContentPartPr>
              <p14:xfrm>
                <a:off x="8098200" y="4321512"/>
                <a:ext cx="128880" cy="17928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C086A173-EA2F-E553-0BF4-B11C4189C775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8093880" y="4317192"/>
                  <a:ext cx="1375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53337835-A579-1E74-FC04-5E99E34B8B77}"/>
                    </a:ext>
                  </a:extLst>
                </p14:cNvPr>
                <p14:cNvContentPartPr/>
                <p14:nvPr/>
              </p14:nvContentPartPr>
              <p14:xfrm>
                <a:off x="8290800" y="4326192"/>
                <a:ext cx="211680" cy="13572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53337835-A579-1E74-FC04-5E99E34B8B77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286480" y="4321872"/>
                  <a:ext cx="2203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28A07D8-B08D-F073-EF70-D8B00F7F9610}"/>
                    </a:ext>
                  </a:extLst>
                </p14:cNvPr>
                <p14:cNvContentPartPr/>
                <p14:nvPr/>
              </p14:nvContentPartPr>
              <p14:xfrm>
                <a:off x="8580240" y="4337712"/>
                <a:ext cx="185760" cy="10188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28A07D8-B08D-F073-EF70-D8B00F7F9610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8575920" y="4333392"/>
                  <a:ext cx="1944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275DFB27-C2E1-183A-A284-2CB9D2551A31}"/>
                    </a:ext>
                  </a:extLst>
                </p14:cNvPr>
                <p14:cNvContentPartPr/>
                <p14:nvPr/>
              </p14:nvContentPartPr>
              <p14:xfrm>
                <a:off x="8798040" y="4358952"/>
                <a:ext cx="36360" cy="25488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275DFB27-C2E1-183A-A284-2CB9D2551A31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8793720" y="4354632"/>
                  <a:ext cx="450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E7225FCD-4732-5B2B-F040-C111D7D4A834}"/>
                    </a:ext>
                  </a:extLst>
                </p14:cNvPr>
                <p14:cNvContentPartPr/>
                <p14:nvPr/>
              </p14:nvContentPartPr>
              <p14:xfrm>
                <a:off x="8804520" y="4333392"/>
                <a:ext cx="117360" cy="9396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E7225FCD-4732-5B2B-F040-C111D7D4A834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8800200" y="4329072"/>
                  <a:ext cx="12600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5F1D921F-8133-060D-7433-0091A81C4C74}"/>
              </a:ext>
            </a:extLst>
          </p:cNvPr>
          <p:cNvGrpSpPr/>
          <p:nvPr/>
        </p:nvGrpSpPr>
        <p:grpSpPr>
          <a:xfrm>
            <a:off x="9065520" y="4181112"/>
            <a:ext cx="1146240" cy="355320"/>
            <a:chOff x="9065520" y="4181112"/>
            <a:chExt cx="1146240" cy="35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584B42E5-85FD-691B-5D48-411D9035B5E1}"/>
                    </a:ext>
                  </a:extLst>
                </p14:cNvPr>
                <p14:cNvContentPartPr/>
                <p14:nvPr/>
              </p14:nvContentPartPr>
              <p14:xfrm>
                <a:off x="9065520" y="4225752"/>
                <a:ext cx="127080" cy="31068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584B42E5-85FD-691B-5D48-411D9035B5E1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9061200" y="4221432"/>
                  <a:ext cx="13572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3F6823A0-3D0F-EC68-7228-313A77AD956B}"/>
                    </a:ext>
                  </a:extLst>
                </p14:cNvPr>
                <p14:cNvContentPartPr/>
                <p14:nvPr/>
              </p14:nvContentPartPr>
              <p14:xfrm>
                <a:off x="9263160" y="4327992"/>
                <a:ext cx="136800" cy="9180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3F6823A0-3D0F-EC68-7228-313A77AD956B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9258840" y="4323672"/>
                  <a:ext cx="1454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D97045C3-461B-6B38-33F4-DF65E3932883}"/>
                    </a:ext>
                  </a:extLst>
                </p14:cNvPr>
                <p14:cNvContentPartPr/>
                <p14:nvPr/>
              </p14:nvContentPartPr>
              <p14:xfrm>
                <a:off x="9492120" y="4243392"/>
                <a:ext cx="171720" cy="22176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D97045C3-461B-6B38-33F4-DF65E3932883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487800" y="4239072"/>
                  <a:ext cx="1803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040793CC-4C59-5BBC-2872-4BEC383E173A}"/>
                    </a:ext>
                  </a:extLst>
                </p14:cNvPr>
                <p14:cNvContentPartPr/>
                <p14:nvPr/>
              </p14:nvContentPartPr>
              <p14:xfrm>
                <a:off x="9709200" y="4233312"/>
                <a:ext cx="151560" cy="13500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040793CC-4C59-5BBC-2872-4BEC383E173A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704880" y="4228992"/>
                  <a:ext cx="1602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9858AA76-E812-5961-11C4-212E9B67C6DB}"/>
                    </a:ext>
                  </a:extLst>
                </p14:cNvPr>
                <p14:cNvContentPartPr/>
                <p14:nvPr/>
              </p14:nvContentPartPr>
              <p14:xfrm>
                <a:off x="9938520" y="4181112"/>
                <a:ext cx="158760" cy="22860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9858AA76-E812-5961-11C4-212E9B67C6DB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934200" y="4176792"/>
                  <a:ext cx="1674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5C74AA13-06B4-4E9E-E703-8867289D4ACD}"/>
                    </a:ext>
                  </a:extLst>
                </p14:cNvPr>
                <p14:cNvContentPartPr/>
                <p14:nvPr/>
              </p14:nvContentPartPr>
              <p14:xfrm>
                <a:off x="10128600" y="4370112"/>
                <a:ext cx="83160" cy="9072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5C74AA13-06B4-4E9E-E703-8867289D4ACD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124280" y="4365792"/>
                  <a:ext cx="9180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1DC815DD-FF17-33B5-F0E6-11929535D571}"/>
              </a:ext>
            </a:extLst>
          </p:cNvPr>
          <p:cNvGrpSpPr/>
          <p:nvPr/>
        </p:nvGrpSpPr>
        <p:grpSpPr>
          <a:xfrm>
            <a:off x="10399320" y="4018392"/>
            <a:ext cx="924480" cy="542160"/>
            <a:chOff x="10399320" y="4018392"/>
            <a:chExt cx="924480" cy="54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358947F5-5AAE-2665-893F-80C2DF315852}"/>
                    </a:ext>
                  </a:extLst>
                </p14:cNvPr>
                <p14:cNvContentPartPr/>
                <p14:nvPr/>
              </p14:nvContentPartPr>
              <p14:xfrm>
                <a:off x="10399320" y="4240152"/>
                <a:ext cx="144360" cy="7128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358947F5-5AAE-2665-893F-80C2DF315852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395000" y="4235832"/>
                  <a:ext cx="1530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C91453E1-E6BE-7389-9B55-012E7A2B480E}"/>
                    </a:ext>
                  </a:extLst>
                </p14:cNvPr>
                <p14:cNvContentPartPr/>
                <p14:nvPr/>
              </p14:nvContentPartPr>
              <p14:xfrm>
                <a:off x="10582560" y="4113792"/>
                <a:ext cx="173160" cy="25200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C91453E1-E6BE-7389-9B55-012E7A2B480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0578240" y="4109472"/>
                  <a:ext cx="1818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F4E56520-C15F-249A-FE7D-544AEBCBAD3D}"/>
                    </a:ext>
                  </a:extLst>
                </p14:cNvPr>
                <p14:cNvContentPartPr/>
                <p14:nvPr/>
              </p14:nvContentPartPr>
              <p14:xfrm>
                <a:off x="10769760" y="4189032"/>
                <a:ext cx="61200" cy="8640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F4E56520-C15F-249A-FE7D-544AEBCBAD3D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0765440" y="4184712"/>
                  <a:ext cx="698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4D0F1F7A-0565-4DE8-3132-8D683140345B}"/>
                    </a:ext>
                  </a:extLst>
                </p14:cNvPr>
                <p14:cNvContentPartPr/>
                <p14:nvPr/>
              </p14:nvContentPartPr>
              <p14:xfrm>
                <a:off x="10882080" y="4022352"/>
                <a:ext cx="164160" cy="25488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4D0F1F7A-0565-4DE8-3132-8D683140345B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877760" y="4018032"/>
                  <a:ext cx="1728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7B6868CA-B7C5-8AFC-075A-58BB863BD520}"/>
                    </a:ext>
                  </a:extLst>
                </p14:cNvPr>
                <p14:cNvContentPartPr/>
                <p14:nvPr/>
              </p14:nvContentPartPr>
              <p14:xfrm>
                <a:off x="11052720" y="4018392"/>
                <a:ext cx="151200" cy="35460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7B6868CA-B7C5-8AFC-075A-58BB863BD520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1048400" y="4014072"/>
                  <a:ext cx="15984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37F282B5-EBA7-CD49-9AFC-F24265726B1D}"/>
                    </a:ext>
                  </a:extLst>
                </p14:cNvPr>
                <p14:cNvContentPartPr/>
                <p14:nvPr/>
              </p14:nvContentPartPr>
              <p14:xfrm>
                <a:off x="11308680" y="4180032"/>
                <a:ext cx="7560" cy="2304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37F282B5-EBA7-CD49-9AFC-F24265726B1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1304360" y="4175712"/>
                  <a:ext cx="162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0C1B6E58-4A11-B306-FE39-18D56B5898EE}"/>
                    </a:ext>
                  </a:extLst>
                </p14:cNvPr>
                <p14:cNvContentPartPr/>
                <p14:nvPr/>
              </p14:nvContentPartPr>
              <p14:xfrm>
                <a:off x="11125800" y="4379112"/>
                <a:ext cx="198000" cy="18144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0C1B6E58-4A11-B306-FE39-18D56B5898EE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1121480" y="4374792"/>
                  <a:ext cx="206640" cy="190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2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0F0AA02E-9CF8-A28E-B230-F50F24717AF8}"/>
                  </a:ext>
                </a:extLst>
              </p14:cNvPr>
              <p14:cNvContentPartPr/>
              <p14:nvPr/>
            </p14:nvContentPartPr>
            <p14:xfrm>
              <a:off x="6097824" y="3333816"/>
              <a:ext cx="138960" cy="163080"/>
            </p14:xfrm>
          </p:contentPart>
        </mc:Choice>
        <mc:Fallback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0F0AA02E-9CF8-A28E-B230-F50F24717AF8}"/>
                  </a:ext>
                </a:extLst>
              </p:cNvPr>
              <p:cNvPicPr/>
              <p:nvPr/>
            </p:nvPicPr>
            <p:blipFill>
              <a:blip r:embed="rId463"/>
              <a:stretch>
                <a:fillRect/>
              </a:stretch>
            </p:blipFill>
            <p:spPr>
              <a:xfrm>
                <a:off x="6093504" y="3329496"/>
                <a:ext cx="14760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4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533B570F-75FB-4BDF-D72B-F07BA299122B}"/>
                  </a:ext>
                </a:extLst>
              </p14:cNvPr>
              <p14:cNvContentPartPr/>
              <p14:nvPr/>
            </p14:nvContentPartPr>
            <p14:xfrm>
              <a:off x="3395304" y="3405096"/>
              <a:ext cx="225000" cy="182520"/>
            </p14:xfrm>
          </p:contentPart>
        </mc:Choice>
        <mc:Fallback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533B570F-75FB-4BDF-D72B-F07BA299122B}"/>
                  </a:ext>
                </a:extLst>
              </p:cNvPr>
              <p:cNvPicPr/>
              <p:nvPr/>
            </p:nvPicPr>
            <p:blipFill>
              <a:blip r:embed="rId465"/>
              <a:stretch>
                <a:fillRect/>
              </a:stretch>
            </p:blipFill>
            <p:spPr>
              <a:xfrm>
                <a:off x="3390984" y="3400776"/>
                <a:ext cx="233640" cy="19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6" name="Group 365">
            <a:extLst>
              <a:ext uri="{FF2B5EF4-FFF2-40B4-BE49-F238E27FC236}">
                <a16:creationId xmlns:a16="http://schemas.microsoft.com/office/drawing/2014/main" id="{18FDA889-094B-BD11-F352-7DE866ADB62E}"/>
              </a:ext>
            </a:extLst>
          </p:cNvPr>
          <p:cNvGrpSpPr/>
          <p:nvPr/>
        </p:nvGrpSpPr>
        <p:grpSpPr>
          <a:xfrm>
            <a:off x="8153640" y="4690152"/>
            <a:ext cx="653760" cy="274680"/>
            <a:chOff x="8153640" y="4690152"/>
            <a:chExt cx="653760" cy="27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F57AFFF6-9741-E53F-A829-EE5584CB09BC}"/>
                    </a:ext>
                  </a:extLst>
                </p14:cNvPr>
                <p14:cNvContentPartPr/>
                <p14:nvPr/>
              </p14:nvContentPartPr>
              <p14:xfrm>
                <a:off x="8153640" y="4690152"/>
                <a:ext cx="129240" cy="19260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F57AFFF6-9741-E53F-A829-EE5584CB09BC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149320" y="4685832"/>
                  <a:ext cx="1378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33EF7B5C-03F4-111C-62CD-17F2D83818E2}"/>
                    </a:ext>
                  </a:extLst>
                </p14:cNvPr>
                <p14:cNvContentPartPr/>
                <p14:nvPr/>
              </p14:nvContentPartPr>
              <p14:xfrm>
                <a:off x="8358480" y="4786272"/>
                <a:ext cx="75600" cy="432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33EF7B5C-03F4-111C-62CD-17F2D83818E2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8354160" y="4781952"/>
                  <a:ext cx="8424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0E11B974-785F-C0F3-A804-52F68A280D23}"/>
                    </a:ext>
                  </a:extLst>
                </p14:cNvPr>
                <p14:cNvContentPartPr/>
                <p14:nvPr/>
              </p14:nvContentPartPr>
              <p14:xfrm>
                <a:off x="8556120" y="4754232"/>
                <a:ext cx="63360" cy="972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0E11B974-785F-C0F3-A804-52F68A280D23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8551800" y="4749912"/>
                  <a:ext cx="720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122FC61C-5A09-AD46-6F9E-6F9C8B866368}"/>
                    </a:ext>
                  </a:extLst>
                </p14:cNvPr>
                <p14:cNvContentPartPr/>
                <p14:nvPr/>
              </p14:nvContentPartPr>
              <p14:xfrm>
                <a:off x="8804520" y="4763592"/>
                <a:ext cx="360" cy="1188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122FC61C-5A09-AD46-6F9E-6F9C8B866368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800200" y="4759272"/>
                  <a:ext cx="90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8331B331-D152-1747-8EF6-619C964D18FB}"/>
                    </a:ext>
                  </a:extLst>
                </p14:cNvPr>
                <p14:cNvContentPartPr/>
                <p14:nvPr/>
              </p14:nvContentPartPr>
              <p14:xfrm>
                <a:off x="8692560" y="4857912"/>
                <a:ext cx="114840" cy="10692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8331B331-D152-1747-8EF6-619C964D18FB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8688240" y="4853592"/>
                  <a:ext cx="123480" cy="11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6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C4274401-2802-CED7-9C0B-55FE94BC29DC}"/>
                  </a:ext>
                </a:extLst>
              </p14:cNvPr>
              <p14:cNvContentPartPr/>
              <p14:nvPr/>
            </p14:nvContentPartPr>
            <p14:xfrm>
              <a:off x="9058320" y="4726152"/>
              <a:ext cx="131760" cy="114120"/>
            </p14:xfrm>
          </p:contentPart>
        </mc:Choice>
        <mc:Fallback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C4274401-2802-CED7-9C0B-55FE94BC29DC}"/>
                  </a:ext>
                </a:extLst>
              </p:cNvPr>
              <p:cNvPicPr/>
              <p:nvPr/>
            </p:nvPicPr>
            <p:blipFill>
              <a:blip r:embed="rId477"/>
              <a:stretch>
                <a:fillRect/>
              </a:stretch>
            </p:blipFill>
            <p:spPr>
              <a:xfrm>
                <a:off x="9054000" y="4721832"/>
                <a:ext cx="140400" cy="12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365" name="Group 364">
            <a:extLst>
              <a:ext uri="{FF2B5EF4-FFF2-40B4-BE49-F238E27FC236}">
                <a16:creationId xmlns:a16="http://schemas.microsoft.com/office/drawing/2014/main" id="{C6C4610B-2A45-1841-D8FD-4FAFFF4966F3}"/>
              </a:ext>
            </a:extLst>
          </p:cNvPr>
          <p:cNvGrpSpPr/>
          <p:nvPr/>
        </p:nvGrpSpPr>
        <p:grpSpPr>
          <a:xfrm>
            <a:off x="9367920" y="4676832"/>
            <a:ext cx="439200" cy="246240"/>
            <a:chOff x="9367920" y="4676832"/>
            <a:chExt cx="439200" cy="24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62ED041E-992B-3EB9-6F70-93F83E63CA62}"/>
                    </a:ext>
                  </a:extLst>
                </p14:cNvPr>
                <p14:cNvContentPartPr/>
                <p14:nvPr/>
              </p14:nvContentPartPr>
              <p14:xfrm>
                <a:off x="9367920" y="4755672"/>
                <a:ext cx="112680" cy="1404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62ED041E-992B-3EB9-6F70-93F83E63CA62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363600" y="4751352"/>
                  <a:ext cx="1213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21F7F57D-1A29-71CE-D96C-1AA70705C606}"/>
                    </a:ext>
                  </a:extLst>
                </p14:cNvPr>
                <p14:cNvContentPartPr/>
                <p14:nvPr/>
              </p14:nvContentPartPr>
              <p14:xfrm>
                <a:off x="9560520" y="4715712"/>
                <a:ext cx="97920" cy="1404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21F7F57D-1A29-71CE-D96C-1AA70705C606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556200" y="4711392"/>
                  <a:ext cx="1065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F1A09835-3897-2A69-718C-A81DA38C64C0}"/>
                    </a:ext>
                  </a:extLst>
                </p14:cNvPr>
                <p14:cNvContentPartPr/>
                <p14:nvPr/>
              </p14:nvContentPartPr>
              <p14:xfrm>
                <a:off x="9782280" y="4676832"/>
                <a:ext cx="10080" cy="3204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F1A09835-3897-2A69-718C-A81DA38C64C0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777960" y="4672512"/>
                  <a:ext cx="187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A354D83A-E3D8-E48C-EE7A-4781617BFBF2}"/>
                    </a:ext>
                  </a:extLst>
                </p14:cNvPr>
                <p14:cNvContentPartPr/>
                <p14:nvPr/>
              </p14:nvContentPartPr>
              <p14:xfrm>
                <a:off x="9699480" y="4820472"/>
                <a:ext cx="107640" cy="10260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A354D83A-E3D8-E48C-EE7A-4781617BFBF2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9695160" y="4816152"/>
                  <a:ext cx="11628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2" name="Group 381">
            <a:extLst>
              <a:ext uri="{FF2B5EF4-FFF2-40B4-BE49-F238E27FC236}">
                <a16:creationId xmlns:a16="http://schemas.microsoft.com/office/drawing/2014/main" id="{AB0475E6-6677-70AA-E94B-221F00697EE4}"/>
              </a:ext>
            </a:extLst>
          </p:cNvPr>
          <p:cNvGrpSpPr/>
          <p:nvPr/>
        </p:nvGrpSpPr>
        <p:grpSpPr>
          <a:xfrm>
            <a:off x="4643784" y="2990736"/>
            <a:ext cx="219600" cy="258120"/>
            <a:chOff x="4643784" y="2990736"/>
            <a:chExt cx="219600" cy="25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614671D9-F01C-25BA-0AB0-682F55F0545C}"/>
                    </a:ext>
                  </a:extLst>
                </p14:cNvPr>
                <p14:cNvContentPartPr/>
                <p14:nvPr/>
              </p14:nvContentPartPr>
              <p14:xfrm>
                <a:off x="4799664" y="3060936"/>
                <a:ext cx="10080" cy="16884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614671D9-F01C-25BA-0AB0-682F55F0545C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4795344" y="3056616"/>
                  <a:ext cx="187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24A70E7E-3BD0-F786-79F9-474C7FEB195E}"/>
                    </a:ext>
                  </a:extLst>
                </p14:cNvPr>
                <p14:cNvContentPartPr/>
                <p14:nvPr/>
              </p14:nvContentPartPr>
              <p14:xfrm>
                <a:off x="4754664" y="3160656"/>
                <a:ext cx="67320" cy="8568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24A70E7E-3BD0-F786-79F9-474C7FEB195E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4750344" y="3156336"/>
                  <a:ext cx="759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7606BC8C-3410-E65C-1F7A-A74A87F6CDC4}"/>
                    </a:ext>
                  </a:extLst>
                </p14:cNvPr>
                <p14:cNvContentPartPr/>
                <p14:nvPr/>
              </p14:nvContentPartPr>
              <p14:xfrm>
                <a:off x="4805064" y="3168576"/>
                <a:ext cx="58320" cy="8028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7606BC8C-3410-E65C-1F7A-A74A87F6CDC4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4800744" y="3164256"/>
                  <a:ext cx="669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9A268380-5330-9FC4-8AC4-F8FE4E8D52AB}"/>
                    </a:ext>
                  </a:extLst>
                </p14:cNvPr>
                <p14:cNvContentPartPr/>
                <p14:nvPr/>
              </p14:nvContentPartPr>
              <p14:xfrm>
                <a:off x="4643784" y="2990736"/>
                <a:ext cx="59040" cy="11556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9A268380-5330-9FC4-8AC4-F8FE4E8D52AB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4639464" y="2986416"/>
                  <a:ext cx="6768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7" name="Group 386">
            <a:extLst>
              <a:ext uri="{FF2B5EF4-FFF2-40B4-BE49-F238E27FC236}">
                <a16:creationId xmlns:a16="http://schemas.microsoft.com/office/drawing/2014/main" id="{BFD80599-7D79-AADD-F465-91AC1AD5F46F}"/>
              </a:ext>
            </a:extLst>
          </p:cNvPr>
          <p:cNvGrpSpPr/>
          <p:nvPr/>
        </p:nvGrpSpPr>
        <p:grpSpPr>
          <a:xfrm>
            <a:off x="5316624" y="2902176"/>
            <a:ext cx="229680" cy="301320"/>
            <a:chOff x="5316624" y="2902176"/>
            <a:chExt cx="229680" cy="30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2F2869C0-5A44-EE39-C6A0-87149A6AE7CC}"/>
                    </a:ext>
                  </a:extLst>
                </p14:cNvPr>
                <p14:cNvContentPartPr/>
                <p14:nvPr/>
              </p14:nvContentPartPr>
              <p14:xfrm>
                <a:off x="5355864" y="2957256"/>
                <a:ext cx="19080" cy="24516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2F2869C0-5A44-EE39-C6A0-87149A6AE7CC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5351544" y="2952936"/>
                  <a:ext cx="277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D6DF03F2-9915-C26C-2836-60A5F55AA345}"/>
                    </a:ext>
                  </a:extLst>
                </p14:cNvPr>
                <p14:cNvContentPartPr/>
                <p14:nvPr/>
              </p14:nvContentPartPr>
              <p14:xfrm>
                <a:off x="5316624" y="3138336"/>
                <a:ext cx="85680" cy="5868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D6DF03F2-9915-C26C-2836-60A5F55AA345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5312304" y="3134016"/>
                  <a:ext cx="943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846B333F-6431-DD61-BD87-467715E09FF3}"/>
                    </a:ext>
                  </a:extLst>
                </p14:cNvPr>
                <p14:cNvContentPartPr/>
                <p14:nvPr/>
              </p14:nvContentPartPr>
              <p14:xfrm>
                <a:off x="5372784" y="3140856"/>
                <a:ext cx="66240" cy="6264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846B333F-6431-DD61-BD87-467715E09FF3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5368464" y="3136536"/>
                  <a:ext cx="748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51F895C8-8E23-7F2C-5B94-6AA4BE7AD78E}"/>
                    </a:ext>
                  </a:extLst>
                </p14:cNvPr>
                <p14:cNvContentPartPr/>
                <p14:nvPr/>
              </p14:nvContentPartPr>
              <p14:xfrm>
                <a:off x="5475384" y="2902176"/>
                <a:ext cx="70920" cy="108360"/>
              </p14:xfrm>
            </p:contentPart>
          </mc:Choice>
          <mc:Fallback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51F895C8-8E23-7F2C-5B94-6AA4BE7AD78E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5471064" y="2897856"/>
                  <a:ext cx="79560" cy="11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02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A1159B10-8DEC-099F-4877-EF221D298E88}"/>
                  </a:ext>
                </a:extLst>
              </p14:cNvPr>
              <p14:cNvContentPartPr/>
              <p14:nvPr/>
            </p14:nvContentPartPr>
            <p14:xfrm>
              <a:off x="5294664" y="3454056"/>
              <a:ext cx="95400" cy="33480"/>
            </p14:xfrm>
          </p:contentPart>
        </mc:Choice>
        <mc:Fallback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A1159B10-8DEC-099F-4877-EF221D298E88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5205024" y="3274056"/>
                <a:ext cx="27504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4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505B4749-8C9E-825C-A8C3-5345ED7772A9}"/>
                  </a:ext>
                </a:extLst>
              </p14:cNvPr>
              <p14:cNvContentPartPr/>
              <p14:nvPr/>
            </p14:nvContentPartPr>
            <p14:xfrm>
              <a:off x="4760784" y="3421296"/>
              <a:ext cx="68760" cy="25920"/>
            </p14:xfrm>
          </p:contentPart>
        </mc:Choice>
        <mc:Fallback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505B4749-8C9E-825C-A8C3-5345ED7772A9}"/>
                  </a:ext>
                </a:extLst>
              </p:cNvPr>
              <p:cNvPicPr/>
              <p:nvPr/>
            </p:nvPicPr>
            <p:blipFill>
              <a:blip r:embed="rId505"/>
              <a:stretch>
                <a:fillRect/>
              </a:stretch>
            </p:blipFill>
            <p:spPr>
              <a:xfrm>
                <a:off x="4671144" y="3241296"/>
                <a:ext cx="24840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6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2349CC80-ECE0-0576-84A5-BF1424D0C07F}"/>
                  </a:ext>
                </a:extLst>
              </p14:cNvPr>
              <p14:cNvContentPartPr/>
              <p14:nvPr/>
            </p14:nvContentPartPr>
            <p14:xfrm>
              <a:off x="3338424" y="4966776"/>
              <a:ext cx="115560" cy="123840"/>
            </p14:xfrm>
          </p:contentPart>
        </mc:Choice>
        <mc:Fallback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2349CC80-ECE0-0576-84A5-BF1424D0C07F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3334104" y="4962456"/>
                <a:ext cx="12420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8">
            <p14:nvContentPartPr>
              <p14:cNvPr id="391" name="Ink 390">
                <a:extLst>
                  <a:ext uri="{FF2B5EF4-FFF2-40B4-BE49-F238E27FC236}">
                    <a16:creationId xmlns:a16="http://schemas.microsoft.com/office/drawing/2014/main" id="{74515659-D4FA-8B4D-6FA7-4555A34EF96D}"/>
                  </a:ext>
                </a:extLst>
              </p14:cNvPr>
              <p14:cNvContentPartPr/>
              <p14:nvPr/>
            </p14:nvContentPartPr>
            <p14:xfrm>
              <a:off x="6018264" y="4930776"/>
              <a:ext cx="116280" cy="162000"/>
            </p14:xfrm>
          </p:contentPart>
        </mc:Choice>
        <mc:Fallback>
          <p:pic>
            <p:nvPicPr>
              <p:cNvPr id="391" name="Ink 390">
                <a:extLst>
                  <a:ext uri="{FF2B5EF4-FFF2-40B4-BE49-F238E27FC236}">
                    <a16:creationId xmlns:a16="http://schemas.microsoft.com/office/drawing/2014/main" id="{74515659-D4FA-8B4D-6FA7-4555A34EF96D}"/>
                  </a:ext>
                </a:extLst>
              </p:cNvPr>
              <p:cNvPicPr/>
              <p:nvPr/>
            </p:nvPicPr>
            <p:blipFill>
              <a:blip r:embed="rId509"/>
              <a:stretch>
                <a:fillRect/>
              </a:stretch>
            </p:blipFill>
            <p:spPr>
              <a:xfrm>
                <a:off x="6013944" y="4926456"/>
                <a:ext cx="12492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0">
            <p14:nvContentPartPr>
              <p14:cNvPr id="392" name="Ink 391">
                <a:extLst>
                  <a:ext uri="{FF2B5EF4-FFF2-40B4-BE49-F238E27FC236}">
                    <a16:creationId xmlns:a16="http://schemas.microsoft.com/office/drawing/2014/main" id="{77F357CC-D25C-9913-E9EF-FC0D60AAADE7}"/>
                  </a:ext>
                </a:extLst>
              </p14:cNvPr>
              <p14:cNvContentPartPr/>
              <p14:nvPr/>
            </p14:nvContentPartPr>
            <p14:xfrm>
              <a:off x="4714704" y="4937976"/>
              <a:ext cx="122400" cy="153000"/>
            </p14:xfrm>
          </p:contentPart>
        </mc:Choice>
        <mc:Fallback>
          <p:pic>
            <p:nvPicPr>
              <p:cNvPr id="392" name="Ink 391">
                <a:extLst>
                  <a:ext uri="{FF2B5EF4-FFF2-40B4-BE49-F238E27FC236}">
                    <a16:creationId xmlns:a16="http://schemas.microsoft.com/office/drawing/2014/main" id="{77F357CC-D25C-9913-E9EF-FC0D60AAADE7}"/>
                  </a:ext>
                </a:extLst>
              </p:cNvPr>
              <p:cNvPicPr/>
              <p:nvPr/>
            </p:nvPicPr>
            <p:blipFill>
              <a:blip r:embed="rId511"/>
              <a:stretch>
                <a:fillRect/>
              </a:stretch>
            </p:blipFill>
            <p:spPr>
              <a:xfrm>
                <a:off x="4710384" y="4933656"/>
                <a:ext cx="131040" cy="16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5" name="Group 394">
            <a:extLst>
              <a:ext uri="{FF2B5EF4-FFF2-40B4-BE49-F238E27FC236}">
                <a16:creationId xmlns:a16="http://schemas.microsoft.com/office/drawing/2014/main" id="{C53749D8-22E7-92EF-2F0F-EA0BF384FC65}"/>
              </a:ext>
            </a:extLst>
          </p:cNvPr>
          <p:cNvGrpSpPr/>
          <p:nvPr/>
        </p:nvGrpSpPr>
        <p:grpSpPr>
          <a:xfrm>
            <a:off x="5138784" y="4930776"/>
            <a:ext cx="158760" cy="169920"/>
            <a:chOff x="5138784" y="4930776"/>
            <a:chExt cx="158760" cy="169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A9F052C6-982A-AE7F-1F66-45380F54F352}"/>
                    </a:ext>
                  </a:extLst>
                </p14:cNvPr>
                <p14:cNvContentPartPr/>
                <p14:nvPr/>
              </p14:nvContentPartPr>
              <p14:xfrm>
                <a:off x="5151024" y="4930776"/>
                <a:ext cx="91800" cy="16992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A9F052C6-982A-AE7F-1F66-45380F54F352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5146704" y="4926456"/>
                  <a:ext cx="1004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0B9F9D52-335A-6132-3D7B-FAF274ACFF41}"/>
                    </a:ext>
                  </a:extLst>
                </p14:cNvPr>
                <p14:cNvContentPartPr/>
                <p14:nvPr/>
              </p14:nvContentPartPr>
              <p14:xfrm>
                <a:off x="5138784" y="5020776"/>
                <a:ext cx="158760" cy="828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0B9F9D52-335A-6132-3D7B-FAF274ACFF41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5134464" y="5016456"/>
                  <a:ext cx="167400" cy="1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41569AA9-28B5-11F7-1CD4-CAF483DE84CE}"/>
              </a:ext>
            </a:extLst>
          </p:cNvPr>
          <p:cNvGrpSpPr/>
          <p:nvPr/>
        </p:nvGrpSpPr>
        <p:grpSpPr>
          <a:xfrm>
            <a:off x="305712" y="5921136"/>
            <a:ext cx="749520" cy="291960"/>
            <a:chOff x="305712" y="5921136"/>
            <a:chExt cx="749520" cy="291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56F8B670-1E94-D538-820D-5A3C1CB30412}"/>
                    </a:ext>
                  </a:extLst>
                </p14:cNvPr>
                <p14:cNvContentPartPr/>
                <p14:nvPr/>
              </p14:nvContentPartPr>
              <p14:xfrm>
                <a:off x="483552" y="6023376"/>
                <a:ext cx="63720" cy="18972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56F8B670-1E94-D538-820D-5A3C1CB30412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479232" y="6019056"/>
                  <a:ext cx="723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F9CDA642-8ECE-42C2-2793-302F97D2799D}"/>
                    </a:ext>
                  </a:extLst>
                </p14:cNvPr>
                <p14:cNvContentPartPr/>
                <p14:nvPr/>
              </p14:nvContentPartPr>
              <p14:xfrm>
                <a:off x="305712" y="5921136"/>
                <a:ext cx="531360" cy="22284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F9CDA642-8ECE-42C2-2793-302F97D2799D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301392" y="5916816"/>
                  <a:ext cx="5400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DD6456E6-7CC0-5CC2-33F7-9C053779C704}"/>
                    </a:ext>
                  </a:extLst>
                </p14:cNvPr>
                <p14:cNvContentPartPr/>
                <p14:nvPr/>
              </p14:nvContentPartPr>
              <p14:xfrm>
                <a:off x="759312" y="6098976"/>
                <a:ext cx="12600" cy="5004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DD6456E6-7CC0-5CC2-33F7-9C053779C704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754992" y="6094656"/>
                  <a:ext cx="212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24C4B8DB-67B0-E7F6-6AB9-D4379312DD95}"/>
                    </a:ext>
                  </a:extLst>
                </p14:cNvPr>
                <p14:cNvContentPartPr/>
                <p14:nvPr/>
              </p14:nvContentPartPr>
              <p14:xfrm>
                <a:off x="871272" y="6081336"/>
                <a:ext cx="10080" cy="5580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24C4B8DB-67B0-E7F6-6AB9-D4379312DD95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866952" y="6077016"/>
                  <a:ext cx="187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8ACA6634-EF51-991E-C077-FAE63CC4F044}"/>
                    </a:ext>
                  </a:extLst>
                </p14:cNvPr>
                <p14:cNvContentPartPr/>
                <p14:nvPr/>
              </p14:nvContentPartPr>
              <p14:xfrm>
                <a:off x="905472" y="5996016"/>
                <a:ext cx="27360" cy="1908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8ACA6634-EF51-991E-C077-FAE63CC4F044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901152" y="5991696"/>
                  <a:ext cx="360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14EA0D4E-7E50-E61C-7644-0B4662201EC5}"/>
                    </a:ext>
                  </a:extLst>
                </p14:cNvPr>
                <p14:cNvContentPartPr/>
                <p14:nvPr/>
              </p14:nvContentPartPr>
              <p14:xfrm>
                <a:off x="924912" y="6047136"/>
                <a:ext cx="130320" cy="8568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14EA0D4E-7E50-E61C-7644-0B4662201EC5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920592" y="6042816"/>
                  <a:ext cx="1389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6455AF02-99C7-1387-87DC-51DAE1CDEBF9}"/>
                    </a:ext>
                  </a:extLst>
                </p14:cNvPr>
                <p14:cNvContentPartPr/>
                <p14:nvPr/>
              </p14:nvContentPartPr>
              <p14:xfrm>
                <a:off x="747072" y="6091056"/>
                <a:ext cx="56520" cy="2412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6455AF02-99C7-1387-87DC-51DAE1CDEBF9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742752" y="6086736"/>
                  <a:ext cx="6516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0" name="Group 409">
            <a:extLst>
              <a:ext uri="{FF2B5EF4-FFF2-40B4-BE49-F238E27FC236}">
                <a16:creationId xmlns:a16="http://schemas.microsoft.com/office/drawing/2014/main" id="{3B03118D-7F8A-EA0F-4B63-9749EA1E08B6}"/>
              </a:ext>
            </a:extLst>
          </p:cNvPr>
          <p:cNvGrpSpPr/>
          <p:nvPr/>
        </p:nvGrpSpPr>
        <p:grpSpPr>
          <a:xfrm>
            <a:off x="1342152" y="5943816"/>
            <a:ext cx="146520" cy="175320"/>
            <a:chOff x="1342152" y="5943816"/>
            <a:chExt cx="146520" cy="17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331E5A80-86FE-31FE-64D5-B3F3A7FF6E6E}"/>
                    </a:ext>
                  </a:extLst>
                </p14:cNvPr>
                <p14:cNvContentPartPr/>
                <p14:nvPr/>
              </p14:nvContentPartPr>
              <p14:xfrm>
                <a:off x="1342152" y="6060096"/>
                <a:ext cx="26640" cy="5904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331E5A80-86FE-31FE-64D5-B3F3A7FF6E6E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337832" y="6055776"/>
                  <a:ext cx="3528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091287E9-D809-CFD5-B700-3927AC621572}"/>
                    </a:ext>
                  </a:extLst>
                </p14:cNvPr>
                <p14:cNvContentPartPr/>
                <p14:nvPr/>
              </p14:nvContentPartPr>
              <p14:xfrm>
                <a:off x="1371312" y="5943816"/>
                <a:ext cx="22320" cy="5796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091287E9-D809-CFD5-B700-3927AC621572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366992" y="5939496"/>
                  <a:ext cx="309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459FFF4E-3486-24D3-EBF1-58267806B6A1}"/>
                    </a:ext>
                  </a:extLst>
                </p14:cNvPr>
                <p14:cNvContentPartPr/>
                <p14:nvPr/>
              </p14:nvContentPartPr>
              <p14:xfrm>
                <a:off x="1434672" y="6030936"/>
                <a:ext cx="54000" cy="8244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459FFF4E-3486-24D3-EBF1-58267806B6A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430352" y="6026616"/>
                  <a:ext cx="6264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9" name="Group 408">
            <a:extLst>
              <a:ext uri="{FF2B5EF4-FFF2-40B4-BE49-F238E27FC236}">
                <a16:creationId xmlns:a16="http://schemas.microsoft.com/office/drawing/2014/main" id="{B8F4C11C-ECAE-19EA-77E9-6C1F7A335B4F}"/>
              </a:ext>
            </a:extLst>
          </p:cNvPr>
          <p:cNvGrpSpPr/>
          <p:nvPr/>
        </p:nvGrpSpPr>
        <p:grpSpPr>
          <a:xfrm>
            <a:off x="1688112" y="5812056"/>
            <a:ext cx="451440" cy="291600"/>
            <a:chOff x="1688112" y="5812056"/>
            <a:chExt cx="451440" cy="29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2F993699-80D7-CE75-E1BF-55F9C4243FA7}"/>
                    </a:ext>
                  </a:extLst>
                </p14:cNvPr>
                <p14:cNvContentPartPr/>
                <p14:nvPr/>
              </p14:nvContentPartPr>
              <p14:xfrm>
                <a:off x="1688112" y="5902416"/>
                <a:ext cx="154080" cy="20124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2F993699-80D7-CE75-E1BF-55F9C4243FA7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683792" y="5898096"/>
                  <a:ext cx="1627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A6D712CE-3757-3346-5A66-3DC67DD93D02}"/>
                    </a:ext>
                  </a:extLst>
                </p14:cNvPr>
                <p14:cNvContentPartPr/>
                <p14:nvPr/>
              </p14:nvContentPartPr>
              <p14:xfrm>
                <a:off x="1715112" y="5812056"/>
                <a:ext cx="421920" cy="24804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A6D712CE-3757-3346-5A66-3DC67DD93D02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1710792" y="5807736"/>
                  <a:ext cx="43056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FFE51E6A-34F8-09FA-E4CD-143A1FEB73E4}"/>
                    </a:ext>
                  </a:extLst>
                </p14:cNvPr>
                <p14:cNvContentPartPr/>
                <p14:nvPr/>
              </p14:nvContentPartPr>
              <p14:xfrm>
                <a:off x="2022192" y="5990976"/>
                <a:ext cx="117360" cy="8712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FFE51E6A-34F8-09FA-E4CD-143A1FEB73E4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2017872" y="5986656"/>
                  <a:ext cx="126000" cy="9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7" name="Group 436">
            <a:extLst>
              <a:ext uri="{FF2B5EF4-FFF2-40B4-BE49-F238E27FC236}">
                <a16:creationId xmlns:a16="http://schemas.microsoft.com/office/drawing/2014/main" id="{6EDC86FE-BF77-7A4C-3B9D-F1442D1C639C}"/>
              </a:ext>
            </a:extLst>
          </p:cNvPr>
          <p:cNvGrpSpPr/>
          <p:nvPr/>
        </p:nvGrpSpPr>
        <p:grpSpPr>
          <a:xfrm>
            <a:off x="2348352" y="5780376"/>
            <a:ext cx="952200" cy="261360"/>
            <a:chOff x="2348352" y="5780376"/>
            <a:chExt cx="952200" cy="26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64EED3B6-A018-B108-1FBF-B641B4C77E0C}"/>
                    </a:ext>
                  </a:extLst>
                </p14:cNvPr>
                <p14:cNvContentPartPr/>
                <p14:nvPr/>
              </p14:nvContentPartPr>
              <p14:xfrm>
                <a:off x="2348352" y="5966136"/>
                <a:ext cx="235080" cy="7560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64EED3B6-A018-B108-1FBF-B641B4C77E0C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2344032" y="5961816"/>
                  <a:ext cx="2437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5D0F631E-54F7-0C70-6783-B183C0158AA5}"/>
                    </a:ext>
                  </a:extLst>
                </p14:cNvPr>
                <p14:cNvContentPartPr/>
                <p14:nvPr/>
              </p14:nvContentPartPr>
              <p14:xfrm>
                <a:off x="2648592" y="5939496"/>
                <a:ext cx="312840" cy="9756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5D0F631E-54F7-0C70-6783-B183C0158AA5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2644272" y="5935176"/>
                  <a:ext cx="3214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EF37D5F9-B385-BEED-E31A-9689833A5161}"/>
                    </a:ext>
                  </a:extLst>
                </p14:cNvPr>
                <p14:cNvContentPartPr/>
                <p14:nvPr/>
              </p14:nvContentPartPr>
              <p14:xfrm>
                <a:off x="3013992" y="5807376"/>
                <a:ext cx="81720" cy="18360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EF37D5F9-B385-BEED-E31A-9689833A5161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3009672" y="5803056"/>
                  <a:ext cx="903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90A8F03D-F5DD-4BED-A51E-BB8F248229C0}"/>
                    </a:ext>
                  </a:extLst>
                </p14:cNvPr>
                <p14:cNvContentPartPr/>
                <p14:nvPr/>
              </p14:nvContentPartPr>
              <p14:xfrm>
                <a:off x="3157632" y="5780376"/>
                <a:ext cx="86400" cy="19512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90A8F03D-F5DD-4BED-A51E-BB8F248229C0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3153312" y="5776056"/>
                  <a:ext cx="950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3A0E4FFA-2DD6-0FA7-6972-23A15B96361D}"/>
                    </a:ext>
                  </a:extLst>
                </p14:cNvPr>
                <p14:cNvContentPartPr/>
                <p14:nvPr/>
              </p14:nvContentPartPr>
              <p14:xfrm>
                <a:off x="3146472" y="5895216"/>
                <a:ext cx="154080" cy="936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3A0E4FFA-2DD6-0FA7-6972-23A15B96361D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3142152" y="5890896"/>
                  <a:ext cx="16272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6" name="Group 435">
            <a:extLst>
              <a:ext uri="{FF2B5EF4-FFF2-40B4-BE49-F238E27FC236}">
                <a16:creationId xmlns:a16="http://schemas.microsoft.com/office/drawing/2014/main" id="{EFCCD40A-4C88-F158-A5E8-E676BEDFF428}"/>
              </a:ext>
            </a:extLst>
          </p:cNvPr>
          <p:cNvGrpSpPr/>
          <p:nvPr/>
        </p:nvGrpSpPr>
        <p:grpSpPr>
          <a:xfrm>
            <a:off x="3479832" y="5675616"/>
            <a:ext cx="393480" cy="366480"/>
            <a:chOff x="3479832" y="5675616"/>
            <a:chExt cx="393480" cy="36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D19A9E0D-3A5A-B91B-55DA-E26E674D122E}"/>
                    </a:ext>
                  </a:extLst>
                </p14:cNvPr>
                <p14:cNvContentPartPr/>
                <p14:nvPr/>
              </p14:nvContentPartPr>
              <p14:xfrm>
                <a:off x="3479832" y="5903136"/>
                <a:ext cx="56880" cy="6768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D19A9E0D-3A5A-B91B-55DA-E26E674D122E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3475512" y="5898816"/>
                  <a:ext cx="655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75145EDE-9AD9-B298-9188-9C2123963BA3}"/>
                    </a:ext>
                  </a:extLst>
                </p14:cNvPr>
                <p14:cNvContentPartPr/>
                <p14:nvPr/>
              </p14:nvContentPartPr>
              <p14:xfrm>
                <a:off x="3619512" y="5675616"/>
                <a:ext cx="253800" cy="36648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75145EDE-9AD9-B298-9188-9C2123963BA3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3615192" y="5671296"/>
                  <a:ext cx="262440" cy="37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A73BD55D-D1B5-013F-D5B9-1C334AE65367}"/>
                    </a:ext>
                  </a:extLst>
                </p14:cNvPr>
                <p14:cNvContentPartPr/>
                <p14:nvPr/>
              </p14:nvContentPartPr>
              <p14:xfrm>
                <a:off x="3609432" y="5924376"/>
                <a:ext cx="90720" cy="2052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A73BD55D-D1B5-013F-D5B9-1C334AE65367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3605112" y="5920056"/>
                  <a:ext cx="9936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5" name="Group 434">
            <a:extLst>
              <a:ext uri="{FF2B5EF4-FFF2-40B4-BE49-F238E27FC236}">
                <a16:creationId xmlns:a16="http://schemas.microsoft.com/office/drawing/2014/main" id="{22DA8C62-8F99-943A-148E-3E46ED9432BD}"/>
              </a:ext>
            </a:extLst>
          </p:cNvPr>
          <p:cNvGrpSpPr/>
          <p:nvPr/>
        </p:nvGrpSpPr>
        <p:grpSpPr>
          <a:xfrm>
            <a:off x="703152" y="6236496"/>
            <a:ext cx="1837800" cy="543960"/>
            <a:chOff x="703152" y="6236496"/>
            <a:chExt cx="1837800" cy="54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D6A17931-550A-3837-60E7-7D797236485F}"/>
                    </a:ext>
                  </a:extLst>
                </p14:cNvPr>
                <p14:cNvContentPartPr/>
                <p14:nvPr/>
              </p14:nvContentPartPr>
              <p14:xfrm>
                <a:off x="703152" y="6441336"/>
                <a:ext cx="56520" cy="30924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D6A17931-550A-3837-60E7-7D797236485F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698832" y="6437016"/>
                  <a:ext cx="651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702E86F0-5D5C-F036-7A5E-CE2E374B9CD2}"/>
                    </a:ext>
                  </a:extLst>
                </p14:cNvPr>
                <p14:cNvContentPartPr/>
                <p14:nvPr/>
              </p14:nvContentPartPr>
              <p14:xfrm>
                <a:off x="805752" y="6417936"/>
                <a:ext cx="59400" cy="7560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702E86F0-5D5C-F036-7A5E-CE2E374B9CD2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801432" y="6413616"/>
                  <a:ext cx="680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8414CF3B-92C5-989A-4ADB-53788DDD6258}"/>
                    </a:ext>
                  </a:extLst>
                </p14:cNvPr>
                <p14:cNvContentPartPr/>
                <p14:nvPr/>
              </p14:nvContentPartPr>
              <p14:xfrm>
                <a:off x="895032" y="6398136"/>
                <a:ext cx="149760" cy="7452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8414CF3B-92C5-989A-4ADB-53788DDD6258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890712" y="6393816"/>
                  <a:ext cx="1584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056FD108-6F66-EFDA-6BC2-338A3898C9DF}"/>
                    </a:ext>
                  </a:extLst>
                </p14:cNvPr>
                <p14:cNvContentPartPr/>
                <p14:nvPr/>
              </p14:nvContentPartPr>
              <p14:xfrm>
                <a:off x="1093032" y="6394896"/>
                <a:ext cx="42120" cy="7740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056FD108-6F66-EFDA-6BC2-338A3898C9DF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088712" y="6390576"/>
                  <a:ext cx="507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DDE3BCC1-428D-7936-1D2B-7696A0B2F1D6}"/>
                    </a:ext>
                  </a:extLst>
                </p14:cNvPr>
                <p14:cNvContentPartPr/>
                <p14:nvPr/>
              </p14:nvContentPartPr>
              <p14:xfrm>
                <a:off x="1210392" y="6305616"/>
                <a:ext cx="105120" cy="15300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DDE3BCC1-428D-7936-1D2B-7696A0B2F1D6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206072" y="6301296"/>
                  <a:ext cx="1137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A7C9AD98-FDEE-C294-92AB-6D354E32C104}"/>
                    </a:ext>
                  </a:extLst>
                </p14:cNvPr>
                <p14:cNvContentPartPr/>
                <p14:nvPr/>
              </p14:nvContentPartPr>
              <p14:xfrm>
                <a:off x="1203192" y="6389136"/>
                <a:ext cx="137520" cy="5796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A7C9AD98-FDEE-C294-92AB-6D354E32C104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198872" y="6384816"/>
                  <a:ext cx="14616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135B3F01-5282-D874-6EA9-75C11B2D01B9}"/>
                    </a:ext>
                  </a:extLst>
                </p14:cNvPr>
                <p14:cNvContentPartPr/>
                <p14:nvPr/>
              </p14:nvContentPartPr>
              <p14:xfrm>
                <a:off x="1397952" y="6325776"/>
                <a:ext cx="12600" cy="5400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135B3F01-5282-D874-6EA9-75C11B2D01B9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393632" y="6321456"/>
                  <a:ext cx="212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68D0B55B-3C98-0F22-3A3F-4B1A302FE5A9}"/>
                    </a:ext>
                  </a:extLst>
                </p14:cNvPr>
                <p14:cNvContentPartPr/>
                <p14:nvPr/>
              </p14:nvContentPartPr>
              <p14:xfrm>
                <a:off x="1505232" y="6291576"/>
                <a:ext cx="81000" cy="161280"/>
              </p14:xfrm>
            </p:contentPart>
          </mc:Choice>
          <mc:Fallback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68D0B55B-3C98-0F22-3A3F-4B1A302FE5A9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500912" y="6287256"/>
                  <a:ext cx="896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BBA5ABD8-3D6B-C7A0-CEDF-8F28F49FA7F2}"/>
                    </a:ext>
                  </a:extLst>
                </p14:cNvPr>
                <p14:cNvContentPartPr/>
                <p14:nvPr/>
              </p14:nvContentPartPr>
              <p14:xfrm>
                <a:off x="1495512" y="6377976"/>
                <a:ext cx="174600" cy="5364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BBA5ABD8-3D6B-C7A0-CEDF-8F28F49FA7F2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491192" y="6373656"/>
                  <a:ext cx="1832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43BABDE2-6207-1E55-F845-3B485AE51523}"/>
                    </a:ext>
                  </a:extLst>
                </p14:cNvPr>
                <p14:cNvContentPartPr/>
                <p14:nvPr/>
              </p14:nvContentPartPr>
              <p14:xfrm>
                <a:off x="1732032" y="6302376"/>
                <a:ext cx="22320" cy="7344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43BABDE2-6207-1E55-F845-3B485AE51523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727712" y="6298056"/>
                  <a:ext cx="30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D20CC1E7-70B5-EF79-EF81-87510CB11EC8}"/>
                    </a:ext>
                  </a:extLst>
                </p14:cNvPr>
                <p14:cNvContentPartPr/>
                <p14:nvPr/>
              </p14:nvContentPartPr>
              <p14:xfrm>
                <a:off x="1725192" y="6366096"/>
                <a:ext cx="307080" cy="7632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D20CC1E7-70B5-EF79-EF81-87510CB11EC8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720872" y="6361776"/>
                  <a:ext cx="3157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F2214B62-5D14-F8EA-64F0-D81F3298096C}"/>
                    </a:ext>
                  </a:extLst>
                </p14:cNvPr>
                <p14:cNvContentPartPr/>
                <p14:nvPr/>
              </p14:nvContentPartPr>
              <p14:xfrm>
                <a:off x="2110032" y="6379416"/>
                <a:ext cx="29520" cy="3852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F2214B62-5D14-F8EA-64F0-D81F3298096C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2105712" y="6375096"/>
                  <a:ext cx="38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D5072E2E-C8FA-7192-DF7C-AAC2ECA1716B}"/>
                    </a:ext>
                  </a:extLst>
                </p14:cNvPr>
                <p14:cNvContentPartPr/>
                <p14:nvPr/>
              </p14:nvContentPartPr>
              <p14:xfrm>
                <a:off x="2195352" y="6236496"/>
                <a:ext cx="7560" cy="10044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D5072E2E-C8FA-7192-DF7C-AAC2ECA1716B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2191032" y="6232176"/>
                  <a:ext cx="162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EDC8FE60-2BCF-6FD5-4DD1-4DBD9C444A7A}"/>
                    </a:ext>
                  </a:extLst>
                </p14:cNvPr>
                <p14:cNvContentPartPr/>
                <p14:nvPr/>
              </p14:nvContentPartPr>
              <p14:xfrm>
                <a:off x="2254392" y="6361776"/>
                <a:ext cx="119520" cy="5580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EDC8FE60-2BCF-6FD5-4DD1-4DBD9C444A7A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2250072" y="6357456"/>
                  <a:ext cx="1281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3DAFA6D2-B791-914B-91C5-E60415D9E630}"/>
                    </a:ext>
                  </a:extLst>
                </p14:cNvPr>
                <p14:cNvContentPartPr/>
                <p14:nvPr/>
              </p14:nvContentPartPr>
              <p14:xfrm>
                <a:off x="2180592" y="6345576"/>
                <a:ext cx="360360" cy="434880"/>
              </p14:xfrm>
            </p:contentPart>
          </mc:Choice>
          <mc:Fallback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3DAFA6D2-B791-914B-91C5-E60415D9E630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2176272" y="6341256"/>
                  <a:ext cx="369000" cy="44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3" name="Group 442">
            <a:extLst>
              <a:ext uri="{FF2B5EF4-FFF2-40B4-BE49-F238E27FC236}">
                <a16:creationId xmlns:a16="http://schemas.microsoft.com/office/drawing/2014/main" id="{34E8FC35-B6CD-453B-4ED2-05DD56CCDC85}"/>
              </a:ext>
            </a:extLst>
          </p:cNvPr>
          <p:cNvGrpSpPr/>
          <p:nvPr/>
        </p:nvGrpSpPr>
        <p:grpSpPr>
          <a:xfrm>
            <a:off x="9124200" y="2109312"/>
            <a:ext cx="300240" cy="260640"/>
            <a:chOff x="9124200" y="2109312"/>
            <a:chExt cx="300240" cy="26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A1620D98-1BC7-DA93-79E0-1F63E521E31F}"/>
                    </a:ext>
                  </a:extLst>
                </p14:cNvPr>
                <p14:cNvContentPartPr/>
                <p14:nvPr/>
              </p14:nvContentPartPr>
              <p14:xfrm>
                <a:off x="9124200" y="2227752"/>
                <a:ext cx="68760" cy="7704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A1620D98-1BC7-DA93-79E0-1F63E521E31F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9119880" y="2223432"/>
                  <a:ext cx="774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F5FBC122-FE6E-4B0C-C6F1-4920F0488439}"/>
                    </a:ext>
                  </a:extLst>
                </p14:cNvPr>
                <p14:cNvContentPartPr/>
                <p14:nvPr/>
              </p14:nvContentPartPr>
              <p14:xfrm>
                <a:off x="9326520" y="2109312"/>
                <a:ext cx="97920" cy="26064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F5FBC122-FE6E-4B0C-C6F1-4920F0488439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9322200" y="2104992"/>
                  <a:ext cx="106560" cy="26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92">
            <p14:nvContentPartPr>
              <p14:cNvPr id="442" name="Ink 441">
                <a:extLst>
                  <a:ext uri="{FF2B5EF4-FFF2-40B4-BE49-F238E27FC236}">
                    <a16:creationId xmlns:a16="http://schemas.microsoft.com/office/drawing/2014/main" id="{1AD950EC-0754-3C30-2F86-0A92E4D0404C}"/>
                  </a:ext>
                </a:extLst>
              </p14:cNvPr>
              <p14:cNvContentPartPr/>
              <p14:nvPr/>
            </p14:nvContentPartPr>
            <p14:xfrm>
              <a:off x="9638640" y="2084472"/>
              <a:ext cx="148680" cy="286560"/>
            </p14:xfrm>
          </p:contentPart>
        </mc:Choice>
        <mc:Fallback>
          <p:pic>
            <p:nvPicPr>
              <p:cNvPr id="442" name="Ink 441">
                <a:extLst>
                  <a:ext uri="{FF2B5EF4-FFF2-40B4-BE49-F238E27FC236}">
                    <a16:creationId xmlns:a16="http://schemas.microsoft.com/office/drawing/2014/main" id="{1AD950EC-0754-3C30-2F86-0A92E4D0404C}"/>
                  </a:ext>
                </a:extLst>
              </p:cNvPr>
              <p:cNvPicPr/>
              <p:nvPr/>
            </p:nvPicPr>
            <p:blipFill>
              <a:blip r:embed="rId593"/>
              <a:stretch>
                <a:fillRect/>
              </a:stretch>
            </p:blipFill>
            <p:spPr>
              <a:xfrm>
                <a:off x="9634320" y="2080152"/>
                <a:ext cx="157320" cy="29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46" name="Group 445">
            <a:extLst>
              <a:ext uri="{FF2B5EF4-FFF2-40B4-BE49-F238E27FC236}">
                <a16:creationId xmlns:a16="http://schemas.microsoft.com/office/drawing/2014/main" id="{D945E0E1-F153-645A-0A60-E6220C0DFFFF}"/>
              </a:ext>
            </a:extLst>
          </p:cNvPr>
          <p:cNvGrpSpPr/>
          <p:nvPr/>
        </p:nvGrpSpPr>
        <p:grpSpPr>
          <a:xfrm>
            <a:off x="8499960" y="2171232"/>
            <a:ext cx="476280" cy="211320"/>
            <a:chOff x="8499960" y="2171232"/>
            <a:chExt cx="476280" cy="21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98F4EE7B-DEDD-82F7-6A9F-92B6E9DCEAD8}"/>
                    </a:ext>
                  </a:extLst>
                </p14:cNvPr>
                <p14:cNvContentPartPr/>
                <p14:nvPr/>
              </p14:nvContentPartPr>
              <p14:xfrm>
                <a:off x="8499960" y="2171232"/>
                <a:ext cx="174240" cy="17640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98F4EE7B-DEDD-82F7-6A9F-92B6E9DCEAD8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8495640" y="2166912"/>
                  <a:ext cx="1828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DEBC7AD6-720F-A309-DEDE-CDC84708563E}"/>
                    </a:ext>
                  </a:extLst>
                </p14:cNvPr>
                <p14:cNvContentPartPr/>
                <p14:nvPr/>
              </p14:nvContentPartPr>
              <p14:xfrm>
                <a:off x="8790480" y="2225592"/>
                <a:ext cx="163440" cy="8532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DEBC7AD6-720F-A309-DEDE-CDC84708563E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8786160" y="2221272"/>
                  <a:ext cx="1720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8AA9EFD1-495F-8220-A645-FB21162C07A1}"/>
                    </a:ext>
                  </a:extLst>
                </p14:cNvPr>
                <p14:cNvContentPartPr/>
                <p14:nvPr/>
              </p14:nvContentPartPr>
              <p14:xfrm>
                <a:off x="8806680" y="2343312"/>
                <a:ext cx="169560" cy="3924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8AA9EFD1-495F-8220-A645-FB21162C07A1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8802360" y="2338992"/>
                  <a:ext cx="178200" cy="4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4" name="Group 463">
            <a:extLst>
              <a:ext uri="{FF2B5EF4-FFF2-40B4-BE49-F238E27FC236}">
                <a16:creationId xmlns:a16="http://schemas.microsoft.com/office/drawing/2014/main" id="{30ED578F-23FE-6543-9008-E4B380F30410}"/>
              </a:ext>
            </a:extLst>
          </p:cNvPr>
          <p:cNvGrpSpPr/>
          <p:nvPr/>
        </p:nvGrpSpPr>
        <p:grpSpPr>
          <a:xfrm>
            <a:off x="6714576" y="443520"/>
            <a:ext cx="400320" cy="261720"/>
            <a:chOff x="6714576" y="443520"/>
            <a:chExt cx="400320" cy="26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49983443-1F6F-6572-4810-917FB98FF281}"/>
                    </a:ext>
                  </a:extLst>
                </p14:cNvPr>
                <p14:cNvContentPartPr/>
                <p14:nvPr/>
              </p14:nvContentPartPr>
              <p14:xfrm>
                <a:off x="6714576" y="605520"/>
                <a:ext cx="10080" cy="9972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49983443-1F6F-6572-4810-917FB98FF281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6710256" y="601200"/>
                  <a:ext cx="187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27473BC7-10F5-7982-A512-B13581F10858}"/>
                    </a:ext>
                  </a:extLst>
                </p14:cNvPr>
                <p14:cNvContentPartPr/>
                <p14:nvPr/>
              </p14:nvContentPartPr>
              <p14:xfrm>
                <a:off x="6731496" y="443520"/>
                <a:ext cx="7560" cy="5472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27473BC7-10F5-7982-A512-B13581F10858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6727176" y="439200"/>
                  <a:ext cx="162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EB171FCE-A0CC-2327-E4E5-DA571872F29B}"/>
                    </a:ext>
                  </a:extLst>
                </p14:cNvPr>
                <p14:cNvContentPartPr/>
                <p14:nvPr/>
              </p14:nvContentPartPr>
              <p14:xfrm>
                <a:off x="6814296" y="581760"/>
                <a:ext cx="95400" cy="6228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EB171FCE-A0CC-2327-E4E5-DA571872F29B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6809976" y="577440"/>
                  <a:ext cx="1040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9BCF894D-84DF-67B9-BA07-9962F8D34E69}"/>
                    </a:ext>
                  </a:extLst>
                </p14:cNvPr>
                <p14:cNvContentPartPr/>
                <p14:nvPr/>
              </p14:nvContentPartPr>
              <p14:xfrm>
                <a:off x="7009416" y="460800"/>
                <a:ext cx="54000" cy="13212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9BCF894D-84DF-67B9-BA07-9962F8D34E69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7005096" y="456480"/>
                  <a:ext cx="626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C5B55291-7504-D729-9C71-DCD5A8CD0E65}"/>
                    </a:ext>
                  </a:extLst>
                </p14:cNvPr>
                <p14:cNvContentPartPr/>
                <p14:nvPr/>
              </p14:nvContentPartPr>
              <p14:xfrm>
                <a:off x="6980256" y="520920"/>
                <a:ext cx="134640" cy="1584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C5B55291-7504-D729-9C71-DCD5A8CD0E65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6975936" y="516600"/>
                  <a:ext cx="143280" cy="2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10">
            <p14:nvContentPartPr>
              <p14:cNvPr id="460" name="Ink 459">
                <a:extLst>
                  <a:ext uri="{FF2B5EF4-FFF2-40B4-BE49-F238E27FC236}">
                    <a16:creationId xmlns:a16="http://schemas.microsoft.com/office/drawing/2014/main" id="{122B79E7-274D-3C1E-0B47-9405CE7D7B2F}"/>
                  </a:ext>
                </a:extLst>
              </p14:cNvPr>
              <p14:cNvContentPartPr/>
              <p14:nvPr/>
            </p14:nvContentPartPr>
            <p14:xfrm>
              <a:off x="8606016" y="302040"/>
              <a:ext cx="133200" cy="305280"/>
            </p14:xfrm>
          </p:contentPart>
        </mc:Choice>
        <mc:Fallback>
          <p:pic>
            <p:nvPicPr>
              <p:cNvPr id="460" name="Ink 459">
                <a:extLst>
                  <a:ext uri="{FF2B5EF4-FFF2-40B4-BE49-F238E27FC236}">
                    <a16:creationId xmlns:a16="http://schemas.microsoft.com/office/drawing/2014/main" id="{122B79E7-274D-3C1E-0B47-9405CE7D7B2F}"/>
                  </a:ext>
                </a:extLst>
              </p:cNvPr>
              <p:cNvPicPr/>
              <p:nvPr/>
            </p:nvPicPr>
            <p:blipFill>
              <a:blip r:embed="rId611"/>
              <a:stretch>
                <a:fillRect/>
              </a:stretch>
            </p:blipFill>
            <p:spPr>
              <a:xfrm>
                <a:off x="8601696" y="297720"/>
                <a:ext cx="141840" cy="31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75" name="Group 474">
            <a:extLst>
              <a:ext uri="{FF2B5EF4-FFF2-40B4-BE49-F238E27FC236}">
                <a16:creationId xmlns:a16="http://schemas.microsoft.com/office/drawing/2014/main" id="{A7AAF339-B0D8-7D78-D3BA-CA7ABAA68274}"/>
              </a:ext>
            </a:extLst>
          </p:cNvPr>
          <p:cNvGrpSpPr/>
          <p:nvPr/>
        </p:nvGrpSpPr>
        <p:grpSpPr>
          <a:xfrm>
            <a:off x="8796816" y="316800"/>
            <a:ext cx="651600" cy="194400"/>
            <a:chOff x="8796816" y="316800"/>
            <a:chExt cx="651600" cy="19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51294F9E-DC10-7594-8A72-B49460948766}"/>
                    </a:ext>
                  </a:extLst>
                </p14:cNvPr>
                <p14:cNvContentPartPr/>
                <p14:nvPr/>
              </p14:nvContentPartPr>
              <p14:xfrm>
                <a:off x="8796816" y="469440"/>
                <a:ext cx="2880" cy="41760"/>
              </p14:xfrm>
            </p:contentPart>
          </mc:Choice>
          <mc:Fallback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51294F9E-DC10-7594-8A72-B49460948766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8792496" y="465120"/>
                  <a:ext cx="11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B7D56C46-589C-A360-1EC9-CF1BA00B4BB3}"/>
                    </a:ext>
                  </a:extLst>
                </p14:cNvPr>
                <p14:cNvContentPartPr/>
                <p14:nvPr/>
              </p14:nvContentPartPr>
              <p14:xfrm>
                <a:off x="8835696" y="316800"/>
                <a:ext cx="22320" cy="75240"/>
              </p14:xfrm>
            </p:contentPart>
          </mc:Choice>
          <mc:Fallback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B7D56C46-589C-A360-1EC9-CF1BA00B4BB3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8831376" y="312480"/>
                  <a:ext cx="309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A1917535-6070-63D9-676D-43A33A6B5CC1}"/>
                    </a:ext>
                  </a:extLst>
                </p14:cNvPr>
                <p14:cNvContentPartPr/>
                <p14:nvPr/>
              </p14:nvContentPartPr>
              <p14:xfrm>
                <a:off x="8891856" y="432360"/>
                <a:ext cx="78480" cy="59760"/>
              </p14:xfrm>
            </p:contentPart>
          </mc:Choice>
          <mc:Fallback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A1917535-6070-63D9-676D-43A33A6B5CC1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8887536" y="428040"/>
                  <a:ext cx="871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04FE44FB-21B6-DEB6-8502-3A7ADC29456F}"/>
                    </a:ext>
                  </a:extLst>
                </p14:cNvPr>
                <p14:cNvContentPartPr/>
                <p14:nvPr/>
              </p14:nvContentPartPr>
              <p14:xfrm>
                <a:off x="9052776" y="367920"/>
                <a:ext cx="17280" cy="119880"/>
              </p14:xfrm>
            </p:contentPart>
          </mc:Choice>
          <mc:Fallback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04FE44FB-21B6-DEB6-8502-3A7ADC29456F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9048456" y="363600"/>
                  <a:ext cx="259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432AC2C0-3575-A902-815C-3BC704F6F384}"/>
                    </a:ext>
                  </a:extLst>
                </p14:cNvPr>
                <p14:cNvContentPartPr/>
                <p14:nvPr/>
              </p14:nvContentPartPr>
              <p14:xfrm>
                <a:off x="9001656" y="407880"/>
                <a:ext cx="95400" cy="34560"/>
              </p14:xfrm>
            </p:contentPart>
          </mc:Choice>
          <mc:Fallback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432AC2C0-3575-A902-815C-3BC704F6F384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8997336" y="403560"/>
                  <a:ext cx="1040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D016625A-3A2A-4999-C87F-0899D46CDFE9}"/>
                    </a:ext>
                  </a:extLst>
                </p14:cNvPr>
                <p14:cNvContentPartPr/>
                <p14:nvPr/>
              </p14:nvContentPartPr>
              <p14:xfrm>
                <a:off x="9152856" y="316800"/>
                <a:ext cx="129600" cy="193680"/>
              </p14:xfrm>
            </p:contentPart>
          </mc:Choice>
          <mc:Fallback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D016625A-3A2A-4999-C87F-0899D46CDFE9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9148536" y="312480"/>
                  <a:ext cx="1382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904929AC-F5C0-F27E-7BC9-20E6408E8178}"/>
                    </a:ext>
                  </a:extLst>
                </p14:cNvPr>
                <p14:cNvContentPartPr/>
                <p14:nvPr/>
              </p14:nvContentPartPr>
              <p14:xfrm>
                <a:off x="9345456" y="320760"/>
                <a:ext cx="102960" cy="190440"/>
              </p14:xfrm>
            </p:contentPart>
          </mc:Choice>
          <mc:Fallback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904929AC-F5C0-F27E-7BC9-20E6408E8178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9341136" y="316440"/>
                  <a:ext cx="11160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F3001EB9-3AC6-C312-FF8A-FAAC0DD2AACC}"/>
              </a:ext>
            </a:extLst>
          </p:cNvPr>
          <p:cNvGrpSpPr/>
          <p:nvPr/>
        </p:nvGrpSpPr>
        <p:grpSpPr>
          <a:xfrm>
            <a:off x="9657216" y="349200"/>
            <a:ext cx="241920" cy="187920"/>
            <a:chOff x="9657216" y="349200"/>
            <a:chExt cx="241920" cy="18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89AD1E81-D1C7-56D3-2A06-193B92DCAAA0}"/>
                    </a:ext>
                  </a:extLst>
                </p14:cNvPr>
                <p14:cNvContentPartPr/>
                <p14:nvPr/>
              </p14:nvContentPartPr>
              <p14:xfrm>
                <a:off x="9657216" y="349200"/>
                <a:ext cx="149400" cy="90720"/>
              </p14:xfrm>
            </p:contentPart>
          </mc:Choice>
          <mc:Fallback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89AD1E81-D1C7-56D3-2A06-193B92DCAAA0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9652896" y="344880"/>
                  <a:ext cx="158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F909C2F4-6F31-8C00-562A-E38F455A9608}"/>
                    </a:ext>
                  </a:extLst>
                </p14:cNvPr>
                <p14:cNvContentPartPr/>
                <p14:nvPr/>
              </p14:nvContentPartPr>
              <p14:xfrm>
                <a:off x="9815976" y="484920"/>
                <a:ext cx="83160" cy="52200"/>
              </p14:xfrm>
            </p:contentPart>
          </mc:Choice>
          <mc:Fallback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F909C2F4-6F31-8C00-562A-E38F455A9608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9811656" y="480600"/>
                  <a:ext cx="9180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D0600711-8CB3-7CA8-6BF3-07B6AA35005F}"/>
              </a:ext>
            </a:extLst>
          </p:cNvPr>
          <p:cNvGrpSpPr/>
          <p:nvPr/>
        </p:nvGrpSpPr>
        <p:grpSpPr>
          <a:xfrm>
            <a:off x="10123056" y="269640"/>
            <a:ext cx="315000" cy="211680"/>
            <a:chOff x="10123056" y="269640"/>
            <a:chExt cx="315000" cy="21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D74A5586-C98D-C75D-2A8E-00C3DAAA7A1B}"/>
                    </a:ext>
                  </a:extLst>
                </p14:cNvPr>
                <p14:cNvContentPartPr/>
                <p14:nvPr/>
              </p14:nvContentPartPr>
              <p14:xfrm>
                <a:off x="10123056" y="404640"/>
                <a:ext cx="7560" cy="76680"/>
              </p14:xfrm>
            </p:contentPart>
          </mc:Choice>
          <mc:Fallback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D74A5586-C98D-C75D-2A8E-00C3DAAA7A1B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0118736" y="400320"/>
                  <a:ext cx="162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2A99CC61-D316-59DA-7332-FD8337C2C869}"/>
                    </a:ext>
                  </a:extLst>
                </p14:cNvPr>
                <p14:cNvContentPartPr/>
                <p14:nvPr/>
              </p14:nvContentPartPr>
              <p14:xfrm>
                <a:off x="10172016" y="269640"/>
                <a:ext cx="12600" cy="74160"/>
              </p14:xfrm>
            </p:contentPart>
          </mc:Choice>
          <mc:Fallback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2A99CC61-D316-59DA-7332-FD8337C2C869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0167696" y="265320"/>
                  <a:ext cx="212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23CE82A4-20CA-7A02-3A0D-1D47EEB50018}"/>
                    </a:ext>
                  </a:extLst>
                </p14:cNvPr>
                <p14:cNvContentPartPr/>
                <p14:nvPr/>
              </p14:nvContentPartPr>
              <p14:xfrm>
                <a:off x="10232856" y="411120"/>
                <a:ext cx="97920" cy="54720"/>
              </p14:xfrm>
            </p:contentPart>
          </mc:Choice>
          <mc:Fallback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23CE82A4-20CA-7A02-3A0D-1D47EEB50018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0228536" y="406800"/>
                  <a:ext cx="1065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811C1F52-851F-66EF-C1A6-C9ABF51E034A}"/>
                    </a:ext>
                  </a:extLst>
                </p14:cNvPr>
                <p14:cNvContentPartPr/>
                <p14:nvPr/>
              </p14:nvContentPartPr>
              <p14:xfrm>
                <a:off x="10374336" y="316080"/>
                <a:ext cx="27360" cy="133560"/>
              </p14:xfrm>
            </p:contentPart>
          </mc:Choice>
          <mc:Fallback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811C1F52-851F-66EF-C1A6-C9ABF51E034A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0370016" y="311760"/>
                  <a:ext cx="360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A2C60CA9-6C2E-107E-9330-409A86F72ED0}"/>
                    </a:ext>
                  </a:extLst>
                </p14:cNvPr>
                <p14:cNvContentPartPr/>
                <p14:nvPr/>
              </p14:nvContentPartPr>
              <p14:xfrm>
                <a:off x="10362096" y="392400"/>
                <a:ext cx="75960" cy="19800"/>
              </p14:xfrm>
            </p:contentPart>
          </mc:Choice>
          <mc:Fallback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A2C60CA9-6C2E-107E-9330-409A86F72ED0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0357776" y="388080"/>
                  <a:ext cx="8460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1" name="Group 500">
            <a:extLst>
              <a:ext uri="{FF2B5EF4-FFF2-40B4-BE49-F238E27FC236}">
                <a16:creationId xmlns:a16="http://schemas.microsoft.com/office/drawing/2014/main" id="{C1DE626B-4473-B1A0-F4DB-BDD92321BF79}"/>
              </a:ext>
            </a:extLst>
          </p:cNvPr>
          <p:cNvGrpSpPr/>
          <p:nvPr/>
        </p:nvGrpSpPr>
        <p:grpSpPr>
          <a:xfrm>
            <a:off x="10623096" y="221760"/>
            <a:ext cx="414720" cy="336600"/>
            <a:chOff x="10623096" y="221760"/>
            <a:chExt cx="414720" cy="33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E2C684BA-3662-48AB-D620-C181E71713DD}"/>
                    </a:ext>
                  </a:extLst>
                </p14:cNvPr>
                <p14:cNvContentPartPr/>
                <p14:nvPr/>
              </p14:nvContentPartPr>
              <p14:xfrm>
                <a:off x="10623096" y="259920"/>
                <a:ext cx="17280" cy="163800"/>
              </p14:xfrm>
            </p:contentPart>
          </mc:Choice>
          <mc:Fallback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E2C684BA-3662-48AB-D620-C181E71713DD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10618776" y="255600"/>
                  <a:ext cx="259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17063E40-58A0-D572-0512-545434E72433}"/>
                    </a:ext>
                  </a:extLst>
                </p14:cNvPr>
                <p14:cNvContentPartPr/>
                <p14:nvPr/>
              </p14:nvContentPartPr>
              <p14:xfrm>
                <a:off x="10664496" y="357120"/>
                <a:ext cx="105120" cy="69480"/>
              </p14:xfrm>
            </p:contentPart>
          </mc:Choice>
          <mc:Fallback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17063E40-58A0-D572-0512-545434E72433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10660176" y="352800"/>
                  <a:ext cx="1137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B784528F-70CD-71F3-17CF-46A07B74A3F2}"/>
                    </a:ext>
                  </a:extLst>
                </p14:cNvPr>
                <p14:cNvContentPartPr/>
                <p14:nvPr/>
              </p14:nvContentPartPr>
              <p14:xfrm>
                <a:off x="10791576" y="221760"/>
                <a:ext cx="119520" cy="228240"/>
              </p14:xfrm>
            </p:contentPart>
          </mc:Choice>
          <mc:Fallback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B784528F-70CD-71F3-17CF-46A07B74A3F2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10787256" y="217440"/>
                  <a:ext cx="1281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5A8B46C1-FB48-A06B-0991-9C0E3F44305B}"/>
                    </a:ext>
                  </a:extLst>
                </p14:cNvPr>
                <p14:cNvContentPartPr/>
                <p14:nvPr/>
              </p14:nvContentPartPr>
              <p14:xfrm>
                <a:off x="10791216" y="356760"/>
                <a:ext cx="51480" cy="15840"/>
              </p14:xfrm>
            </p:contentPart>
          </mc:Choice>
          <mc:Fallback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5A8B46C1-FB48-A06B-0991-9C0E3F44305B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10786896" y="352440"/>
                  <a:ext cx="601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691FC087-823D-B5D3-27A0-674DCBE6B2A8}"/>
                    </a:ext>
                  </a:extLst>
                </p14:cNvPr>
                <p14:cNvContentPartPr/>
                <p14:nvPr/>
              </p14:nvContentPartPr>
              <p14:xfrm>
                <a:off x="10918656" y="266400"/>
                <a:ext cx="60840" cy="173880"/>
              </p14:xfrm>
            </p:contentPart>
          </mc:Choice>
          <mc:Fallback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691FC087-823D-B5D3-27A0-674DCBE6B2A8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0914336" y="262080"/>
                  <a:ext cx="694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B6B43B9A-326F-B3F0-BC37-9D58685D7FA7}"/>
                    </a:ext>
                  </a:extLst>
                </p14:cNvPr>
                <p14:cNvContentPartPr/>
                <p14:nvPr/>
              </p14:nvContentPartPr>
              <p14:xfrm>
                <a:off x="10893816" y="379440"/>
                <a:ext cx="122400" cy="2880"/>
              </p14:xfrm>
            </p:contentPart>
          </mc:Choice>
          <mc:Fallback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B6B43B9A-326F-B3F0-BC37-9D58685D7FA7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10889496" y="375120"/>
                  <a:ext cx="13104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615A289B-7DA8-84E1-38A8-DD6792E2C3A3}"/>
                    </a:ext>
                  </a:extLst>
                </p14:cNvPr>
                <p14:cNvContentPartPr/>
                <p14:nvPr/>
              </p14:nvContentPartPr>
              <p14:xfrm>
                <a:off x="10974096" y="481680"/>
                <a:ext cx="63720" cy="76680"/>
              </p14:xfrm>
            </p:contentPart>
          </mc:Choice>
          <mc:Fallback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615A289B-7DA8-84E1-38A8-DD6792E2C3A3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10969776" y="477360"/>
                  <a:ext cx="7236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3EC1F631-B362-D7BC-072E-32DF617CB25B}"/>
              </a:ext>
            </a:extLst>
          </p:cNvPr>
          <p:cNvGrpSpPr/>
          <p:nvPr/>
        </p:nvGrpSpPr>
        <p:grpSpPr>
          <a:xfrm>
            <a:off x="7306344" y="337896"/>
            <a:ext cx="1100160" cy="395640"/>
            <a:chOff x="7306344" y="337896"/>
            <a:chExt cx="1100160" cy="39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BE64F721-C027-B8C2-72B4-4AFB8264FDCA}"/>
                    </a:ext>
                  </a:extLst>
                </p14:cNvPr>
                <p14:cNvContentPartPr/>
                <p14:nvPr/>
              </p14:nvContentPartPr>
              <p14:xfrm>
                <a:off x="7306344" y="522216"/>
                <a:ext cx="12600" cy="211320"/>
              </p14:xfrm>
            </p:contentPart>
          </mc:Choice>
          <mc:Fallback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BE64F721-C027-B8C2-72B4-4AFB8264FDCA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7302024" y="517896"/>
                  <a:ext cx="212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3D8F2271-4301-AB85-9F1A-790730D9C6AC}"/>
                    </a:ext>
                  </a:extLst>
                </p14:cNvPr>
                <p14:cNvContentPartPr/>
                <p14:nvPr/>
              </p14:nvContentPartPr>
              <p14:xfrm>
                <a:off x="7344864" y="486576"/>
                <a:ext cx="80280" cy="81360"/>
              </p14:xfrm>
            </p:contentPart>
          </mc:Choice>
          <mc:Fallback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3D8F2271-4301-AB85-9F1A-790730D9C6AC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7340544" y="482256"/>
                  <a:ext cx="889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A8C49CCE-814F-6A75-A6BD-4D656ED01F2D}"/>
                    </a:ext>
                  </a:extLst>
                </p14:cNvPr>
                <p14:cNvContentPartPr/>
                <p14:nvPr/>
              </p14:nvContentPartPr>
              <p14:xfrm>
                <a:off x="7475904" y="462816"/>
                <a:ext cx="104040" cy="90720"/>
              </p14:xfrm>
            </p:contentPart>
          </mc:Choice>
          <mc:Fallback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A8C49CCE-814F-6A75-A6BD-4D656ED01F2D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7471584" y="458496"/>
                  <a:ext cx="1126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3DF4EB96-2249-662A-2E27-89E900A8ADD6}"/>
                    </a:ext>
                  </a:extLst>
                </p14:cNvPr>
                <p14:cNvContentPartPr/>
                <p14:nvPr/>
              </p14:nvContentPartPr>
              <p14:xfrm>
                <a:off x="7615944" y="471096"/>
                <a:ext cx="28800" cy="76680"/>
              </p14:xfrm>
            </p:contentPart>
          </mc:Choice>
          <mc:Fallback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3DF4EB96-2249-662A-2E27-89E900A8ADD6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7611624" y="466776"/>
                  <a:ext cx="374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11D43DFE-F887-5ED8-FEFB-6E2050D33449}"/>
                    </a:ext>
                  </a:extLst>
                </p14:cNvPr>
                <p14:cNvContentPartPr/>
                <p14:nvPr/>
              </p14:nvContentPartPr>
              <p14:xfrm>
                <a:off x="7728264" y="358056"/>
                <a:ext cx="46800" cy="171720"/>
              </p14:xfrm>
            </p:contentPart>
          </mc:Choice>
          <mc:Fallback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11D43DFE-F887-5ED8-FEFB-6E2050D33449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7723944" y="353736"/>
                  <a:ext cx="554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169EC8B8-D0C8-C280-F32F-4599B68218A7}"/>
                    </a:ext>
                  </a:extLst>
                </p14:cNvPr>
                <p14:cNvContentPartPr/>
                <p14:nvPr/>
              </p14:nvContentPartPr>
              <p14:xfrm>
                <a:off x="7725744" y="465696"/>
                <a:ext cx="108360" cy="57600"/>
              </p14:xfrm>
            </p:contentPart>
          </mc:Choice>
          <mc:Fallback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169EC8B8-D0C8-C280-F32F-4599B68218A7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7721424" y="461376"/>
                  <a:ext cx="1170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B915C19C-8DF2-A578-3915-5FA60F2E55DD}"/>
                    </a:ext>
                  </a:extLst>
                </p14:cNvPr>
                <p14:cNvContentPartPr/>
                <p14:nvPr/>
              </p14:nvContentPartPr>
              <p14:xfrm>
                <a:off x="7864704" y="354816"/>
                <a:ext cx="7560" cy="30240"/>
              </p14:xfrm>
            </p:contentPart>
          </mc:Choice>
          <mc:Fallback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B915C19C-8DF2-A578-3915-5FA60F2E55DD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7860384" y="350496"/>
                  <a:ext cx="16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8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A2DBEBDD-E1A3-1C97-0694-76E7D06B4A2A}"/>
                    </a:ext>
                  </a:extLst>
                </p14:cNvPr>
                <p14:cNvContentPartPr/>
                <p14:nvPr/>
              </p14:nvContentPartPr>
              <p14:xfrm>
                <a:off x="7974504" y="337896"/>
                <a:ext cx="24840" cy="190440"/>
              </p14:xfrm>
            </p:contentPart>
          </mc:Choice>
          <mc:Fallback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A2DBEBDD-E1A3-1C97-0694-76E7D06B4A2A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7970184" y="333576"/>
                  <a:ext cx="334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0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7FCEC360-3431-606E-7A1F-CD188A064EA0}"/>
                    </a:ext>
                  </a:extLst>
                </p14:cNvPr>
                <p14:cNvContentPartPr/>
                <p14:nvPr/>
              </p14:nvContentPartPr>
              <p14:xfrm>
                <a:off x="7940304" y="461376"/>
                <a:ext cx="136800" cy="65520"/>
              </p14:xfrm>
            </p:contentPart>
          </mc:Choice>
          <mc:Fallback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7FCEC360-3431-606E-7A1F-CD188A064EA0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7935984" y="457056"/>
                  <a:ext cx="1454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2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8AD91A27-C787-6E24-C685-842A20E231E8}"/>
                    </a:ext>
                  </a:extLst>
                </p14:cNvPr>
                <p14:cNvContentPartPr/>
                <p14:nvPr/>
              </p14:nvContentPartPr>
              <p14:xfrm>
                <a:off x="8118144" y="389016"/>
                <a:ext cx="15120" cy="26280"/>
              </p14:xfrm>
            </p:contentPart>
          </mc:Choice>
          <mc:Fallback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8AD91A27-C787-6E24-C685-842A20E231E8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8113824" y="384696"/>
                  <a:ext cx="237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4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5E847C3E-8FCD-72A4-888D-A37F5E56E437}"/>
                    </a:ext>
                  </a:extLst>
                </p14:cNvPr>
                <p14:cNvContentPartPr/>
                <p14:nvPr/>
              </p14:nvContentPartPr>
              <p14:xfrm>
                <a:off x="8171784" y="459576"/>
                <a:ext cx="88200" cy="64800"/>
              </p14:xfrm>
            </p:contentPart>
          </mc:Choice>
          <mc:Fallback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5E847C3E-8FCD-72A4-888D-A37F5E56E437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8167464" y="455256"/>
                  <a:ext cx="968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6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5CE7DF98-956C-6E9F-FDE4-7AD5B7BAA5EB}"/>
                    </a:ext>
                  </a:extLst>
                </p14:cNvPr>
                <p14:cNvContentPartPr/>
                <p14:nvPr/>
              </p14:nvContentPartPr>
              <p14:xfrm>
                <a:off x="8318304" y="460296"/>
                <a:ext cx="88200" cy="79200"/>
              </p14:xfrm>
            </p:contentPart>
          </mc:Choice>
          <mc:Fallback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5CE7DF98-956C-6E9F-FDE4-7AD5B7BAA5EB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8313984" y="455976"/>
                  <a:ext cx="9684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210F4F84-A2FB-4693-EC74-4C6BBCE71007}"/>
              </a:ext>
            </a:extLst>
          </p:cNvPr>
          <p:cNvGrpSpPr/>
          <p:nvPr/>
        </p:nvGrpSpPr>
        <p:grpSpPr>
          <a:xfrm>
            <a:off x="11176416" y="174600"/>
            <a:ext cx="897048" cy="426816"/>
            <a:chOff x="11176416" y="174600"/>
            <a:chExt cx="897048" cy="426816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8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BB592395-2672-E352-7039-8B4728A8D07B}"/>
                    </a:ext>
                  </a:extLst>
                </p14:cNvPr>
                <p14:cNvContentPartPr/>
                <p14:nvPr/>
              </p14:nvContentPartPr>
              <p14:xfrm>
                <a:off x="11176416" y="370080"/>
                <a:ext cx="360" cy="79560"/>
              </p14:xfrm>
            </p:contentPart>
          </mc:Choice>
          <mc:Fallback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BB592395-2672-E352-7039-8B4728A8D07B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11172096" y="365760"/>
                  <a:ext cx="90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0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32DF2122-D0BF-87E6-0CC3-38FBAC5A14AE}"/>
                    </a:ext>
                  </a:extLst>
                </p14:cNvPr>
                <p14:cNvContentPartPr/>
                <p14:nvPr/>
              </p14:nvContentPartPr>
              <p14:xfrm>
                <a:off x="11181456" y="273600"/>
                <a:ext cx="2880" cy="54720"/>
              </p14:xfrm>
            </p:contentPart>
          </mc:Choice>
          <mc:Fallback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32DF2122-D0BF-87E6-0CC3-38FBAC5A14AE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11177136" y="269280"/>
                  <a:ext cx="115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2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427A490A-FFBB-EB5B-80EF-3438EB3F113D}"/>
                    </a:ext>
                  </a:extLst>
                </p14:cNvPr>
                <p14:cNvContentPartPr/>
                <p14:nvPr/>
              </p14:nvContentPartPr>
              <p14:xfrm>
                <a:off x="11222856" y="369000"/>
                <a:ext cx="68760" cy="48240"/>
              </p14:xfrm>
            </p:contentPart>
          </mc:Choice>
          <mc:Fallback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427A490A-FFBB-EB5B-80EF-3438EB3F113D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11218536" y="364680"/>
                  <a:ext cx="774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4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DB019174-4D99-9CA6-CF1C-F2229D60E6C2}"/>
                    </a:ext>
                  </a:extLst>
                </p14:cNvPr>
                <p14:cNvContentPartPr/>
                <p14:nvPr/>
              </p14:nvContentPartPr>
              <p14:xfrm>
                <a:off x="11335176" y="273600"/>
                <a:ext cx="17280" cy="140040"/>
              </p14:xfrm>
            </p:contentPart>
          </mc:Choice>
          <mc:Fallback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DB019174-4D99-9CA6-CF1C-F2229D60E6C2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11330856" y="269280"/>
                  <a:ext cx="259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6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32728361-DFD1-5198-E2F7-A7914553D3A8}"/>
                    </a:ext>
                  </a:extLst>
                </p14:cNvPr>
                <p14:cNvContentPartPr/>
                <p14:nvPr/>
              </p14:nvContentPartPr>
              <p14:xfrm>
                <a:off x="11332656" y="353520"/>
                <a:ext cx="51480" cy="3600"/>
              </p14:xfrm>
            </p:contentPart>
          </mc:Choice>
          <mc:Fallback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32728361-DFD1-5198-E2F7-A7914553D3A8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11328336" y="349200"/>
                  <a:ext cx="6012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8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34CBF0BE-D942-0971-9112-9F84C95A6F71}"/>
                    </a:ext>
                  </a:extLst>
                </p14:cNvPr>
                <p14:cNvContentPartPr/>
                <p14:nvPr/>
              </p14:nvContentPartPr>
              <p14:xfrm>
                <a:off x="11469096" y="337320"/>
                <a:ext cx="46800" cy="83160"/>
              </p14:xfrm>
            </p:contentPart>
          </mc:Choice>
          <mc:Fallback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34CBF0BE-D942-0971-9112-9F84C95A6F71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11464776" y="333000"/>
                  <a:ext cx="554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0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AD938E90-7E1F-99B4-8F65-6F06215323F4}"/>
                    </a:ext>
                  </a:extLst>
                </p14:cNvPr>
                <p14:cNvContentPartPr/>
                <p14:nvPr/>
              </p14:nvContentPartPr>
              <p14:xfrm>
                <a:off x="11566656" y="363240"/>
                <a:ext cx="19800" cy="34560"/>
              </p14:xfrm>
            </p:contentPart>
          </mc:Choice>
          <mc:Fallback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AD938E90-7E1F-99B4-8F65-6F06215323F4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11562336" y="358920"/>
                  <a:ext cx="284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2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25CF013F-6532-230E-1679-1CB5819D297F}"/>
                    </a:ext>
                  </a:extLst>
                </p14:cNvPr>
                <p14:cNvContentPartPr/>
                <p14:nvPr/>
              </p14:nvContentPartPr>
              <p14:xfrm>
                <a:off x="11591136" y="254160"/>
                <a:ext cx="29520" cy="31320"/>
              </p14:xfrm>
            </p:contentPart>
          </mc:Choice>
          <mc:Fallback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25CF013F-6532-230E-1679-1CB5819D297F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11586816" y="249840"/>
                  <a:ext cx="38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4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B0839EF3-1F5A-5BF7-33FD-D40A5C54BF3D}"/>
                    </a:ext>
                  </a:extLst>
                </p14:cNvPr>
                <p14:cNvContentPartPr/>
                <p14:nvPr/>
              </p14:nvContentPartPr>
              <p14:xfrm>
                <a:off x="11620296" y="226440"/>
                <a:ext cx="119880" cy="224640"/>
              </p14:xfrm>
            </p:contentPart>
          </mc:Choice>
          <mc:Fallback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B0839EF3-1F5A-5BF7-33FD-D40A5C54BF3D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11615976" y="222120"/>
                  <a:ext cx="1285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6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38B70A95-65F0-2A1C-F4AF-3896B85A749A}"/>
                    </a:ext>
                  </a:extLst>
                </p14:cNvPr>
                <p14:cNvContentPartPr/>
                <p14:nvPr/>
              </p14:nvContentPartPr>
              <p14:xfrm>
                <a:off x="11776176" y="230040"/>
                <a:ext cx="51480" cy="126720"/>
              </p14:xfrm>
            </p:contentPart>
          </mc:Choice>
          <mc:Fallback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38B70A95-65F0-2A1C-F4AF-3896B85A749A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11771856" y="225720"/>
                  <a:ext cx="601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8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1C1CF944-2DB8-015A-33B8-5C277DF30717}"/>
                    </a:ext>
                  </a:extLst>
                </p14:cNvPr>
                <p14:cNvContentPartPr/>
                <p14:nvPr/>
              </p14:nvContentPartPr>
              <p14:xfrm>
                <a:off x="11764296" y="290880"/>
                <a:ext cx="46800" cy="15840"/>
              </p14:xfrm>
            </p:contentPart>
          </mc:Choice>
          <mc:Fallback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1C1CF944-2DB8-015A-33B8-5C277DF30717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11759976" y="286560"/>
                  <a:ext cx="554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0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986AA1DC-38CE-F6CB-C207-CC3FA67B885F}"/>
                    </a:ext>
                  </a:extLst>
                </p14:cNvPr>
                <p14:cNvContentPartPr/>
                <p14:nvPr/>
              </p14:nvContentPartPr>
              <p14:xfrm>
                <a:off x="11739816" y="174600"/>
                <a:ext cx="113760" cy="372600"/>
              </p14:xfrm>
            </p:contentPart>
          </mc:Choice>
          <mc:Fallback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986AA1DC-38CE-F6CB-C207-CC3FA67B885F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11735496" y="170280"/>
                  <a:ext cx="12240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2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76540D30-1E71-4F1B-8863-9E62C3301E87}"/>
                    </a:ext>
                  </a:extLst>
                </p14:cNvPr>
                <p14:cNvContentPartPr/>
                <p14:nvPr/>
              </p14:nvContentPartPr>
              <p14:xfrm>
                <a:off x="11948904" y="221616"/>
                <a:ext cx="124560" cy="379800"/>
              </p14:xfrm>
            </p:contentPart>
          </mc:Choice>
          <mc:Fallback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76540D30-1E71-4F1B-8863-9E62C3301E87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11944584" y="217296"/>
                  <a:ext cx="133200" cy="38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0" name="Group 549">
            <a:extLst>
              <a:ext uri="{FF2B5EF4-FFF2-40B4-BE49-F238E27FC236}">
                <a16:creationId xmlns:a16="http://schemas.microsoft.com/office/drawing/2014/main" id="{42DE47CA-ABB9-9B40-F980-10F9BED7BE16}"/>
              </a:ext>
            </a:extLst>
          </p:cNvPr>
          <p:cNvGrpSpPr/>
          <p:nvPr/>
        </p:nvGrpSpPr>
        <p:grpSpPr>
          <a:xfrm>
            <a:off x="7321104" y="912456"/>
            <a:ext cx="346320" cy="202680"/>
            <a:chOff x="7321104" y="912456"/>
            <a:chExt cx="346320" cy="20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4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0C6A64E5-BDC5-66EF-19A1-FF4899926035}"/>
                    </a:ext>
                  </a:extLst>
                </p14:cNvPr>
                <p14:cNvContentPartPr/>
                <p14:nvPr/>
              </p14:nvContentPartPr>
              <p14:xfrm>
                <a:off x="7321104" y="1005696"/>
                <a:ext cx="10080" cy="109440"/>
              </p14:xfrm>
            </p:contentPart>
          </mc:Choice>
          <mc:Fallback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0C6A64E5-BDC5-66EF-19A1-FF4899926035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7316784" y="1001376"/>
                  <a:ext cx="187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6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A9099BCB-B873-BE53-804B-53B26283C917}"/>
                    </a:ext>
                  </a:extLst>
                </p14:cNvPr>
                <p14:cNvContentPartPr/>
                <p14:nvPr/>
              </p14:nvContentPartPr>
              <p14:xfrm>
                <a:off x="7350264" y="912456"/>
                <a:ext cx="19800" cy="42480"/>
              </p14:xfrm>
            </p:contentPart>
          </mc:Choice>
          <mc:Fallback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A9099BCB-B873-BE53-804B-53B26283C917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7345944" y="908136"/>
                  <a:ext cx="284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8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DCAFBC70-8886-E4CA-4E90-F805AC2B984F}"/>
                    </a:ext>
                  </a:extLst>
                </p14:cNvPr>
                <p14:cNvContentPartPr/>
                <p14:nvPr/>
              </p14:nvContentPartPr>
              <p14:xfrm>
                <a:off x="7401384" y="1045656"/>
                <a:ext cx="119880" cy="43560"/>
              </p14:xfrm>
            </p:contentPart>
          </mc:Choice>
          <mc:Fallback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DCAFBC70-8886-E4CA-4E90-F805AC2B984F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7397064" y="1041336"/>
                  <a:ext cx="1285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0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C55EC07C-FBB8-89B2-8C70-F4F759740319}"/>
                    </a:ext>
                  </a:extLst>
                </p14:cNvPr>
                <p14:cNvContentPartPr/>
                <p14:nvPr/>
              </p14:nvContentPartPr>
              <p14:xfrm>
                <a:off x="7591824" y="940896"/>
                <a:ext cx="44280" cy="95400"/>
              </p14:xfrm>
            </p:contentPart>
          </mc:Choice>
          <mc:Fallback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C55EC07C-FBB8-89B2-8C70-F4F759740319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7587504" y="936576"/>
                  <a:ext cx="529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2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73B2C2B2-1D08-15CA-CCF9-5977D4068788}"/>
                    </a:ext>
                  </a:extLst>
                </p14:cNvPr>
                <p14:cNvContentPartPr/>
                <p14:nvPr/>
              </p14:nvContentPartPr>
              <p14:xfrm>
                <a:off x="7574544" y="976536"/>
                <a:ext cx="92880" cy="31320"/>
              </p14:xfrm>
            </p:contentPart>
          </mc:Choice>
          <mc:Fallback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73B2C2B2-1D08-15CA-CCF9-5977D4068788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7570224" y="972216"/>
                  <a:ext cx="10152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4" name="Group 583">
            <a:extLst>
              <a:ext uri="{FF2B5EF4-FFF2-40B4-BE49-F238E27FC236}">
                <a16:creationId xmlns:a16="http://schemas.microsoft.com/office/drawing/2014/main" id="{5BFA8CD4-3C21-E30D-4C8C-F5ED1FA8872B}"/>
              </a:ext>
            </a:extLst>
          </p:cNvPr>
          <p:cNvGrpSpPr/>
          <p:nvPr/>
        </p:nvGrpSpPr>
        <p:grpSpPr>
          <a:xfrm>
            <a:off x="7359984" y="1221336"/>
            <a:ext cx="361080" cy="160560"/>
            <a:chOff x="7359984" y="1221336"/>
            <a:chExt cx="361080" cy="16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4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592E2373-AC43-11A1-91C6-744A24F3ADC2}"/>
                    </a:ext>
                  </a:extLst>
                </p14:cNvPr>
                <p14:cNvContentPartPr/>
                <p14:nvPr/>
              </p14:nvContentPartPr>
              <p14:xfrm>
                <a:off x="7359984" y="1326096"/>
                <a:ext cx="5400" cy="55800"/>
              </p14:xfrm>
            </p:contentPart>
          </mc:Choice>
          <mc:Fallback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592E2373-AC43-11A1-91C6-744A24F3ADC2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7355664" y="1321776"/>
                  <a:ext cx="140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6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C04DB671-C9C0-F9FD-125D-88EACD9924DC}"/>
                    </a:ext>
                  </a:extLst>
                </p14:cNvPr>
                <p14:cNvContentPartPr/>
                <p14:nvPr/>
              </p14:nvContentPartPr>
              <p14:xfrm>
                <a:off x="7391664" y="1221336"/>
                <a:ext cx="5400" cy="36000"/>
              </p14:xfrm>
            </p:contentPart>
          </mc:Choice>
          <mc:Fallback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C04DB671-C9C0-F9FD-125D-88EACD9924DC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7387344" y="1217016"/>
                  <a:ext cx="14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8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F4278437-DBB5-4353-B5A2-1B5F78557D25}"/>
                    </a:ext>
                  </a:extLst>
                </p14:cNvPr>
                <p14:cNvContentPartPr/>
                <p14:nvPr/>
              </p14:nvContentPartPr>
              <p14:xfrm>
                <a:off x="7452504" y="1308816"/>
                <a:ext cx="88200" cy="40320"/>
              </p14:xfrm>
            </p:contentPart>
          </mc:Choice>
          <mc:Fallback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F4278437-DBB5-4353-B5A2-1B5F78557D25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7448184" y="1304496"/>
                  <a:ext cx="968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0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20B7ED59-3C73-DB85-BBBE-429109DD9733}"/>
                    </a:ext>
                  </a:extLst>
                </p14:cNvPr>
                <p14:cNvContentPartPr/>
                <p14:nvPr/>
              </p14:nvContentPartPr>
              <p14:xfrm>
                <a:off x="7615944" y="1231056"/>
                <a:ext cx="61200" cy="112680"/>
              </p14:xfrm>
            </p:contentPart>
          </mc:Choice>
          <mc:Fallback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20B7ED59-3C73-DB85-BBBE-429109DD9733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7611624" y="1226736"/>
                  <a:ext cx="69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2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C0EA27F0-A4BB-561F-23E0-6118EA83EB7C}"/>
                    </a:ext>
                  </a:extLst>
                </p14:cNvPr>
                <p14:cNvContentPartPr/>
                <p14:nvPr/>
              </p14:nvContentPartPr>
              <p14:xfrm>
                <a:off x="7615944" y="1266696"/>
                <a:ext cx="105120" cy="21600"/>
              </p14:xfrm>
            </p:contentPart>
          </mc:Choice>
          <mc:Fallback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C0EA27F0-A4BB-561F-23E0-6118EA83EB7C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7611624" y="1262376"/>
                  <a:ext cx="11376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3" name="Group 582">
            <a:extLst>
              <a:ext uri="{FF2B5EF4-FFF2-40B4-BE49-F238E27FC236}">
                <a16:creationId xmlns:a16="http://schemas.microsoft.com/office/drawing/2014/main" id="{BC49CC7B-A996-DBCE-75EA-F06FABA56F8F}"/>
              </a:ext>
            </a:extLst>
          </p:cNvPr>
          <p:cNvGrpSpPr/>
          <p:nvPr/>
        </p:nvGrpSpPr>
        <p:grpSpPr>
          <a:xfrm>
            <a:off x="7893864" y="625896"/>
            <a:ext cx="3362760" cy="807480"/>
            <a:chOff x="7893864" y="625896"/>
            <a:chExt cx="3362760" cy="80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4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00913A8E-A1DE-3B38-4367-3B4A344878E6}"/>
                    </a:ext>
                  </a:extLst>
                </p14:cNvPr>
                <p14:cNvContentPartPr/>
                <p14:nvPr/>
              </p14:nvContentPartPr>
              <p14:xfrm>
                <a:off x="7893864" y="986976"/>
                <a:ext cx="217440" cy="57600"/>
              </p14:xfrm>
            </p:contentPart>
          </mc:Choice>
          <mc:Fallback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00913A8E-A1DE-3B38-4367-3B4A344878E6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7889544" y="982656"/>
                  <a:ext cx="2260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6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5F5C0B93-D561-D69E-2A70-6703136A31D3}"/>
                    </a:ext>
                  </a:extLst>
                </p14:cNvPr>
                <p14:cNvContentPartPr/>
                <p14:nvPr/>
              </p14:nvContentPartPr>
              <p14:xfrm>
                <a:off x="8218224" y="960336"/>
                <a:ext cx="2880" cy="38520"/>
              </p14:xfrm>
            </p:contentPart>
          </mc:Choice>
          <mc:Fallback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5F5C0B93-D561-D69E-2A70-6703136A31D3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8213904" y="956016"/>
                  <a:ext cx="115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8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6F3C88A5-0695-BFBF-D714-24A3F9957C3A}"/>
                    </a:ext>
                  </a:extLst>
                </p14:cNvPr>
                <p14:cNvContentPartPr/>
                <p14:nvPr/>
              </p14:nvContentPartPr>
              <p14:xfrm>
                <a:off x="8247384" y="869256"/>
                <a:ext cx="15120" cy="37080"/>
              </p14:xfrm>
            </p:contentPart>
          </mc:Choice>
          <mc:Fallback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6F3C88A5-0695-BFBF-D714-24A3F9957C3A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8243064" y="864936"/>
                  <a:ext cx="237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0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ACC84BD7-1DA2-7E3D-B91C-B35EEE78F127}"/>
                    </a:ext>
                  </a:extLst>
                </p14:cNvPr>
                <p14:cNvContentPartPr/>
                <p14:nvPr/>
              </p14:nvContentPartPr>
              <p14:xfrm>
                <a:off x="8335224" y="845856"/>
                <a:ext cx="127440" cy="142200"/>
              </p14:xfrm>
            </p:contentPart>
          </mc:Choice>
          <mc:Fallback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ACC84BD7-1DA2-7E3D-B91C-B35EEE78F127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8330904" y="841536"/>
                  <a:ext cx="1360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2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4C1D5990-8B3C-63E6-7B36-35604D23114D}"/>
                    </a:ext>
                  </a:extLst>
                </p14:cNvPr>
                <p14:cNvContentPartPr/>
                <p14:nvPr/>
              </p14:nvContentPartPr>
              <p14:xfrm>
                <a:off x="8474184" y="780696"/>
                <a:ext cx="156240" cy="202680"/>
              </p14:xfrm>
            </p:contentPart>
          </mc:Choice>
          <mc:Fallback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4C1D5990-8B3C-63E6-7B36-35604D23114D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8469864" y="776376"/>
                  <a:ext cx="1648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4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9F596C59-1AFC-7383-8995-ADA27F3ED4C0}"/>
                    </a:ext>
                  </a:extLst>
                </p14:cNvPr>
                <p14:cNvContentPartPr/>
                <p14:nvPr/>
              </p14:nvContentPartPr>
              <p14:xfrm>
                <a:off x="8657064" y="835056"/>
                <a:ext cx="59040" cy="174600"/>
              </p14:xfrm>
            </p:contentPart>
          </mc:Choice>
          <mc:Fallback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9F596C59-1AFC-7383-8995-ADA27F3ED4C0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8652744" y="830736"/>
                  <a:ext cx="676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6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E85A46A4-0C80-CB67-0EB8-853A208886BC}"/>
                    </a:ext>
                  </a:extLst>
                </p14:cNvPr>
                <p14:cNvContentPartPr/>
                <p14:nvPr/>
              </p14:nvContentPartPr>
              <p14:xfrm>
                <a:off x="8732664" y="939096"/>
                <a:ext cx="114840" cy="37440"/>
              </p14:xfrm>
            </p:contentPart>
          </mc:Choice>
          <mc:Fallback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E85A46A4-0C80-CB67-0EB8-853A208886BC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8728344" y="934776"/>
                  <a:ext cx="1234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8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6F0956F9-A35A-E382-A220-872F4534DE5C}"/>
                    </a:ext>
                  </a:extLst>
                </p14:cNvPr>
                <p14:cNvContentPartPr/>
                <p14:nvPr/>
              </p14:nvContentPartPr>
              <p14:xfrm>
                <a:off x="8991144" y="914976"/>
                <a:ext cx="78480" cy="9360"/>
              </p14:xfrm>
            </p:contentPart>
          </mc:Choice>
          <mc:Fallback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6F0956F9-A35A-E382-A220-872F4534DE5C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8986824" y="910656"/>
                  <a:ext cx="87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0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952A30A4-8F0E-6F58-EA26-143A82FCA17E}"/>
                    </a:ext>
                  </a:extLst>
                </p14:cNvPr>
                <p14:cNvContentPartPr/>
                <p14:nvPr/>
              </p14:nvContentPartPr>
              <p14:xfrm>
                <a:off x="8978904" y="915696"/>
                <a:ext cx="90720" cy="45000"/>
              </p14:xfrm>
            </p:contentPart>
          </mc:Choice>
          <mc:Fallback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952A30A4-8F0E-6F58-EA26-143A82FCA17E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8974584" y="911376"/>
                  <a:ext cx="993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2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3F77D251-CC4C-DB64-7CA5-7B219A1F3943}"/>
                    </a:ext>
                  </a:extLst>
                </p14:cNvPr>
                <p14:cNvContentPartPr/>
                <p14:nvPr/>
              </p14:nvContentPartPr>
              <p14:xfrm>
                <a:off x="9267264" y="802656"/>
                <a:ext cx="21960" cy="129960"/>
              </p14:xfrm>
            </p:contentPart>
          </mc:Choice>
          <mc:Fallback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3F77D251-CC4C-DB64-7CA5-7B219A1F3943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9262944" y="798336"/>
                  <a:ext cx="306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4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8A3E9BE5-55E2-465C-4676-736E5AEBB807}"/>
                    </a:ext>
                  </a:extLst>
                </p14:cNvPr>
                <p14:cNvContentPartPr/>
                <p14:nvPr/>
              </p14:nvContentPartPr>
              <p14:xfrm>
                <a:off x="9334944" y="878616"/>
                <a:ext cx="97920" cy="48960"/>
              </p14:xfrm>
            </p:contentPart>
          </mc:Choice>
          <mc:Fallback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8A3E9BE5-55E2-465C-4676-736E5AEBB807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9330624" y="874296"/>
                  <a:ext cx="1065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6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E4271639-1E66-474A-5BFD-0D2EF4CD9D6B}"/>
                    </a:ext>
                  </a:extLst>
                </p14:cNvPr>
                <p14:cNvContentPartPr/>
                <p14:nvPr/>
              </p14:nvContentPartPr>
              <p14:xfrm>
                <a:off x="9477144" y="724536"/>
                <a:ext cx="128880" cy="209160"/>
              </p14:xfrm>
            </p:contentPart>
          </mc:Choice>
          <mc:Fallback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E4271639-1E66-474A-5BFD-0D2EF4CD9D6B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9472824" y="720216"/>
                  <a:ext cx="1375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8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F5C8C296-9B2C-42BD-141A-04166D4B2226}"/>
                    </a:ext>
                  </a:extLst>
                </p14:cNvPr>
                <p14:cNvContentPartPr/>
                <p14:nvPr/>
              </p14:nvContentPartPr>
              <p14:xfrm>
                <a:off x="9481464" y="861336"/>
                <a:ext cx="85680" cy="18360"/>
              </p14:xfrm>
            </p:contentPart>
          </mc:Choice>
          <mc:Fallback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F5C8C296-9B2C-42BD-141A-04166D4B2226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9477144" y="857016"/>
                  <a:ext cx="943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0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E003FE6A-109B-F0DA-51A7-A20256B65AFF}"/>
                    </a:ext>
                  </a:extLst>
                </p14:cNvPr>
                <p14:cNvContentPartPr/>
                <p14:nvPr/>
              </p14:nvContentPartPr>
              <p14:xfrm>
                <a:off x="9658224" y="774936"/>
                <a:ext cx="42840" cy="126000"/>
              </p14:xfrm>
            </p:contentPart>
          </mc:Choice>
          <mc:Fallback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E003FE6A-109B-F0DA-51A7-A20256B65AFF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9653904" y="770616"/>
                  <a:ext cx="514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2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3C535B27-A516-8B68-B7B1-1A2E6E118943}"/>
                    </a:ext>
                  </a:extLst>
                </p14:cNvPr>
                <p14:cNvContentPartPr/>
                <p14:nvPr/>
              </p14:nvContentPartPr>
              <p14:xfrm>
                <a:off x="9617904" y="829296"/>
                <a:ext cx="112680" cy="15120"/>
              </p14:xfrm>
            </p:contentPart>
          </mc:Choice>
          <mc:Fallback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3C535B27-A516-8B68-B7B1-1A2E6E118943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9613584" y="824976"/>
                  <a:ext cx="1213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4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EF401AB0-B0A9-8EAE-F096-84273960A52B}"/>
                    </a:ext>
                  </a:extLst>
                </p14:cNvPr>
                <p14:cNvContentPartPr/>
                <p14:nvPr/>
              </p14:nvContentPartPr>
              <p14:xfrm>
                <a:off x="9881064" y="804096"/>
                <a:ext cx="10080" cy="66960"/>
              </p14:xfrm>
            </p:contentPart>
          </mc:Choice>
          <mc:Fallback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EF401AB0-B0A9-8EAE-F096-84273960A52B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9876744" y="799776"/>
                  <a:ext cx="187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6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373F2F78-B946-17C8-D782-1B12D31E0A80}"/>
                    </a:ext>
                  </a:extLst>
                </p14:cNvPr>
                <p14:cNvContentPartPr/>
                <p14:nvPr/>
              </p14:nvContentPartPr>
              <p14:xfrm>
                <a:off x="9820224" y="831816"/>
                <a:ext cx="95400" cy="16560"/>
              </p14:xfrm>
            </p:contentPart>
          </mc:Choice>
          <mc:Fallback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373F2F78-B946-17C8-D782-1B12D31E0A80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9815904" y="827496"/>
                  <a:ext cx="1040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8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20B3F06A-2A64-8583-A4E5-40F08946D3D6}"/>
                    </a:ext>
                  </a:extLst>
                </p14:cNvPr>
                <p14:cNvContentPartPr/>
                <p14:nvPr/>
              </p14:nvContentPartPr>
              <p14:xfrm>
                <a:off x="9188784" y="831096"/>
                <a:ext cx="214920" cy="217440"/>
              </p14:xfrm>
            </p:contentPart>
          </mc:Choice>
          <mc:Fallback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20B3F06A-2A64-8583-A4E5-40F08946D3D6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9184464" y="826776"/>
                  <a:ext cx="2235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0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8D6CA073-E632-D34E-321C-30DA5A505111}"/>
                    </a:ext>
                  </a:extLst>
                </p14:cNvPr>
                <p14:cNvContentPartPr/>
                <p14:nvPr/>
              </p14:nvContentPartPr>
              <p14:xfrm>
                <a:off x="10071144" y="788976"/>
                <a:ext cx="22320" cy="81000"/>
              </p14:xfrm>
            </p:contentPart>
          </mc:Choice>
          <mc:Fallback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8D6CA073-E632-D34E-321C-30DA5A505111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10066824" y="784656"/>
                  <a:ext cx="309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2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3259E745-0FEE-BA7C-A4AF-6EA212E7EB6C}"/>
                    </a:ext>
                  </a:extLst>
                </p14:cNvPr>
                <p14:cNvContentPartPr/>
                <p14:nvPr/>
              </p14:nvContentPartPr>
              <p14:xfrm>
                <a:off x="10171224" y="822816"/>
                <a:ext cx="10080" cy="27360"/>
              </p14:xfrm>
            </p:contentPart>
          </mc:Choice>
          <mc:Fallback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3259E745-0FEE-BA7C-A4AF-6EA212E7EB6C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10166904" y="818496"/>
                  <a:ext cx="18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4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450752BA-9E4F-CA46-C20E-B3BDE61A04AC}"/>
                    </a:ext>
                  </a:extLst>
                </p14:cNvPr>
                <p14:cNvContentPartPr/>
                <p14:nvPr/>
              </p14:nvContentPartPr>
              <p14:xfrm>
                <a:off x="10215144" y="711576"/>
                <a:ext cx="48960" cy="21600"/>
              </p14:xfrm>
            </p:contentPart>
          </mc:Choice>
          <mc:Fallback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450752BA-9E4F-CA46-C20E-B3BDE61A04AC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10210824" y="707256"/>
                  <a:ext cx="576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6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26E298DB-248E-87E0-22A8-F9C22CB0B7D0}"/>
                    </a:ext>
                  </a:extLst>
                </p14:cNvPr>
                <p14:cNvContentPartPr/>
                <p14:nvPr/>
              </p14:nvContentPartPr>
              <p14:xfrm>
                <a:off x="10264824" y="625896"/>
                <a:ext cx="221400" cy="307080"/>
              </p14:xfrm>
            </p:contentPart>
          </mc:Choice>
          <mc:Fallback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26E298DB-248E-87E0-22A8-F9C22CB0B7D0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10260504" y="621576"/>
                  <a:ext cx="23004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8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061289A1-AFA5-0DA4-997A-1D4A6CF7C5EF}"/>
                    </a:ext>
                  </a:extLst>
                </p14:cNvPr>
                <p14:cNvContentPartPr/>
                <p14:nvPr/>
              </p14:nvContentPartPr>
              <p14:xfrm>
                <a:off x="10522224" y="707616"/>
                <a:ext cx="51480" cy="128880"/>
              </p14:xfrm>
            </p:contentPart>
          </mc:Choice>
          <mc:Fallback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061289A1-AFA5-0DA4-997A-1D4A6CF7C5EF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10517904" y="703296"/>
                  <a:ext cx="601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0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5EC4FEBF-88CC-13A7-3769-70B05BA5273F}"/>
                    </a:ext>
                  </a:extLst>
                </p14:cNvPr>
                <p14:cNvContentPartPr/>
                <p14:nvPr/>
              </p14:nvContentPartPr>
              <p14:xfrm>
                <a:off x="10451664" y="777456"/>
                <a:ext cx="117360" cy="9360"/>
              </p14:xfrm>
            </p:contentPart>
          </mc:Choice>
          <mc:Fallback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5EC4FEBF-88CC-13A7-3769-70B05BA5273F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10447344" y="773136"/>
                  <a:ext cx="126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2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1A07A307-B803-5830-F287-F419FFC61B1C}"/>
                    </a:ext>
                  </a:extLst>
                </p14:cNvPr>
                <p14:cNvContentPartPr/>
                <p14:nvPr/>
              </p14:nvContentPartPr>
              <p14:xfrm>
                <a:off x="10520064" y="671616"/>
                <a:ext cx="178200" cy="294480"/>
              </p14:xfrm>
            </p:contentPart>
          </mc:Choice>
          <mc:Fallback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1A07A307-B803-5830-F287-F419FFC61B1C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10515744" y="667296"/>
                  <a:ext cx="1868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4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C200B799-B810-E6FC-9363-FC70C12BFCE7}"/>
                    </a:ext>
                  </a:extLst>
                </p14:cNvPr>
                <p14:cNvContentPartPr/>
                <p14:nvPr/>
              </p14:nvContentPartPr>
              <p14:xfrm>
                <a:off x="10759104" y="661896"/>
                <a:ext cx="165960" cy="271800"/>
              </p14:xfrm>
            </p:contentPart>
          </mc:Choice>
          <mc:Fallback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C200B799-B810-E6FC-9363-FC70C12BFCE7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10754784" y="657576"/>
                  <a:ext cx="1746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6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E97BC9F0-94D9-741D-B77D-D59FB8689E69}"/>
                    </a:ext>
                  </a:extLst>
                </p14:cNvPr>
                <p14:cNvContentPartPr/>
                <p14:nvPr/>
              </p14:nvContentPartPr>
              <p14:xfrm>
                <a:off x="10908864" y="757296"/>
                <a:ext cx="135720" cy="114120"/>
              </p14:xfrm>
            </p:contentPart>
          </mc:Choice>
          <mc:Fallback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E97BC9F0-94D9-741D-B77D-D59FB8689E69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10904544" y="752976"/>
                  <a:ext cx="1443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8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CBB6B69C-9BB7-E9BA-6550-18551D4F647E}"/>
                    </a:ext>
                  </a:extLst>
                </p14:cNvPr>
                <p14:cNvContentPartPr/>
                <p14:nvPr/>
              </p14:nvContentPartPr>
              <p14:xfrm>
                <a:off x="11178504" y="767016"/>
                <a:ext cx="7560" cy="19080"/>
              </p14:xfrm>
            </p:contentPart>
          </mc:Choice>
          <mc:Fallback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CBB6B69C-9BB7-E9BA-6550-18551D4F647E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11174184" y="762696"/>
                  <a:ext cx="16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0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463F11BB-7816-13BA-A661-F5E5683C0781}"/>
                    </a:ext>
                  </a:extLst>
                </p14:cNvPr>
                <p14:cNvContentPartPr/>
                <p14:nvPr/>
              </p14:nvContentPartPr>
              <p14:xfrm>
                <a:off x="11148984" y="876456"/>
                <a:ext cx="107640" cy="109440"/>
              </p14:xfrm>
            </p:contentPart>
          </mc:Choice>
          <mc:Fallback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463F11BB-7816-13BA-A661-F5E5683C0781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11144664" y="872136"/>
                  <a:ext cx="1162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2">
              <p14:nvContentPartPr>
                <p14:cNvPr id="561" name="Ink 560">
                  <a:extLst>
                    <a:ext uri="{FF2B5EF4-FFF2-40B4-BE49-F238E27FC236}">
                      <a16:creationId xmlns:a16="http://schemas.microsoft.com/office/drawing/2014/main" id="{0229A956-A3AB-00E2-E1AC-A1F0BAE1F061}"/>
                    </a:ext>
                  </a:extLst>
                </p14:cNvPr>
                <p14:cNvContentPartPr/>
                <p14:nvPr/>
              </p14:nvContentPartPr>
              <p14:xfrm>
                <a:off x="7993944" y="1258416"/>
                <a:ext cx="17280" cy="174960"/>
              </p14:xfrm>
            </p:contentPart>
          </mc:Choice>
          <mc:Fallback>
            <p:pic>
              <p:nvPicPr>
                <p:cNvPr id="561" name="Ink 560">
                  <a:extLst>
                    <a:ext uri="{FF2B5EF4-FFF2-40B4-BE49-F238E27FC236}">
                      <a16:creationId xmlns:a16="http://schemas.microsoft.com/office/drawing/2014/main" id="{0229A956-A3AB-00E2-E1AC-A1F0BAE1F061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7989624" y="1254096"/>
                  <a:ext cx="259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4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5A9E1DFB-47C7-B507-1C9C-FDDFA759BBCB}"/>
                    </a:ext>
                  </a:extLst>
                </p14:cNvPr>
                <p14:cNvContentPartPr/>
                <p14:nvPr/>
              </p14:nvContentPartPr>
              <p14:xfrm>
                <a:off x="7994304" y="1224576"/>
                <a:ext cx="79200" cy="78480"/>
              </p14:xfrm>
            </p:contentPart>
          </mc:Choice>
          <mc:Fallback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5A9E1DFB-47C7-B507-1C9C-FDDFA759BBCB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7989984" y="1220256"/>
                  <a:ext cx="878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6">
              <p14:nvContentPartPr>
                <p14:cNvPr id="563" name="Ink 562">
                  <a:extLst>
                    <a:ext uri="{FF2B5EF4-FFF2-40B4-BE49-F238E27FC236}">
                      <a16:creationId xmlns:a16="http://schemas.microsoft.com/office/drawing/2014/main" id="{B22E4697-07D5-B098-B75C-63C0A70E2425}"/>
                    </a:ext>
                  </a:extLst>
                </p14:cNvPr>
                <p14:cNvContentPartPr/>
                <p14:nvPr/>
              </p14:nvContentPartPr>
              <p14:xfrm>
                <a:off x="8159904" y="1235016"/>
                <a:ext cx="12600" cy="32760"/>
              </p14:xfrm>
            </p:contentPart>
          </mc:Choice>
          <mc:Fallback>
            <p:pic>
              <p:nvPicPr>
                <p:cNvPr id="563" name="Ink 562">
                  <a:extLst>
                    <a:ext uri="{FF2B5EF4-FFF2-40B4-BE49-F238E27FC236}">
                      <a16:creationId xmlns:a16="http://schemas.microsoft.com/office/drawing/2014/main" id="{B22E4697-07D5-B098-B75C-63C0A70E2425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8155584" y="1230696"/>
                  <a:ext cx="212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8">
              <p14:nvContentPartPr>
                <p14:cNvPr id="564" name="Ink 563">
                  <a:extLst>
                    <a:ext uri="{FF2B5EF4-FFF2-40B4-BE49-F238E27FC236}">
                      <a16:creationId xmlns:a16="http://schemas.microsoft.com/office/drawing/2014/main" id="{4CB885E1-0342-DEA9-B1B0-2268CD99F60E}"/>
                    </a:ext>
                  </a:extLst>
                </p14:cNvPr>
                <p14:cNvContentPartPr/>
                <p14:nvPr/>
              </p14:nvContentPartPr>
              <p14:xfrm>
                <a:off x="8235504" y="1140696"/>
                <a:ext cx="360" cy="50040"/>
              </p14:xfrm>
            </p:contentPart>
          </mc:Choice>
          <mc:Fallback>
            <p:pic>
              <p:nvPicPr>
                <p:cNvPr id="564" name="Ink 563">
                  <a:extLst>
                    <a:ext uri="{FF2B5EF4-FFF2-40B4-BE49-F238E27FC236}">
                      <a16:creationId xmlns:a16="http://schemas.microsoft.com/office/drawing/2014/main" id="{4CB885E1-0342-DEA9-B1B0-2268CD99F60E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8231184" y="1136376"/>
                  <a:ext cx="90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0">
              <p14:nvContentPartPr>
                <p14:cNvPr id="565" name="Ink 564">
                  <a:extLst>
                    <a:ext uri="{FF2B5EF4-FFF2-40B4-BE49-F238E27FC236}">
                      <a16:creationId xmlns:a16="http://schemas.microsoft.com/office/drawing/2014/main" id="{BF8BC7B3-15C2-B863-C58F-D3451D6DF915}"/>
                    </a:ext>
                  </a:extLst>
                </p14:cNvPr>
                <p14:cNvContentPartPr/>
                <p14:nvPr/>
              </p14:nvContentPartPr>
              <p14:xfrm>
                <a:off x="8286624" y="1193616"/>
                <a:ext cx="97920" cy="67680"/>
              </p14:xfrm>
            </p:contentPart>
          </mc:Choice>
          <mc:Fallback>
            <p:pic>
              <p:nvPicPr>
                <p:cNvPr id="565" name="Ink 564">
                  <a:extLst>
                    <a:ext uri="{FF2B5EF4-FFF2-40B4-BE49-F238E27FC236}">
                      <a16:creationId xmlns:a16="http://schemas.microsoft.com/office/drawing/2014/main" id="{BF8BC7B3-15C2-B863-C58F-D3451D6DF915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8282304" y="1189296"/>
                  <a:ext cx="1065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2">
              <p14:nvContentPartPr>
                <p14:cNvPr id="566" name="Ink 565">
                  <a:extLst>
                    <a:ext uri="{FF2B5EF4-FFF2-40B4-BE49-F238E27FC236}">
                      <a16:creationId xmlns:a16="http://schemas.microsoft.com/office/drawing/2014/main" id="{660A1839-DBFC-989E-C02B-9ABD4B97FCA0}"/>
                    </a:ext>
                  </a:extLst>
                </p14:cNvPr>
                <p14:cNvContentPartPr/>
                <p14:nvPr/>
              </p14:nvContentPartPr>
              <p14:xfrm>
                <a:off x="8447184" y="1200816"/>
                <a:ext cx="59040" cy="56880"/>
              </p14:xfrm>
            </p:contentPart>
          </mc:Choice>
          <mc:Fallback>
            <p:pic>
              <p:nvPicPr>
                <p:cNvPr id="566" name="Ink 565">
                  <a:extLst>
                    <a:ext uri="{FF2B5EF4-FFF2-40B4-BE49-F238E27FC236}">
                      <a16:creationId xmlns:a16="http://schemas.microsoft.com/office/drawing/2014/main" id="{660A1839-DBFC-989E-C02B-9ABD4B97FCA0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8442864" y="1196496"/>
                  <a:ext cx="676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4">
              <p14:nvContentPartPr>
                <p14:cNvPr id="567" name="Ink 566">
                  <a:extLst>
                    <a:ext uri="{FF2B5EF4-FFF2-40B4-BE49-F238E27FC236}">
                      <a16:creationId xmlns:a16="http://schemas.microsoft.com/office/drawing/2014/main" id="{444350C7-77DE-D50B-4F25-FF2BE23EC689}"/>
                    </a:ext>
                  </a:extLst>
                </p14:cNvPr>
                <p14:cNvContentPartPr/>
                <p14:nvPr/>
              </p14:nvContentPartPr>
              <p14:xfrm>
                <a:off x="8598744" y="1133496"/>
                <a:ext cx="19800" cy="127800"/>
              </p14:xfrm>
            </p:contentPart>
          </mc:Choice>
          <mc:Fallback>
            <p:pic>
              <p:nvPicPr>
                <p:cNvPr id="567" name="Ink 566">
                  <a:extLst>
                    <a:ext uri="{FF2B5EF4-FFF2-40B4-BE49-F238E27FC236}">
                      <a16:creationId xmlns:a16="http://schemas.microsoft.com/office/drawing/2014/main" id="{444350C7-77DE-D50B-4F25-FF2BE23EC689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8594424" y="1129176"/>
                  <a:ext cx="284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6">
              <p14:nvContentPartPr>
                <p14:cNvPr id="568" name="Ink 567">
                  <a:extLst>
                    <a:ext uri="{FF2B5EF4-FFF2-40B4-BE49-F238E27FC236}">
                      <a16:creationId xmlns:a16="http://schemas.microsoft.com/office/drawing/2014/main" id="{AF9A3142-99B3-EF0D-DC5F-78D31CF6F43B}"/>
                    </a:ext>
                  </a:extLst>
                </p14:cNvPr>
                <p14:cNvContentPartPr/>
                <p14:nvPr/>
              </p14:nvContentPartPr>
              <p14:xfrm>
                <a:off x="8603424" y="1174896"/>
                <a:ext cx="68760" cy="12600"/>
              </p14:xfrm>
            </p:contentPart>
          </mc:Choice>
          <mc:Fallback>
            <p:pic>
              <p:nvPicPr>
                <p:cNvPr id="568" name="Ink 567">
                  <a:extLst>
                    <a:ext uri="{FF2B5EF4-FFF2-40B4-BE49-F238E27FC236}">
                      <a16:creationId xmlns:a16="http://schemas.microsoft.com/office/drawing/2014/main" id="{AF9A3142-99B3-EF0D-DC5F-78D31CF6F43B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8599104" y="1170576"/>
                  <a:ext cx="774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8">
              <p14:nvContentPartPr>
                <p14:cNvPr id="569" name="Ink 568">
                  <a:extLst>
                    <a:ext uri="{FF2B5EF4-FFF2-40B4-BE49-F238E27FC236}">
                      <a16:creationId xmlns:a16="http://schemas.microsoft.com/office/drawing/2014/main" id="{74492453-0796-51B7-DFFA-1CA4967158FA}"/>
                    </a:ext>
                  </a:extLst>
                </p14:cNvPr>
                <p14:cNvContentPartPr/>
                <p14:nvPr/>
              </p14:nvContentPartPr>
              <p14:xfrm>
                <a:off x="8886384" y="1174176"/>
                <a:ext cx="119880" cy="20520"/>
              </p14:xfrm>
            </p:contentPart>
          </mc:Choice>
          <mc:Fallback>
            <p:pic>
              <p:nvPicPr>
                <p:cNvPr id="569" name="Ink 568">
                  <a:extLst>
                    <a:ext uri="{FF2B5EF4-FFF2-40B4-BE49-F238E27FC236}">
                      <a16:creationId xmlns:a16="http://schemas.microsoft.com/office/drawing/2014/main" id="{74492453-0796-51B7-DFFA-1CA4967158FA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8882064" y="1169856"/>
                  <a:ext cx="1285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0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88BB3449-EBA5-944B-6FB0-AD42B4C54239}"/>
                    </a:ext>
                  </a:extLst>
                </p14:cNvPr>
                <p14:cNvContentPartPr/>
                <p14:nvPr/>
              </p14:nvContentPartPr>
              <p14:xfrm>
                <a:off x="8915544" y="1225296"/>
                <a:ext cx="88200" cy="15120"/>
              </p14:xfrm>
            </p:contentPart>
          </mc:Choice>
          <mc:Fallback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88BB3449-EBA5-944B-6FB0-AD42B4C54239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8911224" y="1220976"/>
                  <a:ext cx="968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2">
              <p14:nvContentPartPr>
                <p14:cNvPr id="571" name="Ink 570">
                  <a:extLst>
                    <a:ext uri="{FF2B5EF4-FFF2-40B4-BE49-F238E27FC236}">
                      <a16:creationId xmlns:a16="http://schemas.microsoft.com/office/drawing/2014/main" id="{1CD63242-8846-0CDC-C6A6-5613DCFA4BA7}"/>
                    </a:ext>
                  </a:extLst>
                </p14:cNvPr>
                <p14:cNvContentPartPr/>
                <p14:nvPr/>
              </p14:nvContentPartPr>
              <p14:xfrm>
                <a:off x="9239904" y="1150416"/>
                <a:ext cx="217440" cy="91800"/>
              </p14:xfrm>
            </p:contentPart>
          </mc:Choice>
          <mc:Fallback>
            <p:pic>
              <p:nvPicPr>
                <p:cNvPr id="571" name="Ink 570">
                  <a:extLst>
                    <a:ext uri="{FF2B5EF4-FFF2-40B4-BE49-F238E27FC236}">
                      <a16:creationId xmlns:a16="http://schemas.microsoft.com/office/drawing/2014/main" id="{1CD63242-8846-0CDC-C6A6-5613DCFA4BA7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9235584" y="1146096"/>
                  <a:ext cx="2260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4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542F2FBB-BA30-46C5-050A-A1DDE8C2918C}"/>
                    </a:ext>
                  </a:extLst>
                </p14:cNvPr>
                <p14:cNvContentPartPr/>
                <p14:nvPr/>
              </p14:nvContentPartPr>
              <p14:xfrm>
                <a:off x="9527544" y="1049976"/>
                <a:ext cx="149040" cy="203400"/>
              </p14:xfrm>
            </p:contentPart>
          </mc:Choice>
          <mc:Fallback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542F2FBB-BA30-46C5-050A-A1DDE8C2918C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9523224" y="1045656"/>
                  <a:ext cx="1576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6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5CC0B5CE-4518-636A-17A9-B0BA53047DB1}"/>
                    </a:ext>
                  </a:extLst>
                </p14:cNvPr>
                <p14:cNvContentPartPr/>
                <p14:nvPr/>
              </p14:nvContentPartPr>
              <p14:xfrm>
                <a:off x="9718704" y="1136736"/>
                <a:ext cx="155520" cy="45720"/>
              </p14:xfrm>
            </p:contentPart>
          </mc:Choice>
          <mc:Fallback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5CC0B5CE-4518-636A-17A9-B0BA53047DB1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9714384" y="1132416"/>
                  <a:ext cx="1641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8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67173CAC-71B7-AF70-0904-710EC68EC252}"/>
                    </a:ext>
                  </a:extLst>
                </p14:cNvPr>
                <p14:cNvContentPartPr/>
                <p14:nvPr/>
              </p14:nvContentPartPr>
              <p14:xfrm>
                <a:off x="9949464" y="1139976"/>
                <a:ext cx="7560" cy="22320"/>
              </p14:xfrm>
            </p:contentPart>
          </mc:Choice>
          <mc:Fallback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67173CAC-71B7-AF70-0904-710EC68EC252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9945144" y="1135656"/>
                  <a:ext cx="162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0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633C3043-D937-4BA1-E401-C66F8C3E7618}"/>
                    </a:ext>
                  </a:extLst>
                </p14:cNvPr>
                <p14:cNvContentPartPr/>
                <p14:nvPr/>
              </p14:nvContentPartPr>
              <p14:xfrm>
                <a:off x="9993384" y="1013976"/>
                <a:ext cx="12600" cy="72000"/>
              </p14:xfrm>
            </p:contentPart>
          </mc:Choice>
          <mc:Fallback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633C3043-D937-4BA1-E401-C66F8C3E7618}"/>
                    </a:ext>
                  </a:extLst>
                </p:cNvPr>
                <p:cNvPicPr/>
                <p:nvPr/>
              </p:nvPicPr>
              <p:blipFill>
                <a:blip r:embed="rId811"/>
                <a:stretch>
                  <a:fillRect/>
                </a:stretch>
              </p:blipFill>
              <p:spPr>
                <a:xfrm>
                  <a:off x="9989064" y="1009656"/>
                  <a:ext cx="212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2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FBE2C58D-DA18-88DB-775F-FF2017A91037}"/>
                    </a:ext>
                  </a:extLst>
                </p14:cNvPr>
                <p14:cNvContentPartPr/>
                <p14:nvPr/>
              </p14:nvContentPartPr>
              <p14:xfrm>
                <a:off x="10058184" y="1033776"/>
                <a:ext cx="135720" cy="135000"/>
              </p14:xfrm>
            </p:contentPart>
          </mc:Choice>
          <mc:Fallback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FBE2C58D-DA18-88DB-775F-FF2017A91037}"/>
                    </a:ext>
                  </a:extLst>
                </p:cNvPr>
                <p:cNvPicPr/>
                <p:nvPr/>
              </p:nvPicPr>
              <p:blipFill>
                <a:blip r:embed="rId813"/>
                <a:stretch>
                  <a:fillRect/>
                </a:stretch>
              </p:blipFill>
              <p:spPr>
                <a:xfrm>
                  <a:off x="10053864" y="1029456"/>
                  <a:ext cx="1443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4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EBF4DD04-3850-11F7-4070-882DBCEDCDF4}"/>
                    </a:ext>
                  </a:extLst>
                </p14:cNvPr>
                <p14:cNvContentPartPr/>
                <p14:nvPr/>
              </p14:nvContentPartPr>
              <p14:xfrm>
                <a:off x="10216224" y="1008936"/>
                <a:ext cx="140760" cy="140760"/>
              </p14:xfrm>
            </p:contentPart>
          </mc:Choice>
          <mc:Fallback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EBF4DD04-3850-11F7-4070-882DBCEDCDF4}"/>
                    </a:ext>
                  </a:extLst>
                </p:cNvPr>
                <p:cNvPicPr/>
                <p:nvPr/>
              </p:nvPicPr>
              <p:blipFill>
                <a:blip r:embed="rId815"/>
                <a:stretch>
                  <a:fillRect/>
                </a:stretch>
              </p:blipFill>
              <p:spPr>
                <a:xfrm>
                  <a:off x="10211904" y="1004616"/>
                  <a:ext cx="14940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6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E7D6D768-622F-256B-C493-07BCDDE07349}"/>
                    </a:ext>
                  </a:extLst>
                </p14:cNvPr>
                <p14:cNvContentPartPr/>
                <p14:nvPr/>
              </p14:nvContentPartPr>
              <p14:xfrm>
                <a:off x="10373904" y="976536"/>
                <a:ext cx="34560" cy="178200"/>
              </p14:xfrm>
            </p:contentPart>
          </mc:Choice>
          <mc:Fallback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E7D6D768-622F-256B-C493-07BCDDE07349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10369584" y="972216"/>
                  <a:ext cx="4320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8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B609C5FB-DAFD-CF17-10D5-2306E863B889}"/>
                    </a:ext>
                  </a:extLst>
                </p14:cNvPr>
                <p14:cNvContentPartPr/>
                <p14:nvPr/>
              </p14:nvContentPartPr>
              <p14:xfrm>
                <a:off x="10449144" y="1102176"/>
                <a:ext cx="66240" cy="38880"/>
              </p14:xfrm>
            </p:contentPart>
          </mc:Choice>
          <mc:Fallback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B609C5FB-DAFD-CF17-10D5-2306E863B889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10444824" y="1097856"/>
                  <a:ext cx="748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0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54799B88-B5E2-6998-2315-E06CB8A3F7C2}"/>
                    </a:ext>
                  </a:extLst>
                </p14:cNvPr>
                <p14:cNvContentPartPr/>
                <p14:nvPr/>
              </p14:nvContentPartPr>
              <p14:xfrm>
                <a:off x="10539504" y="994536"/>
                <a:ext cx="132120" cy="183960"/>
              </p14:xfrm>
            </p:contentPart>
          </mc:Choice>
          <mc:Fallback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54799B88-B5E2-6998-2315-E06CB8A3F7C2}"/>
                    </a:ext>
                  </a:extLst>
                </p:cNvPr>
                <p:cNvPicPr/>
                <p:nvPr/>
              </p:nvPicPr>
              <p:blipFill>
                <a:blip r:embed="rId821"/>
                <a:stretch>
                  <a:fillRect/>
                </a:stretch>
              </p:blipFill>
              <p:spPr>
                <a:xfrm>
                  <a:off x="10535184" y="990216"/>
                  <a:ext cx="1407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2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E680FB30-27A7-F93A-1C4F-22A5C913C4A3}"/>
                    </a:ext>
                  </a:extLst>
                </p14:cNvPr>
                <p14:cNvContentPartPr/>
                <p14:nvPr/>
              </p14:nvContentPartPr>
              <p14:xfrm>
                <a:off x="10812744" y="1096776"/>
                <a:ext cx="5400" cy="26280"/>
              </p14:xfrm>
            </p:contentPart>
          </mc:Choice>
          <mc:Fallback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E680FB30-27A7-F93A-1C4F-22A5C913C4A3}"/>
                    </a:ext>
                  </a:extLst>
                </p:cNvPr>
                <p:cNvPicPr/>
                <p:nvPr/>
              </p:nvPicPr>
              <p:blipFill>
                <a:blip r:embed="rId823"/>
                <a:stretch>
                  <a:fillRect/>
                </a:stretch>
              </p:blipFill>
              <p:spPr>
                <a:xfrm>
                  <a:off x="10808424" y="1092456"/>
                  <a:ext cx="140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4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03A91089-12BA-05CB-B6B7-B983BBF69F85}"/>
                    </a:ext>
                  </a:extLst>
                </p14:cNvPr>
                <p14:cNvContentPartPr/>
                <p14:nvPr/>
              </p14:nvContentPartPr>
              <p14:xfrm>
                <a:off x="10707624" y="1214856"/>
                <a:ext cx="127080" cy="131040"/>
              </p14:xfrm>
            </p:contentPart>
          </mc:Choice>
          <mc:Fallback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03A91089-12BA-05CB-B6B7-B983BBF69F85}"/>
                    </a:ext>
                  </a:extLst>
                </p:cNvPr>
                <p:cNvPicPr/>
                <p:nvPr/>
              </p:nvPicPr>
              <p:blipFill>
                <a:blip r:embed="rId825"/>
                <a:stretch>
                  <a:fillRect/>
                </a:stretch>
              </p:blipFill>
              <p:spPr>
                <a:xfrm>
                  <a:off x="10703304" y="1210536"/>
                  <a:ext cx="13572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1" name="Group 620">
            <a:extLst>
              <a:ext uri="{FF2B5EF4-FFF2-40B4-BE49-F238E27FC236}">
                <a16:creationId xmlns:a16="http://schemas.microsoft.com/office/drawing/2014/main" id="{6C821589-78F6-7117-B780-1281E21DD7CB}"/>
              </a:ext>
            </a:extLst>
          </p:cNvPr>
          <p:cNvGrpSpPr/>
          <p:nvPr/>
        </p:nvGrpSpPr>
        <p:grpSpPr>
          <a:xfrm>
            <a:off x="7347744" y="1576296"/>
            <a:ext cx="951480" cy="298080"/>
            <a:chOff x="7347744" y="1576296"/>
            <a:chExt cx="951480" cy="29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6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AC6B9671-19D6-795A-C072-8C6735F08971}"/>
                    </a:ext>
                  </a:extLst>
                </p14:cNvPr>
                <p14:cNvContentPartPr/>
                <p14:nvPr/>
              </p14:nvContentPartPr>
              <p14:xfrm>
                <a:off x="7350264" y="1776456"/>
                <a:ext cx="27360" cy="97920"/>
              </p14:xfrm>
            </p:contentPart>
          </mc:Choice>
          <mc:Fallback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AC6B9671-19D6-795A-C072-8C6735F08971}"/>
                    </a:ext>
                  </a:extLst>
                </p:cNvPr>
                <p:cNvPicPr/>
                <p:nvPr/>
              </p:nvPicPr>
              <p:blipFill>
                <a:blip r:embed="rId827"/>
                <a:stretch>
                  <a:fillRect/>
                </a:stretch>
              </p:blipFill>
              <p:spPr>
                <a:xfrm>
                  <a:off x="7345944" y="1772136"/>
                  <a:ext cx="360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8">
              <p14:nvContentPartPr>
                <p14:cNvPr id="586" name="Ink 585">
                  <a:extLst>
                    <a:ext uri="{FF2B5EF4-FFF2-40B4-BE49-F238E27FC236}">
                      <a16:creationId xmlns:a16="http://schemas.microsoft.com/office/drawing/2014/main" id="{F071A70D-3333-7662-2341-5493A0C0DC61}"/>
                    </a:ext>
                  </a:extLst>
                </p14:cNvPr>
                <p14:cNvContentPartPr/>
                <p14:nvPr/>
              </p14:nvContentPartPr>
              <p14:xfrm>
                <a:off x="7347744" y="1637496"/>
                <a:ext cx="27360" cy="59760"/>
              </p14:xfrm>
            </p:contentPart>
          </mc:Choice>
          <mc:Fallback>
            <p:pic>
              <p:nvPicPr>
                <p:cNvPr id="586" name="Ink 585">
                  <a:extLst>
                    <a:ext uri="{FF2B5EF4-FFF2-40B4-BE49-F238E27FC236}">
                      <a16:creationId xmlns:a16="http://schemas.microsoft.com/office/drawing/2014/main" id="{F071A70D-3333-7662-2341-5493A0C0DC61}"/>
                    </a:ext>
                  </a:extLst>
                </p:cNvPr>
                <p:cNvPicPr/>
                <p:nvPr/>
              </p:nvPicPr>
              <p:blipFill>
                <a:blip r:embed="rId829"/>
                <a:stretch>
                  <a:fillRect/>
                </a:stretch>
              </p:blipFill>
              <p:spPr>
                <a:xfrm>
                  <a:off x="7343424" y="1633176"/>
                  <a:ext cx="360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0">
              <p14:nvContentPartPr>
                <p14:cNvPr id="587" name="Ink 586">
                  <a:extLst>
                    <a:ext uri="{FF2B5EF4-FFF2-40B4-BE49-F238E27FC236}">
                      <a16:creationId xmlns:a16="http://schemas.microsoft.com/office/drawing/2014/main" id="{0DE4CD3D-507C-BC6D-2D4F-CAEB341A1B5D}"/>
                    </a:ext>
                  </a:extLst>
                </p14:cNvPr>
                <p14:cNvContentPartPr/>
                <p14:nvPr/>
              </p14:nvContentPartPr>
              <p14:xfrm>
                <a:off x="7447824" y="1802376"/>
                <a:ext cx="100440" cy="43200"/>
              </p14:xfrm>
            </p:contentPart>
          </mc:Choice>
          <mc:Fallback>
            <p:pic>
              <p:nvPicPr>
                <p:cNvPr id="587" name="Ink 586">
                  <a:extLst>
                    <a:ext uri="{FF2B5EF4-FFF2-40B4-BE49-F238E27FC236}">
                      <a16:creationId xmlns:a16="http://schemas.microsoft.com/office/drawing/2014/main" id="{0DE4CD3D-507C-BC6D-2D4F-CAEB341A1B5D}"/>
                    </a:ext>
                  </a:extLst>
                </p:cNvPr>
                <p:cNvPicPr/>
                <p:nvPr/>
              </p:nvPicPr>
              <p:blipFill>
                <a:blip r:embed="rId831"/>
                <a:stretch>
                  <a:fillRect/>
                </a:stretch>
              </p:blipFill>
              <p:spPr>
                <a:xfrm>
                  <a:off x="7443504" y="1798056"/>
                  <a:ext cx="109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2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88964793-8A59-A3D4-A0B7-42855CDAADAE}"/>
                    </a:ext>
                  </a:extLst>
                </p14:cNvPr>
                <p14:cNvContentPartPr/>
                <p14:nvPr/>
              </p14:nvContentPartPr>
              <p14:xfrm>
                <a:off x="7635384" y="1619496"/>
                <a:ext cx="48960" cy="171000"/>
              </p14:xfrm>
            </p:contentPart>
          </mc:Choice>
          <mc:Fallback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88964793-8A59-A3D4-A0B7-42855CDAADAE}"/>
                    </a:ext>
                  </a:extLst>
                </p:cNvPr>
                <p:cNvPicPr/>
                <p:nvPr/>
              </p:nvPicPr>
              <p:blipFill>
                <a:blip r:embed="rId833"/>
                <a:stretch>
                  <a:fillRect/>
                </a:stretch>
              </p:blipFill>
              <p:spPr>
                <a:xfrm>
                  <a:off x="7631064" y="1615176"/>
                  <a:ext cx="576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4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0D0527A4-2AFF-55D4-4A01-38FEFF44F973}"/>
                    </a:ext>
                  </a:extLst>
                </p14:cNvPr>
                <p14:cNvContentPartPr/>
                <p14:nvPr/>
              </p14:nvContentPartPr>
              <p14:xfrm>
                <a:off x="7613424" y="1713816"/>
                <a:ext cx="100440" cy="10080"/>
              </p14:xfrm>
            </p:contentPart>
          </mc:Choice>
          <mc:Fallback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0D0527A4-2AFF-55D4-4A01-38FEFF44F973}"/>
                    </a:ext>
                  </a:extLst>
                </p:cNvPr>
                <p:cNvPicPr/>
                <p:nvPr/>
              </p:nvPicPr>
              <p:blipFill>
                <a:blip r:embed="rId835"/>
                <a:stretch>
                  <a:fillRect/>
                </a:stretch>
              </p:blipFill>
              <p:spPr>
                <a:xfrm>
                  <a:off x="7609104" y="1709496"/>
                  <a:ext cx="1090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6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0E7FBC75-1660-43E8-6C57-7A9775BAB89D}"/>
                    </a:ext>
                  </a:extLst>
                </p14:cNvPr>
                <p14:cNvContentPartPr/>
                <p14:nvPr/>
              </p14:nvContentPartPr>
              <p14:xfrm>
                <a:off x="7823304" y="1576296"/>
                <a:ext cx="212400" cy="205920"/>
              </p14:xfrm>
            </p:contentPart>
          </mc:Choice>
          <mc:Fallback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0E7FBC75-1660-43E8-6C57-7A9775BAB89D}"/>
                    </a:ext>
                  </a:extLst>
                </p:cNvPr>
                <p:cNvPicPr/>
                <p:nvPr/>
              </p:nvPicPr>
              <p:blipFill>
                <a:blip r:embed="rId837"/>
                <a:stretch>
                  <a:fillRect/>
                </a:stretch>
              </p:blipFill>
              <p:spPr>
                <a:xfrm>
                  <a:off x="7818984" y="1571976"/>
                  <a:ext cx="2210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8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72C973EA-1EF7-809B-7569-2C09AB5EEF0A}"/>
                    </a:ext>
                  </a:extLst>
                </p14:cNvPr>
                <p14:cNvContentPartPr/>
                <p14:nvPr/>
              </p14:nvContentPartPr>
              <p14:xfrm>
                <a:off x="8154864" y="1589256"/>
                <a:ext cx="105120" cy="4320"/>
              </p14:xfrm>
            </p:contentPart>
          </mc:Choice>
          <mc:Fallback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72C973EA-1EF7-809B-7569-2C09AB5EEF0A}"/>
                    </a:ext>
                  </a:extLst>
                </p:cNvPr>
                <p:cNvPicPr/>
                <p:nvPr/>
              </p:nvPicPr>
              <p:blipFill>
                <a:blip r:embed="rId839"/>
                <a:stretch>
                  <a:fillRect/>
                </a:stretch>
              </p:blipFill>
              <p:spPr>
                <a:xfrm>
                  <a:off x="8150544" y="1584936"/>
                  <a:ext cx="11376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0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2F36A17A-485F-91E2-7468-67BDD69C4D01}"/>
                    </a:ext>
                  </a:extLst>
                </p14:cNvPr>
                <p14:cNvContentPartPr/>
                <p14:nvPr/>
              </p14:nvContentPartPr>
              <p14:xfrm>
                <a:off x="8191584" y="1617696"/>
                <a:ext cx="107640" cy="20520"/>
              </p14:xfrm>
            </p:contentPart>
          </mc:Choice>
          <mc:Fallback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2F36A17A-485F-91E2-7468-67BDD69C4D01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8187264" y="1613376"/>
                  <a:ext cx="11628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0" name="Group 619">
            <a:extLst>
              <a:ext uri="{FF2B5EF4-FFF2-40B4-BE49-F238E27FC236}">
                <a16:creationId xmlns:a16="http://schemas.microsoft.com/office/drawing/2014/main" id="{18517522-4F5C-7A2C-A53B-22252B58673B}"/>
              </a:ext>
            </a:extLst>
          </p:cNvPr>
          <p:cNvGrpSpPr/>
          <p:nvPr/>
        </p:nvGrpSpPr>
        <p:grpSpPr>
          <a:xfrm>
            <a:off x="8461944" y="1451376"/>
            <a:ext cx="624960" cy="331920"/>
            <a:chOff x="8461944" y="1451376"/>
            <a:chExt cx="624960" cy="33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2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8FBA22DA-6DC0-9524-FFDB-87267F2D7A6C}"/>
                    </a:ext>
                  </a:extLst>
                </p14:cNvPr>
                <p14:cNvContentPartPr/>
                <p14:nvPr/>
              </p14:nvContentPartPr>
              <p14:xfrm>
                <a:off x="8461944" y="1486296"/>
                <a:ext cx="27360" cy="154800"/>
              </p14:xfrm>
            </p:contentPart>
          </mc:Choice>
          <mc:Fallback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8FBA22DA-6DC0-9524-FFDB-87267F2D7A6C}"/>
                    </a:ext>
                  </a:extLst>
                </p:cNvPr>
                <p:cNvPicPr/>
                <p:nvPr/>
              </p:nvPicPr>
              <p:blipFill>
                <a:blip r:embed="rId843"/>
                <a:stretch>
                  <a:fillRect/>
                </a:stretch>
              </p:blipFill>
              <p:spPr>
                <a:xfrm>
                  <a:off x="8457624" y="1481976"/>
                  <a:ext cx="360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4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F277F3B0-0871-E6BF-6DB4-B3421395AD2F}"/>
                    </a:ext>
                  </a:extLst>
                </p14:cNvPr>
                <p14:cNvContentPartPr/>
                <p14:nvPr/>
              </p14:nvContentPartPr>
              <p14:xfrm>
                <a:off x="8535384" y="1574856"/>
                <a:ext cx="149040" cy="62280"/>
              </p14:xfrm>
            </p:contentPart>
          </mc:Choice>
          <mc:Fallback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F277F3B0-0871-E6BF-6DB4-B3421395AD2F}"/>
                    </a:ext>
                  </a:extLst>
                </p:cNvPr>
                <p:cNvPicPr/>
                <p:nvPr/>
              </p:nvPicPr>
              <p:blipFill>
                <a:blip r:embed="rId845"/>
                <a:stretch>
                  <a:fillRect/>
                </a:stretch>
              </p:blipFill>
              <p:spPr>
                <a:xfrm>
                  <a:off x="8531064" y="1570536"/>
                  <a:ext cx="1576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6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AD5E09C9-E582-DEF7-4809-AD8CD54747DD}"/>
                    </a:ext>
                  </a:extLst>
                </p14:cNvPr>
                <p14:cNvContentPartPr/>
                <p14:nvPr/>
              </p14:nvContentPartPr>
              <p14:xfrm>
                <a:off x="8710704" y="1451376"/>
                <a:ext cx="139320" cy="245520"/>
              </p14:xfrm>
            </p:contentPart>
          </mc:Choice>
          <mc:Fallback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AD5E09C9-E582-DEF7-4809-AD8CD54747DD}"/>
                    </a:ext>
                  </a:extLst>
                </p:cNvPr>
                <p:cNvPicPr/>
                <p:nvPr/>
              </p:nvPicPr>
              <p:blipFill>
                <a:blip r:embed="rId847"/>
                <a:stretch>
                  <a:fillRect/>
                </a:stretch>
              </p:blipFill>
              <p:spPr>
                <a:xfrm>
                  <a:off x="8706384" y="1447056"/>
                  <a:ext cx="1479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8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959B4A28-5C72-25A3-D24F-6AF8224D06A1}"/>
                    </a:ext>
                  </a:extLst>
                </p14:cNvPr>
                <p14:cNvContentPartPr/>
                <p14:nvPr/>
              </p14:nvContentPartPr>
              <p14:xfrm>
                <a:off x="8691264" y="1569816"/>
                <a:ext cx="144360" cy="37080"/>
              </p14:xfrm>
            </p:contentPart>
          </mc:Choice>
          <mc:Fallback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959B4A28-5C72-25A3-D24F-6AF8224D06A1}"/>
                    </a:ext>
                  </a:extLst>
                </p:cNvPr>
                <p:cNvPicPr/>
                <p:nvPr/>
              </p:nvPicPr>
              <p:blipFill>
                <a:blip r:embed="rId849"/>
                <a:stretch>
                  <a:fillRect/>
                </a:stretch>
              </p:blipFill>
              <p:spPr>
                <a:xfrm>
                  <a:off x="8686944" y="1565496"/>
                  <a:ext cx="153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0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AAE23566-C9B8-CFF1-FC72-E1612F774335}"/>
                    </a:ext>
                  </a:extLst>
                </p14:cNvPr>
                <p14:cNvContentPartPr/>
                <p14:nvPr/>
              </p14:nvContentPartPr>
              <p14:xfrm>
                <a:off x="8886384" y="1477296"/>
                <a:ext cx="68760" cy="168840"/>
              </p14:xfrm>
            </p:contentPart>
          </mc:Choice>
          <mc:Fallback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AAE23566-C9B8-CFF1-FC72-E1612F774335}"/>
                    </a:ext>
                  </a:extLst>
                </p:cNvPr>
                <p:cNvPicPr/>
                <p:nvPr/>
              </p:nvPicPr>
              <p:blipFill>
                <a:blip r:embed="rId851"/>
                <a:stretch>
                  <a:fillRect/>
                </a:stretch>
              </p:blipFill>
              <p:spPr>
                <a:xfrm>
                  <a:off x="8882064" y="1472976"/>
                  <a:ext cx="774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2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650443DD-6BB4-793A-5416-EC3C79195E24}"/>
                    </a:ext>
                  </a:extLst>
                </p14:cNvPr>
                <p14:cNvContentPartPr/>
                <p14:nvPr/>
              </p14:nvContentPartPr>
              <p14:xfrm>
                <a:off x="8854704" y="1565856"/>
                <a:ext cx="112680" cy="2160"/>
              </p14:xfrm>
            </p:contentPart>
          </mc:Choice>
          <mc:Fallback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650443DD-6BB4-793A-5416-EC3C79195E24}"/>
                    </a:ext>
                  </a:extLst>
                </p:cNvPr>
                <p:cNvPicPr/>
                <p:nvPr/>
              </p:nvPicPr>
              <p:blipFill>
                <a:blip r:embed="rId853"/>
                <a:stretch>
                  <a:fillRect/>
                </a:stretch>
              </p:blipFill>
              <p:spPr>
                <a:xfrm>
                  <a:off x="8850384" y="1561536"/>
                  <a:ext cx="121320" cy="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4">
              <p14:nvContentPartPr>
                <p14:cNvPr id="599" name="Ink 598">
                  <a:extLst>
                    <a:ext uri="{FF2B5EF4-FFF2-40B4-BE49-F238E27FC236}">
                      <a16:creationId xmlns:a16="http://schemas.microsoft.com/office/drawing/2014/main" id="{73EC4AA7-43B9-47B9-E273-E0EE4C2E7336}"/>
                    </a:ext>
                  </a:extLst>
                </p14:cNvPr>
                <p14:cNvContentPartPr/>
                <p14:nvPr/>
              </p14:nvContentPartPr>
              <p14:xfrm>
                <a:off x="9084024" y="1576296"/>
                <a:ext cx="360" cy="10800"/>
              </p14:xfrm>
            </p:contentPart>
          </mc:Choice>
          <mc:Fallback>
            <p:pic>
              <p:nvPicPr>
                <p:cNvPr id="599" name="Ink 598">
                  <a:extLst>
                    <a:ext uri="{FF2B5EF4-FFF2-40B4-BE49-F238E27FC236}">
                      <a16:creationId xmlns:a16="http://schemas.microsoft.com/office/drawing/2014/main" id="{73EC4AA7-43B9-47B9-E273-E0EE4C2E7336}"/>
                    </a:ext>
                  </a:extLst>
                </p:cNvPr>
                <p:cNvPicPr/>
                <p:nvPr/>
              </p:nvPicPr>
              <p:blipFill>
                <a:blip r:embed="rId855"/>
                <a:stretch>
                  <a:fillRect/>
                </a:stretch>
              </p:blipFill>
              <p:spPr>
                <a:xfrm>
                  <a:off x="9079704" y="1571976"/>
                  <a:ext cx="90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6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1DD3ABA1-62F3-AC4F-709A-4390897979C1}"/>
                    </a:ext>
                  </a:extLst>
                </p14:cNvPr>
                <p14:cNvContentPartPr/>
                <p14:nvPr/>
              </p14:nvContentPartPr>
              <p14:xfrm>
                <a:off x="8976744" y="1664136"/>
                <a:ext cx="110160" cy="119160"/>
              </p14:xfrm>
            </p:contentPart>
          </mc:Choice>
          <mc:Fallback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1DD3ABA1-62F3-AC4F-709A-4390897979C1}"/>
                    </a:ext>
                  </a:extLst>
                </p:cNvPr>
                <p:cNvPicPr/>
                <p:nvPr/>
              </p:nvPicPr>
              <p:blipFill>
                <a:blip r:embed="rId857"/>
                <a:stretch>
                  <a:fillRect/>
                </a:stretch>
              </p:blipFill>
              <p:spPr>
                <a:xfrm>
                  <a:off x="8972424" y="1659816"/>
                  <a:ext cx="11880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9" name="Group 618">
            <a:extLst>
              <a:ext uri="{FF2B5EF4-FFF2-40B4-BE49-F238E27FC236}">
                <a16:creationId xmlns:a16="http://schemas.microsoft.com/office/drawing/2014/main" id="{7800C04E-1D5F-DD5D-26AB-C0CA3FBAB124}"/>
              </a:ext>
            </a:extLst>
          </p:cNvPr>
          <p:cNvGrpSpPr/>
          <p:nvPr/>
        </p:nvGrpSpPr>
        <p:grpSpPr>
          <a:xfrm>
            <a:off x="9425304" y="1439136"/>
            <a:ext cx="434520" cy="218160"/>
            <a:chOff x="9425304" y="1439136"/>
            <a:chExt cx="434520" cy="21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8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17637B19-A504-9D8D-D799-3F3DCBE17ACC}"/>
                    </a:ext>
                  </a:extLst>
                </p14:cNvPr>
                <p14:cNvContentPartPr/>
                <p14:nvPr/>
              </p14:nvContentPartPr>
              <p14:xfrm>
                <a:off x="9425304" y="1566576"/>
                <a:ext cx="5400" cy="90720"/>
              </p14:xfrm>
            </p:contentPart>
          </mc:Choice>
          <mc:Fallback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17637B19-A504-9D8D-D799-3F3DCBE17ACC}"/>
                    </a:ext>
                  </a:extLst>
                </p:cNvPr>
                <p:cNvPicPr/>
                <p:nvPr/>
              </p:nvPicPr>
              <p:blipFill>
                <a:blip r:embed="rId859"/>
                <a:stretch>
                  <a:fillRect/>
                </a:stretch>
              </p:blipFill>
              <p:spPr>
                <a:xfrm>
                  <a:off x="9420984" y="1562256"/>
                  <a:ext cx="14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0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3BECE0F6-9D0C-2DD7-A633-80C21F9EB382}"/>
                    </a:ext>
                  </a:extLst>
                </p14:cNvPr>
                <p14:cNvContentPartPr/>
                <p14:nvPr/>
              </p14:nvContentPartPr>
              <p14:xfrm>
                <a:off x="9483624" y="1460016"/>
                <a:ext cx="5400" cy="61200"/>
              </p14:xfrm>
            </p:contentPart>
          </mc:Choice>
          <mc:Fallback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3BECE0F6-9D0C-2DD7-A633-80C21F9EB382}"/>
                    </a:ext>
                  </a:extLst>
                </p:cNvPr>
                <p:cNvPicPr/>
                <p:nvPr/>
              </p:nvPicPr>
              <p:blipFill>
                <a:blip r:embed="rId861"/>
                <a:stretch>
                  <a:fillRect/>
                </a:stretch>
              </p:blipFill>
              <p:spPr>
                <a:xfrm>
                  <a:off x="9479304" y="1455696"/>
                  <a:ext cx="140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2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3C39E978-A4BF-2A3E-F082-D3FF7A05DFF1}"/>
                    </a:ext>
                  </a:extLst>
                </p14:cNvPr>
                <p14:cNvContentPartPr/>
                <p14:nvPr/>
              </p14:nvContentPartPr>
              <p14:xfrm>
                <a:off x="9515304" y="1578456"/>
                <a:ext cx="146520" cy="38520"/>
              </p14:xfrm>
            </p:contentPart>
          </mc:Choice>
          <mc:Fallback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3C39E978-A4BF-2A3E-F082-D3FF7A05DFF1}"/>
                    </a:ext>
                  </a:extLst>
                </p:cNvPr>
                <p:cNvPicPr/>
                <p:nvPr/>
              </p:nvPicPr>
              <p:blipFill>
                <a:blip r:embed="rId863"/>
                <a:stretch>
                  <a:fillRect/>
                </a:stretch>
              </p:blipFill>
              <p:spPr>
                <a:xfrm>
                  <a:off x="9510984" y="1574136"/>
                  <a:ext cx="1551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4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D989EAA9-CE2D-3052-1436-B9912054831A}"/>
                    </a:ext>
                  </a:extLst>
                </p14:cNvPr>
                <p14:cNvContentPartPr/>
                <p14:nvPr/>
              </p14:nvContentPartPr>
              <p14:xfrm>
                <a:off x="9734904" y="1439136"/>
                <a:ext cx="39240" cy="144360"/>
              </p14:xfrm>
            </p:contentPart>
          </mc:Choice>
          <mc:Fallback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D989EAA9-CE2D-3052-1436-B9912054831A}"/>
                    </a:ext>
                  </a:extLst>
                </p:cNvPr>
                <p:cNvPicPr/>
                <p:nvPr/>
              </p:nvPicPr>
              <p:blipFill>
                <a:blip r:embed="rId865"/>
                <a:stretch>
                  <a:fillRect/>
                </a:stretch>
              </p:blipFill>
              <p:spPr>
                <a:xfrm>
                  <a:off x="9730584" y="1434816"/>
                  <a:ext cx="478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6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147D78EE-21D0-A976-2C0B-1C18681F1443}"/>
                    </a:ext>
                  </a:extLst>
                </p14:cNvPr>
                <p14:cNvContentPartPr/>
                <p14:nvPr/>
              </p14:nvContentPartPr>
              <p14:xfrm>
                <a:off x="9708264" y="1506456"/>
                <a:ext cx="151560" cy="6840"/>
              </p14:xfrm>
            </p:contentPart>
          </mc:Choice>
          <mc:Fallback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147D78EE-21D0-A976-2C0B-1C18681F1443}"/>
                    </a:ext>
                  </a:extLst>
                </p:cNvPr>
                <p:cNvPicPr/>
                <p:nvPr/>
              </p:nvPicPr>
              <p:blipFill>
                <a:blip r:embed="rId867"/>
                <a:stretch>
                  <a:fillRect/>
                </a:stretch>
              </p:blipFill>
              <p:spPr>
                <a:xfrm>
                  <a:off x="9703944" y="1502136"/>
                  <a:ext cx="160200" cy="1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8">
            <p14:nvContentPartPr>
              <p14:cNvPr id="606" name="Ink 605">
                <a:extLst>
                  <a:ext uri="{FF2B5EF4-FFF2-40B4-BE49-F238E27FC236}">
                    <a16:creationId xmlns:a16="http://schemas.microsoft.com/office/drawing/2014/main" id="{4DF7593F-720C-517E-5305-C7DE83ABA194}"/>
                  </a:ext>
                </a:extLst>
              </p14:cNvPr>
              <p14:cNvContentPartPr/>
              <p14:nvPr/>
            </p14:nvContentPartPr>
            <p14:xfrm>
              <a:off x="10010304" y="1467216"/>
              <a:ext cx="59040" cy="107640"/>
            </p14:xfrm>
          </p:contentPart>
        </mc:Choice>
        <mc:Fallback>
          <p:pic>
            <p:nvPicPr>
              <p:cNvPr id="606" name="Ink 605">
                <a:extLst>
                  <a:ext uri="{FF2B5EF4-FFF2-40B4-BE49-F238E27FC236}">
                    <a16:creationId xmlns:a16="http://schemas.microsoft.com/office/drawing/2014/main" id="{4DF7593F-720C-517E-5305-C7DE83ABA194}"/>
                  </a:ext>
                </a:extLst>
              </p:cNvPr>
              <p:cNvPicPr/>
              <p:nvPr/>
            </p:nvPicPr>
            <p:blipFill>
              <a:blip r:embed="rId869"/>
              <a:stretch>
                <a:fillRect/>
              </a:stretch>
            </p:blipFill>
            <p:spPr>
              <a:xfrm>
                <a:off x="10005984" y="1462896"/>
                <a:ext cx="67680" cy="11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618" name="Group 617">
            <a:extLst>
              <a:ext uri="{FF2B5EF4-FFF2-40B4-BE49-F238E27FC236}">
                <a16:creationId xmlns:a16="http://schemas.microsoft.com/office/drawing/2014/main" id="{AF185727-666D-A07C-C083-B1341191D58A}"/>
              </a:ext>
            </a:extLst>
          </p:cNvPr>
          <p:cNvGrpSpPr/>
          <p:nvPr/>
        </p:nvGrpSpPr>
        <p:grpSpPr>
          <a:xfrm>
            <a:off x="10237104" y="1474776"/>
            <a:ext cx="154080" cy="66960"/>
            <a:chOff x="10237104" y="1474776"/>
            <a:chExt cx="154080" cy="6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0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9E91C1B7-F1EA-3FD2-639E-299EEFD16613}"/>
                    </a:ext>
                  </a:extLst>
                </p14:cNvPr>
                <p14:cNvContentPartPr/>
                <p14:nvPr/>
              </p14:nvContentPartPr>
              <p14:xfrm>
                <a:off x="10237104" y="1474776"/>
                <a:ext cx="129600" cy="6120"/>
              </p14:xfrm>
            </p:contentPart>
          </mc:Choice>
          <mc:Fallback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9E91C1B7-F1EA-3FD2-639E-299EEFD16613}"/>
                    </a:ext>
                  </a:extLst>
                </p:cNvPr>
                <p:cNvPicPr/>
                <p:nvPr/>
              </p:nvPicPr>
              <p:blipFill>
                <a:blip r:embed="rId871"/>
                <a:stretch>
                  <a:fillRect/>
                </a:stretch>
              </p:blipFill>
              <p:spPr>
                <a:xfrm>
                  <a:off x="10232784" y="1470456"/>
                  <a:ext cx="13824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2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C80FAD00-851C-075B-305E-C991E3C763CF}"/>
                    </a:ext>
                  </a:extLst>
                </p14:cNvPr>
                <p14:cNvContentPartPr/>
                <p14:nvPr/>
              </p14:nvContentPartPr>
              <p14:xfrm>
                <a:off x="10256544" y="1512936"/>
                <a:ext cx="134640" cy="28800"/>
              </p14:xfrm>
            </p:contentPart>
          </mc:Choice>
          <mc:Fallback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C80FAD00-851C-075B-305E-C991E3C763CF}"/>
                    </a:ext>
                  </a:extLst>
                </p:cNvPr>
                <p:cNvPicPr/>
                <p:nvPr/>
              </p:nvPicPr>
              <p:blipFill>
                <a:blip r:embed="rId873"/>
                <a:stretch>
                  <a:fillRect/>
                </a:stretch>
              </p:blipFill>
              <p:spPr>
                <a:xfrm>
                  <a:off x="10252224" y="1508616"/>
                  <a:ext cx="14328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7" name="Group 616">
            <a:extLst>
              <a:ext uri="{FF2B5EF4-FFF2-40B4-BE49-F238E27FC236}">
                <a16:creationId xmlns:a16="http://schemas.microsoft.com/office/drawing/2014/main" id="{9D6491D3-769D-7782-3F23-7F91846D33EF}"/>
              </a:ext>
            </a:extLst>
          </p:cNvPr>
          <p:cNvGrpSpPr/>
          <p:nvPr/>
        </p:nvGrpSpPr>
        <p:grpSpPr>
          <a:xfrm>
            <a:off x="10571184" y="1255176"/>
            <a:ext cx="902880" cy="387360"/>
            <a:chOff x="10571184" y="1255176"/>
            <a:chExt cx="902880" cy="38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4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42CCBABF-FCF8-BF30-1BA0-AE904E781622}"/>
                    </a:ext>
                  </a:extLst>
                </p14:cNvPr>
                <p14:cNvContentPartPr/>
                <p14:nvPr/>
              </p14:nvContentPartPr>
              <p14:xfrm>
                <a:off x="10571184" y="1422576"/>
                <a:ext cx="88200" cy="122760"/>
              </p14:xfrm>
            </p:contentPart>
          </mc:Choice>
          <mc:Fallback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42CCBABF-FCF8-BF30-1BA0-AE904E781622}"/>
                    </a:ext>
                  </a:extLst>
                </p:cNvPr>
                <p:cNvPicPr/>
                <p:nvPr/>
              </p:nvPicPr>
              <p:blipFill>
                <a:blip r:embed="rId875"/>
                <a:stretch>
                  <a:fillRect/>
                </a:stretch>
              </p:blipFill>
              <p:spPr>
                <a:xfrm>
                  <a:off x="10566864" y="1418256"/>
                  <a:ext cx="968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6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F538799F-9981-9363-70B5-FF14B005F82F}"/>
                    </a:ext>
                  </a:extLst>
                </p14:cNvPr>
                <p14:cNvContentPartPr/>
                <p14:nvPr/>
              </p14:nvContentPartPr>
              <p14:xfrm>
                <a:off x="10759104" y="1457856"/>
                <a:ext cx="29520" cy="63720"/>
              </p14:xfrm>
            </p:contentPart>
          </mc:Choice>
          <mc:Fallback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F538799F-9981-9363-70B5-FF14B005F82F}"/>
                    </a:ext>
                  </a:extLst>
                </p:cNvPr>
                <p:cNvPicPr/>
                <p:nvPr/>
              </p:nvPicPr>
              <p:blipFill>
                <a:blip r:embed="rId877"/>
                <a:stretch>
                  <a:fillRect/>
                </a:stretch>
              </p:blipFill>
              <p:spPr>
                <a:xfrm>
                  <a:off x="10754784" y="1453536"/>
                  <a:ext cx="3816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8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F5262CE2-FDEE-42EF-88EB-FF4BB198FE9A}"/>
                    </a:ext>
                  </a:extLst>
                </p14:cNvPr>
                <p14:cNvContentPartPr/>
                <p14:nvPr/>
              </p14:nvContentPartPr>
              <p14:xfrm>
                <a:off x="10810224" y="1404216"/>
                <a:ext cx="15120" cy="7560"/>
              </p14:xfrm>
            </p:contentPart>
          </mc:Choice>
          <mc:Fallback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F5262CE2-FDEE-42EF-88EB-FF4BB198FE9A}"/>
                    </a:ext>
                  </a:extLst>
                </p:cNvPr>
                <p:cNvPicPr/>
                <p:nvPr/>
              </p:nvPicPr>
              <p:blipFill>
                <a:blip r:embed="rId879"/>
                <a:stretch>
                  <a:fillRect/>
                </a:stretch>
              </p:blipFill>
              <p:spPr>
                <a:xfrm>
                  <a:off x="10805904" y="1399896"/>
                  <a:ext cx="2376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0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CBDDE37E-35B7-A431-831C-8BDE914E7E7E}"/>
                    </a:ext>
                  </a:extLst>
                </p14:cNvPr>
                <p14:cNvContentPartPr/>
                <p14:nvPr/>
              </p14:nvContentPartPr>
              <p14:xfrm>
                <a:off x="10906344" y="1255176"/>
                <a:ext cx="235800" cy="281160"/>
              </p14:xfrm>
            </p:contentPart>
          </mc:Choice>
          <mc:Fallback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CBDDE37E-35B7-A431-831C-8BDE914E7E7E}"/>
                    </a:ext>
                  </a:extLst>
                </p:cNvPr>
                <p:cNvPicPr/>
                <p:nvPr/>
              </p:nvPicPr>
              <p:blipFill>
                <a:blip r:embed="rId881"/>
                <a:stretch>
                  <a:fillRect/>
                </a:stretch>
              </p:blipFill>
              <p:spPr>
                <a:xfrm>
                  <a:off x="10902024" y="1250856"/>
                  <a:ext cx="24444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2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701AEA82-D562-99A2-ED53-970AC8AB95CE}"/>
                    </a:ext>
                  </a:extLst>
                </p14:cNvPr>
                <p14:cNvContentPartPr/>
                <p14:nvPr/>
              </p14:nvContentPartPr>
              <p14:xfrm>
                <a:off x="11216664" y="1277136"/>
                <a:ext cx="45000" cy="185040"/>
              </p14:xfrm>
            </p:contentPart>
          </mc:Choice>
          <mc:Fallback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701AEA82-D562-99A2-ED53-970AC8AB95CE}"/>
                    </a:ext>
                  </a:extLst>
                </p:cNvPr>
                <p:cNvPicPr/>
                <p:nvPr/>
              </p:nvPicPr>
              <p:blipFill>
                <a:blip r:embed="rId883"/>
                <a:stretch>
                  <a:fillRect/>
                </a:stretch>
              </p:blipFill>
              <p:spPr>
                <a:xfrm>
                  <a:off x="11212344" y="1272816"/>
                  <a:ext cx="536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4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2E9C2382-92E8-F1F4-8B28-8BC5A7C8E46F}"/>
                    </a:ext>
                  </a:extLst>
                </p14:cNvPr>
                <p14:cNvContentPartPr/>
                <p14:nvPr/>
              </p14:nvContentPartPr>
              <p14:xfrm>
                <a:off x="11134584" y="1361736"/>
                <a:ext cx="134640" cy="2160"/>
              </p14:xfrm>
            </p:contentPart>
          </mc:Choice>
          <mc:Fallback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2E9C2382-92E8-F1F4-8B28-8BC5A7C8E46F}"/>
                    </a:ext>
                  </a:extLst>
                </p:cNvPr>
                <p:cNvPicPr/>
                <p:nvPr/>
              </p:nvPicPr>
              <p:blipFill>
                <a:blip r:embed="rId885"/>
                <a:stretch>
                  <a:fillRect/>
                </a:stretch>
              </p:blipFill>
              <p:spPr>
                <a:xfrm>
                  <a:off x="11130264" y="1357416"/>
                  <a:ext cx="143280" cy="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6">
              <p14:nvContentPartPr>
                <p14:cNvPr id="615" name="Ink 614">
                  <a:extLst>
                    <a:ext uri="{FF2B5EF4-FFF2-40B4-BE49-F238E27FC236}">
                      <a16:creationId xmlns:a16="http://schemas.microsoft.com/office/drawing/2014/main" id="{831A5EA1-4212-1D2D-DAB1-705369DBF33D}"/>
                    </a:ext>
                  </a:extLst>
                </p14:cNvPr>
                <p14:cNvContentPartPr/>
                <p14:nvPr/>
              </p14:nvContentPartPr>
              <p14:xfrm>
                <a:off x="11380824" y="1379016"/>
                <a:ext cx="17280" cy="10800"/>
              </p14:xfrm>
            </p:contentPart>
          </mc:Choice>
          <mc:Fallback>
            <p:pic>
              <p:nvPicPr>
                <p:cNvPr id="615" name="Ink 614">
                  <a:extLst>
                    <a:ext uri="{FF2B5EF4-FFF2-40B4-BE49-F238E27FC236}">
                      <a16:creationId xmlns:a16="http://schemas.microsoft.com/office/drawing/2014/main" id="{831A5EA1-4212-1D2D-DAB1-705369DBF33D}"/>
                    </a:ext>
                  </a:extLst>
                </p:cNvPr>
                <p:cNvPicPr/>
                <p:nvPr/>
              </p:nvPicPr>
              <p:blipFill>
                <a:blip r:embed="rId887"/>
                <a:stretch>
                  <a:fillRect/>
                </a:stretch>
              </p:blipFill>
              <p:spPr>
                <a:xfrm>
                  <a:off x="11376504" y="1374696"/>
                  <a:ext cx="259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8">
              <p14:nvContentPartPr>
                <p14:cNvPr id="616" name="Ink 615">
                  <a:extLst>
                    <a:ext uri="{FF2B5EF4-FFF2-40B4-BE49-F238E27FC236}">
                      <a16:creationId xmlns:a16="http://schemas.microsoft.com/office/drawing/2014/main" id="{84C998A6-E5C9-6645-AF0E-319A5907B8AB}"/>
                    </a:ext>
                  </a:extLst>
                </p14:cNvPr>
                <p14:cNvContentPartPr/>
                <p14:nvPr/>
              </p14:nvContentPartPr>
              <p14:xfrm>
                <a:off x="11276064" y="1485216"/>
                <a:ext cx="198000" cy="157320"/>
              </p14:xfrm>
            </p:contentPart>
          </mc:Choice>
          <mc:Fallback>
            <p:pic>
              <p:nvPicPr>
                <p:cNvPr id="616" name="Ink 615">
                  <a:extLst>
                    <a:ext uri="{FF2B5EF4-FFF2-40B4-BE49-F238E27FC236}">
                      <a16:creationId xmlns:a16="http://schemas.microsoft.com/office/drawing/2014/main" id="{84C998A6-E5C9-6645-AF0E-319A5907B8AB}"/>
                    </a:ext>
                  </a:extLst>
                </p:cNvPr>
                <p:cNvPicPr/>
                <p:nvPr/>
              </p:nvPicPr>
              <p:blipFill>
                <a:blip r:embed="rId889"/>
                <a:stretch>
                  <a:fillRect/>
                </a:stretch>
              </p:blipFill>
              <p:spPr>
                <a:xfrm>
                  <a:off x="11271744" y="1480896"/>
                  <a:ext cx="20664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9" name="Group 638">
            <a:extLst>
              <a:ext uri="{FF2B5EF4-FFF2-40B4-BE49-F238E27FC236}">
                <a16:creationId xmlns:a16="http://schemas.microsoft.com/office/drawing/2014/main" id="{5C524B53-7F46-0779-5931-5DF0FBDAEE25}"/>
              </a:ext>
            </a:extLst>
          </p:cNvPr>
          <p:cNvGrpSpPr/>
          <p:nvPr/>
        </p:nvGrpSpPr>
        <p:grpSpPr>
          <a:xfrm>
            <a:off x="7648344" y="5943096"/>
            <a:ext cx="760320" cy="276840"/>
            <a:chOff x="7648344" y="5943096"/>
            <a:chExt cx="760320" cy="27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0">
              <p14:nvContentPartPr>
                <p14:cNvPr id="634" name="Ink 633">
                  <a:extLst>
                    <a:ext uri="{FF2B5EF4-FFF2-40B4-BE49-F238E27FC236}">
                      <a16:creationId xmlns:a16="http://schemas.microsoft.com/office/drawing/2014/main" id="{B9A23BA3-FC95-4487-FB43-A0C7CDB8A730}"/>
                    </a:ext>
                  </a:extLst>
                </p14:cNvPr>
                <p14:cNvContentPartPr/>
                <p14:nvPr/>
              </p14:nvContentPartPr>
              <p14:xfrm>
                <a:off x="7648344" y="6073776"/>
                <a:ext cx="233640" cy="146160"/>
              </p14:xfrm>
            </p:contentPart>
          </mc:Choice>
          <mc:Fallback>
            <p:pic>
              <p:nvPicPr>
                <p:cNvPr id="634" name="Ink 633">
                  <a:extLst>
                    <a:ext uri="{FF2B5EF4-FFF2-40B4-BE49-F238E27FC236}">
                      <a16:creationId xmlns:a16="http://schemas.microsoft.com/office/drawing/2014/main" id="{B9A23BA3-FC95-4487-FB43-A0C7CDB8A730}"/>
                    </a:ext>
                  </a:extLst>
                </p:cNvPr>
                <p:cNvPicPr/>
                <p:nvPr/>
              </p:nvPicPr>
              <p:blipFill>
                <a:blip r:embed="rId891"/>
                <a:stretch>
                  <a:fillRect/>
                </a:stretch>
              </p:blipFill>
              <p:spPr>
                <a:xfrm>
                  <a:off x="7644024" y="6069456"/>
                  <a:ext cx="24228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2">
              <p14:nvContentPartPr>
                <p14:cNvPr id="635" name="Ink 634">
                  <a:extLst>
                    <a:ext uri="{FF2B5EF4-FFF2-40B4-BE49-F238E27FC236}">
                      <a16:creationId xmlns:a16="http://schemas.microsoft.com/office/drawing/2014/main" id="{79A900F6-A9A3-0ABC-2536-97CA642983AC}"/>
                    </a:ext>
                  </a:extLst>
                </p14:cNvPr>
                <p14:cNvContentPartPr/>
                <p14:nvPr/>
              </p14:nvContentPartPr>
              <p14:xfrm>
                <a:off x="7906104" y="5943096"/>
                <a:ext cx="51480" cy="198720"/>
              </p14:xfrm>
            </p:contentPart>
          </mc:Choice>
          <mc:Fallback>
            <p:pic>
              <p:nvPicPr>
                <p:cNvPr id="635" name="Ink 634">
                  <a:extLst>
                    <a:ext uri="{FF2B5EF4-FFF2-40B4-BE49-F238E27FC236}">
                      <a16:creationId xmlns:a16="http://schemas.microsoft.com/office/drawing/2014/main" id="{79A900F6-A9A3-0ABC-2536-97CA642983AC}"/>
                    </a:ext>
                  </a:extLst>
                </p:cNvPr>
                <p:cNvPicPr/>
                <p:nvPr/>
              </p:nvPicPr>
              <p:blipFill>
                <a:blip r:embed="rId893"/>
                <a:stretch>
                  <a:fillRect/>
                </a:stretch>
              </p:blipFill>
              <p:spPr>
                <a:xfrm>
                  <a:off x="7901784" y="5938776"/>
                  <a:ext cx="601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4">
              <p14:nvContentPartPr>
                <p14:cNvPr id="636" name="Ink 635">
                  <a:extLst>
                    <a:ext uri="{FF2B5EF4-FFF2-40B4-BE49-F238E27FC236}">
                      <a16:creationId xmlns:a16="http://schemas.microsoft.com/office/drawing/2014/main" id="{96558316-B083-90CF-9AEF-56A506D74E3B}"/>
                    </a:ext>
                  </a:extLst>
                </p14:cNvPr>
                <p14:cNvContentPartPr/>
                <p14:nvPr/>
              </p14:nvContentPartPr>
              <p14:xfrm>
                <a:off x="7874424" y="6057936"/>
                <a:ext cx="249120" cy="54000"/>
              </p14:xfrm>
            </p:contentPart>
          </mc:Choice>
          <mc:Fallback>
            <p:pic>
              <p:nvPicPr>
                <p:cNvPr id="636" name="Ink 635">
                  <a:extLst>
                    <a:ext uri="{FF2B5EF4-FFF2-40B4-BE49-F238E27FC236}">
                      <a16:creationId xmlns:a16="http://schemas.microsoft.com/office/drawing/2014/main" id="{96558316-B083-90CF-9AEF-56A506D74E3B}"/>
                    </a:ext>
                  </a:extLst>
                </p:cNvPr>
                <p:cNvPicPr/>
                <p:nvPr/>
              </p:nvPicPr>
              <p:blipFill>
                <a:blip r:embed="rId895"/>
                <a:stretch>
                  <a:fillRect/>
                </a:stretch>
              </p:blipFill>
              <p:spPr>
                <a:xfrm>
                  <a:off x="7870104" y="6053616"/>
                  <a:ext cx="2577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6">
              <p14:nvContentPartPr>
                <p14:cNvPr id="637" name="Ink 636">
                  <a:extLst>
                    <a:ext uri="{FF2B5EF4-FFF2-40B4-BE49-F238E27FC236}">
                      <a16:creationId xmlns:a16="http://schemas.microsoft.com/office/drawing/2014/main" id="{561E8BD8-77B5-EE64-BD24-891152126D34}"/>
                    </a:ext>
                  </a:extLst>
                </p14:cNvPr>
                <p14:cNvContentPartPr/>
                <p14:nvPr/>
              </p14:nvContentPartPr>
              <p14:xfrm>
                <a:off x="8178264" y="6008976"/>
                <a:ext cx="40320" cy="107640"/>
              </p14:xfrm>
            </p:contentPart>
          </mc:Choice>
          <mc:Fallback>
            <p:pic>
              <p:nvPicPr>
                <p:cNvPr id="637" name="Ink 636">
                  <a:extLst>
                    <a:ext uri="{FF2B5EF4-FFF2-40B4-BE49-F238E27FC236}">
                      <a16:creationId xmlns:a16="http://schemas.microsoft.com/office/drawing/2014/main" id="{561E8BD8-77B5-EE64-BD24-891152126D34}"/>
                    </a:ext>
                  </a:extLst>
                </p:cNvPr>
                <p:cNvPicPr/>
                <p:nvPr/>
              </p:nvPicPr>
              <p:blipFill>
                <a:blip r:embed="rId897"/>
                <a:stretch>
                  <a:fillRect/>
                </a:stretch>
              </p:blipFill>
              <p:spPr>
                <a:xfrm>
                  <a:off x="8173944" y="6004656"/>
                  <a:ext cx="489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8">
              <p14:nvContentPartPr>
                <p14:cNvPr id="638" name="Ink 637">
                  <a:extLst>
                    <a:ext uri="{FF2B5EF4-FFF2-40B4-BE49-F238E27FC236}">
                      <a16:creationId xmlns:a16="http://schemas.microsoft.com/office/drawing/2014/main" id="{8E789CDC-C86C-9018-3DEC-A75EBBDF5C4B}"/>
                    </a:ext>
                  </a:extLst>
                </p14:cNvPr>
                <p14:cNvContentPartPr/>
                <p14:nvPr/>
              </p14:nvContentPartPr>
              <p14:xfrm>
                <a:off x="8259624" y="6037416"/>
                <a:ext cx="149040" cy="62280"/>
              </p14:xfrm>
            </p:contentPart>
          </mc:Choice>
          <mc:Fallback>
            <p:pic>
              <p:nvPicPr>
                <p:cNvPr id="638" name="Ink 637">
                  <a:extLst>
                    <a:ext uri="{FF2B5EF4-FFF2-40B4-BE49-F238E27FC236}">
                      <a16:creationId xmlns:a16="http://schemas.microsoft.com/office/drawing/2014/main" id="{8E789CDC-C86C-9018-3DEC-A75EBBDF5C4B}"/>
                    </a:ext>
                  </a:extLst>
                </p:cNvPr>
                <p:cNvPicPr/>
                <p:nvPr/>
              </p:nvPicPr>
              <p:blipFill>
                <a:blip r:embed="rId899"/>
                <a:stretch>
                  <a:fillRect/>
                </a:stretch>
              </p:blipFill>
              <p:spPr>
                <a:xfrm>
                  <a:off x="8255304" y="6033096"/>
                  <a:ext cx="157680" cy="7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0">
            <p14:nvContentPartPr>
              <p14:cNvPr id="640" name="Ink 639">
                <a:extLst>
                  <a:ext uri="{FF2B5EF4-FFF2-40B4-BE49-F238E27FC236}">
                    <a16:creationId xmlns:a16="http://schemas.microsoft.com/office/drawing/2014/main" id="{43152F66-A85D-C247-EA61-7E3FCC29F08C}"/>
                  </a:ext>
                </a:extLst>
              </p14:cNvPr>
              <p14:cNvContentPartPr/>
              <p14:nvPr/>
            </p14:nvContentPartPr>
            <p14:xfrm>
              <a:off x="8647344" y="5937696"/>
              <a:ext cx="100440" cy="108720"/>
            </p14:xfrm>
          </p:contentPart>
        </mc:Choice>
        <mc:Fallback>
          <p:pic>
            <p:nvPicPr>
              <p:cNvPr id="640" name="Ink 639">
                <a:extLst>
                  <a:ext uri="{FF2B5EF4-FFF2-40B4-BE49-F238E27FC236}">
                    <a16:creationId xmlns:a16="http://schemas.microsoft.com/office/drawing/2014/main" id="{43152F66-A85D-C247-EA61-7E3FCC29F08C}"/>
                  </a:ext>
                </a:extLst>
              </p:cNvPr>
              <p:cNvPicPr/>
              <p:nvPr/>
            </p:nvPicPr>
            <p:blipFill>
              <a:blip r:embed="rId901"/>
              <a:stretch>
                <a:fillRect/>
              </a:stretch>
            </p:blipFill>
            <p:spPr>
              <a:xfrm>
                <a:off x="8643024" y="5933376"/>
                <a:ext cx="109080" cy="11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47" name="Group 646">
            <a:extLst>
              <a:ext uri="{FF2B5EF4-FFF2-40B4-BE49-F238E27FC236}">
                <a16:creationId xmlns:a16="http://schemas.microsoft.com/office/drawing/2014/main" id="{8BE5034E-D166-FCEC-B847-22D4FB885015}"/>
              </a:ext>
            </a:extLst>
          </p:cNvPr>
          <p:cNvGrpSpPr/>
          <p:nvPr/>
        </p:nvGrpSpPr>
        <p:grpSpPr>
          <a:xfrm>
            <a:off x="8864424" y="5868576"/>
            <a:ext cx="295560" cy="260280"/>
            <a:chOff x="8864424" y="5868576"/>
            <a:chExt cx="295560" cy="26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2">
              <p14:nvContentPartPr>
                <p14:cNvPr id="641" name="Ink 640">
                  <a:extLst>
                    <a:ext uri="{FF2B5EF4-FFF2-40B4-BE49-F238E27FC236}">
                      <a16:creationId xmlns:a16="http://schemas.microsoft.com/office/drawing/2014/main" id="{53A150A4-C08E-9D3E-1934-A87E0B124EEE}"/>
                    </a:ext>
                  </a:extLst>
                </p14:cNvPr>
                <p14:cNvContentPartPr/>
                <p14:nvPr/>
              </p14:nvContentPartPr>
              <p14:xfrm>
                <a:off x="8893584" y="5909976"/>
                <a:ext cx="10080" cy="78480"/>
              </p14:xfrm>
            </p:contentPart>
          </mc:Choice>
          <mc:Fallback>
            <p:pic>
              <p:nvPicPr>
                <p:cNvPr id="641" name="Ink 640">
                  <a:extLst>
                    <a:ext uri="{FF2B5EF4-FFF2-40B4-BE49-F238E27FC236}">
                      <a16:creationId xmlns:a16="http://schemas.microsoft.com/office/drawing/2014/main" id="{53A150A4-C08E-9D3E-1934-A87E0B124EEE}"/>
                    </a:ext>
                  </a:extLst>
                </p:cNvPr>
                <p:cNvPicPr/>
                <p:nvPr/>
              </p:nvPicPr>
              <p:blipFill>
                <a:blip r:embed="rId903"/>
                <a:stretch>
                  <a:fillRect/>
                </a:stretch>
              </p:blipFill>
              <p:spPr>
                <a:xfrm>
                  <a:off x="8889264" y="5905656"/>
                  <a:ext cx="187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4">
              <p14:nvContentPartPr>
                <p14:cNvPr id="642" name="Ink 641">
                  <a:extLst>
                    <a:ext uri="{FF2B5EF4-FFF2-40B4-BE49-F238E27FC236}">
                      <a16:creationId xmlns:a16="http://schemas.microsoft.com/office/drawing/2014/main" id="{5598697E-8F3D-E2F8-DFDA-B74D70D6D214}"/>
                    </a:ext>
                  </a:extLst>
                </p14:cNvPr>
                <p14:cNvContentPartPr/>
                <p14:nvPr/>
              </p14:nvContentPartPr>
              <p14:xfrm>
                <a:off x="8864424" y="5935176"/>
                <a:ext cx="63720" cy="21600"/>
              </p14:xfrm>
            </p:contentPart>
          </mc:Choice>
          <mc:Fallback>
            <p:pic>
              <p:nvPicPr>
                <p:cNvPr id="642" name="Ink 641">
                  <a:extLst>
                    <a:ext uri="{FF2B5EF4-FFF2-40B4-BE49-F238E27FC236}">
                      <a16:creationId xmlns:a16="http://schemas.microsoft.com/office/drawing/2014/main" id="{5598697E-8F3D-E2F8-DFDA-B74D70D6D214}"/>
                    </a:ext>
                  </a:extLst>
                </p:cNvPr>
                <p:cNvPicPr/>
                <p:nvPr/>
              </p:nvPicPr>
              <p:blipFill>
                <a:blip r:embed="rId905"/>
                <a:stretch>
                  <a:fillRect/>
                </a:stretch>
              </p:blipFill>
              <p:spPr>
                <a:xfrm>
                  <a:off x="8860104" y="5930856"/>
                  <a:ext cx="72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6">
              <p14:nvContentPartPr>
                <p14:cNvPr id="643" name="Ink 642">
                  <a:extLst>
                    <a:ext uri="{FF2B5EF4-FFF2-40B4-BE49-F238E27FC236}">
                      <a16:creationId xmlns:a16="http://schemas.microsoft.com/office/drawing/2014/main" id="{A3787C55-01E8-5D58-8C9C-436ED89D3AB5}"/>
                    </a:ext>
                  </a:extLst>
                </p14:cNvPr>
                <p14:cNvContentPartPr/>
                <p14:nvPr/>
              </p14:nvContentPartPr>
              <p14:xfrm>
                <a:off x="9013104" y="5868576"/>
                <a:ext cx="7560" cy="118080"/>
              </p14:xfrm>
            </p:contentPart>
          </mc:Choice>
          <mc:Fallback>
            <p:pic>
              <p:nvPicPr>
                <p:cNvPr id="643" name="Ink 642">
                  <a:extLst>
                    <a:ext uri="{FF2B5EF4-FFF2-40B4-BE49-F238E27FC236}">
                      <a16:creationId xmlns:a16="http://schemas.microsoft.com/office/drawing/2014/main" id="{A3787C55-01E8-5D58-8C9C-436ED89D3AB5}"/>
                    </a:ext>
                  </a:extLst>
                </p:cNvPr>
                <p:cNvPicPr/>
                <p:nvPr/>
              </p:nvPicPr>
              <p:blipFill>
                <a:blip r:embed="rId907"/>
                <a:stretch>
                  <a:fillRect/>
                </a:stretch>
              </p:blipFill>
              <p:spPr>
                <a:xfrm>
                  <a:off x="9008784" y="5864256"/>
                  <a:ext cx="162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8">
              <p14:nvContentPartPr>
                <p14:cNvPr id="645" name="Ink 644">
                  <a:extLst>
                    <a:ext uri="{FF2B5EF4-FFF2-40B4-BE49-F238E27FC236}">
                      <a16:creationId xmlns:a16="http://schemas.microsoft.com/office/drawing/2014/main" id="{9023D877-49E9-820F-BE38-4B24222F0928}"/>
                    </a:ext>
                  </a:extLst>
                </p14:cNvPr>
                <p14:cNvContentPartPr/>
                <p14:nvPr/>
              </p14:nvContentPartPr>
              <p14:xfrm>
                <a:off x="9147384" y="5869296"/>
                <a:ext cx="12600" cy="45720"/>
              </p14:xfrm>
            </p:contentPart>
          </mc:Choice>
          <mc:Fallback>
            <p:pic>
              <p:nvPicPr>
                <p:cNvPr id="645" name="Ink 644">
                  <a:extLst>
                    <a:ext uri="{FF2B5EF4-FFF2-40B4-BE49-F238E27FC236}">
                      <a16:creationId xmlns:a16="http://schemas.microsoft.com/office/drawing/2014/main" id="{9023D877-49E9-820F-BE38-4B24222F0928}"/>
                    </a:ext>
                  </a:extLst>
                </p:cNvPr>
                <p:cNvPicPr/>
                <p:nvPr/>
              </p:nvPicPr>
              <p:blipFill>
                <a:blip r:embed="rId909"/>
                <a:stretch>
                  <a:fillRect/>
                </a:stretch>
              </p:blipFill>
              <p:spPr>
                <a:xfrm>
                  <a:off x="9143064" y="5864976"/>
                  <a:ext cx="212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0">
              <p14:nvContentPartPr>
                <p14:cNvPr id="646" name="Ink 645">
                  <a:extLst>
                    <a:ext uri="{FF2B5EF4-FFF2-40B4-BE49-F238E27FC236}">
                      <a16:creationId xmlns:a16="http://schemas.microsoft.com/office/drawing/2014/main" id="{BDF271AA-CC9F-688E-C38B-8A9AC025DB61}"/>
                    </a:ext>
                  </a:extLst>
                </p14:cNvPr>
                <p14:cNvContentPartPr/>
                <p14:nvPr/>
              </p14:nvContentPartPr>
              <p14:xfrm>
                <a:off x="9040104" y="6003216"/>
                <a:ext cx="107640" cy="125640"/>
              </p14:xfrm>
            </p:contentPart>
          </mc:Choice>
          <mc:Fallback>
            <p:pic>
              <p:nvPicPr>
                <p:cNvPr id="646" name="Ink 645">
                  <a:extLst>
                    <a:ext uri="{FF2B5EF4-FFF2-40B4-BE49-F238E27FC236}">
                      <a16:creationId xmlns:a16="http://schemas.microsoft.com/office/drawing/2014/main" id="{BDF271AA-CC9F-688E-C38B-8A9AC025DB61}"/>
                    </a:ext>
                  </a:extLst>
                </p:cNvPr>
                <p:cNvPicPr/>
                <p:nvPr/>
              </p:nvPicPr>
              <p:blipFill>
                <a:blip r:embed="rId911"/>
                <a:stretch>
                  <a:fillRect/>
                </a:stretch>
              </p:blipFill>
              <p:spPr>
                <a:xfrm>
                  <a:off x="9035784" y="5998896"/>
                  <a:ext cx="116280" cy="13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12">
            <p14:nvContentPartPr>
              <p14:cNvPr id="648" name="Ink 647">
                <a:extLst>
                  <a:ext uri="{FF2B5EF4-FFF2-40B4-BE49-F238E27FC236}">
                    <a16:creationId xmlns:a16="http://schemas.microsoft.com/office/drawing/2014/main" id="{CD3BA632-2B43-5782-766D-DAE0F3ED2F0A}"/>
                  </a:ext>
                </a:extLst>
              </p14:cNvPr>
              <p14:cNvContentPartPr/>
              <p14:nvPr/>
            </p14:nvContentPartPr>
            <p14:xfrm>
              <a:off x="6814944" y="6471576"/>
              <a:ext cx="179640" cy="362160"/>
            </p14:xfrm>
          </p:contentPart>
        </mc:Choice>
        <mc:Fallback>
          <p:pic>
            <p:nvPicPr>
              <p:cNvPr id="648" name="Ink 647">
                <a:extLst>
                  <a:ext uri="{FF2B5EF4-FFF2-40B4-BE49-F238E27FC236}">
                    <a16:creationId xmlns:a16="http://schemas.microsoft.com/office/drawing/2014/main" id="{CD3BA632-2B43-5782-766D-DAE0F3ED2F0A}"/>
                  </a:ext>
                </a:extLst>
              </p:cNvPr>
              <p:cNvPicPr/>
              <p:nvPr/>
            </p:nvPicPr>
            <p:blipFill>
              <a:blip r:embed="rId913"/>
              <a:stretch>
                <a:fillRect/>
              </a:stretch>
            </p:blipFill>
            <p:spPr>
              <a:xfrm>
                <a:off x="6810624" y="6467256"/>
                <a:ext cx="188280" cy="37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4507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8EC7CC7-A2B9-ACBF-0CAB-C7A9B8FFBD5C}"/>
                  </a:ext>
                </a:extLst>
              </p14:cNvPr>
              <p14:cNvContentPartPr/>
              <p14:nvPr/>
            </p14:nvContentPartPr>
            <p14:xfrm>
              <a:off x="4100616" y="705312"/>
              <a:ext cx="3062880" cy="111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8EC7CC7-A2B9-ACBF-0CAB-C7A9B8FFBD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95936" y="700632"/>
                <a:ext cx="307152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5B1C0F3-8C35-EB80-E8E0-CB0AE25D6D3E}"/>
                  </a:ext>
                </a:extLst>
              </p14:cNvPr>
              <p14:cNvContentPartPr/>
              <p14:nvPr/>
            </p14:nvContentPartPr>
            <p14:xfrm>
              <a:off x="3937176" y="567792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5B1C0F3-8C35-EB80-E8E0-CB0AE25D6D3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2856" y="563472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36718B1-B7AB-2D99-39C5-62ECD3BAAD2F}"/>
                  </a:ext>
                </a:extLst>
              </p14:cNvPr>
              <p14:cNvContentPartPr/>
              <p14:nvPr/>
            </p14:nvContentPartPr>
            <p14:xfrm>
              <a:off x="4202136" y="1310832"/>
              <a:ext cx="86400" cy="79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36718B1-B7AB-2D99-39C5-62ECD3BAAD2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97816" y="1306512"/>
                <a:ext cx="9504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6A6E537-CD95-34A2-3108-A0740C0A161F}"/>
                  </a:ext>
                </a:extLst>
              </p14:cNvPr>
              <p14:cNvContentPartPr/>
              <p14:nvPr/>
            </p14:nvContentPartPr>
            <p14:xfrm>
              <a:off x="6750936" y="1358712"/>
              <a:ext cx="117360" cy="57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6A6E537-CD95-34A2-3108-A0740C0A161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46616" y="1354392"/>
                <a:ext cx="12600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9BBB5BB-7A28-1510-488B-3E21CB0B9708}"/>
                  </a:ext>
                </a:extLst>
              </p14:cNvPr>
              <p14:cNvContentPartPr/>
              <p14:nvPr/>
            </p14:nvContentPartPr>
            <p14:xfrm>
              <a:off x="6953616" y="1349712"/>
              <a:ext cx="81000" cy="3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9BBB5BB-7A28-1510-488B-3E21CB0B970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949296" y="1345392"/>
                <a:ext cx="89640" cy="1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0CD8644-2EDE-FA78-3404-22EAF72FCC1A}"/>
                  </a:ext>
                </a:extLst>
              </p14:cNvPr>
              <p14:cNvContentPartPr/>
              <p14:nvPr/>
            </p14:nvContentPartPr>
            <p14:xfrm>
              <a:off x="7131456" y="1312272"/>
              <a:ext cx="34560" cy="1303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0CD8644-2EDE-FA78-3404-22EAF72FCC1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27136" y="1307952"/>
                <a:ext cx="4320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0F69C7E-8641-705A-4828-2D9699FF64C7}"/>
                  </a:ext>
                </a:extLst>
              </p14:cNvPr>
              <p14:cNvContentPartPr/>
              <p14:nvPr/>
            </p14:nvContentPartPr>
            <p14:xfrm>
              <a:off x="2887776" y="929592"/>
              <a:ext cx="8640" cy="1479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0F69C7E-8641-705A-4828-2D9699FF64C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83456" y="925272"/>
                <a:ext cx="1728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E0B9E9B-3590-A0B4-9CEE-D870AF1906BE}"/>
                  </a:ext>
                </a:extLst>
              </p14:cNvPr>
              <p14:cNvContentPartPr/>
              <p14:nvPr/>
            </p14:nvContentPartPr>
            <p14:xfrm>
              <a:off x="2831976" y="892872"/>
              <a:ext cx="412200" cy="2574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E0B9E9B-3590-A0B4-9CEE-D870AF1906B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827656" y="888552"/>
                <a:ext cx="42084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24D5445-9B4E-1B33-66B4-D1A52D258A2F}"/>
                  </a:ext>
                </a:extLst>
              </p14:cNvPr>
              <p14:cNvContentPartPr/>
              <p14:nvPr/>
            </p14:nvContentPartPr>
            <p14:xfrm>
              <a:off x="2915496" y="718272"/>
              <a:ext cx="163800" cy="990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24D5445-9B4E-1B33-66B4-D1A52D258A2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11176" y="713952"/>
                <a:ext cx="17244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DFA0FAC0-BEF0-7773-8C62-6CDAA56BD6DD}"/>
                  </a:ext>
                </a:extLst>
              </p14:cNvPr>
              <p14:cNvContentPartPr/>
              <p14:nvPr/>
            </p14:nvContentPartPr>
            <p14:xfrm>
              <a:off x="3064536" y="964872"/>
              <a:ext cx="954000" cy="392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FA0FAC0-BEF0-7773-8C62-6CDAA56BD6D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060216" y="960552"/>
                <a:ext cx="9626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F1831DF-CE7D-C48E-5E45-31908A14A293}"/>
                  </a:ext>
                </a:extLst>
              </p14:cNvPr>
              <p14:cNvContentPartPr/>
              <p14:nvPr/>
            </p14:nvContentPartPr>
            <p14:xfrm>
              <a:off x="3983616" y="886392"/>
              <a:ext cx="84600" cy="1476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F1831DF-CE7D-C48E-5E45-31908A14A29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979296" y="882072"/>
                <a:ext cx="9324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9F9CD6A6-753B-18C0-EEED-97FD99409151}"/>
                  </a:ext>
                </a:extLst>
              </p14:cNvPr>
              <p14:cNvContentPartPr/>
              <p14:nvPr/>
            </p14:nvContentPartPr>
            <p14:xfrm>
              <a:off x="4054176" y="802152"/>
              <a:ext cx="49680" cy="3862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9F9CD6A6-753B-18C0-EEED-97FD9940915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049856" y="797832"/>
                <a:ext cx="5832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A3CE28D-BFDA-563F-F54A-D0CB328C3471}"/>
                  </a:ext>
                </a:extLst>
              </p14:cNvPr>
              <p14:cNvContentPartPr/>
              <p14:nvPr/>
            </p14:nvContentPartPr>
            <p14:xfrm>
              <a:off x="4050216" y="1114992"/>
              <a:ext cx="3093840" cy="8568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A3CE28D-BFDA-563F-F54A-D0CB328C347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045896" y="1110672"/>
                <a:ext cx="310248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1CA1F67-2AFD-8BF8-EF0F-2BD66AAF3E30}"/>
                  </a:ext>
                </a:extLst>
              </p14:cNvPr>
              <p14:cNvContentPartPr/>
              <p14:nvPr/>
            </p14:nvContentPartPr>
            <p14:xfrm>
              <a:off x="7080336" y="713592"/>
              <a:ext cx="119880" cy="4831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1CA1F67-2AFD-8BF8-EF0F-2BD66AAF3E3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076016" y="709272"/>
                <a:ext cx="128520" cy="4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4F6CEB3-0D27-D81C-B1B0-540F7126641A}"/>
                  </a:ext>
                </a:extLst>
              </p14:cNvPr>
              <p14:cNvContentPartPr/>
              <p14:nvPr/>
            </p14:nvContentPartPr>
            <p14:xfrm>
              <a:off x="4454136" y="828072"/>
              <a:ext cx="61200" cy="3222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4F6CEB3-0D27-D81C-B1B0-540F7126641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449816" y="823752"/>
                <a:ext cx="6984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B80A633-775E-14B1-2A56-90DECFE33282}"/>
                  </a:ext>
                </a:extLst>
              </p14:cNvPr>
              <p14:cNvContentPartPr/>
              <p14:nvPr/>
            </p14:nvContentPartPr>
            <p14:xfrm>
              <a:off x="4887936" y="794592"/>
              <a:ext cx="56880" cy="3477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B80A633-775E-14B1-2A56-90DECFE3328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883616" y="790272"/>
                <a:ext cx="6552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668D023-A9CF-D9A3-70CB-63BA8CD4AEC1}"/>
                  </a:ext>
                </a:extLst>
              </p14:cNvPr>
              <p14:cNvContentPartPr/>
              <p14:nvPr/>
            </p14:nvContentPartPr>
            <p14:xfrm>
              <a:off x="5340816" y="811152"/>
              <a:ext cx="45000" cy="2988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668D023-A9CF-D9A3-70CB-63BA8CD4AEC1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336496" y="806832"/>
                <a:ext cx="5364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3A29A7C-92D9-3E59-BC52-7F258F10E50A}"/>
                  </a:ext>
                </a:extLst>
              </p14:cNvPr>
              <p14:cNvContentPartPr/>
              <p14:nvPr/>
            </p14:nvContentPartPr>
            <p14:xfrm>
              <a:off x="5882976" y="770472"/>
              <a:ext cx="34560" cy="3654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3A29A7C-92D9-3E59-BC52-7F258F10E50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878656" y="766152"/>
                <a:ext cx="4320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D7D7268-D246-5166-AFC3-4C719AC42177}"/>
                  </a:ext>
                </a:extLst>
              </p14:cNvPr>
              <p14:cNvContentPartPr/>
              <p14:nvPr/>
            </p14:nvContentPartPr>
            <p14:xfrm>
              <a:off x="6363216" y="766152"/>
              <a:ext cx="56520" cy="3769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D7D7268-D246-5166-AFC3-4C719AC4217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358896" y="761832"/>
                <a:ext cx="6516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B3610FF-3AD6-6257-77C4-D0500D67BC49}"/>
                  </a:ext>
                </a:extLst>
              </p14:cNvPr>
              <p14:cNvContentPartPr/>
              <p14:nvPr/>
            </p14:nvContentPartPr>
            <p14:xfrm>
              <a:off x="6767136" y="720072"/>
              <a:ext cx="28080" cy="4248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B3610FF-3AD6-6257-77C4-D0500D67BC4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762816" y="715752"/>
                <a:ext cx="36720" cy="4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D8AC5864-F3FC-6258-3636-2A3FEBB48019}"/>
                  </a:ext>
                </a:extLst>
              </p14:cNvPr>
              <p14:cNvContentPartPr/>
              <p14:nvPr/>
            </p14:nvContentPartPr>
            <p14:xfrm>
              <a:off x="4622616" y="883152"/>
              <a:ext cx="104760" cy="1389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D8AC5864-F3FC-6258-3636-2A3FEBB4801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618296" y="878832"/>
                <a:ext cx="1134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D8D8B18-A1A1-91B4-A1C9-2CE578BE80B1}"/>
                  </a:ext>
                </a:extLst>
              </p14:cNvPr>
              <p14:cNvContentPartPr/>
              <p14:nvPr/>
            </p14:nvContentPartPr>
            <p14:xfrm>
              <a:off x="5029776" y="910152"/>
              <a:ext cx="15120" cy="1051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D8D8B18-A1A1-91B4-A1C9-2CE578BE80B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025456" y="905832"/>
                <a:ext cx="2376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D2183650-7ABC-782D-27A7-AA90BCA9DD29}"/>
                  </a:ext>
                </a:extLst>
              </p14:cNvPr>
              <p14:cNvContentPartPr/>
              <p14:nvPr/>
            </p14:nvContentPartPr>
            <p14:xfrm>
              <a:off x="6506856" y="879912"/>
              <a:ext cx="12960" cy="810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D2183650-7ABC-782D-27A7-AA90BCA9DD2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502536" y="875592"/>
                <a:ext cx="2160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0950A9D-2246-2EF7-59AA-5A634291ABFB}"/>
                  </a:ext>
                </a:extLst>
              </p14:cNvPr>
              <p14:cNvContentPartPr/>
              <p14:nvPr/>
            </p14:nvContentPartPr>
            <p14:xfrm>
              <a:off x="6592176" y="870192"/>
              <a:ext cx="83520" cy="784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0950A9D-2246-2EF7-59AA-5A634291ABF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587856" y="865872"/>
                <a:ext cx="921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7641F99-73E1-F7DE-3AD6-9DE3ABEE0433}"/>
                  </a:ext>
                </a:extLst>
              </p14:cNvPr>
              <p14:cNvContentPartPr/>
              <p14:nvPr/>
            </p14:nvContentPartPr>
            <p14:xfrm>
              <a:off x="4234536" y="888552"/>
              <a:ext cx="115560" cy="1238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7641F99-73E1-F7DE-3AD6-9DE3ABEE043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230216" y="884232"/>
                <a:ext cx="12420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8258DED-FAB9-CD16-3FC6-9022F37D2A0D}"/>
                  </a:ext>
                </a:extLst>
              </p14:cNvPr>
              <p14:cNvContentPartPr/>
              <p14:nvPr/>
            </p14:nvContentPartPr>
            <p14:xfrm>
              <a:off x="6914376" y="852552"/>
              <a:ext cx="116280" cy="1620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8258DED-FAB9-CD16-3FC6-9022F37D2A0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910056" y="848232"/>
                <a:ext cx="12492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EF30937-98B3-6A8D-4E2B-144EA51581FE}"/>
                  </a:ext>
                </a:extLst>
              </p14:cNvPr>
              <p14:cNvContentPartPr/>
              <p14:nvPr/>
            </p14:nvContentPartPr>
            <p14:xfrm>
              <a:off x="5610816" y="859752"/>
              <a:ext cx="122400" cy="15300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EF30937-98B3-6A8D-4E2B-144EA51581F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606496" y="855432"/>
                <a:ext cx="13104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D8FED5F-CBBC-F12A-70D7-7E0E393B680F}"/>
                  </a:ext>
                </a:extLst>
              </p14:cNvPr>
              <p14:cNvContentPartPr/>
              <p14:nvPr/>
            </p14:nvContentPartPr>
            <p14:xfrm>
              <a:off x="6047136" y="852552"/>
              <a:ext cx="91800" cy="1699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D8FED5F-CBBC-F12A-70D7-7E0E393B680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042816" y="848232"/>
                <a:ext cx="10044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58B8079-CD15-4CEC-3D23-8C0B585E6AED}"/>
                  </a:ext>
                </a:extLst>
              </p14:cNvPr>
              <p14:cNvContentPartPr/>
              <p14:nvPr/>
            </p14:nvContentPartPr>
            <p14:xfrm>
              <a:off x="6034896" y="942552"/>
              <a:ext cx="158760" cy="828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58B8079-CD15-4CEC-3D23-8C0B585E6AE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030576" y="938232"/>
                <a:ext cx="167400" cy="1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D98E81AF-1818-D808-2F1C-F4207F64E6D9}"/>
                  </a:ext>
                </a:extLst>
              </p14:cNvPr>
              <p14:cNvContentPartPr/>
              <p14:nvPr/>
            </p14:nvContentPartPr>
            <p14:xfrm>
              <a:off x="6017184" y="4996440"/>
              <a:ext cx="24840" cy="2376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D98E81AF-1818-D808-2F1C-F4207F64E6D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972184" y="4951440"/>
                <a:ext cx="11448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D545461-486B-4775-3B9E-DD53DEBE9768}"/>
                  </a:ext>
                </a:extLst>
              </p14:cNvPr>
              <p14:cNvContentPartPr/>
              <p14:nvPr/>
            </p14:nvContentPartPr>
            <p14:xfrm>
              <a:off x="4072824" y="875736"/>
              <a:ext cx="1751400" cy="2055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D545461-486B-4775-3B9E-DD53DEBE9768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982824" y="696096"/>
                <a:ext cx="1931040" cy="56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5163B6E-FB11-7870-C8A6-60F3FA884349}"/>
                  </a:ext>
                </a:extLst>
              </p14:cNvPr>
              <p14:cNvContentPartPr/>
              <p14:nvPr/>
            </p14:nvContentPartPr>
            <p14:xfrm>
              <a:off x="6494904" y="803016"/>
              <a:ext cx="684360" cy="21204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5163B6E-FB11-7870-C8A6-60F3FA88434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404904" y="623376"/>
                <a:ext cx="864000" cy="57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E7C8A13D-BC06-7654-6AC5-F39A08A61DE8}"/>
              </a:ext>
            </a:extLst>
          </p:cNvPr>
          <p:cNvGrpSpPr/>
          <p:nvPr/>
        </p:nvGrpSpPr>
        <p:grpSpPr>
          <a:xfrm>
            <a:off x="481464" y="115776"/>
            <a:ext cx="1531800" cy="292320"/>
            <a:chOff x="481464" y="115776"/>
            <a:chExt cx="1531800" cy="292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361D302-76B2-8A98-0B1C-8E8907845C0C}"/>
                    </a:ext>
                  </a:extLst>
                </p14:cNvPr>
                <p14:cNvContentPartPr/>
                <p14:nvPr/>
              </p14:nvContentPartPr>
              <p14:xfrm>
                <a:off x="622944" y="235296"/>
                <a:ext cx="7560" cy="78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361D302-76B2-8A98-0B1C-8E8907845C0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18624" y="230976"/>
                  <a:ext cx="162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740D44F-B236-A8AE-03A1-8DC32CFD467F}"/>
                    </a:ext>
                  </a:extLst>
                </p14:cNvPr>
                <p14:cNvContentPartPr/>
                <p14:nvPr/>
              </p14:nvContentPartPr>
              <p14:xfrm>
                <a:off x="481464" y="171216"/>
                <a:ext cx="230400" cy="236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740D44F-B236-A8AE-03A1-8DC32CFD467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77144" y="166896"/>
                  <a:ext cx="2390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BD66002-5C03-87EB-1DBD-D982FD7778AC}"/>
                    </a:ext>
                  </a:extLst>
                </p14:cNvPr>
                <p14:cNvContentPartPr/>
                <p14:nvPr/>
              </p14:nvContentPartPr>
              <p14:xfrm>
                <a:off x="766944" y="233856"/>
                <a:ext cx="19800" cy="46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BD66002-5C03-87EB-1DBD-D982FD7778A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62624" y="229536"/>
                  <a:ext cx="284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D9CBAC0-D7DB-75F3-6A57-8B175599D416}"/>
                    </a:ext>
                  </a:extLst>
                </p14:cNvPr>
                <p14:cNvContentPartPr/>
                <p14:nvPr/>
              </p14:nvContentPartPr>
              <p14:xfrm>
                <a:off x="788904" y="169416"/>
                <a:ext cx="15120" cy="26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D9CBAC0-D7DB-75F3-6A57-8B175599D41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84584" y="165096"/>
                  <a:ext cx="237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355EA82-6B28-C32A-F319-2777BD2D678C}"/>
                    </a:ext>
                  </a:extLst>
                </p14:cNvPr>
                <p14:cNvContentPartPr/>
                <p14:nvPr/>
              </p14:nvContentPartPr>
              <p14:xfrm>
                <a:off x="869184" y="212256"/>
                <a:ext cx="73440" cy="1022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355EA82-6B28-C32A-F319-2777BD2D678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64864" y="207936"/>
                  <a:ext cx="820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CEDA617-1E2D-48A7-778C-04137ECB11D5}"/>
                    </a:ext>
                  </a:extLst>
                </p14:cNvPr>
                <p14:cNvContentPartPr/>
                <p14:nvPr/>
              </p14:nvContentPartPr>
              <p14:xfrm>
                <a:off x="1020384" y="234576"/>
                <a:ext cx="360" cy="62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CEDA617-1E2D-48A7-778C-04137ECB11D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16064" y="230256"/>
                  <a:ext cx="90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535CAD7-A718-FC78-FA34-79FEBEA4AAAE}"/>
                    </a:ext>
                  </a:extLst>
                </p14:cNvPr>
                <p14:cNvContentPartPr/>
                <p14:nvPr/>
              </p14:nvContentPartPr>
              <p14:xfrm>
                <a:off x="1071504" y="151776"/>
                <a:ext cx="15120" cy="457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535CAD7-A718-FC78-FA34-79FEBEA4AAA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67184" y="147456"/>
                  <a:ext cx="237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C31E5AD-1E33-CCA2-B32B-425664FAC84F}"/>
                    </a:ext>
                  </a:extLst>
                </p14:cNvPr>
                <p14:cNvContentPartPr/>
                <p14:nvPr/>
              </p14:nvContentPartPr>
              <p14:xfrm>
                <a:off x="1091304" y="115776"/>
                <a:ext cx="171000" cy="197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C31E5AD-1E33-CCA2-B32B-425664FAC84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86984" y="111456"/>
                  <a:ext cx="17964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E94FFF5-A829-917B-E5EC-85C9DBE886B3}"/>
                    </a:ext>
                  </a:extLst>
                </p14:cNvPr>
                <p14:cNvContentPartPr/>
                <p14:nvPr/>
              </p14:nvContentPartPr>
              <p14:xfrm>
                <a:off x="1256904" y="242496"/>
                <a:ext cx="117360" cy="60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E94FFF5-A829-917B-E5EC-85C9DBE886B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252584" y="238176"/>
                  <a:ext cx="1260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DA3A033-BD61-EB0B-CB53-7A5F1A7BDB05}"/>
                    </a:ext>
                  </a:extLst>
                </p14:cNvPr>
                <p14:cNvContentPartPr/>
                <p14:nvPr/>
              </p14:nvContentPartPr>
              <p14:xfrm>
                <a:off x="1520424" y="180936"/>
                <a:ext cx="124920" cy="109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DA3A033-BD61-EB0B-CB53-7A5F1A7BDB0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516104" y="176616"/>
                  <a:ext cx="1335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C23815E-D4C1-E75C-E3ED-7C8CD2166B9A}"/>
                    </a:ext>
                  </a:extLst>
                </p14:cNvPr>
                <p14:cNvContentPartPr/>
                <p14:nvPr/>
              </p14:nvContentPartPr>
              <p14:xfrm>
                <a:off x="1700784" y="237816"/>
                <a:ext cx="117360" cy="388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C23815E-D4C1-E75C-E3ED-7C8CD2166B9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696464" y="233496"/>
                  <a:ext cx="1260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97ED7E3-09F7-2103-F460-5173AFF69982}"/>
                    </a:ext>
                  </a:extLst>
                </p14:cNvPr>
                <p14:cNvContentPartPr/>
                <p14:nvPr/>
              </p14:nvContentPartPr>
              <p14:xfrm>
                <a:off x="1859184" y="117216"/>
                <a:ext cx="154080" cy="168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97ED7E3-09F7-2103-F460-5173AFF6998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854864" y="112896"/>
                  <a:ext cx="16272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50BAE9F-3454-507E-C22B-9C6ED37BF230}"/>
              </a:ext>
            </a:extLst>
          </p:cNvPr>
          <p:cNvGrpSpPr/>
          <p:nvPr/>
        </p:nvGrpSpPr>
        <p:grpSpPr>
          <a:xfrm>
            <a:off x="2198304" y="124776"/>
            <a:ext cx="1104840" cy="311040"/>
            <a:chOff x="2198304" y="124776"/>
            <a:chExt cx="1104840" cy="31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DE05B20-5138-8CFC-237F-746D2551BE82}"/>
                    </a:ext>
                  </a:extLst>
                </p14:cNvPr>
                <p14:cNvContentPartPr/>
                <p14:nvPr/>
              </p14:nvContentPartPr>
              <p14:xfrm>
                <a:off x="2198304" y="124776"/>
                <a:ext cx="190440" cy="189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DE05B20-5138-8CFC-237F-746D2551BE8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193984" y="120456"/>
                  <a:ext cx="1990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B87A005-88FD-C025-33F6-CE4CC9F2A41C}"/>
                    </a:ext>
                  </a:extLst>
                </p14:cNvPr>
                <p14:cNvContentPartPr/>
                <p14:nvPr/>
              </p14:nvContentPartPr>
              <p14:xfrm>
                <a:off x="2355624" y="219816"/>
                <a:ext cx="221040" cy="95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B87A005-88FD-C025-33F6-CE4CC9F2A41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351304" y="215496"/>
                  <a:ext cx="2296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5578E0B-5B54-A536-751B-FF6ABFC7537C}"/>
                    </a:ext>
                  </a:extLst>
                </p14:cNvPr>
                <p14:cNvContentPartPr/>
                <p14:nvPr/>
              </p14:nvContentPartPr>
              <p14:xfrm>
                <a:off x="2526984" y="223056"/>
                <a:ext cx="171360" cy="212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5578E0B-5B54-A536-751B-FF6ABFC7537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522664" y="218736"/>
                  <a:ext cx="1800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F5C5F43-3747-BC94-4235-1701D28FD85A}"/>
                    </a:ext>
                  </a:extLst>
                </p14:cNvPr>
                <p14:cNvContentPartPr/>
                <p14:nvPr/>
              </p14:nvContentPartPr>
              <p14:xfrm>
                <a:off x="2761344" y="217296"/>
                <a:ext cx="112680" cy="51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F5C5F43-3747-BC94-4235-1701D28FD85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757024" y="212976"/>
                  <a:ext cx="1213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4BA8AEF-F658-2796-C871-037B124D2464}"/>
                    </a:ext>
                  </a:extLst>
                </p14:cNvPr>
                <p14:cNvContentPartPr/>
                <p14:nvPr/>
              </p14:nvContentPartPr>
              <p14:xfrm>
                <a:off x="2905344" y="201816"/>
                <a:ext cx="73800" cy="655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4BA8AEF-F658-2796-C871-037B124D246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901024" y="197496"/>
                  <a:ext cx="824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D0D00B0-41C8-4F35-A9C5-921F608EBFDF}"/>
                    </a:ext>
                  </a:extLst>
                </p14:cNvPr>
                <p14:cNvContentPartPr/>
                <p14:nvPr/>
              </p14:nvContentPartPr>
              <p14:xfrm>
                <a:off x="3024864" y="212616"/>
                <a:ext cx="112680" cy="435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D0D00B0-41C8-4F35-A9C5-921F608EBFD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020544" y="208296"/>
                  <a:ext cx="1213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0231923-B00C-B0EA-0308-E12DF5FA07F1}"/>
                    </a:ext>
                  </a:extLst>
                </p14:cNvPr>
                <p14:cNvContentPartPr/>
                <p14:nvPr/>
              </p14:nvContentPartPr>
              <p14:xfrm>
                <a:off x="3183264" y="150696"/>
                <a:ext cx="119880" cy="939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0231923-B00C-B0EA-0308-E12DF5FA07F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178944" y="146376"/>
                  <a:ext cx="12852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6433BEF6-FDE6-2F96-4008-20EC2CC0E24E}"/>
              </a:ext>
            </a:extLst>
          </p:cNvPr>
          <p:cNvGrpSpPr/>
          <p:nvPr/>
        </p:nvGrpSpPr>
        <p:grpSpPr>
          <a:xfrm>
            <a:off x="3635424" y="1472256"/>
            <a:ext cx="2296080" cy="1181880"/>
            <a:chOff x="3635424" y="1472256"/>
            <a:chExt cx="2296080" cy="118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FBC2A14-69BE-3F39-2336-435911F7C5D2}"/>
                    </a:ext>
                  </a:extLst>
                </p14:cNvPr>
                <p14:cNvContentPartPr/>
                <p14:nvPr/>
              </p14:nvContentPartPr>
              <p14:xfrm>
                <a:off x="3814704" y="2309616"/>
                <a:ext cx="200160" cy="2127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FBC2A14-69BE-3F39-2336-435911F7C5D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810384" y="2305296"/>
                  <a:ext cx="2088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2704C05-0E13-C157-CD9B-AA6C49CA4BAE}"/>
                    </a:ext>
                  </a:extLst>
                </p14:cNvPr>
                <p14:cNvContentPartPr/>
                <p14:nvPr/>
              </p14:nvContentPartPr>
              <p14:xfrm>
                <a:off x="4402224" y="2258496"/>
                <a:ext cx="113760" cy="209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2704C05-0E13-C157-CD9B-AA6C49CA4BA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397904" y="2254176"/>
                  <a:ext cx="1224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DD75D86-F8D3-A6A5-7C88-6514A0273282}"/>
                    </a:ext>
                  </a:extLst>
                </p14:cNvPr>
                <p14:cNvContentPartPr/>
                <p14:nvPr/>
              </p14:nvContentPartPr>
              <p14:xfrm>
                <a:off x="4946184" y="2232936"/>
                <a:ext cx="10080" cy="170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DD75D86-F8D3-A6A5-7C88-6514A027328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941864" y="2228616"/>
                  <a:ext cx="187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38D3D8A-EF4D-2C19-2293-C5FD6DC2E341}"/>
                    </a:ext>
                  </a:extLst>
                </p14:cNvPr>
                <p14:cNvContentPartPr/>
                <p14:nvPr/>
              </p14:nvContentPartPr>
              <p14:xfrm>
                <a:off x="5413464" y="2201976"/>
                <a:ext cx="123120" cy="1339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38D3D8A-EF4D-2C19-2293-C5FD6DC2E34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409144" y="2197656"/>
                  <a:ext cx="1317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DCA65D5-EB50-DD3C-D91C-58FAE1B71793}"/>
                    </a:ext>
                  </a:extLst>
                </p14:cNvPr>
                <p14:cNvContentPartPr/>
                <p14:nvPr/>
              </p14:nvContentPartPr>
              <p14:xfrm>
                <a:off x="3641544" y="2224296"/>
                <a:ext cx="18360" cy="421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DCA65D5-EB50-DD3C-D91C-58FAE1B7179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637224" y="2219976"/>
                  <a:ext cx="2700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B608BBB-AD3C-59CE-066C-3D6958578E32}"/>
                    </a:ext>
                  </a:extLst>
                </p14:cNvPr>
                <p14:cNvContentPartPr/>
                <p14:nvPr/>
              </p14:nvContentPartPr>
              <p14:xfrm>
                <a:off x="3635424" y="2093976"/>
                <a:ext cx="2018160" cy="5364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B608BBB-AD3C-59CE-066C-3D6958578E3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631104" y="2089656"/>
                  <a:ext cx="202680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26A1BD3-6072-0187-A882-EDA48E8441B0}"/>
                    </a:ext>
                  </a:extLst>
                </p14:cNvPr>
                <p14:cNvContentPartPr/>
                <p14:nvPr/>
              </p14:nvContentPartPr>
              <p14:xfrm>
                <a:off x="4236624" y="2185776"/>
                <a:ext cx="7560" cy="468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26A1BD3-6072-0187-A882-EDA48E8441B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232304" y="2181456"/>
                  <a:ext cx="1620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4438E79-A229-B60B-D7FA-B04D1B3A78A7}"/>
                    </a:ext>
                  </a:extLst>
                </p14:cNvPr>
                <p14:cNvContentPartPr/>
                <p14:nvPr/>
              </p14:nvContentPartPr>
              <p14:xfrm>
                <a:off x="4731264" y="2168136"/>
                <a:ext cx="54000" cy="3830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4438E79-A229-B60B-D7FA-B04D1B3A78A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726944" y="2163816"/>
                  <a:ext cx="6264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0FB7C36-FF7D-0F0D-CAD3-60D54B4A1456}"/>
                    </a:ext>
                  </a:extLst>
                </p14:cNvPr>
                <p14:cNvContentPartPr/>
                <p14:nvPr/>
              </p14:nvContentPartPr>
              <p14:xfrm>
                <a:off x="5171904" y="2126016"/>
                <a:ext cx="11160" cy="4201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0FB7C36-FF7D-0F0D-CAD3-60D54B4A145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167584" y="2121696"/>
                  <a:ext cx="1980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E69954E-13DA-B58C-72E7-D26D4FE25A64}"/>
                    </a:ext>
                  </a:extLst>
                </p14:cNvPr>
                <p14:cNvContentPartPr/>
                <p14:nvPr/>
              </p14:nvContentPartPr>
              <p14:xfrm>
                <a:off x="3939264" y="1849536"/>
                <a:ext cx="24840" cy="2955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E69954E-13DA-B58C-72E7-D26D4FE25A6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934944" y="1845216"/>
                  <a:ext cx="334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9A241C0-33E9-3EF1-3D46-7F579526D080}"/>
                    </a:ext>
                  </a:extLst>
                </p14:cNvPr>
                <p14:cNvContentPartPr/>
                <p14:nvPr/>
              </p14:nvContentPartPr>
              <p14:xfrm>
                <a:off x="3887784" y="2097216"/>
                <a:ext cx="73440" cy="59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9A241C0-33E9-3EF1-3D46-7F579526D08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883464" y="2092896"/>
                  <a:ext cx="820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81AF788-C405-8815-044C-CA7493575818}"/>
                    </a:ext>
                  </a:extLst>
                </p14:cNvPr>
                <p14:cNvContentPartPr/>
                <p14:nvPr/>
              </p14:nvContentPartPr>
              <p14:xfrm>
                <a:off x="3951144" y="2086056"/>
                <a:ext cx="37080" cy="590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81AF788-C405-8815-044C-CA749357581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946824" y="2081736"/>
                  <a:ext cx="457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E827E7B-D548-E1B7-2109-4D5B1A26080F}"/>
                    </a:ext>
                  </a:extLst>
                </p14:cNvPr>
                <p14:cNvContentPartPr/>
                <p14:nvPr/>
              </p14:nvContentPartPr>
              <p14:xfrm>
                <a:off x="3921984" y="1645416"/>
                <a:ext cx="7560" cy="1166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E827E7B-D548-E1B7-2109-4D5B1A26080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917664" y="1641096"/>
                  <a:ext cx="162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3C3549C-25A8-F236-BB19-D49C653EC4E0}"/>
                    </a:ext>
                  </a:extLst>
                </p14:cNvPr>
                <p14:cNvContentPartPr/>
                <p14:nvPr/>
              </p14:nvContentPartPr>
              <p14:xfrm>
                <a:off x="3963384" y="1705176"/>
                <a:ext cx="63720" cy="446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3C3549C-25A8-F236-BB19-D49C653EC4E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959064" y="1700856"/>
                  <a:ext cx="723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D553211-A32A-0FF6-F6A2-3C9B8E55B950}"/>
                    </a:ext>
                  </a:extLst>
                </p14:cNvPr>
                <p14:cNvContentPartPr/>
                <p14:nvPr/>
              </p14:nvContentPartPr>
              <p14:xfrm>
                <a:off x="4091904" y="1621296"/>
                <a:ext cx="81720" cy="1562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D553211-A32A-0FF6-F6A2-3C9B8E55B95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087584" y="1616976"/>
                  <a:ext cx="903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D516423-6CF7-35BE-9F41-A53DA64FB952}"/>
                    </a:ext>
                  </a:extLst>
                </p14:cNvPr>
                <p14:cNvContentPartPr/>
                <p14:nvPr/>
              </p14:nvContentPartPr>
              <p14:xfrm>
                <a:off x="4073184" y="1686816"/>
                <a:ext cx="73440" cy="108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D516423-6CF7-35BE-9F41-A53DA64FB95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068864" y="1682496"/>
                  <a:ext cx="820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35532A4-0824-2F2F-5155-27A600D7F192}"/>
                    </a:ext>
                  </a:extLst>
                </p14:cNvPr>
                <p14:cNvContentPartPr/>
                <p14:nvPr/>
              </p14:nvContentPartPr>
              <p14:xfrm>
                <a:off x="4192704" y="1622016"/>
                <a:ext cx="32040" cy="1051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35532A4-0824-2F2F-5155-27A600D7F19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188384" y="1617696"/>
                  <a:ext cx="406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DCB5A29-90DC-3A14-3DEC-11878982301D}"/>
                    </a:ext>
                  </a:extLst>
                </p14:cNvPr>
                <p14:cNvContentPartPr/>
                <p14:nvPr/>
              </p14:nvContentPartPr>
              <p14:xfrm>
                <a:off x="4165704" y="1680336"/>
                <a:ext cx="112680" cy="126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DCB5A29-90DC-3A14-3DEC-11878982301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161384" y="1676016"/>
                  <a:ext cx="1213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464CA0B-E492-1DE1-29ED-31424B44334A}"/>
                    </a:ext>
                  </a:extLst>
                </p14:cNvPr>
                <p14:cNvContentPartPr/>
                <p14:nvPr/>
              </p14:nvContentPartPr>
              <p14:xfrm>
                <a:off x="5421744" y="1690056"/>
                <a:ext cx="30960" cy="342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464CA0B-E492-1DE1-29ED-31424B44334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417424" y="1685736"/>
                  <a:ext cx="3960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A69888D-0F8A-28DA-333A-63AEDEDA0788}"/>
                    </a:ext>
                  </a:extLst>
                </p14:cNvPr>
                <p14:cNvContentPartPr/>
                <p14:nvPr/>
              </p14:nvContentPartPr>
              <p14:xfrm>
                <a:off x="5365584" y="1970496"/>
                <a:ext cx="63720" cy="766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A69888D-0F8A-28DA-333A-63AEDEDA078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361264" y="1966176"/>
                  <a:ext cx="723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356D65F-6824-2B58-79E0-FB46A36B5D81}"/>
                    </a:ext>
                  </a:extLst>
                </p14:cNvPr>
                <p14:cNvContentPartPr/>
                <p14:nvPr/>
              </p14:nvContentPartPr>
              <p14:xfrm>
                <a:off x="5438664" y="1993896"/>
                <a:ext cx="58680" cy="522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356D65F-6824-2B58-79E0-FB46A36B5D8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434344" y="1989576"/>
                  <a:ext cx="673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E4364C0-754D-8CDE-4BC6-72EA7F1CF68C}"/>
                    </a:ext>
                  </a:extLst>
                </p14:cNvPr>
                <p14:cNvContentPartPr/>
                <p14:nvPr/>
              </p14:nvContentPartPr>
              <p14:xfrm>
                <a:off x="5336064" y="1583856"/>
                <a:ext cx="66240" cy="720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E4364C0-754D-8CDE-4BC6-72EA7F1CF68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331744" y="1579536"/>
                  <a:ext cx="748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9F91827-D076-F3A7-B265-4A4E764DA0D3}"/>
                    </a:ext>
                  </a:extLst>
                </p14:cNvPr>
                <p14:cNvContentPartPr/>
                <p14:nvPr/>
              </p14:nvContentPartPr>
              <p14:xfrm>
                <a:off x="5487264" y="1577016"/>
                <a:ext cx="15120" cy="424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9F91827-D076-F3A7-B265-4A4E764DA0D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482944" y="1572696"/>
                  <a:ext cx="237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CAF05E4-7614-5468-4616-232636DD2C9F}"/>
                    </a:ext>
                  </a:extLst>
                </p14:cNvPr>
                <p14:cNvContentPartPr/>
                <p14:nvPr/>
              </p14:nvContentPartPr>
              <p14:xfrm>
                <a:off x="5502024" y="1524456"/>
                <a:ext cx="19800" cy="532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CAF05E4-7614-5468-4616-232636DD2C9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497704" y="1520136"/>
                  <a:ext cx="284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1D8F4A0-F0CC-F8B5-416E-1BE51AE2497A}"/>
                    </a:ext>
                  </a:extLst>
                </p14:cNvPr>
                <p14:cNvContentPartPr/>
                <p14:nvPr/>
              </p14:nvContentPartPr>
              <p14:xfrm>
                <a:off x="5588784" y="1472256"/>
                <a:ext cx="243000" cy="2134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1D8F4A0-F0CC-F8B5-416E-1BE51AE2497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584464" y="1467936"/>
                  <a:ext cx="2516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3A5983C-81C6-057F-2CD2-C53B0A3D8963}"/>
                    </a:ext>
                  </a:extLst>
                </p14:cNvPr>
                <p14:cNvContentPartPr/>
                <p14:nvPr/>
              </p14:nvContentPartPr>
              <p14:xfrm>
                <a:off x="5888664" y="1538136"/>
                <a:ext cx="1440" cy="8460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3A5983C-81C6-057F-2CD2-C53B0A3D896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884344" y="1533816"/>
                  <a:ext cx="100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B81BE45-C511-7C3F-A073-EC12433280D5}"/>
                    </a:ext>
                  </a:extLst>
                </p14:cNvPr>
                <p14:cNvContentPartPr/>
                <p14:nvPr/>
              </p14:nvContentPartPr>
              <p14:xfrm>
                <a:off x="5858064" y="1587816"/>
                <a:ext cx="73440" cy="10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B81BE45-C511-7C3F-A073-EC12433280D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853744" y="1583496"/>
                  <a:ext cx="82080" cy="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D55B95B4-43D8-DFE4-E8C3-9EEB63D3F452}"/>
              </a:ext>
            </a:extLst>
          </p:cNvPr>
          <p:cNvGrpSpPr/>
          <p:nvPr/>
        </p:nvGrpSpPr>
        <p:grpSpPr>
          <a:xfrm>
            <a:off x="2308464" y="4471200"/>
            <a:ext cx="366120" cy="236160"/>
            <a:chOff x="2308464" y="4471200"/>
            <a:chExt cx="366120" cy="23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6C15912-923D-473B-3A5B-8A8196936A22}"/>
                    </a:ext>
                  </a:extLst>
                </p14:cNvPr>
                <p14:cNvContentPartPr/>
                <p14:nvPr/>
              </p14:nvContentPartPr>
              <p14:xfrm>
                <a:off x="2308464" y="4584240"/>
                <a:ext cx="19800" cy="12312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6C15912-923D-473B-3A5B-8A8196936A2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304144" y="4579920"/>
                  <a:ext cx="284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1F32D138-7933-CEDA-DE3B-E0E1F1B3295D}"/>
                    </a:ext>
                  </a:extLst>
                </p14:cNvPr>
                <p14:cNvContentPartPr/>
                <p14:nvPr/>
              </p14:nvContentPartPr>
              <p14:xfrm>
                <a:off x="2359584" y="4471200"/>
                <a:ext cx="12600" cy="360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1F32D138-7933-CEDA-DE3B-E0E1F1B3295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355264" y="4466880"/>
                  <a:ext cx="212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A1E5B616-F952-C390-5D8E-7A3257CCDDCF}"/>
                    </a:ext>
                  </a:extLst>
                </p14:cNvPr>
                <p14:cNvContentPartPr/>
                <p14:nvPr/>
              </p14:nvContentPartPr>
              <p14:xfrm>
                <a:off x="2389104" y="4602240"/>
                <a:ext cx="105840" cy="7128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A1E5B616-F952-C390-5D8E-7A3257CCDDC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384784" y="4597920"/>
                  <a:ext cx="114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857E7188-FF5A-698C-A5E3-8C8C9EBA214C}"/>
                    </a:ext>
                  </a:extLst>
                </p14:cNvPr>
                <p14:cNvContentPartPr/>
                <p14:nvPr/>
              </p14:nvContentPartPr>
              <p14:xfrm>
                <a:off x="2605824" y="4498920"/>
                <a:ext cx="46800" cy="1720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857E7188-FF5A-698C-A5E3-8C8C9EBA214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601504" y="4494600"/>
                  <a:ext cx="554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F56FD3CC-2C8D-5858-423B-FFDD2DD1D1C6}"/>
                    </a:ext>
                  </a:extLst>
                </p14:cNvPr>
                <p14:cNvContentPartPr/>
                <p14:nvPr/>
              </p14:nvContentPartPr>
              <p14:xfrm>
                <a:off x="2559744" y="4575240"/>
                <a:ext cx="114840" cy="1728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F56FD3CC-2C8D-5858-423B-FFDD2DD1D1C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555424" y="4570920"/>
                  <a:ext cx="123480" cy="2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1F26C21D-C042-609B-73A5-1EE0B4A03B9B}"/>
              </a:ext>
            </a:extLst>
          </p:cNvPr>
          <p:cNvGrpSpPr/>
          <p:nvPr/>
        </p:nvGrpSpPr>
        <p:grpSpPr>
          <a:xfrm>
            <a:off x="3001824" y="4247640"/>
            <a:ext cx="2333160" cy="410040"/>
            <a:chOff x="3001824" y="4247640"/>
            <a:chExt cx="2333160" cy="41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83DC15C7-83B9-8C8F-C75C-11BC59260BAD}"/>
                    </a:ext>
                  </a:extLst>
                </p14:cNvPr>
                <p14:cNvContentPartPr/>
                <p14:nvPr/>
              </p14:nvContentPartPr>
              <p14:xfrm>
                <a:off x="3001824" y="4546800"/>
                <a:ext cx="228600" cy="7488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83DC15C7-83B9-8C8F-C75C-11BC59260BA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997504" y="4542480"/>
                  <a:ext cx="2372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961E2551-345F-F495-89A1-088CA0DCF27F}"/>
                    </a:ext>
                  </a:extLst>
                </p14:cNvPr>
                <p14:cNvContentPartPr/>
                <p14:nvPr/>
              </p14:nvContentPartPr>
              <p14:xfrm>
                <a:off x="3279024" y="4555080"/>
                <a:ext cx="24840" cy="4500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961E2551-345F-F495-89A1-088CA0DCF27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274704" y="4550760"/>
                  <a:ext cx="334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07E06E59-5FE9-998A-C3D7-30EE7C0EEA19}"/>
                    </a:ext>
                  </a:extLst>
                </p14:cNvPr>
                <p14:cNvContentPartPr/>
                <p14:nvPr/>
              </p14:nvContentPartPr>
              <p14:xfrm>
                <a:off x="3334824" y="4466520"/>
                <a:ext cx="19800" cy="4752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07E06E59-5FE9-998A-C3D7-30EE7C0EEA1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330504" y="4462200"/>
                  <a:ext cx="284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25C2C99F-7542-2B06-0681-AD5992B01984}"/>
                    </a:ext>
                  </a:extLst>
                </p14:cNvPr>
                <p14:cNvContentPartPr/>
                <p14:nvPr/>
              </p14:nvContentPartPr>
              <p14:xfrm>
                <a:off x="3375144" y="4441680"/>
                <a:ext cx="164880" cy="16884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25C2C99F-7542-2B06-0681-AD5992B0198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370824" y="4437360"/>
                  <a:ext cx="173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AE29AA41-5FE1-32C1-3ECA-08C45E3B9699}"/>
                    </a:ext>
                  </a:extLst>
                </p14:cNvPr>
                <p14:cNvContentPartPr/>
                <p14:nvPr/>
              </p14:nvContentPartPr>
              <p14:xfrm>
                <a:off x="3549744" y="4391640"/>
                <a:ext cx="241560" cy="20160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AE29AA41-5FE1-32C1-3ECA-08C45E3B969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545424" y="4387320"/>
                  <a:ext cx="2502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3025CA33-9584-1003-6108-B902225B0F90}"/>
                    </a:ext>
                  </a:extLst>
                </p14:cNvPr>
                <p14:cNvContentPartPr/>
                <p14:nvPr/>
              </p14:nvContentPartPr>
              <p14:xfrm>
                <a:off x="3802824" y="4430520"/>
                <a:ext cx="90720" cy="15480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3025CA33-9584-1003-6108-B902225B0F9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798504" y="4426200"/>
                  <a:ext cx="993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C036AA4D-524B-5C11-1551-9FECAD079BC0}"/>
                    </a:ext>
                  </a:extLst>
                </p14:cNvPr>
                <p14:cNvContentPartPr/>
                <p14:nvPr/>
              </p14:nvContentPartPr>
              <p14:xfrm>
                <a:off x="3852144" y="4521600"/>
                <a:ext cx="122040" cy="5256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C036AA4D-524B-5C11-1551-9FECAD079BC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847824" y="4517280"/>
                  <a:ext cx="1306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B8819C95-730C-A074-4442-D73029EA07CA}"/>
                    </a:ext>
                  </a:extLst>
                </p14:cNvPr>
                <p14:cNvContentPartPr/>
                <p14:nvPr/>
              </p14:nvContentPartPr>
              <p14:xfrm>
                <a:off x="4081104" y="4492440"/>
                <a:ext cx="168480" cy="540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B8819C95-730C-A074-4442-D73029EA07C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076784" y="4488120"/>
                  <a:ext cx="17712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299234B8-330F-44ED-C4AD-D5FA674B39A5}"/>
                    </a:ext>
                  </a:extLst>
                </p14:cNvPr>
                <p14:cNvContentPartPr/>
                <p14:nvPr/>
              </p14:nvContentPartPr>
              <p14:xfrm>
                <a:off x="4119984" y="4545360"/>
                <a:ext cx="127080" cy="288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299234B8-330F-44ED-C4AD-D5FA674B39A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115664" y="4541040"/>
                  <a:ext cx="13572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C444EEA1-041C-AEA4-ECB4-C1DD90C64701}"/>
                    </a:ext>
                  </a:extLst>
                </p14:cNvPr>
                <p14:cNvContentPartPr/>
                <p14:nvPr/>
              </p14:nvContentPartPr>
              <p14:xfrm>
                <a:off x="4429584" y="4380120"/>
                <a:ext cx="66240" cy="16200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C444EEA1-041C-AEA4-ECB4-C1DD90C6470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425264" y="4375800"/>
                  <a:ext cx="748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CE542702-CE37-E034-BCA9-E1C59D5662BA}"/>
                    </a:ext>
                  </a:extLst>
                </p14:cNvPr>
                <p14:cNvContentPartPr/>
                <p14:nvPr/>
              </p14:nvContentPartPr>
              <p14:xfrm>
                <a:off x="4523184" y="4468680"/>
                <a:ext cx="128880" cy="7488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CE542702-CE37-E034-BCA9-E1C59D5662B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518864" y="4464360"/>
                  <a:ext cx="1375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76D34A9D-4020-0290-42FB-49B0FB6FD94D}"/>
                    </a:ext>
                  </a:extLst>
                </p14:cNvPr>
                <p14:cNvContentPartPr/>
                <p14:nvPr/>
              </p14:nvContentPartPr>
              <p14:xfrm>
                <a:off x="4720104" y="4303800"/>
                <a:ext cx="146520" cy="25236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76D34A9D-4020-0290-42FB-49B0FB6FD94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715784" y="4299480"/>
                  <a:ext cx="1551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24F1E62E-39EB-DE25-C8BF-A105622C8996}"/>
                    </a:ext>
                  </a:extLst>
                </p14:cNvPr>
                <p14:cNvContentPartPr/>
                <p14:nvPr/>
              </p14:nvContentPartPr>
              <p14:xfrm>
                <a:off x="4702824" y="4464720"/>
                <a:ext cx="139320" cy="1332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24F1E62E-39EB-DE25-C8BF-A105622C899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698504" y="4460400"/>
                  <a:ext cx="1479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58A54C9A-A621-1305-86D1-7C102E4EFA24}"/>
                    </a:ext>
                  </a:extLst>
                </p14:cNvPr>
                <p14:cNvContentPartPr/>
                <p14:nvPr/>
              </p14:nvContentPartPr>
              <p14:xfrm>
                <a:off x="4954104" y="4359960"/>
                <a:ext cx="54000" cy="14040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58A54C9A-A621-1305-86D1-7C102E4EFA2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949784" y="4355640"/>
                  <a:ext cx="626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1522D57D-CEAE-D751-6812-DCFE74487893}"/>
                    </a:ext>
                  </a:extLst>
                </p14:cNvPr>
                <p14:cNvContentPartPr/>
                <p14:nvPr/>
              </p14:nvContentPartPr>
              <p14:xfrm>
                <a:off x="4907664" y="4420080"/>
                <a:ext cx="144360" cy="2052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1522D57D-CEAE-D751-6812-DCFE7448789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903344" y="4415760"/>
                  <a:ext cx="153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4461CB02-0D5C-2BA7-6924-31B467CCBA6E}"/>
                    </a:ext>
                  </a:extLst>
                </p14:cNvPr>
                <p14:cNvContentPartPr/>
                <p14:nvPr/>
              </p14:nvContentPartPr>
              <p14:xfrm>
                <a:off x="5266224" y="4335480"/>
                <a:ext cx="48960" cy="13284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4461CB02-0D5C-2BA7-6924-31B467CCBA6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261904" y="4331160"/>
                  <a:ext cx="576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3D638E4F-9F4C-C310-5B07-198D60A71478}"/>
                    </a:ext>
                  </a:extLst>
                </p14:cNvPr>
                <p14:cNvContentPartPr/>
                <p14:nvPr/>
              </p14:nvContentPartPr>
              <p14:xfrm>
                <a:off x="5224824" y="4398840"/>
                <a:ext cx="110160" cy="108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3D638E4F-9F4C-C310-5B07-198D60A7147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220504" y="4394520"/>
                  <a:ext cx="11880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045CAA64-7E25-7C89-07FA-7EC66F80DE94}"/>
                    </a:ext>
                  </a:extLst>
                </p14:cNvPr>
                <p14:cNvContentPartPr/>
                <p14:nvPr/>
              </p14:nvContentPartPr>
              <p14:xfrm>
                <a:off x="4270464" y="4247640"/>
                <a:ext cx="227880" cy="41004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045CAA64-7E25-7C89-07FA-7EC66F80DE9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266144" y="4243320"/>
                  <a:ext cx="236520" cy="41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1DB4AEFD-5807-1B29-AB5C-EFF47789710E}"/>
              </a:ext>
            </a:extLst>
          </p:cNvPr>
          <p:cNvGrpSpPr/>
          <p:nvPr/>
        </p:nvGrpSpPr>
        <p:grpSpPr>
          <a:xfrm>
            <a:off x="5585544" y="4073040"/>
            <a:ext cx="1533960" cy="506880"/>
            <a:chOff x="5585544" y="4073040"/>
            <a:chExt cx="1533960" cy="50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4A57030A-AE91-A0AE-F3DB-9B8E29074D4A}"/>
                    </a:ext>
                  </a:extLst>
                </p14:cNvPr>
                <p14:cNvContentPartPr/>
                <p14:nvPr/>
              </p14:nvContentPartPr>
              <p14:xfrm>
                <a:off x="5585544" y="4309200"/>
                <a:ext cx="119880" cy="15228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4A57030A-AE91-A0AE-F3DB-9B8E29074D4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581224" y="4304880"/>
                  <a:ext cx="1285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35BA064F-AA2C-6457-0E39-323303A7758A}"/>
                    </a:ext>
                  </a:extLst>
                </p14:cNvPr>
                <p14:cNvContentPartPr/>
                <p14:nvPr/>
              </p14:nvContentPartPr>
              <p14:xfrm>
                <a:off x="5775624" y="4360680"/>
                <a:ext cx="12600" cy="630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35BA064F-AA2C-6457-0E39-323303A7758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771304" y="4356360"/>
                  <a:ext cx="212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E163F62E-4E26-1DDB-383E-581F3649E355}"/>
                    </a:ext>
                  </a:extLst>
                </p14:cNvPr>
                <p14:cNvContentPartPr/>
                <p14:nvPr/>
              </p14:nvContentPartPr>
              <p14:xfrm>
                <a:off x="5858784" y="4220280"/>
                <a:ext cx="2880" cy="3852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E163F62E-4E26-1DDB-383E-581F3649E35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854464" y="4215960"/>
                  <a:ext cx="115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403FBB2B-2FC1-14E8-5DD4-96FDB5FB277F}"/>
                    </a:ext>
                  </a:extLst>
                </p14:cNvPr>
                <p14:cNvContentPartPr/>
                <p14:nvPr/>
              </p14:nvContentPartPr>
              <p14:xfrm>
                <a:off x="5778144" y="4119120"/>
                <a:ext cx="388080" cy="34164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403FBB2B-2FC1-14E8-5DD4-96FDB5FB277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773824" y="4114800"/>
                  <a:ext cx="39672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95FCEFF3-2901-6137-A39D-69F6031CB721}"/>
                    </a:ext>
                  </a:extLst>
                </p14:cNvPr>
                <p14:cNvContentPartPr/>
                <p14:nvPr/>
              </p14:nvContentPartPr>
              <p14:xfrm>
                <a:off x="6248664" y="4160880"/>
                <a:ext cx="85680" cy="18900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95FCEFF3-2901-6137-A39D-69F6031CB72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244344" y="4156560"/>
                  <a:ext cx="943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72A2A839-F14B-AF44-5C79-E581368ABE78}"/>
                    </a:ext>
                  </a:extLst>
                </p14:cNvPr>
                <p14:cNvContentPartPr/>
                <p14:nvPr/>
              </p14:nvContentPartPr>
              <p14:xfrm>
                <a:off x="6229224" y="4238640"/>
                <a:ext cx="119880" cy="1080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72A2A839-F14B-AF44-5C79-E581368ABE7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224904" y="4234320"/>
                  <a:ext cx="12852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3A5AF9B7-2F79-2541-6AFF-BA031E622D62}"/>
                    </a:ext>
                  </a:extLst>
                </p14:cNvPr>
                <p14:cNvContentPartPr/>
                <p14:nvPr/>
              </p14:nvContentPartPr>
              <p14:xfrm>
                <a:off x="6178104" y="4073040"/>
                <a:ext cx="354960" cy="44748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3A5AF9B7-2F79-2541-6AFF-BA031E622D6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173784" y="4068720"/>
                  <a:ext cx="36360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B1F0FAC0-83CD-5770-D08A-60F5C937E22A}"/>
                    </a:ext>
                  </a:extLst>
                </p14:cNvPr>
                <p14:cNvContentPartPr/>
                <p14:nvPr/>
              </p14:nvContentPartPr>
              <p14:xfrm>
                <a:off x="6551424" y="4134600"/>
                <a:ext cx="209520" cy="30672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B1F0FAC0-83CD-5770-D08A-60F5C937E22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547104" y="4130280"/>
                  <a:ext cx="2181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81E064C2-B926-2D09-7CC4-16DDAD7C54CD}"/>
                    </a:ext>
                  </a:extLst>
                </p14:cNvPr>
                <p14:cNvContentPartPr/>
                <p14:nvPr/>
              </p14:nvContentPartPr>
              <p14:xfrm>
                <a:off x="6772104" y="4264920"/>
                <a:ext cx="150480" cy="12132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81E064C2-B926-2D09-7CC4-16DDAD7C54C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767784" y="4260600"/>
                  <a:ext cx="1591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9951C591-9F83-D906-A281-6D7A65FC1FAA}"/>
                    </a:ext>
                  </a:extLst>
                </p14:cNvPr>
                <p14:cNvContentPartPr/>
                <p14:nvPr/>
              </p14:nvContentPartPr>
              <p14:xfrm>
                <a:off x="7102224" y="4378320"/>
                <a:ext cx="17280" cy="2232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9951C591-9F83-D906-A281-6D7A65FC1FA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7097904" y="4374000"/>
                  <a:ext cx="259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1925752F-63FB-FA1D-BAE0-09BA24021434}"/>
                    </a:ext>
                  </a:extLst>
                </p14:cNvPr>
                <p14:cNvContentPartPr/>
                <p14:nvPr/>
              </p14:nvContentPartPr>
              <p14:xfrm>
                <a:off x="6948504" y="4400640"/>
                <a:ext cx="154080" cy="17928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1925752F-63FB-FA1D-BAE0-09BA2402143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944184" y="4396320"/>
                  <a:ext cx="16272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B8450471-50F3-EAB8-24BD-254EC0E97D54}"/>
              </a:ext>
            </a:extLst>
          </p:cNvPr>
          <p:cNvGrpSpPr/>
          <p:nvPr/>
        </p:nvGrpSpPr>
        <p:grpSpPr>
          <a:xfrm>
            <a:off x="2312784" y="4914360"/>
            <a:ext cx="420120" cy="173880"/>
            <a:chOff x="2312784" y="4914360"/>
            <a:chExt cx="420120" cy="17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BB7443B4-197E-B657-7DE1-8310B57849BA}"/>
                    </a:ext>
                  </a:extLst>
                </p14:cNvPr>
                <p14:cNvContentPartPr/>
                <p14:nvPr/>
              </p14:nvContentPartPr>
              <p14:xfrm>
                <a:off x="2312784" y="5014800"/>
                <a:ext cx="23040" cy="7344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BB7443B4-197E-B657-7DE1-8310B57849B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308464" y="5010480"/>
                  <a:ext cx="316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A18DEF1C-F340-6B70-9BEB-AF513B8BFDF4}"/>
                    </a:ext>
                  </a:extLst>
                </p14:cNvPr>
                <p14:cNvContentPartPr/>
                <p14:nvPr/>
              </p14:nvContentPartPr>
              <p14:xfrm>
                <a:off x="2413224" y="4914360"/>
                <a:ext cx="5400" cy="4680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A18DEF1C-F340-6B70-9BEB-AF513B8BFDF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408904" y="4910040"/>
                  <a:ext cx="1404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E730034C-2689-2F29-0A1D-5257B80DAD1B}"/>
                    </a:ext>
                  </a:extLst>
                </p14:cNvPr>
                <p14:cNvContentPartPr/>
                <p14:nvPr/>
              </p14:nvContentPartPr>
              <p14:xfrm>
                <a:off x="2464344" y="5028840"/>
                <a:ext cx="75960" cy="5004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E730034C-2689-2F29-0A1D-5257B80DAD1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460024" y="5024520"/>
                  <a:ext cx="846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26C769B4-C3D2-56DD-C9EE-9997606F87E1}"/>
                    </a:ext>
                  </a:extLst>
                </p14:cNvPr>
                <p14:cNvContentPartPr/>
                <p14:nvPr/>
              </p14:nvContentPartPr>
              <p14:xfrm>
                <a:off x="2632104" y="4923000"/>
                <a:ext cx="66600" cy="15804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26C769B4-C3D2-56DD-C9EE-9997606F87E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627784" y="4918680"/>
                  <a:ext cx="752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8B9C62A9-E6CB-2376-C3EC-6162B89210F1}"/>
                    </a:ext>
                  </a:extLst>
                </p14:cNvPr>
                <p14:cNvContentPartPr/>
                <p14:nvPr/>
              </p14:nvContentPartPr>
              <p14:xfrm>
                <a:off x="2605824" y="4997880"/>
                <a:ext cx="127080" cy="756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8B9C62A9-E6CB-2376-C3EC-6162B89210F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601504" y="4993560"/>
                  <a:ext cx="135720" cy="1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22B50DE8-5E58-4EA3-DD10-95736C36B131}"/>
              </a:ext>
            </a:extLst>
          </p:cNvPr>
          <p:cNvGrpSpPr/>
          <p:nvPr/>
        </p:nvGrpSpPr>
        <p:grpSpPr>
          <a:xfrm>
            <a:off x="2991024" y="4852440"/>
            <a:ext cx="861120" cy="426960"/>
            <a:chOff x="2991024" y="4852440"/>
            <a:chExt cx="861120" cy="42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2953DE9F-E79E-F9B0-81C3-9CE2C457AD68}"/>
                    </a:ext>
                  </a:extLst>
                </p14:cNvPr>
                <p14:cNvContentPartPr/>
                <p14:nvPr/>
              </p14:nvContentPartPr>
              <p14:xfrm>
                <a:off x="2991024" y="5042520"/>
                <a:ext cx="63720" cy="23688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2953DE9F-E79E-F9B0-81C3-9CE2C457AD6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986704" y="5038200"/>
                  <a:ext cx="723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7F604FE0-95C5-3459-E5D8-3304AFD83B4F}"/>
                    </a:ext>
                  </a:extLst>
                </p14:cNvPr>
                <p14:cNvContentPartPr/>
                <p14:nvPr/>
              </p14:nvContentPartPr>
              <p14:xfrm>
                <a:off x="3063384" y="4976280"/>
                <a:ext cx="129240" cy="8568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7F604FE0-95C5-3459-E5D8-3304AFD83B4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059064" y="4971960"/>
                  <a:ext cx="1378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9C9B1210-12CB-0838-7FF9-5A038EE5103C}"/>
                    </a:ext>
                  </a:extLst>
                </p14:cNvPr>
                <p14:cNvContentPartPr/>
                <p14:nvPr/>
              </p14:nvContentPartPr>
              <p14:xfrm>
                <a:off x="3227544" y="4974480"/>
                <a:ext cx="39240" cy="5400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9C9B1210-12CB-0838-7FF9-5A038EE5103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223224" y="4970160"/>
                  <a:ext cx="478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49760FCD-4803-4883-4E36-C3CA10214033}"/>
                    </a:ext>
                  </a:extLst>
                </p14:cNvPr>
                <p14:cNvContentPartPr/>
                <p14:nvPr/>
              </p14:nvContentPartPr>
              <p14:xfrm>
                <a:off x="3317904" y="4858200"/>
                <a:ext cx="22320" cy="38520"/>
              </p14:xfrm>
            </p:contentPart>
          </mc:Choice>
          <mc:Fallback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49760FCD-4803-4883-4E36-C3CA1021403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313584" y="4853880"/>
                  <a:ext cx="309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D3FB6948-A4AB-0A50-62D2-EC0ED4EF6B6B}"/>
                    </a:ext>
                  </a:extLst>
                </p14:cNvPr>
                <p14:cNvContentPartPr/>
                <p14:nvPr/>
              </p14:nvContentPartPr>
              <p14:xfrm>
                <a:off x="3374064" y="4940640"/>
                <a:ext cx="117360" cy="8964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D3FB6948-A4AB-0A50-62D2-EC0ED4EF6B6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369744" y="4936320"/>
                  <a:ext cx="1260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98AD1E65-0685-856B-868D-CB18995FDE46}"/>
                    </a:ext>
                  </a:extLst>
                </p14:cNvPr>
                <p14:cNvContentPartPr/>
                <p14:nvPr/>
              </p14:nvContentPartPr>
              <p14:xfrm>
                <a:off x="3524904" y="4912560"/>
                <a:ext cx="105480" cy="10440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98AD1E65-0685-856B-868D-CB18995FDE4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520584" y="4908240"/>
                  <a:ext cx="1141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878CD315-4C5B-EDCA-AE0E-EA32FC9E3D9C}"/>
                    </a:ext>
                  </a:extLst>
                </p14:cNvPr>
                <p14:cNvContentPartPr/>
                <p14:nvPr/>
              </p14:nvContentPartPr>
              <p14:xfrm>
                <a:off x="3730104" y="4852440"/>
                <a:ext cx="51480" cy="15012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878CD315-4C5B-EDCA-AE0E-EA32FC9E3D9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725784" y="4848120"/>
                  <a:ext cx="60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0EBB1D18-4FE7-66B3-250B-8A28EA3AF654}"/>
                    </a:ext>
                  </a:extLst>
                </p14:cNvPr>
                <p14:cNvContentPartPr/>
                <p14:nvPr/>
              </p14:nvContentPartPr>
              <p14:xfrm>
                <a:off x="3703104" y="4888080"/>
                <a:ext cx="149040" cy="1512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0EBB1D18-4FE7-66B3-250B-8A28EA3AF65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698784" y="4883760"/>
                  <a:ext cx="15768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146B21E0-F1E6-0FB5-C07F-58205932853E}"/>
              </a:ext>
            </a:extLst>
          </p:cNvPr>
          <p:cNvGrpSpPr/>
          <p:nvPr/>
        </p:nvGrpSpPr>
        <p:grpSpPr>
          <a:xfrm>
            <a:off x="4078584" y="4886640"/>
            <a:ext cx="122400" cy="70200"/>
            <a:chOff x="4078584" y="4886640"/>
            <a:chExt cx="122400" cy="7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2AA297D0-FC35-BECE-29E4-B6C7B5911E2E}"/>
                    </a:ext>
                  </a:extLst>
                </p14:cNvPr>
                <p14:cNvContentPartPr/>
                <p14:nvPr/>
              </p14:nvContentPartPr>
              <p14:xfrm>
                <a:off x="4078584" y="4886640"/>
                <a:ext cx="100440" cy="1080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2AA297D0-FC35-BECE-29E4-B6C7B5911E2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4074264" y="4882320"/>
                  <a:ext cx="10908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95A283F2-E5C9-F257-9BB2-A4C8C773E757}"/>
                    </a:ext>
                  </a:extLst>
                </p14:cNvPr>
                <p14:cNvContentPartPr/>
                <p14:nvPr/>
              </p14:nvContentPartPr>
              <p14:xfrm>
                <a:off x="4090824" y="4953960"/>
                <a:ext cx="110160" cy="288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95A283F2-E5C9-F257-9BB2-A4C8C773E75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086504" y="4949640"/>
                  <a:ext cx="118800" cy="1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938F2111-C9AD-E8BF-2669-B1677E268175}"/>
              </a:ext>
            </a:extLst>
          </p:cNvPr>
          <p:cNvGrpSpPr/>
          <p:nvPr/>
        </p:nvGrpSpPr>
        <p:grpSpPr>
          <a:xfrm>
            <a:off x="4492944" y="4673160"/>
            <a:ext cx="1839240" cy="463320"/>
            <a:chOff x="4492944" y="4673160"/>
            <a:chExt cx="1839240" cy="46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EE0DBF5E-4CF7-EC4A-FEC1-14D665685CFC}"/>
                    </a:ext>
                  </a:extLst>
                </p14:cNvPr>
                <p14:cNvContentPartPr/>
                <p14:nvPr/>
              </p14:nvContentPartPr>
              <p14:xfrm>
                <a:off x="4492944" y="4861080"/>
                <a:ext cx="205560" cy="7740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EE0DBF5E-4CF7-EC4A-FEC1-14D665685CF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488624" y="4856760"/>
                  <a:ext cx="2142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DC7DB327-8B15-5A41-B81C-6A7034AC20CA}"/>
                    </a:ext>
                  </a:extLst>
                </p14:cNvPr>
                <p14:cNvContentPartPr/>
                <p14:nvPr/>
              </p14:nvContentPartPr>
              <p14:xfrm>
                <a:off x="4778784" y="4741200"/>
                <a:ext cx="304920" cy="25812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DC7DB327-8B15-5A41-B81C-6A7034AC20C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774464" y="4736880"/>
                  <a:ext cx="3135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BA28E090-738B-BF2B-F38A-B4C18B4E2312}"/>
                    </a:ext>
                  </a:extLst>
                </p14:cNvPr>
                <p14:cNvContentPartPr/>
                <p14:nvPr/>
              </p14:nvContentPartPr>
              <p14:xfrm>
                <a:off x="5058864" y="4844520"/>
                <a:ext cx="222120" cy="59400"/>
              </p14:xfrm>
            </p:contentPart>
          </mc:Choice>
          <mc:Fallback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BA28E090-738B-BF2B-F38A-B4C18B4E2312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054544" y="4840200"/>
                  <a:ext cx="2307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CF8E69C1-4EF7-3BEA-54EA-499E8F7D01C9}"/>
                    </a:ext>
                  </a:extLst>
                </p14:cNvPr>
                <p14:cNvContentPartPr/>
                <p14:nvPr/>
              </p14:nvContentPartPr>
              <p14:xfrm>
                <a:off x="5336784" y="4833000"/>
                <a:ext cx="27360" cy="3276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CF8E69C1-4EF7-3BEA-54EA-499E8F7D01C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332464" y="4828680"/>
                  <a:ext cx="360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FFF5748E-3F9C-BE62-23E6-5D68E6E27845}"/>
                    </a:ext>
                  </a:extLst>
                </p14:cNvPr>
                <p14:cNvContentPartPr/>
                <p14:nvPr/>
              </p14:nvContentPartPr>
              <p14:xfrm>
                <a:off x="5412384" y="4742640"/>
                <a:ext cx="7560" cy="7740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FFF5748E-3F9C-BE62-23E6-5D68E6E2784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408064" y="4738320"/>
                  <a:ext cx="162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A304E4CB-9494-81C9-3B05-140F3F47388F}"/>
                    </a:ext>
                  </a:extLst>
                </p14:cNvPr>
                <p14:cNvContentPartPr/>
                <p14:nvPr/>
              </p14:nvContentPartPr>
              <p14:xfrm>
                <a:off x="5431824" y="4716720"/>
                <a:ext cx="177120" cy="16092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A304E4CB-9494-81C9-3B05-140F3F47388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427504" y="4712400"/>
                  <a:ext cx="1857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5263A8BD-8587-431F-ECDC-92EE7585847A}"/>
                    </a:ext>
                  </a:extLst>
                </p14:cNvPr>
                <p14:cNvContentPartPr/>
                <p14:nvPr/>
              </p14:nvContentPartPr>
              <p14:xfrm>
                <a:off x="5570784" y="4673160"/>
                <a:ext cx="216720" cy="20268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5263A8BD-8587-431F-ECDC-92EE7585847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566464" y="4668840"/>
                  <a:ext cx="2253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D355B10B-8AB7-8FDC-3A33-0135265B6509}"/>
                    </a:ext>
                  </a:extLst>
                </p14:cNvPr>
                <p14:cNvContentPartPr/>
                <p14:nvPr/>
              </p14:nvContentPartPr>
              <p14:xfrm>
                <a:off x="5817024" y="4684320"/>
                <a:ext cx="95400" cy="15804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D355B10B-8AB7-8FDC-3A33-0135265B650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812704" y="4680000"/>
                  <a:ext cx="1040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A9BE9CC0-E05B-2BB6-2339-69709DC4B451}"/>
                    </a:ext>
                  </a:extLst>
                </p14:cNvPr>
                <p14:cNvContentPartPr/>
                <p14:nvPr/>
              </p14:nvContentPartPr>
              <p14:xfrm>
                <a:off x="5884344" y="4782240"/>
                <a:ext cx="72000" cy="7128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A9BE9CC0-E05B-2BB6-2339-69709DC4B45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880024" y="4777920"/>
                  <a:ext cx="806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3EDBE39B-B987-96B8-5694-8B56EDA5EA4A}"/>
                    </a:ext>
                  </a:extLst>
                </p14:cNvPr>
                <p14:cNvContentPartPr/>
                <p14:nvPr/>
              </p14:nvContentPartPr>
              <p14:xfrm>
                <a:off x="5936544" y="4708440"/>
                <a:ext cx="244080" cy="19620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3EDBE39B-B987-96B8-5694-8B56EDA5EA4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932224" y="4704120"/>
                  <a:ext cx="2527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41E63EE5-4434-1CE4-CBF5-15D78BA0DBA8}"/>
                    </a:ext>
                  </a:extLst>
                </p14:cNvPr>
                <p14:cNvContentPartPr/>
                <p14:nvPr/>
              </p14:nvContentPartPr>
              <p14:xfrm>
                <a:off x="6314544" y="4827960"/>
                <a:ext cx="12600" cy="1908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41E63EE5-4434-1CE4-CBF5-15D78BA0DBA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310224" y="4823640"/>
                  <a:ext cx="212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A91A256A-80DC-F515-6CEE-5E7932DD0B95}"/>
                    </a:ext>
                  </a:extLst>
                </p14:cNvPr>
                <p14:cNvContentPartPr/>
                <p14:nvPr/>
              </p14:nvContentPartPr>
              <p14:xfrm>
                <a:off x="6134184" y="4915080"/>
                <a:ext cx="198000" cy="22140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A91A256A-80DC-F515-6CEE-5E7932DD0B95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129864" y="4910760"/>
                  <a:ext cx="206640" cy="230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57F8F607-FE0D-9670-57B1-DAEB40E09D3B}"/>
                  </a:ext>
                </a:extLst>
              </p14:cNvPr>
              <p14:cNvContentPartPr/>
              <p14:nvPr/>
            </p14:nvContentPartPr>
            <p14:xfrm>
              <a:off x="4648464" y="1258416"/>
              <a:ext cx="360" cy="84240"/>
            </p14:xfrm>
          </p:contentPart>
        </mc:Choice>
        <mc:Fallback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57F8F607-FE0D-9670-57B1-DAEB40E09D3B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4644144" y="1254096"/>
                <a:ext cx="900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66460480-2C86-C642-1C72-879BB4DCF0E8}"/>
                  </a:ext>
                </a:extLst>
              </p14:cNvPr>
              <p14:cNvContentPartPr/>
              <p14:nvPr/>
            </p14:nvContentPartPr>
            <p14:xfrm>
              <a:off x="5022144" y="1223496"/>
              <a:ext cx="104760" cy="71640"/>
            </p14:xfrm>
          </p:contentPart>
        </mc:Choice>
        <mc:Fallback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66460480-2C86-C642-1C72-879BB4DCF0E8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5017824" y="1219176"/>
                <a:ext cx="11340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7B3276EE-FAE9-7765-6AEB-D0BFB7BDEEE6}"/>
                  </a:ext>
                </a:extLst>
              </p14:cNvPr>
              <p14:cNvContentPartPr/>
              <p14:nvPr/>
            </p14:nvContentPartPr>
            <p14:xfrm>
              <a:off x="5562864" y="1187856"/>
              <a:ext cx="95760" cy="114120"/>
            </p14:xfrm>
          </p:contentPart>
        </mc:Choice>
        <mc:Fallback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7B3276EE-FAE9-7765-6AEB-D0BFB7BDEEE6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5558544" y="1183536"/>
                <a:ext cx="10440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E9BEB021-2EA2-811D-97FD-6F9B31CAA99E}"/>
                  </a:ext>
                </a:extLst>
              </p14:cNvPr>
              <p14:cNvContentPartPr/>
              <p14:nvPr/>
            </p14:nvContentPartPr>
            <p14:xfrm>
              <a:off x="6037344" y="1187856"/>
              <a:ext cx="119880" cy="86040"/>
            </p14:xfrm>
          </p:contentPart>
        </mc:Choice>
        <mc:Fallback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E9BEB021-2EA2-811D-97FD-6F9B31CAA99E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6033024" y="1183536"/>
                <a:ext cx="12852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B21FE79E-6305-4979-7CED-C7730907336E}"/>
                  </a:ext>
                </a:extLst>
              </p14:cNvPr>
              <p14:cNvContentPartPr/>
              <p14:nvPr/>
            </p14:nvContentPartPr>
            <p14:xfrm>
              <a:off x="6123744" y="1218816"/>
              <a:ext cx="56520" cy="88920"/>
            </p14:xfrm>
          </p:contentPart>
        </mc:Choice>
        <mc:Fallback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B21FE79E-6305-4979-7CED-C7730907336E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6119424" y="1214496"/>
                <a:ext cx="651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363" name="Ink 362">
                <a:extLst>
                  <a:ext uri="{FF2B5EF4-FFF2-40B4-BE49-F238E27FC236}">
                    <a16:creationId xmlns:a16="http://schemas.microsoft.com/office/drawing/2014/main" id="{6597F1CE-2E3B-D9BA-D3DE-F43C178B655A}"/>
                  </a:ext>
                </a:extLst>
              </p14:cNvPr>
              <p14:cNvContentPartPr/>
              <p14:nvPr/>
            </p14:nvContentPartPr>
            <p14:xfrm>
              <a:off x="6506784" y="1181376"/>
              <a:ext cx="72000" cy="101520"/>
            </p14:xfrm>
          </p:contentPart>
        </mc:Choice>
        <mc:Fallback>
          <p:pic>
            <p:nvPicPr>
              <p:cNvPr id="363" name="Ink 362">
                <a:extLst>
                  <a:ext uri="{FF2B5EF4-FFF2-40B4-BE49-F238E27FC236}">
                    <a16:creationId xmlns:a16="http://schemas.microsoft.com/office/drawing/2014/main" id="{6597F1CE-2E3B-D9BA-D3DE-F43C178B655A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6502464" y="1177056"/>
                <a:ext cx="8064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4BD5A0DE-04FE-B401-BCC6-C526C8303D6B}"/>
                  </a:ext>
                </a:extLst>
              </p14:cNvPr>
              <p14:cNvContentPartPr/>
              <p14:nvPr/>
            </p14:nvContentPartPr>
            <p14:xfrm>
              <a:off x="6579864" y="1161936"/>
              <a:ext cx="97920" cy="9360"/>
            </p14:xfrm>
          </p:contentPart>
        </mc:Choice>
        <mc:Fallback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4BD5A0DE-04FE-B401-BCC6-C526C8303D6B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6575544" y="1157616"/>
                <a:ext cx="1065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DE5207EE-2816-9951-E9E7-36B011CDD36A}"/>
                  </a:ext>
                </a:extLst>
              </p14:cNvPr>
              <p14:cNvContentPartPr/>
              <p14:nvPr/>
            </p14:nvContentPartPr>
            <p14:xfrm>
              <a:off x="6825744" y="1144656"/>
              <a:ext cx="95760" cy="129960"/>
            </p14:xfrm>
          </p:contentPart>
        </mc:Choice>
        <mc:Fallback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DE5207EE-2816-9951-E9E7-36B011CDD36A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6821424" y="1140336"/>
                <a:ext cx="10440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BD20BDB5-21D0-C94E-1809-8948AD155BF0}"/>
                  </a:ext>
                </a:extLst>
              </p14:cNvPr>
              <p14:cNvContentPartPr/>
              <p14:nvPr/>
            </p14:nvContentPartPr>
            <p14:xfrm>
              <a:off x="3969864" y="2653416"/>
              <a:ext cx="62280" cy="111960"/>
            </p14:xfrm>
          </p:contentPart>
        </mc:Choice>
        <mc:Fallback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BD20BDB5-21D0-C94E-1809-8948AD155BF0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3965544" y="2649096"/>
                <a:ext cx="7092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9FF732D8-3021-475E-DDD9-077666832D8C}"/>
                  </a:ext>
                </a:extLst>
              </p14:cNvPr>
              <p14:cNvContentPartPr/>
              <p14:nvPr/>
            </p14:nvContentPartPr>
            <p14:xfrm>
              <a:off x="4451184" y="2658096"/>
              <a:ext cx="5400" cy="104760"/>
            </p14:xfrm>
          </p:contentPart>
        </mc:Choice>
        <mc:Fallback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9FF732D8-3021-475E-DDD9-077666832D8C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4446864" y="2653776"/>
                <a:ext cx="1404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57579110-8EC6-B8EF-031C-AB80A2216D3B}"/>
                  </a:ext>
                </a:extLst>
              </p14:cNvPr>
              <p14:cNvContentPartPr/>
              <p14:nvPr/>
            </p14:nvContentPartPr>
            <p14:xfrm>
              <a:off x="4897224" y="2646576"/>
              <a:ext cx="141840" cy="97560"/>
            </p14:xfrm>
          </p:contentPart>
        </mc:Choice>
        <mc:Fallback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57579110-8EC6-B8EF-031C-AB80A2216D3B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4892904" y="2642256"/>
                <a:ext cx="15048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807E2CE1-4CED-DC5D-9088-14B22446141C}"/>
                  </a:ext>
                </a:extLst>
              </p14:cNvPr>
              <p14:cNvContentPartPr/>
              <p14:nvPr/>
            </p14:nvContentPartPr>
            <p14:xfrm>
              <a:off x="5351544" y="2611656"/>
              <a:ext cx="111960" cy="106920"/>
            </p14:xfrm>
          </p:contentPart>
        </mc:Choice>
        <mc:Fallback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807E2CE1-4CED-DC5D-9088-14B22446141C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5347224" y="2607336"/>
                <a:ext cx="120600" cy="11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86" name="Group 385">
            <a:extLst>
              <a:ext uri="{FF2B5EF4-FFF2-40B4-BE49-F238E27FC236}">
                <a16:creationId xmlns:a16="http://schemas.microsoft.com/office/drawing/2014/main" id="{95B281F0-CA4D-4EE5-6A16-DB0210ED27C5}"/>
              </a:ext>
            </a:extLst>
          </p:cNvPr>
          <p:cNvGrpSpPr/>
          <p:nvPr/>
        </p:nvGrpSpPr>
        <p:grpSpPr>
          <a:xfrm>
            <a:off x="8464104" y="3973176"/>
            <a:ext cx="1715040" cy="478440"/>
            <a:chOff x="8464104" y="3973176"/>
            <a:chExt cx="1715040" cy="47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8624540E-6531-488E-E6A7-F9C2DB26FB89}"/>
                    </a:ext>
                  </a:extLst>
                </p14:cNvPr>
                <p14:cNvContentPartPr/>
                <p14:nvPr/>
              </p14:nvContentPartPr>
              <p14:xfrm>
                <a:off x="8509104" y="4091976"/>
                <a:ext cx="94680" cy="14436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8624540E-6531-488E-E6A7-F9C2DB26FB8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504784" y="4087656"/>
                  <a:ext cx="1033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C930F92E-EFED-6C1D-5671-48DDC95A6D1E}"/>
                    </a:ext>
                  </a:extLst>
                </p14:cNvPr>
                <p14:cNvContentPartPr/>
                <p14:nvPr/>
              </p14:nvContentPartPr>
              <p14:xfrm>
                <a:off x="8857224" y="4084416"/>
                <a:ext cx="10080" cy="9540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C930F92E-EFED-6C1D-5671-48DDC95A6D1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852904" y="4080096"/>
                  <a:ext cx="187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9FB63F79-DCD0-9E6B-7CB5-82F50895A61B}"/>
                    </a:ext>
                  </a:extLst>
                </p14:cNvPr>
                <p14:cNvContentPartPr/>
                <p14:nvPr/>
              </p14:nvContentPartPr>
              <p14:xfrm>
                <a:off x="8803584" y="4117896"/>
                <a:ext cx="136800" cy="2556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9FB63F79-DCD0-9E6B-7CB5-82F50895A61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799264" y="4113576"/>
                  <a:ext cx="145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9BE3437E-BAD3-D8A9-4D27-B065DAC595CD}"/>
                    </a:ext>
                  </a:extLst>
                </p14:cNvPr>
                <p14:cNvContentPartPr/>
                <p14:nvPr/>
              </p14:nvContentPartPr>
              <p14:xfrm>
                <a:off x="9154584" y="4017816"/>
                <a:ext cx="82080" cy="152280"/>
              </p14:xfrm>
            </p:contentPart>
          </mc:Choice>
          <mc:Fallback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9BE3437E-BAD3-D8A9-4D27-B065DAC595C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150264" y="4013496"/>
                  <a:ext cx="907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E7389CA9-F03B-C967-612F-49646198F670}"/>
                    </a:ext>
                  </a:extLst>
                </p14:cNvPr>
                <p14:cNvContentPartPr/>
                <p14:nvPr/>
              </p14:nvContentPartPr>
              <p14:xfrm>
                <a:off x="9564264" y="4052736"/>
                <a:ext cx="102600" cy="1332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E7389CA9-F03B-C967-612F-49646198F670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9559944" y="4048416"/>
                  <a:ext cx="1112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B879A93F-9454-AA7D-732E-93918F307CE9}"/>
                    </a:ext>
                  </a:extLst>
                </p14:cNvPr>
                <p14:cNvContentPartPr/>
                <p14:nvPr/>
              </p14:nvContentPartPr>
              <p14:xfrm>
                <a:off x="9564264" y="4073256"/>
                <a:ext cx="127080" cy="3852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B879A93F-9454-AA7D-732E-93918F307CE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559944" y="4068936"/>
                  <a:ext cx="1357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5C361C3A-71AB-2034-2C01-E25E93FA974B}"/>
                    </a:ext>
                  </a:extLst>
                </p14:cNvPr>
                <p14:cNvContentPartPr/>
                <p14:nvPr/>
              </p14:nvContentPartPr>
              <p14:xfrm>
                <a:off x="9893304" y="3973176"/>
                <a:ext cx="135000" cy="12240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5C361C3A-71AB-2034-2C01-E25E93FA974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888984" y="3968856"/>
                  <a:ext cx="143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E9E70FBB-A956-237D-2959-014D7BD82A70}"/>
                    </a:ext>
                  </a:extLst>
                </p14:cNvPr>
                <p14:cNvContentPartPr/>
                <p14:nvPr/>
              </p14:nvContentPartPr>
              <p14:xfrm>
                <a:off x="8464104" y="4214376"/>
                <a:ext cx="921960" cy="12996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E9E70FBB-A956-237D-2959-014D7BD82A70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459784" y="4210056"/>
                  <a:ext cx="9306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D6B4F24C-89B9-CF7D-7AF0-259B9FFF4640}"/>
                    </a:ext>
                  </a:extLst>
                </p14:cNvPr>
                <p14:cNvContentPartPr/>
                <p14:nvPr/>
              </p14:nvContentPartPr>
              <p14:xfrm>
                <a:off x="8827704" y="4350096"/>
                <a:ext cx="156240" cy="10152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D6B4F24C-89B9-CF7D-7AF0-259B9FFF4640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823384" y="4345776"/>
                  <a:ext cx="1648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E2307187-0AAE-A0F3-9380-698DB35ECB86}"/>
                    </a:ext>
                  </a:extLst>
                </p14:cNvPr>
                <p14:cNvContentPartPr/>
                <p14:nvPr/>
              </p14:nvContentPartPr>
              <p14:xfrm>
                <a:off x="9867024" y="4124376"/>
                <a:ext cx="308880" cy="4752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E2307187-0AAE-A0F3-9380-698DB35ECB86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862704" y="4120056"/>
                  <a:ext cx="3175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8DD016EB-88BF-532B-E00D-592751EA62B4}"/>
                    </a:ext>
                  </a:extLst>
                </p14:cNvPr>
                <p14:cNvContentPartPr/>
                <p14:nvPr/>
              </p14:nvContentPartPr>
              <p14:xfrm>
                <a:off x="9983664" y="4239216"/>
                <a:ext cx="195480" cy="9396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8DD016EB-88BF-532B-E00D-592751EA62B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979344" y="4234896"/>
                  <a:ext cx="20412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A3E00A9E-D058-9BCA-0E13-9991FACA7B88}"/>
              </a:ext>
            </a:extLst>
          </p:cNvPr>
          <p:cNvGrpSpPr/>
          <p:nvPr/>
        </p:nvGrpSpPr>
        <p:grpSpPr>
          <a:xfrm>
            <a:off x="10468944" y="4031496"/>
            <a:ext cx="102960" cy="77040"/>
            <a:chOff x="10468944" y="4031496"/>
            <a:chExt cx="102960" cy="7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4C5ED301-B174-BD16-813D-7602681DEB26}"/>
                    </a:ext>
                  </a:extLst>
                </p14:cNvPr>
                <p14:cNvContentPartPr/>
                <p14:nvPr/>
              </p14:nvContentPartPr>
              <p14:xfrm>
                <a:off x="10476144" y="4031496"/>
                <a:ext cx="95760" cy="1764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4C5ED301-B174-BD16-813D-7602681DEB2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0471824" y="4027176"/>
                  <a:ext cx="1044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6B55C5A5-A87E-8B34-8090-EEDF2AA22A00}"/>
                    </a:ext>
                  </a:extLst>
                </p14:cNvPr>
                <p14:cNvContentPartPr/>
                <p14:nvPr/>
              </p14:nvContentPartPr>
              <p14:xfrm>
                <a:off x="10468944" y="4048776"/>
                <a:ext cx="102600" cy="5976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6B55C5A5-A87E-8B34-8090-EEDF2AA22A0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0464624" y="4044456"/>
                  <a:ext cx="111240" cy="6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0">
            <p14:nvContentPartPr>
              <p14:cNvPr id="388" name="Ink 387">
                <a:extLst>
                  <a:ext uri="{FF2B5EF4-FFF2-40B4-BE49-F238E27FC236}">
                    <a16:creationId xmlns:a16="http://schemas.microsoft.com/office/drawing/2014/main" id="{ABB12344-AC42-4BB4-DAE3-83E8F08FFA24}"/>
                  </a:ext>
                </a:extLst>
              </p14:cNvPr>
              <p14:cNvContentPartPr/>
              <p14:nvPr/>
            </p14:nvContentPartPr>
            <p14:xfrm>
              <a:off x="10873584" y="3906576"/>
              <a:ext cx="2880" cy="192240"/>
            </p14:xfrm>
          </p:contentPart>
        </mc:Choice>
        <mc:Fallback>
          <p:pic>
            <p:nvPicPr>
              <p:cNvPr id="388" name="Ink 387">
                <a:extLst>
                  <a:ext uri="{FF2B5EF4-FFF2-40B4-BE49-F238E27FC236}">
                    <a16:creationId xmlns:a16="http://schemas.microsoft.com/office/drawing/2014/main" id="{ABB12344-AC42-4BB4-DAE3-83E8F08FFA24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10868904" y="3901896"/>
                <a:ext cx="11520" cy="20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9" name="Group 408">
            <a:extLst>
              <a:ext uri="{FF2B5EF4-FFF2-40B4-BE49-F238E27FC236}">
                <a16:creationId xmlns:a16="http://schemas.microsoft.com/office/drawing/2014/main" id="{B1DE84F0-BAC1-40ED-A710-20DF0729326C}"/>
              </a:ext>
            </a:extLst>
          </p:cNvPr>
          <p:cNvGrpSpPr/>
          <p:nvPr/>
        </p:nvGrpSpPr>
        <p:grpSpPr>
          <a:xfrm>
            <a:off x="9810144" y="4353336"/>
            <a:ext cx="2120040" cy="489240"/>
            <a:chOff x="9810144" y="4353336"/>
            <a:chExt cx="2120040" cy="48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BEB9E2B0-7B72-C958-AF20-AF15049391D7}"/>
                    </a:ext>
                  </a:extLst>
                </p14:cNvPr>
                <p14:cNvContentPartPr/>
                <p14:nvPr/>
              </p14:nvContentPartPr>
              <p14:xfrm>
                <a:off x="9810144" y="4660056"/>
                <a:ext cx="93240" cy="18252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BEB9E2B0-7B72-C958-AF20-AF15049391D7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805824" y="4655736"/>
                  <a:ext cx="1018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764BC7F1-A218-49D0-E08C-D3D60719A128}"/>
                    </a:ext>
                  </a:extLst>
                </p14:cNvPr>
                <p14:cNvContentPartPr/>
                <p14:nvPr/>
              </p14:nvContentPartPr>
              <p14:xfrm>
                <a:off x="10034784" y="4676976"/>
                <a:ext cx="27360" cy="9396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764BC7F1-A218-49D0-E08C-D3D60719A12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030464" y="4672656"/>
                  <a:ext cx="360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A380ADF2-456F-17C2-9211-92E42C37310E}"/>
                    </a:ext>
                  </a:extLst>
                </p14:cNvPr>
                <p14:cNvContentPartPr/>
                <p14:nvPr/>
              </p14:nvContentPartPr>
              <p14:xfrm>
                <a:off x="9973944" y="4629816"/>
                <a:ext cx="214920" cy="3708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A380ADF2-456F-17C2-9211-92E42C37310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9969624" y="4625496"/>
                  <a:ext cx="223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D7ED5ADA-A878-9D95-1071-F2167101127E}"/>
                    </a:ext>
                  </a:extLst>
                </p14:cNvPr>
                <p14:cNvContentPartPr/>
                <p14:nvPr/>
              </p14:nvContentPartPr>
              <p14:xfrm>
                <a:off x="9993384" y="4747536"/>
                <a:ext cx="156240" cy="3924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D7ED5ADA-A878-9D95-1071-F2167101127E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9989064" y="4743216"/>
                  <a:ext cx="16488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2F0CF3A6-5A63-B501-9B0E-434939DE1C66}"/>
                    </a:ext>
                  </a:extLst>
                </p14:cNvPr>
                <p14:cNvContentPartPr/>
                <p14:nvPr/>
              </p14:nvContentPartPr>
              <p14:xfrm>
                <a:off x="10220184" y="4715856"/>
                <a:ext cx="119880" cy="33120"/>
              </p14:xfrm>
            </p:contentPart>
          </mc:Choice>
          <mc:Fallback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2F0CF3A6-5A63-B501-9B0E-434939DE1C6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215864" y="4711536"/>
                  <a:ext cx="1285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77AABB45-A408-C631-4236-0F18870D7B61}"/>
                    </a:ext>
                  </a:extLst>
                </p14:cNvPr>
                <p14:cNvContentPartPr/>
                <p14:nvPr/>
              </p14:nvContentPartPr>
              <p14:xfrm>
                <a:off x="10383624" y="4585896"/>
                <a:ext cx="22320" cy="11412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77AABB45-A408-C631-4236-0F18870D7B6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379304" y="4581576"/>
                  <a:ext cx="309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48084A8C-04D2-0349-4003-658EE46C1BAE}"/>
                    </a:ext>
                  </a:extLst>
                </p14:cNvPr>
                <p14:cNvContentPartPr/>
                <p14:nvPr/>
              </p14:nvContentPartPr>
              <p14:xfrm>
                <a:off x="10361664" y="4623696"/>
                <a:ext cx="195480" cy="61920"/>
              </p14:xfrm>
            </p:contentPart>
          </mc:Choice>
          <mc:Fallback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48084A8C-04D2-0349-4003-658EE46C1BAE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0357344" y="4619376"/>
                  <a:ext cx="2041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BA0F8D27-9FEA-AEB1-A524-D124923F7B8D}"/>
                    </a:ext>
                  </a:extLst>
                </p14:cNvPr>
                <p14:cNvContentPartPr/>
                <p14:nvPr/>
              </p14:nvContentPartPr>
              <p14:xfrm>
                <a:off x="10514664" y="4590576"/>
                <a:ext cx="252000" cy="21708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BA0F8D27-9FEA-AEB1-A524-D124923F7B8D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510344" y="4586256"/>
                  <a:ext cx="260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1D9E5F22-CD08-DCB0-BB36-D7E6912D49C1}"/>
                    </a:ext>
                  </a:extLst>
                </p14:cNvPr>
                <p14:cNvContentPartPr/>
                <p14:nvPr/>
              </p14:nvContentPartPr>
              <p14:xfrm>
                <a:off x="10810224" y="4570416"/>
                <a:ext cx="75960" cy="8244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1D9E5F22-CD08-DCB0-BB36-D7E6912D49C1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805904" y="4566096"/>
                  <a:ext cx="846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16880871-E847-1279-AEDD-95C01667552C}"/>
                    </a:ext>
                  </a:extLst>
                </p14:cNvPr>
                <p14:cNvContentPartPr/>
                <p14:nvPr/>
              </p14:nvContentPartPr>
              <p14:xfrm>
                <a:off x="11027304" y="4408056"/>
                <a:ext cx="202680" cy="21096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16880871-E847-1279-AEDD-95C01667552C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1022984" y="4403736"/>
                  <a:ext cx="2113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BF2BFB51-FC45-387E-5EA2-32B0A4E38A6F}"/>
                    </a:ext>
                  </a:extLst>
                </p14:cNvPr>
                <p14:cNvContentPartPr/>
                <p14:nvPr/>
              </p14:nvContentPartPr>
              <p14:xfrm>
                <a:off x="11229624" y="4461696"/>
                <a:ext cx="360" cy="5472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BF2BFB51-FC45-387E-5EA2-32B0A4E38A6F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1225304" y="4457376"/>
                  <a:ext cx="90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DAD83E96-0BB3-8AB3-3231-7ADA56241C58}"/>
                    </a:ext>
                  </a:extLst>
                </p14:cNvPr>
                <p14:cNvContentPartPr/>
                <p14:nvPr/>
              </p14:nvContentPartPr>
              <p14:xfrm>
                <a:off x="11265984" y="4534056"/>
                <a:ext cx="81000" cy="7668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DAD83E96-0BB3-8AB3-3231-7ADA56241C5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1261664" y="4529736"/>
                  <a:ext cx="896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F27581C7-A351-DD26-1C9C-275FCC102F96}"/>
                    </a:ext>
                  </a:extLst>
                </p14:cNvPr>
                <p14:cNvContentPartPr/>
                <p14:nvPr/>
              </p14:nvContentPartPr>
              <p14:xfrm>
                <a:off x="11385504" y="4542696"/>
                <a:ext cx="32040" cy="4824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F27581C7-A351-DD26-1C9C-275FCC102F9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1381184" y="4538376"/>
                  <a:ext cx="406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62486426-CD86-F380-03D6-C7BB1660303B}"/>
                    </a:ext>
                  </a:extLst>
                </p14:cNvPr>
                <p14:cNvContentPartPr/>
                <p14:nvPr/>
              </p14:nvContentPartPr>
              <p14:xfrm>
                <a:off x="11468664" y="4437936"/>
                <a:ext cx="22320" cy="4500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62486426-CD86-F380-03D6-C7BB1660303B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1464344" y="4433616"/>
                  <a:ext cx="309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C1341AB9-22F2-2EF9-E274-59CACD3C048C}"/>
                    </a:ext>
                  </a:extLst>
                </p14:cNvPr>
                <p14:cNvContentPartPr/>
                <p14:nvPr/>
              </p14:nvContentPartPr>
              <p14:xfrm>
                <a:off x="11483784" y="4499856"/>
                <a:ext cx="58320" cy="10548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C1341AB9-22F2-2EF9-E274-59CACD3C048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1479464" y="4495536"/>
                  <a:ext cx="669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04A74D55-FD84-0999-6946-15D1648C24B8}"/>
                    </a:ext>
                  </a:extLst>
                </p14:cNvPr>
                <p14:cNvContentPartPr/>
                <p14:nvPr/>
              </p14:nvContentPartPr>
              <p14:xfrm>
                <a:off x="11575944" y="4525776"/>
                <a:ext cx="27360" cy="5220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04A74D55-FD84-0999-6946-15D1648C24B8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1571624" y="4521456"/>
                  <a:ext cx="360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53B8D4DE-99F9-63F4-9F73-629F8D5C3219}"/>
                    </a:ext>
                  </a:extLst>
                </p14:cNvPr>
                <p14:cNvContentPartPr/>
                <p14:nvPr/>
              </p14:nvContentPartPr>
              <p14:xfrm>
                <a:off x="11656224" y="4402296"/>
                <a:ext cx="34560" cy="5652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53B8D4DE-99F9-63F4-9F73-629F8D5C3219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1651904" y="4397976"/>
                  <a:ext cx="432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DD904505-E8B0-51A1-3979-31F98298D869}"/>
                    </a:ext>
                  </a:extLst>
                </p14:cNvPr>
                <p14:cNvContentPartPr/>
                <p14:nvPr/>
              </p14:nvContentPartPr>
              <p14:xfrm>
                <a:off x="11690064" y="4472856"/>
                <a:ext cx="186120" cy="10368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DD904505-E8B0-51A1-3979-31F98298D869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1685744" y="4468536"/>
                  <a:ext cx="1947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580F4271-4603-9F51-965C-64884ED29908}"/>
                    </a:ext>
                  </a:extLst>
                </p14:cNvPr>
                <p14:cNvContentPartPr/>
                <p14:nvPr/>
              </p14:nvContentPartPr>
              <p14:xfrm>
                <a:off x="11809944" y="4353336"/>
                <a:ext cx="120240" cy="29952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580F4271-4603-9F51-965C-64884ED2990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1805624" y="4349016"/>
                  <a:ext cx="128880" cy="30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2" name="Group 421">
            <a:extLst>
              <a:ext uri="{FF2B5EF4-FFF2-40B4-BE49-F238E27FC236}">
                <a16:creationId xmlns:a16="http://schemas.microsoft.com/office/drawing/2014/main" id="{0F610D6C-3015-F1CE-F10D-0406E7172F8A}"/>
              </a:ext>
            </a:extLst>
          </p:cNvPr>
          <p:cNvGrpSpPr/>
          <p:nvPr/>
        </p:nvGrpSpPr>
        <p:grpSpPr>
          <a:xfrm>
            <a:off x="4365864" y="2861496"/>
            <a:ext cx="173520" cy="176760"/>
            <a:chOff x="4365864" y="2861496"/>
            <a:chExt cx="173520" cy="17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368B7546-39C6-C2CD-ABF0-17D3BB30A0CB}"/>
                    </a:ext>
                  </a:extLst>
                </p14:cNvPr>
                <p14:cNvContentPartPr/>
                <p14:nvPr/>
              </p14:nvContentPartPr>
              <p14:xfrm>
                <a:off x="4443984" y="2943216"/>
                <a:ext cx="19800" cy="78480"/>
              </p14:xfrm>
            </p:contentPart>
          </mc:Choice>
          <mc:Fallback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368B7546-39C6-C2CD-ABF0-17D3BB30A0CB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439664" y="2938896"/>
                  <a:ext cx="284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638D5028-5F9D-333C-8D38-7CF72C78CBBA}"/>
                    </a:ext>
                  </a:extLst>
                </p14:cNvPr>
                <p14:cNvContentPartPr/>
                <p14:nvPr/>
              </p14:nvContentPartPr>
              <p14:xfrm>
                <a:off x="4365864" y="2861496"/>
                <a:ext cx="173520" cy="17676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638D5028-5F9D-333C-8D38-7CF72C78CBBA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361544" y="2857176"/>
                  <a:ext cx="182160" cy="18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1" name="Group 420">
            <a:extLst>
              <a:ext uri="{FF2B5EF4-FFF2-40B4-BE49-F238E27FC236}">
                <a16:creationId xmlns:a16="http://schemas.microsoft.com/office/drawing/2014/main" id="{C18E0B84-A3BC-692C-3E95-948CC67B4F59}"/>
              </a:ext>
            </a:extLst>
          </p:cNvPr>
          <p:cNvGrpSpPr/>
          <p:nvPr/>
        </p:nvGrpSpPr>
        <p:grpSpPr>
          <a:xfrm>
            <a:off x="4024584" y="3139416"/>
            <a:ext cx="839160" cy="381240"/>
            <a:chOff x="4024584" y="3139416"/>
            <a:chExt cx="839160" cy="38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919D6DAE-48D8-3EF8-64F5-248E5B584457}"/>
                    </a:ext>
                  </a:extLst>
                </p14:cNvPr>
                <p14:cNvContentPartPr/>
                <p14:nvPr/>
              </p14:nvContentPartPr>
              <p14:xfrm>
                <a:off x="4463424" y="3139416"/>
                <a:ext cx="5400" cy="84240"/>
              </p14:xfrm>
            </p:contentPart>
          </mc:Choice>
          <mc:Fallback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919D6DAE-48D8-3EF8-64F5-248E5B58445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459104" y="3135096"/>
                  <a:ext cx="14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48847699-D773-33F0-2F7F-C47964F3B878}"/>
                    </a:ext>
                  </a:extLst>
                </p14:cNvPr>
                <p14:cNvContentPartPr/>
                <p14:nvPr/>
              </p14:nvContentPartPr>
              <p14:xfrm>
                <a:off x="4473144" y="3300336"/>
                <a:ext cx="360" cy="33840"/>
              </p14:xfrm>
            </p:contentPart>
          </mc:Choice>
          <mc:Fallback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48847699-D773-33F0-2F7F-C47964F3B878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468824" y="3296016"/>
                  <a:ext cx="9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3CC72D8E-F90F-7F53-13A6-A0EC26319F26}"/>
                    </a:ext>
                  </a:extLst>
                </p14:cNvPr>
                <p14:cNvContentPartPr/>
                <p14:nvPr/>
              </p14:nvContentPartPr>
              <p14:xfrm>
                <a:off x="4024584" y="3419136"/>
                <a:ext cx="185760" cy="10152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3CC72D8E-F90F-7F53-13A6-A0EC26319F2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020264" y="3414816"/>
                  <a:ext cx="1944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CBDDADAC-4005-4FBB-59CB-633666840574}"/>
                    </a:ext>
                  </a:extLst>
                </p14:cNvPr>
                <p14:cNvContentPartPr/>
                <p14:nvPr/>
              </p14:nvContentPartPr>
              <p14:xfrm>
                <a:off x="4309704" y="3421296"/>
                <a:ext cx="360" cy="1836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CBDDADAC-4005-4FBB-59CB-63366684057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305384" y="3416976"/>
                  <a:ext cx="90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1577BD67-A175-4F48-C427-56610C08A6B7}"/>
                    </a:ext>
                  </a:extLst>
                </p14:cNvPr>
                <p14:cNvContentPartPr/>
                <p14:nvPr/>
              </p14:nvContentPartPr>
              <p14:xfrm>
                <a:off x="4321944" y="3295296"/>
                <a:ext cx="24840" cy="4356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1577BD67-A175-4F48-C427-56610C08A6B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317624" y="3290976"/>
                  <a:ext cx="334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87FB12EA-A73E-9360-BF43-8B325CEA6BD1}"/>
                    </a:ext>
                  </a:extLst>
                </p14:cNvPr>
                <p14:cNvContentPartPr/>
                <p14:nvPr/>
              </p14:nvContentPartPr>
              <p14:xfrm>
                <a:off x="4406904" y="3311496"/>
                <a:ext cx="88560" cy="12420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87FB12EA-A73E-9360-BF43-8B325CEA6BD1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402584" y="3307176"/>
                  <a:ext cx="972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98CDA62F-BE44-29C6-E86E-10A8A4FE4394}"/>
                    </a:ext>
                  </a:extLst>
                </p14:cNvPr>
                <p14:cNvContentPartPr/>
                <p14:nvPr/>
              </p14:nvContentPartPr>
              <p14:xfrm>
                <a:off x="4517064" y="3268656"/>
                <a:ext cx="149040" cy="154800"/>
              </p14:xfrm>
            </p:contentPart>
          </mc:Choice>
          <mc:Fallback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98CDA62F-BE44-29C6-E86E-10A8A4FE4394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4512744" y="3264336"/>
                  <a:ext cx="1576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916DFBA0-184E-7DC6-311D-92A82615BA76}"/>
                    </a:ext>
                  </a:extLst>
                </p14:cNvPr>
                <p14:cNvContentPartPr/>
                <p14:nvPr/>
              </p14:nvContentPartPr>
              <p14:xfrm>
                <a:off x="4687344" y="3222216"/>
                <a:ext cx="22680" cy="162000"/>
              </p14:xfrm>
            </p:contentPart>
          </mc:Choice>
          <mc:Fallback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916DFBA0-184E-7DC6-311D-92A82615BA76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4683024" y="3217896"/>
                  <a:ext cx="313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BBCCCE91-8F88-AD2D-D958-2A6360AD7EFF}"/>
                    </a:ext>
                  </a:extLst>
                </p14:cNvPr>
                <p14:cNvContentPartPr/>
                <p14:nvPr/>
              </p14:nvContentPartPr>
              <p14:xfrm>
                <a:off x="4767984" y="3330936"/>
                <a:ext cx="95760" cy="7776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BBCCCE91-8F88-AD2D-D958-2A6360AD7EFF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4763664" y="3326616"/>
                  <a:ext cx="104400" cy="8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5" name="Group 434">
            <a:extLst>
              <a:ext uri="{FF2B5EF4-FFF2-40B4-BE49-F238E27FC236}">
                <a16:creationId xmlns:a16="http://schemas.microsoft.com/office/drawing/2014/main" id="{50251513-155B-BBC3-60F6-20BE474B3ED1}"/>
              </a:ext>
            </a:extLst>
          </p:cNvPr>
          <p:cNvGrpSpPr/>
          <p:nvPr/>
        </p:nvGrpSpPr>
        <p:grpSpPr>
          <a:xfrm>
            <a:off x="7350264" y="1395936"/>
            <a:ext cx="1892520" cy="1024920"/>
            <a:chOff x="7350264" y="1395936"/>
            <a:chExt cx="1892520" cy="102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409E95D4-C177-2325-2EF2-63E0455176A8}"/>
                    </a:ext>
                  </a:extLst>
                </p14:cNvPr>
                <p14:cNvContentPartPr/>
                <p14:nvPr/>
              </p14:nvContentPartPr>
              <p14:xfrm>
                <a:off x="7366104" y="2079576"/>
                <a:ext cx="16200" cy="29628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409E95D4-C177-2325-2EF2-63E0455176A8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361784" y="2075256"/>
                  <a:ext cx="248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79A14654-6CA5-567D-63D9-F63AC1BD1E28}"/>
                    </a:ext>
                  </a:extLst>
                </p14:cNvPr>
                <p14:cNvContentPartPr/>
                <p14:nvPr/>
              </p14:nvContentPartPr>
              <p14:xfrm>
                <a:off x="7350264" y="1804896"/>
                <a:ext cx="1892520" cy="61596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79A14654-6CA5-567D-63D9-F63AC1BD1E28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345944" y="1800576"/>
                  <a:ext cx="190116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699F82D9-B1F3-20DA-6161-069EBEA44628}"/>
                    </a:ext>
                  </a:extLst>
                </p14:cNvPr>
                <p14:cNvContentPartPr/>
                <p14:nvPr/>
              </p14:nvContentPartPr>
              <p14:xfrm>
                <a:off x="8993664" y="1395936"/>
                <a:ext cx="129600" cy="12240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699F82D9-B1F3-20DA-6161-069EBEA44628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989344" y="1391616"/>
                  <a:ext cx="1382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0642A9F1-892D-4043-08D6-21B48AAA9089}"/>
                    </a:ext>
                  </a:extLst>
                </p14:cNvPr>
                <p14:cNvContentPartPr/>
                <p14:nvPr/>
              </p14:nvContentPartPr>
              <p14:xfrm>
                <a:off x="9047304" y="1629936"/>
                <a:ext cx="7560" cy="18324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0642A9F1-892D-4043-08D6-21B48AAA9089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9042984" y="1625616"/>
                  <a:ext cx="16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55464E5D-5A1D-71A0-494D-26D0BA5B1BA4}"/>
                    </a:ext>
                  </a:extLst>
                </p14:cNvPr>
                <p14:cNvContentPartPr/>
                <p14:nvPr/>
              </p14:nvContentPartPr>
              <p14:xfrm>
                <a:off x="9005904" y="1764936"/>
                <a:ext cx="51120" cy="3528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55464E5D-5A1D-71A0-494D-26D0BA5B1BA4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9001584" y="1760616"/>
                  <a:ext cx="597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3D1D5D3C-D31C-1AAC-2D77-E012C44948E2}"/>
                    </a:ext>
                  </a:extLst>
                </p14:cNvPr>
                <p14:cNvContentPartPr/>
                <p14:nvPr/>
              </p14:nvContentPartPr>
              <p14:xfrm>
                <a:off x="9057024" y="1731456"/>
                <a:ext cx="46800" cy="7992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3D1D5D3C-D31C-1AAC-2D77-E012C44948E2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9052704" y="1727136"/>
                  <a:ext cx="554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EB5B2037-63FE-1A80-3CA4-85963E488D1B}"/>
                    </a:ext>
                  </a:extLst>
                </p14:cNvPr>
                <p14:cNvContentPartPr/>
                <p14:nvPr/>
              </p14:nvContentPartPr>
              <p14:xfrm>
                <a:off x="8854704" y="1857096"/>
                <a:ext cx="92880" cy="40788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EB5B2037-63FE-1A80-3CA4-85963E488D1B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8850384" y="1852776"/>
                  <a:ext cx="101520" cy="41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959F1944-D0DF-8FF4-519D-E1985E0AFB53}"/>
              </a:ext>
            </a:extLst>
          </p:cNvPr>
          <p:cNvGrpSpPr/>
          <p:nvPr/>
        </p:nvGrpSpPr>
        <p:grpSpPr>
          <a:xfrm>
            <a:off x="7784424" y="1916856"/>
            <a:ext cx="488520" cy="484200"/>
            <a:chOff x="7784424" y="1916856"/>
            <a:chExt cx="488520" cy="48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1E01153A-6263-EF2B-0D24-FD056E1F0823}"/>
                    </a:ext>
                  </a:extLst>
                </p14:cNvPr>
                <p14:cNvContentPartPr/>
                <p14:nvPr/>
              </p14:nvContentPartPr>
              <p14:xfrm>
                <a:off x="7784424" y="2007216"/>
                <a:ext cx="70920" cy="39384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1E01153A-6263-EF2B-0D24-FD056E1F0823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780104" y="2002896"/>
                  <a:ext cx="7956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5300EC17-5616-5748-7504-341067430A0F}"/>
                    </a:ext>
                  </a:extLst>
                </p14:cNvPr>
                <p14:cNvContentPartPr/>
                <p14:nvPr/>
              </p14:nvContentPartPr>
              <p14:xfrm>
                <a:off x="8242344" y="1916856"/>
                <a:ext cx="30600" cy="37656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5300EC17-5616-5748-7504-341067430A0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238024" y="1912536"/>
                  <a:ext cx="3924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08AAA22C-27E2-4779-9B05-353D56B1E87B}"/>
                    </a:ext>
                  </a:extLst>
                </p14:cNvPr>
                <p14:cNvContentPartPr/>
                <p14:nvPr/>
              </p14:nvContentPartPr>
              <p14:xfrm>
                <a:off x="7984224" y="2104776"/>
                <a:ext cx="146520" cy="13392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08AAA22C-27E2-4779-9B05-353D56B1E87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979904" y="2100456"/>
                  <a:ext cx="155160" cy="14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D12F368F-CABF-05A4-7B1E-2B8167FE9F70}"/>
              </a:ext>
            </a:extLst>
          </p:cNvPr>
          <p:cNvGrpSpPr/>
          <p:nvPr/>
        </p:nvGrpSpPr>
        <p:grpSpPr>
          <a:xfrm>
            <a:off x="1274184" y="2348136"/>
            <a:ext cx="1254240" cy="493560"/>
            <a:chOff x="1274184" y="2348136"/>
            <a:chExt cx="1254240" cy="49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0032B76C-1A7A-0BD1-1ECF-34199CB11F27}"/>
                    </a:ext>
                  </a:extLst>
                </p14:cNvPr>
                <p14:cNvContentPartPr/>
                <p14:nvPr/>
              </p14:nvContentPartPr>
              <p14:xfrm>
                <a:off x="1274184" y="2646576"/>
                <a:ext cx="34560" cy="19512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0032B76C-1A7A-0BD1-1ECF-34199CB11F27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269864" y="2642256"/>
                  <a:ext cx="432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3211A3EA-BF42-284C-401F-C606BD0282C3}"/>
                    </a:ext>
                  </a:extLst>
                </p14:cNvPr>
                <p14:cNvContentPartPr/>
                <p14:nvPr/>
              </p14:nvContentPartPr>
              <p14:xfrm>
                <a:off x="1300824" y="2564496"/>
                <a:ext cx="98640" cy="8172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3211A3EA-BF42-284C-401F-C606BD0282C3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1296504" y="2560176"/>
                  <a:ext cx="1072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158D06FE-9E61-5C04-B005-90F16AAA6F50}"/>
                    </a:ext>
                  </a:extLst>
                </p14:cNvPr>
                <p14:cNvContentPartPr/>
                <p14:nvPr/>
              </p14:nvContentPartPr>
              <p14:xfrm>
                <a:off x="1479024" y="2565576"/>
                <a:ext cx="12600" cy="54720"/>
              </p14:xfrm>
            </p:contentPart>
          </mc:Choice>
          <mc:Fallback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158D06FE-9E61-5C04-B005-90F16AAA6F50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474704" y="2561256"/>
                  <a:ext cx="2124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E3A25A4D-BEB8-006D-11D1-6FCC7EA5F8AB}"/>
                    </a:ext>
                  </a:extLst>
                </p14:cNvPr>
                <p14:cNvContentPartPr/>
                <p14:nvPr/>
              </p14:nvContentPartPr>
              <p14:xfrm>
                <a:off x="1490904" y="2448576"/>
                <a:ext cx="12600" cy="7020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E3A25A4D-BEB8-006D-11D1-6FCC7EA5F8AB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486584" y="2444256"/>
                  <a:ext cx="212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1E628377-1088-7A8C-8148-6884A085D124}"/>
                    </a:ext>
                  </a:extLst>
                </p14:cNvPr>
                <p14:cNvContentPartPr/>
                <p14:nvPr/>
              </p14:nvContentPartPr>
              <p14:xfrm>
                <a:off x="1552104" y="2529576"/>
                <a:ext cx="81000" cy="8136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1E628377-1088-7A8C-8148-6884A085D124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547784" y="2525256"/>
                  <a:ext cx="896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37B0BF78-A8BB-494D-A0E0-C8693703B00A}"/>
                    </a:ext>
                  </a:extLst>
                </p14:cNvPr>
                <p14:cNvContentPartPr/>
                <p14:nvPr/>
              </p14:nvContentPartPr>
              <p14:xfrm>
                <a:off x="1666584" y="2498976"/>
                <a:ext cx="91440" cy="8424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37B0BF78-A8BB-494D-A0E0-C8693703B00A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662264" y="2494656"/>
                  <a:ext cx="1000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934E6C5D-75B2-7532-0763-F36D4A1ED51F}"/>
                    </a:ext>
                  </a:extLst>
                </p14:cNvPr>
                <p14:cNvContentPartPr/>
                <p14:nvPr/>
              </p14:nvContentPartPr>
              <p14:xfrm>
                <a:off x="1849464" y="2357496"/>
                <a:ext cx="41760" cy="18144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934E6C5D-75B2-7532-0763-F36D4A1ED51F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845144" y="2353176"/>
                  <a:ext cx="504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3DDBCA42-C835-5F7C-3B0D-50004DA53C4B}"/>
                    </a:ext>
                  </a:extLst>
                </p14:cNvPr>
                <p14:cNvContentPartPr/>
                <p14:nvPr/>
              </p14:nvContentPartPr>
              <p14:xfrm>
                <a:off x="1810584" y="2427336"/>
                <a:ext cx="132120" cy="3924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3DDBCA42-C835-5F7C-3B0D-50004DA53C4B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806264" y="2423016"/>
                  <a:ext cx="1407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0322EF99-7C6B-D494-7BD0-DE2B284D86E4}"/>
                    </a:ext>
                  </a:extLst>
                </p14:cNvPr>
                <p14:cNvContentPartPr/>
                <p14:nvPr/>
              </p14:nvContentPartPr>
              <p14:xfrm>
                <a:off x="2054304" y="2443536"/>
                <a:ext cx="88200" cy="756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0322EF99-7C6B-D494-7BD0-DE2B284D86E4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2049984" y="2439216"/>
                  <a:ext cx="9684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F966016B-ED96-DFD6-9DFA-9A5E9882D597}"/>
                    </a:ext>
                  </a:extLst>
                </p14:cNvPr>
                <p14:cNvContentPartPr/>
                <p14:nvPr/>
              </p14:nvContentPartPr>
              <p14:xfrm>
                <a:off x="2091024" y="2473776"/>
                <a:ext cx="102600" cy="1728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F966016B-ED96-DFD6-9DFA-9A5E9882D597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2086704" y="2469456"/>
                  <a:ext cx="1112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42F804BD-E8D0-01A5-60B4-BFC070916DEC}"/>
                    </a:ext>
                  </a:extLst>
                </p14:cNvPr>
                <p14:cNvContentPartPr/>
                <p14:nvPr/>
              </p14:nvContentPartPr>
              <p14:xfrm>
                <a:off x="2334024" y="2348136"/>
                <a:ext cx="194400" cy="19908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42F804BD-E8D0-01A5-60B4-BFC070916DE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2329704" y="2343816"/>
                  <a:ext cx="20304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6" name="Group 455">
            <a:extLst>
              <a:ext uri="{FF2B5EF4-FFF2-40B4-BE49-F238E27FC236}">
                <a16:creationId xmlns:a16="http://schemas.microsoft.com/office/drawing/2014/main" id="{7A250038-7997-1ABF-DA91-291572CA1B30}"/>
              </a:ext>
            </a:extLst>
          </p:cNvPr>
          <p:cNvGrpSpPr/>
          <p:nvPr/>
        </p:nvGrpSpPr>
        <p:grpSpPr>
          <a:xfrm>
            <a:off x="7928064" y="1691856"/>
            <a:ext cx="127080" cy="207720"/>
            <a:chOff x="7928064" y="1691856"/>
            <a:chExt cx="127080" cy="20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94945C42-6EF1-330A-4864-FFE972AD90FC}"/>
                    </a:ext>
                  </a:extLst>
                </p14:cNvPr>
                <p14:cNvContentPartPr/>
                <p14:nvPr/>
              </p14:nvContentPartPr>
              <p14:xfrm>
                <a:off x="7964784" y="1691856"/>
                <a:ext cx="19440" cy="154080"/>
              </p14:xfrm>
            </p:contentPart>
          </mc:Choice>
          <mc:Fallback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94945C42-6EF1-330A-4864-FFE972AD90FC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960464" y="1687536"/>
                  <a:ext cx="280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7477B99D-1B37-92D7-A468-C4C16E6F8923}"/>
                    </a:ext>
                  </a:extLst>
                </p14:cNvPr>
                <p14:cNvContentPartPr/>
                <p14:nvPr/>
              </p14:nvContentPartPr>
              <p14:xfrm>
                <a:off x="7928064" y="1821096"/>
                <a:ext cx="61200" cy="7848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7477B99D-1B37-92D7-A468-C4C16E6F8923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923744" y="1816776"/>
                  <a:ext cx="698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2E2E0769-75C6-8E70-446B-4FEA67117E0F}"/>
                    </a:ext>
                  </a:extLst>
                </p14:cNvPr>
                <p14:cNvContentPartPr/>
                <p14:nvPr/>
              </p14:nvContentPartPr>
              <p14:xfrm>
                <a:off x="7991424" y="1794816"/>
                <a:ext cx="63720" cy="104400"/>
              </p14:xfrm>
            </p:contentPart>
          </mc:Choice>
          <mc:Fallback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2E2E0769-75C6-8E70-446B-4FEA67117E0F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7987104" y="1790496"/>
                  <a:ext cx="72360" cy="11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0">
            <p14:nvContentPartPr>
              <p14:cNvPr id="457" name="Ink 456">
                <a:extLst>
                  <a:ext uri="{FF2B5EF4-FFF2-40B4-BE49-F238E27FC236}">
                    <a16:creationId xmlns:a16="http://schemas.microsoft.com/office/drawing/2014/main" id="{C29491CE-8BA2-03AE-555A-069C40A665DC}"/>
                  </a:ext>
                </a:extLst>
              </p14:cNvPr>
              <p14:cNvContentPartPr/>
              <p14:nvPr/>
            </p14:nvContentPartPr>
            <p14:xfrm>
              <a:off x="9058104" y="2014416"/>
              <a:ext cx="72360" cy="144720"/>
            </p14:xfrm>
          </p:contentPart>
        </mc:Choice>
        <mc:Fallback>
          <p:pic>
            <p:nvPicPr>
              <p:cNvPr id="457" name="Ink 456">
                <a:extLst>
                  <a:ext uri="{FF2B5EF4-FFF2-40B4-BE49-F238E27FC236}">
                    <a16:creationId xmlns:a16="http://schemas.microsoft.com/office/drawing/2014/main" id="{C29491CE-8BA2-03AE-555A-069C40A665DC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9053784" y="2010096"/>
                <a:ext cx="8100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2">
            <p14:nvContentPartPr>
              <p14:cNvPr id="458" name="Ink 457">
                <a:extLst>
                  <a:ext uri="{FF2B5EF4-FFF2-40B4-BE49-F238E27FC236}">
                    <a16:creationId xmlns:a16="http://schemas.microsoft.com/office/drawing/2014/main" id="{9C87FB0D-EE31-ED57-68AD-458C11134181}"/>
                  </a:ext>
                </a:extLst>
              </p14:cNvPr>
              <p14:cNvContentPartPr/>
              <p14:nvPr/>
            </p14:nvContentPartPr>
            <p14:xfrm>
              <a:off x="7581384" y="2163816"/>
              <a:ext cx="122760" cy="159480"/>
            </p14:xfrm>
          </p:contentPart>
        </mc:Choice>
        <mc:Fallback>
          <p:pic>
            <p:nvPicPr>
              <p:cNvPr id="458" name="Ink 457">
                <a:extLst>
                  <a:ext uri="{FF2B5EF4-FFF2-40B4-BE49-F238E27FC236}">
                    <a16:creationId xmlns:a16="http://schemas.microsoft.com/office/drawing/2014/main" id="{9C87FB0D-EE31-ED57-68AD-458C11134181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7577064" y="2159496"/>
                <a:ext cx="13140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4">
            <p14:nvContentPartPr>
              <p14:cNvPr id="459" name="Ink 458">
                <a:extLst>
                  <a:ext uri="{FF2B5EF4-FFF2-40B4-BE49-F238E27FC236}">
                    <a16:creationId xmlns:a16="http://schemas.microsoft.com/office/drawing/2014/main" id="{CCEA70EF-EA55-A6E2-C643-53A91BCB42D8}"/>
                  </a:ext>
                </a:extLst>
              </p14:cNvPr>
              <p14:cNvContentPartPr/>
              <p14:nvPr/>
            </p14:nvContentPartPr>
            <p14:xfrm>
              <a:off x="8481024" y="1993176"/>
              <a:ext cx="14040" cy="214200"/>
            </p14:xfrm>
          </p:contentPart>
        </mc:Choice>
        <mc:Fallback>
          <p:pic>
            <p:nvPicPr>
              <p:cNvPr id="459" name="Ink 458">
                <a:extLst>
                  <a:ext uri="{FF2B5EF4-FFF2-40B4-BE49-F238E27FC236}">
                    <a16:creationId xmlns:a16="http://schemas.microsoft.com/office/drawing/2014/main" id="{CCEA70EF-EA55-A6E2-C643-53A91BCB42D8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8476704" y="1988856"/>
                <a:ext cx="22680" cy="22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6">
            <p14:nvContentPartPr>
              <p14:cNvPr id="460" name="Ink 459">
                <a:extLst>
                  <a:ext uri="{FF2B5EF4-FFF2-40B4-BE49-F238E27FC236}">
                    <a16:creationId xmlns:a16="http://schemas.microsoft.com/office/drawing/2014/main" id="{99562902-3179-F240-0A5F-8FACA3379796}"/>
                  </a:ext>
                </a:extLst>
              </p14:cNvPr>
              <p14:cNvContentPartPr/>
              <p14:nvPr/>
            </p14:nvContentPartPr>
            <p14:xfrm>
              <a:off x="7923384" y="1345536"/>
              <a:ext cx="123480" cy="240480"/>
            </p14:xfrm>
          </p:contentPart>
        </mc:Choice>
        <mc:Fallback>
          <p:pic>
            <p:nvPicPr>
              <p:cNvPr id="460" name="Ink 459">
                <a:extLst>
                  <a:ext uri="{FF2B5EF4-FFF2-40B4-BE49-F238E27FC236}">
                    <a16:creationId xmlns:a16="http://schemas.microsoft.com/office/drawing/2014/main" id="{99562902-3179-F240-0A5F-8FACA3379796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7919064" y="1341216"/>
                <a:ext cx="13212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8">
            <p14:nvContentPartPr>
              <p14:cNvPr id="461" name="Ink 460">
                <a:extLst>
                  <a:ext uri="{FF2B5EF4-FFF2-40B4-BE49-F238E27FC236}">
                    <a16:creationId xmlns:a16="http://schemas.microsoft.com/office/drawing/2014/main" id="{35CC7952-41DE-AEEB-AB25-A4854FC29C31}"/>
                  </a:ext>
                </a:extLst>
              </p14:cNvPr>
              <p14:cNvContentPartPr/>
              <p14:nvPr/>
            </p14:nvContentPartPr>
            <p14:xfrm>
              <a:off x="8023104" y="2145456"/>
              <a:ext cx="107280" cy="14040"/>
            </p14:xfrm>
          </p:contentPart>
        </mc:Choice>
        <mc:Fallback>
          <p:pic>
            <p:nvPicPr>
              <p:cNvPr id="461" name="Ink 460">
                <a:extLst>
                  <a:ext uri="{FF2B5EF4-FFF2-40B4-BE49-F238E27FC236}">
                    <a16:creationId xmlns:a16="http://schemas.microsoft.com/office/drawing/2014/main" id="{35CC7952-41DE-AEEB-AB25-A4854FC29C31}"/>
                  </a:ext>
                </a:extLst>
              </p:cNvPr>
              <p:cNvPicPr/>
              <p:nvPr/>
            </p:nvPicPr>
            <p:blipFill>
              <a:blip r:embed="rId449"/>
              <a:stretch>
                <a:fillRect/>
              </a:stretch>
            </p:blipFill>
            <p:spPr>
              <a:xfrm>
                <a:off x="7933464" y="1965456"/>
                <a:ext cx="286920" cy="37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0">
            <p14:nvContentPartPr>
              <p14:cNvPr id="462" name="Ink 461">
                <a:extLst>
                  <a:ext uri="{FF2B5EF4-FFF2-40B4-BE49-F238E27FC236}">
                    <a16:creationId xmlns:a16="http://schemas.microsoft.com/office/drawing/2014/main" id="{A552F990-16FF-2369-C866-321C92618492}"/>
                  </a:ext>
                </a:extLst>
              </p14:cNvPr>
              <p14:cNvContentPartPr/>
              <p14:nvPr/>
            </p14:nvContentPartPr>
            <p14:xfrm>
              <a:off x="9049824" y="2070576"/>
              <a:ext cx="62640" cy="4320"/>
            </p14:xfrm>
          </p:contentPart>
        </mc:Choice>
        <mc:Fallback>
          <p:pic>
            <p:nvPicPr>
              <p:cNvPr id="462" name="Ink 461">
                <a:extLst>
                  <a:ext uri="{FF2B5EF4-FFF2-40B4-BE49-F238E27FC236}">
                    <a16:creationId xmlns:a16="http://schemas.microsoft.com/office/drawing/2014/main" id="{A552F990-16FF-2369-C866-321C92618492}"/>
                  </a:ext>
                </a:extLst>
              </p:cNvPr>
              <p:cNvPicPr/>
              <p:nvPr/>
            </p:nvPicPr>
            <p:blipFill>
              <a:blip r:embed="rId451"/>
              <a:stretch>
                <a:fillRect/>
              </a:stretch>
            </p:blipFill>
            <p:spPr>
              <a:xfrm>
                <a:off x="8959824" y="1890576"/>
                <a:ext cx="242280" cy="36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2">
            <p14:nvContentPartPr>
              <p14:cNvPr id="486" name="Ink 485">
                <a:extLst>
                  <a:ext uri="{FF2B5EF4-FFF2-40B4-BE49-F238E27FC236}">
                    <a16:creationId xmlns:a16="http://schemas.microsoft.com/office/drawing/2014/main" id="{B7C43696-D4E0-D363-C878-7A76396D819F}"/>
                  </a:ext>
                </a:extLst>
              </p14:cNvPr>
              <p14:cNvContentPartPr/>
              <p14:nvPr/>
            </p14:nvContentPartPr>
            <p14:xfrm>
              <a:off x="10120464" y="2947536"/>
              <a:ext cx="56160" cy="47520"/>
            </p14:xfrm>
          </p:contentPart>
        </mc:Choice>
        <mc:Fallback>
          <p:pic>
            <p:nvPicPr>
              <p:cNvPr id="486" name="Ink 485">
                <a:extLst>
                  <a:ext uri="{FF2B5EF4-FFF2-40B4-BE49-F238E27FC236}">
                    <a16:creationId xmlns:a16="http://schemas.microsoft.com/office/drawing/2014/main" id="{B7C43696-D4E0-D363-C878-7A76396D819F}"/>
                  </a:ext>
                </a:extLst>
              </p:cNvPr>
              <p:cNvPicPr/>
              <p:nvPr/>
            </p:nvPicPr>
            <p:blipFill>
              <a:blip r:embed="rId453"/>
              <a:stretch>
                <a:fillRect/>
              </a:stretch>
            </p:blipFill>
            <p:spPr>
              <a:xfrm>
                <a:off x="10116144" y="2943216"/>
                <a:ext cx="6480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4">
            <p14:nvContentPartPr>
              <p14:cNvPr id="487" name="Ink 486">
                <a:extLst>
                  <a:ext uri="{FF2B5EF4-FFF2-40B4-BE49-F238E27FC236}">
                    <a16:creationId xmlns:a16="http://schemas.microsoft.com/office/drawing/2014/main" id="{09494229-C860-4D83-D386-2BF798136288}"/>
                  </a:ext>
                </a:extLst>
              </p14:cNvPr>
              <p14:cNvContentPartPr/>
              <p14:nvPr/>
            </p14:nvContentPartPr>
            <p14:xfrm>
              <a:off x="7786584" y="3231576"/>
              <a:ext cx="803520" cy="156960"/>
            </p14:xfrm>
          </p:contentPart>
        </mc:Choice>
        <mc:Fallback>
          <p:pic>
            <p:nvPicPr>
              <p:cNvPr id="487" name="Ink 486">
                <a:extLst>
                  <a:ext uri="{FF2B5EF4-FFF2-40B4-BE49-F238E27FC236}">
                    <a16:creationId xmlns:a16="http://schemas.microsoft.com/office/drawing/2014/main" id="{09494229-C860-4D83-D386-2BF798136288}"/>
                  </a:ext>
                </a:extLst>
              </p:cNvPr>
              <p:cNvPicPr/>
              <p:nvPr/>
            </p:nvPicPr>
            <p:blipFill>
              <a:blip r:embed="rId455"/>
              <a:stretch>
                <a:fillRect/>
              </a:stretch>
            </p:blipFill>
            <p:spPr>
              <a:xfrm>
                <a:off x="7696944" y="3051576"/>
                <a:ext cx="983160" cy="51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1" name="Group 490">
            <a:extLst>
              <a:ext uri="{FF2B5EF4-FFF2-40B4-BE49-F238E27FC236}">
                <a16:creationId xmlns:a16="http://schemas.microsoft.com/office/drawing/2014/main" id="{70B0530B-C973-B4FE-D3B2-3391FA97A671}"/>
              </a:ext>
            </a:extLst>
          </p:cNvPr>
          <p:cNvGrpSpPr/>
          <p:nvPr/>
        </p:nvGrpSpPr>
        <p:grpSpPr>
          <a:xfrm>
            <a:off x="7547904" y="2890296"/>
            <a:ext cx="2138400" cy="917640"/>
            <a:chOff x="7547904" y="2890296"/>
            <a:chExt cx="2138400" cy="917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C3E6D764-3160-B5CA-7059-099505DAEB50}"/>
                    </a:ext>
                  </a:extLst>
                </p14:cNvPr>
                <p14:cNvContentPartPr/>
                <p14:nvPr/>
              </p14:nvContentPartPr>
              <p14:xfrm>
                <a:off x="7557624" y="3199536"/>
                <a:ext cx="36360" cy="343080"/>
              </p14:xfrm>
            </p:contentPart>
          </mc:Choice>
          <mc:Fallback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C3E6D764-3160-B5CA-7059-099505DAEB50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7553304" y="3195216"/>
                  <a:ext cx="4500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689BB26E-3133-FEA0-4DDE-B8652384478E}"/>
                    </a:ext>
                  </a:extLst>
                </p14:cNvPr>
                <p14:cNvContentPartPr/>
                <p14:nvPr/>
              </p14:nvContentPartPr>
              <p14:xfrm>
                <a:off x="7547904" y="2890296"/>
                <a:ext cx="1654200" cy="695520"/>
              </p14:xfrm>
            </p:contentPart>
          </mc:Choice>
          <mc:Fallback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689BB26E-3133-FEA0-4DDE-B8652384478E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543584" y="2885976"/>
                  <a:ext cx="1662840" cy="70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16170094-1158-D8F7-6B67-1C83B35DFD65}"/>
                    </a:ext>
                  </a:extLst>
                </p14:cNvPr>
                <p14:cNvContentPartPr/>
                <p14:nvPr/>
              </p14:nvContentPartPr>
              <p14:xfrm>
                <a:off x="7952544" y="3135456"/>
                <a:ext cx="65880" cy="382320"/>
              </p14:xfrm>
            </p:contentPart>
          </mc:Choice>
          <mc:Fallback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16170094-1158-D8F7-6B67-1C83B35DFD65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948224" y="3131136"/>
                  <a:ext cx="74520" cy="39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0F6566BB-51C8-EB38-7806-EC0D5FBBE044}"/>
                    </a:ext>
                  </a:extLst>
                </p14:cNvPr>
                <p14:cNvContentPartPr/>
                <p14:nvPr/>
              </p14:nvContentPartPr>
              <p14:xfrm>
                <a:off x="7776864" y="3313656"/>
                <a:ext cx="105480" cy="171000"/>
              </p14:xfrm>
            </p:contentPart>
          </mc:Choice>
          <mc:Fallback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0F6566BB-51C8-EB38-7806-EC0D5FBBE044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7772544" y="3309336"/>
                  <a:ext cx="114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16E276C0-E2A6-534D-D9B1-77392C34E5EE}"/>
                    </a:ext>
                  </a:extLst>
                </p14:cNvPr>
                <p14:cNvContentPartPr/>
                <p14:nvPr/>
              </p14:nvContentPartPr>
              <p14:xfrm>
                <a:off x="8218224" y="3060576"/>
                <a:ext cx="78480" cy="461160"/>
              </p14:xfrm>
            </p:contentPart>
          </mc:Choice>
          <mc:Fallback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16E276C0-E2A6-534D-D9B1-77392C34E5EE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213904" y="3056256"/>
                  <a:ext cx="8712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45641415-2A43-9878-0FF4-C32805C0F4CA}"/>
                    </a:ext>
                  </a:extLst>
                </p14:cNvPr>
                <p14:cNvContentPartPr/>
                <p14:nvPr/>
              </p14:nvContentPartPr>
              <p14:xfrm>
                <a:off x="8077464" y="3247416"/>
                <a:ext cx="82800" cy="120960"/>
              </p14:xfrm>
            </p:contentPart>
          </mc:Choice>
          <mc:Fallback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45641415-2A43-9878-0FF4-C32805C0F4CA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073144" y="3243096"/>
                  <a:ext cx="914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925775E0-36FE-D7D6-AEB0-A4EC1BEB131A}"/>
                    </a:ext>
                  </a:extLst>
                </p14:cNvPr>
                <p14:cNvContentPartPr/>
                <p14:nvPr/>
              </p14:nvContentPartPr>
              <p14:xfrm>
                <a:off x="8503704" y="3182256"/>
                <a:ext cx="46800" cy="153000"/>
              </p14:xfrm>
            </p:contentPart>
          </mc:Choice>
          <mc:Fallback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925775E0-36FE-D7D6-AEB0-A4EC1BEB131A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8499384" y="3177936"/>
                  <a:ext cx="554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AEF7E2B3-F28A-8985-B4E6-A7F687865BF8}"/>
                    </a:ext>
                  </a:extLst>
                </p14:cNvPr>
                <p14:cNvContentPartPr/>
                <p14:nvPr/>
              </p14:nvContentPartPr>
              <p14:xfrm>
                <a:off x="8752104" y="2948976"/>
                <a:ext cx="88200" cy="447120"/>
              </p14:xfrm>
            </p:contentPart>
          </mc:Choice>
          <mc:Fallback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AEF7E2B3-F28A-8985-B4E6-A7F687865BF8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8747784" y="2944656"/>
                  <a:ext cx="9684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DEECDB7D-82CE-3E99-AE1E-1809D9C6A7D1}"/>
                    </a:ext>
                  </a:extLst>
                </p14:cNvPr>
                <p14:cNvContentPartPr/>
                <p14:nvPr/>
              </p14:nvContentPartPr>
              <p14:xfrm>
                <a:off x="8918064" y="3071736"/>
                <a:ext cx="131040" cy="164520"/>
              </p14:xfrm>
            </p:contentPart>
          </mc:Choice>
          <mc:Fallback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DEECDB7D-82CE-3E99-AE1E-1809D9C6A7D1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913744" y="3067416"/>
                  <a:ext cx="1396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7963CDEF-5E57-3DFD-06DD-6CD3C8948308}"/>
                    </a:ext>
                  </a:extLst>
                </p14:cNvPr>
                <p14:cNvContentPartPr/>
                <p14:nvPr/>
              </p14:nvContentPartPr>
              <p14:xfrm>
                <a:off x="9032544" y="3497976"/>
                <a:ext cx="33120" cy="176760"/>
              </p14:xfrm>
            </p:contentPart>
          </mc:Choice>
          <mc:Fallback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7963CDEF-5E57-3DFD-06DD-6CD3C8948308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028224" y="3493656"/>
                  <a:ext cx="4176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A01995C1-862E-CCFA-9291-74713A3F3575}"/>
                    </a:ext>
                  </a:extLst>
                </p14:cNvPr>
                <p14:cNvContentPartPr/>
                <p14:nvPr/>
              </p14:nvContentPartPr>
              <p14:xfrm>
                <a:off x="8982504" y="3458736"/>
                <a:ext cx="162000" cy="108000"/>
              </p14:xfrm>
            </p:contentPart>
          </mc:Choice>
          <mc:Fallback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A01995C1-862E-CCFA-9291-74713A3F3575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978184" y="3454416"/>
                  <a:ext cx="1706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393F67C1-1791-AC3C-C40D-38885A5A3937}"/>
                    </a:ext>
                  </a:extLst>
                </p14:cNvPr>
                <p14:cNvContentPartPr/>
                <p14:nvPr/>
              </p14:nvContentPartPr>
              <p14:xfrm>
                <a:off x="9157104" y="3676536"/>
                <a:ext cx="15120" cy="112680"/>
              </p14:xfrm>
            </p:contentPart>
          </mc:Choice>
          <mc:Fallback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393F67C1-1791-AC3C-C40D-38885A5A3937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152784" y="3672216"/>
                  <a:ext cx="237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3FB35E85-E249-5965-1D7F-12A83263A28A}"/>
                    </a:ext>
                  </a:extLst>
                </p14:cNvPr>
                <p14:cNvContentPartPr/>
                <p14:nvPr/>
              </p14:nvContentPartPr>
              <p14:xfrm>
                <a:off x="9171504" y="3589416"/>
                <a:ext cx="39600" cy="76680"/>
              </p14:xfrm>
            </p:contentPart>
          </mc:Choice>
          <mc:Fallback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3FB35E85-E249-5965-1D7F-12A83263A28A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167184" y="3585096"/>
                  <a:ext cx="482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BF36EB7A-1F96-74DA-FFB3-08FD152E3461}"/>
                    </a:ext>
                  </a:extLst>
                </p14:cNvPr>
                <p14:cNvContentPartPr/>
                <p14:nvPr/>
              </p14:nvContentPartPr>
              <p14:xfrm>
                <a:off x="9271584" y="3600216"/>
                <a:ext cx="360" cy="31320"/>
              </p14:xfrm>
            </p:contentPart>
          </mc:Choice>
          <mc:Fallback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BF36EB7A-1F96-74DA-FFB3-08FD152E3461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267264" y="3595896"/>
                  <a:ext cx="9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59E41ADB-C302-50E2-ED30-BB760719CC25}"/>
                    </a:ext>
                  </a:extLst>
                </p14:cNvPr>
                <p14:cNvContentPartPr/>
                <p14:nvPr/>
              </p14:nvContentPartPr>
              <p14:xfrm>
                <a:off x="9312984" y="3509136"/>
                <a:ext cx="360" cy="360"/>
              </p14:xfrm>
            </p:contentPart>
          </mc:Choice>
          <mc:Fallback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59E41ADB-C302-50E2-ED30-BB760719CC2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308664" y="3504816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062C29DE-E729-B382-02E6-AA7FA31D2FAE}"/>
                    </a:ext>
                  </a:extLst>
                </p14:cNvPr>
                <p14:cNvContentPartPr/>
                <p14:nvPr/>
              </p14:nvContentPartPr>
              <p14:xfrm>
                <a:off x="9312984" y="3509136"/>
                <a:ext cx="119880" cy="100440"/>
              </p14:xfrm>
            </p:contentPart>
          </mc:Choice>
          <mc:Fallback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062C29DE-E729-B382-02E6-AA7FA31D2FAE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9308664" y="3504816"/>
                  <a:ext cx="1285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E6C878F7-A491-4FE8-0738-D805F0307CAD}"/>
                    </a:ext>
                  </a:extLst>
                </p14:cNvPr>
                <p14:cNvContentPartPr/>
                <p14:nvPr/>
              </p14:nvContentPartPr>
              <p14:xfrm>
                <a:off x="9475344" y="3521736"/>
                <a:ext cx="45720" cy="43920"/>
              </p14:xfrm>
            </p:contentPart>
          </mc:Choice>
          <mc:Fallback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E6C878F7-A491-4FE8-0738-D805F0307CAD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9471024" y="3517416"/>
                  <a:ext cx="543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9EA955E7-BE45-787A-6C89-9F5B0E3760DF}"/>
                    </a:ext>
                  </a:extLst>
                </p14:cNvPr>
                <p14:cNvContentPartPr/>
                <p14:nvPr/>
              </p14:nvContentPartPr>
              <p14:xfrm>
                <a:off x="9602064" y="3443256"/>
                <a:ext cx="64800" cy="108000"/>
              </p14:xfrm>
            </p:contentPart>
          </mc:Choice>
          <mc:Fallback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9EA955E7-BE45-787A-6C89-9F5B0E3760DF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9597744" y="3438936"/>
                  <a:ext cx="734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658F6467-D80A-3A36-60C5-A9456DFC8104}"/>
                    </a:ext>
                  </a:extLst>
                </p14:cNvPr>
                <p14:cNvContentPartPr/>
                <p14:nvPr/>
              </p14:nvContentPartPr>
              <p14:xfrm>
                <a:off x="9625104" y="3443256"/>
                <a:ext cx="61200" cy="41760"/>
              </p14:xfrm>
            </p:contentPart>
          </mc:Choice>
          <mc:Fallback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658F6467-D80A-3A36-60C5-A9456DFC8104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9620784" y="3438936"/>
                  <a:ext cx="698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CEE7E2C6-172D-D0E1-CD0F-DE5A230D0ABF}"/>
                    </a:ext>
                  </a:extLst>
                </p14:cNvPr>
                <p14:cNvContentPartPr/>
                <p14:nvPr/>
              </p14:nvContentPartPr>
              <p14:xfrm>
                <a:off x="7866504" y="3715776"/>
                <a:ext cx="71280" cy="92160"/>
              </p14:xfrm>
            </p:contentPart>
          </mc:Choice>
          <mc:Fallback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CEE7E2C6-172D-D0E1-CD0F-DE5A230D0ABF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7862184" y="3711456"/>
                  <a:ext cx="799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5C9FBD44-9A5E-ACAF-64B7-95C1BEE40562}"/>
                    </a:ext>
                  </a:extLst>
                </p14:cNvPr>
                <p14:cNvContentPartPr/>
                <p14:nvPr/>
              </p14:nvContentPartPr>
              <p14:xfrm>
                <a:off x="8177904" y="3640896"/>
                <a:ext cx="28440" cy="88200"/>
              </p14:xfrm>
            </p:contentPart>
          </mc:Choice>
          <mc:Fallback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5C9FBD44-9A5E-ACAF-64B7-95C1BEE40562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8173584" y="3636576"/>
                  <a:ext cx="370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6733A06A-12E4-E5B4-4C41-CD9F9D4EE609}"/>
                    </a:ext>
                  </a:extLst>
                </p14:cNvPr>
                <p14:cNvContentPartPr/>
                <p14:nvPr/>
              </p14:nvContentPartPr>
              <p14:xfrm>
                <a:off x="8461944" y="3548016"/>
                <a:ext cx="85680" cy="81720"/>
              </p14:xfrm>
            </p:contentPart>
          </mc:Choice>
          <mc:Fallback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6733A06A-12E4-E5B4-4C41-CD9F9D4EE609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8457624" y="3543696"/>
                  <a:ext cx="9432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4FD3C49C-4014-87ED-A774-3901391D61EB}"/>
              </a:ext>
            </a:extLst>
          </p:cNvPr>
          <p:cNvGrpSpPr/>
          <p:nvPr/>
        </p:nvGrpSpPr>
        <p:grpSpPr>
          <a:xfrm>
            <a:off x="5161464" y="6292296"/>
            <a:ext cx="167760" cy="293400"/>
            <a:chOff x="5161464" y="6292296"/>
            <a:chExt cx="167760" cy="29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E7A6BFED-867F-42E8-B3D1-40DFEE99A7A3}"/>
                    </a:ext>
                  </a:extLst>
                </p14:cNvPr>
                <p14:cNvContentPartPr/>
                <p14:nvPr/>
              </p14:nvContentPartPr>
              <p14:xfrm>
                <a:off x="5248584" y="6346296"/>
                <a:ext cx="7560" cy="69480"/>
              </p14:xfrm>
            </p:contentPart>
          </mc:Choice>
          <mc:Fallback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E7A6BFED-867F-42E8-B3D1-40DFEE99A7A3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5244264" y="6341976"/>
                  <a:ext cx="162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D5B6EDD3-0443-05A0-BFEF-FCF25C620F4C}"/>
                    </a:ext>
                  </a:extLst>
                </p14:cNvPr>
                <p14:cNvContentPartPr/>
                <p14:nvPr/>
              </p14:nvContentPartPr>
              <p14:xfrm>
                <a:off x="5236344" y="6456816"/>
                <a:ext cx="12600" cy="81000"/>
              </p14:xfrm>
            </p:contentPart>
          </mc:Choice>
          <mc:Fallback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D5B6EDD3-0443-05A0-BFEF-FCF25C620F4C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5232024" y="6452496"/>
                  <a:ext cx="212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9B984163-6F72-678E-DFB3-F607AE9ADFD6}"/>
                    </a:ext>
                  </a:extLst>
                </p14:cNvPr>
                <p14:cNvContentPartPr/>
                <p14:nvPr/>
              </p14:nvContentPartPr>
              <p14:xfrm>
                <a:off x="5224104" y="6582096"/>
                <a:ext cx="12600" cy="3600"/>
              </p14:xfrm>
            </p:contentPart>
          </mc:Choice>
          <mc:Fallback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9B984163-6F72-678E-DFB3-F607AE9ADFD6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5219784" y="6577776"/>
                  <a:ext cx="2124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4EE56821-4E45-281B-4786-3B2AD8C40B5A}"/>
                    </a:ext>
                  </a:extLst>
                </p14:cNvPr>
                <p14:cNvContentPartPr/>
                <p14:nvPr/>
              </p14:nvContentPartPr>
              <p14:xfrm>
                <a:off x="5161464" y="6292296"/>
                <a:ext cx="167760" cy="113760"/>
              </p14:xfrm>
            </p:contentPart>
          </mc:Choice>
          <mc:Fallback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4EE56821-4E45-281B-4786-3B2AD8C40B5A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5157144" y="6287976"/>
                  <a:ext cx="17640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6" name="Group 525">
            <a:extLst>
              <a:ext uri="{FF2B5EF4-FFF2-40B4-BE49-F238E27FC236}">
                <a16:creationId xmlns:a16="http://schemas.microsoft.com/office/drawing/2014/main" id="{657E490B-C7CA-BF99-CC7F-0188F0D9623C}"/>
              </a:ext>
            </a:extLst>
          </p:cNvPr>
          <p:cNvGrpSpPr/>
          <p:nvPr/>
        </p:nvGrpSpPr>
        <p:grpSpPr>
          <a:xfrm>
            <a:off x="4707504" y="5095656"/>
            <a:ext cx="1255680" cy="1078200"/>
            <a:chOff x="4707504" y="5095656"/>
            <a:chExt cx="1255680" cy="1078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3C4E677F-63CF-90D0-2882-0D064D3CFEAA}"/>
                    </a:ext>
                  </a:extLst>
                </p14:cNvPr>
                <p14:cNvContentPartPr/>
                <p14:nvPr/>
              </p14:nvContentPartPr>
              <p14:xfrm>
                <a:off x="4707504" y="5803776"/>
                <a:ext cx="17280" cy="212760"/>
              </p14:xfrm>
            </p:contentPart>
          </mc:Choice>
          <mc:Fallback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3C4E677F-63CF-90D0-2882-0D064D3CFEAA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4703184" y="5799456"/>
                  <a:ext cx="259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C0F9C9D6-2BEE-3131-516A-0B19F58F6F64}"/>
                    </a:ext>
                  </a:extLst>
                </p14:cNvPr>
                <p14:cNvContentPartPr/>
                <p14:nvPr/>
              </p14:nvContentPartPr>
              <p14:xfrm>
                <a:off x="4763304" y="5503536"/>
                <a:ext cx="1199880" cy="448200"/>
              </p14:xfrm>
            </p:contentPart>
          </mc:Choice>
          <mc:Fallback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C0F9C9D6-2BEE-3131-516A-0B19F58F6F64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4758984" y="5499216"/>
                  <a:ext cx="120852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3F0E313A-922E-9B26-36A6-36B3BA57C4F4}"/>
                    </a:ext>
                  </a:extLst>
                </p14:cNvPr>
                <p14:cNvContentPartPr/>
                <p14:nvPr/>
              </p14:nvContentPartPr>
              <p14:xfrm>
                <a:off x="5045904" y="5594616"/>
                <a:ext cx="61200" cy="15120"/>
              </p14:xfrm>
            </p:contentPart>
          </mc:Choice>
          <mc:Fallback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3F0E313A-922E-9B26-36A6-36B3BA57C4F4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5041584" y="5590296"/>
                  <a:ext cx="698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40B7B33D-3FD4-B86F-7B86-799556393EF8}"/>
                    </a:ext>
                  </a:extLst>
                </p14:cNvPr>
                <p14:cNvContentPartPr/>
                <p14:nvPr/>
              </p14:nvContentPartPr>
              <p14:xfrm>
                <a:off x="5107104" y="5593896"/>
                <a:ext cx="39240" cy="325440"/>
              </p14:xfrm>
            </p:contentPart>
          </mc:Choice>
          <mc:Fallback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40B7B33D-3FD4-B86F-7B86-799556393EF8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5102784" y="5589576"/>
                  <a:ext cx="4788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9B68D64E-AD28-5160-1535-3E657034E007}"/>
                    </a:ext>
                  </a:extLst>
                </p14:cNvPr>
                <p14:cNvContentPartPr/>
                <p14:nvPr/>
              </p14:nvContentPartPr>
              <p14:xfrm>
                <a:off x="5489784" y="5515776"/>
                <a:ext cx="78480" cy="330480"/>
              </p14:xfrm>
            </p:contentPart>
          </mc:Choice>
          <mc:Fallback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9B68D64E-AD28-5160-1535-3E657034E007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5485464" y="5511456"/>
                  <a:ext cx="8712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7B9A94AA-BF1A-014D-7DFC-1718C90AB369}"/>
                    </a:ext>
                  </a:extLst>
                </p14:cNvPr>
                <p14:cNvContentPartPr/>
                <p14:nvPr/>
              </p14:nvContentPartPr>
              <p14:xfrm>
                <a:off x="4774464" y="6074136"/>
                <a:ext cx="96480" cy="92160"/>
              </p14:xfrm>
            </p:contentPart>
          </mc:Choice>
          <mc:Fallback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7B9A94AA-BF1A-014D-7DFC-1718C90AB369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4770144" y="6069816"/>
                  <a:ext cx="1051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DD5051C4-8F25-5BD0-88A7-3D8042DD1456}"/>
                    </a:ext>
                  </a:extLst>
                </p14:cNvPr>
                <p14:cNvContentPartPr/>
                <p14:nvPr/>
              </p14:nvContentPartPr>
              <p14:xfrm>
                <a:off x="5255784" y="6041016"/>
                <a:ext cx="34920" cy="83880"/>
              </p14:xfrm>
            </p:contentPart>
          </mc:Choice>
          <mc:Fallback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DD5051C4-8F25-5BD0-88A7-3D8042DD1456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5251464" y="6036696"/>
                  <a:ext cx="435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28AA4F9B-AC28-C392-F085-7682AD119E42}"/>
                    </a:ext>
                  </a:extLst>
                </p14:cNvPr>
                <p14:cNvContentPartPr/>
                <p14:nvPr/>
              </p14:nvContentPartPr>
              <p14:xfrm>
                <a:off x="5678784" y="6012936"/>
                <a:ext cx="96480" cy="100440"/>
              </p14:xfrm>
            </p:contentPart>
          </mc:Choice>
          <mc:Fallback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28AA4F9B-AC28-C392-F085-7682AD119E42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5674464" y="6008616"/>
                  <a:ext cx="1051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02C90F70-E863-975A-7B37-B25445EC3F9A}"/>
                    </a:ext>
                  </a:extLst>
                </p14:cNvPr>
                <p14:cNvContentPartPr/>
                <p14:nvPr/>
              </p14:nvContentPartPr>
              <p14:xfrm>
                <a:off x="4834584" y="5735016"/>
                <a:ext cx="102240" cy="154440"/>
              </p14:xfrm>
            </p:contentPart>
          </mc:Choice>
          <mc:Fallback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02C90F70-E863-975A-7B37-B25445EC3F9A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4830264" y="5730696"/>
                  <a:ext cx="1108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05E9A08B-99F4-51E0-93DA-F44463F0E408}"/>
                    </a:ext>
                  </a:extLst>
                </p14:cNvPr>
                <p14:cNvContentPartPr/>
                <p14:nvPr/>
              </p14:nvContentPartPr>
              <p14:xfrm>
                <a:off x="5281704" y="5694336"/>
                <a:ext cx="111240" cy="124920"/>
              </p14:xfrm>
            </p:contentPart>
          </mc:Choice>
          <mc:Fallback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05E9A08B-99F4-51E0-93DA-F44463F0E408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5277384" y="5690016"/>
                  <a:ext cx="1198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2E3AD4E3-1BD4-B2D6-E1B9-03FC772DB6B1}"/>
                    </a:ext>
                  </a:extLst>
                </p14:cNvPr>
                <p14:cNvContentPartPr/>
                <p14:nvPr/>
              </p14:nvContentPartPr>
              <p14:xfrm>
                <a:off x="5743584" y="5631336"/>
                <a:ext cx="4320" cy="154440"/>
              </p14:xfrm>
            </p:contentPart>
          </mc:Choice>
          <mc:Fallback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2E3AD4E3-1BD4-B2D6-E1B9-03FC772DB6B1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5739264" y="5627016"/>
                  <a:ext cx="129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8D5B0EB2-57B8-E52F-CFCE-491972085DC1}"/>
                    </a:ext>
                  </a:extLst>
                </p14:cNvPr>
                <p14:cNvContentPartPr/>
                <p14:nvPr/>
              </p14:nvContentPartPr>
              <p14:xfrm>
                <a:off x="5253264" y="6008976"/>
                <a:ext cx="61200" cy="164880"/>
              </p14:xfrm>
            </p:contentPart>
          </mc:Choice>
          <mc:Fallback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8D5B0EB2-57B8-E52F-CFCE-491972085DC1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5248944" y="6004656"/>
                  <a:ext cx="698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1BDEFFDB-58EF-9727-98F1-496B909CE9BA}"/>
                    </a:ext>
                  </a:extLst>
                </p14:cNvPr>
                <p14:cNvContentPartPr/>
                <p14:nvPr/>
              </p14:nvContentPartPr>
              <p14:xfrm>
                <a:off x="4887504" y="5311656"/>
                <a:ext cx="32400" cy="275760"/>
              </p14:xfrm>
            </p:contentPart>
          </mc:Choice>
          <mc:Fallback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1BDEFFDB-58EF-9727-98F1-496B909CE9BA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4883184" y="5307336"/>
                  <a:ext cx="410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3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C3BE4F11-15BB-2390-FCB8-E4D70F154FB0}"/>
                    </a:ext>
                  </a:extLst>
                </p14:cNvPr>
                <p14:cNvContentPartPr/>
                <p14:nvPr/>
              </p14:nvContentPartPr>
              <p14:xfrm>
                <a:off x="4833864" y="5508576"/>
                <a:ext cx="49320" cy="80280"/>
              </p14:xfrm>
            </p:contentPart>
          </mc:Choice>
          <mc:Fallback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C3BE4F11-15BB-2390-FCB8-E4D70F154FB0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4829544" y="5504256"/>
                  <a:ext cx="579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5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119DBB8E-1832-96E4-63C9-41D56BBC60E5}"/>
                    </a:ext>
                  </a:extLst>
                </p14:cNvPr>
                <p14:cNvContentPartPr/>
                <p14:nvPr/>
              </p14:nvContentPartPr>
              <p14:xfrm>
                <a:off x="4884984" y="5500296"/>
                <a:ext cx="75960" cy="105120"/>
              </p14:xfrm>
            </p:contentPart>
          </mc:Choice>
          <mc:Fallback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119DBB8E-1832-96E4-63C9-41D56BBC60E5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4880664" y="5495976"/>
                  <a:ext cx="846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7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7AE906AF-1121-307C-6DBC-5E2C62B6E184}"/>
                    </a:ext>
                  </a:extLst>
                </p14:cNvPr>
                <p14:cNvContentPartPr/>
                <p14:nvPr/>
              </p14:nvContentPartPr>
              <p14:xfrm>
                <a:off x="4958424" y="5176656"/>
                <a:ext cx="108000" cy="151920"/>
              </p14:xfrm>
            </p:contentPart>
          </mc:Choice>
          <mc:Fallback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7AE906AF-1121-307C-6DBC-5E2C62B6E184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4954104" y="5172336"/>
                  <a:ext cx="1166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9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2AD6259D-91C5-DEA9-DAA6-E983E3C98400}"/>
                    </a:ext>
                  </a:extLst>
                </p14:cNvPr>
                <p14:cNvContentPartPr/>
                <p14:nvPr/>
              </p14:nvContentPartPr>
              <p14:xfrm>
                <a:off x="5366664" y="5248656"/>
                <a:ext cx="34200" cy="249840"/>
              </p14:xfrm>
            </p:contentPart>
          </mc:Choice>
          <mc:Fallback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2AD6259D-91C5-DEA9-DAA6-E983E3C98400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5362344" y="5244336"/>
                  <a:ext cx="428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1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5BEE314D-FA71-F950-5DC6-3F9585D9AE7E}"/>
                    </a:ext>
                  </a:extLst>
                </p14:cNvPr>
                <p14:cNvContentPartPr/>
                <p14:nvPr/>
              </p14:nvContentPartPr>
              <p14:xfrm>
                <a:off x="5433624" y="5095656"/>
                <a:ext cx="83520" cy="120960"/>
              </p14:xfrm>
            </p:contentPart>
          </mc:Choice>
          <mc:Fallback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5BEE314D-FA71-F950-5DC6-3F9585D9AE7E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5429304" y="5091336"/>
                  <a:ext cx="921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3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8CC5D7DB-4BF0-7388-D8A1-5FB7E234ACFA}"/>
                    </a:ext>
                  </a:extLst>
                </p14:cNvPr>
                <p14:cNvContentPartPr/>
                <p14:nvPr/>
              </p14:nvContentPartPr>
              <p14:xfrm>
                <a:off x="5309784" y="5415336"/>
                <a:ext cx="90000" cy="86040"/>
              </p14:xfrm>
            </p:contentPart>
          </mc:Choice>
          <mc:Fallback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8CC5D7DB-4BF0-7388-D8A1-5FB7E234ACFA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5305464" y="5411016"/>
                  <a:ext cx="986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5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E0FD2D7F-F6EE-6400-70F3-2BD52D1E7A80}"/>
                    </a:ext>
                  </a:extLst>
                </p14:cNvPr>
                <p14:cNvContentPartPr/>
                <p14:nvPr/>
              </p14:nvContentPartPr>
              <p14:xfrm>
                <a:off x="5394744" y="5435136"/>
                <a:ext cx="51480" cy="97200"/>
              </p14:xfrm>
            </p:contentPart>
          </mc:Choice>
          <mc:Fallback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E0FD2D7F-F6EE-6400-70F3-2BD52D1E7A80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5390424" y="5430816"/>
                  <a:ext cx="60120" cy="105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56449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27" name="Ink 526">
                <a:extLst>
                  <a:ext uri="{FF2B5EF4-FFF2-40B4-BE49-F238E27FC236}">
                    <a16:creationId xmlns:a16="http://schemas.microsoft.com/office/drawing/2014/main" id="{30C8C7D1-3D25-1F04-A895-76318B5149A4}"/>
                  </a:ext>
                </a:extLst>
              </p14:cNvPr>
              <p14:cNvContentPartPr/>
              <p14:nvPr/>
            </p14:nvContentPartPr>
            <p14:xfrm>
              <a:off x="669744" y="708552"/>
              <a:ext cx="32040" cy="310680"/>
            </p14:xfrm>
          </p:contentPart>
        </mc:Choice>
        <mc:Fallback>
          <p:pic>
            <p:nvPicPr>
              <p:cNvPr id="527" name="Ink 526">
                <a:extLst>
                  <a:ext uri="{FF2B5EF4-FFF2-40B4-BE49-F238E27FC236}">
                    <a16:creationId xmlns:a16="http://schemas.microsoft.com/office/drawing/2014/main" id="{30C8C7D1-3D25-1F04-A895-76318B5149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5424" y="704232"/>
                <a:ext cx="4068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28" name="Ink 527">
                <a:extLst>
                  <a:ext uri="{FF2B5EF4-FFF2-40B4-BE49-F238E27FC236}">
                    <a16:creationId xmlns:a16="http://schemas.microsoft.com/office/drawing/2014/main" id="{62EEA0ED-3E25-6A2F-28F5-1B1DBE3D0369}"/>
                  </a:ext>
                </a:extLst>
              </p14:cNvPr>
              <p14:cNvContentPartPr/>
              <p14:nvPr/>
            </p14:nvContentPartPr>
            <p14:xfrm>
              <a:off x="708624" y="415152"/>
              <a:ext cx="1246680" cy="603720"/>
            </p14:xfrm>
          </p:contentPart>
        </mc:Choice>
        <mc:Fallback>
          <p:pic>
            <p:nvPicPr>
              <p:cNvPr id="528" name="Ink 527">
                <a:extLst>
                  <a:ext uri="{FF2B5EF4-FFF2-40B4-BE49-F238E27FC236}">
                    <a16:creationId xmlns:a16="http://schemas.microsoft.com/office/drawing/2014/main" id="{62EEA0ED-3E25-6A2F-28F5-1B1DBE3D03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4304" y="410832"/>
                <a:ext cx="1255320" cy="61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29" name="Ink 528">
                <a:extLst>
                  <a:ext uri="{FF2B5EF4-FFF2-40B4-BE49-F238E27FC236}">
                    <a16:creationId xmlns:a16="http://schemas.microsoft.com/office/drawing/2014/main" id="{6FA9BF6D-DC7A-E4AB-F31C-1E58C9D777A1}"/>
                  </a:ext>
                </a:extLst>
              </p14:cNvPr>
              <p14:cNvContentPartPr/>
              <p14:nvPr/>
            </p14:nvContentPartPr>
            <p14:xfrm>
              <a:off x="1030464" y="596592"/>
              <a:ext cx="61200" cy="368640"/>
            </p14:xfrm>
          </p:contentPart>
        </mc:Choice>
        <mc:Fallback>
          <p:pic>
            <p:nvPicPr>
              <p:cNvPr id="529" name="Ink 528">
                <a:extLst>
                  <a:ext uri="{FF2B5EF4-FFF2-40B4-BE49-F238E27FC236}">
                    <a16:creationId xmlns:a16="http://schemas.microsoft.com/office/drawing/2014/main" id="{6FA9BF6D-DC7A-E4AB-F31C-1E58C9D777A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26144" y="592272"/>
                <a:ext cx="69840" cy="37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30" name="Ink 529">
                <a:extLst>
                  <a:ext uri="{FF2B5EF4-FFF2-40B4-BE49-F238E27FC236}">
                    <a16:creationId xmlns:a16="http://schemas.microsoft.com/office/drawing/2014/main" id="{BC1FB726-0B25-44B4-9FA8-62E5670F7D9C}"/>
                  </a:ext>
                </a:extLst>
              </p14:cNvPr>
              <p14:cNvContentPartPr/>
              <p14:nvPr/>
            </p14:nvContentPartPr>
            <p14:xfrm>
              <a:off x="1495944" y="470952"/>
              <a:ext cx="20160" cy="364320"/>
            </p14:xfrm>
          </p:contentPart>
        </mc:Choice>
        <mc:Fallback>
          <p:pic>
            <p:nvPicPr>
              <p:cNvPr id="530" name="Ink 529">
                <a:extLst>
                  <a:ext uri="{FF2B5EF4-FFF2-40B4-BE49-F238E27FC236}">
                    <a16:creationId xmlns:a16="http://schemas.microsoft.com/office/drawing/2014/main" id="{BC1FB726-0B25-44B4-9FA8-62E5670F7D9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91624" y="466632"/>
                <a:ext cx="2880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32" name="Ink 531">
                <a:extLst>
                  <a:ext uri="{FF2B5EF4-FFF2-40B4-BE49-F238E27FC236}">
                    <a16:creationId xmlns:a16="http://schemas.microsoft.com/office/drawing/2014/main" id="{D24FD2DF-6B19-9A52-CEDE-947AE47E2088}"/>
                  </a:ext>
                </a:extLst>
              </p14:cNvPr>
              <p14:cNvContentPartPr/>
              <p14:nvPr/>
            </p14:nvContentPartPr>
            <p14:xfrm>
              <a:off x="784584" y="738072"/>
              <a:ext cx="132480" cy="182160"/>
            </p14:xfrm>
          </p:contentPart>
        </mc:Choice>
        <mc:Fallback>
          <p:pic>
            <p:nvPicPr>
              <p:cNvPr id="532" name="Ink 531">
                <a:extLst>
                  <a:ext uri="{FF2B5EF4-FFF2-40B4-BE49-F238E27FC236}">
                    <a16:creationId xmlns:a16="http://schemas.microsoft.com/office/drawing/2014/main" id="{D24FD2DF-6B19-9A52-CEDE-947AE47E208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80264" y="733752"/>
                <a:ext cx="14112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33" name="Ink 532">
                <a:extLst>
                  <a:ext uri="{FF2B5EF4-FFF2-40B4-BE49-F238E27FC236}">
                    <a16:creationId xmlns:a16="http://schemas.microsoft.com/office/drawing/2014/main" id="{B5B88C0A-DC05-F441-7573-69CD2ACAF486}"/>
                  </a:ext>
                </a:extLst>
              </p14:cNvPr>
              <p14:cNvContentPartPr/>
              <p14:nvPr/>
            </p14:nvContentPartPr>
            <p14:xfrm>
              <a:off x="1279224" y="657072"/>
              <a:ext cx="183240" cy="154440"/>
            </p14:xfrm>
          </p:contentPart>
        </mc:Choice>
        <mc:Fallback>
          <p:pic>
            <p:nvPicPr>
              <p:cNvPr id="533" name="Ink 532">
                <a:extLst>
                  <a:ext uri="{FF2B5EF4-FFF2-40B4-BE49-F238E27FC236}">
                    <a16:creationId xmlns:a16="http://schemas.microsoft.com/office/drawing/2014/main" id="{B5B88C0A-DC05-F441-7573-69CD2ACAF48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74904" y="652752"/>
                <a:ext cx="19188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35" name="Ink 534">
                <a:extLst>
                  <a:ext uri="{FF2B5EF4-FFF2-40B4-BE49-F238E27FC236}">
                    <a16:creationId xmlns:a16="http://schemas.microsoft.com/office/drawing/2014/main" id="{449961D1-0F95-AD37-675F-8F7A9E03CA42}"/>
                  </a:ext>
                </a:extLst>
              </p14:cNvPr>
              <p14:cNvContentPartPr/>
              <p14:nvPr/>
            </p14:nvContentPartPr>
            <p14:xfrm>
              <a:off x="1730304" y="563832"/>
              <a:ext cx="56520" cy="229320"/>
            </p14:xfrm>
          </p:contentPart>
        </mc:Choice>
        <mc:Fallback>
          <p:pic>
            <p:nvPicPr>
              <p:cNvPr id="535" name="Ink 534">
                <a:extLst>
                  <a:ext uri="{FF2B5EF4-FFF2-40B4-BE49-F238E27FC236}">
                    <a16:creationId xmlns:a16="http://schemas.microsoft.com/office/drawing/2014/main" id="{449961D1-0F95-AD37-675F-8F7A9E03CA4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25984" y="559512"/>
                <a:ext cx="6516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536" name="Ink 535">
                <a:extLst>
                  <a:ext uri="{FF2B5EF4-FFF2-40B4-BE49-F238E27FC236}">
                    <a16:creationId xmlns:a16="http://schemas.microsoft.com/office/drawing/2014/main" id="{FE693259-1530-AB10-91FE-21AE77DA1456}"/>
                  </a:ext>
                </a:extLst>
              </p14:cNvPr>
              <p14:cNvContentPartPr/>
              <p14:nvPr/>
            </p14:nvContentPartPr>
            <p14:xfrm>
              <a:off x="847584" y="1109232"/>
              <a:ext cx="22320" cy="198360"/>
            </p14:xfrm>
          </p:contentPart>
        </mc:Choice>
        <mc:Fallback>
          <p:pic>
            <p:nvPicPr>
              <p:cNvPr id="536" name="Ink 535">
                <a:extLst>
                  <a:ext uri="{FF2B5EF4-FFF2-40B4-BE49-F238E27FC236}">
                    <a16:creationId xmlns:a16="http://schemas.microsoft.com/office/drawing/2014/main" id="{FE693259-1530-AB10-91FE-21AE77DA145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3264" y="1104912"/>
                <a:ext cx="3096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537" name="Ink 536">
                <a:extLst>
                  <a:ext uri="{FF2B5EF4-FFF2-40B4-BE49-F238E27FC236}">
                    <a16:creationId xmlns:a16="http://schemas.microsoft.com/office/drawing/2014/main" id="{69AB43D2-7D08-FA90-6341-1D4E5901A4F2}"/>
                  </a:ext>
                </a:extLst>
              </p14:cNvPr>
              <p14:cNvContentPartPr/>
              <p14:nvPr/>
            </p14:nvContentPartPr>
            <p14:xfrm>
              <a:off x="762624" y="1098432"/>
              <a:ext cx="177840" cy="99360"/>
            </p14:xfrm>
          </p:contentPart>
        </mc:Choice>
        <mc:Fallback>
          <p:pic>
            <p:nvPicPr>
              <p:cNvPr id="537" name="Ink 536">
                <a:extLst>
                  <a:ext uri="{FF2B5EF4-FFF2-40B4-BE49-F238E27FC236}">
                    <a16:creationId xmlns:a16="http://schemas.microsoft.com/office/drawing/2014/main" id="{69AB43D2-7D08-FA90-6341-1D4E5901A4F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58304" y="1094112"/>
                <a:ext cx="18648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540" name="Ink 539">
                <a:extLst>
                  <a:ext uri="{FF2B5EF4-FFF2-40B4-BE49-F238E27FC236}">
                    <a16:creationId xmlns:a16="http://schemas.microsoft.com/office/drawing/2014/main" id="{C6B13F8F-3BF3-0715-D7D2-D0500CE1A145}"/>
                  </a:ext>
                </a:extLst>
              </p14:cNvPr>
              <p14:cNvContentPartPr/>
              <p14:nvPr/>
            </p14:nvContentPartPr>
            <p14:xfrm>
              <a:off x="1351224" y="635472"/>
              <a:ext cx="370440" cy="76680"/>
            </p14:xfrm>
          </p:contentPart>
        </mc:Choice>
        <mc:Fallback>
          <p:pic>
            <p:nvPicPr>
              <p:cNvPr id="540" name="Ink 539">
                <a:extLst>
                  <a:ext uri="{FF2B5EF4-FFF2-40B4-BE49-F238E27FC236}">
                    <a16:creationId xmlns:a16="http://schemas.microsoft.com/office/drawing/2014/main" id="{C6B13F8F-3BF3-0715-D7D2-D0500CE1A14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261224" y="455472"/>
                <a:ext cx="55008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541" name="Ink 540">
                <a:extLst>
                  <a:ext uri="{FF2B5EF4-FFF2-40B4-BE49-F238E27FC236}">
                    <a16:creationId xmlns:a16="http://schemas.microsoft.com/office/drawing/2014/main" id="{066936AF-483D-CD75-B207-3A0C5712A407}"/>
                  </a:ext>
                </a:extLst>
              </p14:cNvPr>
              <p14:cNvContentPartPr/>
              <p14:nvPr/>
            </p14:nvContentPartPr>
            <p14:xfrm>
              <a:off x="1336824" y="1062792"/>
              <a:ext cx="13320" cy="105120"/>
            </p14:xfrm>
          </p:contentPart>
        </mc:Choice>
        <mc:Fallback>
          <p:pic>
            <p:nvPicPr>
              <p:cNvPr id="541" name="Ink 540">
                <a:extLst>
                  <a:ext uri="{FF2B5EF4-FFF2-40B4-BE49-F238E27FC236}">
                    <a16:creationId xmlns:a16="http://schemas.microsoft.com/office/drawing/2014/main" id="{066936AF-483D-CD75-B207-3A0C5712A40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332504" y="1058472"/>
                <a:ext cx="2196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542" name="Ink 541">
                <a:extLst>
                  <a:ext uri="{FF2B5EF4-FFF2-40B4-BE49-F238E27FC236}">
                    <a16:creationId xmlns:a16="http://schemas.microsoft.com/office/drawing/2014/main" id="{B7EE07F7-BA70-A278-4071-7D466564142D}"/>
                  </a:ext>
                </a:extLst>
              </p14:cNvPr>
              <p14:cNvContentPartPr/>
              <p14:nvPr/>
            </p14:nvContentPartPr>
            <p14:xfrm>
              <a:off x="1666584" y="977472"/>
              <a:ext cx="120240" cy="116280"/>
            </p14:xfrm>
          </p:contentPart>
        </mc:Choice>
        <mc:Fallback>
          <p:pic>
            <p:nvPicPr>
              <p:cNvPr id="542" name="Ink 541">
                <a:extLst>
                  <a:ext uri="{FF2B5EF4-FFF2-40B4-BE49-F238E27FC236}">
                    <a16:creationId xmlns:a16="http://schemas.microsoft.com/office/drawing/2014/main" id="{B7EE07F7-BA70-A278-4071-7D466564142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662264" y="973152"/>
                <a:ext cx="12888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49" name="Ink 548">
                <a:extLst>
                  <a:ext uri="{FF2B5EF4-FFF2-40B4-BE49-F238E27FC236}">
                    <a16:creationId xmlns:a16="http://schemas.microsoft.com/office/drawing/2014/main" id="{57A8AB93-3584-2734-1CDF-0FF7530B99D3}"/>
                  </a:ext>
                </a:extLst>
              </p14:cNvPr>
              <p14:cNvContentPartPr/>
              <p14:nvPr/>
            </p14:nvContentPartPr>
            <p14:xfrm>
              <a:off x="3658824" y="1885392"/>
              <a:ext cx="7560" cy="72720"/>
            </p14:xfrm>
          </p:contentPart>
        </mc:Choice>
        <mc:Fallback>
          <p:pic>
            <p:nvPicPr>
              <p:cNvPr id="549" name="Ink 548">
                <a:extLst>
                  <a:ext uri="{FF2B5EF4-FFF2-40B4-BE49-F238E27FC236}">
                    <a16:creationId xmlns:a16="http://schemas.microsoft.com/office/drawing/2014/main" id="{57A8AB93-3584-2734-1CDF-0FF7530B99D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654504" y="1881072"/>
                <a:ext cx="1620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50" name="Ink 549">
                <a:extLst>
                  <a:ext uri="{FF2B5EF4-FFF2-40B4-BE49-F238E27FC236}">
                    <a16:creationId xmlns:a16="http://schemas.microsoft.com/office/drawing/2014/main" id="{3BA46C0C-BCA9-CFF2-E45D-2EB256D06FE9}"/>
                  </a:ext>
                </a:extLst>
              </p14:cNvPr>
              <p14:cNvContentPartPr/>
              <p14:nvPr/>
            </p14:nvContentPartPr>
            <p14:xfrm>
              <a:off x="3671064" y="2050992"/>
              <a:ext cx="7560" cy="60480"/>
            </p14:xfrm>
          </p:contentPart>
        </mc:Choice>
        <mc:Fallback>
          <p:pic>
            <p:nvPicPr>
              <p:cNvPr id="550" name="Ink 549">
                <a:extLst>
                  <a:ext uri="{FF2B5EF4-FFF2-40B4-BE49-F238E27FC236}">
                    <a16:creationId xmlns:a16="http://schemas.microsoft.com/office/drawing/2014/main" id="{3BA46C0C-BCA9-CFF2-E45D-2EB256D06FE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666744" y="2046672"/>
                <a:ext cx="1620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51" name="Ink 550">
                <a:extLst>
                  <a:ext uri="{FF2B5EF4-FFF2-40B4-BE49-F238E27FC236}">
                    <a16:creationId xmlns:a16="http://schemas.microsoft.com/office/drawing/2014/main" id="{11032A47-958F-C669-41A0-36B8AC3925E0}"/>
                  </a:ext>
                </a:extLst>
              </p14:cNvPr>
              <p14:cNvContentPartPr/>
              <p14:nvPr/>
            </p14:nvContentPartPr>
            <p14:xfrm>
              <a:off x="3571344" y="1870704"/>
              <a:ext cx="198000" cy="82440"/>
            </p14:xfrm>
          </p:contentPart>
        </mc:Choice>
        <mc:Fallback>
          <p:pic>
            <p:nvPicPr>
              <p:cNvPr id="551" name="Ink 550">
                <a:extLst>
                  <a:ext uri="{FF2B5EF4-FFF2-40B4-BE49-F238E27FC236}">
                    <a16:creationId xmlns:a16="http://schemas.microsoft.com/office/drawing/2014/main" id="{11032A47-958F-C669-41A0-36B8AC3925E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567024" y="1866384"/>
                <a:ext cx="20664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57" name="Ink 556">
                <a:extLst>
                  <a:ext uri="{FF2B5EF4-FFF2-40B4-BE49-F238E27FC236}">
                    <a16:creationId xmlns:a16="http://schemas.microsoft.com/office/drawing/2014/main" id="{36A09256-78EF-C1C8-434A-B67D498D03F9}"/>
                  </a:ext>
                </a:extLst>
              </p14:cNvPr>
              <p14:cNvContentPartPr/>
              <p14:nvPr/>
            </p14:nvContentPartPr>
            <p14:xfrm>
              <a:off x="1942344" y="1627344"/>
              <a:ext cx="10080" cy="178560"/>
            </p14:xfrm>
          </p:contentPart>
        </mc:Choice>
        <mc:Fallback>
          <p:pic>
            <p:nvPicPr>
              <p:cNvPr id="557" name="Ink 556">
                <a:extLst>
                  <a:ext uri="{FF2B5EF4-FFF2-40B4-BE49-F238E27FC236}">
                    <a16:creationId xmlns:a16="http://schemas.microsoft.com/office/drawing/2014/main" id="{36A09256-78EF-C1C8-434A-B67D498D03F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938024" y="1623024"/>
                <a:ext cx="18720" cy="18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58" name="Ink 557">
                <a:extLst>
                  <a:ext uri="{FF2B5EF4-FFF2-40B4-BE49-F238E27FC236}">
                    <a16:creationId xmlns:a16="http://schemas.microsoft.com/office/drawing/2014/main" id="{067F7D28-91DB-FB82-CAD0-CB1E61A2E765}"/>
                  </a:ext>
                </a:extLst>
              </p14:cNvPr>
              <p14:cNvContentPartPr/>
              <p14:nvPr/>
            </p14:nvContentPartPr>
            <p14:xfrm>
              <a:off x="1945944" y="1610424"/>
              <a:ext cx="45720" cy="70560"/>
            </p14:xfrm>
          </p:contentPart>
        </mc:Choice>
        <mc:Fallback>
          <p:pic>
            <p:nvPicPr>
              <p:cNvPr id="558" name="Ink 557">
                <a:extLst>
                  <a:ext uri="{FF2B5EF4-FFF2-40B4-BE49-F238E27FC236}">
                    <a16:creationId xmlns:a16="http://schemas.microsoft.com/office/drawing/2014/main" id="{067F7D28-91DB-FB82-CAD0-CB1E61A2E76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941624" y="1606104"/>
                <a:ext cx="5436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59" name="Ink 558">
                <a:extLst>
                  <a:ext uri="{FF2B5EF4-FFF2-40B4-BE49-F238E27FC236}">
                    <a16:creationId xmlns:a16="http://schemas.microsoft.com/office/drawing/2014/main" id="{0F098C67-14F5-F509-094D-D2E6C6867DD8}"/>
                  </a:ext>
                </a:extLst>
              </p14:cNvPr>
              <p14:cNvContentPartPr/>
              <p14:nvPr/>
            </p14:nvContentPartPr>
            <p14:xfrm>
              <a:off x="2049624" y="1607184"/>
              <a:ext cx="24840" cy="41760"/>
            </p14:xfrm>
          </p:contentPart>
        </mc:Choice>
        <mc:Fallback>
          <p:pic>
            <p:nvPicPr>
              <p:cNvPr id="559" name="Ink 558">
                <a:extLst>
                  <a:ext uri="{FF2B5EF4-FFF2-40B4-BE49-F238E27FC236}">
                    <a16:creationId xmlns:a16="http://schemas.microsoft.com/office/drawing/2014/main" id="{0F098C67-14F5-F509-094D-D2E6C6867DD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045304" y="1602864"/>
                <a:ext cx="3348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60" name="Ink 559">
                <a:extLst>
                  <a:ext uri="{FF2B5EF4-FFF2-40B4-BE49-F238E27FC236}">
                    <a16:creationId xmlns:a16="http://schemas.microsoft.com/office/drawing/2014/main" id="{51872023-FA81-9EEF-0CA0-E3DEF5A16EC1}"/>
                  </a:ext>
                </a:extLst>
              </p14:cNvPr>
              <p14:cNvContentPartPr/>
              <p14:nvPr/>
            </p14:nvContentPartPr>
            <p14:xfrm>
              <a:off x="2059344" y="1479384"/>
              <a:ext cx="10080" cy="24840"/>
            </p14:xfrm>
          </p:contentPart>
        </mc:Choice>
        <mc:Fallback>
          <p:pic>
            <p:nvPicPr>
              <p:cNvPr id="560" name="Ink 559">
                <a:extLst>
                  <a:ext uri="{FF2B5EF4-FFF2-40B4-BE49-F238E27FC236}">
                    <a16:creationId xmlns:a16="http://schemas.microsoft.com/office/drawing/2014/main" id="{51872023-FA81-9EEF-0CA0-E3DEF5A16EC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055024" y="1475064"/>
                <a:ext cx="1872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61" name="Ink 560">
                <a:extLst>
                  <a:ext uri="{FF2B5EF4-FFF2-40B4-BE49-F238E27FC236}">
                    <a16:creationId xmlns:a16="http://schemas.microsoft.com/office/drawing/2014/main" id="{CDAFA0B7-EA9E-D797-DC6D-2CE423FAC5A6}"/>
                  </a:ext>
                </a:extLst>
              </p14:cNvPr>
              <p14:cNvContentPartPr/>
              <p14:nvPr/>
            </p14:nvContentPartPr>
            <p14:xfrm>
              <a:off x="2146104" y="1540944"/>
              <a:ext cx="77040" cy="88200"/>
            </p14:xfrm>
          </p:contentPart>
        </mc:Choice>
        <mc:Fallback>
          <p:pic>
            <p:nvPicPr>
              <p:cNvPr id="561" name="Ink 560">
                <a:extLst>
                  <a:ext uri="{FF2B5EF4-FFF2-40B4-BE49-F238E27FC236}">
                    <a16:creationId xmlns:a16="http://schemas.microsoft.com/office/drawing/2014/main" id="{CDAFA0B7-EA9E-D797-DC6D-2CE423FAC5A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141784" y="1536624"/>
                <a:ext cx="8568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562" name="Ink 561">
                <a:extLst>
                  <a:ext uri="{FF2B5EF4-FFF2-40B4-BE49-F238E27FC236}">
                    <a16:creationId xmlns:a16="http://schemas.microsoft.com/office/drawing/2014/main" id="{BCC8CFDE-803E-B435-3B88-C618FCEBE295}"/>
                  </a:ext>
                </a:extLst>
              </p14:cNvPr>
              <p14:cNvContentPartPr/>
              <p14:nvPr/>
            </p14:nvContentPartPr>
            <p14:xfrm>
              <a:off x="2250504" y="1545984"/>
              <a:ext cx="65160" cy="65160"/>
            </p14:xfrm>
          </p:contentPart>
        </mc:Choice>
        <mc:Fallback>
          <p:pic>
            <p:nvPicPr>
              <p:cNvPr id="562" name="Ink 561">
                <a:extLst>
                  <a:ext uri="{FF2B5EF4-FFF2-40B4-BE49-F238E27FC236}">
                    <a16:creationId xmlns:a16="http://schemas.microsoft.com/office/drawing/2014/main" id="{BCC8CFDE-803E-B435-3B88-C618FCEBE295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246184" y="1541664"/>
                <a:ext cx="7380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563" name="Ink 562">
                <a:extLst>
                  <a:ext uri="{FF2B5EF4-FFF2-40B4-BE49-F238E27FC236}">
                    <a16:creationId xmlns:a16="http://schemas.microsoft.com/office/drawing/2014/main" id="{2EC044FD-A892-5508-563F-F39A3C904230}"/>
                  </a:ext>
                </a:extLst>
              </p14:cNvPr>
              <p14:cNvContentPartPr/>
              <p14:nvPr/>
            </p14:nvContentPartPr>
            <p14:xfrm>
              <a:off x="2367144" y="1435464"/>
              <a:ext cx="38880" cy="144360"/>
            </p14:xfrm>
          </p:contentPart>
        </mc:Choice>
        <mc:Fallback>
          <p:pic>
            <p:nvPicPr>
              <p:cNvPr id="563" name="Ink 562">
                <a:extLst>
                  <a:ext uri="{FF2B5EF4-FFF2-40B4-BE49-F238E27FC236}">
                    <a16:creationId xmlns:a16="http://schemas.microsoft.com/office/drawing/2014/main" id="{2EC044FD-A892-5508-563F-F39A3C90423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362824" y="1431144"/>
                <a:ext cx="4752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564" name="Ink 563">
                <a:extLst>
                  <a:ext uri="{FF2B5EF4-FFF2-40B4-BE49-F238E27FC236}">
                    <a16:creationId xmlns:a16="http://schemas.microsoft.com/office/drawing/2014/main" id="{ADE2E695-E163-2E79-D04C-13D836B120F6}"/>
                  </a:ext>
                </a:extLst>
              </p14:cNvPr>
              <p14:cNvContentPartPr/>
              <p14:nvPr/>
            </p14:nvContentPartPr>
            <p14:xfrm>
              <a:off x="2339784" y="1507824"/>
              <a:ext cx="75960" cy="10080"/>
            </p14:xfrm>
          </p:contentPart>
        </mc:Choice>
        <mc:Fallback>
          <p:pic>
            <p:nvPicPr>
              <p:cNvPr id="564" name="Ink 563">
                <a:extLst>
                  <a:ext uri="{FF2B5EF4-FFF2-40B4-BE49-F238E27FC236}">
                    <a16:creationId xmlns:a16="http://schemas.microsoft.com/office/drawing/2014/main" id="{ADE2E695-E163-2E79-D04C-13D836B120F6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335464" y="1503504"/>
                <a:ext cx="8460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65" name="Ink 564">
                <a:extLst>
                  <a:ext uri="{FF2B5EF4-FFF2-40B4-BE49-F238E27FC236}">
                    <a16:creationId xmlns:a16="http://schemas.microsoft.com/office/drawing/2014/main" id="{352C0DDB-FE12-3A14-A821-C466757EA8EC}"/>
                  </a:ext>
                </a:extLst>
              </p14:cNvPr>
              <p14:cNvContentPartPr/>
              <p14:nvPr/>
            </p14:nvContentPartPr>
            <p14:xfrm>
              <a:off x="2474064" y="1493424"/>
              <a:ext cx="90720" cy="7560"/>
            </p14:xfrm>
          </p:contentPart>
        </mc:Choice>
        <mc:Fallback>
          <p:pic>
            <p:nvPicPr>
              <p:cNvPr id="565" name="Ink 564">
                <a:extLst>
                  <a:ext uri="{FF2B5EF4-FFF2-40B4-BE49-F238E27FC236}">
                    <a16:creationId xmlns:a16="http://schemas.microsoft.com/office/drawing/2014/main" id="{352C0DDB-FE12-3A14-A821-C466757EA8E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469744" y="1489104"/>
                <a:ext cx="9936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566" name="Ink 565">
                <a:extLst>
                  <a:ext uri="{FF2B5EF4-FFF2-40B4-BE49-F238E27FC236}">
                    <a16:creationId xmlns:a16="http://schemas.microsoft.com/office/drawing/2014/main" id="{7E94E8F4-8216-4ED9-B1CC-F694F03567A7}"/>
                  </a:ext>
                </a:extLst>
              </p14:cNvPr>
              <p14:cNvContentPartPr/>
              <p14:nvPr/>
            </p14:nvContentPartPr>
            <p14:xfrm>
              <a:off x="2500704" y="1527624"/>
              <a:ext cx="73440" cy="15840"/>
            </p14:xfrm>
          </p:contentPart>
        </mc:Choice>
        <mc:Fallback>
          <p:pic>
            <p:nvPicPr>
              <p:cNvPr id="566" name="Ink 565">
                <a:extLst>
                  <a:ext uri="{FF2B5EF4-FFF2-40B4-BE49-F238E27FC236}">
                    <a16:creationId xmlns:a16="http://schemas.microsoft.com/office/drawing/2014/main" id="{7E94E8F4-8216-4ED9-B1CC-F694F03567A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496384" y="1523304"/>
                <a:ext cx="8208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567" name="Ink 566">
                <a:extLst>
                  <a:ext uri="{FF2B5EF4-FFF2-40B4-BE49-F238E27FC236}">
                    <a16:creationId xmlns:a16="http://schemas.microsoft.com/office/drawing/2014/main" id="{6CF2A84F-A7DD-41B7-CB46-1A35773CCAB8}"/>
                  </a:ext>
                </a:extLst>
              </p14:cNvPr>
              <p14:cNvContentPartPr/>
              <p14:nvPr/>
            </p14:nvContentPartPr>
            <p14:xfrm>
              <a:off x="2660544" y="1402344"/>
              <a:ext cx="89280" cy="118800"/>
            </p14:xfrm>
          </p:contentPart>
        </mc:Choice>
        <mc:Fallback>
          <p:pic>
            <p:nvPicPr>
              <p:cNvPr id="567" name="Ink 566">
                <a:extLst>
                  <a:ext uri="{FF2B5EF4-FFF2-40B4-BE49-F238E27FC236}">
                    <a16:creationId xmlns:a16="http://schemas.microsoft.com/office/drawing/2014/main" id="{6CF2A84F-A7DD-41B7-CB46-1A35773CCAB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656224" y="1398024"/>
                <a:ext cx="97920" cy="12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543" name="Ink 542">
                <a:extLst>
                  <a:ext uri="{FF2B5EF4-FFF2-40B4-BE49-F238E27FC236}">
                    <a16:creationId xmlns:a16="http://schemas.microsoft.com/office/drawing/2014/main" id="{9CB5D6BA-EE6A-0770-9B01-24DB80D44BAD}"/>
                  </a:ext>
                </a:extLst>
              </p14:cNvPr>
              <p14:cNvContentPartPr/>
              <p14:nvPr/>
            </p14:nvContentPartPr>
            <p14:xfrm>
              <a:off x="3351744" y="1141992"/>
              <a:ext cx="37080" cy="290160"/>
            </p14:xfrm>
          </p:contentPart>
        </mc:Choice>
        <mc:Fallback>
          <p:pic>
            <p:nvPicPr>
              <p:cNvPr id="543" name="Ink 542">
                <a:extLst>
                  <a:ext uri="{FF2B5EF4-FFF2-40B4-BE49-F238E27FC236}">
                    <a16:creationId xmlns:a16="http://schemas.microsoft.com/office/drawing/2014/main" id="{9CB5D6BA-EE6A-0770-9B01-24DB80D44BA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347424" y="1137672"/>
                <a:ext cx="4572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544" name="Ink 543">
                <a:extLst>
                  <a:ext uri="{FF2B5EF4-FFF2-40B4-BE49-F238E27FC236}">
                    <a16:creationId xmlns:a16="http://schemas.microsoft.com/office/drawing/2014/main" id="{A95D2D6F-5BCD-348A-723C-878CB219A096}"/>
                  </a:ext>
                </a:extLst>
              </p14:cNvPr>
              <p14:cNvContentPartPr/>
              <p14:nvPr/>
            </p14:nvContentPartPr>
            <p14:xfrm>
              <a:off x="3339144" y="922392"/>
              <a:ext cx="849240" cy="580680"/>
            </p14:xfrm>
          </p:contentPart>
        </mc:Choice>
        <mc:Fallback>
          <p:pic>
            <p:nvPicPr>
              <p:cNvPr id="544" name="Ink 543">
                <a:extLst>
                  <a:ext uri="{FF2B5EF4-FFF2-40B4-BE49-F238E27FC236}">
                    <a16:creationId xmlns:a16="http://schemas.microsoft.com/office/drawing/2014/main" id="{A95D2D6F-5BCD-348A-723C-878CB219A09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334824" y="918072"/>
                <a:ext cx="857880" cy="58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545" name="Ink 544">
                <a:extLst>
                  <a:ext uri="{FF2B5EF4-FFF2-40B4-BE49-F238E27FC236}">
                    <a16:creationId xmlns:a16="http://schemas.microsoft.com/office/drawing/2014/main" id="{F0409B5A-8CE1-8B10-5D5C-421F8E48AB23}"/>
                  </a:ext>
                </a:extLst>
              </p14:cNvPr>
              <p14:cNvContentPartPr/>
              <p14:nvPr/>
            </p14:nvContentPartPr>
            <p14:xfrm>
              <a:off x="3771864" y="1039752"/>
              <a:ext cx="31320" cy="384840"/>
            </p14:xfrm>
          </p:contentPart>
        </mc:Choice>
        <mc:Fallback>
          <p:pic>
            <p:nvPicPr>
              <p:cNvPr id="545" name="Ink 544">
                <a:extLst>
                  <a:ext uri="{FF2B5EF4-FFF2-40B4-BE49-F238E27FC236}">
                    <a16:creationId xmlns:a16="http://schemas.microsoft.com/office/drawing/2014/main" id="{F0409B5A-8CE1-8B10-5D5C-421F8E48AB2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767544" y="1035432"/>
                <a:ext cx="3996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546" name="Ink 545">
                <a:extLst>
                  <a:ext uri="{FF2B5EF4-FFF2-40B4-BE49-F238E27FC236}">
                    <a16:creationId xmlns:a16="http://schemas.microsoft.com/office/drawing/2014/main" id="{3EF37DD2-A401-848F-75B4-0287B5839273}"/>
                  </a:ext>
                </a:extLst>
              </p14:cNvPr>
              <p14:cNvContentPartPr/>
              <p14:nvPr/>
            </p14:nvContentPartPr>
            <p14:xfrm>
              <a:off x="3641904" y="1574352"/>
              <a:ext cx="39240" cy="111600"/>
            </p14:xfrm>
          </p:contentPart>
        </mc:Choice>
        <mc:Fallback>
          <p:pic>
            <p:nvPicPr>
              <p:cNvPr id="546" name="Ink 545">
                <a:extLst>
                  <a:ext uri="{FF2B5EF4-FFF2-40B4-BE49-F238E27FC236}">
                    <a16:creationId xmlns:a16="http://schemas.microsoft.com/office/drawing/2014/main" id="{3EF37DD2-A401-848F-75B4-0287B583927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637584" y="1570032"/>
                <a:ext cx="4788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547" name="Ink 546">
                <a:extLst>
                  <a:ext uri="{FF2B5EF4-FFF2-40B4-BE49-F238E27FC236}">
                    <a16:creationId xmlns:a16="http://schemas.microsoft.com/office/drawing/2014/main" id="{6783B4C1-DE65-C2AE-EFE9-5D71D49370BB}"/>
                  </a:ext>
                </a:extLst>
              </p14:cNvPr>
              <p14:cNvContentPartPr/>
              <p14:nvPr/>
            </p14:nvContentPartPr>
            <p14:xfrm>
              <a:off x="4022424" y="1461672"/>
              <a:ext cx="149040" cy="115560"/>
            </p14:xfrm>
          </p:contentPart>
        </mc:Choice>
        <mc:Fallback>
          <p:pic>
            <p:nvPicPr>
              <p:cNvPr id="547" name="Ink 546">
                <a:extLst>
                  <a:ext uri="{FF2B5EF4-FFF2-40B4-BE49-F238E27FC236}">
                    <a16:creationId xmlns:a16="http://schemas.microsoft.com/office/drawing/2014/main" id="{6783B4C1-DE65-C2AE-EFE9-5D71D49370BB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018104" y="1457352"/>
                <a:ext cx="15768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553" name="Ink 552">
                <a:extLst>
                  <a:ext uri="{FF2B5EF4-FFF2-40B4-BE49-F238E27FC236}">
                    <a16:creationId xmlns:a16="http://schemas.microsoft.com/office/drawing/2014/main" id="{C8B9235D-6805-69C6-F9A4-329A3CA7ACA2}"/>
                  </a:ext>
                </a:extLst>
              </p14:cNvPr>
              <p14:cNvContentPartPr/>
              <p14:nvPr/>
            </p14:nvContentPartPr>
            <p14:xfrm>
              <a:off x="3543264" y="1147464"/>
              <a:ext cx="137880" cy="131400"/>
            </p14:xfrm>
          </p:contentPart>
        </mc:Choice>
        <mc:Fallback>
          <p:pic>
            <p:nvPicPr>
              <p:cNvPr id="553" name="Ink 552">
                <a:extLst>
                  <a:ext uri="{FF2B5EF4-FFF2-40B4-BE49-F238E27FC236}">
                    <a16:creationId xmlns:a16="http://schemas.microsoft.com/office/drawing/2014/main" id="{C8B9235D-6805-69C6-F9A4-329A3CA7ACA2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538944" y="1143144"/>
                <a:ext cx="14652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555" name="Ink 554">
                <a:extLst>
                  <a:ext uri="{FF2B5EF4-FFF2-40B4-BE49-F238E27FC236}">
                    <a16:creationId xmlns:a16="http://schemas.microsoft.com/office/drawing/2014/main" id="{4D4092E0-755D-2268-9913-58ACA1E50878}"/>
                  </a:ext>
                </a:extLst>
              </p14:cNvPr>
              <p14:cNvContentPartPr/>
              <p14:nvPr/>
            </p14:nvContentPartPr>
            <p14:xfrm>
              <a:off x="3927024" y="1081944"/>
              <a:ext cx="30960" cy="196560"/>
            </p14:xfrm>
          </p:contentPart>
        </mc:Choice>
        <mc:Fallback>
          <p:pic>
            <p:nvPicPr>
              <p:cNvPr id="555" name="Ink 554">
                <a:extLst>
                  <a:ext uri="{FF2B5EF4-FFF2-40B4-BE49-F238E27FC236}">
                    <a16:creationId xmlns:a16="http://schemas.microsoft.com/office/drawing/2014/main" id="{4D4092E0-755D-2268-9913-58ACA1E50878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922704" y="1077624"/>
                <a:ext cx="3960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569" name="Ink 568">
                <a:extLst>
                  <a:ext uri="{FF2B5EF4-FFF2-40B4-BE49-F238E27FC236}">
                    <a16:creationId xmlns:a16="http://schemas.microsoft.com/office/drawing/2014/main" id="{A892266A-8534-0081-6E46-2DC2E56D8244}"/>
                  </a:ext>
                </a:extLst>
              </p14:cNvPr>
              <p14:cNvContentPartPr/>
              <p14:nvPr/>
            </p14:nvContentPartPr>
            <p14:xfrm>
              <a:off x="3429864" y="678024"/>
              <a:ext cx="66240" cy="203040"/>
            </p14:xfrm>
          </p:contentPart>
        </mc:Choice>
        <mc:Fallback>
          <p:pic>
            <p:nvPicPr>
              <p:cNvPr id="569" name="Ink 568">
                <a:extLst>
                  <a:ext uri="{FF2B5EF4-FFF2-40B4-BE49-F238E27FC236}">
                    <a16:creationId xmlns:a16="http://schemas.microsoft.com/office/drawing/2014/main" id="{A892266A-8534-0081-6E46-2DC2E56D824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425544" y="673704"/>
                <a:ext cx="74880" cy="21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70" name="Ink 569">
                <a:extLst>
                  <a:ext uri="{FF2B5EF4-FFF2-40B4-BE49-F238E27FC236}">
                    <a16:creationId xmlns:a16="http://schemas.microsoft.com/office/drawing/2014/main" id="{45EF53EE-E557-5988-F080-3326B92FFF6D}"/>
                  </a:ext>
                </a:extLst>
              </p14:cNvPr>
              <p14:cNvContentPartPr/>
              <p14:nvPr/>
            </p14:nvContentPartPr>
            <p14:xfrm>
              <a:off x="3439584" y="919584"/>
              <a:ext cx="6840" cy="99360"/>
            </p14:xfrm>
          </p:contentPart>
        </mc:Choice>
        <mc:Fallback>
          <p:pic>
            <p:nvPicPr>
              <p:cNvPr id="570" name="Ink 569">
                <a:extLst>
                  <a:ext uri="{FF2B5EF4-FFF2-40B4-BE49-F238E27FC236}">
                    <a16:creationId xmlns:a16="http://schemas.microsoft.com/office/drawing/2014/main" id="{45EF53EE-E557-5988-F080-3326B92FFF6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435264" y="915264"/>
                <a:ext cx="1548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71" name="Ink 570">
                <a:extLst>
                  <a:ext uri="{FF2B5EF4-FFF2-40B4-BE49-F238E27FC236}">
                    <a16:creationId xmlns:a16="http://schemas.microsoft.com/office/drawing/2014/main" id="{61AF4C10-50CC-22E0-3B01-FA10673B9D46}"/>
                  </a:ext>
                </a:extLst>
              </p14:cNvPr>
              <p14:cNvContentPartPr/>
              <p14:nvPr/>
            </p14:nvContentPartPr>
            <p14:xfrm>
              <a:off x="3373704" y="997344"/>
              <a:ext cx="95400" cy="43560"/>
            </p14:xfrm>
          </p:contentPart>
        </mc:Choice>
        <mc:Fallback>
          <p:pic>
            <p:nvPicPr>
              <p:cNvPr id="571" name="Ink 570">
                <a:extLst>
                  <a:ext uri="{FF2B5EF4-FFF2-40B4-BE49-F238E27FC236}">
                    <a16:creationId xmlns:a16="http://schemas.microsoft.com/office/drawing/2014/main" id="{61AF4C10-50CC-22E0-3B01-FA10673B9D4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369384" y="993024"/>
                <a:ext cx="10404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72" name="Ink 571">
                <a:extLst>
                  <a:ext uri="{FF2B5EF4-FFF2-40B4-BE49-F238E27FC236}">
                    <a16:creationId xmlns:a16="http://schemas.microsoft.com/office/drawing/2014/main" id="{DD3538C5-0FBC-90B6-813F-43DBCEC9E094}"/>
                  </a:ext>
                </a:extLst>
              </p14:cNvPr>
              <p14:cNvContentPartPr/>
              <p14:nvPr/>
            </p14:nvContentPartPr>
            <p14:xfrm>
              <a:off x="3442104" y="964944"/>
              <a:ext cx="63720" cy="81720"/>
            </p14:xfrm>
          </p:contentPart>
        </mc:Choice>
        <mc:Fallback>
          <p:pic>
            <p:nvPicPr>
              <p:cNvPr id="572" name="Ink 571">
                <a:extLst>
                  <a:ext uri="{FF2B5EF4-FFF2-40B4-BE49-F238E27FC236}">
                    <a16:creationId xmlns:a16="http://schemas.microsoft.com/office/drawing/2014/main" id="{DD3538C5-0FBC-90B6-813F-43DBCEC9E09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3437784" y="960624"/>
                <a:ext cx="7236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574" name="Ink 573">
                <a:extLst>
                  <a:ext uri="{FF2B5EF4-FFF2-40B4-BE49-F238E27FC236}">
                    <a16:creationId xmlns:a16="http://schemas.microsoft.com/office/drawing/2014/main" id="{7A2F812F-1A8E-16A5-0B8F-D30D23595C0E}"/>
                  </a:ext>
                </a:extLst>
              </p14:cNvPr>
              <p14:cNvContentPartPr/>
              <p14:nvPr/>
            </p14:nvContentPartPr>
            <p14:xfrm>
              <a:off x="3978504" y="518544"/>
              <a:ext cx="83160" cy="108720"/>
            </p14:xfrm>
          </p:contentPart>
        </mc:Choice>
        <mc:Fallback>
          <p:pic>
            <p:nvPicPr>
              <p:cNvPr id="574" name="Ink 573">
                <a:extLst>
                  <a:ext uri="{FF2B5EF4-FFF2-40B4-BE49-F238E27FC236}">
                    <a16:creationId xmlns:a16="http://schemas.microsoft.com/office/drawing/2014/main" id="{7A2F812F-1A8E-16A5-0B8F-D30D23595C0E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974184" y="514224"/>
                <a:ext cx="91800" cy="11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75" name="Ink 574">
                <a:extLst>
                  <a:ext uri="{FF2B5EF4-FFF2-40B4-BE49-F238E27FC236}">
                    <a16:creationId xmlns:a16="http://schemas.microsoft.com/office/drawing/2014/main" id="{7FAFECDC-07B7-8600-D7EF-B64741125D06}"/>
                  </a:ext>
                </a:extLst>
              </p14:cNvPr>
              <p14:cNvContentPartPr/>
              <p14:nvPr/>
            </p14:nvContentPartPr>
            <p14:xfrm>
              <a:off x="4005144" y="719424"/>
              <a:ext cx="29520" cy="207000"/>
            </p14:xfrm>
          </p:contentPart>
        </mc:Choice>
        <mc:Fallback>
          <p:pic>
            <p:nvPicPr>
              <p:cNvPr id="575" name="Ink 574">
                <a:extLst>
                  <a:ext uri="{FF2B5EF4-FFF2-40B4-BE49-F238E27FC236}">
                    <a16:creationId xmlns:a16="http://schemas.microsoft.com/office/drawing/2014/main" id="{7FAFECDC-07B7-8600-D7EF-B64741125D0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000824" y="715104"/>
                <a:ext cx="3816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76" name="Ink 575">
                <a:extLst>
                  <a:ext uri="{FF2B5EF4-FFF2-40B4-BE49-F238E27FC236}">
                    <a16:creationId xmlns:a16="http://schemas.microsoft.com/office/drawing/2014/main" id="{7A8E2306-9467-B4E5-8F5A-9E57DAD26EB6}"/>
                  </a:ext>
                </a:extLst>
              </p14:cNvPr>
              <p14:cNvContentPartPr/>
              <p14:nvPr/>
            </p14:nvContentPartPr>
            <p14:xfrm>
              <a:off x="3975984" y="889344"/>
              <a:ext cx="66240" cy="37800"/>
            </p14:xfrm>
          </p:contentPart>
        </mc:Choice>
        <mc:Fallback>
          <p:pic>
            <p:nvPicPr>
              <p:cNvPr id="576" name="Ink 575">
                <a:extLst>
                  <a:ext uri="{FF2B5EF4-FFF2-40B4-BE49-F238E27FC236}">
                    <a16:creationId xmlns:a16="http://schemas.microsoft.com/office/drawing/2014/main" id="{7A8E2306-9467-B4E5-8F5A-9E57DAD26EB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971664" y="885024"/>
                <a:ext cx="7488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77" name="Ink 576">
                <a:extLst>
                  <a:ext uri="{FF2B5EF4-FFF2-40B4-BE49-F238E27FC236}">
                    <a16:creationId xmlns:a16="http://schemas.microsoft.com/office/drawing/2014/main" id="{BB7997A7-552F-42B6-7C2D-378B27F79D21}"/>
                  </a:ext>
                </a:extLst>
              </p14:cNvPr>
              <p14:cNvContentPartPr/>
              <p14:nvPr/>
            </p14:nvContentPartPr>
            <p14:xfrm>
              <a:off x="4012344" y="837504"/>
              <a:ext cx="85680" cy="114120"/>
            </p14:xfrm>
          </p:contentPart>
        </mc:Choice>
        <mc:Fallback>
          <p:pic>
            <p:nvPicPr>
              <p:cNvPr id="577" name="Ink 576">
                <a:extLst>
                  <a:ext uri="{FF2B5EF4-FFF2-40B4-BE49-F238E27FC236}">
                    <a16:creationId xmlns:a16="http://schemas.microsoft.com/office/drawing/2014/main" id="{BB7997A7-552F-42B6-7C2D-378B27F79D2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008024" y="833184"/>
                <a:ext cx="94320" cy="12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C80CCD24-B387-9EF3-CAE0-7EB8E9D7FDD0}"/>
              </a:ext>
            </a:extLst>
          </p:cNvPr>
          <p:cNvGrpSpPr/>
          <p:nvPr/>
        </p:nvGrpSpPr>
        <p:grpSpPr>
          <a:xfrm>
            <a:off x="3663144" y="2640096"/>
            <a:ext cx="1043280" cy="957960"/>
            <a:chOff x="3663144" y="2640096"/>
            <a:chExt cx="1043280" cy="95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8D8545F-60DB-C2E4-3D42-C5A0F63D655F}"/>
                    </a:ext>
                  </a:extLst>
                </p14:cNvPr>
                <p14:cNvContentPartPr/>
                <p14:nvPr/>
              </p14:nvContentPartPr>
              <p14:xfrm>
                <a:off x="3719304" y="2891736"/>
                <a:ext cx="16200" cy="3672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8D8545F-60DB-C2E4-3D42-C5A0F63D655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714984" y="2887416"/>
                  <a:ext cx="2484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80F6435-4A87-FC0C-B0FB-3AE9D4022537}"/>
                    </a:ext>
                  </a:extLst>
                </p14:cNvPr>
                <p14:cNvContentPartPr/>
                <p14:nvPr/>
              </p14:nvContentPartPr>
              <p14:xfrm>
                <a:off x="3663144" y="2640096"/>
                <a:ext cx="1043280" cy="7059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80F6435-4A87-FC0C-B0FB-3AE9D402253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658824" y="2635776"/>
                  <a:ext cx="1051920" cy="7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C5A49DC-1096-4F47-0E27-9C9A45CF85E3}"/>
                    </a:ext>
                  </a:extLst>
                </p14:cNvPr>
                <p14:cNvContentPartPr/>
                <p14:nvPr/>
              </p14:nvContentPartPr>
              <p14:xfrm>
                <a:off x="4212144" y="2753856"/>
                <a:ext cx="39240" cy="4608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C5A49DC-1096-4F47-0E27-9C9A45CF85E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207824" y="2749536"/>
                  <a:ext cx="4788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21C5C6D-4802-4A27-E98C-D9C19897BE2C}"/>
                    </a:ext>
                  </a:extLst>
                </p14:cNvPr>
                <p14:cNvContentPartPr/>
                <p14:nvPr/>
              </p14:nvContentPartPr>
              <p14:xfrm>
                <a:off x="3997584" y="3465936"/>
                <a:ext cx="24840" cy="1321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21C5C6D-4802-4A27-E98C-D9C19897BE2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93264" y="3461616"/>
                  <a:ext cx="334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95FE3F3-054E-2B3B-6426-99EAC509FB72}"/>
                    </a:ext>
                  </a:extLst>
                </p14:cNvPr>
                <p14:cNvContentPartPr/>
                <p14:nvPr/>
              </p14:nvContentPartPr>
              <p14:xfrm>
                <a:off x="4480344" y="3381336"/>
                <a:ext cx="147600" cy="110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95FE3F3-054E-2B3B-6426-99EAC509FB7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476024" y="3377016"/>
                  <a:ext cx="1562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6AD3ADC-A503-E05E-4AC4-D9216F538BE4}"/>
                    </a:ext>
                  </a:extLst>
                </p14:cNvPr>
                <p14:cNvContentPartPr/>
                <p14:nvPr/>
              </p14:nvContentPartPr>
              <p14:xfrm>
                <a:off x="3958704" y="2964096"/>
                <a:ext cx="46800" cy="204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6AD3ADC-A503-E05E-4AC4-D9216F538BE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954384" y="2959776"/>
                  <a:ext cx="554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95F58BC-1129-14F3-948F-C84439364B99}"/>
                    </a:ext>
                  </a:extLst>
                </p14:cNvPr>
                <p14:cNvContentPartPr/>
                <p14:nvPr/>
              </p14:nvContentPartPr>
              <p14:xfrm>
                <a:off x="4386024" y="2859696"/>
                <a:ext cx="189720" cy="2296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95F58BC-1129-14F3-948F-C84439364B9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381704" y="2855376"/>
                  <a:ext cx="198360" cy="23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2B66429-0F11-BD2B-640C-5DCF056B8819}"/>
                  </a:ext>
                </a:extLst>
              </p14:cNvPr>
              <p14:cNvContentPartPr/>
              <p14:nvPr/>
            </p14:nvContentPartPr>
            <p14:xfrm>
              <a:off x="3932064" y="4944528"/>
              <a:ext cx="171000" cy="1969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2B66429-0F11-BD2B-640C-5DCF056B881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927744" y="4940208"/>
                <a:ext cx="179640" cy="205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09C1D828-ACB7-7A5C-11BF-A98E332FA53D}"/>
              </a:ext>
            </a:extLst>
          </p:cNvPr>
          <p:cNvGrpSpPr/>
          <p:nvPr/>
        </p:nvGrpSpPr>
        <p:grpSpPr>
          <a:xfrm>
            <a:off x="2673864" y="4761648"/>
            <a:ext cx="1560960" cy="816120"/>
            <a:chOff x="2673864" y="4761648"/>
            <a:chExt cx="1560960" cy="81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015CD22-A683-4D40-ADFF-0FECA68F9E34}"/>
                    </a:ext>
                  </a:extLst>
                </p14:cNvPr>
                <p14:cNvContentPartPr/>
                <p14:nvPr/>
              </p14:nvContentPartPr>
              <p14:xfrm>
                <a:off x="2717424" y="4857408"/>
                <a:ext cx="42120" cy="489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015CD22-A683-4D40-ADFF-0FECA68F9E3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713104" y="4853088"/>
                  <a:ext cx="5076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2009D49-FEC8-9F0B-4821-B846D508B979}"/>
                    </a:ext>
                  </a:extLst>
                </p14:cNvPr>
                <p14:cNvContentPartPr/>
                <p14:nvPr/>
              </p14:nvContentPartPr>
              <p14:xfrm>
                <a:off x="2673864" y="4761648"/>
                <a:ext cx="1560960" cy="5702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2009D49-FEC8-9F0B-4821-B846D508B97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669544" y="4757328"/>
                  <a:ext cx="156960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093A4E2-E26A-FDCF-3341-35BEBBAE30F8}"/>
                    </a:ext>
                  </a:extLst>
                </p14:cNvPr>
                <p14:cNvContentPartPr/>
                <p14:nvPr/>
              </p14:nvContentPartPr>
              <p14:xfrm>
                <a:off x="3793104" y="4791528"/>
                <a:ext cx="44280" cy="443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093A4E2-E26A-FDCF-3341-35BEBBAE30F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788784" y="4787208"/>
                  <a:ext cx="5292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4174820-53F6-853A-63F4-E21E7D081116}"/>
                    </a:ext>
                  </a:extLst>
                </p14:cNvPr>
                <p14:cNvContentPartPr/>
                <p14:nvPr/>
              </p14:nvContentPartPr>
              <p14:xfrm>
                <a:off x="3453984" y="4837248"/>
                <a:ext cx="66240" cy="4442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4174820-53F6-853A-63F4-E21E7D08111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449664" y="4832928"/>
                  <a:ext cx="7488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40657EE-B89D-2F3A-1A00-ED152D64ED3B}"/>
                    </a:ext>
                  </a:extLst>
                </p14:cNvPr>
                <p14:cNvContentPartPr/>
                <p14:nvPr/>
              </p14:nvContentPartPr>
              <p14:xfrm>
                <a:off x="3076344" y="4852728"/>
                <a:ext cx="64080" cy="470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40657EE-B89D-2F3A-1A00-ED152D64ED3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072024" y="4848408"/>
                  <a:ext cx="7272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F492010-2CA7-FC96-FDCD-9351285A9915}"/>
                    </a:ext>
                  </a:extLst>
                </p14:cNvPr>
                <p14:cNvContentPartPr/>
                <p14:nvPr/>
              </p14:nvContentPartPr>
              <p14:xfrm>
                <a:off x="2853864" y="5453928"/>
                <a:ext cx="89640" cy="123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F492010-2CA7-FC96-FDCD-9351285A991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849544" y="5449608"/>
                  <a:ext cx="9828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022E096-2BAC-3E45-99F7-8CB4060052D4}"/>
                    </a:ext>
                  </a:extLst>
                </p14:cNvPr>
                <p14:cNvContentPartPr/>
                <p14:nvPr/>
              </p14:nvContentPartPr>
              <p14:xfrm>
                <a:off x="3307824" y="5458248"/>
                <a:ext cx="7560" cy="83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022E096-2BAC-3E45-99F7-8CB4060052D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303504" y="5453928"/>
                  <a:ext cx="16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05817C6-5692-7693-6D10-703F0D6FF51C}"/>
                    </a:ext>
                  </a:extLst>
                </p14:cNvPr>
                <p14:cNvContentPartPr/>
                <p14:nvPr/>
              </p14:nvContentPartPr>
              <p14:xfrm>
                <a:off x="3600504" y="5433768"/>
                <a:ext cx="87840" cy="114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05817C6-5692-7693-6D10-703F0D6FF51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596184" y="5429448"/>
                  <a:ext cx="9648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2AF782A-295A-9346-6A69-DCB757915DB8}"/>
                    </a:ext>
                  </a:extLst>
                </p14:cNvPr>
                <p14:cNvContentPartPr/>
                <p14:nvPr/>
              </p14:nvContentPartPr>
              <p14:xfrm>
                <a:off x="3915144" y="5425488"/>
                <a:ext cx="95400" cy="144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2AF782A-295A-9346-6A69-DCB757915DB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910824" y="5421168"/>
                  <a:ext cx="1040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36041EC-4B0E-5C5F-E6B1-676370AE57F8}"/>
                    </a:ext>
                  </a:extLst>
                </p14:cNvPr>
                <p14:cNvContentPartPr/>
                <p14:nvPr/>
              </p14:nvContentPartPr>
              <p14:xfrm>
                <a:off x="3315024" y="4992048"/>
                <a:ext cx="22320" cy="1836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36041EC-4B0E-5C5F-E6B1-676370AE57F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310704" y="4987728"/>
                  <a:ext cx="309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4F87C1A-CBC4-0C5E-B3F4-969FC90CBF11}"/>
                    </a:ext>
                  </a:extLst>
                </p14:cNvPr>
                <p14:cNvContentPartPr/>
                <p14:nvPr/>
              </p14:nvContentPartPr>
              <p14:xfrm>
                <a:off x="3612744" y="4972608"/>
                <a:ext cx="149040" cy="170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4F87C1A-CBC4-0C5E-B3F4-969FC90CBF1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608424" y="4968288"/>
                  <a:ext cx="1576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9477E0C-3FE2-1F09-E363-1AD110F857E9}"/>
                    </a:ext>
                  </a:extLst>
                </p14:cNvPr>
                <p14:cNvContentPartPr/>
                <p14:nvPr/>
              </p14:nvContentPartPr>
              <p14:xfrm>
                <a:off x="2871504" y="5006808"/>
                <a:ext cx="107640" cy="204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9477E0C-3FE2-1F09-E363-1AD110F857E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867184" y="5002488"/>
                  <a:ext cx="116280" cy="213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88327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19E5CC3-E297-5806-408E-5E293F6F3E8F}"/>
                  </a:ext>
                </a:extLst>
              </p14:cNvPr>
              <p14:cNvContentPartPr/>
              <p14:nvPr/>
            </p14:nvContentPartPr>
            <p14:xfrm>
              <a:off x="4022064" y="192816"/>
              <a:ext cx="7920" cy="114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19E5CC3-E297-5806-408E-5E293F6F3E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17744" y="188496"/>
                <a:ext cx="1656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35CF437-0478-8556-3E78-AD67C3FEA6DD}"/>
                  </a:ext>
                </a:extLst>
              </p14:cNvPr>
              <p14:cNvContentPartPr/>
              <p14:nvPr/>
            </p14:nvContentPartPr>
            <p14:xfrm>
              <a:off x="4092624" y="243216"/>
              <a:ext cx="60480" cy="4932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35CF437-0478-8556-3E78-AD67C3FEA6D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88304" y="238896"/>
                <a:ext cx="6912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C7E1977-C319-ADBC-C362-43CC76B07DD0}"/>
                  </a:ext>
                </a:extLst>
              </p14:cNvPr>
              <p14:cNvContentPartPr/>
              <p14:nvPr/>
            </p14:nvContentPartPr>
            <p14:xfrm>
              <a:off x="4251744" y="140976"/>
              <a:ext cx="26640" cy="13932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C7E1977-C319-ADBC-C362-43CC76B07DD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247424" y="136656"/>
                <a:ext cx="35280" cy="14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8FD0638-3A2F-B892-DA37-60C031D79542}"/>
                  </a:ext>
                </a:extLst>
              </p14:cNvPr>
              <p14:cNvContentPartPr/>
              <p14:nvPr/>
            </p14:nvContentPartPr>
            <p14:xfrm>
              <a:off x="4224384" y="205416"/>
              <a:ext cx="83160" cy="165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8FD0638-3A2F-B892-DA37-60C031D7954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220064" y="201096"/>
                <a:ext cx="9180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D93D912-5C98-7CAB-D803-BCCA0E50DE0C}"/>
                  </a:ext>
                </a:extLst>
              </p14:cNvPr>
              <p14:cNvContentPartPr/>
              <p14:nvPr/>
            </p14:nvContentPartPr>
            <p14:xfrm>
              <a:off x="4353624" y="142056"/>
              <a:ext cx="51480" cy="1191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D93D912-5C98-7CAB-D803-BCCA0E50DE0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49304" y="137736"/>
                <a:ext cx="6012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DC35E9E-7946-51B1-EE69-32FB2E879E26}"/>
                  </a:ext>
                </a:extLst>
              </p14:cNvPr>
              <p14:cNvContentPartPr/>
              <p14:nvPr/>
            </p14:nvContentPartPr>
            <p14:xfrm>
              <a:off x="4338864" y="202176"/>
              <a:ext cx="122400" cy="1188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DC35E9E-7946-51B1-EE69-32FB2E879E2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334544" y="197856"/>
                <a:ext cx="131040" cy="2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1D7C94DA-8973-8A03-7FB5-44523E71F8BB}"/>
              </a:ext>
            </a:extLst>
          </p:cNvPr>
          <p:cNvGrpSpPr/>
          <p:nvPr/>
        </p:nvGrpSpPr>
        <p:grpSpPr>
          <a:xfrm>
            <a:off x="4799664" y="93096"/>
            <a:ext cx="556560" cy="177840"/>
            <a:chOff x="4799664" y="93096"/>
            <a:chExt cx="556560" cy="17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C4B700B-96E5-6207-5654-C95A6297592C}"/>
                    </a:ext>
                  </a:extLst>
                </p14:cNvPr>
                <p14:cNvContentPartPr/>
                <p14:nvPr/>
              </p14:nvContentPartPr>
              <p14:xfrm>
                <a:off x="4799664" y="186696"/>
                <a:ext cx="54000" cy="74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C4B700B-96E5-6207-5654-C95A6297592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795344" y="182376"/>
                  <a:ext cx="626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0C83F52-478F-4DA5-F0D8-C55BF0205C4A}"/>
                    </a:ext>
                  </a:extLst>
                </p14:cNvPr>
                <p14:cNvContentPartPr/>
                <p14:nvPr/>
              </p14:nvContentPartPr>
              <p14:xfrm>
                <a:off x="4948704" y="224856"/>
                <a:ext cx="12600" cy="424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0C83F52-478F-4DA5-F0D8-C55BF0205C4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944384" y="220536"/>
                  <a:ext cx="212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2BAA6DF-79FD-6AB4-A2C1-BD691E1386D8}"/>
                    </a:ext>
                  </a:extLst>
                </p14:cNvPr>
                <p14:cNvContentPartPr/>
                <p14:nvPr/>
              </p14:nvContentPartPr>
              <p14:xfrm>
                <a:off x="4963104" y="139536"/>
                <a:ext cx="15120" cy="345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2BAA6DF-79FD-6AB4-A2C1-BD691E1386D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58784" y="135216"/>
                  <a:ext cx="237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7FBEAEF-1717-9FF9-527B-884E2584DAC2}"/>
                    </a:ext>
                  </a:extLst>
                </p14:cNvPr>
                <p14:cNvContentPartPr/>
                <p14:nvPr/>
              </p14:nvContentPartPr>
              <p14:xfrm>
                <a:off x="5018544" y="139536"/>
                <a:ext cx="145080" cy="131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7FBEAEF-1717-9FF9-527B-884E2584DAC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14224" y="135216"/>
                  <a:ext cx="1537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868013E-314C-6617-E366-AAF6646AB705}"/>
                    </a:ext>
                  </a:extLst>
                </p14:cNvPr>
                <p14:cNvContentPartPr/>
                <p14:nvPr/>
              </p14:nvContentPartPr>
              <p14:xfrm>
                <a:off x="5139144" y="93096"/>
                <a:ext cx="70560" cy="133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868013E-314C-6617-E366-AAF6646AB70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34824" y="88776"/>
                  <a:ext cx="792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83A7006-C326-5706-94F0-E51FD73B6217}"/>
                    </a:ext>
                  </a:extLst>
                </p14:cNvPr>
                <p14:cNvContentPartPr/>
                <p14:nvPr/>
              </p14:nvContentPartPr>
              <p14:xfrm>
                <a:off x="5269464" y="131256"/>
                <a:ext cx="52560" cy="101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83A7006-C326-5706-94F0-E51FD73B621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65144" y="126936"/>
                  <a:ext cx="612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F20254E-1FBE-F3B0-DC01-922B039986E2}"/>
                    </a:ext>
                  </a:extLst>
                </p14:cNvPr>
                <p14:cNvContentPartPr/>
                <p14:nvPr/>
              </p14:nvContentPartPr>
              <p14:xfrm>
                <a:off x="5289984" y="167256"/>
                <a:ext cx="66240" cy="61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F20254E-1FBE-F3B0-DC01-922B039986E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85664" y="162936"/>
                  <a:ext cx="74880" cy="1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1F1E16A-E772-491F-6167-84105629C6D7}"/>
              </a:ext>
            </a:extLst>
          </p:cNvPr>
          <p:cNvGrpSpPr/>
          <p:nvPr/>
        </p:nvGrpSpPr>
        <p:grpSpPr>
          <a:xfrm>
            <a:off x="3980664" y="393696"/>
            <a:ext cx="1105200" cy="830160"/>
            <a:chOff x="3980664" y="393696"/>
            <a:chExt cx="1105200" cy="83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2BBAA89-5152-09C4-38EF-DE4D909F43BE}"/>
                    </a:ext>
                  </a:extLst>
                </p14:cNvPr>
                <p14:cNvContentPartPr/>
                <p14:nvPr/>
              </p14:nvContentPartPr>
              <p14:xfrm>
                <a:off x="3980664" y="812376"/>
                <a:ext cx="7560" cy="1872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2BBAA89-5152-09C4-38EF-DE4D909F43B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76344" y="808056"/>
                  <a:ext cx="162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69749D4-0992-C672-46D7-826AE211E5EF}"/>
                    </a:ext>
                  </a:extLst>
                </p14:cNvPr>
                <p14:cNvContentPartPr/>
                <p14:nvPr/>
              </p14:nvContentPartPr>
              <p14:xfrm>
                <a:off x="4002624" y="681696"/>
                <a:ext cx="1083240" cy="3618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69749D4-0992-C672-46D7-826AE211E5E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998304" y="677376"/>
                  <a:ext cx="109188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F114286-9A35-39EF-D9BF-BB9BC75A092F}"/>
                    </a:ext>
                  </a:extLst>
                </p14:cNvPr>
                <p14:cNvContentPartPr/>
                <p14:nvPr/>
              </p14:nvContentPartPr>
              <p14:xfrm>
                <a:off x="4502304" y="723096"/>
                <a:ext cx="51480" cy="295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F114286-9A35-39EF-D9BF-BB9BC75A092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97984" y="718776"/>
                  <a:ext cx="601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E48098A-7485-6EF1-55D7-08333688C8A2}"/>
                    </a:ext>
                  </a:extLst>
                </p14:cNvPr>
                <p14:cNvContentPartPr/>
                <p14:nvPr/>
              </p14:nvContentPartPr>
              <p14:xfrm>
                <a:off x="4151304" y="847296"/>
                <a:ext cx="7560" cy="90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E48098A-7485-6EF1-55D7-08333688C8A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46984" y="842976"/>
                  <a:ext cx="162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6E8DE76-71ED-A0AD-D5E0-DD93A2E5E7D0}"/>
                    </a:ext>
                  </a:extLst>
                </p14:cNvPr>
                <p14:cNvContentPartPr/>
                <p14:nvPr/>
              </p14:nvContentPartPr>
              <p14:xfrm>
                <a:off x="4265784" y="828936"/>
                <a:ext cx="52560" cy="83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6E8DE76-71ED-A0AD-D5E0-DD93A2E5E7D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61464" y="824616"/>
                  <a:ext cx="61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FE600E6-324D-F231-14E4-E6AED6A31C29}"/>
                    </a:ext>
                  </a:extLst>
                </p14:cNvPr>
                <p14:cNvContentPartPr/>
                <p14:nvPr/>
              </p14:nvContentPartPr>
              <p14:xfrm>
                <a:off x="4803624" y="808776"/>
                <a:ext cx="101520" cy="125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FE600E6-324D-F231-14E4-E6AED6A31C2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99304" y="804456"/>
                  <a:ext cx="1101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0E1A317-096F-030D-9F1F-B40C585BAE27}"/>
                    </a:ext>
                  </a:extLst>
                </p14:cNvPr>
                <p14:cNvContentPartPr/>
                <p14:nvPr/>
              </p14:nvContentPartPr>
              <p14:xfrm>
                <a:off x="4212144" y="393696"/>
                <a:ext cx="7560" cy="1954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0E1A317-096F-030D-9F1F-B40C585BAE2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07824" y="389376"/>
                  <a:ext cx="162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49C7634-8CCF-7775-6DB8-1743E56B0265}"/>
                    </a:ext>
                  </a:extLst>
                </p14:cNvPr>
                <p14:cNvContentPartPr/>
                <p14:nvPr/>
              </p14:nvContentPartPr>
              <p14:xfrm>
                <a:off x="4155984" y="583056"/>
                <a:ext cx="83160" cy="37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49C7634-8CCF-7775-6DB8-1743E56B026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151664" y="578736"/>
                  <a:ext cx="918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5301CFE-CAB4-9AA5-3E9B-3747B1BA2EB2}"/>
                    </a:ext>
                  </a:extLst>
                </p14:cNvPr>
                <p14:cNvContentPartPr/>
                <p14:nvPr/>
              </p14:nvContentPartPr>
              <p14:xfrm>
                <a:off x="4207464" y="559656"/>
                <a:ext cx="56520" cy="60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5301CFE-CAB4-9AA5-3E9B-3747B1BA2EB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03144" y="555336"/>
                  <a:ext cx="651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E4E7C06-D41B-390F-7A5B-E74935256B62}"/>
                    </a:ext>
                  </a:extLst>
                </p14:cNvPr>
                <p14:cNvContentPartPr/>
                <p14:nvPr/>
              </p14:nvContentPartPr>
              <p14:xfrm>
                <a:off x="4831344" y="408096"/>
                <a:ext cx="2880" cy="206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E4E7C06-D41B-390F-7A5B-E74935256B6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827024" y="403776"/>
                  <a:ext cx="115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3876D62-669D-21EA-438F-EAEC1B051B14}"/>
                    </a:ext>
                  </a:extLst>
                </p14:cNvPr>
                <p14:cNvContentPartPr/>
                <p14:nvPr/>
              </p14:nvContentPartPr>
              <p14:xfrm>
                <a:off x="4758264" y="574416"/>
                <a:ext cx="75960" cy="612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3876D62-669D-21EA-438F-EAEC1B051B1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53944" y="570096"/>
                  <a:ext cx="846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D29EEA5-CEC7-F17F-1B08-16F2D1EE4DAE}"/>
                    </a:ext>
                  </a:extLst>
                </p14:cNvPr>
                <p14:cNvContentPartPr/>
                <p14:nvPr/>
              </p14:nvContentPartPr>
              <p14:xfrm>
                <a:off x="4824144" y="564336"/>
                <a:ext cx="78480" cy="64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D29EEA5-CEC7-F17F-1B08-16F2D1EE4DA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19824" y="560016"/>
                  <a:ext cx="871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1810C8F-9E6E-7255-7533-6CD2A0B1F065}"/>
                    </a:ext>
                  </a:extLst>
                </p14:cNvPr>
                <p14:cNvContentPartPr/>
                <p14:nvPr/>
              </p14:nvContentPartPr>
              <p14:xfrm>
                <a:off x="4233384" y="1144656"/>
                <a:ext cx="48600" cy="79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1810C8F-9E6E-7255-7533-6CD2A0B1F06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229064" y="1140336"/>
                  <a:ext cx="572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4C06D63-E2B3-DF9F-109F-AEA5E27EEE06}"/>
                    </a:ext>
                  </a:extLst>
                </p14:cNvPr>
                <p14:cNvContentPartPr/>
                <p14:nvPr/>
              </p14:nvContentPartPr>
              <p14:xfrm>
                <a:off x="4275504" y="1094256"/>
                <a:ext cx="144360" cy="16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4C06D63-E2B3-DF9F-109F-AEA5E27EEE0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271184" y="1089936"/>
                  <a:ext cx="1530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0187699-DB5C-6ACC-F44C-CA23CB1FEC44}"/>
                    </a:ext>
                  </a:extLst>
                </p14:cNvPr>
                <p14:cNvContentPartPr/>
                <p14:nvPr/>
              </p14:nvContentPartPr>
              <p14:xfrm>
                <a:off x="4854024" y="1037016"/>
                <a:ext cx="109800" cy="1724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0187699-DB5C-6ACC-F44C-CA23CB1FEC4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849704" y="1032696"/>
                  <a:ext cx="11844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369DC75-8D58-445A-ADA2-C79D8052CB23}"/>
              </a:ext>
            </a:extLst>
          </p:cNvPr>
          <p:cNvGrpSpPr/>
          <p:nvPr/>
        </p:nvGrpSpPr>
        <p:grpSpPr>
          <a:xfrm>
            <a:off x="4753584" y="2004696"/>
            <a:ext cx="1305000" cy="470160"/>
            <a:chOff x="4753584" y="2004696"/>
            <a:chExt cx="1305000" cy="47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E3AE647-6BE6-34D7-5D5A-F20CDC94067F}"/>
                    </a:ext>
                  </a:extLst>
                </p14:cNvPr>
                <p14:cNvContentPartPr/>
                <p14:nvPr/>
              </p14:nvContentPartPr>
              <p14:xfrm>
                <a:off x="4858344" y="2170656"/>
                <a:ext cx="136440" cy="1458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E3AE647-6BE6-34D7-5D5A-F20CDC94067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854024" y="2166336"/>
                  <a:ext cx="1450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4E323F0-4499-54E3-F311-8B04A0DD9DDF}"/>
                    </a:ext>
                  </a:extLst>
                </p14:cNvPr>
                <p14:cNvContentPartPr/>
                <p14:nvPr/>
              </p14:nvContentPartPr>
              <p14:xfrm>
                <a:off x="4917024" y="2073816"/>
                <a:ext cx="202680" cy="230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4E323F0-4499-54E3-F311-8B04A0DD9DD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912704" y="2069496"/>
                  <a:ext cx="2113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59E871D-5A32-3C0B-5B54-B50358255152}"/>
                    </a:ext>
                  </a:extLst>
                </p14:cNvPr>
                <p14:cNvContentPartPr/>
                <p14:nvPr/>
              </p14:nvContentPartPr>
              <p14:xfrm>
                <a:off x="5355864" y="2086056"/>
                <a:ext cx="37080" cy="137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59E871D-5A32-3C0B-5B54-B5035825515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351544" y="2081736"/>
                  <a:ext cx="457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199DBE5-0285-05D8-BB95-3978077E2C0E}"/>
                    </a:ext>
                  </a:extLst>
                </p14:cNvPr>
                <p14:cNvContentPartPr/>
                <p14:nvPr/>
              </p14:nvContentPartPr>
              <p14:xfrm>
                <a:off x="5331384" y="2111976"/>
                <a:ext cx="178200" cy="255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199DBE5-0285-05D8-BB95-3978077E2C0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327064" y="2107656"/>
                  <a:ext cx="1868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6863C12-6999-7228-FE39-795F222F8E71}"/>
                    </a:ext>
                  </a:extLst>
                </p14:cNvPr>
                <p14:cNvContentPartPr/>
                <p14:nvPr/>
              </p14:nvContentPartPr>
              <p14:xfrm>
                <a:off x="5719104" y="2004696"/>
                <a:ext cx="168480" cy="163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6863C12-6999-7228-FE39-795F222F8E7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714784" y="2000376"/>
                  <a:ext cx="1771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E32339E-DBC5-699D-E6F9-0A8BAFD358E8}"/>
                    </a:ext>
                  </a:extLst>
                </p14:cNvPr>
                <p14:cNvContentPartPr/>
                <p14:nvPr/>
              </p14:nvContentPartPr>
              <p14:xfrm>
                <a:off x="4753584" y="2349936"/>
                <a:ext cx="1305000" cy="1249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E32339E-DBC5-699D-E6F9-0A8BAFD358E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749264" y="2345616"/>
                  <a:ext cx="1313640" cy="13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3EB80511-7C97-4BAE-E33C-7DB09D7AEE96}"/>
                  </a:ext>
                </a:extLst>
              </p14:cNvPr>
              <p14:cNvContentPartPr/>
              <p14:nvPr/>
            </p14:nvContentPartPr>
            <p14:xfrm>
              <a:off x="5346144" y="2569176"/>
              <a:ext cx="202680" cy="1152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3EB80511-7C97-4BAE-E33C-7DB09D7AEE9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341824" y="2564856"/>
                <a:ext cx="211320" cy="12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35989EE7-2981-D6B6-BD45-4644EEFC667E}"/>
              </a:ext>
            </a:extLst>
          </p:cNvPr>
          <p:cNvGrpSpPr/>
          <p:nvPr/>
        </p:nvGrpSpPr>
        <p:grpSpPr>
          <a:xfrm>
            <a:off x="6467544" y="2190816"/>
            <a:ext cx="134280" cy="89640"/>
            <a:chOff x="6467544" y="2190816"/>
            <a:chExt cx="134280" cy="89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0720E3D-329D-661F-B181-4876F2606948}"/>
                    </a:ext>
                  </a:extLst>
                </p14:cNvPr>
                <p14:cNvContentPartPr/>
                <p14:nvPr/>
              </p14:nvContentPartPr>
              <p14:xfrm>
                <a:off x="6470064" y="2190816"/>
                <a:ext cx="131760" cy="25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0720E3D-329D-661F-B181-4876F260694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465744" y="2186496"/>
                  <a:ext cx="1404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73E00D1-838A-878F-7940-F60BF90AA282}"/>
                    </a:ext>
                  </a:extLst>
                </p14:cNvPr>
                <p14:cNvContentPartPr/>
                <p14:nvPr/>
              </p14:nvContentPartPr>
              <p14:xfrm>
                <a:off x="6467544" y="2280096"/>
                <a:ext cx="110160" cy="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73E00D1-838A-878F-7940-F60BF90AA28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63224" y="2275776"/>
                  <a:ext cx="11880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6867C31-CF15-DCF3-8C45-88796CF83496}"/>
              </a:ext>
            </a:extLst>
          </p:cNvPr>
          <p:cNvGrpSpPr/>
          <p:nvPr/>
        </p:nvGrpSpPr>
        <p:grpSpPr>
          <a:xfrm>
            <a:off x="7155144" y="1931616"/>
            <a:ext cx="151920" cy="179280"/>
            <a:chOff x="7155144" y="1931616"/>
            <a:chExt cx="151920" cy="17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65442D2-94AE-8F5D-A44E-8EDA11117D50}"/>
                    </a:ext>
                  </a:extLst>
                </p14:cNvPr>
                <p14:cNvContentPartPr/>
                <p14:nvPr/>
              </p14:nvContentPartPr>
              <p14:xfrm>
                <a:off x="7155144" y="1976976"/>
                <a:ext cx="12960" cy="1339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65442D2-94AE-8F5D-A44E-8EDA11117D5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150824" y="1972656"/>
                  <a:ext cx="216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FAB7CDD-B0D4-9B9D-2EF0-2ACC269BF759}"/>
                    </a:ext>
                  </a:extLst>
                </p14:cNvPr>
                <p14:cNvContentPartPr/>
                <p14:nvPr/>
              </p14:nvContentPartPr>
              <p14:xfrm>
                <a:off x="7301664" y="1931616"/>
                <a:ext cx="5400" cy="108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FAB7CDD-B0D4-9B9D-2EF0-2ACC269BF75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297344" y="1927296"/>
                  <a:ext cx="14040" cy="11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83C740B-063A-FB92-E4AF-9415D9D9B7DA}"/>
                  </a:ext>
                </a:extLst>
              </p14:cNvPr>
              <p14:cNvContentPartPr/>
              <p14:nvPr/>
            </p14:nvContentPartPr>
            <p14:xfrm>
              <a:off x="7001424" y="2191536"/>
              <a:ext cx="524880" cy="385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83C740B-063A-FB92-E4AF-9415D9D9B7D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997104" y="2187216"/>
                <a:ext cx="53352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60CE8736-2B94-3E19-5BAE-F744DDA74AD8}"/>
                  </a:ext>
                </a:extLst>
              </p14:cNvPr>
              <p14:cNvContentPartPr/>
              <p14:nvPr/>
            </p14:nvContentPartPr>
            <p14:xfrm>
              <a:off x="7235784" y="2312856"/>
              <a:ext cx="188280" cy="10548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60CE8736-2B94-3E19-5BAE-F744DDA74AD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231464" y="2308536"/>
                <a:ext cx="196920" cy="11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FF19E143-8338-4F29-8596-A6C53615F317}"/>
              </a:ext>
            </a:extLst>
          </p:cNvPr>
          <p:cNvGrpSpPr/>
          <p:nvPr/>
        </p:nvGrpSpPr>
        <p:grpSpPr>
          <a:xfrm>
            <a:off x="7918344" y="2117376"/>
            <a:ext cx="150840" cy="72000"/>
            <a:chOff x="7918344" y="2117376"/>
            <a:chExt cx="150840" cy="7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1012D7F-1FB1-D873-6AA5-7BC3DC1AC4A1}"/>
                    </a:ext>
                  </a:extLst>
                </p14:cNvPr>
                <p14:cNvContentPartPr/>
                <p14:nvPr/>
              </p14:nvContentPartPr>
              <p14:xfrm>
                <a:off x="7923384" y="2117376"/>
                <a:ext cx="145800" cy="9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1012D7F-1FB1-D873-6AA5-7BC3DC1AC4A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19064" y="2113056"/>
                  <a:ext cx="154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E97633C-2FF8-6AD0-CFFC-D8FA304DFC18}"/>
                    </a:ext>
                  </a:extLst>
                </p14:cNvPr>
                <p14:cNvContentPartPr/>
                <p14:nvPr/>
              </p14:nvContentPartPr>
              <p14:xfrm>
                <a:off x="7918344" y="2175336"/>
                <a:ext cx="73440" cy="14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E97633C-2FF8-6AD0-CFFC-D8FA304DFC1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14024" y="2171016"/>
                  <a:ext cx="8208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3485BBA-856E-F30E-72F5-B561FCEAD03E}"/>
              </a:ext>
            </a:extLst>
          </p:cNvPr>
          <p:cNvGrpSpPr/>
          <p:nvPr/>
        </p:nvGrpSpPr>
        <p:grpSpPr>
          <a:xfrm>
            <a:off x="8444304" y="1989216"/>
            <a:ext cx="159840" cy="226800"/>
            <a:chOff x="8444304" y="1989216"/>
            <a:chExt cx="159840" cy="22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6CEE4FF-8483-106C-5E26-49C13EC19DCD}"/>
                    </a:ext>
                  </a:extLst>
                </p14:cNvPr>
                <p14:cNvContentPartPr/>
                <p14:nvPr/>
              </p14:nvContentPartPr>
              <p14:xfrm>
                <a:off x="8444304" y="1989216"/>
                <a:ext cx="130320" cy="226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6CEE4FF-8483-106C-5E26-49C13EC19DC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439984" y="1984896"/>
                  <a:ext cx="1389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ED76B1C-975F-0C1D-5710-37B13418EE07}"/>
                    </a:ext>
                  </a:extLst>
                </p14:cNvPr>
                <p14:cNvContentPartPr/>
                <p14:nvPr/>
              </p14:nvContentPartPr>
              <p14:xfrm>
                <a:off x="8491464" y="2008656"/>
                <a:ext cx="112680" cy="15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ED76B1C-975F-0C1D-5710-37B13418EE0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87144" y="2004336"/>
                  <a:ext cx="12132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600C87E0-E2F9-3EAD-C3CE-8D1E631BA91B}"/>
              </a:ext>
            </a:extLst>
          </p:cNvPr>
          <p:cNvGrpSpPr/>
          <p:nvPr/>
        </p:nvGrpSpPr>
        <p:grpSpPr>
          <a:xfrm>
            <a:off x="10351944" y="1847736"/>
            <a:ext cx="1158480" cy="319680"/>
            <a:chOff x="10351944" y="1847736"/>
            <a:chExt cx="1158480" cy="31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04788CD-9335-2A38-B329-C8432DD76884}"/>
                    </a:ext>
                  </a:extLst>
                </p14:cNvPr>
                <p14:cNvContentPartPr/>
                <p14:nvPr/>
              </p14:nvContentPartPr>
              <p14:xfrm>
                <a:off x="10351944" y="1847736"/>
                <a:ext cx="146520" cy="296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04788CD-9335-2A38-B329-C8432DD7688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347624" y="1843416"/>
                  <a:ext cx="1551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31A9076-CCA9-DFA6-51EB-84B01FEF94F9}"/>
                    </a:ext>
                  </a:extLst>
                </p14:cNvPr>
                <p14:cNvContentPartPr/>
                <p14:nvPr/>
              </p14:nvContentPartPr>
              <p14:xfrm>
                <a:off x="10542024" y="2033136"/>
                <a:ext cx="2880" cy="59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31A9076-CCA9-DFA6-51EB-84B01FEF94F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537704" y="2028816"/>
                  <a:ext cx="115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FB1D0DB-1C63-05CE-6E6D-A8F5825A10CD}"/>
                    </a:ext>
                  </a:extLst>
                </p14:cNvPr>
                <p14:cNvContentPartPr/>
                <p14:nvPr/>
              </p14:nvContentPartPr>
              <p14:xfrm>
                <a:off x="10600344" y="1907856"/>
                <a:ext cx="360" cy="662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FB1D0DB-1C63-05CE-6E6D-A8F5825A10C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596024" y="1903536"/>
                  <a:ext cx="90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68B2637-F84D-A465-2C40-FFA41130135C}"/>
                    </a:ext>
                  </a:extLst>
                </p14:cNvPr>
                <p14:cNvContentPartPr/>
                <p14:nvPr/>
              </p14:nvContentPartPr>
              <p14:xfrm>
                <a:off x="10683504" y="2002176"/>
                <a:ext cx="75960" cy="41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68B2637-F84D-A465-2C40-FFA41130135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679184" y="1997856"/>
                  <a:ext cx="84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BD3C54C-D60B-261A-0BB5-B2F1D09D922B}"/>
                    </a:ext>
                  </a:extLst>
                </p14:cNvPr>
                <p14:cNvContentPartPr/>
                <p14:nvPr/>
              </p14:nvContentPartPr>
              <p14:xfrm>
                <a:off x="10858824" y="1897416"/>
                <a:ext cx="24840" cy="158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BD3C54C-D60B-261A-0BB5-B2F1D09D922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854504" y="1893096"/>
                  <a:ext cx="334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C5E16D1-380C-03C2-248C-DEF14D7E67DE}"/>
                    </a:ext>
                  </a:extLst>
                </p14:cNvPr>
                <p14:cNvContentPartPr/>
                <p14:nvPr/>
              </p14:nvContentPartPr>
              <p14:xfrm>
                <a:off x="10822464" y="1976976"/>
                <a:ext cx="209880" cy="684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C5E16D1-380C-03C2-248C-DEF14D7E67D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818144" y="1972656"/>
                  <a:ext cx="2185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1BE4F7D-9D04-664D-4D55-45A7F26C68D8}"/>
                    </a:ext>
                  </a:extLst>
                </p14:cNvPr>
                <p14:cNvContentPartPr/>
                <p14:nvPr/>
              </p14:nvContentPartPr>
              <p14:xfrm>
                <a:off x="11034504" y="1940256"/>
                <a:ext cx="258840" cy="227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1BE4F7D-9D04-664D-4D55-45A7F26C68D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030184" y="1935936"/>
                  <a:ext cx="2674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BD2C3C2-0C7F-3EFB-E0B2-79FF78AE785E}"/>
                    </a:ext>
                  </a:extLst>
                </p14:cNvPr>
                <p14:cNvContentPartPr/>
                <p14:nvPr/>
              </p14:nvContentPartPr>
              <p14:xfrm>
                <a:off x="11350584" y="1925136"/>
                <a:ext cx="159840" cy="896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BD2C3C2-0C7F-3EFB-E0B2-79FF78AE785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346264" y="1920816"/>
                  <a:ext cx="16848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1A2661E-D734-93EF-ECE6-38F9B49C2357}"/>
              </a:ext>
            </a:extLst>
          </p:cNvPr>
          <p:cNvGrpSpPr/>
          <p:nvPr/>
        </p:nvGrpSpPr>
        <p:grpSpPr>
          <a:xfrm>
            <a:off x="10727424" y="2246976"/>
            <a:ext cx="1036440" cy="357120"/>
            <a:chOff x="10727424" y="2246976"/>
            <a:chExt cx="1036440" cy="35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47BCA8C-8B58-13DB-A226-A42361CD023F}"/>
                    </a:ext>
                  </a:extLst>
                </p14:cNvPr>
                <p14:cNvContentPartPr/>
                <p14:nvPr/>
              </p14:nvContentPartPr>
              <p14:xfrm>
                <a:off x="10727424" y="2319336"/>
                <a:ext cx="293040" cy="262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47BCA8C-8B58-13DB-A226-A42361CD023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723104" y="2315016"/>
                  <a:ext cx="3016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2B63AF3-CB28-FD3E-2C96-A4295F2A277B}"/>
                    </a:ext>
                  </a:extLst>
                </p14:cNvPr>
                <p14:cNvContentPartPr/>
                <p14:nvPr/>
              </p14:nvContentPartPr>
              <p14:xfrm>
                <a:off x="11017584" y="2389896"/>
                <a:ext cx="12600" cy="442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2B63AF3-CB28-FD3E-2C96-A4295F2A277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013264" y="2385576"/>
                  <a:ext cx="212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290E371-F714-4097-47F3-3FC486EEC3CF}"/>
                    </a:ext>
                  </a:extLst>
                </p14:cNvPr>
                <p14:cNvContentPartPr/>
                <p14:nvPr/>
              </p14:nvContentPartPr>
              <p14:xfrm>
                <a:off x="11100384" y="2438856"/>
                <a:ext cx="61200" cy="687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290E371-F714-4097-47F3-3FC486EEC3C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096064" y="2434536"/>
                  <a:ext cx="698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86A5150-A384-AACA-C69E-611BCAA23BE3}"/>
                    </a:ext>
                  </a:extLst>
                </p14:cNvPr>
                <p14:cNvContentPartPr/>
                <p14:nvPr/>
              </p14:nvContentPartPr>
              <p14:xfrm>
                <a:off x="11210184" y="2466216"/>
                <a:ext cx="19800" cy="255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86A5150-A384-AACA-C69E-611BCAA23BE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205864" y="2461896"/>
                  <a:ext cx="28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727D70C-092A-8E13-70A6-EE2F476EBCD8}"/>
                    </a:ext>
                  </a:extLst>
                </p14:cNvPr>
                <p14:cNvContentPartPr/>
                <p14:nvPr/>
              </p14:nvContentPartPr>
              <p14:xfrm>
                <a:off x="11283264" y="2358216"/>
                <a:ext cx="29520" cy="41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727D70C-092A-8E13-70A6-EE2F476EBCD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278944" y="2353896"/>
                  <a:ext cx="381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6C75AB7-3C9B-61C0-149D-777CB0810AFC}"/>
                    </a:ext>
                  </a:extLst>
                </p14:cNvPr>
                <p14:cNvContentPartPr/>
                <p14:nvPr/>
              </p14:nvContentPartPr>
              <p14:xfrm>
                <a:off x="11312424" y="2358216"/>
                <a:ext cx="34200" cy="1321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6C75AB7-3C9B-61C0-149D-777CB0810AF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308104" y="2353896"/>
                  <a:ext cx="428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83A285D-C19D-8FED-24F8-F911717E0573}"/>
                    </a:ext>
                  </a:extLst>
                </p14:cNvPr>
                <p14:cNvContentPartPr/>
                <p14:nvPr/>
              </p14:nvContentPartPr>
              <p14:xfrm>
                <a:off x="11405304" y="2450016"/>
                <a:ext cx="32040" cy="216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83A285D-C19D-8FED-24F8-F911717E057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400984" y="2445696"/>
                  <a:ext cx="406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E7BFFF4-8065-C8D2-22F5-A89C367E9D1B}"/>
                    </a:ext>
                  </a:extLst>
                </p14:cNvPr>
                <p14:cNvContentPartPr/>
                <p14:nvPr/>
              </p14:nvContentPartPr>
              <p14:xfrm>
                <a:off x="11468664" y="2306376"/>
                <a:ext cx="27360" cy="72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E7BFFF4-8065-C8D2-22F5-A89C367E9D1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464344" y="2302056"/>
                  <a:ext cx="360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EFA540E4-022E-A17F-F3B2-C9922D092102}"/>
                    </a:ext>
                  </a:extLst>
                </p14:cNvPr>
                <p14:cNvContentPartPr/>
                <p14:nvPr/>
              </p14:nvContentPartPr>
              <p14:xfrm>
                <a:off x="11529144" y="2382696"/>
                <a:ext cx="144720" cy="68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EFA540E4-022E-A17F-F3B2-C9922D09210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524824" y="2378376"/>
                  <a:ext cx="1533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10689D9-4798-5619-1FD8-95CF8300B251}"/>
                    </a:ext>
                  </a:extLst>
                </p14:cNvPr>
                <p14:cNvContentPartPr/>
                <p14:nvPr/>
              </p14:nvContentPartPr>
              <p14:xfrm>
                <a:off x="11665944" y="2246976"/>
                <a:ext cx="97920" cy="357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10689D9-4798-5619-1FD8-95CF8300B25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661624" y="2242656"/>
                  <a:ext cx="106560" cy="36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57498D60-6F08-CC8D-AAF1-38BDA1F4B882}"/>
              </a:ext>
            </a:extLst>
          </p:cNvPr>
          <p:cNvGrpSpPr/>
          <p:nvPr/>
        </p:nvGrpSpPr>
        <p:grpSpPr>
          <a:xfrm>
            <a:off x="4143744" y="1286856"/>
            <a:ext cx="195480" cy="159840"/>
            <a:chOff x="4143744" y="1286856"/>
            <a:chExt cx="195480" cy="15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F887133-6C23-1340-BFB5-C262FA0264AF}"/>
                    </a:ext>
                  </a:extLst>
                </p14:cNvPr>
                <p14:cNvContentPartPr/>
                <p14:nvPr/>
              </p14:nvContentPartPr>
              <p14:xfrm>
                <a:off x="4231584" y="1355976"/>
                <a:ext cx="2880" cy="907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F887133-6C23-1340-BFB5-C262FA0264A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227264" y="1351656"/>
                  <a:ext cx="115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669EAD7-49BE-8A75-A4E1-678200843577}"/>
                    </a:ext>
                  </a:extLst>
                </p14:cNvPr>
                <p14:cNvContentPartPr/>
                <p14:nvPr/>
              </p14:nvContentPartPr>
              <p14:xfrm>
                <a:off x="4143744" y="1286856"/>
                <a:ext cx="195480" cy="1159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669EAD7-49BE-8A75-A4E1-67820084357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139424" y="1282536"/>
                  <a:ext cx="204120" cy="12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3A45722-A6A0-B001-C322-6FC74786CA36}"/>
              </a:ext>
            </a:extLst>
          </p:cNvPr>
          <p:cNvGrpSpPr/>
          <p:nvPr/>
        </p:nvGrpSpPr>
        <p:grpSpPr>
          <a:xfrm>
            <a:off x="3807504" y="1534176"/>
            <a:ext cx="706320" cy="357480"/>
            <a:chOff x="3807504" y="1534176"/>
            <a:chExt cx="706320" cy="35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93505CE-8934-281B-D934-6C37ED8CDDB7}"/>
                    </a:ext>
                  </a:extLst>
                </p14:cNvPr>
                <p14:cNvContentPartPr/>
                <p14:nvPr/>
              </p14:nvContentPartPr>
              <p14:xfrm>
                <a:off x="4231584" y="1534176"/>
                <a:ext cx="2880" cy="741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93505CE-8934-281B-D934-6C37ED8CDDB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227264" y="1529856"/>
                  <a:ext cx="115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D674D80-A98F-17CF-1D55-69CEBF7FE5FB}"/>
                    </a:ext>
                  </a:extLst>
                </p14:cNvPr>
                <p14:cNvContentPartPr/>
                <p14:nvPr/>
              </p14:nvContentPartPr>
              <p14:xfrm>
                <a:off x="4226904" y="1650456"/>
                <a:ext cx="2880" cy="482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D674D80-A98F-17CF-1D55-69CEBF7FE5F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222584" y="1646136"/>
                  <a:ext cx="115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992EB97-52C3-D5A8-2138-9A8C4DB6735A}"/>
                    </a:ext>
                  </a:extLst>
                </p14:cNvPr>
                <p14:cNvContentPartPr/>
                <p14:nvPr/>
              </p14:nvContentPartPr>
              <p14:xfrm>
                <a:off x="3807504" y="1810296"/>
                <a:ext cx="146520" cy="81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992EB97-52C3-D5A8-2138-9A8C4DB6735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803184" y="1805976"/>
                  <a:ext cx="1551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DBD17DE-9FB5-A620-0C19-51463B4F5F89}"/>
                    </a:ext>
                  </a:extLst>
                </p14:cNvPr>
                <p14:cNvContentPartPr/>
                <p14:nvPr/>
              </p14:nvContentPartPr>
              <p14:xfrm>
                <a:off x="4012344" y="1822536"/>
                <a:ext cx="12600" cy="158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DBD17DE-9FB5-A620-0C19-51463B4F5F8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008024" y="1818216"/>
                  <a:ext cx="212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D474A8D-4CFC-92D1-FEF3-AE716B5350EF}"/>
                    </a:ext>
                  </a:extLst>
                </p14:cNvPr>
                <p14:cNvContentPartPr/>
                <p14:nvPr/>
              </p14:nvContentPartPr>
              <p14:xfrm>
                <a:off x="4019544" y="1699776"/>
                <a:ext cx="17280" cy="53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D474A8D-4CFC-92D1-FEF3-AE716B5350E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015224" y="1695456"/>
                  <a:ext cx="259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2A6B12F-512B-E41A-22AB-99DA4954CBC6}"/>
                    </a:ext>
                  </a:extLst>
                </p14:cNvPr>
                <p14:cNvContentPartPr/>
                <p14:nvPr/>
              </p14:nvContentPartPr>
              <p14:xfrm>
                <a:off x="4087584" y="1749096"/>
                <a:ext cx="100440" cy="853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2A6B12F-512B-E41A-22AB-99DA4954CBC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083264" y="1744776"/>
                  <a:ext cx="1090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615D36F-604B-0524-6F25-FDB49387C1FB}"/>
                    </a:ext>
                  </a:extLst>
                </p14:cNvPr>
                <p14:cNvContentPartPr/>
                <p14:nvPr/>
              </p14:nvContentPartPr>
              <p14:xfrm>
                <a:off x="4207104" y="1618056"/>
                <a:ext cx="139320" cy="216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615D36F-604B-0524-6F25-FDB49387C1F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202784" y="1613736"/>
                  <a:ext cx="14796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063B0CA-25F7-2FDF-280B-1085B6CB7171}"/>
                    </a:ext>
                  </a:extLst>
                </p14:cNvPr>
                <p14:cNvContentPartPr/>
                <p14:nvPr/>
              </p14:nvContentPartPr>
              <p14:xfrm>
                <a:off x="4384224" y="1624176"/>
                <a:ext cx="30600" cy="162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063B0CA-25F7-2FDF-280B-1085B6CB717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379904" y="1619856"/>
                  <a:ext cx="392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C49A620-2E8E-AE70-DACB-FB922DAC5485}"/>
                    </a:ext>
                  </a:extLst>
                </p14:cNvPr>
                <p14:cNvContentPartPr/>
                <p14:nvPr/>
              </p14:nvContentPartPr>
              <p14:xfrm>
                <a:off x="4431024" y="1699056"/>
                <a:ext cx="82800" cy="810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C49A620-2E8E-AE70-DACB-FB922DAC5485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426704" y="1694736"/>
                  <a:ext cx="914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2FB77FA-2622-50DF-9CC0-0B8B6B733FF6}"/>
                    </a:ext>
                  </a:extLst>
                </p14:cNvPr>
                <p14:cNvContentPartPr/>
                <p14:nvPr/>
              </p14:nvContentPartPr>
              <p14:xfrm>
                <a:off x="4126824" y="1674576"/>
                <a:ext cx="10080" cy="13032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2FB77FA-2622-50DF-9CC0-0B8B6B733FF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122504" y="1670256"/>
                  <a:ext cx="1872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5FA79648-874E-7D70-972A-DC56D49FB5E6}"/>
              </a:ext>
            </a:extLst>
          </p:cNvPr>
          <p:cNvGrpSpPr/>
          <p:nvPr/>
        </p:nvGrpSpPr>
        <p:grpSpPr>
          <a:xfrm>
            <a:off x="1549584" y="1683576"/>
            <a:ext cx="902520" cy="425520"/>
            <a:chOff x="1549584" y="1683576"/>
            <a:chExt cx="902520" cy="42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24B8990-C80A-8AE6-19A9-04637AE0DA17}"/>
                    </a:ext>
                  </a:extLst>
                </p14:cNvPr>
                <p14:cNvContentPartPr/>
                <p14:nvPr/>
              </p14:nvContentPartPr>
              <p14:xfrm>
                <a:off x="1549584" y="1929816"/>
                <a:ext cx="22320" cy="1792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24B8990-C80A-8AE6-19A9-04637AE0DA1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545264" y="1925496"/>
                  <a:ext cx="309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BB9B475-7B73-B607-191C-D183FAA6E207}"/>
                    </a:ext>
                  </a:extLst>
                </p14:cNvPr>
                <p14:cNvContentPartPr/>
                <p14:nvPr/>
              </p14:nvContentPartPr>
              <p14:xfrm>
                <a:off x="1561104" y="1890576"/>
                <a:ext cx="61920" cy="676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BB9B475-7B73-B607-191C-D183FAA6E20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556784" y="1886256"/>
                  <a:ext cx="705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276FA81-12BB-2D3B-9DE7-C0C8923AE937}"/>
                    </a:ext>
                  </a:extLst>
                </p14:cNvPr>
                <p14:cNvContentPartPr/>
                <p14:nvPr/>
              </p14:nvContentPartPr>
              <p14:xfrm>
                <a:off x="1710504" y="1895616"/>
                <a:ext cx="27360" cy="410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276FA81-12BB-2D3B-9DE7-C0C8923AE93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706184" y="1891296"/>
                  <a:ext cx="360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365EB6B-9F8C-C577-186B-B692D4EA750B}"/>
                    </a:ext>
                  </a:extLst>
                </p14:cNvPr>
                <p14:cNvContentPartPr/>
                <p14:nvPr/>
              </p14:nvContentPartPr>
              <p14:xfrm>
                <a:off x="1720224" y="1797336"/>
                <a:ext cx="5400" cy="522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365EB6B-9F8C-C577-186B-B692D4EA750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715904" y="1793016"/>
                  <a:ext cx="140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37A47A1-B613-3C81-DBAD-525061A48FD3}"/>
                    </a:ext>
                  </a:extLst>
                </p14:cNvPr>
                <p14:cNvContentPartPr/>
                <p14:nvPr/>
              </p14:nvContentPartPr>
              <p14:xfrm>
                <a:off x="1791144" y="1846296"/>
                <a:ext cx="75960" cy="921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37A47A1-B613-3C81-DBAD-525061A48FD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786824" y="1841976"/>
                  <a:ext cx="846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D88B509F-3A1B-2980-C447-724FF1D4BD7F}"/>
                    </a:ext>
                  </a:extLst>
                </p14:cNvPr>
                <p14:cNvContentPartPr/>
                <p14:nvPr/>
              </p14:nvContentPartPr>
              <p14:xfrm>
                <a:off x="1938024" y="1823616"/>
                <a:ext cx="73080" cy="802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D88B509F-3A1B-2980-C447-724FF1D4BD7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933704" y="1819296"/>
                  <a:ext cx="817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0133C1E-DF96-CBED-EFF1-812B5BAFAD19}"/>
                    </a:ext>
                  </a:extLst>
                </p14:cNvPr>
                <p14:cNvContentPartPr/>
                <p14:nvPr/>
              </p14:nvContentPartPr>
              <p14:xfrm>
                <a:off x="2102904" y="1683576"/>
                <a:ext cx="56520" cy="1911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0133C1E-DF96-CBED-EFF1-812B5BAFAD1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098584" y="1679256"/>
                  <a:ext cx="651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34DF06A-DEAA-FA7B-CECB-A26B848C0A47}"/>
                    </a:ext>
                  </a:extLst>
                </p14:cNvPr>
                <p14:cNvContentPartPr/>
                <p14:nvPr/>
              </p14:nvContentPartPr>
              <p14:xfrm>
                <a:off x="2069064" y="1782936"/>
                <a:ext cx="127080" cy="190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34DF06A-DEAA-FA7B-CECB-A26B848C0A4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064744" y="1778616"/>
                  <a:ext cx="1357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61151A4-6390-D4B9-D8AC-434A17D3F83B}"/>
                    </a:ext>
                  </a:extLst>
                </p14:cNvPr>
                <p14:cNvContentPartPr/>
                <p14:nvPr/>
              </p14:nvContentPartPr>
              <p14:xfrm>
                <a:off x="2322504" y="1804896"/>
                <a:ext cx="100440" cy="86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61151A4-6390-D4B9-D8AC-434A17D3F83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318184" y="1800576"/>
                  <a:ext cx="10908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98550B8-CD8E-A953-0222-8E94E759A9C6}"/>
                    </a:ext>
                  </a:extLst>
                </p14:cNvPr>
                <p14:cNvContentPartPr/>
                <p14:nvPr/>
              </p14:nvContentPartPr>
              <p14:xfrm>
                <a:off x="2361384" y="1843776"/>
                <a:ext cx="90720" cy="230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98550B8-CD8E-A953-0222-8E94E759A9C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357064" y="1839456"/>
                  <a:ext cx="9936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FC331C7B-03B3-43F3-48F8-C648D2266A1E}"/>
              </a:ext>
            </a:extLst>
          </p:cNvPr>
          <p:cNvGrpSpPr/>
          <p:nvPr/>
        </p:nvGrpSpPr>
        <p:grpSpPr>
          <a:xfrm>
            <a:off x="2632104" y="1695816"/>
            <a:ext cx="166320" cy="181440"/>
            <a:chOff x="2632104" y="1695816"/>
            <a:chExt cx="166320" cy="18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5148420-24C2-3AEB-4143-311467854E05}"/>
                    </a:ext>
                  </a:extLst>
                </p14:cNvPr>
                <p14:cNvContentPartPr/>
                <p14:nvPr/>
              </p14:nvContentPartPr>
              <p14:xfrm>
                <a:off x="2632104" y="1695816"/>
                <a:ext cx="5400" cy="1814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5148420-24C2-3AEB-4143-311467854E0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627784" y="1691496"/>
                  <a:ext cx="140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C5827E0-9D3F-A7F1-E6D7-AE2278F1CDB2}"/>
                    </a:ext>
                  </a:extLst>
                </p14:cNvPr>
                <p14:cNvContentPartPr/>
                <p14:nvPr/>
              </p14:nvContentPartPr>
              <p14:xfrm>
                <a:off x="2692584" y="1733256"/>
                <a:ext cx="105840" cy="1234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C5827E0-9D3F-A7F1-E6D7-AE2278F1CDB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688264" y="1728936"/>
                  <a:ext cx="11448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1905C0B5-3A50-449D-7AC4-DDD53D721274}"/>
              </a:ext>
            </a:extLst>
          </p:cNvPr>
          <p:cNvGrpSpPr/>
          <p:nvPr/>
        </p:nvGrpSpPr>
        <p:grpSpPr>
          <a:xfrm>
            <a:off x="4034304" y="2840616"/>
            <a:ext cx="1146240" cy="1096920"/>
            <a:chOff x="4034304" y="2840616"/>
            <a:chExt cx="1146240" cy="109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FB161EA-D5A9-A033-73FF-2B8FBBEF8BA1}"/>
                    </a:ext>
                  </a:extLst>
                </p14:cNvPr>
                <p14:cNvContentPartPr/>
                <p14:nvPr/>
              </p14:nvContentPartPr>
              <p14:xfrm>
                <a:off x="4146264" y="2840616"/>
                <a:ext cx="170640" cy="2296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FB161EA-D5A9-A033-73FF-2B8FBBEF8BA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141944" y="2836296"/>
                  <a:ext cx="1792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CE696E2-41BB-78AC-0ABE-056594FCD4AE}"/>
                    </a:ext>
                  </a:extLst>
                </p14:cNvPr>
                <p14:cNvContentPartPr/>
                <p14:nvPr/>
              </p14:nvContentPartPr>
              <p14:xfrm>
                <a:off x="4041504" y="3526056"/>
                <a:ext cx="24840" cy="3578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CE696E2-41BB-78AC-0ABE-056594FCD4A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037184" y="3521736"/>
                  <a:ext cx="334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0B12EDE-7990-FACB-BE09-B969C2CDF563}"/>
                    </a:ext>
                  </a:extLst>
                </p14:cNvPr>
                <p14:cNvContentPartPr/>
                <p14:nvPr/>
              </p14:nvContentPartPr>
              <p14:xfrm>
                <a:off x="4034304" y="3355416"/>
                <a:ext cx="1146240" cy="5821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0B12EDE-7990-FACB-BE09-B969C2CDF56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029984" y="3351096"/>
                  <a:ext cx="1154880" cy="59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DD25527-6C20-77F7-C238-EF7900CBDDF5}"/>
                    </a:ext>
                  </a:extLst>
                </p14:cNvPr>
                <p14:cNvContentPartPr/>
                <p14:nvPr/>
              </p14:nvContentPartPr>
              <p14:xfrm>
                <a:off x="4485384" y="3428496"/>
                <a:ext cx="61200" cy="3855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DD25527-6C20-77F7-C238-EF7900CBDDF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481064" y="3424176"/>
                  <a:ext cx="6984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991C023-CFE7-48EA-1D33-4FB51675F1C9}"/>
                    </a:ext>
                  </a:extLst>
                </p14:cNvPr>
                <p14:cNvContentPartPr/>
                <p14:nvPr/>
              </p14:nvContentPartPr>
              <p14:xfrm>
                <a:off x="4202424" y="3191976"/>
                <a:ext cx="10440" cy="223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991C023-CFE7-48EA-1D33-4FB51675F1C9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198104" y="3187656"/>
                  <a:ext cx="1908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19D5B83B-4D04-4459-6DC9-CBF0997220C6}"/>
                    </a:ext>
                  </a:extLst>
                </p14:cNvPr>
                <p14:cNvContentPartPr/>
                <p14:nvPr/>
              </p14:nvContentPartPr>
              <p14:xfrm>
                <a:off x="4136544" y="3364416"/>
                <a:ext cx="83160" cy="4248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19D5B83B-4D04-4459-6DC9-CBF0997220C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132224" y="3360096"/>
                  <a:ext cx="918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28F69CB-2C75-649F-7E4A-5DE8CC2EB68E}"/>
                    </a:ext>
                  </a:extLst>
                </p14:cNvPr>
                <p14:cNvContentPartPr/>
                <p14:nvPr/>
              </p14:nvContentPartPr>
              <p14:xfrm>
                <a:off x="4241304" y="3342456"/>
                <a:ext cx="44280" cy="669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28F69CB-2C75-649F-7E4A-5DE8CC2EB68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236984" y="3338136"/>
                  <a:ext cx="529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91D1B03B-CDAA-2458-CD39-CB26AB8553FF}"/>
                    </a:ext>
                  </a:extLst>
                </p14:cNvPr>
                <p14:cNvContentPartPr/>
                <p14:nvPr/>
              </p14:nvContentPartPr>
              <p14:xfrm>
                <a:off x="5038704" y="2845656"/>
                <a:ext cx="88200" cy="1638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91D1B03B-CDAA-2458-CD39-CB26AB8553F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034384" y="2841336"/>
                  <a:ext cx="968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E120EAF-8D14-06EE-C4BC-63E041610FEF}"/>
                    </a:ext>
                  </a:extLst>
                </p14:cNvPr>
                <p14:cNvContentPartPr/>
                <p14:nvPr/>
              </p14:nvContentPartPr>
              <p14:xfrm>
                <a:off x="4914504" y="3092256"/>
                <a:ext cx="5400" cy="2736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E120EAF-8D14-06EE-C4BC-63E041610FE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910184" y="3087936"/>
                  <a:ext cx="1404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1C0630E-01CA-98EB-8816-477D295900F2}"/>
                    </a:ext>
                  </a:extLst>
                </p14:cNvPr>
                <p14:cNvContentPartPr/>
                <p14:nvPr/>
              </p14:nvContentPartPr>
              <p14:xfrm>
                <a:off x="4848624" y="3296016"/>
                <a:ext cx="90720" cy="540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1C0630E-01CA-98EB-8816-477D295900F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844304" y="3291696"/>
                  <a:ext cx="993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E41053B-A428-0A6D-088D-36416931EF82}"/>
                    </a:ext>
                  </a:extLst>
                </p14:cNvPr>
                <p14:cNvContentPartPr/>
                <p14:nvPr/>
              </p14:nvContentPartPr>
              <p14:xfrm>
                <a:off x="4919184" y="3272616"/>
                <a:ext cx="75960" cy="92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E41053B-A428-0A6D-088D-36416931EF82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914864" y="3268296"/>
                  <a:ext cx="846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0808BCE-BB4C-248D-CFBF-67379AC781EF}"/>
                    </a:ext>
                  </a:extLst>
                </p14:cNvPr>
                <p14:cNvContentPartPr/>
                <p14:nvPr/>
              </p14:nvContentPartPr>
              <p14:xfrm>
                <a:off x="4211424" y="3622896"/>
                <a:ext cx="13320" cy="1540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0808BCE-BB4C-248D-CFBF-67379AC781E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207104" y="3618576"/>
                  <a:ext cx="219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9109089-8813-7CE0-F1AD-FB19F5DB141C}"/>
                    </a:ext>
                  </a:extLst>
                </p14:cNvPr>
                <p14:cNvContentPartPr/>
                <p14:nvPr/>
              </p14:nvContentPartPr>
              <p14:xfrm>
                <a:off x="4297464" y="3581856"/>
                <a:ext cx="90720" cy="1432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9109089-8813-7CE0-F1AD-FB19F5DB141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293144" y="3577536"/>
                  <a:ext cx="993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853DB917-952A-8E05-4344-890CC0C12C75}"/>
                    </a:ext>
                  </a:extLst>
                </p14:cNvPr>
                <p14:cNvContentPartPr/>
                <p14:nvPr/>
              </p14:nvContentPartPr>
              <p14:xfrm>
                <a:off x="4776624" y="3514536"/>
                <a:ext cx="109440" cy="1540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853DB917-952A-8E05-4344-890CC0C12C7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772304" y="3510216"/>
                  <a:ext cx="11808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406E3DCE-62F0-E985-49D5-5BB2EF45DEA4}"/>
              </a:ext>
            </a:extLst>
          </p:cNvPr>
          <p:cNvGrpSpPr/>
          <p:nvPr/>
        </p:nvGrpSpPr>
        <p:grpSpPr>
          <a:xfrm>
            <a:off x="4033944" y="4365936"/>
            <a:ext cx="1190880" cy="620280"/>
            <a:chOff x="4033944" y="4365936"/>
            <a:chExt cx="1190880" cy="62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24AEFF8-E5F4-0796-39E5-F9741FA0F830}"/>
                    </a:ext>
                  </a:extLst>
                </p14:cNvPr>
                <p14:cNvContentPartPr/>
                <p14:nvPr/>
              </p14:nvContentPartPr>
              <p14:xfrm>
                <a:off x="4033944" y="4695336"/>
                <a:ext cx="22320" cy="2606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24AEFF8-E5F4-0796-39E5-F9741FA0F83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029624" y="4691016"/>
                  <a:ext cx="309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D11DBCF-4B40-B3B6-239B-683C64010411}"/>
                    </a:ext>
                  </a:extLst>
                </p14:cNvPr>
                <p14:cNvContentPartPr/>
                <p14:nvPr/>
              </p14:nvContentPartPr>
              <p14:xfrm>
                <a:off x="4053744" y="4365936"/>
                <a:ext cx="1171080" cy="6202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D11DBCF-4B40-B3B6-239B-683C6401041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049424" y="4361616"/>
                  <a:ext cx="1179720" cy="62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F51CFC7-E5DF-3AE6-2BC7-FEAB96A1EE13}"/>
                    </a:ext>
                  </a:extLst>
                </p14:cNvPr>
                <p14:cNvContentPartPr/>
                <p14:nvPr/>
              </p14:nvContentPartPr>
              <p14:xfrm>
                <a:off x="4619304" y="4455936"/>
                <a:ext cx="27720" cy="4017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F51CFC7-E5DF-3AE6-2BC7-FEAB96A1EE1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614984" y="4451616"/>
                  <a:ext cx="3636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51ADC76-C5F6-B6D8-A6DA-DC78F707CCC7}"/>
                    </a:ext>
                  </a:extLst>
                </p14:cNvPr>
                <p14:cNvContentPartPr/>
                <p14:nvPr/>
              </p14:nvContentPartPr>
              <p14:xfrm>
                <a:off x="4250664" y="4600656"/>
                <a:ext cx="163800" cy="2023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51ADC76-C5F6-B6D8-A6DA-DC78F707CCC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246344" y="4596336"/>
                  <a:ext cx="1724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F503534C-2034-BBE6-7086-468EBC38E06E}"/>
                    </a:ext>
                  </a:extLst>
                </p14:cNvPr>
                <p14:cNvContentPartPr/>
                <p14:nvPr/>
              </p14:nvContentPartPr>
              <p14:xfrm>
                <a:off x="4848264" y="4544496"/>
                <a:ext cx="42480" cy="14760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F503534C-2034-BBE6-7086-468EBC38E06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843944" y="4540176"/>
                  <a:ext cx="511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7A74DE9-B56D-D725-BA15-A93D314C3738}"/>
                    </a:ext>
                  </a:extLst>
                </p14:cNvPr>
                <p14:cNvContentPartPr/>
                <p14:nvPr/>
              </p14:nvContentPartPr>
              <p14:xfrm>
                <a:off x="4957344" y="4538016"/>
                <a:ext cx="130680" cy="1069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7A74DE9-B56D-D725-BA15-A93D314C373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953024" y="4533696"/>
                  <a:ext cx="139320" cy="11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A1CABAA0-1A2D-D7AC-3332-CD39D5644E66}"/>
              </a:ext>
            </a:extLst>
          </p:cNvPr>
          <p:cNvGrpSpPr/>
          <p:nvPr/>
        </p:nvGrpSpPr>
        <p:grpSpPr>
          <a:xfrm>
            <a:off x="4304664" y="4989096"/>
            <a:ext cx="358920" cy="230400"/>
            <a:chOff x="4304664" y="4989096"/>
            <a:chExt cx="358920" cy="230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191BD79-19CE-5E70-64CA-47688218C4ED}"/>
                    </a:ext>
                  </a:extLst>
                </p14:cNvPr>
                <p14:cNvContentPartPr/>
                <p14:nvPr/>
              </p14:nvContentPartPr>
              <p14:xfrm>
                <a:off x="4304664" y="5084136"/>
                <a:ext cx="111960" cy="1353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191BD79-19CE-5E70-64CA-47688218C4E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300344" y="5079816"/>
                  <a:ext cx="1206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9320BF2-7921-4E68-3976-4E1AD9445573}"/>
                    </a:ext>
                  </a:extLst>
                </p14:cNvPr>
                <p14:cNvContentPartPr/>
                <p14:nvPr/>
              </p14:nvContentPartPr>
              <p14:xfrm>
                <a:off x="4487544" y="4989096"/>
                <a:ext cx="176040" cy="288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9320BF2-7921-4E68-3976-4E1AD944557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483224" y="4984776"/>
                  <a:ext cx="18468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A2F44138-66F9-C68A-5124-C9B6C81022AE}"/>
                  </a:ext>
                </a:extLst>
              </p14:cNvPr>
              <p14:cNvContentPartPr/>
              <p14:nvPr/>
            </p14:nvContentPartPr>
            <p14:xfrm>
              <a:off x="4863024" y="4877136"/>
              <a:ext cx="133560" cy="20592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A2F44138-66F9-C68A-5124-C9B6C81022AE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4858704" y="4872816"/>
                <a:ext cx="142200" cy="21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6754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23F3E62-E2F2-AAE3-3B71-27331A9D5F53}"/>
                  </a:ext>
                </a:extLst>
              </p14:cNvPr>
              <p14:cNvContentPartPr/>
              <p14:nvPr/>
            </p14:nvContentPartPr>
            <p14:xfrm>
              <a:off x="3524544" y="623016"/>
              <a:ext cx="3062880" cy="1116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23F3E62-E2F2-AAE3-3B71-27331A9D5F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19864" y="618336"/>
                <a:ext cx="307152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92FD560-915B-2307-F461-6B40B6CA4FC3}"/>
                  </a:ext>
                </a:extLst>
              </p14:cNvPr>
              <p14:cNvContentPartPr/>
              <p14:nvPr/>
            </p14:nvContentPartPr>
            <p14:xfrm>
              <a:off x="3361104" y="485496"/>
              <a:ext cx="360" cy="3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D92FD560-915B-2307-F461-6B40B6CA4FC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56784" y="48117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142D91A-080E-6301-8D12-A8BCF4980809}"/>
                  </a:ext>
                </a:extLst>
              </p14:cNvPr>
              <p14:cNvContentPartPr/>
              <p14:nvPr/>
            </p14:nvContentPartPr>
            <p14:xfrm>
              <a:off x="3626064" y="1228536"/>
              <a:ext cx="86400" cy="7956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142D91A-080E-6301-8D12-A8BCF49808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621744" y="1224216"/>
                <a:ext cx="9504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ABFAF6B-D93B-7F2B-4BF9-1A400DAB06EF}"/>
                  </a:ext>
                </a:extLst>
              </p14:cNvPr>
              <p14:cNvContentPartPr/>
              <p14:nvPr/>
            </p14:nvContentPartPr>
            <p14:xfrm>
              <a:off x="2311704" y="847296"/>
              <a:ext cx="8640" cy="1479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ABFAF6B-D93B-7F2B-4BF9-1A400DAB06E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07384" y="842976"/>
                <a:ext cx="1728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5D1627D-0CC9-0BBD-A33E-5D7E36AB88BB}"/>
                  </a:ext>
                </a:extLst>
              </p14:cNvPr>
              <p14:cNvContentPartPr/>
              <p14:nvPr/>
            </p14:nvContentPartPr>
            <p14:xfrm>
              <a:off x="2255904" y="810576"/>
              <a:ext cx="412200" cy="2574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5D1627D-0CC9-0BBD-A33E-5D7E36AB88B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51584" y="806256"/>
                <a:ext cx="42084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0738CCB-0583-1F91-DF3C-26675E07F6D3}"/>
                  </a:ext>
                </a:extLst>
              </p14:cNvPr>
              <p14:cNvContentPartPr/>
              <p14:nvPr/>
            </p14:nvContentPartPr>
            <p14:xfrm>
              <a:off x="2339424" y="635976"/>
              <a:ext cx="163800" cy="990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0738CCB-0583-1F91-DF3C-26675E07F6D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35104" y="631656"/>
                <a:ext cx="17244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50051BB3-2B28-F84C-70B1-C6F3F99A609B}"/>
                  </a:ext>
                </a:extLst>
              </p14:cNvPr>
              <p14:cNvContentPartPr/>
              <p14:nvPr/>
            </p14:nvContentPartPr>
            <p14:xfrm>
              <a:off x="2488464" y="882576"/>
              <a:ext cx="954000" cy="3924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50051BB3-2B28-F84C-70B1-C6F3F99A609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84144" y="878256"/>
                <a:ext cx="96264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8392566-C37D-B3BC-B062-1B28E6A4BF77}"/>
                  </a:ext>
                </a:extLst>
              </p14:cNvPr>
              <p14:cNvContentPartPr/>
              <p14:nvPr/>
            </p14:nvContentPartPr>
            <p14:xfrm>
              <a:off x="3407544" y="804096"/>
              <a:ext cx="84600" cy="14760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8392566-C37D-B3BC-B062-1B28E6A4BF7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403224" y="799776"/>
                <a:ext cx="9324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ED2220D-BFCF-A823-922C-A2222B0D5487}"/>
                  </a:ext>
                </a:extLst>
              </p14:cNvPr>
              <p14:cNvContentPartPr/>
              <p14:nvPr/>
            </p14:nvContentPartPr>
            <p14:xfrm>
              <a:off x="3478104" y="719856"/>
              <a:ext cx="49680" cy="3862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ED2220D-BFCF-A823-922C-A2222B0D548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473784" y="715536"/>
                <a:ext cx="58320" cy="39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80B17FDB-362A-22A8-9224-9F2A5EF8642D}"/>
                  </a:ext>
                </a:extLst>
              </p14:cNvPr>
              <p14:cNvContentPartPr/>
              <p14:nvPr/>
            </p14:nvContentPartPr>
            <p14:xfrm>
              <a:off x="3474144" y="1032696"/>
              <a:ext cx="3093840" cy="856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80B17FDB-362A-22A8-9224-9F2A5EF8642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469824" y="1028376"/>
                <a:ext cx="310248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D3FE7B2-52E5-D942-6D2A-3236F953B999}"/>
                  </a:ext>
                </a:extLst>
              </p14:cNvPr>
              <p14:cNvContentPartPr/>
              <p14:nvPr/>
            </p14:nvContentPartPr>
            <p14:xfrm>
              <a:off x="6504264" y="631296"/>
              <a:ext cx="119880" cy="4831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D3FE7B2-52E5-D942-6D2A-3236F953B99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499944" y="626976"/>
                <a:ext cx="128520" cy="4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A5E8C704-03A0-795D-C9E5-D1E21C60F24D}"/>
                  </a:ext>
                </a:extLst>
              </p14:cNvPr>
              <p14:cNvContentPartPr/>
              <p14:nvPr/>
            </p14:nvContentPartPr>
            <p14:xfrm>
              <a:off x="3878064" y="745776"/>
              <a:ext cx="61200" cy="3222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A5E8C704-03A0-795D-C9E5-D1E21C60F24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873744" y="741456"/>
                <a:ext cx="6984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8FAE9D4C-611A-CE35-C6DA-5E98D5E847A0}"/>
                  </a:ext>
                </a:extLst>
              </p14:cNvPr>
              <p14:cNvContentPartPr/>
              <p14:nvPr/>
            </p14:nvContentPartPr>
            <p14:xfrm>
              <a:off x="4311864" y="712296"/>
              <a:ext cx="56880" cy="3477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8FAE9D4C-611A-CE35-C6DA-5E98D5E847A0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307544" y="707976"/>
                <a:ext cx="6552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EE42F7D1-E6B4-84B2-BA4E-7E44868FDF20}"/>
                  </a:ext>
                </a:extLst>
              </p14:cNvPr>
              <p14:cNvContentPartPr/>
              <p14:nvPr/>
            </p14:nvContentPartPr>
            <p14:xfrm>
              <a:off x="4764744" y="728856"/>
              <a:ext cx="45000" cy="29880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EE42F7D1-E6B4-84B2-BA4E-7E44868FDF2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760424" y="724536"/>
                <a:ext cx="53640" cy="30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F37036F7-5503-0907-8685-5E2263B40FCB}"/>
                  </a:ext>
                </a:extLst>
              </p14:cNvPr>
              <p14:cNvContentPartPr/>
              <p14:nvPr/>
            </p14:nvContentPartPr>
            <p14:xfrm>
              <a:off x="5306904" y="688176"/>
              <a:ext cx="34560" cy="3654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F37036F7-5503-0907-8685-5E2263B40FCB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302584" y="683856"/>
                <a:ext cx="4320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D4C7A42-7ACC-754F-3292-31795A823328}"/>
                  </a:ext>
                </a:extLst>
              </p14:cNvPr>
              <p14:cNvContentPartPr/>
              <p14:nvPr/>
            </p14:nvContentPartPr>
            <p14:xfrm>
              <a:off x="5787144" y="683856"/>
              <a:ext cx="56520" cy="3769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D4C7A42-7ACC-754F-3292-31795A82332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782824" y="679536"/>
                <a:ext cx="65160" cy="38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36FF0F2-E314-D96B-7462-423EC17084AF}"/>
                  </a:ext>
                </a:extLst>
              </p14:cNvPr>
              <p14:cNvContentPartPr/>
              <p14:nvPr/>
            </p14:nvContentPartPr>
            <p14:xfrm>
              <a:off x="6191064" y="637776"/>
              <a:ext cx="28080" cy="42480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36FF0F2-E314-D96B-7462-423EC17084A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186744" y="633456"/>
                <a:ext cx="36720" cy="4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86811EB5-7AE9-CD01-A084-6808F0A45166}"/>
                  </a:ext>
                </a:extLst>
              </p14:cNvPr>
              <p14:cNvContentPartPr/>
              <p14:nvPr/>
            </p14:nvContentPartPr>
            <p14:xfrm>
              <a:off x="3750264" y="832536"/>
              <a:ext cx="62280" cy="14184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86811EB5-7AE9-CD01-A084-6808F0A4516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745944" y="828216"/>
                <a:ext cx="7092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596F8B0C-B9F1-59D3-793C-675FECFEA7AC}"/>
                  </a:ext>
                </a:extLst>
              </p14:cNvPr>
              <p14:cNvContentPartPr/>
              <p14:nvPr/>
            </p14:nvContentPartPr>
            <p14:xfrm>
              <a:off x="4046544" y="800856"/>
              <a:ext cx="104760" cy="1389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596F8B0C-B9F1-59D3-793C-675FECFEA7A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042224" y="796536"/>
                <a:ext cx="113400" cy="1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1E73C61-31B2-480B-953C-50C66D5DA35B}"/>
                  </a:ext>
                </a:extLst>
              </p14:cNvPr>
              <p14:cNvContentPartPr/>
              <p14:nvPr/>
            </p14:nvContentPartPr>
            <p14:xfrm>
              <a:off x="4453704" y="827856"/>
              <a:ext cx="15120" cy="1051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1E73C61-31B2-480B-953C-50C66D5DA35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449384" y="823536"/>
                <a:ext cx="2376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E631CF31-EAD6-4D1F-49D1-52413C7D192A}"/>
                  </a:ext>
                </a:extLst>
              </p14:cNvPr>
              <p14:cNvContentPartPr/>
              <p14:nvPr/>
            </p14:nvContentPartPr>
            <p14:xfrm>
              <a:off x="4904784" y="785736"/>
              <a:ext cx="149040" cy="1328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E631CF31-EAD6-4D1F-49D1-52413C7D192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900464" y="781416"/>
                <a:ext cx="15768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973FF171-E8DD-95FF-74B6-07AD7400FB00}"/>
                  </a:ext>
                </a:extLst>
              </p14:cNvPr>
              <p14:cNvContentPartPr/>
              <p14:nvPr/>
            </p14:nvContentPartPr>
            <p14:xfrm>
              <a:off x="4960584" y="853056"/>
              <a:ext cx="134640" cy="288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973FF171-E8DD-95FF-74B6-07AD7400FB0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956264" y="848736"/>
                <a:ext cx="143280" cy="1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B4DCAD7-393A-F9A2-72FA-5FBB84F7E0EE}"/>
                  </a:ext>
                </a:extLst>
              </p14:cNvPr>
              <p14:cNvContentPartPr/>
              <p14:nvPr/>
            </p14:nvContentPartPr>
            <p14:xfrm>
              <a:off x="5509224" y="778176"/>
              <a:ext cx="124560" cy="1227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B4DCAD7-393A-F9A2-72FA-5FBB84F7E0E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504904" y="773856"/>
                <a:ext cx="133200" cy="1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EB9D13E-53C2-4323-9691-F4193F154871}"/>
                  </a:ext>
                </a:extLst>
              </p14:cNvPr>
              <p14:cNvContentPartPr/>
              <p14:nvPr/>
            </p14:nvContentPartPr>
            <p14:xfrm>
              <a:off x="5930784" y="797616"/>
              <a:ext cx="12960" cy="8100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EB9D13E-53C2-4323-9691-F4193F15487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926464" y="793296"/>
                <a:ext cx="2160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CBDEE19D-8B53-50A6-27B1-83D360E1B457}"/>
                  </a:ext>
                </a:extLst>
              </p14:cNvPr>
              <p14:cNvContentPartPr/>
              <p14:nvPr/>
            </p14:nvContentPartPr>
            <p14:xfrm>
              <a:off x="6016104" y="787896"/>
              <a:ext cx="83520" cy="7848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CBDEE19D-8B53-50A6-27B1-83D360E1B45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011784" y="783576"/>
                <a:ext cx="9216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AE437B61-DA6D-E08B-2427-85AC0988DD3E}"/>
                  </a:ext>
                </a:extLst>
              </p14:cNvPr>
              <p14:cNvContentPartPr/>
              <p14:nvPr/>
            </p14:nvContentPartPr>
            <p14:xfrm>
              <a:off x="6365304" y="781056"/>
              <a:ext cx="106560" cy="11052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AE437B61-DA6D-E08B-2427-85AC0988DD3E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360984" y="776736"/>
                <a:ext cx="11520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DAC48156-115D-DE7E-1778-57D44BD8350F}"/>
                  </a:ext>
                </a:extLst>
              </p14:cNvPr>
              <p14:cNvContentPartPr/>
              <p14:nvPr/>
            </p14:nvContentPartPr>
            <p14:xfrm>
              <a:off x="6262704" y="1132416"/>
              <a:ext cx="129960" cy="21240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DAC48156-115D-DE7E-1778-57D44BD8350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258384" y="1128096"/>
                <a:ext cx="13860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C208252C-4995-E20F-34CE-5F88CB59C50E}"/>
                  </a:ext>
                </a:extLst>
              </p14:cNvPr>
              <p14:cNvContentPartPr/>
              <p14:nvPr/>
            </p14:nvContentPartPr>
            <p14:xfrm>
              <a:off x="4029264" y="1235376"/>
              <a:ext cx="34560" cy="738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C208252C-4995-E20F-34CE-5F88CB59C50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024944" y="1231056"/>
                <a:ext cx="43200" cy="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75565CF-CD6F-61DB-3358-F565761FA0D1}"/>
                  </a:ext>
                </a:extLst>
              </p14:cNvPr>
              <p14:cNvContentPartPr/>
              <p14:nvPr/>
            </p14:nvContentPartPr>
            <p14:xfrm>
              <a:off x="4531464" y="1164816"/>
              <a:ext cx="100440" cy="8208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75565CF-CD6F-61DB-3358-F565761FA0D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527144" y="1160496"/>
                <a:ext cx="10908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E1CBA1A2-1B1E-E608-80C2-385692266DF3}"/>
                  </a:ext>
                </a:extLst>
              </p14:cNvPr>
              <p14:cNvContentPartPr/>
              <p14:nvPr/>
            </p14:nvContentPartPr>
            <p14:xfrm>
              <a:off x="4950864" y="1164456"/>
              <a:ext cx="88560" cy="1137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E1CBA1A2-1B1E-E608-80C2-385692266DF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946544" y="1160136"/>
                <a:ext cx="97200" cy="122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FED58884-814C-91B2-5CA3-FC594AC41BEA}"/>
              </a:ext>
            </a:extLst>
          </p:cNvPr>
          <p:cNvGrpSpPr/>
          <p:nvPr/>
        </p:nvGrpSpPr>
        <p:grpSpPr>
          <a:xfrm>
            <a:off x="5535864" y="1130256"/>
            <a:ext cx="105120" cy="118800"/>
            <a:chOff x="5535864" y="1130256"/>
            <a:chExt cx="105120" cy="11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222C56E-4EAB-F466-67C4-46CE54BD7746}"/>
                    </a:ext>
                  </a:extLst>
                </p14:cNvPr>
                <p14:cNvContentPartPr/>
                <p14:nvPr/>
              </p14:nvContentPartPr>
              <p14:xfrm>
                <a:off x="5535864" y="1130256"/>
                <a:ext cx="105120" cy="83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222C56E-4EAB-F466-67C4-46CE54BD774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31544" y="1125936"/>
                  <a:ext cx="1137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646E559-E124-F2AA-D4A1-E04A1E08CCD2}"/>
                    </a:ext>
                  </a:extLst>
                </p14:cNvPr>
                <p14:cNvContentPartPr/>
                <p14:nvPr/>
              </p14:nvContentPartPr>
              <p14:xfrm>
                <a:off x="5577624" y="1166616"/>
                <a:ext cx="34560" cy="82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646E559-E124-F2AA-D4A1-E04A1E08CCD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73304" y="1162296"/>
                  <a:ext cx="4320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5FBED22-F07D-0AB7-8A80-82FC70D68595}"/>
              </a:ext>
            </a:extLst>
          </p:cNvPr>
          <p:cNvGrpSpPr/>
          <p:nvPr/>
        </p:nvGrpSpPr>
        <p:grpSpPr>
          <a:xfrm>
            <a:off x="5955624" y="1121976"/>
            <a:ext cx="139320" cy="102240"/>
            <a:chOff x="5955624" y="1121976"/>
            <a:chExt cx="139320" cy="10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2371A33-F26E-0F85-221E-2C67BF4CD02C}"/>
                    </a:ext>
                  </a:extLst>
                </p14:cNvPr>
                <p14:cNvContentPartPr/>
                <p14:nvPr/>
              </p14:nvContentPartPr>
              <p14:xfrm>
                <a:off x="5955624" y="1122696"/>
                <a:ext cx="82800" cy="1015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2371A33-F26E-0F85-221E-2C67BF4CD02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51304" y="1118376"/>
                  <a:ext cx="914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517DC50-CDDB-0672-D009-2F98F477D7F3}"/>
                    </a:ext>
                  </a:extLst>
                </p14:cNvPr>
                <p14:cNvContentPartPr/>
                <p14:nvPr/>
              </p14:nvContentPartPr>
              <p14:xfrm>
                <a:off x="6028704" y="1121976"/>
                <a:ext cx="66240" cy="13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517DC50-CDDB-0672-D009-2F98F477D7F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24384" y="1117656"/>
                  <a:ext cx="7488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5479F4E-3A7D-8578-1883-5BBB50E7FFD3}"/>
              </a:ext>
            </a:extLst>
          </p:cNvPr>
          <p:cNvGrpSpPr/>
          <p:nvPr/>
        </p:nvGrpSpPr>
        <p:grpSpPr>
          <a:xfrm>
            <a:off x="1700784" y="2180376"/>
            <a:ext cx="800280" cy="429480"/>
            <a:chOff x="1700784" y="2180376"/>
            <a:chExt cx="800280" cy="42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53E8AD8-AB3B-BB2D-A9A6-9348703A6894}"/>
                    </a:ext>
                  </a:extLst>
                </p14:cNvPr>
                <p14:cNvContentPartPr/>
                <p14:nvPr/>
              </p14:nvContentPartPr>
              <p14:xfrm>
                <a:off x="1700784" y="2375856"/>
                <a:ext cx="81000" cy="2340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53E8AD8-AB3B-BB2D-A9A6-9348703A689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696464" y="2371536"/>
                  <a:ext cx="896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65D2C15-0D68-3BD3-02C0-8A73AC0BCCD3}"/>
                    </a:ext>
                  </a:extLst>
                </p14:cNvPr>
                <p14:cNvContentPartPr/>
                <p14:nvPr/>
              </p14:nvContentPartPr>
              <p14:xfrm>
                <a:off x="1757664" y="2325816"/>
                <a:ext cx="90720" cy="1198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65D2C15-0D68-3BD3-02C0-8A73AC0BCCD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753344" y="2321496"/>
                  <a:ext cx="993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E08F98B-A4FA-1D67-6F05-2DD25C0D5AEE}"/>
                    </a:ext>
                  </a:extLst>
                </p14:cNvPr>
                <p14:cNvContentPartPr/>
                <p14:nvPr/>
              </p14:nvContentPartPr>
              <p14:xfrm>
                <a:off x="1898424" y="2349216"/>
                <a:ext cx="144360" cy="58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E08F98B-A4FA-1D67-6F05-2DD25C0D5AE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894104" y="2344896"/>
                  <a:ext cx="1530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69AAABB-BCF4-8073-57F5-D048B472222A}"/>
                    </a:ext>
                  </a:extLst>
                </p14:cNvPr>
                <p14:cNvContentPartPr/>
                <p14:nvPr/>
              </p14:nvContentPartPr>
              <p14:xfrm>
                <a:off x="2070864" y="2203056"/>
                <a:ext cx="62280" cy="1987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69AAABB-BCF4-8073-57F5-D048B472222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066544" y="2198736"/>
                  <a:ext cx="709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728333F-1876-145E-5C85-D2A6F4D84D33}"/>
                    </a:ext>
                  </a:extLst>
                </p14:cNvPr>
                <p14:cNvContentPartPr/>
                <p14:nvPr/>
              </p14:nvContentPartPr>
              <p14:xfrm>
                <a:off x="2202984" y="2180376"/>
                <a:ext cx="68760" cy="214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728333F-1876-145E-5C85-D2A6F4D84D3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198664" y="2176056"/>
                  <a:ext cx="774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3C450FA-F878-7FA3-32CD-8EA95B183AA5}"/>
                    </a:ext>
                  </a:extLst>
                </p14:cNvPr>
                <p14:cNvContentPartPr/>
                <p14:nvPr/>
              </p14:nvContentPartPr>
              <p14:xfrm>
                <a:off x="2268864" y="2312856"/>
                <a:ext cx="39240" cy="105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3C450FA-F878-7FA3-32CD-8EA95B183AA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264544" y="2308536"/>
                  <a:ext cx="478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765D148-ADFF-5DB5-4485-573F42AD9C53}"/>
                    </a:ext>
                  </a:extLst>
                </p14:cNvPr>
                <p14:cNvContentPartPr/>
                <p14:nvPr/>
              </p14:nvContentPartPr>
              <p14:xfrm>
                <a:off x="2346984" y="2208816"/>
                <a:ext cx="19800" cy="532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765D148-ADFF-5DB5-4485-573F42AD9C5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342664" y="2204496"/>
                  <a:ext cx="284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828DEE3-24B2-7496-E237-F46C9F16F324}"/>
                    </a:ext>
                  </a:extLst>
                </p14:cNvPr>
                <p14:cNvContentPartPr/>
                <p14:nvPr/>
              </p14:nvContentPartPr>
              <p14:xfrm>
                <a:off x="2378664" y="2294856"/>
                <a:ext cx="122400" cy="954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828DEE3-24B2-7496-E237-F46C9F16F32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74344" y="2290536"/>
                  <a:ext cx="13104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4F398E9-641E-0FAA-62C1-9DFA6C9E721C}"/>
              </a:ext>
            </a:extLst>
          </p:cNvPr>
          <p:cNvGrpSpPr/>
          <p:nvPr/>
        </p:nvGrpSpPr>
        <p:grpSpPr>
          <a:xfrm>
            <a:off x="2751624" y="2077776"/>
            <a:ext cx="639360" cy="234360"/>
            <a:chOff x="2751624" y="2077776"/>
            <a:chExt cx="639360" cy="23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1F78D61-24C2-86C1-C9B4-2C873A20B729}"/>
                    </a:ext>
                  </a:extLst>
                </p14:cNvPr>
                <p14:cNvContentPartPr/>
                <p14:nvPr/>
              </p14:nvContentPartPr>
              <p14:xfrm>
                <a:off x="2751624" y="2250216"/>
                <a:ext cx="97920" cy="619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1F78D61-24C2-86C1-C9B4-2C873A20B72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747304" y="2245896"/>
                  <a:ext cx="1065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DA1367F-8176-BD00-B041-3684CFE63547}"/>
                    </a:ext>
                  </a:extLst>
                </p14:cNvPr>
                <p14:cNvContentPartPr/>
                <p14:nvPr/>
              </p14:nvContentPartPr>
              <p14:xfrm>
                <a:off x="2878344" y="2238336"/>
                <a:ext cx="85680" cy="680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DA1367F-8176-BD00-B041-3684CFE6354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874024" y="2234016"/>
                  <a:ext cx="943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11AB11F-9876-1539-B180-504ECE9432ED}"/>
                    </a:ext>
                  </a:extLst>
                </p14:cNvPr>
                <p14:cNvContentPartPr/>
                <p14:nvPr/>
              </p14:nvContentPartPr>
              <p14:xfrm>
                <a:off x="3058704" y="2230776"/>
                <a:ext cx="32040" cy="489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11AB11F-9876-1539-B180-504ECE9432E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054384" y="2226456"/>
                  <a:ext cx="406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1FB1018-245A-651A-77A1-E4F75173A248}"/>
                    </a:ext>
                  </a:extLst>
                </p14:cNvPr>
                <p14:cNvContentPartPr/>
                <p14:nvPr/>
              </p14:nvContentPartPr>
              <p14:xfrm>
                <a:off x="3127104" y="2128176"/>
                <a:ext cx="7560" cy="457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1FB1018-245A-651A-77A1-E4F75173A24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122784" y="2123856"/>
                  <a:ext cx="162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501366C-6B75-C3D5-DA57-E52E6B9090D9}"/>
                    </a:ext>
                  </a:extLst>
                </p14:cNvPr>
                <p14:cNvContentPartPr/>
                <p14:nvPr/>
              </p14:nvContentPartPr>
              <p14:xfrm>
                <a:off x="3184344" y="2077776"/>
                <a:ext cx="206640" cy="203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501366C-6B75-C3D5-DA57-E52E6B9090D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180024" y="2073456"/>
                  <a:ext cx="215280" cy="21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1B8A13B8-FDC2-3858-B62B-CC8743557EFA}"/>
              </a:ext>
            </a:extLst>
          </p:cNvPr>
          <p:cNvGrpSpPr/>
          <p:nvPr/>
        </p:nvGrpSpPr>
        <p:grpSpPr>
          <a:xfrm>
            <a:off x="3590784" y="1827576"/>
            <a:ext cx="2916360" cy="739080"/>
            <a:chOff x="3590784" y="1827576"/>
            <a:chExt cx="2916360" cy="73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D8A0C6A-E2EB-579A-1C63-7250D2E06D02}"/>
                    </a:ext>
                  </a:extLst>
                </p14:cNvPr>
                <p14:cNvContentPartPr/>
                <p14:nvPr/>
              </p14:nvContentPartPr>
              <p14:xfrm>
                <a:off x="3590784" y="2178936"/>
                <a:ext cx="280440" cy="3877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D8A0C6A-E2EB-579A-1C63-7250D2E06D0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586464" y="2174616"/>
                  <a:ext cx="28908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19DADC3-3EA0-E080-8ACB-155150ED5B11}"/>
                    </a:ext>
                  </a:extLst>
                </p14:cNvPr>
                <p14:cNvContentPartPr/>
                <p14:nvPr/>
              </p14:nvContentPartPr>
              <p14:xfrm>
                <a:off x="3966624" y="2172816"/>
                <a:ext cx="170280" cy="766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19DADC3-3EA0-E080-8ACB-155150ED5B1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962304" y="2168496"/>
                  <a:ext cx="1789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0F163E9-9B6B-D106-EE9C-93A9F375CCF0}"/>
                    </a:ext>
                  </a:extLst>
                </p14:cNvPr>
                <p14:cNvContentPartPr/>
                <p14:nvPr/>
              </p14:nvContentPartPr>
              <p14:xfrm>
                <a:off x="4195224" y="2155896"/>
                <a:ext cx="15120" cy="612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0F163E9-9B6B-D106-EE9C-93A9F375CCF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190904" y="2151576"/>
                  <a:ext cx="237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B8B04DB-CBB3-7B3D-8BAC-34DEE4C521E1}"/>
                    </a:ext>
                  </a:extLst>
                </p14:cNvPr>
                <p14:cNvContentPartPr/>
                <p14:nvPr/>
              </p14:nvContentPartPr>
              <p14:xfrm>
                <a:off x="4263264" y="2055816"/>
                <a:ext cx="24840" cy="579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B8B04DB-CBB3-7B3D-8BAC-34DEE4C521E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258944" y="2051496"/>
                  <a:ext cx="33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5EBDC8F-131A-4000-1629-827F06A40831}"/>
                    </a:ext>
                  </a:extLst>
                </p14:cNvPr>
                <p14:cNvContentPartPr/>
                <p14:nvPr/>
              </p14:nvContentPartPr>
              <p14:xfrm>
                <a:off x="4321944" y="2111256"/>
                <a:ext cx="149040" cy="88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5EBDC8F-131A-4000-1629-827F06A4083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317624" y="2106936"/>
                  <a:ext cx="1576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DA865B2-906A-5FBB-C46A-76C2087D2080}"/>
                    </a:ext>
                  </a:extLst>
                </p14:cNvPr>
                <p14:cNvContentPartPr/>
                <p14:nvPr/>
              </p14:nvContentPartPr>
              <p14:xfrm>
                <a:off x="4465584" y="1877976"/>
                <a:ext cx="151560" cy="3355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DA865B2-906A-5FBB-C46A-76C2087D208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461264" y="1873656"/>
                  <a:ext cx="16020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92D93EC-CF16-056E-AEB2-89E6D4E58502}"/>
                    </a:ext>
                  </a:extLst>
                </p14:cNvPr>
                <p14:cNvContentPartPr/>
                <p14:nvPr/>
              </p14:nvContentPartPr>
              <p14:xfrm>
                <a:off x="4687344" y="1966536"/>
                <a:ext cx="144360" cy="246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92D93EC-CF16-056E-AEB2-89E6D4E5850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683024" y="1962216"/>
                  <a:ext cx="1530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F5A37A7-D129-1366-19DB-2AFDF104F71C}"/>
                    </a:ext>
                  </a:extLst>
                </p14:cNvPr>
                <p14:cNvContentPartPr/>
                <p14:nvPr/>
              </p14:nvContentPartPr>
              <p14:xfrm>
                <a:off x="4836024" y="2067336"/>
                <a:ext cx="200520" cy="1242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F5A37A7-D129-1366-19DB-2AFDF104F71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831704" y="2063016"/>
                  <a:ext cx="2091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C19BCBE-18F0-B294-162E-A48BB260BF7A}"/>
                    </a:ext>
                  </a:extLst>
                </p14:cNvPr>
                <p14:cNvContentPartPr/>
                <p14:nvPr/>
              </p14:nvContentPartPr>
              <p14:xfrm>
                <a:off x="5124024" y="1916136"/>
                <a:ext cx="102600" cy="2527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C19BCBE-18F0-B294-162E-A48BB260BF7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119704" y="1911816"/>
                  <a:ext cx="1112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79647CA-B603-A233-7D07-9F03AE10F46E}"/>
                    </a:ext>
                  </a:extLst>
                </p14:cNvPr>
                <p14:cNvContentPartPr/>
                <p14:nvPr/>
              </p14:nvContentPartPr>
              <p14:xfrm>
                <a:off x="5092344" y="2058336"/>
                <a:ext cx="129600" cy="86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79647CA-B603-A233-7D07-9F03AE10F46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088024" y="2054016"/>
                  <a:ext cx="13824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2471E2B-BC67-F967-4E8D-A0CFC897CDCC}"/>
                    </a:ext>
                  </a:extLst>
                </p14:cNvPr>
                <p14:cNvContentPartPr/>
                <p14:nvPr/>
              </p14:nvContentPartPr>
              <p14:xfrm>
                <a:off x="5272704" y="1827576"/>
                <a:ext cx="222120" cy="4734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2471E2B-BC67-F967-4E8D-A0CFC897CDC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268384" y="1823256"/>
                  <a:ext cx="23076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EDA0EB2-BE0B-0490-486D-17F15C9E76A9}"/>
                    </a:ext>
                  </a:extLst>
                </p14:cNvPr>
                <p14:cNvContentPartPr/>
                <p14:nvPr/>
              </p14:nvContentPartPr>
              <p14:xfrm>
                <a:off x="5506704" y="2054016"/>
                <a:ext cx="32400" cy="849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EDA0EB2-BE0B-0490-486D-17F15C9E76A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502384" y="2049696"/>
                  <a:ext cx="410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19C9256-177F-C6AC-BDCF-009FD205934A}"/>
                    </a:ext>
                  </a:extLst>
                </p14:cNvPr>
                <p14:cNvContentPartPr/>
                <p14:nvPr/>
              </p14:nvContentPartPr>
              <p14:xfrm>
                <a:off x="5560704" y="1920816"/>
                <a:ext cx="15120" cy="939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19C9256-177F-C6AC-BDCF-009FD205934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556384" y="1916496"/>
                  <a:ext cx="237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7C16BB0-069F-4FE6-B104-92F3453ADD3A}"/>
                    </a:ext>
                  </a:extLst>
                </p14:cNvPr>
                <p14:cNvContentPartPr/>
                <p14:nvPr/>
              </p14:nvContentPartPr>
              <p14:xfrm>
                <a:off x="5621544" y="2034576"/>
                <a:ext cx="117360" cy="734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7C16BB0-069F-4FE6-B104-92F3453ADD3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617224" y="2030256"/>
                  <a:ext cx="1260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E14AD43-2477-6CC5-F6B0-1C347CE1E099}"/>
                    </a:ext>
                  </a:extLst>
                </p14:cNvPr>
                <p14:cNvContentPartPr/>
                <p14:nvPr/>
              </p14:nvContentPartPr>
              <p14:xfrm>
                <a:off x="5813424" y="1927296"/>
                <a:ext cx="61920" cy="1530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E14AD43-2477-6CC5-F6B0-1C347CE1E09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809104" y="1922976"/>
                  <a:ext cx="705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FFB55E3-3CB9-2B37-9164-10766DF40FBD}"/>
                    </a:ext>
                  </a:extLst>
                </p14:cNvPr>
                <p14:cNvContentPartPr/>
                <p14:nvPr/>
              </p14:nvContentPartPr>
              <p14:xfrm>
                <a:off x="5787144" y="1962576"/>
                <a:ext cx="178200" cy="424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FFB55E3-3CB9-2B37-9164-10766DF40FB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782824" y="1958256"/>
                  <a:ext cx="1868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8A8FE3B-B779-917C-E751-57D74F5C255C}"/>
                    </a:ext>
                  </a:extLst>
                </p14:cNvPr>
                <p14:cNvContentPartPr/>
                <p14:nvPr/>
              </p14:nvContentPartPr>
              <p14:xfrm>
                <a:off x="6031584" y="1882656"/>
                <a:ext cx="197280" cy="2203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8A8FE3B-B779-917C-E751-57D74F5C255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027264" y="1878336"/>
                  <a:ext cx="2059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C56BF6D-2DAC-A7D6-2192-47D9C4394FC8}"/>
                    </a:ext>
                  </a:extLst>
                </p14:cNvPr>
                <p14:cNvContentPartPr/>
                <p14:nvPr/>
              </p14:nvContentPartPr>
              <p14:xfrm>
                <a:off x="6324984" y="1843776"/>
                <a:ext cx="182160" cy="2368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C56BF6D-2DAC-A7D6-2192-47D9C4394FC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320664" y="1839456"/>
                  <a:ext cx="190800" cy="24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8A1CC602-970E-6F70-376D-479BCC6D92CF}"/>
              </a:ext>
            </a:extLst>
          </p:cNvPr>
          <p:cNvGrpSpPr/>
          <p:nvPr/>
        </p:nvGrpSpPr>
        <p:grpSpPr>
          <a:xfrm>
            <a:off x="6756264" y="1646136"/>
            <a:ext cx="833400" cy="484920"/>
            <a:chOff x="6756264" y="1646136"/>
            <a:chExt cx="833400" cy="48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D2BC427-62F3-BD94-9E1C-25715E1EB394}"/>
                    </a:ext>
                  </a:extLst>
                </p14:cNvPr>
                <p14:cNvContentPartPr/>
                <p14:nvPr/>
              </p14:nvContentPartPr>
              <p14:xfrm>
                <a:off x="6756264" y="1925856"/>
                <a:ext cx="172440" cy="921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D2BC427-62F3-BD94-9E1C-25715E1EB39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751944" y="1921536"/>
                  <a:ext cx="1810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B451334-B795-557C-6CDB-80EE890E9A80}"/>
                    </a:ext>
                  </a:extLst>
                </p14:cNvPr>
                <p14:cNvContentPartPr/>
                <p14:nvPr/>
              </p14:nvContentPartPr>
              <p14:xfrm>
                <a:off x="6965064" y="1708776"/>
                <a:ext cx="222480" cy="3805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B451334-B795-557C-6CDB-80EE890E9A8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960744" y="1704456"/>
                  <a:ext cx="23112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8332F1A1-6061-725E-6762-247521E8F68B}"/>
                    </a:ext>
                  </a:extLst>
                </p14:cNvPr>
                <p14:cNvContentPartPr/>
                <p14:nvPr/>
              </p14:nvContentPartPr>
              <p14:xfrm>
                <a:off x="7343424" y="1646136"/>
                <a:ext cx="246240" cy="4849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8332F1A1-6061-725E-6762-247521E8F68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339104" y="1641816"/>
                  <a:ext cx="254880" cy="49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9A4DAEF5-B266-7944-3002-8DB2B19E3A77}"/>
              </a:ext>
            </a:extLst>
          </p:cNvPr>
          <p:cNvGrpSpPr/>
          <p:nvPr/>
        </p:nvGrpSpPr>
        <p:grpSpPr>
          <a:xfrm>
            <a:off x="2919744" y="2504376"/>
            <a:ext cx="2148840" cy="605520"/>
            <a:chOff x="2919744" y="2504376"/>
            <a:chExt cx="2148840" cy="605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16922DC-71CA-A0BB-1EC6-B30CF7CBFEB4}"/>
                    </a:ext>
                  </a:extLst>
                </p14:cNvPr>
                <p14:cNvContentPartPr/>
                <p14:nvPr/>
              </p14:nvContentPartPr>
              <p14:xfrm>
                <a:off x="2919744" y="2797056"/>
                <a:ext cx="157320" cy="31284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16922DC-71CA-A0BB-1EC6-B30CF7CBFEB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915424" y="2792736"/>
                  <a:ext cx="16596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1E19EF1-C3A1-4E7C-506A-4E61D204A749}"/>
                    </a:ext>
                  </a:extLst>
                </p14:cNvPr>
                <p14:cNvContentPartPr/>
                <p14:nvPr/>
              </p14:nvContentPartPr>
              <p14:xfrm>
                <a:off x="3163824" y="2802096"/>
                <a:ext cx="124560" cy="594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1E19EF1-C3A1-4E7C-506A-4E61D204A74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159504" y="2797776"/>
                  <a:ext cx="1332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D9624E2-26B0-0EAD-91D0-F6BC8BEEFB6A}"/>
                    </a:ext>
                  </a:extLst>
                </p14:cNvPr>
                <p14:cNvContentPartPr/>
                <p14:nvPr/>
              </p14:nvContentPartPr>
              <p14:xfrm>
                <a:off x="3348864" y="2797776"/>
                <a:ext cx="10080" cy="345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D9624E2-26B0-0EAD-91D0-F6BC8BEEFB6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344544" y="2793456"/>
                  <a:ext cx="187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205DC1A-202C-B605-D56F-A4B571D655EA}"/>
                    </a:ext>
                  </a:extLst>
                </p14:cNvPr>
                <p14:cNvContentPartPr/>
                <p14:nvPr/>
              </p14:nvContentPartPr>
              <p14:xfrm>
                <a:off x="3397824" y="2685816"/>
                <a:ext cx="22320" cy="831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205DC1A-202C-B605-D56F-A4B571D655E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393504" y="2681496"/>
                  <a:ext cx="309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A818F08-FF21-77DA-49D6-F054A0BC0E14}"/>
                    </a:ext>
                  </a:extLst>
                </p14:cNvPr>
                <p14:cNvContentPartPr/>
                <p14:nvPr/>
              </p14:nvContentPartPr>
              <p14:xfrm>
                <a:off x="3485664" y="2757456"/>
                <a:ext cx="124560" cy="7020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A818F08-FF21-77DA-49D6-F054A0BC0E1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481344" y="2753136"/>
                  <a:ext cx="1332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408FBB0-897E-E6D8-748E-1D60E564DC2D}"/>
                    </a:ext>
                  </a:extLst>
                </p14:cNvPr>
                <p14:cNvContentPartPr/>
                <p14:nvPr/>
              </p14:nvContentPartPr>
              <p14:xfrm>
                <a:off x="3621024" y="2613456"/>
                <a:ext cx="174240" cy="2196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408FBB0-897E-E6D8-748E-1D60E564DC2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616704" y="2609136"/>
                  <a:ext cx="1828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9D4F6B4-7645-CBEE-EDC0-0742331707E0}"/>
                    </a:ext>
                  </a:extLst>
                </p14:cNvPr>
                <p14:cNvContentPartPr/>
                <p14:nvPr/>
              </p14:nvContentPartPr>
              <p14:xfrm>
                <a:off x="3803184" y="2648016"/>
                <a:ext cx="146160" cy="1825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9D4F6B4-7645-CBEE-EDC0-0742331707E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798864" y="2643696"/>
                  <a:ext cx="1548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3E902B6-6083-E73B-9A8C-37CC41D1EA68}"/>
                    </a:ext>
                  </a:extLst>
                </p14:cNvPr>
                <p14:cNvContentPartPr/>
                <p14:nvPr/>
              </p14:nvContentPartPr>
              <p14:xfrm>
                <a:off x="3955464" y="2710296"/>
                <a:ext cx="174240" cy="831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3E902B6-6083-E73B-9A8C-37CC41D1EA6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951144" y="2705976"/>
                  <a:ext cx="1828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A0F7F5F-EE75-AC5B-97EA-5CBDF73E3EF3}"/>
                    </a:ext>
                  </a:extLst>
                </p14:cNvPr>
                <p14:cNvContentPartPr/>
                <p14:nvPr/>
              </p14:nvContentPartPr>
              <p14:xfrm>
                <a:off x="4263264" y="2554776"/>
                <a:ext cx="44280" cy="2268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A0F7F5F-EE75-AC5B-97EA-5CBDF73E3EF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258944" y="2550456"/>
                  <a:ext cx="529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B01EA52-1FCA-9FD9-8DEE-FF96D2AD9484}"/>
                    </a:ext>
                  </a:extLst>
                </p14:cNvPr>
                <p14:cNvContentPartPr/>
                <p14:nvPr/>
              </p14:nvContentPartPr>
              <p14:xfrm>
                <a:off x="4217184" y="2682576"/>
                <a:ext cx="183240" cy="237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B01EA52-1FCA-9FD9-8DEE-FF96D2AD948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212864" y="2678256"/>
                  <a:ext cx="1918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4DBA641-C2E9-3336-A570-068376631356}"/>
                    </a:ext>
                  </a:extLst>
                </p14:cNvPr>
                <p14:cNvContentPartPr/>
                <p14:nvPr/>
              </p14:nvContentPartPr>
              <p14:xfrm>
                <a:off x="4414464" y="2504376"/>
                <a:ext cx="236880" cy="3654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4DBA641-C2E9-3336-A570-06837663135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410144" y="2500056"/>
                  <a:ext cx="24552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59BA6D7E-14E1-A8A2-4279-21A9625544E0}"/>
                    </a:ext>
                  </a:extLst>
                </p14:cNvPr>
                <p14:cNvContentPartPr/>
                <p14:nvPr/>
              </p14:nvContentPartPr>
              <p14:xfrm>
                <a:off x="4730184" y="2671416"/>
                <a:ext cx="169920" cy="6264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59BA6D7E-14E1-A8A2-4279-21A9625544E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725864" y="2667096"/>
                  <a:ext cx="1785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F37A843-E0BD-1550-9FF2-AC99DC5575AE}"/>
                    </a:ext>
                  </a:extLst>
                </p14:cNvPr>
                <p14:cNvContentPartPr/>
                <p14:nvPr/>
              </p14:nvContentPartPr>
              <p14:xfrm>
                <a:off x="4917024" y="2747376"/>
                <a:ext cx="151560" cy="1425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F37A843-E0BD-1550-9FF2-AC99DC5575A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912704" y="2743056"/>
                  <a:ext cx="16020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C0430470-5579-C2F6-3ECB-A491BD0AF5E0}"/>
              </a:ext>
            </a:extLst>
          </p:cNvPr>
          <p:cNvGrpSpPr/>
          <p:nvPr/>
        </p:nvGrpSpPr>
        <p:grpSpPr>
          <a:xfrm>
            <a:off x="5299704" y="2617416"/>
            <a:ext cx="353880" cy="216720"/>
            <a:chOff x="5299704" y="2617416"/>
            <a:chExt cx="353880" cy="21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2F0EDE8-AD3C-DC98-2EF1-5C620CEF241C}"/>
                    </a:ext>
                  </a:extLst>
                </p14:cNvPr>
                <p14:cNvContentPartPr/>
                <p14:nvPr/>
              </p14:nvContentPartPr>
              <p14:xfrm>
                <a:off x="5299704" y="2617416"/>
                <a:ext cx="153360" cy="1317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2F0EDE8-AD3C-DC98-2EF1-5C620CEF241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295384" y="2613096"/>
                  <a:ext cx="1620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0762247-0360-E5BF-9898-CE4974B7F434}"/>
                    </a:ext>
                  </a:extLst>
                </p14:cNvPr>
                <p14:cNvContentPartPr/>
                <p14:nvPr/>
              </p14:nvContentPartPr>
              <p14:xfrm>
                <a:off x="5562864" y="2711736"/>
                <a:ext cx="90720" cy="12240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0762247-0360-E5BF-9898-CE4974B7F43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558544" y="2707416"/>
                  <a:ext cx="9936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4265536E-93B1-C9A1-8253-77272E6E5365}"/>
              </a:ext>
            </a:extLst>
          </p:cNvPr>
          <p:cNvGrpSpPr/>
          <p:nvPr/>
        </p:nvGrpSpPr>
        <p:grpSpPr>
          <a:xfrm>
            <a:off x="5955624" y="2243016"/>
            <a:ext cx="1933920" cy="576720"/>
            <a:chOff x="5955624" y="2243016"/>
            <a:chExt cx="1933920" cy="57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FE84199-1C45-3EBF-4A64-0C626E231130}"/>
                    </a:ext>
                  </a:extLst>
                </p14:cNvPr>
                <p14:cNvContentPartPr/>
                <p14:nvPr/>
              </p14:nvContentPartPr>
              <p14:xfrm>
                <a:off x="5955624" y="2542536"/>
                <a:ext cx="176040" cy="1040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FE84199-1C45-3EBF-4A64-0C626E23113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951304" y="2538216"/>
                  <a:ext cx="184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3995BD2-A843-98EA-E6F6-BC47FB9E886D}"/>
                    </a:ext>
                  </a:extLst>
                </p14:cNvPr>
                <p14:cNvContentPartPr/>
                <p14:nvPr/>
              </p14:nvContentPartPr>
              <p14:xfrm>
                <a:off x="6214104" y="2610216"/>
                <a:ext cx="19800" cy="151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3995BD2-A843-98EA-E6F6-BC47FB9E886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209784" y="2605896"/>
                  <a:ext cx="284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5245F5A-8A5B-D759-9CA4-CC6E77287E29}"/>
                    </a:ext>
                  </a:extLst>
                </p14:cNvPr>
                <p14:cNvContentPartPr/>
                <p14:nvPr/>
              </p14:nvContentPartPr>
              <p14:xfrm>
                <a:off x="6353064" y="2376936"/>
                <a:ext cx="85680" cy="2520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5245F5A-8A5B-D759-9CA4-CC6E77287E2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348744" y="2372616"/>
                  <a:ext cx="943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A5A90FF-E2A8-78FB-4316-C6DEE019E604}"/>
                    </a:ext>
                  </a:extLst>
                </p14:cNvPr>
                <p14:cNvContentPartPr/>
                <p14:nvPr/>
              </p14:nvContentPartPr>
              <p14:xfrm>
                <a:off x="6455304" y="2522376"/>
                <a:ext cx="351360" cy="982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A5A90FF-E2A8-78FB-4316-C6DEE019E60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450984" y="2518056"/>
                  <a:ext cx="3600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8B77911-9875-46A1-8FDA-B19692332A24}"/>
                    </a:ext>
                  </a:extLst>
                </p14:cNvPr>
                <p14:cNvContentPartPr/>
                <p14:nvPr/>
              </p14:nvContentPartPr>
              <p14:xfrm>
                <a:off x="6584544" y="2535696"/>
                <a:ext cx="280800" cy="2840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8B77911-9875-46A1-8FDA-B19692332A2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580224" y="2531376"/>
                  <a:ext cx="2894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ED01535-5BE1-FFC6-5F8E-E85042237FD8}"/>
                    </a:ext>
                  </a:extLst>
                </p14:cNvPr>
                <p14:cNvContentPartPr/>
                <p14:nvPr/>
              </p14:nvContentPartPr>
              <p14:xfrm>
                <a:off x="6884424" y="2417616"/>
                <a:ext cx="92880" cy="21420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ED01535-5BE1-FFC6-5F8E-E85042237FD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880104" y="2413296"/>
                  <a:ext cx="1015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2A82BD6-E231-7B78-8E40-C20C66217EA6}"/>
                    </a:ext>
                  </a:extLst>
                </p14:cNvPr>
                <p14:cNvContentPartPr/>
                <p14:nvPr/>
              </p14:nvContentPartPr>
              <p14:xfrm>
                <a:off x="6913944" y="2383776"/>
                <a:ext cx="232200" cy="2275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2A82BD6-E231-7B78-8E40-C20C66217EA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909624" y="2379456"/>
                  <a:ext cx="2408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E133238-CDFB-2F87-9287-295BB9814BD1}"/>
                    </a:ext>
                  </a:extLst>
                </p14:cNvPr>
                <p14:cNvContentPartPr/>
                <p14:nvPr/>
              </p14:nvContentPartPr>
              <p14:xfrm>
                <a:off x="7230744" y="2484216"/>
                <a:ext cx="141840" cy="2196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E133238-CDFB-2F87-9287-295BB9814BD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226424" y="2479896"/>
                  <a:ext cx="1504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78D5EE9C-A805-1956-BA8E-8FD463217558}"/>
                    </a:ext>
                  </a:extLst>
                </p14:cNvPr>
                <p14:cNvContentPartPr/>
                <p14:nvPr/>
              </p14:nvContentPartPr>
              <p14:xfrm>
                <a:off x="7503984" y="2400336"/>
                <a:ext cx="17280" cy="1213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78D5EE9C-A805-1956-BA8E-8FD46321755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499664" y="2396016"/>
                  <a:ext cx="259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09F5FC9-400E-2A62-5D06-E6BB63F2221C}"/>
                    </a:ext>
                  </a:extLst>
                </p14:cNvPr>
                <p14:cNvContentPartPr/>
                <p14:nvPr/>
              </p14:nvContentPartPr>
              <p14:xfrm>
                <a:off x="7623504" y="2243016"/>
                <a:ext cx="129240" cy="35136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09F5FC9-400E-2A62-5D06-E6BB63F2221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619184" y="2238696"/>
                  <a:ext cx="1378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89ACF7B-761A-7CE8-B0B8-39DD0C7A2D3C}"/>
                    </a:ext>
                  </a:extLst>
                </p14:cNvPr>
                <p14:cNvContentPartPr/>
                <p14:nvPr/>
              </p14:nvContentPartPr>
              <p14:xfrm>
                <a:off x="7889184" y="2448576"/>
                <a:ext cx="360" cy="86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89ACF7B-761A-7CE8-B0B8-39DD0C7A2D3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884864" y="2444256"/>
                  <a:ext cx="900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DDBDD61-CE3D-37F7-5AD4-73308B9AC2EE}"/>
                    </a:ext>
                  </a:extLst>
                </p14:cNvPr>
                <p14:cNvContentPartPr/>
                <p14:nvPr/>
              </p14:nvContentPartPr>
              <p14:xfrm>
                <a:off x="7737984" y="2592936"/>
                <a:ext cx="132120" cy="1749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DDBDD61-CE3D-37F7-5AD4-73308B9AC2E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733664" y="2588616"/>
                  <a:ext cx="140760" cy="18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0262A46B-CBEE-4A9A-B7C0-04A4975968FE}"/>
                  </a:ext>
                </a:extLst>
              </p14:cNvPr>
              <p14:cNvContentPartPr/>
              <p14:nvPr/>
            </p14:nvContentPartPr>
            <p14:xfrm>
              <a:off x="1722744" y="3179736"/>
              <a:ext cx="185760" cy="43524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0262A46B-CBEE-4A9A-B7C0-04A4975968FE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1718424" y="3175416"/>
                <a:ext cx="194400" cy="44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7" name="Group 256">
            <a:extLst>
              <a:ext uri="{FF2B5EF4-FFF2-40B4-BE49-F238E27FC236}">
                <a16:creationId xmlns:a16="http://schemas.microsoft.com/office/drawing/2014/main" id="{EF1E5294-4683-37FA-BE71-D98D5A99DD3F}"/>
              </a:ext>
            </a:extLst>
          </p:cNvPr>
          <p:cNvGrpSpPr/>
          <p:nvPr/>
        </p:nvGrpSpPr>
        <p:grpSpPr>
          <a:xfrm>
            <a:off x="9829944" y="2992176"/>
            <a:ext cx="426960" cy="253080"/>
            <a:chOff x="9829944" y="2992176"/>
            <a:chExt cx="426960" cy="25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8351BF0-8233-208C-6279-B32FDE057647}"/>
                    </a:ext>
                  </a:extLst>
                </p14:cNvPr>
                <p14:cNvContentPartPr/>
                <p14:nvPr/>
              </p14:nvContentPartPr>
              <p14:xfrm>
                <a:off x="9829944" y="3143376"/>
                <a:ext cx="46800" cy="1018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8351BF0-8233-208C-6279-B32FDE05764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825624" y="3139056"/>
                  <a:ext cx="554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6A1E978A-FF29-82DB-877C-4FFC05350A64}"/>
                    </a:ext>
                  </a:extLst>
                </p14:cNvPr>
                <p14:cNvContentPartPr/>
                <p14:nvPr/>
              </p14:nvContentPartPr>
              <p14:xfrm>
                <a:off x="9881064" y="2992176"/>
                <a:ext cx="7560" cy="9396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6A1E978A-FF29-82DB-877C-4FFC05350A6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876744" y="2987856"/>
                  <a:ext cx="162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72C5175-AE58-A3FF-2FB7-A2E47F0026B6}"/>
                    </a:ext>
                  </a:extLst>
                </p14:cNvPr>
                <p14:cNvContentPartPr/>
                <p14:nvPr/>
              </p14:nvContentPartPr>
              <p14:xfrm>
                <a:off x="9942264" y="3137616"/>
                <a:ext cx="136800" cy="5004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72C5175-AE58-A3FF-2FB7-A2E47F0026B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937944" y="3133296"/>
                  <a:ext cx="1454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8F37B0A-B90A-90A0-38BD-2E091AC53C8E}"/>
                    </a:ext>
                  </a:extLst>
                </p14:cNvPr>
                <p14:cNvContentPartPr/>
                <p14:nvPr/>
              </p14:nvContentPartPr>
              <p14:xfrm>
                <a:off x="10166544" y="3015576"/>
                <a:ext cx="46800" cy="18000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8F37B0A-B90A-90A0-38BD-2E091AC53C8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162224" y="3011256"/>
                  <a:ext cx="5544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3349831-1509-7778-418B-37639FD441BF}"/>
                    </a:ext>
                  </a:extLst>
                </p14:cNvPr>
                <p14:cNvContentPartPr/>
                <p14:nvPr/>
              </p14:nvContentPartPr>
              <p14:xfrm>
                <a:off x="10132344" y="3093696"/>
                <a:ext cx="124560" cy="540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3349831-1509-7778-418B-37639FD441B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128024" y="3089376"/>
                  <a:ext cx="133200" cy="1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371C60C6-62E7-BB03-56C8-448ABBB8B929}"/>
              </a:ext>
            </a:extLst>
          </p:cNvPr>
          <p:cNvGrpSpPr/>
          <p:nvPr/>
        </p:nvGrpSpPr>
        <p:grpSpPr>
          <a:xfrm>
            <a:off x="10503144" y="2790576"/>
            <a:ext cx="1044000" cy="466920"/>
            <a:chOff x="10503144" y="2790576"/>
            <a:chExt cx="1044000" cy="46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B5F2B61-BF08-DAAF-19B9-04D6EDDEAD0C}"/>
                    </a:ext>
                  </a:extLst>
                </p14:cNvPr>
                <p14:cNvContentPartPr/>
                <p14:nvPr/>
              </p14:nvContentPartPr>
              <p14:xfrm>
                <a:off x="10503144" y="3057696"/>
                <a:ext cx="75960" cy="8820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B5F2B61-BF08-DAAF-19B9-04D6EDDEAD0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498824" y="3053376"/>
                  <a:ext cx="846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200CC954-4807-00D9-E5C3-A4E2245EF841}"/>
                    </a:ext>
                  </a:extLst>
                </p14:cNvPr>
                <p14:cNvContentPartPr/>
                <p14:nvPr/>
              </p14:nvContentPartPr>
              <p14:xfrm>
                <a:off x="10646784" y="3103416"/>
                <a:ext cx="10080" cy="140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200CC954-4807-00D9-E5C3-A4E2245EF84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642464" y="3099096"/>
                  <a:ext cx="187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F19B744C-7FC3-032C-B601-94545D44CB83}"/>
                    </a:ext>
                  </a:extLst>
                </p14:cNvPr>
                <p14:cNvContentPartPr/>
                <p14:nvPr/>
              </p14:nvContentPartPr>
              <p14:xfrm>
                <a:off x="10700424" y="2970216"/>
                <a:ext cx="10080" cy="1512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F19B744C-7FC3-032C-B601-94545D44CB8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696104" y="2965896"/>
                  <a:ext cx="187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56C329C2-8E0B-2D37-A7D5-544E25B555E4}"/>
                    </a:ext>
                  </a:extLst>
                </p14:cNvPr>
                <p14:cNvContentPartPr/>
                <p14:nvPr/>
              </p14:nvContentPartPr>
              <p14:xfrm>
                <a:off x="10704744" y="2858616"/>
                <a:ext cx="266760" cy="35784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56C329C2-8E0B-2D37-A7D5-544E25B555E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700424" y="2854296"/>
                  <a:ext cx="27540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08D1869-E951-35F3-55CD-EC72FF848141}"/>
                    </a:ext>
                  </a:extLst>
                </p14:cNvPr>
                <p14:cNvContentPartPr/>
                <p14:nvPr/>
              </p14:nvContentPartPr>
              <p14:xfrm>
                <a:off x="11031984" y="2923056"/>
                <a:ext cx="59040" cy="20160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08D1869-E951-35F3-55CD-EC72FF84814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027664" y="2918736"/>
                  <a:ext cx="676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7A8962EF-F50E-DF4A-BF7D-964D680282E7}"/>
                    </a:ext>
                  </a:extLst>
                </p14:cNvPr>
                <p14:cNvContentPartPr/>
                <p14:nvPr/>
              </p14:nvContentPartPr>
              <p14:xfrm>
                <a:off x="11027304" y="3007656"/>
                <a:ext cx="95400" cy="61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7A8962EF-F50E-DF4A-BF7D-964D680282E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022984" y="3003336"/>
                  <a:ext cx="10404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90AF2485-DEA1-153E-9E39-A5D92A1B4137}"/>
                    </a:ext>
                  </a:extLst>
                </p14:cNvPr>
                <p14:cNvContentPartPr/>
                <p14:nvPr/>
              </p14:nvContentPartPr>
              <p14:xfrm>
                <a:off x="11111904" y="2790576"/>
                <a:ext cx="126360" cy="37908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90AF2485-DEA1-153E-9E39-A5D92A1B413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107584" y="2786256"/>
                  <a:ext cx="13500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4A7C2604-505F-0C2D-2C46-DCAE8FD8CD67}"/>
                    </a:ext>
                  </a:extLst>
                </p14:cNvPr>
                <p14:cNvContentPartPr/>
                <p14:nvPr/>
              </p14:nvContentPartPr>
              <p14:xfrm>
                <a:off x="11344104" y="2798136"/>
                <a:ext cx="203040" cy="45936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4A7C2604-505F-0C2D-2C46-DCAE8FD8CD6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339784" y="2793816"/>
                  <a:ext cx="211680" cy="46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CBE49204-58BF-20C2-680D-BAD87E1B50B3}"/>
              </a:ext>
            </a:extLst>
          </p:cNvPr>
          <p:cNvGrpSpPr/>
          <p:nvPr/>
        </p:nvGrpSpPr>
        <p:grpSpPr>
          <a:xfrm>
            <a:off x="1732464" y="2987496"/>
            <a:ext cx="7788240" cy="2615760"/>
            <a:chOff x="1732464" y="2987496"/>
            <a:chExt cx="7788240" cy="261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294A259-4F22-E704-3A66-4DD30AC58C7E}"/>
                    </a:ext>
                  </a:extLst>
                </p14:cNvPr>
                <p14:cNvContentPartPr/>
                <p14:nvPr/>
              </p14:nvContentPartPr>
              <p14:xfrm>
                <a:off x="1732464" y="4021056"/>
                <a:ext cx="32040" cy="21492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294A259-4F22-E704-3A66-4DD30AC58C7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728144" y="4016736"/>
                  <a:ext cx="4068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C884352-9C98-12C2-BC2A-DF04C0333FA1}"/>
                    </a:ext>
                  </a:extLst>
                </p14:cNvPr>
                <p14:cNvContentPartPr/>
                <p14:nvPr/>
              </p14:nvContentPartPr>
              <p14:xfrm>
                <a:off x="1741104" y="3945456"/>
                <a:ext cx="75960" cy="1152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C884352-9C98-12C2-BC2A-DF04C0333FA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736784" y="3941136"/>
                  <a:ext cx="846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C048685-79B2-B510-80B8-F3CECB3C9A15}"/>
                    </a:ext>
                  </a:extLst>
                </p14:cNvPr>
                <p14:cNvContentPartPr/>
                <p14:nvPr/>
              </p14:nvContentPartPr>
              <p14:xfrm>
                <a:off x="1888344" y="3912696"/>
                <a:ext cx="48960" cy="11448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C048685-79B2-B510-80B8-F3CECB3C9A15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884024" y="3908376"/>
                  <a:ext cx="576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74D3AC3B-BF5E-6C7C-A6BA-E6D71C5698AE}"/>
                    </a:ext>
                  </a:extLst>
                </p14:cNvPr>
                <p14:cNvContentPartPr/>
                <p14:nvPr/>
              </p14:nvContentPartPr>
              <p14:xfrm>
                <a:off x="1993464" y="3955176"/>
                <a:ext cx="7560" cy="4104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74D3AC3B-BF5E-6C7C-A6BA-E6D71C5698A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989144" y="3950856"/>
                  <a:ext cx="162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FD95C91-A5E9-8036-3DE1-3015618C42F8}"/>
                    </a:ext>
                  </a:extLst>
                </p14:cNvPr>
                <p14:cNvContentPartPr/>
                <p14:nvPr/>
              </p14:nvContentPartPr>
              <p14:xfrm>
                <a:off x="2044584" y="3809016"/>
                <a:ext cx="5400" cy="8640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FD95C91-A5E9-8036-3DE1-3015618C42F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040264" y="3804696"/>
                  <a:ext cx="140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E76A103-9817-2A91-26FA-5F5996DAC9E9}"/>
                    </a:ext>
                  </a:extLst>
                </p14:cNvPr>
                <p14:cNvContentPartPr/>
                <p14:nvPr/>
              </p14:nvContentPartPr>
              <p14:xfrm>
                <a:off x="2093184" y="3886416"/>
                <a:ext cx="81000" cy="1065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E76A103-9817-2A91-26FA-5F5996DAC9E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088864" y="3882096"/>
                  <a:ext cx="896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A42292A-B2EB-72E1-311E-7C68CB45E3B3}"/>
                    </a:ext>
                  </a:extLst>
                </p14:cNvPr>
                <p14:cNvContentPartPr/>
                <p14:nvPr/>
              </p14:nvContentPartPr>
              <p14:xfrm>
                <a:off x="2244024" y="3898296"/>
                <a:ext cx="76680" cy="576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A42292A-B2EB-72E1-311E-7C68CB45E3B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239704" y="3893976"/>
                  <a:ext cx="853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A1FEB02-4EAC-2074-2B80-D3151B841B3F}"/>
                    </a:ext>
                  </a:extLst>
                </p14:cNvPr>
                <p14:cNvContentPartPr/>
                <p14:nvPr/>
              </p14:nvContentPartPr>
              <p14:xfrm>
                <a:off x="2442024" y="3734856"/>
                <a:ext cx="56520" cy="1713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A1FEB02-4EAC-2074-2B80-D3151B841B3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437704" y="3730536"/>
                  <a:ext cx="651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6EF85E7-6CB2-41A6-68A2-6B2CD1CC3F12}"/>
                    </a:ext>
                  </a:extLst>
                </p14:cNvPr>
                <p14:cNvContentPartPr/>
                <p14:nvPr/>
              </p14:nvContentPartPr>
              <p14:xfrm>
                <a:off x="2412864" y="3811536"/>
                <a:ext cx="117360" cy="684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6EF85E7-6CB2-41A6-68A2-6B2CD1CC3F1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408544" y="3807216"/>
                  <a:ext cx="12600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17221EA-ECD1-6FAF-E5DC-5303136F57C9}"/>
                    </a:ext>
                  </a:extLst>
                </p14:cNvPr>
                <p14:cNvContentPartPr/>
                <p14:nvPr/>
              </p14:nvContentPartPr>
              <p14:xfrm>
                <a:off x="2561544" y="3825936"/>
                <a:ext cx="107640" cy="723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17221EA-ECD1-6FAF-E5DC-5303136F57C9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557224" y="3821616"/>
                  <a:ext cx="1162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AC38ECF-BDF8-29E6-3AE5-52AF894FA3B7}"/>
                    </a:ext>
                  </a:extLst>
                </p14:cNvPr>
                <p14:cNvContentPartPr/>
                <p14:nvPr/>
              </p14:nvContentPartPr>
              <p14:xfrm>
                <a:off x="7323264" y="3332736"/>
                <a:ext cx="176040" cy="831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AC38ECF-BDF8-29E6-3AE5-52AF894FA3B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318944" y="3328416"/>
                  <a:ext cx="1846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09DF3D8-E339-C9B2-8ACE-79ACA6248D91}"/>
                    </a:ext>
                  </a:extLst>
                </p14:cNvPr>
                <p14:cNvContentPartPr/>
                <p14:nvPr/>
              </p14:nvContentPartPr>
              <p14:xfrm>
                <a:off x="7523424" y="3418776"/>
                <a:ext cx="92880" cy="9612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09DF3D8-E339-C9B2-8ACE-79ACA6248D9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519104" y="3414456"/>
                  <a:ext cx="1015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428D1FC-6734-4537-E951-42E20EAA818E}"/>
                    </a:ext>
                  </a:extLst>
                </p14:cNvPr>
                <p14:cNvContentPartPr/>
                <p14:nvPr/>
              </p14:nvContentPartPr>
              <p14:xfrm>
                <a:off x="7915824" y="3303576"/>
                <a:ext cx="12600" cy="752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428D1FC-6734-4537-E951-42E20EAA818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911504" y="3299256"/>
                  <a:ext cx="212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85A4D20-4E7F-4C19-2E09-46886AD3256D}"/>
                    </a:ext>
                  </a:extLst>
                </p14:cNvPr>
                <p14:cNvContentPartPr/>
                <p14:nvPr/>
              </p14:nvContentPartPr>
              <p14:xfrm>
                <a:off x="8008704" y="3121416"/>
                <a:ext cx="2880" cy="1141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85A4D20-4E7F-4C19-2E09-46886AD3256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004384" y="3117096"/>
                  <a:ext cx="115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BE78F47D-F3E5-BF49-37BB-7E300985497A}"/>
                    </a:ext>
                  </a:extLst>
                </p14:cNvPr>
                <p14:cNvContentPartPr/>
                <p14:nvPr/>
              </p14:nvContentPartPr>
              <p14:xfrm>
                <a:off x="8056224" y="3290256"/>
                <a:ext cx="145440" cy="514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BE78F47D-F3E5-BF49-37BB-7E300985497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051904" y="3285936"/>
                  <a:ext cx="1540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E6C9AC7C-7450-56DD-6DA2-B10C0DB1A6F5}"/>
                    </a:ext>
                  </a:extLst>
                </p14:cNvPr>
                <p14:cNvContentPartPr/>
                <p14:nvPr/>
              </p14:nvContentPartPr>
              <p14:xfrm>
                <a:off x="8315784" y="3131856"/>
                <a:ext cx="61200" cy="1814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E6C9AC7C-7450-56DD-6DA2-B10C0DB1A6F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311464" y="3127536"/>
                  <a:ext cx="698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D03915E-8933-ED70-D4A7-1AA63B177BF3}"/>
                    </a:ext>
                  </a:extLst>
                </p14:cNvPr>
                <p14:cNvContentPartPr/>
                <p14:nvPr/>
              </p14:nvContentPartPr>
              <p14:xfrm>
                <a:off x="8293824" y="3238416"/>
                <a:ext cx="127080" cy="288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D03915E-8933-ED70-D4A7-1AA63B177BF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289504" y="3234096"/>
                  <a:ext cx="135720" cy="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61ECA887-08C8-A69A-E218-7566A49E9B13}"/>
                    </a:ext>
                  </a:extLst>
                </p14:cNvPr>
                <p14:cNvContentPartPr/>
                <p14:nvPr/>
              </p14:nvContentPartPr>
              <p14:xfrm>
                <a:off x="8644824" y="3115656"/>
                <a:ext cx="48960" cy="1800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61ECA887-08C8-A69A-E218-7566A49E9B1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640504" y="3111336"/>
                  <a:ext cx="576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181B9F8-7E5C-6129-52D4-A7F914C8F19E}"/>
                    </a:ext>
                  </a:extLst>
                </p14:cNvPr>
                <p14:cNvContentPartPr/>
                <p14:nvPr/>
              </p14:nvContentPartPr>
              <p14:xfrm>
                <a:off x="8762184" y="3219696"/>
                <a:ext cx="171000" cy="5688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181B9F8-7E5C-6129-52D4-A7F914C8F19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757864" y="3215376"/>
                  <a:ext cx="1796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2212F06E-9809-F564-9E76-A2A53C966CA0}"/>
                    </a:ext>
                  </a:extLst>
                </p14:cNvPr>
                <p14:cNvContentPartPr/>
                <p14:nvPr/>
              </p14:nvContentPartPr>
              <p14:xfrm>
                <a:off x="8996184" y="2987496"/>
                <a:ext cx="158760" cy="3013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2212F06E-9809-F564-9E76-A2A53C966CA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991864" y="2983176"/>
                  <a:ext cx="16740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92DF529-69BC-9517-5380-8FAAA240062A}"/>
                    </a:ext>
                  </a:extLst>
                </p14:cNvPr>
                <p14:cNvContentPartPr/>
                <p14:nvPr/>
              </p14:nvContentPartPr>
              <p14:xfrm>
                <a:off x="8983944" y="3149856"/>
                <a:ext cx="122400" cy="237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92DF529-69BC-9517-5380-8FAAA240062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979624" y="3145536"/>
                  <a:ext cx="1310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3F3B46C-FE99-9EBD-CD8E-423C4A388561}"/>
                    </a:ext>
                  </a:extLst>
                </p14:cNvPr>
                <p14:cNvContentPartPr/>
                <p14:nvPr/>
              </p14:nvContentPartPr>
              <p14:xfrm>
                <a:off x="9160704" y="3044016"/>
                <a:ext cx="72360" cy="20124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3F3B46C-FE99-9EBD-CD8E-423C4A388561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156384" y="3039696"/>
                  <a:ext cx="8100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21023D1-B40D-7151-CB23-11693264BF64}"/>
                    </a:ext>
                  </a:extLst>
                </p14:cNvPr>
                <p14:cNvContentPartPr/>
                <p14:nvPr/>
              </p14:nvContentPartPr>
              <p14:xfrm>
                <a:off x="9103464" y="3137616"/>
                <a:ext cx="146520" cy="2304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21023D1-B40D-7151-CB23-11693264BF6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099144" y="3133296"/>
                  <a:ext cx="1551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1D4F3E89-E1C1-4D24-9135-61B59245A95D}"/>
                    </a:ext>
                  </a:extLst>
                </p14:cNvPr>
                <p14:cNvContentPartPr/>
                <p14:nvPr/>
              </p14:nvContentPartPr>
              <p14:xfrm>
                <a:off x="9254664" y="3260376"/>
                <a:ext cx="107640" cy="8568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1D4F3E89-E1C1-4D24-9135-61B59245A95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250344" y="3256056"/>
                  <a:ext cx="1162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BD89A03C-29FA-FB57-A8F3-CA61D27F62FE}"/>
                    </a:ext>
                  </a:extLst>
                </p14:cNvPr>
                <p14:cNvContentPartPr/>
                <p14:nvPr/>
              </p14:nvContentPartPr>
              <p14:xfrm>
                <a:off x="7266024" y="3751776"/>
                <a:ext cx="72720" cy="19980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BD89A03C-29FA-FB57-A8F3-CA61D27F62F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261704" y="3747456"/>
                  <a:ext cx="813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BCC69465-D5C8-B865-52D4-C45E29418598}"/>
                    </a:ext>
                  </a:extLst>
                </p14:cNvPr>
                <p14:cNvContentPartPr/>
                <p14:nvPr/>
              </p14:nvContentPartPr>
              <p14:xfrm>
                <a:off x="7359984" y="3864096"/>
                <a:ext cx="161280" cy="7776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BCC69465-D5C8-B865-52D4-C45E29418598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355664" y="3859776"/>
                  <a:ext cx="1699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9F9C96AD-4CF9-C4CE-8717-8D84DD472997}"/>
                    </a:ext>
                  </a:extLst>
                </p14:cNvPr>
                <p14:cNvContentPartPr/>
                <p14:nvPr/>
              </p14:nvContentPartPr>
              <p14:xfrm>
                <a:off x="7601544" y="3651336"/>
                <a:ext cx="124560" cy="27432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9F9C96AD-4CF9-C4CE-8717-8D84DD47299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597224" y="3647016"/>
                  <a:ext cx="1332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A1BF8610-84AB-B8F5-5106-77A743FC9665}"/>
                    </a:ext>
                  </a:extLst>
                </p14:cNvPr>
                <p14:cNvContentPartPr/>
                <p14:nvPr/>
              </p14:nvContentPartPr>
              <p14:xfrm>
                <a:off x="7564824" y="3796776"/>
                <a:ext cx="180720" cy="183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A1BF8610-84AB-B8F5-5106-77A743FC966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560504" y="3792456"/>
                  <a:ext cx="1893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11C9AD21-4986-C9B4-4055-4C8C9E206984}"/>
                    </a:ext>
                  </a:extLst>
                </p14:cNvPr>
                <p14:cNvContentPartPr/>
                <p14:nvPr/>
              </p14:nvContentPartPr>
              <p14:xfrm>
                <a:off x="7794144" y="3720456"/>
                <a:ext cx="66240" cy="2001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11C9AD21-4986-C9B4-4055-4C8C9E20698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789824" y="3716136"/>
                  <a:ext cx="748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50934662-8B6A-CE95-7225-C6A1DE5D7E21}"/>
                    </a:ext>
                  </a:extLst>
                </p14:cNvPr>
                <p14:cNvContentPartPr/>
                <p14:nvPr/>
              </p14:nvContentPartPr>
              <p14:xfrm>
                <a:off x="7776864" y="3825216"/>
                <a:ext cx="151560" cy="432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50934662-8B6A-CE95-7225-C6A1DE5D7E2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772544" y="3820896"/>
                  <a:ext cx="16020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A0FA22B3-444F-7E10-5711-91B3FB3076E4}"/>
                    </a:ext>
                  </a:extLst>
                </p14:cNvPr>
                <p14:cNvContentPartPr/>
                <p14:nvPr/>
              </p14:nvContentPartPr>
              <p14:xfrm>
                <a:off x="7971984" y="3925296"/>
                <a:ext cx="29520" cy="4032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A0FA22B3-444F-7E10-5711-91B3FB3076E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967664" y="3920976"/>
                  <a:ext cx="381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D7F586B1-EFA8-2105-AA56-DD0B54D2E6AB}"/>
                    </a:ext>
                  </a:extLst>
                </p14:cNvPr>
                <p14:cNvContentPartPr/>
                <p14:nvPr/>
              </p14:nvContentPartPr>
              <p14:xfrm>
                <a:off x="8437464" y="3731976"/>
                <a:ext cx="90720" cy="13824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D7F586B1-EFA8-2105-AA56-DD0B54D2E6A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433144" y="3727656"/>
                  <a:ext cx="993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05FFF584-BE1E-8EFE-837D-E267657EBD80}"/>
                    </a:ext>
                  </a:extLst>
                </p14:cNvPr>
                <p14:cNvContentPartPr/>
                <p14:nvPr/>
              </p14:nvContentPartPr>
              <p14:xfrm>
                <a:off x="8630424" y="3812976"/>
                <a:ext cx="7560" cy="4428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05FFF584-BE1E-8EFE-837D-E267657EBD8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626104" y="3808656"/>
                  <a:ext cx="162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EE3C798D-245E-A78B-2BC7-02BAEEBC6C9A}"/>
                    </a:ext>
                  </a:extLst>
                </p14:cNvPr>
                <p14:cNvContentPartPr/>
                <p14:nvPr/>
              </p14:nvContentPartPr>
              <p14:xfrm>
                <a:off x="8696304" y="3661056"/>
                <a:ext cx="24840" cy="6048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EE3C798D-245E-A78B-2BC7-02BAEEBC6C9A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691984" y="3656736"/>
                  <a:ext cx="334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3975BEBD-06FD-7BC6-500C-6A3883284C9A}"/>
                    </a:ext>
                  </a:extLst>
                </p14:cNvPr>
                <p14:cNvContentPartPr/>
                <p14:nvPr/>
              </p14:nvContentPartPr>
              <p14:xfrm>
                <a:off x="8688384" y="3493296"/>
                <a:ext cx="354240" cy="41940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3975BEBD-06FD-7BC6-500C-6A3883284C9A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684064" y="3488976"/>
                  <a:ext cx="36288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460C271C-49A5-419B-C3FA-FE4FC6213478}"/>
                    </a:ext>
                  </a:extLst>
                </p14:cNvPr>
                <p14:cNvContentPartPr/>
                <p14:nvPr/>
              </p14:nvContentPartPr>
              <p14:xfrm>
                <a:off x="9114984" y="3612456"/>
                <a:ext cx="54720" cy="18144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460C271C-49A5-419B-C3FA-FE4FC6213478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9110664" y="3608136"/>
                  <a:ext cx="6336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4425860B-39F1-45FB-F7B6-CF31F3D252F5}"/>
                    </a:ext>
                  </a:extLst>
                </p14:cNvPr>
                <p14:cNvContentPartPr/>
                <p14:nvPr/>
              </p14:nvContentPartPr>
              <p14:xfrm>
                <a:off x="9086184" y="3668256"/>
                <a:ext cx="119880" cy="68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4425860B-39F1-45FB-F7B6-CF31F3D252F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081864" y="3663936"/>
                  <a:ext cx="12852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A96F64DE-1A74-E5A0-3D3A-74E574E60629}"/>
                    </a:ext>
                  </a:extLst>
                </p14:cNvPr>
                <p14:cNvContentPartPr/>
                <p14:nvPr/>
              </p14:nvContentPartPr>
              <p14:xfrm>
                <a:off x="9254664" y="3493656"/>
                <a:ext cx="119880" cy="36288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A96F64DE-1A74-E5A0-3D3A-74E574E6062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250344" y="3489336"/>
                  <a:ext cx="12852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9B8D6E18-4507-7E46-9FFA-DA1C2DA01EE9}"/>
                    </a:ext>
                  </a:extLst>
                </p14:cNvPr>
                <p14:cNvContentPartPr/>
                <p14:nvPr/>
              </p14:nvContentPartPr>
              <p14:xfrm>
                <a:off x="9466704" y="3644136"/>
                <a:ext cx="17280" cy="2556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9B8D6E18-4507-7E46-9FFA-DA1C2DA01EE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462384" y="3639816"/>
                  <a:ext cx="25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FBFAF833-DE38-FD14-7563-D87615EFB7ED}"/>
                    </a:ext>
                  </a:extLst>
                </p14:cNvPr>
                <p14:cNvContentPartPr/>
                <p14:nvPr/>
              </p14:nvContentPartPr>
              <p14:xfrm>
                <a:off x="9451944" y="3744936"/>
                <a:ext cx="68760" cy="10512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FBFAF833-DE38-FD14-7563-D87615EFB7ED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447624" y="3740616"/>
                  <a:ext cx="774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51E7FE2-DD4B-02F8-6FEA-C81B400D269E}"/>
                    </a:ext>
                  </a:extLst>
                </p14:cNvPr>
                <p14:cNvContentPartPr/>
                <p14:nvPr/>
              </p14:nvContentPartPr>
              <p14:xfrm>
                <a:off x="3039264" y="3725496"/>
                <a:ext cx="161280" cy="13176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51E7FE2-DD4B-02F8-6FEA-C81B400D269E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034944" y="3721176"/>
                  <a:ext cx="1699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9E4C2A2-0B59-0FDF-01C6-2EFE314E4A99}"/>
                    </a:ext>
                  </a:extLst>
                </p14:cNvPr>
                <p14:cNvContentPartPr/>
                <p14:nvPr/>
              </p14:nvContentPartPr>
              <p14:xfrm>
                <a:off x="3268584" y="3709296"/>
                <a:ext cx="50400" cy="8640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9E4C2A2-0B59-0FDF-01C6-2EFE314E4A99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264264" y="3704976"/>
                  <a:ext cx="590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3709C05-A7EB-9A2D-6BE9-FE44E5155DC0}"/>
                    </a:ext>
                  </a:extLst>
                </p14:cNvPr>
                <p14:cNvContentPartPr/>
                <p14:nvPr/>
              </p14:nvContentPartPr>
              <p14:xfrm>
                <a:off x="3448944" y="3707496"/>
                <a:ext cx="10080" cy="590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3709C05-A7EB-9A2D-6BE9-FE44E5155DC0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444624" y="3703176"/>
                  <a:ext cx="187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15DB920-2D0B-7015-8BC6-E29337D81238}"/>
                    </a:ext>
                  </a:extLst>
                </p14:cNvPr>
                <p14:cNvContentPartPr/>
                <p14:nvPr/>
              </p14:nvContentPartPr>
              <p14:xfrm>
                <a:off x="3500064" y="3577176"/>
                <a:ext cx="7560" cy="597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15DB920-2D0B-7015-8BC6-E29337D8123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495744" y="3572856"/>
                  <a:ext cx="162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0F51361-D9AB-B048-937F-D5DD9771C68D}"/>
                    </a:ext>
                  </a:extLst>
                </p14:cNvPr>
                <p14:cNvContentPartPr/>
                <p14:nvPr/>
              </p14:nvContentPartPr>
              <p14:xfrm>
                <a:off x="3580704" y="3464496"/>
                <a:ext cx="239400" cy="28440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0F51361-D9AB-B048-937F-D5DD9771C68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576384" y="3460176"/>
                  <a:ext cx="24804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E010FB7-C8B1-19E1-4DD2-1A27EA1EEFF6}"/>
                    </a:ext>
                  </a:extLst>
                </p14:cNvPr>
                <p14:cNvContentPartPr/>
                <p14:nvPr/>
              </p14:nvContentPartPr>
              <p14:xfrm>
                <a:off x="4095144" y="3590856"/>
                <a:ext cx="231840" cy="3337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E010FB7-C8B1-19E1-4DD2-1A27EA1EEFF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090824" y="3586536"/>
                  <a:ext cx="24048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47F9001-A843-C733-95E8-DD5F4A78888F}"/>
                    </a:ext>
                  </a:extLst>
                </p14:cNvPr>
                <p14:cNvContentPartPr/>
                <p14:nvPr/>
              </p14:nvContentPartPr>
              <p14:xfrm>
                <a:off x="4414104" y="3581496"/>
                <a:ext cx="195840" cy="925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47F9001-A843-C733-95E8-DD5F4A78888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409784" y="3577176"/>
                  <a:ext cx="2044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13D27CE-8928-2D82-A593-C1E33EC7BCE0}"/>
                    </a:ext>
                  </a:extLst>
                </p14:cNvPr>
                <p14:cNvContentPartPr/>
                <p14:nvPr/>
              </p14:nvContentPartPr>
              <p14:xfrm>
                <a:off x="4682664" y="3586176"/>
                <a:ext cx="15120" cy="288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13D27CE-8928-2D82-A593-C1E33EC7BCE0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678344" y="3581856"/>
                  <a:ext cx="23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672C0D5-A4A1-B7C4-10FE-7F8DE36E0878}"/>
                    </a:ext>
                  </a:extLst>
                </p14:cNvPr>
                <p14:cNvContentPartPr/>
                <p14:nvPr/>
              </p14:nvContentPartPr>
              <p14:xfrm>
                <a:off x="4709664" y="3478176"/>
                <a:ext cx="37080" cy="565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672C0D5-A4A1-B7C4-10FE-7F8DE36E087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705344" y="3473856"/>
                  <a:ext cx="457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2E84377-A926-4E55-3E98-DAF9C7586F7F}"/>
                    </a:ext>
                  </a:extLst>
                </p14:cNvPr>
                <p14:cNvContentPartPr/>
                <p14:nvPr/>
              </p14:nvContentPartPr>
              <p14:xfrm>
                <a:off x="4758264" y="3576456"/>
                <a:ext cx="139320" cy="939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2E84377-A926-4E55-3E98-DAF9C7586F7F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753944" y="3572136"/>
                  <a:ext cx="147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F580F0E-5AB1-9C6A-C60A-1B597AB4ECDA}"/>
                    </a:ext>
                  </a:extLst>
                </p14:cNvPr>
                <p14:cNvContentPartPr/>
                <p14:nvPr/>
              </p14:nvContentPartPr>
              <p14:xfrm>
                <a:off x="4946184" y="3312216"/>
                <a:ext cx="180720" cy="3135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F580F0E-5AB1-9C6A-C60A-1B597AB4ECD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941864" y="3307896"/>
                  <a:ext cx="18936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F382914-A650-023F-A1A8-B7DDC8EFBA09}"/>
                    </a:ext>
                  </a:extLst>
                </p14:cNvPr>
                <p14:cNvContentPartPr/>
                <p14:nvPr/>
              </p14:nvContentPartPr>
              <p14:xfrm>
                <a:off x="5103864" y="3370896"/>
                <a:ext cx="162000" cy="26496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F382914-A650-023F-A1A8-B7DDC8EFBA09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099544" y="3366576"/>
                  <a:ext cx="1706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0C45DB9-4F10-5070-64CA-695B5080523F}"/>
                    </a:ext>
                  </a:extLst>
                </p14:cNvPr>
                <p14:cNvContentPartPr/>
                <p14:nvPr/>
              </p14:nvContentPartPr>
              <p14:xfrm>
                <a:off x="5277384" y="3474936"/>
                <a:ext cx="195840" cy="1054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0C45DB9-4F10-5070-64CA-695B5080523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273064" y="3470616"/>
                  <a:ext cx="2044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FD3D41A-69CA-BB11-BFDB-6C48834A8073}"/>
                    </a:ext>
                  </a:extLst>
                </p14:cNvPr>
                <p14:cNvContentPartPr/>
                <p14:nvPr/>
              </p14:nvContentPartPr>
              <p14:xfrm>
                <a:off x="5572584" y="3306816"/>
                <a:ext cx="48960" cy="2577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FD3D41A-69CA-BB11-BFDB-6C48834A8073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568264" y="3302496"/>
                  <a:ext cx="5760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70A3A69-D66A-1C62-7322-4B4D86FE2C6E}"/>
                    </a:ext>
                  </a:extLst>
                </p14:cNvPr>
                <p14:cNvContentPartPr/>
                <p14:nvPr/>
              </p14:nvContentPartPr>
              <p14:xfrm>
                <a:off x="5502024" y="3405816"/>
                <a:ext cx="183240" cy="378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70A3A69-D66A-1C62-7322-4B4D86FE2C6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497704" y="3401496"/>
                  <a:ext cx="1918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6C420C1-F64A-5538-89F6-C012D9BF6A6C}"/>
                    </a:ext>
                  </a:extLst>
                </p14:cNvPr>
                <p14:cNvContentPartPr/>
                <p14:nvPr/>
              </p14:nvContentPartPr>
              <p14:xfrm>
                <a:off x="5741784" y="3196296"/>
                <a:ext cx="204120" cy="4795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6C420C1-F64A-5538-89F6-C012D9BF6A6C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737464" y="3191976"/>
                  <a:ext cx="21276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2972626-5648-866A-40EA-E2D80ACF47D3}"/>
                    </a:ext>
                  </a:extLst>
                </p14:cNvPr>
                <p14:cNvContentPartPr/>
                <p14:nvPr/>
              </p14:nvContentPartPr>
              <p14:xfrm>
                <a:off x="6050664" y="3469896"/>
                <a:ext cx="12600" cy="687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2972626-5648-866A-40EA-E2D80ACF47D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046344" y="3465576"/>
                  <a:ext cx="212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EE404B44-344E-D9B6-7655-66E34BF5BA9A}"/>
                    </a:ext>
                  </a:extLst>
                </p14:cNvPr>
                <p14:cNvContentPartPr/>
                <p14:nvPr/>
              </p14:nvContentPartPr>
              <p14:xfrm>
                <a:off x="6145704" y="3312216"/>
                <a:ext cx="7560" cy="784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EE404B44-344E-D9B6-7655-66E34BF5BA9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141384" y="3307896"/>
                  <a:ext cx="162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A21C9C9-850A-F07E-4D37-CD9A36B54DCB}"/>
                    </a:ext>
                  </a:extLst>
                </p14:cNvPr>
                <p14:cNvContentPartPr/>
                <p14:nvPr/>
              </p14:nvContentPartPr>
              <p14:xfrm>
                <a:off x="6199344" y="3446496"/>
                <a:ext cx="151560" cy="4968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A21C9C9-850A-F07E-4D37-CD9A36B54DCB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195024" y="3442176"/>
                  <a:ext cx="1602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42A748C-277D-4F4E-80D6-233FBF15D309}"/>
                    </a:ext>
                  </a:extLst>
                </p14:cNvPr>
                <p14:cNvContentPartPr/>
                <p14:nvPr/>
              </p14:nvContentPartPr>
              <p14:xfrm>
                <a:off x="6465024" y="3305016"/>
                <a:ext cx="44280" cy="15624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42A748C-277D-4F4E-80D6-233FBF15D30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6460704" y="3300696"/>
                  <a:ext cx="529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E8F6F4AF-B3C1-D837-73CE-FED72467CABF}"/>
                    </a:ext>
                  </a:extLst>
                </p14:cNvPr>
                <p14:cNvContentPartPr/>
                <p14:nvPr/>
              </p14:nvContentPartPr>
              <p14:xfrm>
                <a:off x="6428664" y="3373416"/>
                <a:ext cx="146520" cy="68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E8F6F4AF-B3C1-D837-73CE-FED72467CAB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424344" y="3369096"/>
                  <a:ext cx="15516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5C23FA0-1156-17B5-1C72-6FDFB59B1376}"/>
                    </a:ext>
                  </a:extLst>
                </p14:cNvPr>
                <p14:cNvContentPartPr/>
                <p14:nvPr/>
              </p14:nvContentPartPr>
              <p14:xfrm>
                <a:off x="6625944" y="3260376"/>
                <a:ext cx="188280" cy="2239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5C23FA0-1156-17B5-1C72-6FDFB59B1376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621624" y="3256056"/>
                  <a:ext cx="19692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FF68327-957F-917D-3A1E-C4583F6F83B7}"/>
                    </a:ext>
                  </a:extLst>
                </p14:cNvPr>
                <p14:cNvContentPartPr/>
                <p14:nvPr/>
              </p14:nvContentPartPr>
              <p14:xfrm>
                <a:off x="6909264" y="3284496"/>
                <a:ext cx="162000" cy="18828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FF68327-957F-917D-3A1E-C4583F6F83B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904944" y="3280176"/>
                  <a:ext cx="1706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E7D0F41A-98A7-AC61-A289-AB425DD0A031}"/>
                    </a:ext>
                  </a:extLst>
                </p14:cNvPr>
                <p14:cNvContentPartPr/>
                <p14:nvPr/>
              </p14:nvContentPartPr>
              <p14:xfrm>
                <a:off x="2685744" y="4286016"/>
                <a:ext cx="24840" cy="763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E7D0F41A-98A7-AC61-A289-AB425DD0A031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681424" y="4281696"/>
                  <a:ext cx="334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6EA1C7DB-587C-1CE8-8A00-90E4F08CDD57}"/>
                    </a:ext>
                  </a:extLst>
                </p14:cNvPr>
                <p14:cNvContentPartPr/>
                <p14:nvPr/>
              </p14:nvContentPartPr>
              <p14:xfrm>
                <a:off x="2741904" y="4091976"/>
                <a:ext cx="27360" cy="630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6EA1C7DB-587C-1CE8-8A00-90E4F08CDD57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737584" y="4087656"/>
                  <a:ext cx="360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42183DCA-218A-182A-4B6B-418AC399D9EF}"/>
                    </a:ext>
                  </a:extLst>
                </p14:cNvPr>
                <p14:cNvContentPartPr/>
                <p14:nvPr/>
              </p14:nvContentPartPr>
              <p14:xfrm>
                <a:off x="2785824" y="4267296"/>
                <a:ext cx="105120" cy="608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42183DCA-218A-182A-4B6B-418AC399D9E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781504" y="4262976"/>
                  <a:ext cx="1137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E9876694-4948-3850-0A56-5A9623C8E897}"/>
                    </a:ext>
                  </a:extLst>
                </p14:cNvPr>
                <p14:cNvContentPartPr/>
                <p14:nvPr/>
              </p14:nvContentPartPr>
              <p14:xfrm>
                <a:off x="3015144" y="4126896"/>
                <a:ext cx="46800" cy="19224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E9876694-4948-3850-0A56-5A9623C8E897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010824" y="4122576"/>
                  <a:ext cx="5544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3BC554C5-0F21-579C-7BD6-F3CFD1F12207}"/>
                    </a:ext>
                  </a:extLst>
                </p14:cNvPr>
                <p14:cNvContentPartPr/>
                <p14:nvPr/>
              </p14:nvContentPartPr>
              <p14:xfrm>
                <a:off x="2941704" y="4202496"/>
                <a:ext cx="146520" cy="1188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3BC554C5-0F21-579C-7BD6-F3CFD1F1220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937384" y="4198176"/>
                  <a:ext cx="1551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D0EE4520-FA35-76A7-49CE-6F9D5976C435}"/>
                    </a:ext>
                  </a:extLst>
                </p14:cNvPr>
                <p14:cNvContentPartPr/>
                <p14:nvPr/>
              </p14:nvContentPartPr>
              <p14:xfrm>
                <a:off x="3448944" y="4175496"/>
                <a:ext cx="39240" cy="9792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D0EE4520-FA35-76A7-49CE-6F9D5976C435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444624" y="4171176"/>
                  <a:ext cx="478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F2E1405B-0E46-3A59-11C4-C9703B6A51D6}"/>
                    </a:ext>
                  </a:extLst>
                </p14:cNvPr>
                <p14:cNvContentPartPr/>
                <p14:nvPr/>
              </p14:nvContentPartPr>
              <p14:xfrm>
                <a:off x="3531744" y="4057776"/>
                <a:ext cx="2880" cy="849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F2E1405B-0E46-3A59-11C4-C9703B6A51D6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527424" y="4053456"/>
                  <a:ext cx="115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9730DFB9-0709-0A8D-0675-A009ECCCDCE4}"/>
                    </a:ext>
                  </a:extLst>
                </p14:cNvPr>
                <p14:cNvContentPartPr/>
                <p14:nvPr/>
              </p14:nvContentPartPr>
              <p14:xfrm>
                <a:off x="3545064" y="4191696"/>
                <a:ext cx="121320" cy="655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9730DFB9-0709-0A8D-0675-A009ECCCDCE4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540744" y="4187376"/>
                  <a:ext cx="1299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73D6F66-7E48-0246-5014-0FB16D0D9F7E}"/>
                    </a:ext>
                  </a:extLst>
                </p14:cNvPr>
                <p14:cNvContentPartPr/>
                <p14:nvPr/>
              </p14:nvContentPartPr>
              <p14:xfrm>
                <a:off x="3704904" y="3996936"/>
                <a:ext cx="283320" cy="26568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73D6F66-7E48-0246-5014-0FB16D0D9F7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700584" y="3992616"/>
                  <a:ext cx="2919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5EEBD8E3-ACF3-0031-1ADD-81E167665533}"/>
                    </a:ext>
                  </a:extLst>
                </p14:cNvPr>
                <p14:cNvContentPartPr/>
                <p14:nvPr/>
              </p14:nvContentPartPr>
              <p14:xfrm>
                <a:off x="4065984" y="4129056"/>
                <a:ext cx="92880" cy="13356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5EEBD8E3-ACF3-0031-1ADD-81E16766553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061664" y="4124736"/>
                  <a:ext cx="1015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6D0AECEF-B3A4-099D-86CA-DA4C4692046B}"/>
                    </a:ext>
                  </a:extLst>
                </p14:cNvPr>
                <p14:cNvContentPartPr/>
                <p14:nvPr/>
              </p14:nvContentPartPr>
              <p14:xfrm>
                <a:off x="4078224" y="4170456"/>
                <a:ext cx="139320" cy="734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6D0AECEF-B3A4-099D-86CA-DA4C4692046B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073904" y="4166136"/>
                  <a:ext cx="1479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2625E029-A298-CC11-03CD-232E90579343}"/>
                    </a:ext>
                  </a:extLst>
                </p14:cNvPr>
                <p14:cNvContentPartPr/>
                <p14:nvPr/>
              </p14:nvContentPartPr>
              <p14:xfrm>
                <a:off x="4490064" y="4139856"/>
                <a:ext cx="129600" cy="36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2625E029-A298-CC11-03CD-232E90579343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485744" y="4135536"/>
                  <a:ext cx="13824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11614CD9-D417-8438-BF18-E385DD855BC6}"/>
                    </a:ext>
                  </a:extLst>
                </p14:cNvPr>
                <p14:cNvContentPartPr/>
                <p14:nvPr/>
              </p14:nvContentPartPr>
              <p14:xfrm>
                <a:off x="4482864" y="4207896"/>
                <a:ext cx="97920" cy="360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11614CD9-D417-8438-BF18-E385DD855BC6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478544" y="4203576"/>
                  <a:ext cx="10656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5C927AB6-F3CF-6A1B-1485-C801169A1085}"/>
                    </a:ext>
                  </a:extLst>
                </p14:cNvPr>
                <p14:cNvContentPartPr/>
                <p14:nvPr/>
              </p14:nvContentPartPr>
              <p14:xfrm>
                <a:off x="4758264" y="4111416"/>
                <a:ext cx="78480" cy="1792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5C927AB6-F3CF-6A1B-1485-C801169A1085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753944" y="4107096"/>
                  <a:ext cx="871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567460F2-55AB-26D8-1560-09231B99EA14}"/>
                    </a:ext>
                  </a:extLst>
                </p14:cNvPr>
                <p14:cNvContentPartPr/>
                <p14:nvPr/>
              </p14:nvContentPartPr>
              <p14:xfrm>
                <a:off x="4870584" y="4005936"/>
                <a:ext cx="54720" cy="11628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567460F2-55AB-26D8-1560-09231B99EA14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866264" y="4001616"/>
                  <a:ext cx="633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890C2DD4-7E87-724B-78F6-D0D8561FFF98}"/>
                    </a:ext>
                  </a:extLst>
                </p14:cNvPr>
                <p14:cNvContentPartPr/>
                <p14:nvPr/>
              </p14:nvContentPartPr>
              <p14:xfrm>
                <a:off x="5011704" y="4005576"/>
                <a:ext cx="156600" cy="702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890C2DD4-7E87-724B-78F6-D0D8561FFF98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007384" y="4001256"/>
                  <a:ext cx="16524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4595BAE4-3F66-16C2-0589-4259F85FBB7B}"/>
                    </a:ext>
                  </a:extLst>
                </p14:cNvPr>
                <p14:cNvContentPartPr/>
                <p14:nvPr/>
              </p14:nvContentPartPr>
              <p14:xfrm>
                <a:off x="5262984" y="4000896"/>
                <a:ext cx="37080" cy="7020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4595BAE4-3F66-16C2-0589-4259F85FBB7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5258664" y="3996576"/>
                  <a:ext cx="457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71B6D850-2E2D-7D34-7912-49B892AFAC3D}"/>
                    </a:ext>
                  </a:extLst>
                </p14:cNvPr>
                <p14:cNvContentPartPr/>
                <p14:nvPr/>
              </p14:nvContentPartPr>
              <p14:xfrm>
                <a:off x="5414184" y="3887136"/>
                <a:ext cx="146520" cy="17928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71B6D850-2E2D-7D34-7912-49B892AFAC3D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409864" y="3882816"/>
                  <a:ext cx="1551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8855A8C-A127-8F77-30BB-17161DCAA7E3}"/>
                    </a:ext>
                  </a:extLst>
                </p14:cNvPr>
                <p14:cNvContentPartPr/>
                <p14:nvPr/>
              </p14:nvContentPartPr>
              <p14:xfrm>
                <a:off x="5436144" y="3994416"/>
                <a:ext cx="169920" cy="669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8855A8C-A127-8F77-30BB-17161DCAA7E3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431824" y="3990096"/>
                  <a:ext cx="178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6C5C68A2-019C-68FF-CA13-A6B7877ED409}"/>
                    </a:ext>
                  </a:extLst>
                </p14:cNvPr>
                <p14:cNvContentPartPr/>
                <p14:nvPr/>
              </p14:nvContentPartPr>
              <p14:xfrm>
                <a:off x="5675184" y="3855456"/>
                <a:ext cx="24840" cy="4104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6C5C68A2-019C-68FF-CA13-A6B7877ED40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670864" y="3851136"/>
                  <a:ext cx="334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24CCA1F3-5116-16E3-065D-FDF612D09888}"/>
                    </a:ext>
                  </a:extLst>
                </p14:cNvPr>
                <p14:cNvContentPartPr/>
                <p14:nvPr/>
              </p14:nvContentPartPr>
              <p14:xfrm>
                <a:off x="5728824" y="3835656"/>
                <a:ext cx="129600" cy="21168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24CCA1F3-5116-16E3-065D-FDF612D0988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724504" y="3831336"/>
                  <a:ext cx="1382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826A116B-2450-F0B4-5F1A-A6BA523F729F}"/>
                    </a:ext>
                  </a:extLst>
                </p14:cNvPr>
                <p14:cNvContentPartPr/>
                <p14:nvPr/>
              </p14:nvContentPartPr>
              <p14:xfrm>
                <a:off x="5792184" y="3951576"/>
                <a:ext cx="164160" cy="8136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826A116B-2450-F0B4-5F1A-A6BA523F729F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5787864" y="3947256"/>
                  <a:ext cx="1728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2E757E9F-9456-DB95-00A1-588B9A1B93F4}"/>
                    </a:ext>
                  </a:extLst>
                </p14:cNvPr>
                <p14:cNvContentPartPr/>
                <p14:nvPr/>
              </p14:nvContentPartPr>
              <p14:xfrm>
                <a:off x="6002064" y="3805776"/>
                <a:ext cx="24840" cy="11736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2E757E9F-9456-DB95-00A1-588B9A1B93F4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997744" y="3801456"/>
                  <a:ext cx="334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34555745-B8DD-809B-47B4-D13FC8BF933F}"/>
                    </a:ext>
                  </a:extLst>
                </p14:cNvPr>
                <p14:cNvContentPartPr/>
                <p14:nvPr/>
              </p14:nvContentPartPr>
              <p14:xfrm>
                <a:off x="6066504" y="3913776"/>
                <a:ext cx="235800" cy="10476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34555745-B8DD-809B-47B4-D13FC8BF933F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062184" y="3909456"/>
                  <a:ext cx="2444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600B19C9-DC11-FC62-F079-2529930BB064}"/>
                    </a:ext>
                  </a:extLst>
                </p14:cNvPr>
                <p14:cNvContentPartPr/>
                <p14:nvPr/>
              </p14:nvContentPartPr>
              <p14:xfrm>
                <a:off x="6455664" y="3726216"/>
                <a:ext cx="185400" cy="34452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600B19C9-DC11-FC62-F079-2529930BB064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451344" y="3721896"/>
                  <a:ext cx="19404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7C17BF6D-19A7-2E7A-F133-AF5A0C02BE36}"/>
                    </a:ext>
                  </a:extLst>
                </p14:cNvPr>
                <p14:cNvContentPartPr/>
                <p14:nvPr/>
              </p14:nvContentPartPr>
              <p14:xfrm>
                <a:off x="6691824" y="3898656"/>
                <a:ext cx="166320" cy="903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7C17BF6D-19A7-2E7A-F133-AF5A0C02BE36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687504" y="3894336"/>
                  <a:ext cx="1749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C46FC36-F3D6-1E56-5E4D-2319807A0300}"/>
                    </a:ext>
                  </a:extLst>
                </p14:cNvPr>
                <p14:cNvContentPartPr/>
                <p14:nvPr/>
              </p14:nvContentPartPr>
              <p14:xfrm>
                <a:off x="6884424" y="3986856"/>
                <a:ext cx="107640" cy="12312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C46FC36-F3D6-1E56-5E4D-2319807A0300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880104" y="3982536"/>
                  <a:ext cx="1162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602C96E7-5F75-FAEE-9C2A-38E52298E199}"/>
                    </a:ext>
                  </a:extLst>
                </p14:cNvPr>
                <p14:cNvContentPartPr/>
                <p14:nvPr/>
              </p14:nvContentPartPr>
              <p14:xfrm>
                <a:off x="2697984" y="4689936"/>
                <a:ext cx="163800" cy="36612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602C96E7-5F75-FAEE-9C2A-38E52298E199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693664" y="4685616"/>
                  <a:ext cx="1724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11AAE7B0-17E5-23D4-5CAB-6FBECEC930F1}"/>
                    </a:ext>
                  </a:extLst>
                </p14:cNvPr>
                <p14:cNvContentPartPr/>
                <p14:nvPr/>
              </p14:nvContentPartPr>
              <p14:xfrm>
                <a:off x="3003264" y="4658256"/>
                <a:ext cx="144000" cy="10728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11AAE7B0-17E5-23D4-5CAB-6FBECEC930F1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998944" y="4653936"/>
                  <a:ext cx="1526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76758825-7C59-FECE-973B-65C195E98265}"/>
                    </a:ext>
                  </a:extLst>
                </p14:cNvPr>
                <p14:cNvContentPartPr/>
                <p14:nvPr/>
              </p14:nvContentPartPr>
              <p14:xfrm>
                <a:off x="3227184" y="4709376"/>
                <a:ext cx="2880" cy="25560"/>
              </p14:xfrm>
            </p:contentPart>
          </mc:Choice>
          <mc:Fallback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76758825-7C59-FECE-973B-65C195E98265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3222864" y="4705056"/>
                  <a:ext cx="115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52E1434F-5D74-01AE-B650-E44421D6D977}"/>
                    </a:ext>
                  </a:extLst>
                </p14:cNvPr>
                <p14:cNvContentPartPr/>
                <p14:nvPr/>
              </p14:nvContentPartPr>
              <p14:xfrm>
                <a:off x="3300264" y="4572216"/>
                <a:ext cx="15120" cy="5400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52E1434F-5D74-01AE-B650-E44421D6D977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295944" y="4567896"/>
                  <a:ext cx="237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52273C97-9741-30EC-489F-3932D1E8E8BF}"/>
                    </a:ext>
                  </a:extLst>
                </p14:cNvPr>
                <p14:cNvContentPartPr/>
                <p14:nvPr/>
              </p14:nvContentPartPr>
              <p14:xfrm>
                <a:off x="3348864" y="4660056"/>
                <a:ext cx="63720" cy="5328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52273C97-9741-30EC-489F-3932D1E8E8B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344544" y="4655736"/>
                  <a:ext cx="723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7D2FCD15-7206-9D8C-8286-C44A90C8EA3C}"/>
                    </a:ext>
                  </a:extLst>
                </p14:cNvPr>
                <p14:cNvContentPartPr/>
                <p14:nvPr/>
              </p14:nvContentPartPr>
              <p14:xfrm>
                <a:off x="3466584" y="4498056"/>
                <a:ext cx="131760" cy="2217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7D2FCD15-7206-9D8C-8286-C44A90C8EA3C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3462264" y="4493736"/>
                  <a:ext cx="1404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05265534-D8AB-3C0C-CD55-56D7B6A355D3}"/>
                    </a:ext>
                  </a:extLst>
                </p14:cNvPr>
                <p14:cNvContentPartPr/>
                <p14:nvPr/>
              </p14:nvContentPartPr>
              <p14:xfrm>
                <a:off x="3705264" y="4506336"/>
                <a:ext cx="142560" cy="18576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05265534-D8AB-3C0C-CD55-56D7B6A355D3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700944" y="4502016"/>
                  <a:ext cx="1512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A131AA2C-7F1F-A535-9691-8552DC001530}"/>
                    </a:ext>
                  </a:extLst>
                </p14:cNvPr>
                <p14:cNvContentPartPr/>
                <p14:nvPr/>
              </p14:nvContentPartPr>
              <p14:xfrm>
                <a:off x="3910104" y="4559256"/>
                <a:ext cx="149040" cy="9576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A131AA2C-7F1F-A535-9691-8552DC001530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905784" y="4554936"/>
                  <a:ext cx="1576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27A69D1B-42CD-6018-A186-0C5DEECCC6CA}"/>
                    </a:ext>
                  </a:extLst>
                </p14:cNvPr>
                <p14:cNvContentPartPr/>
                <p14:nvPr/>
              </p14:nvContentPartPr>
              <p14:xfrm>
                <a:off x="4210704" y="4466376"/>
                <a:ext cx="79920" cy="21168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27A69D1B-42CD-6018-A186-0C5DEECCC6CA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206384" y="4462056"/>
                  <a:ext cx="885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866409F5-FF25-0488-5E08-4254F55382B5}"/>
                    </a:ext>
                  </a:extLst>
                </p14:cNvPr>
                <p14:cNvContentPartPr/>
                <p14:nvPr/>
              </p14:nvContentPartPr>
              <p14:xfrm>
                <a:off x="4187664" y="4569696"/>
                <a:ext cx="163800" cy="1512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866409F5-FF25-0488-5E08-4254F55382B5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4183344" y="4565376"/>
                  <a:ext cx="1724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14FEED7A-04BF-730A-AC03-6EEFF629B00F}"/>
                    </a:ext>
                  </a:extLst>
                </p14:cNvPr>
                <p14:cNvContentPartPr/>
                <p14:nvPr/>
              </p14:nvContentPartPr>
              <p14:xfrm>
                <a:off x="4445784" y="4376376"/>
                <a:ext cx="220320" cy="37332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14FEED7A-04BF-730A-AC03-6EEFF629B00F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441464" y="4372056"/>
                  <a:ext cx="22896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AAC53144-3D59-4D8F-7072-335590E705C8}"/>
                    </a:ext>
                  </a:extLst>
                </p14:cNvPr>
                <p14:cNvContentPartPr/>
                <p14:nvPr/>
              </p14:nvContentPartPr>
              <p14:xfrm>
                <a:off x="4731264" y="4514616"/>
                <a:ext cx="190800" cy="12348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AAC53144-3D59-4D8F-7072-335590E705C8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726944" y="4510296"/>
                  <a:ext cx="1994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8CC74929-E390-A0B3-C403-A1A7812A479C}"/>
                    </a:ext>
                  </a:extLst>
                </p14:cNvPr>
                <p14:cNvContentPartPr/>
                <p14:nvPr/>
              </p14:nvContentPartPr>
              <p14:xfrm>
                <a:off x="4970664" y="4596336"/>
                <a:ext cx="105120" cy="16524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8CC74929-E390-A0B3-C403-A1A7812A479C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966344" y="4592016"/>
                  <a:ext cx="1137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944AF7DA-4BC1-7179-87FF-FD6E77F285B5}"/>
                    </a:ext>
                  </a:extLst>
                </p14:cNvPr>
                <p14:cNvContentPartPr/>
                <p14:nvPr/>
              </p14:nvContentPartPr>
              <p14:xfrm>
                <a:off x="5363064" y="4379616"/>
                <a:ext cx="25920" cy="221400"/>
              </p14:xfrm>
            </p:contentPart>
          </mc:Choice>
          <mc:Fallback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944AF7DA-4BC1-7179-87FF-FD6E77F285B5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5358744" y="4375296"/>
                  <a:ext cx="345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5783C303-EF6B-5E53-BBFC-59974FE4F696}"/>
                    </a:ext>
                  </a:extLst>
                </p14:cNvPr>
                <p14:cNvContentPartPr/>
                <p14:nvPr/>
              </p14:nvContentPartPr>
              <p14:xfrm>
                <a:off x="5438664" y="4517136"/>
                <a:ext cx="90720" cy="74880"/>
              </p14:xfrm>
            </p:contentPart>
          </mc:Choice>
          <mc:Fallback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5783C303-EF6B-5E53-BBFC-59974FE4F696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434344" y="4512816"/>
                  <a:ext cx="993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849AF973-CF0F-F8A6-19DD-E94683F3AD3A}"/>
                    </a:ext>
                  </a:extLst>
                </p14:cNvPr>
                <p14:cNvContentPartPr/>
                <p14:nvPr/>
              </p14:nvContentPartPr>
              <p14:xfrm>
                <a:off x="5664384" y="4330656"/>
                <a:ext cx="123120" cy="25092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849AF973-CF0F-F8A6-19DD-E94683F3AD3A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660064" y="4326336"/>
                  <a:ext cx="1317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CD8339EA-5A5B-A509-449E-566C17C0B71F}"/>
                    </a:ext>
                  </a:extLst>
                </p14:cNvPr>
                <p14:cNvContentPartPr/>
                <p14:nvPr/>
              </p14:nvContentPartPr>
              <p14:xfrm>
                <a:off x="5628744" y="4494096"/>
                <a:ext cx="119880" cy="75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CD8339EA-5A5B-A509-449E-566C17C0B71F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624424" y="4489776"/>
                  <a:ext cx="12852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364C502B-AEEF-D9C8-F2F4-B2745F55F96C}"/>
                    </a:ext>
                  </a:extLst>
                </p14:cNvPr>
                <p14:cNvContentPartPr/>
                <p14:nvPr/>
              </p14:nvContentPartPr>
              <p14:xfrm>
                <a:off x="5858064" y="4346856"/>
                <a:ext cx="100440" cy="18900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364C502B-AEEF-D9C8-F2F4-B2745F55F96C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5853744" y="4342536"/>
                  <a:ext cx="1090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A871A7DD-D073-357B-18F2-00A9F888013B}"/>
                    </a:ext>
                  </a:extLst>
                </p14:cNvPr>
                <p14:cNvContentPartPr/>
                <p14:nvPr/>
              </p14:nvContentPartPr>
              <p14:xfrm>
                <a:off x="5828904" y="4446216"/>
                <a:ext cx="156240" cy="1656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A871A7DD-D073-357B-18F2-00A9F888013B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5824584" y="4441896"/>
                  <a:ext cx="1648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31ED5C76-D094-F505-3699-6370CB416931}"/>
                    </a:ext>
                  </a:extLst>
                </p14:cNvPr>
                <p14:cNvContentPartPr/>
                <p14:nvPr/>
              </p14:nvContentPartPr>
              <p14:xfrm>
                <a:off x="6004224" y="4524336"/>
                <a:ext cx="119880" cy="15084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31ED5C76-D094-F505-3699-6370CB416931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5999904" y="4520016"/>
                  <a:ext cx="1285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91A3D790-831D-D0CB-5A4A-8231C05F90B8}"/>
                    </a:ext>
                  </a:extLst>
                </p14:cNvPr>
                <p14:cNvContentPartPr/>
                <p14:nvPr/>
              </p14:nvContentPartPr>
              <p14:xfrm>
                <a:off x="6379704" y="4375296"/>
                <a:ext cx="6840" cy="104760"/>
              </p14:xfrm>
            </p:contentPart>
          </mc:Choice>
          <mc:Fallback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91A3D790-831D-D0CB-5A4A-8231C05F90B8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6375384" y="4370976"/>
                  <a:ext cx="154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4017D16E-C17E-44FA-2FFD-3E1A2132779C}"/>
                    </a:ext>
                  </a:extLst>
                </p14:cNvPr>
                <p14:cNvContentPartPr/>
                <p14:nvPr/>
              </p14:nvContentPartPr>
              <p14:xfrm>
                <a:off x="6428664" y="4245336"/>
                <a:ext cx="360" cy="6048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4017D16E-C17E-44FA-2FFD-3E1A2132779C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424344" y="4241016"/>
                  <a:ext cx="90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20CD2941-C55B-7AD2-AAE9-C71A30B05210}"/>
                    </a:ext>
                  </a:extLst>
                </p14:cNvPr>
                <p14:cNvContentPartPr/>
                <p14:nvPr/>
              </p14:nvContentPartPr>
              <p14:xfrm>
                <a:off x="6479784" y="4368096"/>
                <a:ext cx="100440" cy="3060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20CD2941-C55B-7AD2-AAE9-C71A30B05210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6475464" y="4363776"/>
                  <a:ext cx="1090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40FAE867-4F4F-6B1A-E4DB-CB03A8C364C6}"/>
                    </a:ext>
                  </a:extLst>
                </p14:cNvPr>
                <p14:cNvContentPartPr/>
                <p14:nvPr/>
              </p14:nvContentPartPr>
              <p14:xfrm>
                <a:off x="6623064" y="4176216"/>
                <a:ext cx="315720" cy="24408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40FAE867-4F4F-6B1A-E4DB-CB03A8C364C6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618744" y="4171896"/>
                  <a:ext cx="3243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60772316-E5F4-3169-ED46-59263B9A5AAE}"/>
                    </a:ext>
                  </a:extLst>
                </p14:cNvPr>
                <p14:cNvContentPartPr/>
                <p14:nvPr/>
              </p14:nvContentPartPr>
              <p14:xfrm>
                <a:off x="6965064" y="4274496"/>
                <a:ext cx="139320" cy="13536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60772316-E5F4-3169-ED46-59263B9A5AAE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960744" y="4270176"/>
                  <a:ext cx="1479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85694DCE-A441-5A51-C261-ADE07C84DC2C}"/>
                    </a:ext>
                  </a:extLst>
                </p14:cNvPr>
                <p14:cNvContentPartPr/>
                <p14:nvPr/>
              </p14:nvContentPartPr>
              <p14:xfrm>
                <a:off x="7001424" y="4314456"/>
                <a:ext cx="114840" cy="64440"/>
              </p14:xfrm>
            </p:contentPart>
          </mc:Choice>
          <mc:Fallback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85694DCE-A441-5A51-C261-ADE07C84DC2C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6997104" y="4310136"/>
                  <a:ext cx="1234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41E947EA-8D8B-0BA5-3F33-4F1C47CD8D46}"/>
                    </a:ext>
                  </a:extLst>
                </p14:cNvPr>
                <p14:cNvContentPartPr/>
                <p14:nvPr/>
              </p14:nvContentPartPr>
              <p14:xfrm>
                <a:off x="7245504" y="4304016"/>
                <a:ext cx="141840" cy="3600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41E947EA-8D8B-0BA5-3F33-4F1C47CD8D46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241184" y="4299696"/>
                  <a:ext cx="1504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F8E5530C-7B63-51DE-2467-7FB830EEBEA8}"/>
                    </a:ext>
                  </a:extLst>
                </p14:cNvPr>
                <p14:cNvContentPartPr/>
                <p14:nvPr/>
              </p14:nvContentPartPr>
              <p14:xfrm>
                <a:off x="7530624" y="4217616"/>
                <a:ext cx="17280" cy="123120"/>
              </p14:xfrm>
            </p:contentPart>
          </mc:Choice>
          <mc:Fallback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F8E5530C-7B63-51DE-2467-7FB830EEBEA8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7526304" y="4213296"/>
                  <a:ext cx="259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862C9595-9954-95C3-A3C8-60DD193256F1}"/>
                    </a:ext>
                  </a:extLst>
                </p14:cNvPr>
                <p14:cNvContentPartPr/>
                <p14:nvPr/>
              </p14:nvContentPartPr>
              <p14:xfrm>
                <a:off x="7662384" y="4067496"/>
                <a:ext cx="227880" cy="42336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862C9595-9954-95C3-A3C8-60DD193256F1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7658064" y="4063176"/>
                  <a:ext cx="236520" cy="43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5A10CC8E-A83C-977F-EBFA-C22F951270D8}"/>
                    </a:ext>
                  </a:extLst>
                </p14:cNvPr>
                <p14:cNvContentPartPr/>
                <p14:nvPr/>
              </p14:nvContentPartPr>
              <p14:xfrm>
                <a:off x="7974504" y="4280256"/>
                <a:ext cx="15120" cy="1008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5A10CC8E-A83C-977F-EBFA-C22F951270D8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970184" y="4275936"/>
                  <a:ext cx="237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AF4F28B9-618A-C01B-1B91-8280103EFB1A}"/>
                    </a:ext>
                  </a:extLst>
                </p14:cNvPr>
                <p14:cNvContentPartPr/>
                <p14:nvPr/>
              </p14:nvContentPartPr>
              <p14:xfrm>
                <a:off x="7852464" y="4382856"/>
                <a:ext cx="190440" cy="19152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AF4F28B9-618A-C01B-1B91-8280103EFB1A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848144" y="4378536"/>
                  <a:ext cx="1990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05E3EDF5-2BA7-836B-F15F-9F1F10A1E665}"/>
                    </a:ext>
                  </a:extLst>
                </p14:cNvPr>
                <p14:cNvContentPartPr/>
                <p14:nvPr/>
              </p14:nvContentPartPr>
              <p14:xfrm>
                <a:off x="2671344" y="5292936"/>
                <a:ext cx="202320" cy="31032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05E3EDF5-2BA7-836B-F15F-9F1F10A1E665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2667024" y="5288616"/>
                  <a:ext cx="2109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86B4F23D-50FC-F8FA-62CB-5A739FA3B0F4}"/>
                    </a:ext>
                  </a:extLst>
                </p14:cNvPr>
                <p14:cNvContentPartPr/>
                <p14:nvPr/>
              </p14:nvContentPartPr>
              <p14:xfrm>
                <a:off x="2963664" y="5260536"/>
                <a:ext cx="188280" cy="11412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86B4F23D-50FC-F8FA-62CB-5A739FA3B0F4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2959344" y="5256216"/>
                  <a:ext cx="1969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20472487-C956-798D-F623-08C83D0FCD92}"/>
                    </a:ext>
                  </a:extLst>
                </p14:cNvPr>
                <p14:cNvContentPartPr/>
                <p14:nvPr/>
              </p14:nvContentPartPr>
              <p14:xfrm>
                <a:off x="3207744" y="5297976"/>
                <a:ext cx="2880" cy="3132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20472487-C956-798D-F623-08C83D0FCD92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3203424" y="5293656"/>
                  <a:ext cx="115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2E5D1E16-5B6A-285D-0A1C-C9D5E9F12479}"/>
                    </a:ext>
                  </a:extLst>
                </p14:cNvPr>
                <p14:cNvContentPartPr/>
                <p14:nvPr/>
              </p14:nvContentPartPr>
              <p14:xfrm>
                <a:off x="3258864" y="5144976"/>
                <a:ext cx="37080" cy="8964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2E5D1E16-5B6A-285D-0A1C-C9D5E9F12479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3254544" y="5140656"/>
                  <a:ext cx="457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B2B66B6D-ECE2-7557-6965-53D0588A3932}"/>
                    </a:ext>
                  </a:extLst>
                </p14:cNvPr>
                <p14:cNvContentPartPr/>
                <p14:nvPr/>
              </p14:nvContentPartPr>
              <p14:xfrm>
                <a:off x="3324744" y="5266296"/>
                <a:ext cx="129600" cy="8424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B2B66B6D-ECE2-7557-6965-53D0588A3932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3320424" y="5261976"/>
                  <a:ext cx="1382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0C2B216B-DCA2-38E3-70A4-AABF07F1C28A}"/>
                    </a:ext>
                  </a:extLst>
                </p14:cNvPr>
                <p14:cNvContentPartPr/>
                <p14:nvPr/>
              </p14:nvContentPartPr>
              <p14:xfrm>
                <a:off x="3453624" y="4999536"/>
                <a:ext cx="205560" cy="35316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0C2B216B-DCA2-38E3-70A4-AABF07F1C28A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3449304" y="4995216"/>
                  <a:ext cx="21420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BFFF4268-0CB9-8FB7-8E67-0DFEF3D6D6BE}"/>
                    </a:ext>
                  </a:extLst>
                </p14:cNvPr>
                <p14:cNvContentPartPr/>
                <p14:nvPr/>
              </p14:nvContentPartPr>
              <p14:xfrm>
                <a:off x="3692664" y="5079096"/>
                <a:ext cx="144360" cy="23292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BFFF4268-0CB9-8FB7-8E67-0DFEF3D6D6BE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3688344" y="5074776"/>
                  <a:ext cx="1530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261893DB-3790-A3C7-4791-5EF4FE869E83}"/>
                    </a:ext>
                  </a:extLst>
                </p14:cNvPr>
                <p14:cNvContentPartPr/>
                <p14:nvPr/>
              </p14:nvContentPartPr>
              <p14:xfrm>
                <a:off x="3872304" y="5164776"/>
                <a:ext cx="164520" cy="92520"/>
              </p14:xfrm>
            </p:contentPart>
          </mc:Choice>
          <mc:Fallback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261893DB-3790-A3C7-4791-5EF4FE869E83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3867984" y="5160456"/>
                  <a:ext cx="1731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90383E5C-68E3-7C20-E94E-C925B3B25772}"/>
                    </a:ext>
                  </a:extLst>
                </p14:cNvPr>
                <p14:cNvContentPartPr/>
                <p14:nvPr/>
              </p14:nvContentPartPr>
              <p14:xfrm>
                <a:off x="4136544" y="5036256"/>
                <a:ext cx="78480" cy="24876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90383E5C-68E3-7C20-E94E-C925B3B25772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4132224" y="5031936"/>
                  <a:ext cx="871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5EC49D77-2670-6123-8D98-823E9B4119DD}"/>
                    </a:ext>
                  </a:extLst>
                </p14:cNvPr>
                <p14:cNvContentPartPr/>
                <p14:nvPr/>
              </p14:nvContentPartPr>
              <p14:xfrm>
                <a:off x="4146264" y="5137056"/>
                <a:ext cx="183240" cy="1908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5EC49D77-2670-6123-8D98-823E9B4119DD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4141944" y="5132736"/>
                  <a:ext cx="1918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6107591B-CAD0-F0C1-D60A-E5B5A7286E90}"/>
                    </a:ext>
                  </a:extLst>
                </p14:cNvPr>
                <p14:cNvContentPartPr/>
                <p14:nvPr/>
              </p14:nvContentPartPr>
              <p14:xfrm>
                <a:off x="4541184" y="4995576"/>
                <a:ext cx="146520" cy="32616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6107591B-CAD0-F0C1-D60A-E5B5A7286E90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4536864" y="4991256"/>
                  <a:ext cx="15516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4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D078427C-57A1-8241-CF63-3980E3C9F8AB}"/>
                    </a:ext>
                  </a:extLst>
                </p14:cNvPr>
                <p14:cNvContentPartPr/>
                <p14:nvPr/>
              </p14:nvContentPartPr>
              <p14:xfrm>
                <a:off x="4824144" y="5106096"/>
                <a:ext cx="192960" cy="12528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D078427C-57A1-8241-CF63-3980E3C9F8AB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4819824" y="5101776"/>
                  <a:ext cx="2016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5173C0C9-3D66-2EA9-E1AB-CDEDBE8B488B}"/>
                    </a:ext>
                  </a:extLst>
                </p14:cNvPr>
                <p14:cNvContentPartPr/>
                <p14:nvPr/>
              </p14:nvContentPartPr>
              <p14:xfrm>
                <a:off x="5102064" y="5153976"/>
                <a:ext cx="68760" cy="11016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5173C0C9-3D66-2EA9-E1AB-CDEDBE8B488B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5097744" y="5149656"/>
                  <a:ext cx="774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4C8BBD2C-6056-914D-D125-60961881F00A}"/>
                    </a:ext>
                  </a:extLst>
                </p14:cNvPr>
                <p14:cNvContentPartPr/>
                <p14:nvPr/>
              </p14:nvContentPartPr>
              <p14:xfrm>
                <a:off x="5401944" y="5056056"/>
                <a:ext cx="127080" cy="5472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4C8BBD2C-6056-914D-D125-60961881F00A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5397624" y="5051736"/>
                  <a:ext cx="1357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1AF29D0B-8FA4-E92F-BBEF-840E5AA9D835}"/>
                    </a:ext>
                  </a:extLst>
                </p14:cNvPr>
                <p14:cNvContentPartPr/>
                <p14:nvPr/>
              </p14:nvContentPartPr>
              <p14:xfrm>
                <a:off x="5553144" y="4946976"/>
                <a:ext cx="12600" cy="2736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1AF29D0B-8FA4-E92F-BBEF-840E5AA9D835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5548824" y="4942656"/>
                  <a:ext cx="212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25B33D02-7B89-2AD2-03DC-C0C0CAD0ADAA}"/>
                    </a:ext>
                  </a:extLst>
                </p14:cNvPr>
                <p14:cNvContentPartPr/>
                <p14:nvPr/>
              </p14:nvContentPartPr>
              <p14:xfrm>
                <a:off x="5626224" y="5045256"/>
                <a:ext cx="114840" cy="1188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25B33D02-7B89-2AD2-03DC-C0C0CAD0ADAA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5621904" y="5040936"/>
                  <a:ext cx="12348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C7AA4D24-22C3-7F66-590B-2906B669131D}"/>
                    </a:ext>
                  </a:extLst>
                </p14:cNvPr>
                <p14:cNvContentPartPr/>
                <p14:nvPr/>
              </p14:nvContentPartPr>
              <p14:xfrm>
                <a:off x="5795784" y="4801896"/>
                <a:ext cx="274680" cy="25992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C7AA4D24-22C3-7F66-590B-2906B669131D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5791464" y="4797576"/>
                  <a:ext cx="2833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F54600A6-327A-27C2-1F8E-362D2B2F841F}"/>
                    </a:ext>
                  </a:extLst>
                </p14:cNvPr>
                <p14:cNvContentPartPr/>
                <p14:nvPr/>
              </p14:nvContentPartPr>
              <p14:xfrm>
                <a:off x="6135984" y="4903056"/>
                <a:ext cx="119880" cy="12132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F54600A6-327A-27C2-1F8E-362D2B2F841F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131664" y="4898736"/>
                  <a:ext cx="1285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2F48A0A9-7D3E-73DC-F7CE-651B5ABD6222}"/>
                    </a:ext>
                  </a:extLst>
                </p14:cNvPr>
                <p14:cNvContentPartPr/>
                <p14:nvPr/>
              </p14:nvContentPartPr>
              <p14:xfrm>
                <a:off x="6150744" y="4923216"/>
                <a:ext cx="132120" cy="6300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2F48A0A9-7D3E-73DC-F7CE-651B5ABD6222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146424" y="4918896"/>
                  <a:ext cx="1407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A8739FE0-4729-7FEF-1EE6-D4C86000C6AC}"/>
                    </a:ext>
                  </a:extLst>
                </p14:cNvPr>
                <p14:cNvContentPartPr/>
                <p14:nvPr/>
              </p14:nvContentPartPr>
              <p14:xfrm>
                <a:off x="6457824" y="4844376"/>
                <a:ext cx="10080" cy="101880"/>
              </p14:xfrm>
            </p:contentPart>
          </mc:Choice>
          <mc:Fallback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A8739FE0-4729-7FEF-1EE6-D4C86000C6AC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6453504" y="4840056"/>
                  <a:ext cx="187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DB2B28B7-B67C-89CF-72C3-54422D148BED}"/>
                    </a:ext>
                  </a:extLst>
                </p14:cNvPr>
                <p14:cNvContentPartPr/>
                <p14:nvPr/>
              </p14:nvContentPartPr>
              <p14:xfrm>
                <a:off x="6435864" y="4885776"/>
                <a:ext cx="75960" cy="1584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DB2B28B7-B67C-89CF-72C3-54422D148BED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6431544" y="4881456"/>
                  <a:ext cx="846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73EDB4E4-21C2-6743-B402-B982EF3FAB73}"/>
                    </a:ext>
                  </a:extLst>
                </p14:cNvPr>
                <p14:cNvContentPartPr/>
                <p14:nvPr/>
              </p14:nvContentPartPr>
              <p14:xfrm>
                <a:off x="6633504" y="4790736"/>
                <a:ext cx="34560" cy="14580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73EDB4E4-21C2-6743-B402-B982EF3FAB73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6629184" y="4786416"/>
                  <a:ext cx="4320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83352DF7-AF78-015D-9A1C-24F4E0CDE5AA}"/>
                    </a:ext>
                  </a:extLst>
                </p14:cNvPr>
                <p14:cNvContentPartPr/>
                <p14:nvPr/>
              </p14:nvContentPartPr>
              <p14:xfrm>
                <a:off x="6767424" y="4945896"/>
                <a:ext cx="70920" cy="105840"/>
              </p14:xfrm>
            </p:contentPart>
          </mc:Choice>
          <mc:Fallback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83352DF7-AF78-015D-9A1C-24F4E0CDE5AA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6763104" y="4941576"/>
                  <a:ext cx="795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E349B8B1-7AA5-A02F-4F30-99A5485039D4}"/>
                    </a:ext>
                  </a:extLst>
                </p14:cNvPr>
                <p14:cNvContentPartPr/>
                <p14:nvPr/>
              </p14:nvContentPartPr>
              <p14:xfrm>
                <a:off x="7179624" y="4742856"/>
                <a:ext cx="134640" cy="14256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E349B8B1-7AA5-A02F-4F30-99A5485039D4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175304" y="4738536"/>
                  <a:ext cx="1432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0415D68E-04B4-0292-6704-4E8F26F911F1}"/>
                    </a:ext>
                  </a:extLst>
                </p14:cNvPr>
                <p14:cNvContentPartPr/>
                <p14:nvPr/>
              </p14:nvContentPartPr>
              <p14:xfrm>
                <a:off x="7450344" y="4800456"/>
                <a:ext cx="22320" cy="2628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0415D68E-04B4-0292-6704-4E8F26F911F1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7446024" y="4796136"/>
                  <a:ext cx="309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FAF1B483-ECD2-6B6C-D988-8FBF5C3AB70C}"/>
                    </a:ext>
                  </a:extLst>
                </p14:cNvPr>
                <p14:cNvContentPartPr/>
                <p14:nvPr/>
              </p14:nvContentPartPr>
              <p14:xfrm>
                <a:off x="7520904" y="4693896"/>
                <a:ext cx="7560" cy="27360"/>
              </p14:xfrm>
            </p:contentPart>
          </mc:Choice>
          <mc:Fallback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FAF1B483-ECD2-6B6C-D988-8FBF5C3AB70C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7516584" y="4689576"/>
                  <a:ext cx="162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6E23AC9A-1028-1DB6-CB72-76F5DC93B270}"/>
                    </a:ext>
                  </a:extLst>
                </p14:cNvPr>
                <p14:cNvContentPartPr/>
                <p14:nvPr/>
              </p14:nvContentPartPr>
              <p14:xfrm>
                <a:off x="7612704" y="4592016"/>
                <a:ext cx="364680" cy="36900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6E23AC9A-1028-1DB6-CB72-76F5DC93B270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608384" y="4587696"/>
                  <a:ext cx="37332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EF878F83-A703-E581-959F-90D9FD15A863}"/>
                    </a:ext>
                  </a:extLst>
                </p14:cNvPr>
                <p14:cNvContentPartPr/>
                <p14:nvPr/>
              </p14:nvContentPartPr>
              <p14:xfrm>
                <a:off x="8088984" y="4603176"/>
                <a:ext cx="102600" cy="16956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EF878F83-A703-E581-959F-90D9FD15A863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8084664" y="4598856"/>
                  <a:ext cx="1112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B003E4F4-033E-96C9-B718-B7F0837755A3}"/>
                    </a:ext>
                  </a:extLst>
                </p14:cNvPr>
                <p14:cNvContentPartPr/>
                <p14:nvPr/>
              </p14:nvContentPartPr>
              <p14:xfrm>
                <a:off x="8003664" y="4669776"/>
                <a:ext cx="129600" cy="360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B003E4F4-033E-96C9-B718-B7F0837755A3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7999344" y="4665456"/>
                  <a:ext cx="13824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5DCCD008-2F32-4C46-1CC8-DA26D6A65172}"/>
                    </a:ext>
                  </a:extLst>
                </p14:cNvPr>
                <p14:cNvContentPartPr/>
                <p14:nvPr/>
              </p14:nvContentPartPr>
              <p14:xfrm>
                <a:off x="8268264" y="4481856"/>
                <a:ext cx="120960" cy="349920"/>
              </p14:xfrm>
            </p:contentPart>
          </mc:Choice>
          <mc:Fallback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5DCCD008-2F32-4C46-1CC8-DA26D6A65172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8263944" y="4477536"/>
                  <a:ext cx="12960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059AF950-65C4-9282-DC58-E9D2BDF6FBE7}"/>
                    </a:ext>
                  </a:extLst>
                </p14:cNvPr>
                <p14:cNvContentPartPr/>
                <p14:nvPr/>
              </p14:nvContentPartPr>
              <p14:xfrm>
                <a:off x="8513424" y="4697136"/>
                <a:ext cx="15120" cy="28080"/>
              </p14:xfrm>
            </p:contentPart>
          </mc:Choice>
          <mc:Fallback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059AF950-65C4-9282-DC58-E9D2BDF6FBE7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8509104" y="4692816"/>
                  <a:ext cx="237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DCC3032A-0609-44C2-961F-085CA43C8DE8}"/>
                    </a:ext>
                  </a:extLst>
                </p14:cNvPr>
                <p14:cNvContentPartPr/>
                <p14:nvPr/>
              </p14:nvContentPartPr>
              <p14:xfrm>
                <a:off x="8337744" y="4810896"/>
                <a:ext cx="166320" cy="19044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DCC3032A-0609-44C2-961F-085CA43C8DE8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8333424" y="4806576"/>
                  <a:ext cx="174960" cy="19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6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10AEA435-AFAF-3AF1-B7D7-2C784D255FD6}"/>
                  </a:ext>
                </a:extLst>
              </p14:cNvPr>
              <p14:cNvContentPartPr/>
              <p14:nvPr/>
            </p14:nvContentPartPr>
            <p14:xfrm>
              <a:off x="1812744" y="5846616"/>
              <a:ext cx="183240" cy="453240"/>
            </p14:xfrm>
          </p:contentPart>
        </mc:Choice>
        <mc:Fallback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10AEA435-AFAF-3AF1-B7D7-2C784D255FD6}"/>
                  </a:ext>
                </a:extLst>
              </p:cNvPr>
              <p:cNvPicPr/>
              <p:nvPr/>
            </p:nvPicPr>
            <p:blipFill>
              <a:blip r:embed="rId527"/>
              <a:stretch>
                <a:fillRect/>
              </a:stretch>
            </p:blipFill>
            <p:spPr>
              <a:xfrm>
                <a:off x="1808424" y="5842296"/>
                <a:ext cx="191880" cy="46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8570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33AE374D-5C85-EC41-B126-ED84B84E8733}"/>
              </a:ext>
            </a:extLst>
          </p:cNvPr>
          <p:cNvGrpSpPr/>
          <p:nvPr/>
        </p:nvGrpSpPr>
        <p:grpSpPr>
          <a:xfrm>
            <a:off x="883944" y="430416"/>
            <a:ext cx="802440" cy="493560"/>
            <a:chOff x="883944" y="430416"/>
            <a:chExt cx="802440" cy="49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DC9BE16-D2C7-BD23-8F81-FBE4A4AEDD69}"/>
                    </a:ext>
                  </a:extLst>
                </p14:cNvPr>
                <p14:cNvContentPartPr/>
                <p14:nvPr/>
              </p14:nvContentPartPr>
              <p14:xfrm>
                <a:off x="883944" y="629496"/>
                <a:ext cx="81000" cy="2944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DC9BE16-D2C7-BD23-8F81-FBE4A4AEDD6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79624" y="625176"/>
                  <a:ext cx="896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D00529C-EF29-67D5-55AD-8636E3091537}"/>
                    </a:ext>
                  </a:extLst>
                </p14:cNvPr>
                <p14:cNvContentPartPr/>
                <p14:nvPr/>
              </p14:nvContentPartPr>
              <p14:xfrm>
                <a:off x="952344" y="559296"/>
                <a:ext cx="115920" cy="118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D00529C-EF29-67D5-55AD-8636E309153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8024" y="554976"/>
                  <a:ext cx="1245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0B516BB-1A6B-ACD7-FC7F-6AC2CDFD8A9F}"/>
                    </a:ext>
                  </a:extLst>
                </p14:cNvPr>
                <p14:cNvContentPartPr/>
                <p14:nvPr/>
              </p14:nvContentPartPr>
              <p14:xfrm>
                <a:off x="1161504" y="589536"/>
                <a:ext cx="100800" cy="47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0B516BB-1A6B-ACD7-FC7F-6AC2CDFD8A9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57184" y="585216"/>
                  <a:ext cx="1094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08289B5-1CC8-53AB-97C6-1D57879839F8}"/>
                    </a:ext>
                  </a:extLst>
                </p14:cNvPr>
                <p14:cNvContentPartPr/>
                <p14:nvPr/>
              </p14:nvContentPartPr>
              <p14:xfrm>
                <a:off x="1303344" y="434376"/>
                <a:ext cx="73440" cy="214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08289B5-1CC8-53AB-97C6-1D57879839F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99024" y="430056"/>
                  <a:ext cx="820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028DFC1-B442-57AE-9A19-784FCE07BF7B}"/>
                    </a:ext>
                  </a:extLst>
                </p14:cNvPr>
                <p14:cNvContentPartPr/>
                <p14:nvPr/>
              </p14:nvContentPartPr>
              <p14:xfrm>
                <a:off x="1481184" y="540936"/>
                <a:ext cx="360" cy="2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028DFC1-B442-57AE-9A19-784FCE07BF7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476864" y="536616"/>
                  <a:ext cx="9000" cy="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BA6071D-FD09-15A4-D217-BEFC49C53611}"/>
                    </a:ext>
                  </a:extLst>
                </p14:cNvPr>
                <p14:cNvContentPartPr/>
                <p14:nvPr/>
              </p14:nvContentPartPr>
              <p14:xfrm>
                <a:off x="1437264" y="430416"/>
                <a:ext cx="95400" cy="235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BA6071D-FD09-15A4-D217-BEFC49C5361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32944" y="426096"/>
                  <a:ext cx="1040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F5FB4B0-9DC7-E298-7E9B-EBF8838AC853}"/>
                    </a:ext>
                  </a:extLst>
                </p14:cNvPr>
                <p14:cNvContentPartPr/>
                <p14:nvPr/>
              </p14:nvContentPartPr>
              <p14:xfrm>
                <a:off x="1515384" y="593856"/>
                <a:ext cx="29520" cy="424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F5FB4B0-9DC7-E298-7E9B-EBF8838AC85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11064" y="589536"/>
                  <a:ext cx="381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21997C9-6896-2E34-FEF9-EA3FE02C5CE1}"/>
                    </a:ext>
                  </a:extLst>
                </p14:cNvPr>
                <p14:cNvContentPartPr/>
                <p14:nvPr/>
              </p14:nvContentPartPr>
              <p14:xfrm>
                <a:off x="1581264" y="481536"/>
                <a:ext cx="24840" cy="435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21997C9-6896-2E34-FEF9-EA3FE02C5CE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76944" y="477216"/>
                  <a:ext cx="334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C4FD12D-1DAB-8DE5-56EA-A30C4725F41F}"/>
                    </a:ext>
                  </a:extLst>
                </p14:cNvPr>
                <p14:cNvContentPartPr/>
                <p14:nvPr/>
              </p14:nvContentPartPr>
              <p14:xfrm>
                <a:off x="1612944" y="549936"/>
                <a:ext cx="73440" cy="644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C4FD12D-1DAB-8DE5-56EA-A30C4725F41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08624" y="545616"/>
                  <a:ext cx="82080" cy="7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5ED0121-4A0C-A302-E7CA-25D76171D49B}"/>
              </a:ext>
            </a:extLst>
          </p:cNvPr>
          <p:cNvGrpSpPr/>
          <p:nvPr/>
        </p:nvGrpSpPr>
        <p:grpSpPr>
          <a:xfrm>
            <a:off x="1920024" y="367056"/>
            <a:ext cx="773640" cy="236880"/>
            <a:chOff x="1920024" y="367056"/>
            <a:chExt cx="773640" cy="23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7759604-ABBF-02F0-3127-1E1EF9A36B03}"/>
                    </a:ext>
                  </a:extLst>
                </p14:cNvPr>
                <p14:cNvContentPartPr/>
                <p14:nvPr/>
              </p14:nvContentPartPr>
              <p14:xfrm>
                <a:off x="1920024" y="480816"/>
                <a:ext cx="70920" cy="1231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7759604-ABBF-02F0-3127-1E1EF9A36B0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15704" y="476496"/>
                  <a:ext cx="795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28841D9-C88E-183B-2741-4FAED74603F3}"/>
                    </a:ext>
                  </a:extLst>
                </p14:cNvPr>
                <p14:cNvContentPartPr/>
                <p14:nvPr/>
              </p14:nvContentPartPr>
              <p14:xfrm>
                <a:off x="2039544" y="372816"/>
                <a:ext cx="97920" cy="210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28841D9-C88E-183B-2741-4FAED74603F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35224" y="368496"/>
                  <a:ext cx="10656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C285FE3-C5C8-9E00-BE98-FA881A523D00}"/>
                    </a:ext>
                  </a:extLst>
                </p14:cNvPr>
                <p14:cNvContentPartPr/>
                <p14:nvPr/>
              </p14:nvContentPartPr>
              <p14:xfrm>
                <a:off x="2066544" y="509976"/>
                <a:ext cx="256320" cy="77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C285FE3-C5C8-9E00-BE98-FA881A523D0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62224" y="505656"/>
                  <a:ext cx="2649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8DCB3E1-C69E-ECAC-FB34-8D04DBED2EC1}"/>
                    </a:ext>
                  </a:extLst>
                </p14:cNvPr>
                <p14:cNvContentPartPr/>
                <p14:nvPr/>
              </p14:nvContentPartPr>
              <p14:xfrm>
                <a:off x="2378664" y="367056"/>
                <a:ext cx="124560" cy="194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8DCB3E1-C69E-ECAC-FB34-8D04DBED2EC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74344" y="362736"/>
                  <a:ext cx="1332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F76E468-F91E-ABD8-3768-8DEA4A4C51B0}"/>
                    </a:ext>
                  </a:extLst>
                </p14:cNvPr>
                <p14:cNvContentPartPr/>
                <p14:nvPr/>
              </p14:nvContentPartPr>
              <p14:xfrm>
                <a:off x="2398104" y="495216"/>
                <a:ext cx="114840" cy="83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F76E468-F91E-ABD8-3768-8DEA4A4C51B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393784" y="490896"/>
                  <a:ext cx="1234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DEE0EA6-3205-5C01-B18D-5C32BB515E99}"/>
                    </a:ext>
                  </a:extLst>
                </p14:cNvPr>
                <p14:cNvContentPartPr/>
                <p14:nvPr/>
              </p14:nvContentPartPr>
              <p14:xfrm>
                <a:off x="2544264" y="427896"/>
                <a:ext cx="24840" cy="43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DEE0EA6-3205-5C01-B18D-5C32BB515E9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39944" y="423576"/>
                  <a:ext cx="3348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A51F440-64F3-98AB-EB68-1E55C391A5CB}"/>
                    </a:ext>
                  </a:extLst>
                </p14:cNvPr>
                <p14:cNvContentPartPr/>
                <p14:nvPr/>
              </p14:nvContentPartPr>
              <p14:xfrm>
                <a:off x="2595744" y="499536"/>
                <a:ext cx="97920" cy="62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A51F440-64F3-98AB-EB68-1E55C391A5C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91424" y="495216"/>
                  <a:ext cx="10656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D0EA2BA-A5C4-B1E4-5CB7-C9F34F27AD3D}"/>
              </a:ext>
            </a:extLst>
          </p:cNvPr>
          <p:cNvGrpSpPr/>
          <p:nvPr/>
        </p:nvGrpSpPr>
        <p:grpSpPr>
          <a:xfrm>
            <a:off x="2991744" y="261576"/>
            <a:ext cx="651960" cy="289080"/>
            <a:chOff x="2991744" y="261576"/>
            <a:chExt cx="651960" cy="289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557BFC6-A4F4-FB98-FB5B-3025F1BDDCF2}"/>
                    </a:ext>
                  </a:extLst>
                </p14:cNvPr>
                <p14:cNvContentPartPr/>
                <p14:nvPr/>
              </p14:nvContentPartPr>
              <p14:xfrm>
                <a:off x="2991744" y="441576"/>
                <a:ext cx="155520" cy="109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557BFC6-A4F4-FB98-FB5B-3025F1BDDCF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87424" y="437256"/>
                  <a:ext cx="1641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745E7F8-FB6B-C0C6-C56C-96353BE1863F}"/>
                    </a:ext>
                  </a:extLst>
                </p14:cNvPr>
                <p14:cNvContentPartPr/>
                <p14:nvPr/>
              </p14:nvContentPartPr>
              <p14:xfrm>
                <a:off x="3144384" y="428976"/>
                <a:ext cx="73440" cy="925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745E7F8-FB6B-C0C6-C56C-96353BE1863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140064" y="424656"/>
                  <a:ext cx="820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25313F4-9FB3-BB88-C11B-1E308D811472}"/>
                    </a:ext>
                  </a:extLst>
                </p14:cNvPr>
                <p14:cNvContentPartPr/>
                <p14:nvPr/>
              </p14:nvContentPartPr>
              <p14:xfrm>
                <a:off x="3290544" y="458136"/>
                <a:ext cx="27360" cy="66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25313F4-9FB3-BB88-C11B-1E308D81147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86224" y="453816"/>
                  <a:ext cx="360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4687FBD-1FEE-DE9D-344B-D833D925748A}"/>
                    </a:ext>
                  </a:extLst>
                </p14:cNvPr>
                <p14:cNvContentPartPr/>
                <p14:nvPr/>
              </p14:nvContentPartPr>
              <p14:xfrm>
                <a:off x="3356424" y="339336"/>
                <a:ext cx="15120" cy="97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4687FBD-1FEE-DE9D-344B-D833D925748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52104" y="335016"/>
                  <a:ext cx="237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52ABFD9-484A-EB9D-FE5C-C01203C4C2DC}"/>
                    </a:ext>
                  </a:extLst>
                </p14:cNvPr>
                <p14:cNvContentPartPr/>
                <p14:nvPr/>
              </p14:nvContentPartPr>
              <p14:xfrm>
                <a:off x="3421584" y="261576"/>
                <a:ext cx="222120" cy="2602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52ABFD9-484A-EB9D-FE5C-C01203C4C2D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417264" y="257256"/>
                  <a:ext cx="230760" cy="26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49FE7CB-C82A-47BB-A9B1-9EA03ABEF1AF}"/>
              </a:ext>
            </a:extLst>
          </p:cNvPr>
          <p:cNvGrpSpPr/>
          <p:nvPr/>
        </p:nvGrpSpPr>
        <p:grpSpPr>
          <a:xfrm>
            <a:off x="3839184" y="137016"/>
            <a:ext cx="2414880" cy="625680"/>
            <a:chOff x="3839184" y="137016"/>
            <a:chExt cx="2414880" cy="62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0610E80-4AD0-23FF-8373-44245B025C0D}"/>
                    </a:ext>
                  </a:extLst>
                </p14:cNvPr>
                <p14:cNvContentPartPr/>
                <p14:nvPr/>
              </p14:nvContentPartPr>
              <p14:xfrm>
                <a:off x="3839184" y="398016"/>
                <a:ext cx="295560" cy="90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0610E80-4AD0-23FF-8373-44245B025C0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834864" y="393696"/>
                  <a:ext cx="3042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1DFFF56-908C-D55F-B26F-D86D7EE5AF1C}"/>
                    </a:ext>
                  </a:extLst>
                </p14:cNvPr>
                <p14:cNvContentPartPr/>
                <p14:nvPr/>
              </p14:nvContentPartPr>
              <p14:xfrm>
                <a:off x="4189104" y="349056"/>
                <a:ext cx="157680" cy="118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1DFFF56-908C-D55F-B26F-D86D7EE5AF1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184784" y="344736"/>
                  <a:ext cx="1663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990DE12-7A48-AC21-5689-2590983DDCD9}"/>
                    </a:ext>
                  </a:extLst>
                </p14:cNvPr>
                <p14:cNvContentPartPr/>
                <p14:nvPr/>
              </p14:nvContentPartPr>
              <p14:xfrm>
                <a:off x="4422024" y="396936"/>
                <a:ext cx="19800" cy="45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990DE12-7A48-AC21-5689-2590983DDCD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417704" y="392616"/>
                  <a:ext cx="284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C697B9F-6B9B-A945-AACF-E2E4DAE3F0F6}"/>
                    </a:ext>
                  </a:extLst>
                </p14:cNvPr>
                <p14:cNvContentPartPr/>
                <p14:nvPr/>
              </p14:nvContentPartPr>
              <p14:xfrm>
                <a:off x="4512024" y="251496"/>
                <a:ext cx="5400" cy="122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C697B9F-6B9B-A945-AACF-E2E4DAE3F0F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507704" y="247176"/>
                  <a:ext cx="140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AC33E48-3641-A6E0-473D-0897522FC1B7}"/>
                    </a:ext>
                  </a:extLst>
                </p14:cNvPr>
                <p14:cNvContentPartPr/>
                <p14:nvPr/>
              </p14:nvContentPartPr>
              <p14:xfrm>
                <a:off x="4568184" y="404496"/>
                <a:ext cx="122400" cy="51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AC33E48-3641-A6E0-473D-0897522FC1B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563864" y="400176"/>
                  <a:ext cx="1310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9320AC8-9F3C-BAB7-E56C-A13FF65916A9}"/>
                    </a:ext>
                  </a:extLst>
                </p14:cNvPr>
                <p14:cNvContentPartPr/>
                <p14:nvPr/>
              </p14:nvContentPartPr>
              <p14:xfrm>
                <a:off x="4782744" y="137016"/>
                <a:ext cx="271080" cy="5025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9320AC8-9F3C-BAB7-E56C-A13FF65916A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778424" y="132696"/>
                  <a:ext cx="27972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D3B2A73-09D7-DAF3-6F7B-5048A07BC183}"/>
                    </a:ext>
                  </a:extLst>
                </p14:cNvPr>
                <p14:cNvContentPartPr/>
                <p14:nvPr/>
              </p14:nvContentPartPr>
              <p14:xfrm>
                <a:off x="4990824" y="315936"/>
                <a:ext cx="221400" cy="2206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D3B2A73-09D7-DAF3-6F7B-5048A07BC18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986504" y="311616"/>
                  <a:ext cx="2300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25AC34C-18B6-E387-D42B-F8F4BC0815EC}"/>
                    </a:ext>
                  </a:extLst>
                </p14:cNvPr>
                <p14:cNvContentPartPr/>
                <p14:nvPr/>
              </p14:nvContentPartPr>
              <p14:xfrm>
                <a:off x="5202144" y="269496"/>
                <a:ext cx="107640" cy="2124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25AC34C-18B6-E387-D42B-F8F4BC0815E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197824" y="265176"/>
                  <a:ext cx="1162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825558B-90DD-8F44-5D32-684D10BC5AC8}"/>
                    </a:ext>
                  </a:extLst>
                </p14:cNvPr>
                <p14:cNvContentPartPr/>
                <p14:nvPr/>
              </p14:nvContentPartPr>
              <p14:xfrm>
                <a:off x="5284944" y="341856"/>
                <a:ext cx="139320" cy="103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825558B-90DD-8F44-5D32-684D10BC5AC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280624" y="337536"/>
                  <a:ext cx="1479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A56D751-B106-B072-A13C-9B004DDF9BC5}"/>
                    </a:ext>
                  </a:extLst>
                </p14:cNvPr>
                <p14:cNvContentPartPr/>
                <p14:nvPr/>
              </p14:nvContentPartPr>
              <p14:xfrm>
                <a:off x="5450904" y="436176"/>
                <a:ext cx="2880" cy="41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A56D751-B106-B072-A13C-9B004DDF9BC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446584" y="431856"/>
                  <a:ext cx="115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DBA7D43-85F0-9F65-EE75-822954260F1E}"/>
                    </a:ext>
                  </a:extLst>
                </p14:cNvPr>
                <p14:cNvContentPartPr/>
                <p14:nvPr/>
              </p14:nvContentPartPr>
              <p14:xfrm>
                <a:off x="5536224" y="281016"/>
                <a:ext cx="360" cy="103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DBA7D43-85F0-9F65-EE75-822954260F1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31904" y="276696"/>
                  <a:ext cx="90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B15F99A-6549-1A18-8B82-FAF5ADB22EC3}"/>
                    </a:ext>
                  </a:extLst>
                </p14:cNvPr>
                <p14:cNvContentPartPr/>
                <p14:nvPr/>
              </p14:nvContentPartPr>
              <p14:xfrm>
                <a:off x="5580144" y="401256"/>
                <a:ext cx="48960" cy="38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B15F99A-6549-1A18-8B82-FAF5ADB22EC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575824" y="396936"/>
                  <a:ext cx="576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F61CD2B-8964-17C4-7FEF-6E8F9D61FB6D}"/>
                    </a:ext>
                  </a:extLst>
                </p14:cNvPr>
                <p14:cNvContentPartPr/>
                <p14:nvPr/>
              </p14:nvContentPartPr>
              <p14:xfrm>
                <a:off x="5498784" y="414216"/>
                <a:ext cx="242640" cy="348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F61CD2B-8964-17C4-7FEF-6E8F9D61FB6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94464" y="409896"/>
                  <a:ext cx="25128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A02FF0C-1DEB-4DB5-6881-FA34AB7AEAEE}"/>
                    </a:ext>
                  </a:extLst>
                </p14:cNvPr>
                <p14:cNvContentPartPr/>
                <p14:nvPr/>
              </p14:nvContentPartPr>
              <p14:xfrm>
                <a:off x="5806944" y="244296"/>
                <a:ext cx="195480" cy="2901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A02FF0C-1DEB-4DB5-6881-FA34AB7AEAE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802624" y="239976"/>
                  <a:ext cx="2041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3AD7199-650F-4A6D-9834-9481998255B9}"/>
                    </a:ext>
                  </a:extLst>
                </p14:cNvPr>
                <p14:cNvContentPartPr/>
                <p14:nvPr/>
              </p14:nvContentPartPr>
              <p14:xfrm>
                <a:off x="6024744" y="237096"/>
                <a:ext cx="229320" cy="292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3AD7199-650F-4A6D-9834-9481998255B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020424" y="232776"/>
                  <a:ext cx="237960" cy="30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78C6BCD-B486-F8B9-3B5E-41C0D0276C90}"/>
              </a:ext>
            </a:extLst>
          </p:cNvPr>
          <p:cNvGrpSpPr/>
          <p:nvPr/>
        </p:nvGrpSpPr>
        <p:grpSpPr>
          <a:xfrm>
            <a:off x="6557904" y="148896"/>
            <a:ext cx="1011960" cy="551160"/>
            <a:chOff x="6557904" y="148896"/>
            <a:chExt cx="1011960" cy="55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716BEC6-6364-9BA9-65AF-127DACA1E745}"/>
                    </a:ext>
                  </a:extLst>
                </p14:cNvPr>
                <p14:cNvContentPartPr/>
                <p14:nvPr/>
              </p14:nvContentPartPr>
              <p14:xfrm>
                <a:off x="6557904" y="346536"/>
                <a:ext cx="139320" cy="96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716BEC6-6364-9BA9-65AF-127DACA1E74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553584" y="342216"/>
                  <a:ext cx="1479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396845F-BBFC-BCF5-6E05-273FAA119EB0}"/>
                    </a:ext>
                  </a:extLst>
                </p14:cNvPr>
                <p14:cNvContentPartPr/>
                <p14:nvPr/>
              </p14:nvContentPartPr>
              <p14:xfrm>
                <a:off x="6747984" y="305136"/>
                <a:ext cx="70920" cy="151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396845F-BBFC-BCF5-6E05-273FAA119EB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43664" y="300816"/>
                  <a:ext cx="795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EA46E63-54B3-95B6-8CD7-1EE32CA029FB}"/>
                    </a:ext>
                  </a:extLst>
                </p14:cNvPr>
                <p14:cNvContentPartPr/>
                <p14:nvPr/>
              </p14:nvContentPartPr>
              <p14:xfrm>
                <a:off x="6659784" y="366336"/>
                <a:ext cx="256680" cy="3337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EA46E63-54B3-95B6-8CD7-1EE32CA029F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655464" y="362016"/>
                  <a:ext cx="26532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7D4A692-7F5C-6C43-9462-E6B187886D01}"/>
                    </a:ext>
                  </a:extLst>
                </p14:cNvPr>
                <p14:cNvContentPartPr/>
                <p14:nvPr/>
              </p14:nvContentPartPr>
              <p14:xfrm>
                <a:off x="6970824" y="323136"/>
                <a:ext cx="43920" cy="98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7D4A692-7F5C-6C43-9462-E6B187886D0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966504" y="318816"/>
                  <a:ext cx="525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F1F7A72-7A13-81BA-E5F1-28D81D3D1A15}"/>
                    </a:ext>
                  </a:extLst>
                </p14:cNvPr>
                <p14:cNvContentPartPr/>
                <p14:nvPr/>
              </p14:nvContentPartPr>
              <p14:xfrm>
                <a:off x="7027704" y="172656"/>
                <a:ext cx="141120" cy="348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F1F7A72-7A13-81BA-E5F1-28D81D3D1A1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023384" y="168336"/>
                  <a:ext cx="14976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8D2F354-6E98-F451-9165-C9C5A57A2914}"/>
                    </a:ext>
                  </a:extLst>
                </p14:cNvPr>
                <p14:cNvContentPartPr/>
                <p14:nvPr/>
              </p14:nvContentPartPr>
              <p14:xfrm>
                <a:off x="7325784" y="148896"/>
                <a:ext cx="244080" cy="436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8D2F354-6E98-F451-9165-C9C5A57A291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321464" y="144576"/>
                  <a:ext cx="252720" cy="44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042589E-0B38-9006-A0F3-C69D5E3CE075}"/>
              </a:ext>
            </a:extLst>
          </p:cNvPr>
          <p:cNvGrpSpPr/>
          <p:nvPr/>
        </p:nvGrpSpPr>
        <p:grpSpPr>
          <a:xfrm>
            <a:off x="2010384" y="882936"/>
            <a:ext cx="697680" cy="300600"/>
            <a:chOff x="2010384" y="882936"/>
            <a:chExt cx="697680" cy="30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75796FB-C733-223B-B4B4-6AEA6EBDCF3F}"/>
                    </a:ext>
                  </a:extLst>
                </p14:cNvPr>
                <p14:cNvContentPartPr/>
                <p14:nvPr/>
              </p14:nvContentPartPr>
              <p14:xfrm>
                <a:off x="2010384" y="1072296"/>
                <a:ext cx="24840" cy="939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75796FB-C733-223B-B4B4-6AEA6EBDCF3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006064" y="1067976"/>
                  <a:ext cx="334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6AB3D2A-BABF-A53A-721F-224ED1589371}"/>
                    </a:ext>
                  </a:extLst>
                </p14:cNvPr>
                <p14:cNvContentPartPr/>
                <p14:nvPr/>
              </p14:nvContentPartPr>
              <p14:xfrm>
                <a:off x="2134584" y="882936"/>
                <a:ext cx="2880" cy="1101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6AB3D2A-BABF-A53A-721F-224ED158937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130264" y="878616"/>
                  <a:ext cx="115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CCCDAE1-4490-A9B8-A77B-45FAE1ACF880}"/>
                    </a:ext>
                  </a:extLst>
                </p14:cNvPr>
                <p14:cNvContentPartPr/>
                <p14:nvPr/>
              </p14:nvContentPartPr>
              <p14:xfrm>
                <a:off x="2156184" y="1102536"/>
                <a:ext cx="105480" cy="529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CCCDAE1-4490-A9B8-A77B-45FAE1ACF88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151864" y="1098216"/>
                  <a:ext cx="1141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560ABFD-0074-E469-FC2F-7659BF3E2E7C}"/>
                    </a:ext>
                  </a:extLst>
                </p14:cNvPr>
                <p14:cNvContentPartPr/>
                <p14:nvPr/>
              </p14:nvContentPartPr>
              <p14:xfrm>
                <a:off x="2390544" y="903456"/>
                <a:ext cx="42120" cy="226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560ABFD-0074-E469-FC2F-7659BF3E2E7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386224" y="899136"/>
                  <a:ext cx="507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E42304C-976A-3046-0869-3371664C3D4D}"/>
                    </a:ext>
                  </a:extLst>
                </p14:cNvPr>
                <p14:cNvContentPartPr/>
                <p14:nvPr/>
              </p14:nvContentPartPr>
              <p14:xfrm>
                <a:off x="2356704" y="995256"/>
                <a:ext cx="195480" cy="15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E42304C-976A-3046-0869-3371664C3D4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352384" y="990936"/>
                  <a:ext cx="2041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C41577B-E3A0-2B70-0CA1-E4AAD3277810}"/>
                    </a:ext>
                  </a:extLst>
                </p14:cNvPr>
                <p14:cNvContentPartPr/>
                <p14:nvPr/>
              </p14:nvContentPartPr>
              <p14:xfrm>
                <a:off x="2570904" y="898056"/>
                <a:ext cx="137160" cy="285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C41577B-E3A0-2B70-0CA1-E4AAD327781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566584" y="893736"/>
                  <a:ext cx="145800" cy="29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AE33707-0A51-2C08-282F-D6FBF5E3377C}"/>
                  </a:ext>
                </a:extLst>
              </p14:cNvPr>
              <p14:cNvContentPartPr/>
              <p14:nvPr/>
            </p14:nvContentPartPr>
            <p14:xfrm>
              <a:off x="2863944" y="881496"/>
              <a:ext cx="198360" cy="2880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2AE33707-0A51-2C08-282F-D6FBF5E3377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859624" y="877176"/>
                <a:ext cx="20700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00991C6-60F8-1027-4905-2750124753DE}"/>
                  </a:ext>
                </a:extLst>
              </p14:cNvPr>
              <p14:cNvContentPartPr/>
              <p14:nvPr/>
            </p14:nvContentPartPr>
            <p14:xfrm>
              <a:off x="3397824" y="953856"/>
              <a:ext cx="249120" cy="1324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00991C6-60F8-1027-4905-2750124753D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393504" y="949536"/>
                <a:ext cx="257760" cy="14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65" name="Group 64">
            <a:extLst>
              <a:ext uri="{FF2B5EF4-FFF2-40B4-BE49-F238E27FC236}">
                <a16:creationId xmlns:a16="http://schemas.microsoft.com/office/drawing/2014/main" id="{29C8B8E2-E64C-915F-E635-E498EAF53266}"/>
              </a:ext>
            </a:extLst>
          </p:cNvPr>
          <p:cNvGrpSpPr/>
          <p:nvPr/>
        </p:nvGrpSpPr>
        <p:grpSpPr>
          <a:xfrm>
            <a:off x="3890304" y="985536"/>
            <a:ext cx="173520" cy="87120"/>
            <a:chOff x="3890304" y="985536"/>
            <a:chExt cx="173520" cy="8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9AD9057-3564-19BE-898D-38098D810D57}"/>
                    </a:ext>
                  </a:extLst>
                </p14:cNvPr>
                <p14:cNvContentPartPr/>
                <p14:nvPr/>
              </p14:nvContentPartPr>
              <p14:xfrm>
                <a:off x="3890304" y="985536"/>
                <a:ext cx="173520" cy="43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9AD9057-3564-19BE-898D-38098D810D5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885984" y="981216"/>
                  <a:ext cx="182160" cy="1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34556FF-07B4-387B-2662-AF3E585B82E3}"/>
                    </a:ext>
                  </a:extLst>
                </p14:cNvPr>
                <p14:cNvContentPartPr/>
                <p14:nvPr/>
              </p14:nvContentPartPr>
              <p14:xfrm>
                <a:off x="3900024" y="1071576"/>
                <a:ext cx="149040" cy="1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34556FF-07B4-387B-2662-AF3E585B82E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895704" y="1067256"/>
                  <a:ext cx="157680" cy="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91E41DC-6202-143F-2583-9A3613B1B678}"/>
                  </a:ext>
                </a:extLst>
              </p14:cNvPr>
              <p14:cNvContentPartPr/>
              <p14:nvPr/>
            </p14:nvContentPartPr>
            <p14:xfrm>
              <a:off x="4594464" y="777096"/>
              <a:ext cx="279000" cy="4813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91E41DC-6202-143F-2583-9A3613B1B67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590144" y="772776"/>
                <a:ext cx="287640" cy="48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8C371E56-6689-C228-E119-4938A3A5B5E7}"/>
              </a:ext>
            </a:extLst>
          </p:cNvPr>
          <p:cNvGrpSpPr/>
          <p:nvPr/>
        </p:nvGrpSpPr>
        <p:grpSpPr>
          <a:xfrm>
            <a:off x="5057064" y="922176"/>
            <a:ext cx="194040" cy="240120"/>
            <a:chOff x="5057064" y="922176"/>
            <a:chExt cx="194040" cy="24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4DF70FC-BFD1-92ED-7E41-A9E7A1A0BF26}"/>
                    </a:ext>
                  </a:extLst>
                </p14:cNvPr>
                <p14:cNvContentPartPr/>
                <p14:nvPr/>
              </p14:nvContentPartPr>
              <p14:xfrm>
                <a:off x="5057064" y="922176"/>
                <a:ext cx="65160" cy="196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4DF70FC-BFD1-92ED-7E41-A9E7A1A0BF2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052744" y="917856"/>
                  <a:ext cx="738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55CDE92-5D74-F080-C4F9-DCBF41588116}"/>
                    </a:ext>
                  </a:extLst>
                </p14:cNvPr>
                <p14:cNvContentPartPr/>
                <p14:nvPr/>
              </p14:nvContentPartPr>
              <p14:xfrm>
                <a:off x="5243544" y="1053936"/>
                <a:ext cx="7560" cy="1083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55CDE92-5D74-F080-C4F9-DCBF4158811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239224" y="1049616"/>
                  <a:ext cx="1620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908317F-B265-9CCB-63FE-67523DC2BFBB}"/>
              </a:ext>
            </a:extLst>
          </p:cNvPr>
          <p:cNvGrpSpPr/>
          <p:nvPr/>
        </p:nvGrpSpPr>
        <p:grpSpPr>
          <a:xfrm>
            <a:off x="5423904" y="890136"/>
            <a:ext cx="495720" cy="297360"/>
            <a:chOff x="5423904" y="890136"/>
            <a:chExt cx="495720" cy="29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C8A9E2F-2078-DFA9-7421-31D6CFB7965F}"/>
                    </a:ext>
                  </a:extLst>
                </p14:cNvPr>
                <p14:cNvContentPartPr/>
                <p14:nvPr/>
              </p14:nvContentPartPr>
              <p14:xfrm>
                <a:off x="5423904" y="890136"/>
                <a:ext cx="108000" cy="1648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C8A9E2F-2078-DFA9-7421-31D6CFB7965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419584" y="885816"/>
                  <a:ext cx="1166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B4FFEC9-329F-834F-2C6A-C65D9D886347}"/>
                    </a:ext>
                  </a:extLst>
                </p14:cNvPr>
                <p14:cNvContentPartPr/>
                <p14:nvPr/>
              </p14:nvContentPartPr>
              <p14:xfrm>
                <a:off x="5745744" y="904896"/>
                <a:ext cx="29520" cy="799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B4FFEC9-329F-834F-2C6A-C65D9D88634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741424" y="900576"/>
                  <a:ext cx="381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8FAA198-415D-8557-5883-A17D526610EC}"/>
                    </a:ext>
                  </a:extLst>
                </p14:cNvPr>
                <p14:cNvContentPartPr/>
                <p14:nvPr/>
              </p14:nvContentPartPr>
              <p14:xfrm>
                <a:off x="5533704" y="1070856"/>
                <a:ext cx="63720" cy="1166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8FAA198-415D-8557-5883-A17D526610E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529384" y="1066536"/>
                  <a:ext cx="723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AFA99D4-0CC4-06EF-E0FF-9F7EDB092D48}"/>
                    </a:ext>
                  </a:extLst>
                </p14:cNvPr>
                <p14:cNvContentPartPr/>
                <p14:nvPr/>
              </p14:nvContentPartPr>
              <p14:xfrm>
                <a:off x="5748264" y="902016"/>
                <a:ext cx="19800" cy="1396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AFA99D4-0CC4-06EF-E0FF-9F7EDB092D4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743944" y="897696"/>
                  <a:ext cx="284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9E27107-92FC-23A1-0205-42FC0D6D6AE7}"/>
                    </a:ext>
                  </a:extLst>
                </p14:cNvPr>
                <p14:cNvContentPartPr/>
                <p14:nvPr/>
              </p14:nvContentPartPr>
              <p14:xfrm>
                <a:off x="5860584" y="1035216"/>
                <a:ext cx="59040" cy="1497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9E27107-92FC-23A1-0205-42FC0D6D6AE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856264" y="1030896"/>
                  <a:ext cx="67680" cy="15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A13900B-05C6-1DC2-2474-26F5D0ABB3F0}"/>
              </a:ext>
            </a:extLst>
          </p:cNvPr>
          <p:cNvGrpSpPr/>
          <p:nvPr/>
        </p:nvGrpSpPr>
        <p:grpSpPr>
          <a:xfrm>
            <a:off x="6116544" y="823896"/>
            <a:ext cx="312480" cy="326880"/>
            <a:chOff x="6116544" y="823896"/>
            <a:chExt cx="312480" cy="32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F61AA3D-737C-FE06-D0D4-7938068D1171}"/>
                    </a:ext>
                  </a:extLst>
                </p14:cNvPr>
                <p14:cNvContentPartPr/>
                <p14:nvPr/>
              </p14:nvContentPartPr>
              <p14:xfrm>
                <a:off x="6127704" y="823896"/>
                <a:ext cx="113040" cy="261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F61AA3D-737C-FE06-D0D4-7938068D117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123384" y="819576"/>
                  <a:ext cx="12168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588098C-B813-2E14-62AE-D7458879165C}"/>
                    </a:ext>
                  </a:extLst>
                </p14:cNvPr>
                <p14:cNvContentPartPr/>
                <p14:nvPr/>
              </p14:nvContentPartPr>
              <p14:xfrm>
                <a:off x="6116544" y="957816"/>
                <a:ext cx="231840" cy="313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588098C-B813-2E14-62AE-D7458879165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112224" y="953496"/>
                  <a:ext cx="2404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1B84F14-45B7-2A5E-DBED-B6932A948516}"/>
                    </a:ext>
                  </a:extLst>
                </p14:cNvPr>
                <p14:cNvContentPartPr/>
                <p14:nvPr/>
              </p14:nvContentPartPr>
              <p14:xfrm>
                <a:off x="6355584" y="1052136"/>
                <a:ext cx="73440" cy="986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1B84F14-45B7-2A5E-DBED-B6932A94851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351264" y="1047816"/>
                  <a:ext cx="8208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1A5F672-A042-1A56-5543-8B1D70456F55}"/>
              </a:ext>
            </a:extLst>
          </p:cNvPr>
          <p:cNvGrpSpPr/>
          <p:nvPr/>
        </p:nvGrpSpPr>
        <p:grpSpPr>
          <a:xfrm>
            <a:off x="6597504" y="878976"/>
            <a:ext cx="224280" cy="298440"/>
            <a:chOff x="6597504" y="878976"/>
            <a:chExt cx="22428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0C1BFDB-C3C8-2626-1945-CB770B9A8AB7}"/>
                    </a:ext>
                  </a:extLst>
                </p14:cNvPr>
                <p14:cNvContentPartPr/>
                <p14:nvPr/>
              </p14:nvContentPartPr>
              <p14:xfrm>
                <a:off x="6597504" y="878976"/>
                <a:ext cx="105840" cy="1288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0C1BFDB-C3C8-2626-1945-CB770B9A8AB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593184" y="874656"/>
                  <a:ext cx="1144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A42E88E-ABDB-CAD5-517A-A6A04F3438C3}"/>
                    </a:ext>
                  </a:extLst>
                </p14:cNvPr>
                <p14:cNvContentPartPr/>
                <p14:nvPr/>
              </p14:nvContentPartPr>
              <p14:xfrm>
                <a:off x="6721344" y="1072296"/>
                <a:ext cx="100440" cy="1051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A42E88E-ABDB-CAD5-517A-A6A04F3438C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717024" y="1067976"/>
                  <a:ext cx="10908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A10A62CF-F76A-A4B2-6788-8E248842C682}"/>
              </a:ext>
            </a:extLst>
          </p:cNvPr>
          <p:cNvGrpSpPr/>
          <p:nvPr/>
        </p:nvGrpSpPr>
        <p:grpSpPr>
          <a:xfrm>
            <a:off x="7025184" y="882216"/>
            <a:ext cx="313200" cy="254880"/>
            <a:chOff x="7025184" y="882216"/>
            <a:chExt cx="313200" cy="25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C82139E-58D0-EA43-4FC3-025BE7ABCA4A}"/>
                    </a:ext>
                  </a:extLst>
                </p14:cNvPr>
                <p14:cNvContentPartPr/>
                <p14:nvPr/>
              </p14:nvContentPartPr>
              <p14:xfrm>
                <a:off x="7025184" y="882216"/>
                <a:ext cx="164160" cy="1580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C82139E-58D0-EA43-4FC3-025BE7ABCA4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20864" y="877896"/>
                  <a:ext cx="1728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B626EB8-E0BC-CB72-583B-D533C895A9AC}"/>
                    </a:ext>
                  </a:extLst>
                </p14:cNvPr>
                <p14:cNvContentPartPr/>
                <p14:nvPr/>
              </p14:nvContentPartPr>
              <p14:xfrm>
                <a:off x="7274664" y="1036656"/>
                <a:ext cx="63720" cy="1004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B626EB8-E0BC-CB72-583B-D533C895A9A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270344" y="1032336"/>
                  <a:ext cx="72360" cy="10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497032F1-7332-F117-C693-5DFF359DD0A8}"/>
                  </a:ext>
                </a:extLst>
              </p14:cNvPr>
              <p14:cNvContentPartPr/>
              <p14:nvPr/>
            </p14:nvContentPartPr>
            <p14:xfrm>
              <a:off x="7564824" y="839376"/>
              <a:ext cx="132120" cy="1587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497032F1-7332-F117-C693-5DFF359DD0A8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560504" y="835056"/>
                <a:ext cx="140760" cy="16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2FB67070-05D8-D4AF-0049-C04A2A4F8E98}"/>
              </a:ext>
            </a:extLst>
          </p:cNvPr>
          <p:cNvGrpSpPr/>
          <p:nvPr/>
        </p:nvGrpSpPr>
        <p:grpSpPr>
          <a:xfrm>
            <a:off x="7876944" y="720576"/>
            <a:ext cx="810000" cy="723960"/>
            <a:chOff x="7876944" y="720576"/>
            <a:chExt cx="810000" cy="72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F41F693-59E8-61EB-09C3-81707C317AD4}"/>
                    </a:ext>
                  </a:extLst>
                </p14:cNvPr>
                <p14:cNvContentPartPr/>
                <p14:nvPr/>
              </p14:nvContentPartPr>
              <p14:xfrm>
                <a:off x="8249904" y="720576"/>
                <a:ext cx="257040" cy="3974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F41F693-59E8-61EB-09C3-81707C317AD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245584" y="716256"/>
                  <a:ext cx="26568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012E936-0788-0761-8ED8-FEEAECDCDB91}"/>
                    </a:ext>
                  </a:extLst>
                </p14:cNvPr>
                <p14:cNvContentPartPr/>
                <p14:nvPr/>
              </p14:nvContentPartPr>
              <p14:xfrm>
                <a:off x="8662104" y="999216"/>
                <a:ext cx="24840" cy="273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012E936-0788-0761-8ED8-FEEAECDCDB9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657784" y="994896"/>
                  <a:ext cx="33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09ACB53-1D52-BB69-5C8A-CCD699D32F13}"/>
                    </a:ext>
                  </a:extLst>
                </p14:cNvPr>
                <p14:cNvContentPartPr/>
                <p14:nvPr/>
              </p14:nvContentPartPr>
              <p14:xfrm>
                <a:off x="8311104" y="1253016"/>
                <a:ext cx="278280" cy="1915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09ACB53-1D52-BB69-5C8A-CCD699D32F1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306784" y="1248696"/>
                  <a:ext cx="2869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FE2B6F4-C46F-7271-050D-3216D8555059}"/>
                    </a:ext>
                  </a:extLst>
                </p14:cNvPr>
                <p14:cNvContentPartPr/>
                <p14:nvPr/>
              </p14:nvContentPartPr>
              <p14:xfrm>
                <a:off x="7876944" y="1019736"/>
                <a:ext cx="81000" cy="163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FE2B6F4-C46F-7271-050D-3216D855505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872624" y="1015416"/>
                  <a:ext cx="896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F93DAEF-8760-DE86-ECF1-6AFCC8CCEFDC}"/>
                    </a:ext>
                  </a:extLst>
                </p14:cNvPr>
                <p14:cNvContentPartPr/>
                <p14:nvPr/>
              </p14:nvContentPartPr>
              <p14:xfrm>
                <a:off x="8086464" y="872496"/>
                <a:ext cx="29880" cy="928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F93DAEF-8760-DE86-ECF1-6AFCC8CCEFD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082144" y="868176"/>
                  <a:ext cx="385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ADDE9CE-4C54-8DD4-3366-B4DFE7FF09D7}"/>
                    </a:ext>
                  </a:extLst>
                </p14:cNvPr>
                <p14:cNvContentPartPr/>
                <p14:nvPr/>
              </p14:nvContentPartPr>
              <p14:xfrm>
                <a:off x="8198064" y="873216"/>
                <a:ext cx="64800" cy="1004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ADDE9CE-4C54-8DD4-3366-B4DFE7FF09D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193744" y="868896"/>
                  <a:ext cx="7344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3448B04-DF2F-891D-C51B-FA633883FCD4}"/>
              </a:ext>
            </a:extLst>
          </p:cNvPr>
          <p:cNvGrpSpPr/>
          <p:nvPr/>
        </p:nvGrpSpPr>
        <p:grpSpPr>
          <a:xfrm>
            <a:off x="2042064" y="1333296"/>
            <a:ext cx="2831400" cy="663840"/>
            <a:chOff x="2042064" y="1333296"/>
            <a:chExt cx="2831400" cy="66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BC7B576-2A90-7151-B18D-BBAAFA3F2766}"/>
                    </a:ext>
                  </a:extLst>
                </p14:cNvPr>
                <p14:cNvContentPartPr/>
                <p14:nvPr/>
              </p14:nvContentPartPr>
              <p14:xfrm>
                <a:off x="2042064" y="1613016"/>
                <a:ext cx="168840" cy="3092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BC7B576-2A90-7151-B18D-BBAAFA3F276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037744" y="1608696"/>
                  <a:ext cx="1774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4912B95-3F30-D810-1A60-16E75348A4BA}"/>
                    </a:ext>
                  </a:extLst>
                </p14:cNvPr>
                <p14:cNvContentPartPr/>
                <p14:nvPr/>
              </p14:nvContentPartPr>
              <p14:xfrm>
                <a:off x="2304864" y="1649376"/>
                <a:ext cx="171720" cy="63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4912B95-3F30-D810-1A60-16E75348A4B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300544" y="1645056"/>
                  <a:ext cx="1803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E7AC13E-9DB3-C70B-6584-4A0164C65DF3}"/>
                    </a:ext>
                  </a:extLst>
                </p14:cNvPr>
                <p14:cNvContentPartPr/>
                <p14:nvPr/>
              </p14:nvContentPartPr>
              <p14:xfrm>
                <a:off x="2542104" y="1642176"/>
                <a:ext cx="19800" cy="34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E7AC13E-9DB3-C70B-6584-4A0164C65DF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537784" y="1637856"/>
                  <a:ext cx="284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BB4542E-0992-C019-9992-B86CACD9DFC9}"/>
                    </a:ext>
                  </a:extLst>
                </p14:cNvPr>
                <p14:cNvContentPartPr/>
                <p14:nvPr/>
              </p14:nvContentPartPr>
              <p14:xfrm>
                <a:off x="2622384" y="1499256"/>
                <a:ext cx="34560" cy="604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BB4542E-0992-C019-9992-B86CACD9DFC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618064" y="1494936"/>
                  <a:ext cx="432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4BC13917-B19D-B41B-ACD6-BEACBD047743}"/>
                    </a:ext>
                  </a:extLst>
                </p14:cNvPr>
                <p14:cNvContentPartPr/>
                <p14:nvPr/>
              </p14:nvContentPartPr>
              <p14:xfrm>
                <a:off x="2693304" y="1560096"/>
                <a:ext cx="188280" cy="1134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4BC13917-B19D-B41B-ACD6-BEACBD04774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688984" y="1555776"/>
                  <a:ext cx="1969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ED5FED4-B7A5-FD02-A246-844E6CB69A67}"/>
                    </a:ext>
                  </a:extLst>
                </p14:cNvPr>
                <p14:cNvContentPartPr/>
                <p14:nvPr/>
              </p14:nvContentPartPr>
              <p14:xfrm>
                <a:off x="2858904" y="1357776"/>
                <a:ext cx="151560" cy="3247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ED5FED4-B7A5-FD02-A246-844E6CB69A6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854584" y="1353456"/>
                  <a:ext cx="1602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6433B11-A3DE-ADBE-9952-2B13526094D9}"/>
                    </a:ext>
                  </a:extLst>
                </p14:cNvPr>
                <p14:cNvContentPartPr/>
                <p14:nvPr/>
              </p14:nvContentPartPr>
              <p14:xfrm>
                <a:off x="3051504" y="1455336"/>
                <a:ext cx="195120" cy="2419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6433B11-A3DE-ADBE-9952-2B13526094D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047184" y="1451016"/>
                  <a:ext cx="2037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97EB69F-03CC-F8F9-3DAC-07478FD42C44}"/>
                    </a:ext>
                  </a:extLst>
                </p14:cNvPr>
                <p14:cNvContentPartPr/>
                <p14:nvPr/>
              </p14:nvContentPartPr>
              <p14:xfrm>
                <a:off x="3285504" y="1551096"/>
                <a:ext cx="239760" cy="957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97EB69F-03CC-F8F9-3DAC-07478FD42C4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281184" y="1546776"/>
                  <a:ext cx="2484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88D8CE3-B3C7-7C53-D9E5-855D1FF0E074}"/>
                    </a:ext>
                  </a:extLst>
                </p14:cNvPr>
                <p14:cNvContentPartPr/>
                <p14:nvPr/>
              </p14:nvContentPartPr>
              <p14:xfrm>
                <a:off x="3654504" y="1408176"/>
                <a:ext cx="63000" cy="1839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88D8CE3-B3C7-7C53-D9E5-855D1FF0E07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650184" y="1403856"/>
                  <a:ext cx="716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61A4C59-A80E-0862-89F2-18C4431A5ED0}"/>
                    </a:ext>
                  </a:extLst>
                </p14:cNvPr>
                <p14:cNvContentPartPr/>
                <p14:nvPr/>
              </p14:nvContentPartPr>
              <p14:xfrm>
                <a:off x="3587904" y="1506456"/>
                <a:ext cx="195480" cy="223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61A4C59-A80E-0862-89F2-18C4431A5ED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583584" y="1502136"/>
                  <a:ext cx="2041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454131C-C2D9-A1DD-AF02-CFD35561444E}"/>
                    </a:ext>
                  </a:extLst>
                </p14:cNvPr>
                <p14:cNvContentPartPr/>
                <p14:nvPr/>
              </p14:nvContentPartPr>
              <p14:xfrm>
                <a:off x="3873384" y="1333296"/>
                <a:ext cx="224640" cy="39708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454131C-C2D9-A1DD-AF02-CFD35561444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869064" y="1328976"/>
                  <a:ext cx="23328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2D3408F-E83D-EE2D-5A00-851CCD9038A3}"/>
                    </a:ext>
                  </a:extLst>
                </p14:cNvPr>
                <p14:cNvContentPartPr/>
                <p14:nvPr/>
              </p14:nvContentPartPr>
              <p14:xfrm>
                <a:off x="4141224" y="1541376"/>
                <a:ext cx="171000" cy="853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2D3408F-E83D-EE2D-5A00-851CCD9038A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136904" y="1537056"/>
                  <a:ext cx="1796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85AE0F1-CF95-EAE6-31BB-52493AE9DAC2}"/>
                    </a:ext>
                  </a:extLst>
                </p14:cNvPr>
                <p14:cNvContentPartPr/>
                <p14:nvPr/>
              </p14:nvContentPartPr>
              <p14:xfrm>
                <a:off x="4390344" y="1391616"/>
                <a:ext cx="222120" cy="2937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85AE0F1-CF95-EAE6-31BB-52493AE9DAC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386024" y="1387296"/>
                  <a:ext cx="23076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4DA7CEE-B71F-0887-6DF0-08DCF6525D7D}"/>
                    </a:ext>
                  </a:extLst>
                </p14:cNvPr>
                <p14:cNvContentPartPr/>
                <p14:nvPr/>
              </p14:nvContentPartPr>
              <p14:xfrm>
                <a:off x="4794984" y="1534896"/>
                <a:ext cx="27360" cy="288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4DA7CEE-B71F-0887-6DF0-08DCF6525D7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790664" y="1530576"/>
                  <a:ext cx="36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E3FFF32-34FC-82F2-0F5B-79A2CAC9EFA8}"/>
                    </a:ext>
                  </a:extLst>
                </p14:cNvPr>
                <p14:cNvContentPartPr/>
                <p14:nvPr/>
              </p14:nvContentPartPr>
              <p14:xfrm>
                <a:off x="4395024" y="1665936"/>
                <a:ext cx="478440" cy="33120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E3FFF32-34FC-82F2-0F5B-79A2CAC9EFA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390704" y="1661616"/>
                  <a:ext cx="487080" cy="33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E6C46A9A-A351-4A81-FDF6-20263E392D54}"/>
              </a:ext>
            </a:extLst>
          </p:cNvPr>
          <p:cNvGrpSpPr/>
          <p:nvPr/>
        </p:nvGrpSpPr>
        <p:grpSpPr>
          <a:xfrm>
            <a:off x="2044224" y="2106216"/>
            <a:ext cx="1529280" cy="619560"/>
            <a:chOff x="2044224" y="2106216"/>
            <a:chExt cx="1529280" cy="61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C2FE083-5BD1-93B0-0B83-8240DA1C374A}"/>
                    </a:ext>
                  </a:extLst>
                </p14:cNvPr>
                <p14:cNvContentPartPr/>
                <p14:nvPr/>
              </p14:nvContentPartPr>
              <p14:xfrm>
                <a:off x="2044224" y="2213136"/>
                <a:ext cx="220320" cy="2476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C2FE083-5BD1-93B0-0B83-8240DA1C374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039904" y="2208816"/>
                  <a:ext cx="2289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A09CFE5-5428-B132-679A-25328C360458}"/>
                    </a:ext>
                  </a:extLst>
                </p14:cNvPr>
                <p14:cNvContentPartPr/>
                <p14:nvPr/>
              </p14:nvContentPartPr>
              <p14:xfrm>
                <a:off x="2290824" y="2371896"/>
                <a:ext cx="192960" cy="424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A09CFE5-5428-B132-679A-25328C36045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286504" y="2367576"/>
                  <a:ext cx="2016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60BDF7F-454E-DFF4-F564-752D4B96F97E}"/>
                    </a:ext>
                  </a:extLst>
                </p14:cNvPr>
                <p14:cNvContentPartPr/>
                <p14:nvPr/>
              </p14:nvContentPartPr>
              <p14:xfrm>
                <a:off x="2586024" y="2194056"/>
                <a:ext cx="83160" cy="1864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60BDF7F-454E-DFF4-F564-752D4B96F97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581704" y="2189736"/>
                  <a:ext cx="918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613E559-A5C1-A03C-32F6-45D65C43DB55}"/>
                    </a:ext>
                  </a:extLst>
                </p14:cNvPr>
                <p14:cNvContentPartPr/>
                <p14:nvPr/>
              </p14:nvContentPartPr>
              <p14:xfrm>
                <a:off x="2575944" y="2274336"/>
                <a:ext cx="527040" cy="34452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613E559-A5C1-A03C-32F6-45D65C43DB5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571624" y="2270016"/>
                  <a:ext cx="53568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77A5B9D-2284-5568-1699-5DAED6344E34}"/>
                    </a:ext>
                  </a:extLst>
                </p14:cNvPr>
                <p14:cNvContentPartPr/>
                <p14:nvPr/>
              </p14:nvContentPartPr>
              <p14:xfrm>
                <a:off x="3185784" y="2106216"/>
                <a:ext cx="90720" cy="2012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77A5B9D-2284-5568-1699-5DAED6344E3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181464" y="2101896"/>
                  <a:ext cx="993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B434CDA-8662-67AA-572A-E25A627DF181}"/>
                    </a:ext>
                  </a:extLst>
                </p14:cNvPr>
                <p14:cNvContentPartPr/>
                <p14:nvPr/>
              </p14:nvContentPartPr>
              <p14:xfrm>
                <a:off x="3136824" y="2180376"/>
                <a:ext cx="278280" cy="158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B434CDA-8662-67AA-572A-E25A627DF18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132504" y="2176056"/>
                  <a:ext cx="2869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460BA9E-3DBF-537D-1429-995A927FC573}"/>
                    </a:ext>
                  </a:extLst>
                </p14:cNvPr>
                <p14:cNvContentPartPr/>
                <p14:nvPr/>
              </p14:nvContentPartPr>
              <p14:xfrm>
                <a:off x="3524544" y="2216016"/>
                <a:ext cx="22320" cy="720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460BA9E-3DBF-537D-1429-995A927FC57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520224" y="2211696"/>
                  <a:ext cx="309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6FCD043-5C93-9891-475A-D99E9A49E153}"/>
                    </a:ext>
                  </a:extLst>
                </p14:cNvPr>
                <p14:cNvContentPartPr/>
                <p14:nvPr/>
              </p14:nvContentPartPr>
              <p14:xfrm>
                <a:off x="3134304" y="2408616"/>
                <a:ext cx="439200" cy="3171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6FCD043-5C93-9891-475A-D99E9A49E15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129984" y="2404296"/>
                  <a:ext cx="447840" cy="32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0811C46E-64D9-6328-7776-B7382AD65BEE}"/>
                  </a:ext>
                </a:extLst>
              </p14:cNvPr>
              <p14:cNvContentPartPr/>
              <p14:nvPr/>
            </p14:nvContentPartPr>
            <p14:xfrm>
              <a:off x="974664" y="2794536"/>
              <a:ext cx="320040" cy="74916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0811C46E-64D9-6328-7776-B7382AD65BEE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970344" y="2790216"/>
                <a:ext cx="328680" cy="75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7F4A1FB4-653A-5404-6AD2-8FC28A383BCB}"/>
              </a:ext>
            </a:extLst>
          </p:cNvPr>
          <p:cNvGrpSpPr/>
          <p:nvPr/>
        </p:nvGrpSpPr>
        <p:grpSpPr>
          <a:xfrm>
            <a:off x="1810584" y="2137176"/>
            <a:ext cx="256320" cy="540720"/>
            <a:chOff x="1810584" y="2137176"/>
            <a:chExt cx="256320" cy="54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517F85F-C242-B3E8-328D-82EF13739D72}"/>
                    </a:ext>
                  </a:extLst>
                </p14:cNvPr>
                <p14:cNvContentPartPr/>
                <p14:nvPr/>
              </p14:nvContentPartPr>
              <p14:xfrm>
                <a:off x="1810584" y="2137176"/>
                <a:ext cx="144360" cy="4068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517F85F-C242-B3E8-328D-82EF13739D7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806264" y="2132856"/>
                  <a:ext cx="15300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BFE19F9-70FE-1036-36C7-36DD39FDC8D2}"/>
                    </a:ext>
                  </a:extLst>
                </p14:cNvPr>
                <p14:cNvContentPartPr/>
                <p14:nvPr/>
              </p14:nvContentPartPr>
              <p14:xfrm>
                <a:off x="1886184" y="2138616"/>
                <a:ext cx="180720" cy="5392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BFE19F9-70FE-1036-36C7-36DD39FDC8D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881864" y="2134296"/>
                  <a:ext cx="189360" cy="547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66000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33537F9-D9C8-203C-C768-89E50417BFE1}"/>
                  </a:ext>
                </a:extLst>
              </p14:cNvPr>
              <p14:cNvContentPartPr/>
              <p14:nvPr/>
            </p14:nvContentPartPr>
            <p14:xfrm>
              <a:off x="5053464" y="203616"/>
              <a:ext cx="46800" cy="10303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33537F9-D9C8-203C-C768-89E50417BFE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49144" y="199296"/>
                <a:ext cx="55440" cy="10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149D355-D9BB-FAA2-760E-91631E3632A5}"/>
                  </a:ext>
                </a:extLst>
              </p14:cNvPr>
              <p14:cNvContentPartPr/>
              <p14:nvPr/>
            </p14:nvContentPartPr>
            <p14:xfrm>
              <a:off x="2390904" y="1623096"/>
              <a:ext cx="19440" cy="1857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149D355-D9BB-FAA2-760E-91631E3632A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86584" y="1618776"/>
                <a:ext cx="2808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6642C60F-03EA-80C8-8403-28A84F6C71FA}"/>
                  </a:ext>
                </a:extLst>
              </p14:cNvPr>
              <p14:cNvContentPartPr/>
              <p14:nvPr/>
            </p14:nvContentPartPr>
            <p14:xfrm>
              <a:off x="2449224" y="3282336"/>
              <a:ext cx="360" cy="190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6642C60F-03EA-80C8-8403-28A84F6C71F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44904" y="3278016"/>
                <a:ext cx="900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F51B7E82-29DA-8B4E-EF7B-177971E2A5F0}"/>
                  </a:ext>
                </a:extLst>
              </p14:cNvPr>
              <p14:cNvContentPartPr/>
              <p14:nvPr/>
            </p14:nvContentPartPr>
            <p14:xfrm>
              <a:off x="2367864" y="1467936"/>
              <a:ext cx="2692800" cy="4111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F51B7E82-29DA-8B4E-EF7B-177971E2A5F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63544" y="1463616"/>
                <a:ext cx="270144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A1AFFF4-DEEB-3632-EF59-AF29C1CD0B2D}"/>
                  </a:ext>
                </a:extLst>
              </p14:cNvPr>
              <p14:cNvContentPartPr/>
              <p14:nvPr/>
            </p14:nvContentPartPr>
            <p14:xfrm>
              <a:off x="5169744" y="1452456"/>
              <a:ext cx="32760" cy="3326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A1AFFF4-DEEB-3632-EF59-AF29C1CD0B2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65424" y="1448136"/>
                <a:ext cx="4140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D413DFD-1BC1-4485-9111-AF6704A50D3C}"/>
                  </a:ext>
                </a:extLst>
              </p14:cNvPr>
              <p14:cNvContentPartPr/>
              <p14:nvPr/>
            </p14:nvContentPartPr>
            <p14:xfrm>
              <a:off x="5148504" y="1299816"/>
              <a:ext cx="2470320" cy="48564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D413DFD-1BC1-4485-9111-AF6704A50D3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44184" y="1295496"/>
                <a:ext cx="2478960" cy="49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DFCA7166-666C-5E8A-7B86-A320B39D437B}"/>
                  </a:ext>
                </a:extLst>
              </p14:cNvPr>
              <p14:cNvContentPartPr/>
              <p14:nvPr/>
            </p14:nvContentPartPr>
            <p14:xfrm>
              <a:off x="3075984" y="1390896"/>
              <a:ext cx="102600" cy="7020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DFCA7166-666C-5E8A-7B86-A320B39D437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71664" y="1386576"/>
                <a:ext cx="11124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D5FBF3A-CB6E-E9EC-6C77-445526410BDD}"/>
                  </a:ext>
                </a:extLst>
              </p14:cNvPr>
              <p14:cNvContentPartPr/>
              <p14:nvPr/>
            </p14:nvContentPartPr>
            <p14:xfrm>
              <a:off x="3263544" y="1271736"/>
              <a:ext cx="85680" cy="19152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D5FBF3A-CB6E-E9EC-6C77-445526410BD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259224" y="1267416"/>
                <a:ext cx="94320" cy="20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DD520FB-F69A-2B5B-2CDE-0AD99AD27604}"/>
                  </a:ext>
                </a:extLst>
              </p14:cNvPr>
              <p14:cNvContentPartPr/>
              <p14:nvPr/>
            </p14:nvContentPartPr>
            <p14:xfrm>
              <a:off x="3378384" y="1364976"/>
              <a:ext cx="94680" cy="774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DD520FB-F69A-2B5B-2CDE-0AD99AD2760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374064" y="1360656"/>
                <a:ext cx="10332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4473BE3-8B2D-39F9-C25E-0FCDD6514E53}"/>
                  </a:ext>
                </a:extLst>
              </p14:cNvPr>
              <p14:cNvContentPartPr/>
              <p14:nvPr/>
            </p14:nvContentPartPr>
            <p14:xfrm>
              <a:off x="6072624" y="1203696"/>
              <a:ext cx="124920" cy="889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4473BE3-8B2D-39F9-C25E-0FCDD6514E5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068304" y="1199376"/>
                <a:ext cx="13356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813FA85-DCDC-0228-4676-00A61D684B9A}"/>
                  </a:ext>
                </a:extLst>
              </p14:cNvPr>
              <p14:cNvContentPartPr/>
              <p14:nvPr/>
            </p14:nvContentPartPr>
            <p14:xfrm>
              <a:off x="6290424" y="1106856"/>
              <a:ext cx="70200" cy="1774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813FA85-DCDC-0228-4676-00A61D684B9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286104" y="1102536"/>
                <a:ext cx="7884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A2CA010-6A2D-EE85-4EAD-DD3A88864BDF}"/>
                  </a:ext>
                </a:extLst>
              </p14:cNvPr>
              <p14:cNvContentPartPr/>
              <p14:nvPr/>
            </p14:nvContentPartPr>
            <p14:xfrm>
              <a:off x="6418944" y="1182816"/>
              <a:ext cx="72000" cy="950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A2CA010-6A2D-EE85-4EAD-DD3A88864BD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414624" y="1178496"/>
                <a:ext cx="8064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20CD8A3-465A-6E37-3F2E-2DC661752A16}"/>
                  </a:ext>
                </a:extLst>
              </p14:cNvPr>
              <p14:cNvContentPartPr/>
              <p14:nvPr/>
            </p14:nvContentPartPr>
            <p14:xfrm>
              <a:off x="3671064" y="1308816"/>
              <a:ext cx="59040" cy="70812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20CD8A3-465A-6E37-3F2E-2DC661752A1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666384" y="1304496"/>
                <a:ext cx="67680" cy="71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AC1AFF1-592F-1647-78FF-30623E2A27E8}"/>
                  </a:ext>
                </a:extLst>
              </p14:cNvPr>
              <p14:cNvContentPartPr/>
              <p14:nvPr/>
            </p14:nvContentPartPr>
            <p14:xfrm>
              <a:off x="2407824" y="2492496"/>
              <a:ext cx="19800" cy="2692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AC1AFF1-592F-1647-78FF-30623E2A27E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403504" y="2488176"/>
                <a:ext cx="2844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914B974-32B7-9846-C481-A92C6356DD6A}"/>
                  </a:ext>
                </a:extLst>
              </p14:cNvPr>
              <p14:cNvContentPartPr/>
              <p14:nvPr/>
            </p14:nvContentPartPr>
            <p14:xfrm>
              <a:off x="2385864" y="2428776"/>
              <a:ext cx="1281240" cy="36432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914B974-32B7-9846-C481-A92C6356DD6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381544" y="2424456"/>
                <a:ext cx="128988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11DD328-B3C6-9781-D759-CD0E36A6033C}"/>
                  </a:ext>
                </a:extLst>
              </p14:cNvPr>
              <p14:cNvContentPartPr/>
              <p14:nvPr/>
            </p14:nvContentPartPr>
            <p14:xfrm>
              <a:off x="3880584" y="2393136"/>
              <a:ext cx="10080" cy="28224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11DD328-B3C6-9781-D759-CD0E36A6033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876264" y="2388816"/>
                <a:ext cx="18720" cy="29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76FD7553-4E67-4D4A-BFED-FA19C019944B}"/>
                  </a:ext>
                </a:extLst>
              </p14:cNvPr>
              <p14:cNvContentPartPr/>
              <p14:nvPr/>
            </p14:nvContentPartPr>
            <p14:xfrm>
              <a:off x="3826224" y="2351016"/>
              <a:ext cx="1193400" cy="3668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76FD7553-4E67-4D4A-BFED-FA19C019944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821904" y="2346696"/>
                <a:ext cx="1202040" cy="37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9AB4434-2A77-A83E-DC00-AE3D81086D85}"/>
                  </a:ext>
                </a:extLst>
              </p14:cNvPr>
              <p14:cNvContentPartPr/>
              <p14:nvPr/>
            </p14:nvContentPartPr>
            <p14:xfrm>
              <a:off x="5338584" y="2277936"/>
              <a:ext cx="73440" cy="35892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69AB4434-2A77-A83E-DC00-AE3D81086D8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334264" y="2273616"/>
                <a:ext cx="82080" cy="36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5B1F1506-EA1B-AC82-686D-14C89F6DBFA2}"/>
                  </a:ext>
                </a:extLst>
              </p14:cNvPr>
              <p14:cNvContentPartPr/>
              <p14:nvPr/>
            </p14:nvContentPartPr>
            <p14:xfrm>
              <a:off x="5338584" y="2338776"/>
              <a:ext cx="15120" cy="1656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5B1F1506-EA1B-AC82-686D-14C89F6DBFA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334264" y="2334456"/>
                <a:ext cx="2376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48686C0B-F152-DCFE-C1B3-E9546AC68D74}"/>
                  </a:ext>
                </a:extLst>
              </p14:cNvPr>
              <p14:cNvContentPartPr/>
              <p14:nvPr/>
            </p14:nvContentPartPr>
            <p14:xfrm>
              <a:off x="6418944" y="1022256"/>
              <a:ext cx="37440" cy="90900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48686C0B-F152-DCFE-C1B3-E9546AC68D7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414624" y="1017936"/>
                <a:ext cx="46080" cy="9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4BA86381-7A32-F334-A8DF-097FE8F0834D}"/>
                  </a:ext>
                </a:extLst>
              </p14:cNvPr>
              <p14:cNvContentPartPr/>
              <p14:nvPr/>
            </p14:nvContentPartPr>
            <p14:xfrm>
              <a:off x="5365944" y="2231856"/>
              <a:ext cx="968040" cy="4518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4BA86381-7A32-F334-A8DF-097FE8F0834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361624" y="2227536"/>
                <a:ext cx="976680" cy="46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0891D19-4061-6E47-EEEF-D4D26F71AD2A}"/>
                  </a:ext>
                </a:extLst>
              </p14:cNvPr>
              <p14:cNvContentPartPr/>
              <p14:nvPr/>
            </p14:nvContentPartPr>
            <p14:xfrm>
              <a:off x="6542424" y="2221416"/>
              <a:ext cx="72000" cy="4147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0891D19-4061-6E47-EEEF-D4D26F71AD2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538104" y="2217096"/>
                <a:ext cx="80640" cy="42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C81E7436-372E-12B1-3D94-852C7FA21F73}"/>
                  </a:ext>
                </a:extLst>
              </p14:cNvPr>
              <p14:cNvContentPartPr/>
              <p14:nvPr/>
            </p14:nvContentPartPr>
            <p14:xfrm>
              <a:off x="6464304" y="2109456"/>
              <a:ext cx="1164600" cy="4867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C81E7436-372E-12B1-3D94-852C7FA21F7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459984" y="2105136"/>
                <a:ext cx="1173240" cy="49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07AB3E2-3C08-C172-3A19-930CE1DD14E8}"/>
                  </a:ext>
                </a:extLst>
              </p14:cNvPr>
              <p14:cNvContentPartPr/>
              <p14:nvPr/>
            </p14:nvContentPartPr>
            <p14:xfrm>
              <a:off x="2697984" y="2299536"/>
              <a:ext cx="117360" cy="856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07AB3E2-3C08-C172-3A19-930CE1DD14E8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693664" y="2295216"/>
                <a:ext cx="12600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A3EFE0E-FAF7-933E-14D1-836E2D296E06}"/>
                  </a:ext>
                </a:extLst>
              </p14:cNvPr>
              <p14:cNvContentPartPr/>
              <p14:nvPr/>
            </p14:nvContentPartPr>
            <p14:xfrm>
              <a:off x="2874384" y="2215296"/>
              <a:ext cx="90000" cy="21060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A3EFE0E-FAF7-933E-14D1-836E2D296E0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870064" y="2210976"/>
                <a:ext cx="9864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E95D5E55-825B-890E-F909-B8B4951CA2BC}"/>
                  </a:ext>
                </a:extLst>
              </p14:cNvPr>
              <p14:cNvContentPartPr/>
              <p14:nvPr/>
            </p14:nvContentPartPr>
            <p14:xfrm>
              <a:off x="3015144" y="2238696"/>
              <a:ext cx="75240" cy="1062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E95D5E55-825B-890E-F909-B8B4951CA2B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010824" y="2234376"/>
                <a:ext cx="8388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65575CF4-DDDF-6EB1-B9B2-A34952FDD0BC}"/>
                  </a:ext>
                </a:extLst>
              </p14:cNvPr>
              <p14:cNvContentPartPr/>
              <p14:nvPr/>
            </p14:nvContentPartPr>
            <p14:xfrm>
              <a:off x="3056544" y="2275416"/>
              <a:ext cx="32040" cy="14580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65575CF4-DDDF-6EB1-B9B2-A34952FDD0B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052224" y="2271096"/>
                <a:ext cx="4068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A58B039-91A0-D7F6-9A0B-21D64A5257EC}"/>
                  </a:ext>
                </a:extLst>
              </p14:cNvPr>
              <p14:cNvContentPartPr/>
              <p14:nvPr/>
            </p14:nvContentPartPr>
            <p14:xfrm>
              <a:off x="4058424" y="2188656"/>
              <a:ext cx="166320" cy="7200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A58B039-91A0-D7F6-9A0B-21D64A5257EC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054104" y="2184336"/>
                <a:ext cx="17496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7996391-E9DF-E3D7-B5AF-49CF33BB4C1D}"/>
                  </a:ext>
                </a:extLst>
              </p14:cNvPr>
              <p14:cNvContentPartPr/>
              <p14:nvPr/>
            </p14:nvContentPartPr>
            <p14:xfrm>
              <a:off x="4258944" y="2130696"/>
              <a:ext cx="82800" cy="1713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7996391-E9DF-E3D7-B5AF-49CF33BB4C1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4254624" y="2126376"/>
                <a:ext cx="9144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0FC6968-F39F-0D77-3337-C5555C57820E}"/>
                  </a:ext>
                </a:extLst>
              </p14:cNvPr>
              <p14:cNvContentPartPr/>
              <p14:nvPr/>
            </p14:nvContentPartPr>
            <p14:xfrm>
              <a:off x="4373424" y="2210976"/>
              <a:ext cx="82800" cy="612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0FC6968-F39F-0D77-3337-C5555C57820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369104" y="2206656"/>
                <a:ext cx="9144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625A2EE-11A8-10CE-455B-37CDAA6F5DB4}"/>
                  </a:ext>
                </a:extLst>
              </p14:cNvPr>
              <p14:cNvContentPartPr/>
              <p14:nvPr/>
            </p14:nvContentPartPr>
            <p14:xfrm>
              <a:off x="4422024" y="2218536"/>
              <a:ext cx="27360" cy="11988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625A2EE-11A8-10CE-455B-37CDAA6F5DB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417704" y="2214216"/>
                <a:ext cx="3600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49EB6D0-2D89-6D89-2FD0-AC7D9125FC55}"/>
                  </a:ext>
                </a:extLst>
              </p14:cNvPr>
              <p14:cNvContentPartPr/>
              <p14:nvPr/>
            </p14:nvContentPartPr>
            <p14:xfrm>
              <a:off x="5529024" y="2093976"/>
              <a:ext cx="102600" cy="655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49EB6D0-2D89-6D89-2FD0-AC7D9125FC5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524704" y="2089656"/>
                <a:ext cx="11124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F9A7B0E-4708-944F-52E4-C6297585893A}"/>
                  </a:ext>
                </a:extLst>
              </p14:cNvPr>
              <p14:cNvContentPartPr/>
              <p14:nvPr/>
            </p14:nvContentPartPr>
            <p14:xfrm>
              <a:off x="5701824" y="2002176"/>
              <a:ext cx="73440" cy="1774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F9A7B0E-4708-944F-52E4-C6297585893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697504" y="1997856"/>
                <a:ext cx="8208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E00C499-FB1C-157B-183B-5724C4476129}"/>
                  </a:ext>
                </a:extLst>
              </p14:cNvPr>
              <p14:cNvContentPartPr/>
              <p14:nvPr/>
            </p14:nvContentPartPr>
            <p14:xfrm>
              <a:off x="5802264" y="2077056"/>
              <a:ext cx="116280" cy="723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E00C499-FB1C-157B-183B-5724C447612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797944" y="2072736"/>
                <a:ext cx="12492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0F35E52-8DC4-A5FE-68DF-7ADA2A3958E7}"/>
                  </a:ext>
                </a:extLst>
              </p14:cNvPr>
              <p14:cNvContentPartPr/>
              <p14:nvPr/>
            </p14:nvContentPartPr>
            <p14:xfrm>
              <a:off x="5831064" y="2077056"/>
              <a:ext cx="360" cy="36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0F35E52-8DC4-A5FE-68DF-7ADA2A3958E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826744" y="2072736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7CFFAA0-72E2-DCC6-0362-0B523BBB21FE}"/>
                  </a:ext>
                </a:extLst>
              </p14:cNvPr>
              <p14:cNvContentPartPr/>
              <p14:nvPr/>
            </p14:nvContentPartPr>
            <p14:xfrm>
              <a:off x="5831064" y="2077056"/>
              <a:ext cx="32040" cy="1346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7CFFAA0-72E2-DCC6-0362-0B523BBB21F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826744" y="2072736"/>
                <a:ext cx="4068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2815E2A8-DE36-B56B-90F8-CB8AC20B7327}"/>
                  </a:ext>
                </a:extLst>
              </p14:cNvPr>
              <p14:cNvContentPartPr/>
              <p14:nvPr/>
            </p14:nvContentPartPr>
            <p14:xfrm>
              <a:off x="6833304" y="2025576"/>
              <a:ext cx="129600" cy="6732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2815E2A8-DE36-B56B-90F8-CB8AC20B7327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828984" y="2021256"/>
                <a:ext cx="13824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E0E35F49-1954-09C2-0A2C-C02B524197BA}"/>
                  </a:ext>
                </a:extLst>
              </p14:cNvPr>
              <p14:cNvContentPartPr/>
              <p14:nvPr/>
            </p14:nvContentPartPr>
            <p14:xfrm>
              <a:off x="7006464" y="1933056"/>
              <a:ext cx="124560" cy="17424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E0E35F49-1954-09C2-0A2C-C02B524197BA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002144" y="1928736"/>
                <a:ext cx="13320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027634C-0EBD-8776-506B-9F754A43460F}"/>
                  </a:ext>
                </a:extLst>
              </p14:cNvPr>
              <p14:cNvContentPartPr/>
              <p14:nvPr/>
            </p14:nvContentPartPr>
            <p14:xfrm>
              <a:off x="7137504" y="2002176"/>
              <a:ext cx="159480" cy="7092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027634C-0EBD-8776-506B-9F754A43460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7133184" y="1997856"/>
                <a:ext cx="16812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4135D57C-5BB4-6084-FB78-AFD2A7AD075C}"/>
                  </a:ext>
                </a:extLst>
              </p14:cNvPr>
              <p14:cNvContentPartPr/>
              <p14:nvPr/>
            </p14:nvContentPartPr>
            <p14:xfrm>
              <a:off x="7194384" y="2029896"/>
              <a:ext cx="54000" cy="15408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4135D57C-5BB4-6084-FB78-AFD2A7AD075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190064" y="2025576"/>
                <a:ext cx="6264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7F5A28AE-87E1-77A6-6873-1F32BB8F6A43}"/>
                  </a:ext>
                </a:extLst>
              </p14:cNvPr>
              <p14:cNvContentPartPr/>
              <p14:nvPr/>
            </p14:nvContentPartPr>
            <p14:xfrm>
              <a:off x="2944224" y="2347776"/>
              <a:ext cx="15120" cy="59760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7F5A28AE-87E1-77A6-6873-1F32BB8F6A4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939904" y="2343456"/>
                <a:ext cx="23760" cy="60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8367011B-0DB8-7DBC-3488-17D21D127665}"/>
                  </a:ext>
                </a:extLst>
              </p14:cNvPr>
              <p14:cNvContentPartPr/>
              <p14:nvPr/>
            </p14:nvContentPartPr>
            <p14:xfrm>
              <a:off x="4419504" y="2252736"/>
              <a:ext cx="48960" cy="53928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8367011B-0DB8-7DBC-3488-17D21D127665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4415184" y="2248416"/>
                <a:ext cx="57600" cy="54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5FC789D-D05F-1F17-FD44-F90E23FD183E}"/>
                  </a:ext>
                </a:extLst>
              </p14:cNvPr>
              <p14:cNvContentPartPr/>
              <p14:nvPr/>
            </p14:nvContentPartPr>
            <p14:xfrm>
              <a:off x="5757984" y="2167056"/>
              <a:ext cx="41760" cy="78948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5FC789D-D05F-1F17-FD44-F90E23FD183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753664" y="2162736"/>
                <a:ext cx="50400" cy="79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E5ED700F-0B3C-A2F4-8868-8054F09D03C9}"/>
                  </a:ext>
                </a:extLst>
              </p14:cNvPr>
              <p14:cNvContentPartPr/>
              <p14:nvPr/>
            </p14:nvContentPartPr>
            <p14:xfrm>
              <a:off x="6943464" y="2105856"/>
              <a:ext cx="39960" cy="78984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E5ED700F-0B3C-A2F4-8868-8054F09D03C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939144" y="2101536"/>
                <a:ext cx="48600" cy="79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74B81EDE-193B-DB44-F036-EB5A5AF56910}"/>
                  </a:ext>
                </a:extLst>
              </p14:cNvPr>
              <p14:cNvContentPartPr/>
              <p14:nvPr/>
            </p14:nvContentPartPr>
            <p14:xfrm>
              <a:off x="5343624" y="3302496"/>
              <a:ext cx="41760" cy="23472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74B81EDE-193B-DB44-F036-EB5A5AF56910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5339304" y="3298176"/>
                <a:ext cx="5040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ACCB0E45-EA3B-6979-57B9-BA0BEC97B62B}"/>
                  </a:ext>
                </a:extLst>
              </p14:cNvPr>
              <p14:cNvContentPartPr/>
              <p14:nvPr/>
            </p14:nvContentPartPr>
            <p14:xfrm>
              <a:off x="5343624" y="3265776"/>
              <a:ext cx="361080" cy="26172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ACCB0E45-EA3B-6979-57B9-BA0BEC97B62B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339304" y="3261456"/>
                <a:ext cx="36972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BE45B195-823E-4F9C-1AF9-87E21686D082}"/>
                  </a:ext>
                </a:extLst>
              </p14:cNvPr>
              <p14:cNvContentPartPr/>
              <p14:nvPr/>
            </p14:nvContentPartPr>
            <p14:xfrm>
              <a:off x="5907024" y="3234456"/>
              <a:ext cx="26640" cy="21528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BE45B195-823E-4F9C-1AF9-87E21686D082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902704" y="3230136"/>
                <a:ext cx="3528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0CE3044E-1DAE-D7C4-3F14-5212C851D1A1}"/>
                  </a:ext>
                </a:extLst>
              </p14:cNvPr>
              <p14:cNvContentPartPr/>
              <p14:nvPr/>
            </p14:nvContentPartPr>
            <p14:xfrm>
              <a:off x="5950584" y="3229416"/>
              <a:ext cx="468720" cy="25056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0CE3044E-1DAE-D7C4-3F14-5212C851D1A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5946264" y="3225096"/>
                <a:ext cx="47736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0364E5BD-51E0-9F29-DEFD-0FC64C6A4309}"/>
                  </a:ext>
                </a:extLst>
              </p14:cNvPr>
              <p14:cNvContentPartPr/>
              <p14:nvPr/>
            </p14:nvContentPartPr>
            <p14:xfrm>
              <a:off x="6626664" y="3173256"/>
              <a:ext cx="11880" cy="1994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0364E5BD-51E0-9F29-DEFD-0FC64C6A430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6622344" y="3168936"/>
                <a:ext cx="2052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7495ABC7-ED1D-6E7E-C9CD-DADEC3037E9B}"/>
                  </a:ext>
                </a:extLst>
              </p14:cNvPr>
              <p14:cNvContentPartPr/>
              <p14:nvPr/>
            </p14:nvContentPartPr>
            <p14:xfrm>
              <a:off x="6628464" y="3122856"/>
              <a:ext cx="271080" cy="28332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7495ABC7-ED1D-6E7E-C9CD-DADEC3037E9B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624144" y="3118536"/>
                <a:ext cx="27972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920B85CC-AA1E-BF6A-1E01-CC2327EDE06D}"/>
                  </a:ext>
                </a:extLst>
              </p14:cNvPr>
              <p14:cNvContentPartPr/>
              <p14:nvPr/>
            </p14:nvContentPartPr>
            <p14:xfrm>
              <a:off x="7093584" y="3140856"/>
              <a:ext cx="20520" cy="19008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920B85CC-AA1E-BF6A-1E01-CC2327EDE06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7089264" y="3136536"/>
                <a:ext cx="29160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56E56347-C6F5-79CF-99C1-B0F20E229D58}"/>
                  </a:ext>
                </a:extLst>
              </p14:cNvPr>
              <p14:cNvContentPartPr/>
              <p14:nvPr/>
            </p14:nvContentPartPr>
            <p14:xfrm>
              <a:off x="7072344" y="3064176"/>
              <a:ext cx="551520" cy="35388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56E56347-C6F5-79CF-99C1-B0F20E229D5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068024" y="3059856"/>
                <a:ext cx="560160" cy="36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92A065DE-AC72-1DBC-0F7D-FE73C81FF754}"/>
              </a:ext>
            </a:extLst>
          </p:cNvPr>
          <p:cNvGrpSpPr/>
          <p:nvPr/>
        </p:nvGrpSpPr>
        <p:grpSpPr>
          <a:xfrm>
            <a:off x="2415024" y="3167856"/>
            <a:ext cx="2577960" cy="583920"/>
            <a:chOff x="2415024" y="3167856"/>
            <a:chExt cx="2577960" cy="583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5543CA7-9971-2B74-FB32-0DCA30DD2C2F}"/>
                    </a:ext>
                  </a:extLst>
                </p14:cNvPr>
                <p14:cNvContentPartPr/>
                <p14:nvPr/>
              </p14:nvContentPartPr>
              <p14:xfrm>
                <a:off x="2415024" y="3516696"/>
                <a:ext cx="16560" cy="2350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5543CA7-9971-2B74-FB32-0DCA30DD2C2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410704" y="3512376"/>
                  <a:ext cx="252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3BC9590-3835-3987-18BA-C1FA4D6CDA51}"/>
                    </a:ext>
                  </a:extLst>
                </p14:cNvPr>
                <p14:cNvContentPartPr/>
                <p14:nvPr/>
              </p14:nvContentPartPr>
              <p14:xfrm>
                <a:off x="2436984" y="3472416"/>
                <a:ext cx="433440" cy="276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3BC9590-3835-3987-18BA-C1FA4D6CDA5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432664" y="3468096"/>
                  <a:ext cx="44208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49E6B82-3AD4-0916-E864-3CC8EA35E15F}"/>
                    </a:ext>
                  </a:extLst>
                </p14:cNvPr>
                <p14:cNvContentPartPr/>
                <p14:nvPr/>
              </p14:nvContentPartPr>
              <p14:xfrm>
                <a:off x="3105144" y="3422016"/>
                <a:ext cx="2880" cy="2376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49E6B82-3AD4-0916-E864-3CC8EA35E15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100824" y="3417696"/>
                  <a:ext cx="115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DEF97B3-93E1-CB6C-2A4C-35D3EC772D45}"/>
                    </a:ext>
                  </a:extLst>
                </p14:cNvPr>
                <p14:cNvContentPartPr/>
                <p14:nvPr/>
              </p14:nvContentPartPr>
              <p14:xfrm>
                <a:off x="3110184" y="3434616"/>
                <a:ext cx="391320" cy="2754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DEF97B3-93E1-CB6C-2A4C-35D3EC772D4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105864" y="3430296"/>
                  <a:ext cx="3999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6ED0FED-B81D-76F2-1FC4-42DFB732C486}"/>
                    </a:ext>
                  </a:extLst>
                </p14:cNvPr>
                <p14:cNvContentPartPr/>
                <p14:nvPr/>
              </p14:nvContentPartPr>
              <p14:xfrm>
                <a:off x="3714624" y="3385296"/>
                <a:ext cx="158760" cy="2052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6ED0FED-B81D-76F2-1FC4-42DFB732C48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710304" y="3380976"/>
                  <a:ext cx="1674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A985378-30B7-C74F-EFD4-668101BA2D8A}"/>
                    </a:ext>
                  </a:extLst>
                </p14:cNvPr>
                <p14:cNvContentPartPr/>
                <p14:nvPr/>
              </p14:nvContentPartPr>
              <p14:xfrm>
                <a:off x="3875544" y="3345336"/>
                <a:ext cx="475920" cy="3117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A985378-30B7-C74F-EFD4-668101BA2D8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871224" y="3341016"/>
                  <a:ext cx="48456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0E90742-204F-7EE6-1BDC-7AD70E1483EE}"/>
                    </a:ext>
                  </a:extLst>
                </p14:cNvPr>
                <p14:cNvContentPartPr/>
                <p14:nvPr/>
              </p14:nvContentPartPr>
              <p14:xfrm>
                <a:off x="4541184" y="3347496"/>
                <a:ext cx="42120" cy="2419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0E90742-204F-7EE6-1BDC-7AD70E1483E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536864" y="3343176"/>
                  <a:ext cx="507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3EA9313-3672-0BCF-EE1D-FCE3D3E25270}"/>
                    </a:ext>
                  </a:extLst>
                </p14:cNvPr>
                <p14:cNvContentPartPr/>
                <p14:nvPr/>
              </p14:nvContentPartPr>
              <p14:xfrm>
                <a:off x="4573224" y="3332376"/>
                <a:ext cx="419760" cy="2818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3EA9313-3672-0BCF-EE1D-FCE3D3E2527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568904" y="3328056"/>
                  <a:ext cx="42840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F74AFED-60E1-050D-30AD-76F070FB3F2D}"/>
                    </a:ext>
                  </a:extLst>
                </p14:cNvPr>
                <p14:cNvContentPartPr/>
                <p14:nvPr/>
              </p14:nvContentPartPr>
              <p14:xfrm>
                <a:off x="2468664" y="3198096"/>
                <a:ext cx="96480" cy="781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F74AFED-60E1-050D-30AD-76F070FB3F2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464344" y="3193776"/>
                  <a:ext cx="1051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B54FC62-7DBB-EA83-3DB7-9ABAAFA7415D}"/>
                    </a:ext>
                  </a:extLst>
                </p14:cNvPr>
                <p14:cNvContentPartPr/>
                <p14:nvPr/>
              </p14:nvContentPartPr>
              <p14:xfrm>
                <a:off x="2564064" y="3167856"/>
                <a:ext cx="117720" cy="2199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B54FC62-7DBB-EA83-3DB7-9ABAAFA7415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559744" y="3163536"/>
                  <a:ext cx="1263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E5868AF-6DCC-7A35-EE9F-71D4051B7F31}"/>
                    </a:ext>
                  </a:extLst>
                </p14:cNvPr>
                <p14:cNvContentPartPr/>
                <p14:nvPr/>
              </p14:nvContentPartPr>
              <p14:xfrm>
                <a:off x="2664864" y="3241656"/>
                <a:ext cx="128520" cy="1364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E5868AF-6DCC-7A35-EE9F-71D4051B7F3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660544" y="3237336"/>
                  <a:ext cx="137160" cy="14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8182EE7E-6234-90DF-BFAD-B1DF9CD8B9E7}"/>
                  </a:ext>
                </a:extLst>
              </p14:cNvPr>
              <p14:cNvContentPartPr/>
              <p14:nvPr/>
            </p14:nvContentPartPr>
            <p14:xfrm>
              <a:off x="4256064" y="3888576"/>
              <a:ext cx="12600" cy="5328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8182EE7E-6234-90DF-BFAD-B1DF9CD8B9E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251744" y="3884256"/>
                <a:ext cx="2124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C126CFB7-B4AB-113A-6BB9-2D0E6EAE2EBF}"/>
                  </a:ext>
                </a:extLst>
              </p14:cNvPr>
              <p14:cNvContentPartPr/>
              <p14:nvPr/>
            </p14:nvContentPartPr>
            <p14:xfrm>
              <a:off x="4248864" y="4252896"/>
              <a:ext cx="2880" cy="4428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C126CFB7-B4AB-113A-6BB9-2D0E6EAE2EBF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244544" y="4248576"/>
                <a:ext cx="1152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8F06897B-8708-A4C2-1357-D0D5C4D0724F}"/>
                  </a:ext>
                </a:extLst>
              </p14:cNvPr>
              <p14:cNvContentPartPr/>
              <p14:nvPr/>
            </p14:nvContentPartPr>
            <p14:xfrm>
              <a:off x="4239144" y="4584456"/>
              <a:ext cx="2880" cy="1656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8F06897B-8708-A4C2-1357-D0D5C4D0724F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234824" y="4580136"/>
                <a:ext cx="1152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897D5A43-3202-5A3B-8A6A-891BDA0CBBAB}"/>
                  </a:ext>
                </a:extLst>
              </p14:cNvPr>
              <p14:cNvContentPartPr/>
              <p14:nvPr/>
            </p14:nvContentPartPr>
            <p14:xfrm>
              <a:off x="2678544" y="4755816"/>
              <a:ext cx="2880" cy="15804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897D5A43-3202-5A3B-8A6A-891BDA0CBBAB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2674224" y="4751496"/>
                <a:ext cx="11520" cy="16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40D79096-8ADD-57DB-C25E-E7C1BC2765E2}"/>
              </a:ext>
            </a:extLst>
          </p:cNvPr>
          <p:cNvGrpSpPr/>
          <p:nvPr/>
        </p:nvGrpSpPr>
        <p:grpSpPr>
          <a:xfrm>
            <a:off x="2361384" y="5112576"/>
            <a:ext cx="6613560" cy="1092240"/>
            <a:chOff x="2361384" y="5112576"/>
            <a:chExt cx="6613560" cy="109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A57D0D0-53BF-32DB-6026-6F6E87C41EAB}"/>
                    </a:ext>
                  </a:extLst>
                </p14:cNvPr>
                <p14:cNvContentPartPr/>
                <p14:nvPr/>
              </p14:nvContentPartPr>
              <p14:xfrm>
                <a:off x="2493144" y="5157936"/>
                <a:ext cx="49320" cy="3214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A57D0D0-53BF-32DB-6026-6F6E87C41EA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488824" y="5153616"/>
                  <a:ext cx="5796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55E844C-A369-665D-C9F9-6397BC889712}"/>
                    </a:ext>
                  </a:extLst>
                </p14:cNvPr>
                <p14:cNvContentPartPr/>
                <p14:nvPr/>
              </p14:nvContentPartPr>
              <p14:xfrm>
                <a:off x="2511504" y="5112576"/>
                <a:ext cx="424080" cy="3762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55E844C-A369-665D-C9F9-6397BC88971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507184" y="5108256"/>
                  <a:ext cx="43272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667FB6B-93F2-6B0B-08EA-6092DBD961DE}"/>
                    </a:ext>
                  </a:extLst>
                </p14:cNvPr>
                <p14:cNvContentPartPr/>
                <p14:nvPr/>
              </p14:nvContentPartPr>
              <p14:xfrm>
                <a:off x="2629584" y="5570136"/>
                <a:ext cx="6170760" cy="489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667FB6B-93F2-6B0B-08EA-6092DBD961D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625264" y="5565816"/>
                  <a:ext cx="617940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8877743-9C0F-9DD8-71ED-3D9450269059}"/>
                    </a:ext>
                  </a:extLst>
                </p14:cNvPr>
                <p14:cNvContentPartPr/>
                <p14:nvPr/>
              </p14:nvContentPartPr>
              <p14:xfrm>
                <a:off x="8781624" y="5425416"/>
                <a:ext cx="193320" cy="3139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8877743-9C0F-9DD8-71ED-3D945026905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777304" y="5421096"/>
                  <a:ext cx="2019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AFC3BA9-61F9-695C-4FFF-E5A2253F7244}"/>
                    </a:ext>
                  </a:extLst>
                </p14:cNvPr>
                <p14:cNvContentPartPr/>
                <p14:nvPr/>
              </p14:nvContentPartPr>
              <p14:xfrm>
                <a:off x="2361384" y="5938416"/>
                <a:ext cx="402840" cy="226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AFC3BA9-61F9-695C-4FFF-E5A2253F724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357064" y="5934096"/>
                  <a:ext cx="4114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E49820B-49A2-B74A-C7E2-A01D48843804}"/>
                    </a:ext>
                  </a:extLst>
                </p14:cNvPr>
                <p14:cNvContentPartPr/>
                <p14:nvPr/>
              </p14:nvContentPartPr>
              <p14:xfrm>
                <a:off x="4797504" y="6093936"/>
                <a:ext cx="176040" cy="1108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E49820B-49A2-B74A-C7E2-A01D4884380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793184" y="6089616"/>
                  <a:ext cx="1846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8EE5F9D-D1B0-9090-042D-F0ACB3C06FBB}"/>
                    </a:ext>
                  </a:extLst>
                </p14:cNvPr>
                <p14:cNvContentPartPr/>
                <p14:nvPr/>
              </p14:nvContentPartPr>
              <p14:xfrm>
                <a:off x="5382504" y="6048936"/>
                <a:ext cx="185760" cy="67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8EE5F9D-D1B0-9090-042D-F0ACB3C06FB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378184" y="6044616"/>
                  <a:ext cx="1944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A248629-0E42-63D4-B1CA-C4A8A47C06DE}"/>
                    </a:ext>
                  </a:extLst>
                </p14:cNvPr>
                <p14:cNvContentPartPr/>
                <p14:nvPr/>
              </p14:nvContentPartPr>
              <p14:xfrm>
                <a:off x="5502024" y="5971536"/>
                <a:ext cx="41760" cy="133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A248629-0E42-63D4-B1CA-C4A8A47C06D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497704" y="5967216"/>
                  <a:ext cx="504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597B2B5-408A-98A5-C07E-2BC1BDA3A2CA}"/>
                    </a:ext>
                  </a:extLst>
                </p14:cNvPr>
                <p14:cNvContentPartPr/>
                <p14:nvPr/>
              </p14:nvContentPartPr>
              <p14:xfrm>
                <a:off x="5672664" y="5895936"/>
                <a:ext cx="59040" cy="1875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597B2B5-408A-98A5-C07E-2BC1BDA3A2C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668344" y="5891616"/>
                  <a:ext cx="676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08F70AC-49C1-D6CD-9A7D-571C495A45F3}"/>
                    </a:ext>
                  </a:extLst>
                </p14:cNvPr>
                <p14:cNvContentPartPr/>
                <p14:nvPr/>
              </p14:nvContentPartPr>
              <p14:xfrm>
                <a:off x="5624064" y="5991336"/>
                <a:ext cx="235080" cy="705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08F70AC-49C1-D6CD-9A7D-571C495A45F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619744" y="5987016"/>
                  <a:ext cx="2437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A0CB808-DB30-DBAB-4F46-EFAB1BC7FCDA}"/>
                    </a:ext>
                  </a:extLst>
                </p14:cNvPr>
                <p14:cNvContentPartPr/>
                <p14:nvPr/>
              </p14:nvContentPartPr>
              <p14:xfrm>
                <a:off x="5904504" y="6004296"/>
                <a:ext cx="232200" cy="3996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A0CB808-DB30-DBAB-4F46-EFAB1BC7FCD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900184" y="5999976"/>
                  <a:ext cx="2408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7B9BFC6-E0B8-C6B1-7445-24D0EC4458A9}"/>
                    </a:ext>
                  </a:extLst>
                </p14:cNvPr>
                <p14:cNvContentPartPr/>
                <p14:nvPr/>
              </p14:nvContentPartPr>
              <p14:xfrm>
                <a:off x="6231384" y="5967576"/>
                <a:ext cx="86760" cy="727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7B9BFC6-E0B8-C6B1-7445-24D0EC4458A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227064" y="5963256"/>
                  <a:ext cx="95400" cy="8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3B69F36F-4532-90E7-2C66-A1318A3F5DCD}"/>
                  </a:ext>
                </a:extLst>
              </p14:cNvPr>
              <p14:cNvContentPartPr/>
              <p14:nvPr/>
            </p14:nvContentPartPr>
            <p14:xfrm>
              <a:off x="10590624" y="585576"/>
              <a:ext cx="195480" cy="9468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3B69F36F-4532-90E7-2C66-A1318A3F5DCD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0586304" y="581256"/>
                <a:ext cx="204120" cy="10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61A7D8B-A4FF-1587-1ECD-18AE78FF9B6C}"/>
              </a:ext>
            </a:extLst>
          </p:cNvPr>
          <p:cNvGrpSpPr/>
          <p:nvPr/>
        </p:nvGrpSpPr>
        <p:grpSpPr>
          <a:xfrm>
            <a:off x="9388584" y="1267776"/>
            <a:ext cx="720000" cy="272520"/>
            <a:chOff x="9388584" y="1267776"/>
            <a:chExt cx="720000" cy="27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89FE532-66F4-0E47-EC06-145A30B8F3B3}"/>
                    </a:ext>
                  </a:extLst>
                </p14:cNvPr>
                <p14:cNvContentPartPr/>
                <p14:nvPr/>
              </p14:nvContentPartPr>
              <p14:xfrm>
                <a:off x="9388584" y="1350576"/>
                <a:ext cx="239400" cy="1764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89FE532-66F4-0E47-EC06-145A30B8F3B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384264" y="1346256"/>
                  <a:ext cx="2480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E725FEE-1828-1775-0023-B5E95D4C440D}"/>
                    </a:ext>
                  </a:extLst>
                </p14:cNvPr>
                <p14:cNvContentPartPr/>
                <p14:nvPr/>
              </p14:nvContentPartPr>
              <p14:xfrm>
                <a:off x="9783504" y="1267776"/>
                <a:ext cx="134640" cy="684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E725FEE-1828-1775-0023-B5E95D4C440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779184" y="1263456"/>
                  <a:ext cx="1432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ADDDC9F-3849-5CD6-1AB4-E35C7050F515}"/>
                    </a:ext>
                  </a:extLst>
                </p14:cNvPr>
                <p14:cNvContentPartPr/>
                <p14:nvPr/>
              </p14:nvContentPartPr>
              <p14:xfrm>
                <a:off x="9870264" y="1282896"/>
                <a:ext cx="216000" cy="1936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ADDDC9F-3849-5CD6-1AB4-E35C7050F51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865944" y="1278576"/>
                  <a:ext cx="2246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7D82BE0-CA50-A31A-7B3B-CE551F8C8784}"/>
                    </a:ext>
                  </a:extLst>
                </p14:cNvPr>
                <p14:cNvContentPartPr/>
                <p14:nvPr/>
              </p14:nvContentPartPr>
              <p14:xfrm>
                <a:off x="9976464" y="1436976"/>
                <a:ext cx="132120" cy="1033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7D82BE0-CA50-A31A-7B3B-CE551F8C878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972144" y="1432656"/>
                  <a:ext cx="14076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5288E421-9A88-7F49-823D-0596F600AE48}"/>
              </a:ext>
            </a:extLst>
          </p:cNvPr>
          <p:cNvGrpSpPr/>
          <p:nvPr/>
        </p:nvGrpSpPr>
        <p:grpSpPr>
          <a:xfrm>
            <a:off x="10490904" y="1392696"/>
            <a:ext cx="114840" cy="41760"/>
            <a:chOff x="10490904" y="1392696"/>
            <a:chExt cx="114840" cy="4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7612B4D-F60E-3242-3934-DEE4FCA2099A}"/>
                    </a:ext>
                  </a:extLst>
                </p14:cNvPr>
                <p14:cNvContentPartPr/>
                <p14:nvPr/>
              </p14:nvContentPartPr>
              <p14:xfrm>
                <a:off x="10490904" y="1392696"/>
                <a:ext cx="94320" cy="3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7612B4D-F60E-3242-3934-DEE4FCA2099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486584" y="1388376"/>
                  <a:ext cx="10296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837D0B2-22AD-18D5-EEE2-2FC710EF5F94}"/>
                    </a:ext>
                  </a:extLst>
                </p14:cNvPr>
                <p14:cNvContentPartPr/>
                <p14:nvPr/>
              </p14:nvContentPartPr>
              <p14:xfrm>
                <a:off x="10490904" y="1392696"/>
                <a:ext cx="114840" cy="417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837D0B2-22AD-18D5-EEE2-2FC710EF5F9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486584" y="1388376"/>
                  <a:ext cx="123480" cy="5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1946AE39-5F06-F975-0C36-BCD011B1B155}"/>
                  </a:ext>
                </a:extLst>
              </p14:cNvPr>
              <p14:cNvContentPartPr/>
              <p14:nvPr/>
            </p14:nvContentPartPr>
            <p14:xfrm>
              <a:off x="10834704" y="1313496"/>
              <a:ext cx="119880" cy="7884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1946AE39-5F06-F975-0C36-BCD011B1B155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10830384" y="1309176"/>
                <a:ext cx="128520" cy="87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Group 130">
            <a:extLst>
              <a:ext uri="{FF2B5EF4-FFF2-40B4-BE49-F238E27FC236}">
                <a16:creationId xmlns:a16="http://schemas.microsoft.com/office/drawing/2014/main" id="{CBBF6B5C-F5D7-A458-6C09-3053BF66F424}"/>
              </a:ext>
            </a:extLst>
          </p:cNvPr>
          <p:cNvGrpSpPr/>
          <p:nvPr/>
        </p:nvGrpSpPr>
        <p:grpSpPr>
          <a:xfrm>
            <a:off x="9139824" y="2000736"/>
            <a:ext cx="141840" cy="196920"/>
            <a:chOff x="9139824" y="2000736"/>
            <a:chExt cx="141840" cy="19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8BECD7A-A802-9D9D-189F-EEC9E8E11986}"/>
                    </a:ext>
                  </a:extLst>
                </p14:cNvPr>
                <p14:cNvContentPartPr/>
                <p14:nvPr/>
              </p14:nvContentPartPr>
              <p14:xfrm>
                <a:off x="9139824" y="2000736"/>
                <a:ext cx="127080" cy="1324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8BECD7A-A802-9D9D-189F-EEC9E8E1198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135504" y="1996416"/>
                  <a:ext cx="1357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73A2FFD6-35C3-A4D4-4E4D-C358AA30C91C}"/>
                    </a:ext>
                  </a:extLst>
                </p14:cNvPr>
                <p14:cNvContentPartPr/>
                <p14:nvPr/>
              </p14:nvContentPartPr>
              <p14:xfrm>
                <a:off x="9247104" y="2049336"/>
                <a:ext cx="34560" cy="1483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73A2FFD6-35C3-A4D4-4E4D-C358AA30C91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242784" y="2045016"/>
                  <a:ext cx="4320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4E91C78-F9D3-0FD3-B514-D2B1F8271AB1}"/>
              </a:ext>
            </a:extLst>
          </p:cNvPr>
          <p:cNvGrpSpPr/>
          <p:nvPr/>
        </p:nvGrpSpPr>
        <p:grpSpPr>
          <a:xfrm>
            <a:off x="9610704" y="1971216"/>
            <a:ext cx="312120" cy="281880"/>
            <a:chOff x="9610704" y="1971216"/>
            <a:chExt cx="312120" cy="28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A194A78-6F84-88B1-F2E0-6FC7912987DF}"/>
                    </a:ext>
                  </a:extLst>
                </p14:cNvPr>
                <p14:cNvContentPartPr/>
                <p14:nvPr/>
              </p14:nvContentPartPr>
              <p14:xfrm>
                <a:off x="9610704" y="1971216"/>
                <a:ext cx="107640" cy="8748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A194A78-6F84-88B1-F2E0-6FC7912987D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606384" y="1966896"/>
                  <a:ext cx="1162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71BA118-1F9E-99CE-0E6D-DC545134CE5D}"/>
                    </a:ext>
                  </a:extLst>
                </p14:cNvPr>
                <p14:cNvContentPartPr/>
                <p14:nvPr/>
              </p14:nvContentPartPr>
              <p14:xfrm>
                <a:off x="9666504" y="1994976"/>
                <a:ext cx="234360" cy="2019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71BA118-1F9E-99CE-0E6D-DC545134CE5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662184" y="1990656"/>
                  <a:ext cx="2430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562DE45-1992-2558-5CFB-179AB23E9EC6}"/>
                    </a:ext>
                  </a:extLst>
                </p14:cNvPr>
                <p14:cNvContentPartPr/>
                <p14:nvPr/>
              </p14:nvContentPartPr>
              <p14:xfrm>
                <a:off x="9773784" y="2110176"/>
                <a:ext cx="141840" cy="1029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562DE45-1992-2558-5CFB-179AB23E9EC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769464" y="2105856"/>
                  <a:ext cx="1504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8211948-88F6-E9FF-16A2-88EA1A117066}"/>
                    </a:ext>
                  </a:extLst>
                </p14:cNvPr>
                <p14:cNvContentPartPr/>
                <p14:nvPr/>
              </p14:nvContentPartPr>
              <p14:xfrm>
                <a:off x="9883584" y="2129976"/>
                <a:ext cx="39240" cy="1231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8211948-88F6-E9FF-16A2-88EA1A11706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879264" y="2125656"/>
                  <a:ext cx="4788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824DFA09-412F-3F04-3E72-4D6A7FF9E389}"/>
              </a:ext>
            </a:extLst>
          </p:cNvPr>
          <p:cNvGrpSpPr/>
          <p:nvPr/>
        </p:nvGrpSpPr>
        <p:grpSpPr>
          <a:xfrm>
            <a:off x="10434744" y="2066616"/>
            <a:ext cx="188280" cy="39960"/>
            <a:chOff x="10434744" y="2066616"/>
            <a:chExt cx="188280" cy="3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CB0F063-6E69-830C-ECAD-88CBD44D4870}"/>
                    </a:ext>
                  </a:extLst>
                </p14:cNvPr>
                <p14:cNvContentPartPr/>
                <p14:nvPr/>
              </p14:nvContentPartPr>
              <p14:xfrm>
                <a:off x="10434744" y="2066616"/>
                <a:ext cx="122400" cy="86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CB0F063-6E69-830C-ECAD-88CBD44D487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430424" y="2062296"/>
                  <a:ext cx="13104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0AE531A0-EDF5-870F-F7C4-2F665F75D031}"/>
                    </a:ext>
                  </a:extLst>
                </p14:cNvPr>
                <p14:cNvContentPartPr/>
                <p14:nvPr/>
              </p14:nvContentPartPr>
              <p14:xfrm>
                <a:off x="10490904" y="2089296"/>
                <a:ext cx="132120" cy="172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0AE531A0-EDF5-870F-F7C4-2F665F75D03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486584" y="2084976"/>
                  <a:ext cx="140760" cy="2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2B7FA182-89B4-0545-E1D4-C1FD8AF8EEDC}"/>
                  </a:ext>
                </a:extLst>
              </p14:cNvPr>
              <p14:cNvContentPartPr/>
              <p14:nvPr/>
            </p14:nvContentPartPr>
            <p14:xfrm>
              <a:off x="10854144" y="2004696"/>
              <a:ext cx="127800" cy="8892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2B7FA182-89B4-0545-E1D4-C1FD8AF8EEDC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10849824" y="2000376"/>
                <a:ext cx="13644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2411E04E-4E89-B30A-D865-B91877A26F2B}"/>
                  </a:ext>
                </a:extLst>
              </p14:cNvPr>
              <p14:cNvContentPartPr/>
              <p14:nvPr/>
            </p14:nvContentPartPr>
            <p14:xfrm>
              <a:off x="9105984" y="3005136"/>
              <a:ext cx="126720" cy="19404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2411E04E-4E89-B30A-D865-B91877A26F2B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9101664" y="3000816"/>
                <a:ext cx="135360" cy="20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1" name="Group 140">
            <a:extLst>
              <a:ext uri="{FF2B5EF4-FFF2-40B4-BE49-F238E27FC236}">
                <a16:creationId xmlns:a16="http://schemas.microsoft.com/office/drawing/2014/main" id="{BAEB0A2D-315B-FF7B-EF84-BA4DE2CDCDE8}"/>
              </a:ext>
            </a:extLst>
          </p:cNvPr>
          <p:cNvGrpSpPr/>
          <p:nvPr/>
        </p:nvGrpSpPr>
        <p:grpSpPr>
          <a:xfrm>
            <a:off x="9525384" y="2844936"/>
            <a:ext cx="343800" cy="325800"/>
            <a:chOff x="9525384" y="2844936"/>
            <a:chExt cx="343800" cy="32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30EBA93-F30E-F918-C2E9-4CF6D645B52C}"/>
                    </a:ext>
                  </a:extLst>
                </p14:cNvPr>
                <p14:cNvContentPartPr/>
                <p14:nvPr/>
              </p14:nvContentPartPr>
              <p14:xfrm>
                <a:off x="9525384" y="2844936"/>
                <a:ext cx="107640" cy="694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30EBA93-F30E-F918-C2E9-4CF6D645B52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521064" y="2840616"/>
                  <a:ext cx="1162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89AC31C-3B16-27B4-73EE-49781D235C2C}"/>
                    </a:ext>
                  </a:extLst>
                </p14:cNvPr>
                <p14:cNvContentPartPr/>
                <p14:nvPr/>
              </p14:nvContentPartPr>
              <p14:xfrm>
                <a:off x="9631944" y="2848176"/>
                <a:ext cx="237240" cy="2775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89AC31C-3B16-27B4-73EE-49781D235C2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627624" y="2843856"/>
                  <a:ext cx="2458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5054135B-8050-24E7-27AF-6D7A9041BA46}"/>
                    </a:ext>
                  </a:extLst>
                </p14:cNvPr>
                <p14:cNvContentPartPr/>
                <p14:nvPr/>
              </p14:nvContentPartPr>
              <p14:xfrm>
                <a:off x="9759384" y="3021696"/>
                <a:ext cx="73440" cy="1490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5054135B-8050-24E7-27AF-6D7A9041BA4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755064" y="3017376"/>
                  <a:ext cx="8208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07A8488C-B8C0-9D1A-D317-5528BA51802E}"/>
              </a:ext>
            </a:extLst>
          </p:cNvPr>
          <p:cNvGrpSpPr/>
          <p:nvPr/>
        </p:nvGrpSpPr>
        <p:grpSpPr>
          <a:xfrm>
            <a:off x="10415304" y="2897856"/>
            <a:ext cx="176040" cy="73440"/>
            <a:chOff x="10415304" y="2897856"/>
            <a:chExt cx="176040" cy="7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7570C3C-A038-8E89-19EE-00BAE9F174A5}"/>
                    </a:ext>
                  </a:extLst>
                </p14:cNvPr>
                <p14:cNvContentPartPr/>
                <p14:nvPr/>
              </p14:nvContentPartPr>
              <p14:xfrm>
                <a:off x="10415304" y="2897856"/>
                <a:ext cx="154080" cy="198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7570C3C-A038-8E89-19EE-00BAE9F174A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410984" y="2893536"/>
                  <a:ext cx="162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6746223C-D9E6-FA2A-7E33-2FC47D9DC2E0}"/>
                    </a:ext>
                  </a:extLst>
                </p14:cNvPr>
                <p14:cNvContentPartPr/>
                <p14:nvPr/>
              </p14:nvContentPartPr>
              <p14:xfrm>
                <a:off x="10468944" y="2948976"/>
                <a:ext cx="122400" cy="223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6746223C-D9E6-FA2A-7E33-2FC47D9DC2E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464624" y="2944656"/>
                  <a:ext cx="131040" cy="3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4DBD65FE-8F38-13EC-2B7A-04EBF27B4958}"/>
                  </a:ext>
                </a:extLst>
              </p14:cNvPr>
              <p14:cNvContentPartPr/>
              <p14:nvPr/>
            </p14:nvContentPartPr>
            <p14:xfrm>
              <a:off x="10832184" y="2844216"/>
              <a:ext cx="183240" cy="8748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4DBD65FE-8F38-13EC-2B7A-04EBF27B4958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0827864" y="2839896"/>
                <a:ext cx="19188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8F1BBC6C-97AD-1B28-D0D7-FF5736029465}"/>
                  </a:ext>
                </a:extLst>
              </p14:cNvPr>
              <p14:cNvContentPartPr/>
              <p14:nvPr/>
            </p14:nvContentPartPr>
            <p14:xfrm>
              <a:off x="10535184" y="4720176"/>
              <a:ext cx="188280" cy="8568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8F1BBC6C-97AD-1B28-D0D7-FF5736029465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0530864" y="4715856"/>
                <a:ext cx="196920" cy="94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CB7E94ED-7A32-1674-6EEC-22CF33184818}"/>
              </a:ext>
            </a:extLst>
          </p:cNvPr>
          <p:cNvGrpSpPr/>
          <p:nvPr/>
        </p:nvGrpSpPr>
        <p:grpSpPr>
          <a:xfrm>
            <a:off x="1466784" y="655776"/>
            <a:ext cx="246600" cy="5420520"/>
            <a:chOff x="1466784" y="655776"/>
            <a:chExt cx="246600" cy="542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1BAF67D-3B57-ADBD-71F4-1D64F9F1D4E8}"/>
                    </a:ext>
                  </a:extLst>
                </p14:cNvPr>
                <p14:cNvContentPartPr/>
                <p14:nvPr/>
              </p14:nvContentPartPr>
              <p14:xfrm>
                <a:off x="1571544" y="738576"/>
                <a:ext cx="127080" cy="52239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1BAF67D-3B57-ADBD-71F4-1D64F9F1D4E8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567224" y="734256"/>
                  <a:ext cx="135720" cy="523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554144A-4965-2DEF-10D6-2D97DEB316BE}"/>
                    </a:ext>
                  </a:extLst>
                </p14:cNvPr>
                <p14:cNvContentPartPr/>
                <p14:nvPr/>
              </p14:nvContentPartPr>
              <p14:xfrm>
                <a:off x="1593504" y="5888736"/>
                <a:ext cx="63720" cy="1422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554144A-4965-2DEF-10D6-2D97DEB316B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589184" y="5884416"/>
                  <a:ext cx="723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09999B0-B99B-5346-0AAC-179AC5D4D13E}"/>
                    </a:ext>
                  </a:extLst>
                </p14:cNvPr>
                <p14:cNvContentPartPr/>
                <p14:nvPr/>
              </p14:nvContentPartPr>
              <p14:xfrm>
                <a:off x="1646784" y="5946336"/>
                <a:ext cx="66600" cy="1299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09999B0-B99B-5346-0AAC-179AC5D4D13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642464" y="5942016"/>
                  <a:ext cx="752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2DF84AE-F587-FE3E-7AB9-AA01AE9D6E69}"/>
                    </a:ext>
                  </a:extLst>
                </p14:cNvPr>
                <p14:cNvContentPartPr/>
                <p14:nvPr/>
              </p14:nvContentPartPr>
              <p14:xfrm>
                <a:off x="1466784" y="655776"/>
                <a:ext cx="219960" cy="1692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2DF84AE-F587-FE3E-7AB9-AA01AE9D6E6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462464" y="651456"/>
                  <a:ext cx="228600" cy="17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D0D38259-BC98-7FC1-5472-DA2A04927F2A}"/>
              </a:ext>
            </a:extLst>
          </p:cNvPr>
          <p:cNvGrpSpPr/>
          <p:nvPr/>
        </p:nvGrpSpPr>
        <p:grpSpPr>
          <a:xfrm>
            <a:off x="302544" y="2194056"/>
            <a:ext cx="672480" cy="521280"/>
            <a:chOff x="302544" y="2194056"/>
            <a:chExt cx="672480" cy="52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BC0065B-E0B8-F5E5-2610-D874F03BDAC3}"/>
                    </a:ext>
                  </a:extLst>
                </p14:cNvPr>
                <p14:cNvContentPartPr/>
                <p14:nvPr/>
              </p14:nvContentPartPr>
              <p14:xfrm>
                <a:off x="315864" y="2194056"/>
                <a:ext cx="76320" cy="21204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BC0065B-E0B8-F5E5-2610-D874F03BDAC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11544" y="2189736"/>
                  <a:ext cx="8496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14C2CF4-7421-4321-2697-2E7F116886D2}"/>
                    </a:ext>
                  </a:extLst>
                </p14:cNvPr>
                <p14:cNvContentPartPr/>
                <p14:nvPr/>
              </p14:nvContentPartPr>
              <p14:xfrm>
                <a:off x="425304" y="2306376"/>
                <a:ext cx="69480" cy="1062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14C2CF4-7421-4321-2697-2E7F116886D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20984" y="2302056"/>
                  <a:ext cx="781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7416A75-A86A-0963-5D8C-61ED92E75443}"/>
                    </a:ext>
                  </a:extLst>
                </p14:cNvPr>
                <p14:cNvContentPartPr/>
                <p14:nvPr/>
              </p14:nvContentPartPr>
              <p14:xfrm>
                <a:off x="302544" y="2306016"/>
                <a:ext cx="342720" cy="40932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7416A75-A86A-0963-5D8C-61ED92E7544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98224" y="2301696"/>
                  <a:ext cx="35136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E52F7A2-B815-1177-022B-CF0641CF5B07}"/>
                    </a:ext>
                  </a:extLst>
                </p14:cNvPr>
                <p14:cNvContentPartPr/>
                <p14:nvPr/>
              </p14:nvContentPartPr>
              <p14:xfrm>
                <a:off x="666864" y="2515176"/>
                <a:ext cx="88200" cy="1238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E52F7A2-B815-1177-022B-CF0641CF5B0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62544" y="2510856"/>
                  <a:ext cx="968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8508BCA-5B8B-AB29-FB92-B204DB08EFBB}"/>
                    </a:ext>
                  </a:extLst>
                </p14:cNvPr>
                <p14:cNvContentPartPr/>
                <p14:nvPr/>
              </p14:nvContentPartPr>
              <p14:xfrm>
                <a:off x="837504" y="2311056"/>
                <a:ext cx="137520" cy="13356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8508BCA-5B8B-AB29-FB92-B204DB08EFB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33184" y="2306736"/>
                  <a:ext cx="14616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CAF5BB42-2F04-AF2C-53A0-C742570F7F4E}"/>
              </a:ext>
            </a:extLst>
          </p:cNvPr>
          <p:cNvGrpSpPr/>
          <p:nvPr/>
        </p:nvGrpSpPr>
        <p:grpSpPr>
          <a:xfrm>
            <a:off x="9049824" y="6211656"/>
            <a:ext cx="752040" cy="339840"/>
            <a:chOff x="9049824" y="6211656"/>
            <a:chExt cx="752040" cy="33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8D73196-BE65-11E3-4FC4-7A1EA0BD228D}"/>
                    </a:ext>
                  </a:extLst>
                </p14:cNvPr>
                <p14:cNvContentPartPr/>
                <p14:nvPr/>
              </p14:nvContentPartPr>
              <p14:xfrm>
                <a:off x="9049824" y="6344496"/>
                <a:ext cx="188280" cy="2070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8D73196-BE65-11E3-4FC4-7A1EA0BD228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045504" y="6340176"/>
                  <a:ext cx="1969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FF04313-B454-312A-9F99-530A0E802538}"/>
                    </a:ext>
                  </a:extLst>
                </p14:cNvPr>
                <p14:cNvContentPartPr/>
                <p14:nvPr/>
              </p14:nvContentPartPr>
              <p14:xfrm>
                <a:off x="9408024" y="6211656"/>
                <a:ext cx="258840" cy="3369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FF04313-B454-312A-9F99-530A0E802538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403704" y="6207336"/>
                  <a:ext cx="26748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23DE8A5F-2078-63B9-1849-3EAB149F080D}"/>
                    </a:ext>
                  </a:extLst>
                </p14:cNvPr>
                <p14:cNvContentPartPr/>
                <p14:nvPr/>
              </p14:nvContentPartPr>
              <p14:xfrm>
                <a:off x="9647064" y="6390936"/>
                <a:ext cx="154800" cy="766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23DE8A5F-2078-63B9-1849-3EAB149F080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642744" y="6386616"/>
                  <a:ext cx="16344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30541B94-5470-FCC7-67D6-595C5941A928}"/>
              </a:ext>
            </a:extLst>
          </p:cNvPr>
          <p:cNvGrpSpPr/>
          <p:nvPr/>
        </p:nvGrpSpPr>
        <p:grpSpPr>
          <a:xfrm>
            <a:off x="10000584" y="6134976"/>
            <a:ext cx="839520" cy="525600"/>
            <a:chOff x="10000584" y="6134976"/>
            <a:chExt cx="839520" cy="52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4D15B17-452D-23D5-4DF1-F0EC1D7DE233}"/>
                    </a:ext>
                  </a:extLst>
                </p14:cNvPr>
                <p14:cNvContentPartPr/>
                <p14:nvPr/>
              </p14:nvContentPartPr>
              <p14:xfrm>
                <a:off x="10000584" y="6155496"/>
                <a:ext cx="107640" cy="2624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4D15B17-452D-23D5-4DF1-F0EC1D7DE23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996264" y="6151176"/>
                  <a:ext cx="1162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72921B6B-2A6E-E76A-AAF5-A3935D9A3FCE}"/>
                    </a:ext>
                  </a:extLst>
                </p14:cNvPr>
                <p14:cNvContentPartPr/>
                <p14:nvPr/>
              </p14:nvContentPartPr>
              <p14:xfrm>
                <a:off x="10083744" y="6351696"/>
                <a:ext cx="66240" cy="774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72921B6B-2A6E-E76A-AAF5-A3935D9A3FC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079424" y="6347376"/>
                  <a:ext cx="748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4EC6287-4273-3220-4715-C3248ABE4828}"/>
                    </a:ext>
                  </a:extLst>
                </p14:cNvPr>
                <p14:cNvContentPartPr/>
                <p14:nvPr/>
              </p14:nvContentPartPr>
              <p14:xfrm>
                <a:off x="10063944" y="6363576"/>
                <a:ext cx="199440" cy="2970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4EC6287-4273-3220-4715-C3248ABE4828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059624" y="6359256"/>
                  <a:ext cx="20808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2488CB79-AB0E-D438-5A95-F1C028494804}"/>
                    </a:ext>
                  </a:extLst>
                </p14:cNvPr>
                <p14:cNvContentPartPr/>
                <p14:nvPr/>
              </p14:nvContentPartPr>
              <p14:xfrm>
                <a:off x="10312704" y="6496776"/>
                <a:ext cx="73440" cy="370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2488CB79-AB0E-D438-5A95-F1C02849480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308384" y="6492456"/>
                  <a:ext cx="820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32B427EA-2ADA-4A14-E52F-23D2D0D2FC12}"/>
                    </a:ext>
                  </a:extLst>
                </p14:cNvPr>
                <p14:cNvContentPartPr/>
                <p14:nvPr/>
              </p14:nvContentPartPr>
              <p14:xfrm>
                <a:off x="10468944" y="6318576"/>
                <a:ext cx="97920" cy="6768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32B427EA-2ADA-4A14-E52F-23D2D0D2FC1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464624" y="6314256"/>
                  <a:ext cx="1065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5253AF08-F45E-7B56-3525-D34E04B8170C}"/>
                    </a:ext>
                  </a:extLst>
                </p14:cNvPr>
                <p14:cNvContentPartPr/>
                <p14:nvPr/>
              </p14:nvContentPartPr>
              <p14:xfrm>
                <a:off x="10724904" y="6134976"/>
                <a:ext cx="115200" cy="40932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5253AF08-F45E-7B56-3525-D34E04B8170C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720584" y="6130656"/>
                  <a:ext cx="123840" cy="41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49B36010-56EA-DCFB-6560-F8845178AA87}"/>
              </a:ext>
            </a:extLst>
          </p:cNvPr>
          <p:cNvGrpSpPr/>
          <p:nvPr/>
        </p:nvGrpSpPr>
        <p:grpSpPr>
          <a:xfrm>
            <a:off x="410184" y="-19584"/>
            <a:ext cx="8622720" cy="1081800"/>
            <a:chOff x="410184" y="-19584"/>
            <a:chExt cx="8622720" cy="108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BBAFDE0-9E98-13A3-D5D9-DBAD3F87E92A}"/>
                    </a:ext>
                  </a:extLst>
                </p14:cNvPr>
                <p14:cNvContentPartPr/>
                <p14:nvPr/>
              </p14:nvContentPartPr>
              <p14:xfrm>
                <a:off x="8786304" y="617616"/>
                <a:ext cx="196200" cy="103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BBAFDE0-9E98-13A3-D5D9-DBAD3F87E92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781984" y="613296"/>
                  <a:ext cx="2048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6A2A60F-FF02-BF1A-BD31-9DF1E0BDDB70}"/>
                    </a:ext>
                  </a:extLst>
                </p14:cNvPr>
                <p14:cNvContentPartPr/>
                <p14:nvPr/>
              </p14:nvContentPartPr>
              <p14:xfrm>
                <a:off x="2361384" y="609336"/>
                <a:ext cx="17280" cy="360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6A2A60F-FF02-BF1A-BD31-9DF1E0BDDB7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357064" y="605016"/>
                  <a:ext cx="2592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B29237E-58F3-9010-4CB1-28C85768A930}"/>
                    </a:ext>
                  </a:extLst>
                </p14:cNvPr>
                <p14:cNvContentPartPr/>
                <p14:nvPr/>
              </p14:nvContentPartPr>
              <p14:xfrm>
                <a:off x="2349504" y="468576"/>
                <a:ext cx="5292720" cy="4082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B29237E-58F3-9010-4CB1-28C85768A93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345184" y="464256"/>
                  <a:ext cx="530136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A0F2E30-1476-B98D-2660-7A27AEF3271D}"/>
                    </a:ext>
                  </a:extLst>
                </p14:cNvPr>
                <p14:cNvContentPartPr/>
                <p14:nvPr/>
              </p14:nvContentPartPr>
              <p14:xfrm>
                <a:off x="2319984" y="806616"/>
                <a:ext cx="5266800" cy="255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A0F2E30-1476-B98D-2660-7A27AEF3271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315664" y="802296"/>
                  <a:ext cx="52754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DF3EF62-C758-2D89-CAF2-5B7CA3806566}"/>
                    </a:ext>
                  </a:extLst>
                </p14:cNvPr>
                <p14:cNvContentPartPr/>
                <p14:nvPr/>
              </p14:nvContentPartPr>
              <p14:xfrm>
                <a:off x="2666304" y="611496"/>
                <a:ext cx="21240" cy="286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DF3EF62-C758-2D89-CAF2-5B7CA3806566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661984" y="607176"/>
                  <a:ext cx="298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1FED5E0-BA95-8CD8-CE7E-6A94CE6DC0C0}"/>
                    </a:ext>
                  </a:extLst>
                </p14:cNvPr>
                <p14:cNvContentPartPr/>
                <p14:nvPr/>
              </p14:nvContentPartPr>
              <p14:xfrm>
                <a:off x="3178224" y="518976"/>
                <a:ext cx="41760" cy="3686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1FED5E0-BA95-8CD8-CE7E-6A94CE6DC0C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173904" y="514656"/>
                  <a:ext cx="5040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C3AB9C6-1C4B-9625-3AAD-1BFE27C8FA28}"/>
                    </a:ext>
                  </a:extLst>
                </p14:cNvPr>
                <p14:cNvContentPartPr/>
                <p14:nvPr/>
              </p14:nvContentPartPr>
              <p14:xfrm>
                <a:off x="5209344" y="664416"/>
                <a:ext cx="360" cy="7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C3AB9C6-1C4B-9625-3AAD-1BFE27C8FA2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205024" y="660096"/>
                  <a:ext cx="900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2DDFD17-23F1-A746-B2F7-48098B6C43F8}"/>
                    </a:ext>
                  </a:extLst>
                </p14:cNvPr>
                <p14:cNvContentPartPr/>
                <p14:nvPr/>
              </p14:nvContentPartPr>
              <p14:xfrm>
                <a:off x="5355864" y="668376"/>
                <a:ext cx="70920" cy="1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2DDFD17-23F1-A746-B2F7-48098B6C43F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351544" y="664056"/>
                  <a:ext cx="7956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EB2C6BF-A56D-38CE-F8E3-56CB13350E0E}"/>
                    </a:ext>
                  </a:extLst>
                </p14:cNvPr>
                <p14:cNvContentPartPr/>
                <p14:nvPr/>
              </p14:nvContentPartPr>
              <p14:xfrm>
                <a:off x="5499504" y="659736"/>
                <a:ext cx="7560" cy="1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EB2C6BF-A56D-38CE-F8E3-56CB13350E0E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495184" y="655416"/>
                  <a:ext cx="16200" cy="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8FF51C4-4AE7-0564-8529-BC3D20136DEA}"/>
                    </a:ext>
                  </a:extLst>
                </p14:cNvPr>
                <p14:cNvContentPartPr/>
                <p14:nvPr/>
              </p14:nvContentPartPr>
              <p14:xfrm>
                <a:off x="7235784" y="488016"/>
                <a:ext cx="44280" cy="3607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8FF51C4-4AE7-0564-8529-BC3D20136DE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231464" y="483696"/>
                  <a:ext cx="52920" cy="36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0B8A925-8A2B-B34F-2788-059D746C5E4E}"/>
                    </a:ext>
                  </a:extLst>
                </p14:cNvPr>
                <p14:cNvContentPartPr/>
                <p14:nvPr/>
              </p14:nvContentPartPr>
              <p14:xfrm>
                <a:off x="2656584" y="895896"/>
                <a:ext cx="22320" cy="76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0B8A925-8A2B-B34F-2788-059D746C5E4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652264" y="891576"/>
                  <a:ext cx="309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1A840AA-6CB2-EAD4-A0E5-321A02A1BD73}"/>
                    </a:ext>
                  </a:extLst>
                </p14:cNvPr>
                <p14:cNvContentPartPr/>
                <p14:nvPr/>
              </p14:nvContentPartPr>
              <p14:xfrm>
                <a:off x="445104" y="153216"/>
                <a:ext cx="10080" cy="2289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1A840AA-6CB2-EAD4-A0E5-321A02A1BD7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40784" y="148896"/>
                  <a:ext cx="187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33FC62A-FB1A-6160-027D-F9AD4F4EF514}"/>
                    </a:ext>
                  </a:extLst>
                </p14:cNvPr>
                <p14:cNvContentPartPr/>
                <p14:nvPr/>
              </p14:nvContentPartPr>
              <p14:xfrm>
                <a:off x="410184" y="151416"/>
                <a:ext cx="169560" cy="3117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33FC62A-FB1A-6160-027D-F9AD4F4EF51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05864" y="147096"/>
                  <a:ext cx="1782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67301E7-2FE7-7DC9-08AF-F9C635843017}"/>
                    </a:ext>
                  </a:extLst>
                </p14:cNvPr>
                <p14:cNvContentPartPr/>
                <p14:nvPr/>
              </p14:nvContentPartPr>
              <p14:xfrm>
                <a:off x="606024" y="310896"/>
                <a:ext cx="88200" cy="874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67301E7-2FE7-7DC9-08AF-F9C63584301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01704" y="306576"/>
                  <a:ext cx="968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089EDDB-460F-9744-C61A-B638E78208B9}"/>
                    </a:ext>
                  </a:extLst>
                </p14:cNvPr>
                <p14:cNvContentPartPr/>
                <p14:nvPr/>
              </p14:nvContentPartPr>
              <p14:xfrm>
                <a:off x="752184" y="284256"/>
                <a:ext cx="56520" cy="1148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089EDDB-460F-9744-C61A-B638E78208B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47864" y="279936"/>
                  <a:ext cx="651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997215D-84CE-E43C-A746-6E08A679606B}"/>
                    </a:ext>
                  </a:extLst>
                </p14:cNvPr>
                <p14:cNvContentPartPr/>
                <p14:nvPr/>
              </p14:nvContentPartPr>
              <p14:xfrm>
                <a:off x="900864" y="180936"/>
                <a:ext cx="75960" cy="1864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997215D-84CE-E43C-A746-6E08A679606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96544" y="176616"/>
                  <a:ext cx="846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1096B27A-B37B-0348-7665-0F91D470EA86}"/>
                    </a:ext>
                  </a:extLst>
                </p14:cNvPr>
                <p14:cNvContentPartPr/>
                <p14:nvPr/>
              </p14:nvContentPartPr>
              <p14:xfrm>
                <a:off x="867024" y="240336"/>
                <a:ext cx="176040" cy="223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1096B27A-B37B-0348-7665-0F91D470EA8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62704" y="236016"/>
                  <a:ext cx="1846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4B46743-9EEE-F485-0806-71730AB2EC42}"/>
                    </a:ext>
                  </a:extLst>
                </p14:cNvPr>
                <p14:cNvContentPartPr/>
                <p14:nvPr/>
              </p14:nvContentPartPr>
              <p14:xfrm>
                <a:off x="1244664" y="227376"/>
                <a:ext cx="39240" cy="1353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4B46743-9EEE-F485-0806-71730AB2EC4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240344" y="223056"/>
                  <a:ext cx="478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E309BDC-D940-FA06-42E7-9CA30E3831B4}"/>
                    </a:ext>
                  </a:extLst>
                </p14:cNvPr>
                <p14:cNvContentPartPr/>
                <p14:nvPr/>
              </p14:nvContentPartPr>
              <p14:xfrm>
                <a:off x="1278864" y="118296"/>
                <a:ext cx="105480" cy="1296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E309BDC-D940-FA06-42E7-9CA30E3831B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274544" y="113976"/>
                  <a:ext cx="1141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ECB87A5-EC00-70DB-2398-72E365AD3FD0}"/>
                    </a:ext>
                  </a:extLst>
                </p14:cNvPr>
                <p14:cNvContentPartPr/>
                <p14:nvPr/>
              </p14:nvContentPartPr>
              <p14:xfrm>
                <a:off x="1391184" y="264456"/>
                <a:ext cx="92880" cy="727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ECB87A5-EC00-70DB-2398-72E365AD3FD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386864" y="260136"/>
                  <a:ext cx="1015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00B271D-B38C-2482-23AC-AAA0600BD4A9}"/>
                    </a:ext>
                  </a:extLst>
                </p14:cNvPr>
                <p14:cNvContentPartPr/>
                <p14:nvPr/>
              </p14:nvContentPartPr>
              <p14:xfrm>
                <a:off x="1519344" y="251496"/>
                <a:ext cx="40320" cy="928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00B271D-B38C-2482-23AC-AAA0600BD4A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515024" y="247176"/>
                  <a:ext cx="489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77FC9FE-7ECE-5B8B-7782-53F240FD29F4}"/>
                    </a:ext>
                  </a:extLst>
                </p14:cNvPr>
                <p14:cNvContentPartPr/>
                <p14:nvPr/>
              </p14:nvContentPartPr>
              <p14:xfrm>
                <a:off x="1651824" y="64296"/>
                <a:ext cx="234360" cy="4485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77FC9FE-7ECE-5B8B-7782-53F240FD29F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647504" y="59976"/>
                  <a:ext cx="24300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B8BE14B-CF43-02ED-C73A-7EE9778393BD}"/>
                    </a:ext>
                  </a:extLst>
                </p14:cNvPr>
                <p14:cNvContentPartPr/>
                <p14:nvPr/>
              </p14:nvContentPartPr>
              <p14:xfrm>
                <a:off x="1651824" y="251496"/>
                <a:ext cx="319680" cy="1148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B8BE14B-CF43-02ED-C73A-7EE9778393BD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647504" y="247176"/>
                  <a:ext cx="3283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1D4E559B-F483-FAAF-1461-BA4DAC680345}"/>
                    </a:ext>
                  </a:extLst>
                </p14:cNvPr>
                <p14:cNvContentPartPr/>
                <p14:nvPr/>
              </p14:nvContentPartPr>
              <p14:xfrm>
                <a:off x="2010384" y="251136"/>
                <a:ext cx="280800" cy="817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1D4E559B-F483-FAAF-1461-BA4DAC68034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006064" y="246816"/>
                  <a:ext cx="2894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071CE08-56E7-7F98-8B3D-4A0A3081A321}"/>
                    </a:ext>
                  </a:extLst>
                </p14:cNvPr>
                <p14:cNvContentPartPr/>
                <p14:nvPr/>
              </p14:nvContentPartPr>
              <p14:xfrm>
                <a:off x="2317464" y="202896"/>
                <a:ext cx="483120" cy="11196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071CE08-56E7-7F98-8B3D-4A0A3081A32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313144" y="198576"/>
                  <a:ext cx="4917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D32114F-B34A-84BA-06CB-FCEE86581A6C}"/>
                    </a:ext>
                  </a:extLst>
                </p14:cNvPr>
                <p14:cNvContentPartPr/>
                <p14:nvPr/>
              </p14:nvContentPartPr>
              <p14:xfrm>
                <a:off x="2856744" y="222696"/>
                <a:ext cx="117000" cy="6012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D32114F-B34A-84BA-06CB-FCEE86581A6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852424" y="218376"/>
                  <a:ext cx="1256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90AED650-6531-46A5-4318-D0E1BC180B77}"/>
                    </a:ext>
                  </a:extLst>
                </p14:cNvPr>
                <p14:cNvContentPartPr/>
                <p14:nvPr/>
              </p14:nvContentPartPr>
              <p14:xfrm>
                <a:off x="3219624" y="112176"/>
                <a:ext cx="195480" cy="2638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90AED650-6531-46A5-4318-D0E1BC180B77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215304" y="107856"/>
                  <a:ext cx="2041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0E54061-4F19-66F4-90BF-146BA8953C52}"/>
                    </a:ext>
                  </a:extLst>
                </p14:cNvPr>
                <p14:cNvContentPartPr/>
                <p14:nvPr/>
              </p14:nvContentPartPr>
              <p14:xfrm>
                <a:off x="3168504" y="172296"/>
                <a:ext cx="492840" cy="1177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0E54061-4F19-66F4-90BF-146BA8953C52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164184" y="167976"/>
                  <a:ext cx="5014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1B2C15E-D068-6861-15E3-21E002C5860D}"/>
                    </a:ext>
                  </a:extLst>
                </p14:cNvPr>
                <p14:cNvContentPartPr/>
                <p14:nvPr/>
              </p14:nvContentPartPr>
              <p14:xfrm>
                <a:off x="3890664" y="80856"/>
                <a:ext cx="191160" cy="16236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1B2C15E-D068-6861-15E3-21E002C5860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886344" y="76536"/>
                  <a:ext cx="19980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2F3168A-5731-8D11-0B94-2D2C481BF13E}"/>
                    </a:ext>
                  </a:extLst>
                </p14:cNvPr>
                <p14:cNvContentPartPr/>
                <p14:nvPr/>
              </p14:nvContentPartPr>
              <p14:xfrm>
                <a:off x="3970944" y="137736"/>
                <a:ext cx="132120" cy="7848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2F3168A-5731-8D11-0B94-2D2C481BF13E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966624" y="133416"/>
                  <a:ext cx="1407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799E2C3-CE37-E82A-DF7B-D97B5FF403F4}"/>
                    </a:ext>
                  </a:extLst>
                </p14:cNvPr>
                <p14:cNvContentPartPr/>
                <p14:nvPr/>
              </p14:nvContentPartPr>
              <p14:xfrm>
                <a:off x="4163544" y="162216"/>
                <a:ext cx="182880" cy="6300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799E2C3-CE37-E82A-DF7B-D97B5FF403F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159224" y="157896"/>
                  <a:ext cx="1915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1954C9AC-2EDF-EABF-DB7D-3FBEDAB4103B}"/>
                    </a:ext>
                  </a:extLst>
                </p14:cNvPr>
                <p14:cNvContentPartPr/>
                <p14:nvPr/>
              </p14:nvContentPartPr>
              <p14:xfrm>
                <a:off x="4429224" y="137016"/>
                <a:ext cx="7560" cy="370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1954C9AC-2EDF-EABF-DB7D-3FBEDAB4103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424904" y="132696"/>
                  <a:ext cx="162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60E690A-9FAD-5A2F-8D7E-35C242686D12}"/>
                    </a:ext>
                  </a:extLst>
                </p14:cNvPr>
                <p14:cNvContentPartPr/>
                <p14:nvPr/>
              </p14:nvContentPartPr>
              <p14:xfrm>
                <a:off x="4485384" y="49176"/>
                <a:ext cx="32040" cy="5976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60E690A-9FAD-5A2F-8D7E-35C242686D1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481064" y="44856"/>
                  <a:ext cx="406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FF5C6317-FAAC-6887-9798-54DE9C65E7E1}"/>
                    </a:ext>
                  </a:extLst>
                </p14:cNvPr>
                <p14:cNvContentPartPr/>
                <p14:nvPr/>
              </p14:nvContentPartPr>
              <p14:xfrm>
                <a:off x="4544784" y="-19584"/>
                <a:ext cx="235800" cy="2484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FF5C6317-FAAC-6887-9798-54DE9C65E7E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540464" y="-23904"/>
                  <a:ext cx="2444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EA2160C-D73B-A496-5966-2112175CD1E2}"/>
                    </a:ext>
                  </a:extLst>
                </p14:cNvPr>
                <p14:cNvContentPartPr/>
                <p14:nvPr/>
              </p14:nvContentPartPr>
              <p14:xfrm>
                <a:off x="4796064" y="30744"/>
                <a:ext cx="126000" cy="1702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EA2160C-D73B-A496-5966-2112175CD1E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791744" y="26424"/>
                  <a:ext cx="1346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7FDA933-008A-E654-3F36-3C0CD60BAB18}"/>
                    </a:ext>
                  </a:extLst>
                </p14:cNvPr>
                <p14:cNvContentPartPr/>
                <p14:nvPr/>
              </p14:nvContentPartPr>
              <p14:xfrm>
                <a:off x="4954464" y="120024"/>
                <a:ext cx="155520" cy="7452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7FDA933-008A-E654-3F36-3C0CD60BAB1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950144" y="115704"/>
                  <a:ext cx="1641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242E9BD-2FA2-E9CC-7004-52E86E9BFB24}"/>
                    </a:ext>
                  </a:extLst>
                </p14:cNvPr>
                <p14:cNvContentPartPr/>
                <p14:nvPr/>
              </p14:nvContentPartPr>
              <p14:xfrm>
                <a:off x="5222664" y="83664"/>
                <a:ext cx="62640" cy="13536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242E9BD-2FA2-E9CC-7004-52E86E9BFB24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218344" y="79344"/>
                  <a:ext cx="712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D8123F4-6F1B-5244-065B-319D13C11BC5}"/>
                    </a:ext>
                  </a:extLst>
                </p14:cNvPr>
                <p14:cNvContentPartPr/>
                <p14:nvPr/>
              </p14:nvContentPartPr>
              <p14:xfrm>
                <a:off x="5180184" y="120024"/>
                <a:ext cx="97920" cy="36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D8123F4-6F1B-5244-065B-319D13C11BC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175864" y="115704"/>
                  <a:ext cx="10656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ECFBA568-C3CC-DFBC-8899-E4460AC1FF3D}"/>
                    </a:ext>
                  </a:extLst>
                </p14:cNvPr>
                <p14:cNvContentPartPr/>
                <p14:nvPr/>
              </p14:nvContentPartPr>
              <p14:xfrm>
                <a:off x="5289984" y="238104"/>
                <a:ext cx="97920" cy="13608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ECFBA568-C3CC-DFBC-8899-E4460AC1FF3D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285664" y="233784"/>
                  <a:ext cx="1065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B1D8F85-899E-6DFD-A822-96E4552BAB02}"/>
                    </a:ext>
                  </a:extLst>
                </p14:cNvPr>
                <p14:cNvContentPartPr/>
                <p14:nvPr/>
              </p14:nvContentPartPr>
              <p14:xfrm>
                <a:off x="5809104" y="22104"/>
                <a:ext cx="209520" cy="25848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B1D8F85-899E-6DFD-A822-96E4552BAB02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804784" y="17784"/>
                  <a:ext cx="2181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4BC3F30-1ECA-06D6-C610-9CB4DE1B6C26}"/>
                    </a:ext>
                  </a:extLst>
                </p14:cNvPr>
                <p14:cNvContentPartPr/>
                <p14:nvPr/>
              </p14:nvContentPartPr>
              <p14:xfrm>
                <a:off x="5901984" y="165744"/>
                <a:ext cx="190440" cy="1404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4BC3F30-1ECA-06D6-C610-9CB4DE1B6C2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897664" y="161424"/>
                  <a:ext cx="19908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BDC1CD6-AB30-C0A0-CEDB-13DEC9BC4127}"/>
                    </a:ext>
                  </a:extLst>
                </p14:cNvPr>
                <p14:cNvContentPartPr/>
                <p14:nvPr/>
              </p14:nvContentPartPr>
              <p14:xfrm>
                <a:off x="6094584" y="142704"/>
                <a:ext cx="207720" cy="12492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BDC1CD6-AB30-C0A0-CEDB-13DEC9BC4127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090264" y="138384"/>
                  <a:ext cx="21636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DEFE0C3-79DA-D598-FCB2-19DBB7107127}"/>
                    </a:ext>
                  </a:extLst>
                </p14:cNvPr>
                <p14:cNvContentPartPr/>
                <p14:nvPr/>
              </p14:nvContentPartPr>
              <p14:xfrm>
                <a:off x="6350544" y="115344"/>
                <a:ext cx="78480" cy="9864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DEFE0C3-79DA-D598-FCB2-19DBB7107127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346224" y="111024"/>
                  <a:ext cx="871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E77812E-355A-D1B9-E0B3-4578AD884E34}"/>
                    </a:ext>
                  </a:extLst>
                </p14:cNvPr>
                <p14:cNvContentPartPr/>
                <p14:nvPr/>
              </p14:nvContentPartPr>
              <p14:xfrm>
                <a:off x="6465024" y="143064"/>
                <a:ext cx="81000" cy="792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E77812E-355A-D1B9-E0B3-4578AD884E3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460704" y="138744"/>
                  <a:ext cx="896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DDC25B1-4B7C-D2E1-B9B5-BFEFB72A780A}"/>
                    </a:ext>
                  </a:extLst>
                </p14:cNvPr>
                <p14:cNvContentPartPr/>
                <p14:nvPr/>
              </p14:nvContentPartPr>
              <p14:xfrm>
                <a:off x="6545304" y="121824"/>
                <a:ext cx="200880" cy="18504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DDC25B1-4B7C-D2E1-B9B5-BFEFB72A780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540984" y="117504"/>
                  <a:ext cx="2095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82D2B26-6783-DFB4-1BAC-27BC71BFB158}"/>
                    </a:ext>
                  </a:extLst>
                </p14:cNvPr>
                <p14:cNvContentPartPr/>
                <p14:nvPr/>
              </p14:nvContentPartPr>
              <p14:xfrm>
                <a:off x="6972264" y="106344"/>
                <a:ext cx="56520" cy="16128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82D2B26-6783-DFB4-1BAC-27BC71BFB15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967944" y="102024"/>
                  <a:ext cx="651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F5857885-9191-05E5-A1A5-075B2BC5BDF2}"/>
                    </a:ext>
                  </a:extLst>
                </p14:cNvPr>
                <p14:cNvContentPartPr/>
                <p14:nvPr/>
              </p14:nvContentPartPr>
              <p14:xfrm>
                <a:off x="7011504" y="23184"/>
                <a:ext cx="98280" cy="9000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F5857885-9191-05E5-A1A5-075B2BC5BDF2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7007184" y="18864"/>
                  <a:ext cx="1069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DACEA9C4-8803-3671-2277-E9195215C6D4}"/>
                    </a:ext>
                  </a:extLst>
                </p14:cNvPr>
                <p14:cNvContentPartPr/>
                <p14:nvPr/>
              </p14:nvContentPartPr>
              <p14:xfrm>
                <a:off x="7105824" y="173664"/>
                <a:ext cx="96120" cy="817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DACEA9C4-8803-3671-2277-E9195215C6D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101504" y="169344"/>
                  <a:ext cx="1047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A33F2FA-7A26-AE53-C5F8-7DD61FB4688E}"/>
                    </a:ext>
                  </a:extLst>
                </p14:cNvPr>
                <p14:cNvContentPartPr/>
                <p14:nvPr/>
              </p14:nvContentPartPr>
              <p14:xfrm>
                <a:off x="7257384" y="135144"/>
                <a:ext cx="51840" cy="12060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A33F2FA-7A26-AE53-C5F8-7DD61FB4688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7253064" y="130824"/>
                  <a:ext cx="604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EE9DDD55-073E-4B69-8C8F-CEB7C28E5E77}"/>
                    </a:ext>
                  </a:extLst>
                </p14:cNvPr>
                <p14:cNvContentPartPr/>
                <p14:nvPr/>
              </p14:nvContentPartPr>
              <p14:xfrm>
                <a:off x="7396704" y="2304"/>
                <a:ext cx="183240" cy="3513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EE9DDD55-073E-4B69-8C8F-CEB7C28E5E7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7392384" y="-2016"/>
                  <a:ext cx="19188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9CBCA6F6-BE3D-C9A7-B3C1-25D039691BDC}"/>
                    </a:ext>
                  </a:extLst>
                </p14:cNvPr>
                <p14:cNvContentPartPr/>
                <p14:nvPr/>
              </p14:nvContentPartPr>
              <p14:xfrm>
                <a:off x="7381944" y="121464"/>
                <a:ext cx="278280" cy="1090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9CBCA6F6-BE3D-C9A7-B3C1-25D039691BD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377624" y="117144"/>
                  <a:ext cx="2869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66E99A5-A5C0-3B18-292D-DADFB8F94ACE}"/>
                    </a:ext>
                  </a:extLst>
                </p14:cNvPr>
                <p14:cNvContentPartPr/>
                <p14:nvPr/>
              </p14:nvContentPartPr>
              <p14:xfrm>
                <a:off x="7703784" y="144504"/>
                <a:ext cx="339120" cy="849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66E99A5-A5C0-3B18-292D-DADFB8F94AC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699464" y="140184"/>
                  <a:ext cx="3477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6048CB3-18C4-73B1-7D37-FA1686BF1EEF}"/>
                    </a:ext>
                  </a:extLst>
                </p14:cNvPr>
                <p14:cNvContentPartPr/>
                <p14:nvPr/>
              </p14:nvContentPartPr>
              <p14:xfrm>
                <a:off x="8018064" y="105984"/>
                <a:ext cx="649080" cy="10152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6048CB3-18C4-73B1-7D37-FA1686BF1EE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8013744" y="101664"/>
                  <a:ext cx="6577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08280E2-EB6D-D122-0678-DE0C0E31B0A6}"/>
                    </a:ext>
                  </a:extLst>
                </p14:cNvPr>
                <p14:cNvContentPartPr/>
                <p14:nvPr/>
              </p14:nvContentPartPr>
              <p14:xfrm>
                <a:off x="8893584" y="121824"/>
                <a:ext cx="32040" cy="7668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08280E2-EB6D-D122-0678-DE0C0E31B0A6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8889264" y="117504"/>
                  <a:ext cx="406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BD68EB05-DCF1-556B-6883-34BB7D390B7C}"/>
                    </a:ext>
                  </a:extLst>
                </p14:cNvPr>
                <p14:cNvContentPartPr/>
                <p14:nvPr/>
              </p14:nvContentPartPr>
              <p14:xfrm>
                <a:off x="8971704" y="31464"/>
                <a:ext cx="22320" cy="507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BD68EB05-DCF1-556B-6883-34BB7D390B7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8967384" y="27144"/>
                  <a:ext cx="309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FCEBC4D-A17D-3F46-3555-ABE60DDBB261}"/>
                    </a:ext>
                  </a:extLst>
                </p14:cNvPr>
                <p14:cNvContentPartPr/>
                <p14:nvPr/>
              </p14:nvContentPartPr>
              <p14:xfrm>
                <a:off x="8940024" y="113544"/>
                <a:ext cx="92880" cy="10260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FCEBC4D-A17D-3F46-3555-ABE60DDBB261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935704" y="109224"/>
                  <a:ext cx="10152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82FF677C-E624-FBE5-07AC-26F18DA8DEF5}"/>
              </a:ext>
            </a:extLst>
          </p:cNvPr>
          <p:cNvGrpSpPr/>
          <p:nvPr/>
        </p:nvGrpSpPr>
        <p:grpSpPr>
          <a:xfrm>
            <a:off x="9305784" y="81504"/>
            <a:ext cx="507600" cy="286920"/>
            <a:chOff x="9305784" y="81504"/>
            <a:chExt cx="507600" cy="28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47453C1-B72F-AC6C-9308-FB361548DC22}"/>
                    </a:ext>
                  </a:extLst>
                </p14:cNvPr>
                <p14:cNvContentPartPr/>
                <p14:nvPr/>
              </p14:nvContentPartPr>
              <p14:xfrm>
                <a:off x="9305784" y="102744"/>
                <a:ext cx="288000" cy="1188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47453C1-B72F-AC6C-9308-FB361548DC2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301464" y="98424"/>
                  <a:ext cx="2966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71CD1FC6-79CD-6A7A-68AC-FC974EA712DE}"/>
                    </a:ext>
                  </a:extLst>
                </p14:cNvPr>
                <p14:cNvContentPartPr/>
                <p14:nvPr/>
              </p14:nvContentPartPr>
              <p14:xfrm>
                <a:off x="9630144" y="81504"/>
                <a:ext cx="54000" cy="10404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71CD1FC6-79CD-6A7A-68AC-FC974EA712D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625824" y="77184"/>
                  <a:ext cx="626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4399BB58-A1E3-F50D-24DC-38558C1B7B68}"/>
                    </a:ext>
                  </a:extLst>
                </p14:cNvPr>
                <p14:cNvContentPartPr/>
                <p14:nvPr/>
              </p14:nvContentPartPr>
              <p14:xfrm>
                <a:off x="9708264" y="134784"/>
                <a:ext cx="105120" cy="248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4399BB58-A1E3-F50D-24DC-38558C1B7B68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9703944" y="130464"/>
                  <a:ext cx="1137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D834A1E-D686-842E-557C-08A9946E59ED}"/>
                    </a:ext>
                  </a:extLst>
                </p14:cNvPr>
                <p14:cNvContentPartPr/>
                <p14:nvPr/>
              </p14:nvContentPartPr>
              <p14:xfrm>
                <a:off x="9595944" y="134784"/>
                <a:ext cx="212760" cy="2336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D834A1E-D686-842E-557C-08A9946E59ED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591624" y="130464"/>
                  <a:ext cx="22140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08BED29D-9D97-4D10-C6ED-4347C52797D2}"/>
              </a:ext>
            </a:extLst>
          </p:cNvPr>
          <p:cNvGrpSpPr/>
          <p:nvPr/>
        </p:nvGrpSpPr>
        <p:grpSpPr>
          <a:xfrm>
            <a:off x="10135224" y="19224"/>
            <a:ext cx="1165680" cy="235440"/>
            <a:chOff x="10135224" y="19224"/>
            <a:chExt cx="1165680" cy="23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42D3216-E3E1-ED5E-9FA1-643C369C01B4}"/>
                    </a:ext>
                  </a:extLst>
                </p14:cNvPr>
                <p14:cNvContentPartPr/>
                <p14:nvPr/>
              </p14:nvContentPartPr>
              <p14:xfrm>
                <a:off x="10135224" y="112824"/>
                <a:ext cx="92880" cy="10764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42D3216-E3E1-ED5E-9FA1-643C369C01B4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130904" y="108504"/>
                  <a:ext cx="1015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DFDC25ED-BD3A-93AC-5523-4C5AC314EF1B}"/>
                    </a:ext>
                  </a:extLst>
                </p14:cNvPr>
                <p14:cNvContentPartPr/>
                <p14:nvPr/>
              </p14:nvContentPartPr>
              <p14:xfrm>
                <a:off x="10286064" y="154224"/>
                <a:ext cx="44280" cy="360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DFDC25ED-BD3A-93AC-5523-4C5AC314EF1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281744" y="149904"/>
                  <a:ext cx="529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E550EA45-1B6C-C97E-895E-5582211D1F99}"/>
                    </a:ext>
                  </a:extLst>
                </p14:cNvPr>
                <p14:cNvContentPartPr/>
                <p14:nvPr/>
              </p14:nvContentPartPr>
              <p14:xfrm>
                <a:off x="10388304" y="63144"/>
                <a:ext cx="10080" cy="6624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E550EA45-1B6C-C97E-895E-5582211D1F99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383984" y="58824"/>
                  <a:ext cx="187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BC61F9B6-2CAE-3B2F-76D3-AA1A3346D60E}"/>
                    </a:ext>
                  </a:extLst>
                </p14:cNvPr>
                <p14:cNvContentPartPr/>
                <p14:nvPr/>
              </p14:nvContentPartPr>
              <p14:xfrm>
                <a:off x="10403064" y="153504"/>
                <a:ext cx="246600" cy="514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BC61F9B6-2CAE-3B2F-76D3-AA1A3346D60E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398744" y="149184"/>
                  <a:ext cx="2552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405869A-4310-35CB-E6BF-37DF867686C4}"/>
                    </a:ext>
                  </a:extLst>
                </p14:cNvPr>
                <p14:cNvContentPartPr/>
                <p14:nvPr/>
              </p14:nvContentPartPr>
              <p14:xfrm>
                <a:off x="10739304" y="201384"/>
                <a:ext cx="19800" cy="165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405869A-4310-35CB-E6BF-37DF867686C4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0734984" y="197064"/>
                  <a:ext cx="284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05DF81F3-4429-4122-BDE7-965B011B366D}"/>
                    </a:ext>
                  </a:extLst>
                </p14:cNvPr>
                <p14:cNvContentPartPr/>
                <p14:nvPr/>
              </p14:nvContentPartPr>
              <p14:xfrm>
                <a:off x="10817424" y="70704"/>
                <a:ext cx="32040" cy="262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05DF81F3-4429-4122-BDE7-965B011B366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0813104" y="66384"/>
                  <a:ext cx="406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17AA612-ED5C-7751-DC24-10BF8B8B68CE}"/>
                    </a:ext>
                  </a:extLst>
                </p14:cNvPr>
                <p14:cNvContentPartPr/>
                <p14:nvPr/>
              </p14:nvContentPartPr>
              <p14:xfrm>
                <a:off x="10873584" y="19224"/>
                <a:ext cx="139320" cy="1904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17AA612-ED5C-7751-DC24-10BF8B8B68CE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0869264" y="14904"/>
                  <a:ext cx="1479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C77F37AD-6810-A14B-7B9F-52892FCB3315}"/>
                    </a:ext>
                  </a:extLst>
                </p14:cNvPr>
                <p14:cNvContentPartPr/>
                <p14:nvPr/>
              </p14:nvContentPartPr>
              <p14:xfrm>
                <a:off x="10997784" y="136224"/>
                <a:ext cx="141840" cy="7020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C77F37AD-6810-A14B-7B9F-52892FCB3315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0993464" y="131904"/>
                  <a:ext cx="1504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667DA779-369D-4B88-A74A-960517D30BB8}"/>
                    </a:ext>
                  </a:extLst>
                </p14:cNvPr>
                <p14:cNvContentPartPr/>
                <p14:nvPr/>
              </p14:nvContentPartPr>
              <p14:xfrm>
                <a:off x="11179584" y="112104"/>
                <a:ext cx="87120" cy="9396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667DA779-369D-4B88-A74A-960517D30BB8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1175264" y="107784"/>
                  <a:ext cx="957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C271D7E4-A6EA-6DAC-04F5-B243F1253173}"/>
                    </a:ext>
                  </a:extLst>
                </p14:cNvPr>
                <p14:cNvContentPartPr/>
                <p14:nvPr/>
              </p14:nvContentPartPr>
              <p14:xfrm>
                <a:off x="11276064" y="245304"/>
                <a:ext cx="24840" cy="936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C271D7E4-A6EA-6DAC-04F5-B243F1253173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1271744" y="240984"/>
                  <a:ext cx="3348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69928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6868AE46-7BE9-E1D8-C5F0-91313F17FDE2}"/>
              </a:ext>
            </a:extLst>
          </p:cNvPr>
          <p:cNvGrpSpPr/>
          <p:nvPr/>
        </p:nvGrpSpPr>
        <p:grpSpPr>
          <a:xfrm>
            <a:off x="2449224" y="367776"/>
            <a:ext cx="3072600" cy="804960"/>
            <a:chOff x="2449224" y="367776"/>
            <a:chExt cx="3072600" cy="80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34AFE97-EFD8-EA95-1A90-23300B92F539}"/>
                    </a:ext>
                  </a:extLst>
                </p14:cNvPr>
                <p14:cNvContentPartPr/>
                <p14:nvPr/>
              </p14:nvContentPartPr>
              <p14:xfrm>
                <a:off x="2454264" y="587376"/>
                <a:ext cx="19800" cy="2854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34AFE97-EFD8-EA95-1A90-23300B92F53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49944" y="583056"/>
                  <a:ext cx="2844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3D2CC78-FBCE-A0D8-8212-7049FEE42AD2}"/>
                    </a:ext>
                  </a:extLst>
                </p14:cNvPr>
                <p14:cNvContentPartPr/>
                <p14:nvPr/>
              </p14:nvContentPartPr>
              <p14:xfrm>
                <a:off x="2468664" y="400176"/>
                <a:ext cx="3053160" cy="5637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3D2CC78-FBCE-A0D8-8212-7049FEE42AD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464344" y="395856"/>
                  <a:ext cx="306180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322CC64-1C71-FFCE-F7C9-3A1298A83939}"/>
                    </a:ext>
                  </a:extLst>
                </p14:cNvPr>
                <p14:cNvContentPartPr/>
                <p14:nvPr/>
              </p14:nvContentPartPr>
              <p14:xfrm>
                <a:off x="2688264" y="583056"/>
                <a:ext cx="17280" cy="344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322CC64-1C71-FFCE-F7C9-3A1298A8393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83944" y="578736"/>
                  <a:ext cx="259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2909FD2-7F49-F975-0DAA-D6F185F80604}"/>
                    </a:ext>
                  </a:extLst>
                </p14:cNvPr>
                <p14:cNvContentPartPr/>
                <p14:nvPr/>
              </p14:nvContentPartPr>
              <p14:xfrm>
                <a:off x="3060504" y="549936"/>
                <a:ext cx="42480" cy="3394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2909FD2-7F49-F975-0DAA-D6F185F8060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056184" y="545616"/>
                  <a:ext cx="5112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3070487-F753-0575-B5E9-01BD8FA9F8C5}"/>
                    </a:ext>
                  </a:extLst>
                </p14:cNvPr>
                <p14:cNvContentPartPr/>
                <p14:nvPr/>
              </p14:nvContentPartPr>
              <p14:xfrm>
                <a:off x="3436344" y="477576"/>
                <a:ext cx="22680" cy="383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3070487-F753-0575-B5E9-01BD8FA9F8C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432024" y="473256"/>
                  <a:ext cx="3132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E6F6CB0-BE36-7E7C-095D-D158A08E2418}"/>
                    </a:ext>
                  </a:extLst>
                </p14:cNvPr>
                <p14:cNvContentPartPr/>
                <p14:nvPr/>
              </p14:nvContentPartPr>
              <p14:xfrm>
                <a:off x="3798864" y="421416"/>
                <a:ext cx="14040" cy="398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E6F6CB0-BE36-7E7C-095D-D158A08E241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94544" y="417096"/>
                  <a:ext cx="2268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8D7A059-49E3-7EC3-91BD-72C3D9AE929A}"/>
                    </a:ext>
                  </a:extLst>
                </p14:cNvPr>
                <p14:cNvContentPartPr/>
                <p14:nvPr/>
              </p14:nvContentPartPr>
              <p14:xfrm>
                <a:off x="4177944" y="427176"/>
                <a:ext cx="22320" cy="431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8D7A059-49E3-7EC3-91BD-72C3D9AE929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73624" y="422856"/>
                  <a:ext cx="3096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CBA34C1-9263-7C1D-CCEC-85304D9AEDC5}"/>
                    </a:ext>
                  </a:extLst>
                </p14:cNvPr>
                <p14:cNvContentPartPr/>
                <p14:nvPr/>
              </p14:nvContentPartPr>
              <p14:xfrm>
                <a:off x="4572504" y="376056"/>
                <a:ext cx="40680" cy="439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CBA34C1-9263-7C1D-CCEC-85304D9AEDC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568184" y="371736"/>
                  <a:ext cx="4932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94DCA93-942E-CF4F-6B7C-BD4DE4DF5F67}"/>
                    </a:ext>
                  </a:extLst>
                </p14:cNvPr>
                <p14:cNvContentPartPr/>
                <p14:nvPr/>
              </p14:nvContentPartPr>
              <p14:xfrm>
                <a:off x="4968144" y="367776"/>
                <a:ext cx="61200" cy="480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94DCA93-942E-CF4F-6B7C-BD4DE4DF5F6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63824" y="363456"/>
                  <a:ext cx="6984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583ED7A-0EDD-19EE-A053-59D4FB70521C}"/>
                    </a:ext>
                  </a:extLst>
                </p14:cNvPr>
                <p14:cNvContentPartPr/>
                <p14:nvPr/>
              </p14:nvContentPartPr>
              <p14:xfrm>
                <a:off x="2449224" y="795456"/>
                <a:ext cx="158760" cy="219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583ED7A-0EDD-19EE-A053-59D4FB70521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44904" y="791136"/>
                  <a:ext cx="1674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2524125-6F1B-9051-748B-CEBBD697D1F9}"/>
                    </a:ext>
                  </a:extLst>
                </p14:cNvPr>
                <p14:cNvContentPartPr/>
                <p14:nvPr/>
              </p14:nvContentPartPr>
              <p14:xfrm>
                <a:off x="2571264" y="723096"/>
                <a:ext cx="5400" cy="1537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2524125-6F1B-9051-748B-CEBBD697D1F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66944" y="718776"/>
                  <a:ext cx="140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3A06268-6A7C-2C38-20D4-F3500BE74E80}"/>
                    </a:ext>
                  </a:extLst>
                </p14:cNvPr>
                <p14:cNvContentPartPr/>
                <p14:nvPr/>
              </p14:nvContentPartPr>
              <p14:xfrm>
                <a:off x="2859624" y="701496"/>
                <a:ext cx="174960" cy="90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3A06268-6A7C-2C38-20D4-F3500BE74E8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55304" y="697176"/>
                  <a:ext cx="1836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15FF720-A101-87F2-EA61-1A3262CB5623}"/>
                    </a:ext>
                  </a:extLst>
                </p14:cNvPr>
                <p14:cNvContentPartPr/>
                <p14:nvPr/>
              </p14:nvContentPartPr>
              <p14:xfrm>
                <a:off x="3187944" y="652536"/>
                <a:ext cx="132480" cy="144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15FF720-A101-87F2-EA61-1A3262CB562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83624" y="648216"/>
                  <a:ext cx="1411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E1FC8D9-E271-35F1-3B16-47E3B870AAB1}"/>
                    </a:ext>
                  </a:extLst>
                </p14:cNvPr>
                <p14:cNvContentPartPr/>
                <p14:nvPr/>
              </p14:nvContentPartPr>
              <p14:xfrm>
                <a:off x="3578184" y="626976"/>
                <a:ext cx="151200" cy="112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E1FC8D9-E271-35F1-3B16-47E3B870AAB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73864" y="622656"/>
                  <a:ext cx="159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F39B874-FDEE-9A7F-416D-C632ABA501EF}"/>
                    </a:ext>
                  </a:extLst>
                </p14:cNvPr>
                <p14:cNvContentPartPr/>
                <p14:nvPr/>
              </p14:nvContentPartPr>
              <p14:xfrm>
                <a:off x="3673224" y="634536"/>
                <a:ext cx="24840" cy="1368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F39B874-FDEE-9A7F-416D-C632ABA501E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668904" y="630216"/>
                  <a:ext cx="33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503C86F-C6C4-3673-E3F7-47BBF7E88435}"/>
                    </a:ext>
                  </a:extLst>
                </p14:cNvPr>
                <p14:cNvContentPartPr/>
                <p14:nvPr/>
              </p14:nvContentPartPr>
              <p14:xfrm>
                <a:off x="3935304" y="587376"/>
                <a:ext cx="110520" cy="1792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503C86F-C6C4-3673-E3F7-47BBF7E8843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30984" y="583056"/>
                  <a:ext cx="1191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72214E8-7F49-5B80-84D7-DF6E81FB34E7}"/>
                    </a:ext>
                  </a:extLst>
                </p14:cNvPr>
                <p14:cNvContentPartPr/>
                <p14:nvPr/>
              </p14:nvContentPartPr>
              <p14:xfrm>
                <a:off x="4041504" y="561096"/>
                <a:ext cx="185760" cy="36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72214E8-7F49-5B80-84D7-DF6E81FB34E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037184" y="556776"/>
                  <a:ext cx="19440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5368A8F-5D13-E139-24DA-44678FF54F13}"/>
                    </a:ext>
                  </a:extLst>
                </p14:cNvPr>
                <p14:cNvContentPartPr/>
                <p14:nvPr/>
              </p14:nvContentPartPr>
              <p14:xfrm>
                <a:off x="4387824" y="555696"/>
                <a:ext cx="73440" cy="189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5368A8F-5D13-E139-24DA-44678FF54F1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383504" y="551376"/>
                  <a:ext cx="820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92AC951-BC05-E8EC-DAF9-2A4D8EA3B7B2}"/>
                    </a:ext>
                  </a:extLst>
                </p14:cNvPr>
                <p14:cNvContentPartPr/>
                <p14:nvPr/>
              </p14:nvContentPartPr>
              <p14:xfrm>
                <a:off x="4729104" y="558936"/>
                <a:ext cx="135000" cy="2095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92AC951-BC05-E8EC-DAF9-2A4D8EA3B7B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24784" y="554616"/>
                  <a:ext cx="1436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9578BDA-E35F-39E2-C7C6-0F5E7F06E9A1}"/>
                    </a:ext>
                  </a:extLst>
                </p14:cNvPr>
                <p14:cNvContentPartPr/>
                <p14:nvPr/>
              </p14:nvContentPartPr>
              <p14:xfrm>
                <a:off x="4780224" y="636696"/>
                <a:ext cx="190440" cy="20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9578BDA-E35F-39E2-C7C6-0F5E7F06E9A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75904" y="632376"/>
                  <a:ext cx="1990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E72D141-BD5F-B498-A1C9-C750A4615099}"/>
                    </a:ext>
                  </a:extLst>
                </p14:cNvPr>
                <p14:cNvContentPartPr/>
                <p14:nvPr/>
              </p14:nvContentPartPr>
              <p14:xfrm>
                <a:off x="5108184" y="562896"/>
                <a:ext cx="140040" cy="144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E72D141-BD5F-B498-A1C9-C750A461509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03864" y="558576"/>
                  <a:ext cx="1486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BCF343B-86ED-0BB6-C624-294F2F8210AF}"/>
                    </a:ext>
                  </a:extLst>
                </p14:cNvPr>
                <p14:cNvContentPartPr/>
                <p14:nvPr/>
              </p14:nvContentPartPr>
              <p14:xfrm>
                <a:off x="2559024" y="1083816"/>
                <a:ext cx="63000" cy="889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BCF343B-86ED-0BB6-C624-294F2F8210A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554704" y="1079496"/>
                  <a:ext cx="716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49B1AF9-DF91-41F6-75F9-C85A34ECF048}"/>
                    </a:ext>
                  </a:extLst>
                </p14:cNvPr>
                <p14:cNvContentPartPr/>
                <p14:nvPr/>
              </p14:nvContentPartPr>
              <p14:xfrm>
                <a:off x="2912544" y="1035216"/>
                <a:ext cx="19800" cy="106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49B1AF9-DF91-41F6-75F9-C85A34ECF04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908224" y="1030896"/>
                  <a:ext cx="284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F06C837-6735-5999-5CBD-DFC680E42619}"/>
                    </a:ext>
                  </a:extLst>
                </p14:cNvPr>
                <p14:cNvContentPartPr/>
                <p14:nvPr/>
              </p14:nvContentPartPr>
              <p14:xfrm>
                <a:off x="3241584" y="1038096"/>
                <a:ext cx="158760" cy="96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F06C837-6735-5999-5CBD-DFC680E4261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237264" y="1033776"/>
                  <a:ext cx="1674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3F289B6-3B23-E46B-22D9-5E6E21B5B274}"/>
                    </a:ext>
                  </a:extLst>
                </p14:cNvPr>
                <p14:cNvContentPartPr/>
                <p14:nvPr/>
              </p14:nvContentPartPr>
              <p14:xfrm>
                <a:off x="3619584" y="984456"/>
                <a:ext cx="101520" cy="98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3F289B6-3B23-E46B-22D9-5E6E21B5B27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615264" y="980136"/>
                  <a:ext cx="1101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4937F35-6EB7-16D1-A6A6-39B8D14F520C}"/>
                    </a:ext>
                  </a:extLst>
                </p14:cNvPr>
                <p14:cNvContentPartPr/>
                <p14:nvPr/>
              </p14:nvContentPartPr>
              <p14:xfrm>
                <a:off x="3963384" y="965016"/>
                <a:ext cx="108000" cy="125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4937F35-6EB7-16D1-A6A6-39B8D14F520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59064" y="960696"/>
                  <a:ext cx="1166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2E60584-2690-DC6A-0AFA-C05DAC1A8AEE}"/>
                    </a:ext>
                  </a:extLst>
                </p14:cNvPr>
                <p14:cNvContentPartPr/>
                <p14:nvPr/>
              </p14:nvContentPartPr>
              <p14:xfrm>
                <a:off x="4056264" y="995976"/>
                <a:ext cx="32040" cy="135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2E60584-2690-DC6A-0AFA-C05DAC1A8AE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051944" y="991656"/>
                  <a:ext cx="406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32AC736-DF2C-F6FA-F2B9-B4831794B25A}"/>
                    </a:ext>
                  </a:extLst>
                </p14:cNvPr>
                <p14:cNvContentPartPr/>
                <p14:nvPr/>
              </p14:nvContentPartPr>
              <p14:xfrm>
                <a:off x="4380264" y="980496"/>
                <a:ext cx="74520" cy="128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32AC736-DF2C-F6FA-F2B9-B4831794B25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375944" y="976176"/>
                  <a:ext cx="831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6A3ADCD-B4A1-6B81-C58D-E0028F143C87}"/>
                    </a:ext>
                  </a:extLst>
                </p14:cNvPr>
                <p14:cNvContentPartPr/>
                <p14:nvPr/>
              </p14:nvContentPartPr>
              <p14:xfrm>
                <a:off x="4495104" y="949896"/>
                <a:ext cx="85680" cy="6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6A3ADCD-B4A1-6B81-C58D-E0028F143C8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490784" y="945576"/>
                  <a:ext cx="9432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7E67F03-3E1E-EEE3-292B-35B652F8F454}"/>
                    </a:ext>
                  </a:extLst>
                </p14:cNvPr>
                <p14:cNvContentPartPr/>
                <p14:nvPr/>
              </p14:nvContentPartPr>
              <p14:xfrm>
                <a:off x="4707144" y="928656"/>
                <a:ext cx="88200" cy="156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7E67F03-3E1E-EEE3-292B-35B652F8F45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702824" y="924336"/>
                  <a:ext cx="968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E1D23F9-57D8-DC59-1AE9-7B27F6D060BD}"/>
                    </a:ext>
                  </a:extLst>
                </p14:cNvPr>
                <p14:cNvContentPartPr/>
                <p14:nvPr/>
              </p14:nvContentPartPr>
              <p14:xfrm>
                <a:off x="5134104" y="925416"/>
                <a:ext cx="107280" cy="171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E1D23F9-57D8-DC59-1AE9-7B27F6D060B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129784" y="921096"/>
                  <a:ext cx="1159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474E544-D7EA-68A4-6D99-587899836063}"/>
                    </a:ext>
                  </a:extLst>
                </p14:cNvPr>
                <p14:cNvContentPartPr/>
                <p14:nvPr/>
              </p14:nvContentPartPr>
              <p14:xfrm>
                <a:off x="5172984" y="992736"/>
                <a:ext cx="129600" cy="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474E544-D7EA-68A4-6D99-58789983606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168664" y="988416"/>
                  <a:ext cx="13824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228E303-C1A3-8D74-9283-F108C901FEA3}"/>
              </a:ext>
            </a:extLst>
          </p:cNvPr>
          <p:cNvGrpSpPr/>
          <p:nvPr/>
        </p:nvGrpSpPr>
        <p:grpSpPr>
          <a:xfrm>
            <a:off x="6818544" y="454896"/>
            <a:ext cx="1336680" cy="292680"/>
            <a:chOff x="6818544" y="454896"/>
            <a:chExt cx="1336680" cy="29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6F54504-B953-FD04-16CD-67DFB80443FA}"/>
                    </a:ext>
                  </a:extLst>
                </p14:cNvPr>
                <p14:cNvContentPartPr/>
                <p14:nvPr/>
              </p14:nvContentPartPr>
              <p14:xfrm>
                <a:off x="6818544" y="550296"/>
                <a:ext cx="139680" cy="146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6F54504-B953-FD04-16CD-67DFB80443F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14224" y="545976"/>
                  <a:ext cx="1483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DE0788E-421B-8F12-BB6B-74565BBF8D63}"/>
                    </a:ext>
                  </a:extLst>
                </p14:cNvPr>
                <p14:cNvContentPartPr/>
                <p14:nvPr/>
              </p14:nvContentPartPr>
              <p14:xfrm>
                <a:off x="6889464" y="650736"/>
                <a:ext cx="68760" cy="96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DE0788E-421B-8F12-BB6B-74565BBF8D6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85144" y="646416"/>
                  <a:ext cx="774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D7C7272-FED1-E9C4-2CC4-0271CC865F71}"/>
                    </a:ext>
                  </a:extLst>
                </p14:cNvPr>
                <p14:cNvContentPartPr/>
                <p14:nvPr/>
              </p14:nvContentPartPr>
              <p14:xfrm>
                <a:off x="6991704" y="663696"/>
                <a:ext cx="176040" cy="550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D7C7272-FED1-E9C4-2CC4-0271CC865F7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987384" y="659376"/>
                  <a:ext cx="1846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1A2695B-7A3B-E363-7289-E53C19DCE498}"/>
                    </a:ext>
                  </a:extLst>
                </p14:cNvPr>
                <p14:cNvContentPartPr/>
                <p14:nvPr/>
              </p14:nvContentPartPr>
              <p14:xfrm>
                <a:off x="7201584" y="668376"/>
                <a:ext cx="27360" cy="33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1A2695B-7A3B-E363-7289-E53C19DCE49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97264" y="664056"/>
                  <a:ext cx="36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3A29529-CD30-B910-6793-71AC8E50ED9A}"/>
                    </a:ext>
                  </a:extLst>
                </p14:cNvPr>
                <p14:cNvContentPartPr/>
                <p14:nvPr/>
              </p14:nvContentPartPr>
              <p14:xfrm>
                <a:off x="7291584" y="562896"/>
                <a:ext cx="29520" cy="410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3A29529-CD30-B910-6793-71AC8E50ED9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287264" y="558576"/>
                  <a:ext cx="381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0429DA3-7506-25DD-1F7E-0AE72F86A611}"/>
                    </a:ext>
                  </a:extLst>
                </p14:cNvPr>
                <p14:cNvContentPartPr/>
                <p14:nvPr/>
              </p14:nvContentPartPr>
              <p14:xfrm>
                <a:off x="7311384" y="634536"/>
                <a:ext cx="154080" cy="604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0429DA3-7506-25DD-1F7E-0AE72F86A61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307064" y="630216"/>
                  <a:ext cx="162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C4DDB26-6224-EE97-DF99-85A11DF46B2C}"/>
                    </a:ext>
                  </a:extLst>
                </p14:cNvPr>
                <p14:cNvContentPartPr/>
                <p14:nvPr/>
              </p14:nvContentPartPr>
              <p14:xfrm>
                <a:off x="7450344" y="454896"/>
                <a:ext cx="275760" cy="231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C4DDB26-6224-EE97-DF99-85A11DF46B2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446024" y="450576"/>
                  <a:ext cx="2844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8B44F17-440E-B3FA-1614-CA1E14AC00CC}"/>
                    </a:ext>
                  </a:extLst>
                </p14:cNvPr>
                <p14:cNvContentPartPr/>
                <p14:nvPr/>
              </p14:nvContentPartPr>
              <p14:xfrm>
                <a:off x="7738704" y="503856"/>
                <a:ext cx="177480" cy="1915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8B44F17-440E-B3FA-1614-CA1E14AC00C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734384" y="499536"/>
                  <a:ext cx="1861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1DF2D26-16FF-AFDA-54E3-518217D73B13}"/>
                    </a:ext>
                  </a:extLst>
                </p14:cNvPr>
                <p14:cNvContentPartPr/>
                <p14:nvPr/>
              </p14:nvContentPartPr>
              <p14:xfrm>
                <a:off x="7932024" y="583056"/>
                <a:ext cx="223200" cy="83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1DF2D26-16FF-AFDA-54E3-518217D73B1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927704" y="578736"/>
                  <a:ext cx="23184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1D492CA-76B7-E3D1-F9C6-50826E130584}"/>
              </a:ext>
            </a:extLst>
          </p:cNvPr>
          <p:cNvGrpSpPr/>
          <p:nvPr/>
        </p:nvGrpSpPr>
        <p:grpSpPr>
          <a:xfrm>
            <a:off x="8360064" y="450576"/>
            <a:ext cx="182880" cy="181800"/>
            <a:chOff x="8360064" y="450576"/>
            <a:chExt cx="182880" cy="18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DD82A8F-70FD-5F67-33ED-9EE4EF76CA5C}"/>
                    </a:ext>
                  </a:extLst>
                </p14:cNvPr>
                <p14:cNvContentPartPr/>
                <p14:nvPr/>
              </p14:nvContentPartPr>
              <p14:xfrm>
                <a:off x="8360064" y="450576"/>
                <a:ext cx="95040" cy="181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DD82A8F-70FD-5F67-33ED-9EE4EF76CA5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355744" y="446256"/>
                  <a:ext cx="1036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923FF63-2E30-76A0-2BB7-2AB2E8A318E0}"/>
                    </a:ext>
                  </a:extLst>
                </p14:cNvPr>
                <p14:cNvContentPartPr/>
                <p14:nvPr/>
              </p14:nvContentPartPr>
              <p14:xfrm>
                <a:off x="8364744" y="530496"/>
                <a:ext cx="178200" cy="8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923FF63-2E30-76A0-2BB7-2AB2E8A318E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360424" y="526176"/>
                  <a:ext cx="186840" cy="1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8CD1260-BC78-4299-9BC0-682E99D255A9}"/>
              </a:ext>
            </a:extLst>
          </p:cNvPr>
          <p:cNvGrpSpPr/>
          <p:nvPr/>
        </p:nvGrpSpPr>
        <p:grpSpPr>
          <a:xfrm>
            <a:off x="5093064" y="1293696"/>
            <a:ext cx="183240" cy="284760"/>
            <a:chOff x="5093064" y="1293696"/>
            <a:chExt cx="183240" cy="28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156E506-BAC5-9AB0-CFF5-54ACAD40DE9B}"/>
                    </a:ext>
                  </a:extLst>
                </p14:cNvPr>
                <p14:cNvContentPartPr/>
                <p14:nvPr/>
              </p14:nvContentPartPr>
              <p14:xfrm>
                <a:off x="5143464" y="1293696"/>
                <a:ext cx="61200" cy="2847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156E506-BAC5-9AB0-CFF5-54ACAD40DE9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139144" y="1289376"/>
                  <a:ext cx="698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C487486-7471-7BCE-ABF6-1C3FE13EE4D0}"/>
                    </a:ext>
                  </a:extLst>
                </p14:cNvPr>
                <p14:cNvContentPartPr/>
                <p14:nvPr/>
              </p14:nvContentPartPr>
              <p14:xfrm>
                <a:off x="5093064" y="1296576"/>
                <a:ext cx="183240" cy="113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C487486-7471-7BCE-ABF6-1C3FE13EE4D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088744" y="1292256"/>
                  <a:ext cx="19188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02644FE-F7FC-F17E-D851-42AD7A0E1365}"/>
              </a:ext>
            </a:extLst>
          </p:cNvPr>
          <p:cNvGrpSpPr/>
          <p:nvPr/>
        </p:nvGrpSpPr>
        <p:grpSpPr>
          <a:xfrm>
            <a:off x="8201304" y="4634136"/>
            <a:ext cx="960120" cy="435600"/>
            <a:chOff x="8201304" y="4634136"/>
            <a:chExt cx="960120" cy="43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4B1A7B3-0BBE-9B94-0B7F-5441CFB433CD}"/>
                    </a:ext>
                  </a:extLst>
                </p14:cNvPr>
                <p14:cNvContentPartPr/>
                <p14:nvPr/>
              </p14:nvContentPartPr>
              <p14:xfrm>
                <a:off x="8201304" y="4706496"/>
                <a:ext cx="288360" cy="363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4B1A7B3-0BBE-9B94-0B7F-5441CFB433C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196984" y="4702176"/>
                  <a:ext cx="29700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B48214C-92D6-2262-9ADB-DDAD0B1A96C2}"/>
                    </a:ext>
                  </a:extLst>
                </p14:cNvPr>
                <p14:cNvContentPartPr/>
                <p14:nvPr/>
              </p14:nvContentPartPr>
              <p14:xfrm>
                <a:off x="8529984" y="4679496"/>
                <a:ext cx="203400" cy="3362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B48214C-92D6-2262-9ADB-DDAD0B1A96C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525664" y="4675176"/>
                  <a:ext cx="21204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292C71D-F963-D7E0-40F2-BEC1441050F8}"/>
                    </a:ext>
                  </a:extLst>
                </p14:cNvPr>
                <p14:cNvContentPartPr/>
                <p14:nvPr/>
              </p14:nvContentPartPr>
              <p14:xfrm>
                <a:off x="8766864" y="4846176"/>
                <a:ext cx="156240" cy="83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292C71D-F963-D7E0-40F2-BEC1441050F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762544" y="4841856"/>
                  <a:ext cx="1648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D235D64-54F7-2FD5-D716-8FADFB230412}"/>
                    </a:ext>
                  </a:extLst>
                </p14:cNvPr>
                <p14:cNvContentPartPr/>
                <p14:nvPr/>
              </p14:nvContentPartPr>
              <p14:xfrm>
                <a:off x="8949744" y="4667616"/>
                <a:ext cx="93240" cy="93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D235D64-54F7-2FD5-D716-8FADFB23041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945424" y="4663296"/>
                  <a:ext cx="1018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C682C37-A671-F6CF-8D9E-0569E4D873C0}"/>
                    </a:ext>
                  </a:extLst>
                </p14:cNvPr>
                <p14:cNvContentPartPr/>
                <p14:nvPr/>
              </p14:nvContentPartPr>
              <p14:xfrm>
                <a:off x="9080424" y="4634136"/>
                <a:ext cx="81000" cy="2818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C682C37-A671-F6CF-8D9E-0569E4D873C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076104" y="4629816"/>
                  <a:ext cx="89640" cy="29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E1C4AB06-3327-A887-877E-DED2048CE244}"/>
              </a:ext>
            </a:extLst>
          </p:cNvPr>
          <p:cNvGrpSpPr/>
          <p:nvPr/>
        </p:nvGrpSpPr>
        <p:grpSpPr>
          <a:xfrm>
            <a:off x="328104" y="93456"/>
            <a:ext cx="2997000" cy="372960"/>
            <a:chOff x="328104" y="93456"/>
            <a:chExt cx="2997000" cy="37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8884985-4949-36FC-10CC-32133724E445}"/>
                    </a:ext>
                  </a:extLst>
                </p14:cNvPr>
                <p14:cNvContentPartPr/>
                <p14:nvPr/>
              </p14:nvContentPartPr>
              <p14:xfrm>
                <a:off x="328104" y="164016"/>
                <a:ext cx="388080" cy="2523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8884985-4949-36FC-10CC-32133724E44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23784" y="159696"/>
                  <a:ext cx="39672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172853A-5CA2-9727-340D-62ADC183CB2C}"/>
                    </a:ext>
                  </a:extLst>
                </p14:cNvPr>
                <p14:cNvContentPartPr/>
                <p14:nvPr/>
              </p14:nvContentPartPr>
              <p14:xfrm>
                <a:off x="770904" y="280656"/>
                <a:ext cx="54720" cy="896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172853A-5CA2-9727-340D-62ADC183CB2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66584" y="276336"/>
                  <a:ext cx="633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9EC70AC-87B5-1955-10DB-5A5A2C4A261E}"/>
                    </a:ext>
                  </a:extLst>
                </p14:cNvPr>
                <p14:cNvContentPartPr/>
                <p14:nvPr/>
              </p14:nvContentPartPr>
              <p14:xfrm>
                <a:off x="927864" y="278136"/>
                <a:ext cx="12600" cy="864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9EC70AC-87B5-1955-10DB-5A5A2C4A261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23544" y="273816"/>
                  <a:ext cx="212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9A62C23-4D80-4656-6379-92E6C59909E4}"/>
                    </a:ext>
                  </a:extLst>
                </p14:cNvPr>
                <p14:cNvContentPartPr/>
                <p14:nvPr/>
              </p14:nvContentPartPr>
              <p14:xfrm>
                <a:off x="1052424" y="284976"/>
                <a:ext cx="60840" cy="961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9A62C23-4D80-4656-6379-92E6C59909E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48104" y="280656"/>
                  <a:ext cx="694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EC9DED1-71CA-EAC8-3D73-1824A993C2FD}"/>
                    </a:ext>
                  </a:extLst>
                </p14:cNvPr>
                <p14:cNvContentPartPr/>
                <p14:nvPr/>
              </p14:nvContentPartPr>
              <p14:xfrm>
                <a:off x="1250784" y="153216"/>
                <a:ext cx="69840" cy="1483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EC9DED1-71CA-EAC8-3D73-1824A993C2F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246464" y="148896"/>
                  <a:ext cx="784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6300083-1389-3648-7DD6-3FED84F61574}"/>
                    </a:ext>
                  </a:extLst>
                </p14:cNvPr>
                <p14:cNvContentPartPr/>
                <p14:nvPr/>
              </p14:nvContentPartPr>
              <p14:xfrm>
                <a:off x="1203264" y="210096"/>
                <a:ext cx="136800" cy="165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6300083-1389-3648-7DD6-3FED84F6157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98944" y="205776"/>
                  <a:ext cx="1454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DB3D95C-AC7B-22BE-C2B7-103524D06FBA}"/>
                    </a:ext>
                  </a:extLst>
                </p14:cNvPr>
                <p14:cNvContentPartPr/>
                <p14:nvPr/>
              </p14:nvContentPartPr>
              <p14:xfrm>
                <a:off x="1571544" y="224856"/>
                <a:ext cx="59040" cy="1594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DB3D95C-AC7B-22BE-C2B7-103524D06FB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567224" y="220536"/>
                  <a:ext cx="676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6140169-0279-437D-6494-DE563F05AB69}"/>
                    </a:ext>
                  </a:extLst>
                </p14:cNvPr>
                <p14:cNvContentPartPr/>
                <p14:nvPr/>
              </p14:nvContentPartPr>
              <p14:xfrm>
                <a:off x="1622664" y="102096"/>
                <a:ext cx="68760" cy="1263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6140169-0279-437D-6494-DE563F05AB6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618344" y="97776"/>
                  <a:ext cx="774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5594E30-781E-230F-2CD9-705D033C9A0D}"/>
                    </a:ext>
                  </a:extLst>
                </p14:cNvPr>
                <p14:cNvContentPartPr/>
                <p14:nvPr/>
              </p14:nvContentPartPr>
              <p14:xfrm>
                <a:off x="1666584" y="273096"/>
                <a:ext cx="156240" cy="568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5594E30-781E-230F-2CD9-705D033C9A0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662264" y="268776"/>
                  <a:ext cx="1648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F375ECA-4413-47E3-A579-EBF73DABF7DC}"/>
                    </a:ext>
                  </a:extLst>
                </p14:cNvPr>
                <p14:cNvContentPartPr/>
                <p14:nvPr/>
              </p14:nvContentPartPr>
              <p14:xfrm>
                <a:off x="1849464" y="241056"/>
                <a:ext cx="68760" cy="964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F375ECA-4413-47E3-A579-EBF73DABF7D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845144" y="236736"/>
                  <a:ext cx="774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031DAB9-7F68-827A-E1B3-A984AAADF370}"/>
                    </a:ext>
                  </a:extLst>
                </p14:cNvPr>
                <p14:cNvContentPartPr/>
                <p14:nvPr/>
              </p14:nvContentPartPr>
              <p14:xfrm>
                <a:off x="1990944" y="93456"/>
                <a:ext cx="236880" cy="3729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031DAB9-7F68-827A-E1B3-A984AAADF37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986624" y="89136"/>
                  <a:ext cx="24552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3CC44C3-A7E1-4FC6-96EC-5CB82BD02A3C}"/>
                    </a:ext>
                  </a:extLst>
                </p14:cNvPr>
                <p14:cNvContentPartPr/>
                <p14:nvPr/>
              </p14:nvContentPartPr>
              <p14:xfrm>
                <a:off x="1941984" y="219456"/>
                <a:ext cx="366120" cy="1677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3CC44C3-A7E1-4FC6-96EC-5CB82BD02A3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937664" y="215136"/>
                  <a:ext cx="3747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2BD1E11-79C6-CB20-3D93-9EDACBC6F266}"/>
                    </a:ext>
                  </a:extLst>
                </p14:cNvPr>
                <p14:cNvContentPartPr/>
                <p14:nvPr/>
              </p14:nvContentPartPr>
              <p14:xfrm>
                <a:off x="2341944" y="256536"/>
                <a:ext cx="280800" cy="644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2BD1E11-79C6-CB20-3D93-9EDACBC6F26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337624" y="252216"/>
                  <a:ext cx="2894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4FD501E-F28C-16BE-FEE6-1DBBE5B8E094}"/>
                    </a:ext>
                  </a:extLst>
                </p14:cNvPr>
                <p14:cNvContentPartPr/>
                <p14:nvPr/>
              </p14:nvContentPartPr>
              <p14:xfrm>
                <a:off x="2649384" y="188856"/>
                <a:ext cx="422280" cy="961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4FD501E-F28C-16BE-FEE6-1DBBE5B8E09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645064" y="184536"/>
                  <a:ext cx="4309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5C6A31D-1B99-061A-8B47-11819BD99BC6}"/>
                    </a:ext>
                  </a:extLst>
                </p14:cNvPr>
                <p14:cNvContentPartPr/>
                <p14:nvPr/>
              </p14:nvContentPartPr>
              <p14:xfrm>
                <a:off x="3078144" y="197136"/>
                <a:ext cx="110160" cy="810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5C6A31D-1B99-061A-8B47-11819BD99BC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073824" y="192816"/>
                  <a:ext cx="1188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101E302-9069-1ECD-B943-538AB0D35F16}"/>
                    </a:ext>
                  </a:extLst>
                </p14:cNvPr>
                <p14:cNvContentPartPr/>
                <p14:nvPr/>
              </p14:nvContentPartPr>
              <p14:xfrm>
                <a:off x="3233664" y="200376"/>
                <a:ext cx="91440" cy="1101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101E302-9069-1ECD-B943-538AB0D35F1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229344" y="196056"/>
                  <a:ext cx="10008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E83B1FB-C6DB-5F04-0E7F-BE39FD423991}"/>
              </a:ext>
            </a:extLst>
          </p:cNvPr>
          <p:cNvGrpSpPr/>
          <p:nvPr/>
        </p:nvGrpSpPr>
        <p:grpSpPr>
          <a:xfrm>
            <a:off x="3636864" y="-18864"/>
            <a:ext cx="1848600" cy="339840"/>
            <a:chOff x="3636864" y="-18864"/>
            <a:chExt cx="1848600" cy="33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60E614F-474D-35DE-176C-9036A404B051}"/>
                    </a:ext>
                  </a:extLst>
                </p14:cNvPr>
                <p14:cNvContentPartPr/>
                <p14:nvPr/>
              </p14:nvContentPartPr>
              <p14:xfrm>
                <a:off x="3636864" y="205056"/>
                <a:ext cx="51840" cy="4464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60E614F-474D-35DE-176C-9036A404B05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632544" y="200736"/>
                  <a:ext cx="604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38495D6-0247-FD48-D298-A965A0D76E6F}"/>
                    </a:ext>
                  </a:extLst>
                </p14:cNvPr>
                <p14:cNvContentPartPr/>
                <p14:nvPr/>
              </p14:nvContentPartPr>
              <p14:xfrm>
                <a:off x="3756384" y="93816"/>
                <a:ext cx="161280" cy="2271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38495D6-0247-FD48-D298-A965A0D76E6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752064" y="89496"/>
                  <a:ext cx="1699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82E23FA-CDF9-66FD-3814-588304D99391}"/>
                    </a:ext>
                  </a:extLst>
                </p14:cNvPr>
                <p14:cNvContentPartPr/>
                <p14:nvPr/>
              </p14:nvContentPartPr>
              <p14:xfrm>
                <a:off x="3731904" y="172656"/>
                <a:ext cx="156240" cy="198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82E23FA-CDF9-66FD-3814-588304D9939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727584" y="168336"/>
                  <a:ext cx="164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5D7D1E3-DB45-2FD5-5E42-DA0BEFE1E265}"/>
                    </a:ext>
                  </a:extLst>
                </p14:cNvPr>
                <p14:cNvContentPartPr/>
                <p14:nvPr/>
              </p14:nvContentPartPr>
              <p14:xfrm>
                <a:off x="4053744" y="40176"/>
                <a:ext cx="164160" cy="2026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5D7D1E3-DB45-2FD5-5E42-DA0BEFE1E26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049424" y="35856"/>
                  <a:ext cx="1728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0952D5F-CC99-B993-2FCC-7F0FB34ADB9C}"/>
                    </a:ext>
                  </a:extLst>
                </p14:cNvPr>
                <p14:cNvContentPartPr/>
                <p14:nvPr/>
              </p14:nvContentPartPr>
              <p14:xfrm>
                <a:off x="4112064" y="148536"/>
                <a:ext cx="151560" cy="482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0952D5F-CC99-B993-2FCC-7F0FB34ADB9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07744" y="144216"/>
                  <a:ext cx="1602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C9684F3-1BCF-E7ED-9811-7835880D5A42}"/>
                    </a:ext>
                  </a:extLst>
                </p14:cNvPr>
                <p14:cNvContentPartPr/>
                <p14:nvPr/>
              </p14:nvContentPartPr>
              <p14:xfrm>
                <a:off x="4299984" y="158256"/>
                <a:ext cx="144360" cy="475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C9684F3-1BCF-E7ED-9811-7835880D5A4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295664" y="153936"/>
                  <a:ext cx="1530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A9D2908-328E-A233-F96F-DCCBF53EE89F}"/>
                    </a:ext>
                  </a:extLst>
                </p14:cNvPr>
                <p14:cNvContentPartPr/>
                <p14:nvPr/>
              </p14:nvContentPartPr>
              <p14:xfrm>
                <a:off x="4514544" y="165456"/>
                <a:ext cx="7560" cy="295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A9D2908-328E-A233-F96F-DCCBF53EE89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510224" y="161136"/>
                  <a:ext cx="162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E0D0826-C51A-4430-C2F7-D9FC8AEA7B34}"/>
                    </a:ext>
                  </a:extLst>
                </p14:cNvPr>
                <p14:cNvContentPartPr/>
                <p14:nvPr/>
              </p14:nvContentPartPr>
              <p14:xfrm>
                <a:off x="4553424" y="52416"/>
                <a:ext cx="44280" cy="687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E0D0826-C51A-4430-C2F7-D9FC8AEA7B3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549104" y="48096"/>
                  <a:ext cx="529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2327E8F-9246-51B9-E124-85BA04693B13}"/>
                    </a:ext>
                  </a:extLst>
                </p14:cNvPr>
                <p14:cNvContentPartPr/>
                <p14:nvPr/>
              </p14:nvContentPartPr>
              <p14:xfrm>
                <a:off x="4608144" y="-18864"/>
                <a:ext cx="235800" cy="2361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2327E8F-9246-51B9-E124-85BA04693B1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603824" y="-23184"/>
                  <a:ext cx="2444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AFB7372-3012-33ED-2323-F4424A4FD9E8}"/>
                    </a:ext>
                  </a:extLst>
                </p14:cNvPr>
                <p14:cNvContentPartPr/>
                <p14:nvPr/>
              </p14:nvContentPartPr>
              <p14:xfrm>
                <a:off x="4893264" y="35784"/>
                <a:ext cx="142920" cy="17496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AFB7372-3012-33ED-2323-F4424A4FD9E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888944" y="31464"/>
                  <a:ext cx="1515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620955E-0A32-F916-537D-D65FF44C04D8}"/>
                    </a:ext>
                  </a:extLst>
                </p14:cNvPr>
                <p14:cNvContentPartPr/>
                <p14:nvPr/>
              </p14:nvContentPartPr>
              <p14:xfrm>
                <a:off x="5081544" y="108864"/>
                <a:ext cx="147600" cy="799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620955E-0A32-F916-537D-D65FF44C04D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077224" y="104544"/>
                  <a:ext cx="1562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9C8E0A5-7EEE-EE22-F858-26DD36EA8C8C}"/>
                    </a:ext>
                  </a:extLst>
                </p14:cNvPr>
                <p14:cNvContentPartPr/>
                <p14:nvPr/>
              </p14:nvContentPartPr>
              <p14:xfrm>
                <a:off x="5336064" y="77184"/>
                <a:ext cx="100800" cy="1558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9C8E0A5-7EEE-EE22-F858-26DD36EA8C8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331744" y="72864"/>
                  <a:ext cx="109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8A1CE6C-CE3A-5B49-7F6A-63CD1A1BAB95}"/>
                    </a:ext>
                  </a:extLst>
                </p14:cNvPr>
                <p14:cNvContentPartPr/>
                <p14:nvPr/>
              </p14:nvContentPartPr>
              <p14:xfrm>
                <a:off x="5292504" y="108864"/>
                <a:ext cx="192960" cy="11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8A1CE6C-CE3A-5B49-7F6A-63CD1A1BAB95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288184" y="104544"/>
                  <a:ext cx="20160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4788967E-505E-1A86-E72A-1EE5B87F19C1}"/>
              </a:ext>
            </a:extLst>
          </p:cNvPr>
          <p:cNvGrpSpPr/>
          <p:nvPr/>
        </p:nvGrpSpPr>
        <p:grpSpPr>
          <a:xfrm>
            <a:off x="8757144" y="1887624"/>
            <a:ext cx="192960" cy="76320"/>
            <a:chOff x="8757144" y="1887624"/>
            <a:chExt cx="192960" cy="7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5DCD106-621B-B416-C1DB-0067B425E3EA}"/>
                    </a:ext>
                  </a:extLst>
                </p14:cNvPr>
                <p14:cNvContentPartPr/>
                <p14:nvPr/>
              </p14:nvContentPartPr>
              <p14:xfrm>
                <a:off x="8757144" y="1887624"/>
                <a:ext cx="128880" cy="54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5DCD106-621B-B416-C1DB-0067B425E3E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752824" y="1883304"/>
                  <a:ext cx="137520" cy="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2B242A0-8B1C-6801-A4AA-F6B52181DD9F}"/>
                    </a:ext>
                  </a:extLst>
                </p14:cNvPr>
                <p14:cNvContentPartPr/>
                <p14:nvPr/>
              </p14:nvContentPartPr>
              <p14:xfrm>
                <a:off x="8781624" y="1945584"/>
                <a:ext cx="168480" cy="183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2B242A0-8B1C-6801-A4AA-F6B52181DD9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777304" y="1941264"/>
                  <a:ext cx="177120" cy="2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32F3C385-CCCF-E105-25BA-FC94073B4F74}"/>
                  </a:ext>
                </a:extLst>
              </p14:cNvPr>
              <p14:cNvContentPartPr/>
              <p14:nvPr/>
            </p14:nvContentPartPr>
            <p14:xfrm>
              <a:off x="9249624" y="1836864"/>
              <a:ext cx="154080" cy="12600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32F3C385-CCCF-E105-25BA-FC94073B4F74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9245304" y="1832544"/>
                <a:ext cx="162720" cy="13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8" name="Group 157">
            <a:extLst>
              <a:ext uri="{FF2B5EF4-FFF2-40B4-BE49-F238E27FC236}">
                <a16:creationId xmlns:a16="http://schemas.microsoft.com/office/drawing/2014/main" id="{F1ED7BB9-346C-378E-C76E-69570114941F}"/>
              </a:ext>
            </a:extLst>
          </p:cNvPr>
          <p:cNvGrpSpPr/>
          <p:nvPr/>
        </p:nvGrpSpPr>
        <p:grpSpPr>
          <a:xfrm>
            <a:off x="8784144" y="2330784"/>
            <a:ext cx="195120" cy="73440"/>
            <a:chOff x="8784144" y="2330784"/>
            <a:chExt cx="195120" cy="7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401991D-F691-87E2-99B9-857270C921E0}"/>
                    </a:ext>
                  </a:extLst>
                </p14:cNvPr>
                <p14:cNvContentPartPr/>
                <p14:nvPr/>
              </p14:nvContentPartPr>
              <p14:xfrm>
                <a:off x="8784144" y="2330784"/>
                <a:ext cx="171000" cy="280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401991D-F691-87E2-99B9-857270C921E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779824" y="2326464"/>
                  <a:ext cx="1796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8BC2ADD-65A0-6F60-0CB2-23669F95667D}"/>
                    </a:ext>
                  </a:extLst>
                </p14:cNvPr>
                <p14:cNvContentPartPr/>
                <p14:nvPr/>
              </p14:nvContentPartPr>
              <p14:xfrm>
                <a:off x="8842464" y="2383704"/>
                <a:ext cx="136800" cy="205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8BC2ADD-65A0-6F60-0CB2-23669F95667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838144" y="2379384"/>
                  <a:ext cx="145440" cy="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7845B9DD-C302-962F-51BD-C341B9687949}"/>
                  </a:ext>
                </a:extLst>
              </p14:cNvPr>
              <p14:cNvContentPartPr/>
              <p14:nvPr/>
            </p14:nvContentPartPr>
            <p14:xfrm>
              <a:off x="9232704" y="2277144"/>
              <a:ext cx="178200" cy="12240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7845B9DD-C302-962F-51BD-C341B9687949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9228384" y="2272824"/>
                <a:ext cx="186840" cy="131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7" name="Group 156">
            <a:extLst>
              <a:ext uri="{FF2B5EF4-FFF2-40B4-BE49-F238E27FC236}">
                <a16:creationId xmlns:a16="http://schemas.microsoft.com/office/drawing/2014/main" id="{3AE654B2-DD83-587E-1897-AC7CDB79D129}"/>
              </a:ext>
            </a:extLst>
          </p:cNvPr>
          <p:cNvGrpSpPr/>
          <p:nvPr/>
        </p:nvGrpSpPr>
        <p:grpSpPr>
          <a:xfrm>
            <a:off x="8871624" y="2754864"/>
            <a:ext cx="141840" cy="76320"/>
            <a:chOff x="8871624" y="2754864"/>
            <a:chExt cx="141840" cy="7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63AD29B-1FD7-8407-AB6E-74A0A358C664}"/>
                    </a:ext>
                  </a:extLst>
                </p14:cNvPr>
                <p14:cNvContentPartPr/>
                <p14:nvPr/>
              </p14:nvContentPartPr>
              <p14:xfrm>
                <a:off x="8871624" y="2754864"/>
                <a:ext cx="119880" cy="126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63AD29B-1FD7-8407-AB6E-74A0A358C66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867304" y="2750544"/>
                  <a:ext cx="1285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5896856B-D9E6-55B0-182C-DBEBF7BDC178}"/>
                    </a:ext>
                  </a:extLst>
                </p14:cNvPr>
                <p14:cNvContentPartPr/>
                <p14:nvPr/>
              </p14:nvContentPartPr>
              <p14:xfrm>
                <a:off x="8903304" y="2825784"/>
                <a:ext cx="110160" cy="54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5896856B-D9E6-55B0-182C-DBEBF7BDC17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898984" y="2821464"/>
                  <a:ext cx="118800" cy="1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32EE9040-9084-15C8-5496-1278B18CD788}"/>
                  </a:ext>
                </a:extLst>
              </p14:cNvPr>
              <p14:cNvContentPartPr/>
              <p14:nvPr/>
            </p14:nvContentPartPr>
            <p14:xfrm>
              <a:off x="9303264" y="2732544"/>
              <a:ext cx="176040" cy="9288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32EE9040-9084-15C8-5496-1278B18CD788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9298944" y="2728224"/>
                <a:ext cx="184680" cy="10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6" name="Group 155">
            <a:extLst>
              <a:ext uri="{FF2B5EF4-FFF2-40B4-BE49-F238E27FC236}">
                <a16:creationId xmlns:a16="http://schemas.microsoft.com/office/drawing/2014/main" id="{9CA33E09-857A-BF49-868E-66EDCD28619F}"/>
              </a:ext>
            </a:extLst>
          </p:cNvPr>
          <p:cNvGrpSpPr/>
          <p:nvPr/>
        </p:nvGrpSpPr>
        <p:grpSpPr>
          <a:xfrm>
            <a:off x="8866944" y="3140784"/>
            <a:ext cx="166320" cy="114120"/>
            <a:chOff x="8866944" y="3140784"/>
            <a:chExt cx="166320" cy="11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362960E-42F3-48BB-5448-83DA9AE3303B}"/>
                    </a:ext>
                  </a:extLst>
                </p14:cNvPr>
                <p14:cNvContentPartPr/>
                <p14:nvPr/>
              </p14:nvContentPartPr>
              <p14:xfrm>
                <a:off x="8866944" y="3140784"/>
                <a:ext cx="145800" cy="3636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362960E-42F3-48BB-5448-83DA9AE3303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862624" y="3136464"/>
                  <a:ext cx="1544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8E54064-3BBD-7F50-CB1A-9ECE7704CB6A}"/>
                    </a:ext>
                  </a:extLst>
                </p14:cNvPr>
                <p14:cNvContentPartPr/>
                <p14:nvPr/>
              </p14:nvContentPartPr>
              <p14:xfrm>
                <a:off x="8910864" y="3234384"/>
                <a:ext cx="122400" cy="205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8E54064-3BBD-7F50-CB1A-9ECE7704CB6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906544" y="3230064"/>
                  <a:ext cx="131040" cy="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837BB00E-CF95-3F10-7BF7-DB50AFFE5F7B}"/>
                  </a:ext>
                </a:extLst>
              </p14:cNvPr>
              <p14:cNvContentPartPr/>
              <p14:nvPr/>
            </p14:nvContentPartPr>
            <p14:xfrm>
              <a:off x="9283824" y="3092544"/>
              <a:ext cx="224640" cy="8460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837BB00E-CF95-3F10-7BF7-DB50AFFE5F7B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9279504" y="3088224"/>
                <a:ext cx="233280" cy="9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2" name="Group 161">
            <a:extLst>
              <a:ext uri="{FF2B5EF4-FFF2-40B4-BE49-F238E27FC236}">
                <a16:creationId xmlns:a16="http://schemas.microsoft.com/office/drawing/2014/main" id="{E48BCA3E-FA86-7AF7-8F87-BA08A649778D}"/>
              </a:ext>
            </a:extLst>
          </p:cNvPr>
          <p:cNvGrpSpPr/>
          <p:nvPr/>
        </p:nvGrpSpPr>
        <p:grpSpPr>
          <a:xfrm>
            <a:off x="1303344" y="1778616"/>
            <a:ext cx="6641280" cy="4597560"/>
            <a:chOff x="1303344" y="1778616"/>
            <a:chExt cx="6641280" cy="4597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CE1CAA7-6D3C-25E6-38CA-80A5B1E228BB}"/>
                    </a:ext>
                  </a:extLst>
                </p14:cNvPr>
                <p14:cNvContentPartPr/>
                <p14:nvPr/>
              </p14:nvContentPartPr>
              <p14:xfrm>
                <a:off x="2385864" y="1778616"/>
                <a:ext cx="3194640" cy="5036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CE1CAA7-6D3C-25E6-38CA-80A5B1E228B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381544" y="1774296"/>
                  <a:ext cx="3203280" cy="51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5C544AE-68C0-86EA-AF86-35404C997CF0}"/>
                    </a:ext>
                  </a:extLst>
                </p14:cNvPr>
                <p14:cNvContentPartPr/>
                <p14:nvPr/>
              </p14:nvContentPartPr>
              <p14:xfrm>
                <a:off x="2473704" y="2544696"/>
                <a:ext cx="10080" cy="2170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5C544AE-68C0-86EA-AF86-35404C997CF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469384" y="2540376"/>
                  <a:ext cx="187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286B27C-4DC3-F657-D02C-5973BDDEBF6E}"/>
                    </a:ext>
                  </a:extLst>
                </p14:cNvPr>
                <p14:cNvContentPartPr/>
                <p14:nvPr/>
              </p14:nvContentPartPr>
              <p14:xfrm>
                <a:off x="2417544" y="2429856"/>
                <a:ext cx="2775240" cy="3780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286B27C-4DC3-F657-D02C-5973BDDEBF6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413224" y="2425536"/>
                  <a:ext cx="27838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D07AD38-0017-A72C-DE6E-CF3E64F9E073}"/>
                    </a:ext>
                  </a:extLst>
                </p14:cNvPr>
                <p14:cNvContentPartPr/>
                <p14:nvPr/>
              </p14:nvContentPartPr>
              <p14:xfrm>
                <a:off x="2471184" y="3100896"/>
                <a:ext cx="46800" cy="174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D07AD38-0017-A72C-DE6E-CF3E64F9E07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466864" y="3096576"/>
                  <a:ext cx="554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CB1BF2E-D149-99B0-699C-35F87AFB9894}"/>
                    </a:ext>
                  </a:extLst>
                </p14:cNvPr>
                <p14:cNvContentPartPr/>
                <p14:nvPr/>
              </p14:nvContentPartPr>
              <p14:xfrm>
                <a:off x="2466504" y="2973816"/>
                <a:ext cx="2472840" cy="3218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CB1BF2E-D149-99B0-699C-35F87AFB989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462184" y="2969496"/>
                  <a:ext cx="248148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87279E4-ED0D-C812-455D-6ED42950D874}"/>
                    </a:ext>
                  </a:extLst>
                </p14:cNvPr>
                <p14:cNvContentPartPr/>
                <p14:nvPr/>
              </p14:nvContentPartPr>
              <p14:xfrm>
                <a:off x="2550024" y="3588696"/>
                <a:ext cx="11160" cy="151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87279E4-ED0D-C812-455D-6ED42950D87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545704" y="3584376"/>
                  <a:ext cx="1980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C4E2853-E96D-CABC-3DCF-9FD4A3DD9E9F}"/>
                    </a:ext>
                  </a:extLst>
                </p14:cNvPr>
                <p14:cNvContentPartPr/>
                <p14:nvPr/>
              </p14:nvContentPartPr>
              <p14:xfrm>
                <a:off x="2551824" y="3429576"/>
                <a:ext cx="2304720" cy="341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C4E2853-E96D-CABC-3DCF-9FD4A3DD9E9F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547504" y="3425256"/>
                  <a:ext cx="231336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6A61322-378A-8E0F-9E7A-B290AE55A0E5}"/>
                    </a:ext>
                  </a:extLst>
                </p14:cNvPr>
                <p14:cNvContentPartPr/>
                <p14:nvPr/>
              </p14:nvContentPartPr>
              <p14:xfrm>
                <a:off x="6223824" y="1925856"/>
                <a:ext cx="158760" cy="97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6A61322-378A-8E0F-9E7A-B290AE55A0E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219504" y="1921536"/>
                  <a:ext cx="1674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F011EFF-3AD0-4A10-DF49-E6BAD1D78741}"/>
                    </a:ext>
                  </a:extLst>
                </p14:cNvPr>
                <p14:cNvContentPartPr/>
                <p14:nvPr/>
              </p14:nvContentPartPr>
              <p14:xfrm>
                <a:off x="5078664" y="2425176"/>
                <a:ext cx="446400" cy="3265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F011EFF-3AD0-4A10-DF49-E6BAD1D78741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074344" y="2420856"/>
                  <a:ext cx="4550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EC473BD-4762-CE28-DF7C-FFC757E4CB35}"/>
                    </a:ext>
                  </a:extLst>
                </p14:cNvPr>
                <p14:cNvContentPartPr/>
                <p14:nvPr/>
              </p14:nvContentPartPr>
              <p14:xfrm>
                <a:off x="4941144" y="2936736"/>
                <a:ext cx="616320" cy="26136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EC473BD-4762-CE28-DF7C-FFC757E4CB3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936824" y="2932416"/>
                  <a:ext cx="6249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6166F09-F946-54DD-B9F9-AA777F2C7517}"/>
                    </a:ext>
                  </a:extLst>
                </p14:cNvPr>
                <p14:cNvContentPartPr/>
                <p14:nvPr/>
              </p14:nvContentPartPr>
              <p14:xfrm>
                <a:off x="5170464" y="2926296"/>
                <a:ext cx="54000" cy="2887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6166F09-F946-54DD-B9F9-AA777F2C751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166144" y="2921976"/>
                  <a:ext cx="626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183AC6F-1076-251A-416B-1E0C14E2366F}"/>
                    </a:ext>
                  </a:extLst>
                </p14:cNvPr>
                <p14:cNvContentPartPr/>
                <p14:nvPr/>
              </p14:nvContentPartPr>
              <p14:xfrm>
                <a:off x="4729464" y="3360096"/>
                <a:ext cx="949680" cy="36720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183AC6F-1076-251A-416B-1E0C14E2366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725144" y="3355776"/>
                  <a:ext cx="95832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1A693B4-9443-55A7-3449-EA37AC65F508}"/>
                    </a:ext>
                  </a:extLst>
                </p14:cNvPr>
                <p14:cNvContentPartPr/>
                <p14:nvPr/>
              </p14:nvContentPartPr>
              <p14:xfrm>
                <a:off x="5192064" y="3413016"/>
                <a:ext cx="73800" cy="2815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1A693B4-9443-55A7-3449-EA37AC65F50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187744" y="3408696"/>
                  <a:ext cx="824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F871107-D0F7-173A-43A6-3D00EA8A30FF}"/>
                    </a:ext>
                  </a:extLst>
                </p14:cNvPr>
                <p14:cNvContentPartPr/>
                <p14:nvPr/>
              </p14:nvContentPartPr>
              <p14:xfrm>
                <a:off x="6106824" y="2972016"/>
                <a:ext cx="163800" cy="1612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F871107-D0F7-173A-43A6-3D00EA8A30FF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102504" y="2967696"/>
                  <a:ext cx="1724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99AABEE-4197-DE84-8601-B00E83B82241}"/>
                    </a:ext>
                  </a:extLst>
                </p14:cNvPr>
                <p14:cNvContentPartPr/>
                <p14:nvPr/>
              </p14:nvContentPartPr>
              <p14:xfrm>
                <a:off x="6167664" y="3378096"/>
                <a:ext cx="173160" cy="100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99AABEE-4197-DE84-8601-B00E83B8224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163344" y="3373776"/>
                  <a:ext cx="1818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B37DDD0-7DBE-C62E-3944-3C3697E2E0C5}"/>
                    </a:ext>
                  </a:extLst>
                </p14:cNvPr>
                <p14:cNvContentPartPr/>
                <p14:nvPr/>
              </p14:nvContentPartPr>
              <p14:xfrm>
                <a:off x="1912824" y="1952496"/>
                <a:ext cx="142560" cy="4387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B37DDD0-7DBE-C62E-3944-3C3697E2E0C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908504" y="1948176"/>
                  <a:ext cx="151200" cy="439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651EAC2-6E22-AA68-FB2C-832DA31366BB}"/>
                    </a:ext>
                  </a:extLst>
                </p14:cNvPr>
                <p14:cNvContentPartPr/>
                <p14:nvPr/>
              </p14:nvContentPartPr>
              <p14:xfrm>
                <a:off x="1795824" y="6254496"/>
                <a:ext cx="132120" cy="871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651EAC2-6E22-AA68-FB2C-832DA31366B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791504" y="6250176"/>
                  <a:ext cx="1407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53FCCB0-830E-2C3F-2CD6-2AEDFEE176E3}"/>
                    </a:ext>
                  </a:extLst>
                </p14:cNvPr>
                <p14:cNvContentPartPr/>
                <p14:nvPr/>
              </p14:nvContentPartPr>
              <p14:xfrm>
                <a:off x="1954224" y="6247296"/>
                <a:ext cx="48960" cy="1288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53FCCB0-830E-2C3F-2CD6-2AEDFEE176E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949904" y="6242976"/>
                  <a:ext cx="576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786DF32-C5DD-7A00-FB38-E06A1C80EE06}"/>
                    </a:ext>
                  </a:extLst>
                </p14:cNvPr>
                <p14:cNvContentPartPr/>
                <p14:nvPr/>
              </p14:nvContentPartPr>
              <p14:xfrm>
                <a:off x="1915344" y="1931976"/>
                <a:ext cx="209160" cy="1234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786DF32-C5DD-7A00-FB38-E06A1C80EE0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911024" y="1927656"/>
                  <a:ext cx="2178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7F47DDD-BDE0-8170-46D9-A28D76FC8E35}"/>
                    </a:ext>
                  </a:extLst>
                </p14:cNvPr>
                <p14:cNvContentPartPr/>
                <p14:nvPr/>
              </p14:nvContentPartPr>
              <p14:xfrm>
                <a:off x="1303344" y="3961656"/>
                <a:ext cx="261360" cy="1422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7F47DDD-BDE0-8170-46D9-A28D76FC8E3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299024" y="3957336"/>
                  <a:ext cx="2700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4E2662C-8F37-9FAC-9D99-6638EFD71A74}"/>
                    </a:ext>
                  </a:extLst>
                </p14:cNvPr>
                <p14:cNvContentPartPr/>
                <p14:nvPr/>
              </p14:nvContentPartPr>
              <p14:xfrm>
                <a:off x="6296904" y="2473704"/>
                <a:ext cx="173520" cy="1065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4E2662C-8F37-9FAC-9D99-6638EFD71A74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292584" y="2469384"/>
                  <a:ext cx="1821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3B7236A-A0A5-756D-49AB-DED8304C8D8E}"/>
                    </a:ext>
                  </a:extLst>
                </p14:cNvPr>
                <p14:cNvContentPartPr/>
                <p14:nvPr/>
              </p14:nvContentPartPr>
              <p14:xfrm>
                <a:off x="6565104" y="2466504"/>
                <a:ext cx="173520" cy="288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3B7236A-A0A5-756D-49AB-DED8304C8D8E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560784" y="2462184"/>
                  <a:ext cx="1821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6567957-78C4-31F5-4E6A-DC4FD89128C2}"/>
                    </a:ext>
                  </a:extLst>
                </p14:cNvPr>
                <p14:cNvContentPartPr/>
                <p14:nvPr/>
              </p14:nvContentPartPr>
              <p14:xfrm>
                <a:off x="6845544" y="2403144"/>
                <a:ext cx="19800" cy="13680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6567957-78C4-31F5-4E6A-DC4FD89128C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841224" y="2398824"/>
                  <a:ext cx="284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5F19894-0371-AE7D-216A-712DAB18A4CB}"/>
                    </a:ext>
                  </a:extLst>
                </p14:cNvPr>
                <p14:cNvContentPartPr/>
                <p14:nvPr/>
              </p14:nvContentPartPr>
              <p14:xfrm>
                <a:off x="7359984" y="2373984"/>
                <a:ext cx="2880" cy="9900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5F19894-0371-AE7D-216A-712DAB18A4C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355664" y="2369664"/>
                  <a:ext cx="115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7C988DF-9427-8F6F-C0BA-3E683FCEB7B1}"/>
                    </a:ext>
                  </a:extLst>
                </p14:cNvPr>
                <p14:cNvContentPartPr/>
                <p14:nvPr/>
              </p14:nvContentPartPr>
              <p14:xfrm>
                <a:off x="7301664" y="2436624"/>
                <a:ext cx="124560" cy="86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7C988DF-9427-8F6F-C0BA-3E683FCEB7B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297344" y="2432304"/>
                  <a:ext cx="13320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FC7411C-B920-2C48-DAEB-644327633F98}"/>
                    </a:ext>
                  </a:extLst>
                </p14:cNvPr>
                <p14:cNvContentPartPr/>
                <p14:nvPr/>
              </p14:nvContentPartPr>
              <p14:xfrm>
                <a:off x="7842744" y="2354184"/>
                <a:ext cx="10080" cy="14112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FC7411C-B920-2C48-DAEB-644327633F9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838424" y="2349864"/>
                  <a:ext cx="187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822CA22-5DD6-B601-0BC9-EABB91BCC31E}"/>
                    </a:ext>
                  </a:extLst>
                </p14:cNvPr>
                <p14:cNvContentPartPr/>
                <p14:nvPr/>
              </p14:nvContentPartPr>
              <p14:xfrm>
                <a:off x="6389424" y="2992464"/>
                <a:ext cx="117360" cy="424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822CA22-5DD6-B601-0BC9-EABB91BCC31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385104" y="2988144"/>
                  <a:ext cx="1260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EFF67BF-C0D2-0C46-025E-936CE2CF7BEC}"/>
                    </a:ext>
                  </a:extLst>
                </p14:cNvPr>
                <p14:cNvContentPartPr/>
                <p14:nvPr/>
              </p14:nvContentPartPr>
              <p14:xfrm>
                <a:off x="6592104" y="2922264"/>
                <a:ext cx="234360" cy="1008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EFF67BF-C0D2-0C46-025E-936CE2CF7BE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587784" y="2917944"/>
                  <a:ext cx="2430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D21F901-49BD-D689-A213-836B170A9B2D}"/>
                    </a:ext>
                  </a:extLst>
                </p14:cNvPr>
                <p14:cNvContentPartPr/>
                <p14:nvPr/>
              </p14:nvContentPartPr>
              <p14:xfrm>
                <a:off x="7212384" y="2851704"/>
                <a:ext cx="21240" cy="1224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D21F901-49BD-D689-A213-836B170A9B2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208064" y="2847384"/>
                  <a:ext cx="298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00DC087-7DF7-1C66-1C6A-7D3EFB25C79B}"/>
                    </a:ext>
                  </a:extLst>
                </p14:cNvPr>
                <p14:cNvContentPartPr/>
                <p14:nvPr/>
              </p14:nvContentPartPr>
              <p14:xfrm>
                <a:off x="7167384" y="2915064"/>
                <a:ext cx="136800" cy="2376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00DC087-7DF7-1C66-1C6A-7D3EFB25C79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163064" y="2910744"/>
                  <a:ext cx="1454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C08D99C-1EF5-464B-9D1D-9FF7D5970F30}"/>
                    </a:ext>
                  </a:extLst>
                </p14:cNvPr>
                <p14:cNvContentPartPr/>
                <p14:nvPr/>
              </p14:nvContentPartPr>
              <p14:xfrm>
                <a:off x="7728264" y="2820024"/>
                <a:ext cx="187920" cy="885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C08D99C-1EF5-464B-9D1D-9FF7D5970F30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723944" y="2815704"/>
                  <a:ext cx="1965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FE379B9-EA90-43AE-4616-F4419C28BF44}"/>
                    </a:ext>
                  </a:extLst>
                </p14:cNvPr>
                <p14:cNvContentPartPr/>
                <p14:nvPr/>
              </p14:nvContentPartPr>
              <p14:xfrm>
                <a:off x="6445584" y="3393144"/>
                <a:ext cx="81000" cy="75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FE379B9-EA90-43AE-4616-F4419C28BF44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441264" y="3388824"/>
                  <a:ext cx="8964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3287E8D-96BD-7375-0C60-906A8B8EC2C2}"/>
                    </a:ext>
                  </a:extLst>
                </p14:cNvPr>
                <p14:cNvContentPartPr/>
                <p14:nvPr/>
              </p14:nvContentPartPr>
              <p14:xfrm>
                <a:off x="6603984" y="3314304"/>
                <a:ext cx="92880" cy="15084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3287E8D-96BD-7375-0C60-906A8B8EC2C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599664" y="3309984"/>
                  <a:ext cx="1015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9BB492A-4BF8-CE48-D4ED-2FBEBA159EFB}"/>
                    </a:ext>
                  </a:extLst>
                </p14:cNvPr>
                <p14:cNvContentPartPr/>
                <p14:nvPr/>
              </p14:nvContentPartPr>
              <p14:xfrm>
                <a:off x="7164864" y="3292344"/>
                <a:ext cx="19800" cy="10368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9BB492A-4BF8-CE48-D4ED-2FBEBA159EF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160544" y="3288024"/>
                  <a:ext cx="284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4C09B84-8000-A07D-4627-E6AD75B09955}"/>
                    </a:ext>
                  </a:extLst>
                </p14:cNvPr>
                <p14:cNvContentPartPr/>
                <p14:nvPr/>
              </p14:nvContentPartPr>
              <p14:xfrm>
                <a:off x="7150464" y="3342744"/>
                <a:ext cx="134640" cy="183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4C09B84-8000-A07D-4627-E6AD75B0995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146144" y="3338424"/>
                  <a:ext cx="143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D39FAB9-5B41-A11C-8221-32B8A3D74337}"/>
                    </a:ext>
                  </a:extLst>
                </p14:cNvPr>
                <p14:cNvContentPartPr/>
                <p14:nvPr/>
              </p14:nvContentPartPr>
              <p14:xfrm>
                <a:off x="7794144" y="3198744"/>
                <a:ext cx="150480" cy="1587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D39FAB9-5B41-A11C-8221-32B8A3D7433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789824" y="3194424"/>
                  <a:ext cx="1591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C97C3C3-6278-7AC2-823D-D819E4960764}"/>
                    </a:ext>
                  </a:extLst>
                </p14:cNvPr>
                <p14:cNvContentPartPr/>
                <p14:nvPr/>
              </p14:nvContentPartPr>
              <p14:xfrm>
                <a:off x="2288304" y="6143184"/>
                <a:ext cx="7560" cy="2181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C97C3C3-6278-7AC2-823D-D819E496076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283984" y="6138864"/>
                  <a:ext cx="162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06EFEC3-13AC-9C6E-599C-5BD5C0A851F4}"/>
                    </a:ext>
                  </a:extLst>
                </p14:cNvPr>
                <p14:cNvContentPartPr/>
                <p14:nvPr/>
              </p14:nvContentPartPr>
              <p14:xfrm>
                <a:off x="2266344" y="6109344"/>
                <a:ext cx="338040" cy="2520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06EFEC3-13AC-9C6E-599C-5BD5C0A851F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262024" y="6105024"/>
                  <a:ext cx="346680" cy="260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A672B150-BFBC-4795-5EAD-D8737899E864}"/>
                  </a:ext>
                </a:extLst>
              </p14:cNvPr>
              <p14:cNvContentPartPr/>
              <p14:nvPr/>
            </p14:nvContentPartPr>
            <p14:xfrm>
              <a:off x="2412864" y="4394304"/>
              <a:ext cx="10080" cy="6228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A672B150-BFBC-4795-5EAD-D8737899E864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2408544" y="4389984"/>
                <a:ext cx="1872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9E16321B-A30F-3472-F589-244177FF757E}"/>
                  </a:ext>
                </a:extLst>
              </p14:cNvPr>
              <p14:cNvContentPartPr/>
              <p14:nvPr/>
            </p14:nvContentPartPr>
            <p14:xfrm>
              <a:off x="2366424" y="4697424"/>
              <a:ext cx="30960" cy="8640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9E16321B-A30F-3472-F589-244177FF757E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2362104" y="4693104"/>
                <a:ext cx="3960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1BA7E90C-6375-D41C-8FD6-779A4C80B9FD}"/>
                  </a:ext>
                </a:extLst>
              </p14:cNvPr>
              <p14:cNvContentPartPr/>
              <p14:nvPr/>
            </p14:nvContentPartPr>
            <p14:xfrm>
              <a:off x="2328264" y="5135544"/>
              <a:ext cx="16560" cy="4968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1BA7E90C-6375-D41C-8FD6-779A4C80B9FD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2323944" y="5131224"/>
                <a:ext cx="2520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0DF513DF-184A-9A96-97F3-D0AF321DFCF2}"/>
                  </a:ext>
                </a:extLst>
              </p14:cNvPr>
              <p14:cNvContentPartPr/>
              <p14:nvPr/>
            </p14:nvContentPartPr>
            <p14:xfrm>
              <a:off x="6660144" y="5938704"/>
              <a:ext cx="146520" cy="7272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0DF513DF-184A-9A96-97F3-D0AF321DFCF2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6655824" y="5934384"/>
                <a:ext cx="155160" cy="8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9" name="Group 168">
            <a:extLst>
              <a:ext uri="{FF2B5EF4-FFF2-40B4-BE49-F238E27FC236}">
                <a16:creationId xmlns:a16="http://schemas.microsoft.com/office/drawing/2014/main" id="{7C18DE6A-5F15-7BD3-2D48-A1801C2FA2F1}"/>
              </a:ext>
            </a:extLst>
          </p:cNvPr>
          <p:cNvGrpSpPr/>
          <p:nvPr/>
        </p:nvGrpSpPr>
        <p:grpSpPr>
          <a:xfrm>
            <a:off x="7074864" y="5892264"/>
            <a:ext cx="166320" cy="85680"/>
            <a:chOff x="7074864" y="5892264"/>
            <a:chExt cx="166320" cy="8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BFC83D4-1D16-81BA-0252-E4B8CDC5A3BB}"/>
                    </a:ext>
                  </a:extLst>
                </p14:cNvPr>
                <p14:cNvContentPartPr/>
                <p14:nvPr/>
              </p14:nvContentPartPr>
              <p14:xfrm>
                <a:off x="7123464" y="5892264"/>
                <a:ext cx="17280" cy="8568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BFC83D4-1D16-81BA-0252-E4B8CDC5A3B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119144" y="5887944"/>
                  <a:ext cx="259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DA0A18D-10C7-423C-F444-2C7C223A0F2D}"/>
                    </a:ext>
                  </a:extLst>
                </p14:cNvPr>
                <p14:cNvContentPartPr/>
                <p14:nvPr/>
              </p14:nvContentPartPr>
              <p14:xfrm>
                <a:off x="7074864" y="5917464"/>
                <a:ext cx="166320" cy="2052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DA0A18D-10C7-423C-F444-2C7C223A0F2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070544" y="5913144"/>
                  <a:ext cx="17496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96EBA79F-CF6A-70E2-A12B-205F283A1E04}"/>
              </a:ext>
            </a:extLst>
          </p:cNvPr>
          <p:cNvGrpSpPr/>
          <p:nvPr/>
        </p:nvGrpSpPr>
        <p:grpSpPr>
          <a:xfrm>
            <a:off x="7633224" y="5738544"/>
            <a:ext cx="690120" cy="136440"/>
            <a:chOff x="7633224" y="5738544"/>
            <a:chExt cx="690120" cy="13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1853EED-CEC0-3BFE-FF1B-4980C3B257B4}"/>
                    </a:ext>
                  </a:extLst>
                </p14:cNvPr>
                <p14:cNvContentPartPr/>
                <p14:nvPr/>
              </p14:nvContentPartPr>
              <p14:xfrm>
                <a:off x="7633224" y="5793264"/>
                <a:ext cx="173520" cy="817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1853EED-CEC0-3BFE-FF1B-4980C3B257B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628904" y="5788944"/>
                  <a:ext cx="1821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39A800B-EAE3-EA87-645D-403798D8254A}"/>
                    </a:ext>
                  </a:extLst>
                </p14:cNvPr>
                <p14:cNvContentPartPr/>
                <p14:nvPr/>
              </p14:nvContentPartPr>
              <p14:xfrm>
                <a:off x="7945344" y="5808384"/>
                <a:ext cx="171000" cy="90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39A800B-EAE3-EA87-645D-403798D8254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941024" y="5804064"/>
                  <a:ext cx="17964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D093348-C2F5-1B24-DAE6-F0142AD2E5BC}"/>
                    </a:ext>
                  </a:extLst>
                </p14:cNvPr>
                <p14:cNvContentPartPr/>
                <p14:nvPr/>
              </p14:nvContentPartPr>
              <p14:xfrm>
                <a:off x="8291304" y="5738544"/>
                <a:ext cx="32040" cy="1278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D093348-C2F5-1B24-DAE6-F0142AD2E5BC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286984" y="5734224"/>
                  <a:ext cx="4068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2D05AF3-7C56-3193-7BA8-D977F7CCA1B1}"/>
              </a:ext>
            </a:extLst>
          </p:cNvPr>
          <p:cNvGrpSpPr/>
          <p:nvPr/>
        </p:nvGrpSpPr>
        <p:grpSpPr>
          <a:xfrm>
            <a:off x="8698464" y="5732064"/>
            <a:ext cx="261360" cy="80640"/>
            <a:chOff x="8698464" y="5732064"/>
            <a:chExt cx="261360" cy="8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1E9F884-EABC-1290-A1DF-0E795C4CB500}"/>
                    </a:ext>
                  </a:extLst>
                </p14:cNvPr>
                <p14:cNvContentPartPr/>
                <p14:nvPr/>
              </p14:nvContentPartPr>
              <p14:xfrm>
                <a:off x="8698464" y="5732064"/>
                <a:ext cx="205200" cy="237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1E9F884-EABC-1290-A1DF-0E795C4CB50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694144" y="5727744"/>
                  <a:ext cx="2138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F151A9F-45D1-93AA-E3EF-BB21B40FF57E}"/>
                    </a:ext>
                  </a:extLst>
                </p14:cNvPr>
                <p14:cNvContentPartPr/>
                <p14:nvPr/>
              </p14:nvContentPartPr>
              <p14:xfrm>
                <a:off x="8801064" y="5792904"/>
                <a:ext cx="158760" cy="198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F151A9F-45D1-93AA-E3EF-BB21B40FF57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796744" y="5788584"/>
                  <a:ext cx="167400" cy="2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19788255-0B1E-3CC4-3401-CD3A505E7763}"/>
                  </a:ext>
                </a:extLst>
              </p14:cNvPr>
              <p14:cNvContentPartPr/>
              <p14:nvPr/>
            </p14:nvContentPartPr>
            <p14:xfrm>
              <a:off x="9383904" y="5641704"/>
              <a:ext cx="177120" cy="9972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19788255-0B1E-3CC4-3401-CD3A505E7763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9379584" y="5637384"/>
                <a:ext cx="185760" cy="10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3062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2</Words>
  <Application>Microsoft Office PowerPoint</Application>
  <PresentationFormat>Widescreen</PresentationFormat>
  <Paragraphs>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Quick 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Cape Peninsula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 Makhurane</dc:creator>
  <cp:lastModifiedBy>Tem Makhurane</cp:lastModifiedBy>
  <cp:revision>1</cp:revision>
  <dcterms:created xsi:type="dcterms:W3CDTF">2026-03-26T15:13:06Z</dcterms:created>
  <dcterms:modified xsi:type="dcterms:W3CDTF">2026-03-26T22:33:49Z</dcterms:modified>
</cp:coreProperties>
</file>