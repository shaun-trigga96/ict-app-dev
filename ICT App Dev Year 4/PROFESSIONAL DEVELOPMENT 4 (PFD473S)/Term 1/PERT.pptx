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1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43.157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  <inkml:brushProperty name="ignorePressure" value="1"/>
    </inkml:brush>
  </inkml:definitions>
  <inkml:trace contextRef="#ctx0" brushRef="#br0">6006 1 0,'-6006'760'0,"18018"-760"0,-18018-760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3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0 194 2321,'0'0'2900,"4"2"-2441,9 5-164,-1-1 0,1 0 0,1-1 0,-1-1 0,1 0 0,17 2 0,4-1-335,53 0 0,137-1 30,394 17-548,123 29 614,597 67-85,-1209-105 28,436 28-245,135 14-169,347 21-484,3-50 1820,-715-20-252,752-3-632,-847-12 408,338-57 1,-331 31 1112,306-3 0,62 15-1210,130 0 161,-498 24-15,652-4 872,0-28-407,176-22-645,-468 27-19,1110-13 17,-1529 40-277,356-46-1,-389 20 440,299-11-1,-267 39-375,228-6 28,-140-27 211,-65 4-68,1116-24 145,-325 40 314,-2-1 384,-388 12-1048,-597 1-59,0-2-1,0 0 0,17-3 0,-27 3 10,1-1 0,-1 0 1,0 0-1,0 0 1,0-1-1,0 1 1,-1-1-1,1 0 1,-1-1-1,1 1 0,4-6 1,-7 8-20,0 0-1,0 0 1,0 0 0,0 0 0,0 0-1,0 1 1,0-1 0,0 1-1,0 0 1,0-1 0,0 1 0,0 0-1,0 0 1,0 1 0,3-1 0,3 0 1,66 4-469,122 21 0,-121-12 0,125 4 0,-160-16 467,-19 0 20,-1-1-1,27-3 1,-27-4 787,-22 4-277,-11 1-1174,7 3-388,-10-2-3337,9-4-2546,4-2 2186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10 1457,'0'0'12520,"5"10"-11285,0 0-913,-1 0 0,0 1 0,0-1 1,-1 1-1,0 0 0,2 20 0,-4-11-1,-2 0 1,0-1-1,-1 1 1,0 0-1,-2-1 1,0 0-1,-10 24 1,5-10-46,1 0 1,1 0-1,2 0 1,1 1-1,2 59 1,2-105-243,8-418-1706,-4 323 309,-4 107 1362,0-1 0,0 1 0,1 0 0,-1 0 0,0 0 0,0-1 0,0 1 1,0 0-1,0 0 0,1 0 0,-1 0 0,0-1 0,0 1 0,0 0 0,1 0 0,-1 0 1,0 0-1,0 0 0,0 0 0,1 0 0,-1 0 0,0 0 0,0-1 0,1 1 1,-1 0-1,0 0 0,0 0 0,0 0 0,1 0 0,-1 0 0,0 1 0,0-1 0,1 0 1,-1 0-1,0 0 0,0 0 0,1 0 0,-1 0 0,0 0 0,0 0 0,0 0 1,1 1-1,-1-1 0,0 0 0,0 0 0,0 0 0,0 0 0,0 1 0,1-1 1,-1 0-1,0 0 0,0 0 0,0 1 0,0-1 0,0 0 0,0 0 0,0 1 1,11 9 16,6 10 187,0 1 0,1-2 0,1-1 0,1 0 0,1-1 0,0-1 0,34 18 0,-7-8-98,1-2 0,83 29 0,-2-21 14,-57-16 624,-73-15-708,0-1-1,0 1 0,0-1 1,0 1-1,1-1 0,-1 1 1,0-1-1,0 1 1,0-1-1,0 1 0,0-1 1,0 1-1,0-1 0,0 1 1,0-1-1,-1 1 1,1-1-1,0 1 0,0-1 1,0 0-1,-1 1 0,1-1 1,0 1-1,0-1 1,-1 1-1,1-1 0,0 0 1,-1 1-1,1-1 0,0 0 1,-1 1-1,1-1 1,-1 0-1,0 1 0,-21 11 177,-1 0-1,0-2 1,-27 9-1,-38 17-22,12-3-355,38-17 420,-43 25 0,71-35-608,1 0 0,-1 1 1,1 0-1,1 0 0,-1 1 0,1 0 0,0 1 0,1-1 1,-7 11-1,7-8-1437,-6 12-6167,12-14 2842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4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1 1857,'0'0'11488,"5"7"-10021,-5-6-1448,2 2 115,1 0 0,-1 1 1,0-1-1,-1 1 0,1 0 0,0-1 1,-1 1-1,0 0 0,0 0 0,0 0 1,-1 0-1,1 0 0,-1 0 0,0 0 1,0 0-1,0 0 0,-1 0 0,1 0 0,-1 0 1,0-1-1,-1 5 0,-32 63 1758,23-49-1473,0 1 0,2 0-1,0 0 1,-8 38 0,8 8-743,4 1 1,3 84-1,2-99-2947,3-65-1817,0 1 3250,2-24-3626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5.2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3602,'0'0'4199,"24"1"-1566,1 1-2028,17 0 677,74 16 1,286 46 2030,-227-55 2282,-174-6-5403,0 0 0,0 1 0,0-1 0,0 1 0,-1 0 0,1-1 0,-1 1 0,0 4 0,0 9 107,1-2-214,-2-1 0,1 1 0,-2-1 0,0 1 0,-4 15 0,5-23-699,-1 0 0,1 0 1,0 0-1,1 14 0,0-16-826,13-4-13786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5.4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4114,'0'0'11733,"48"-5"-11733,-42 22-576,-2 0-2818,-4 2-3057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6.2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3201,'0'0'11384,"8"0"-10434,25-1-448,-32 1-493,-1 0 1,1 0 0,0 1-1,0-1 1,0 0 0,-1 0-1,1 1 1,0-1 0,0 0-1,-1 1 1,1-1 0,0 1-1,-1-1 1,1 1 0,-1-1-1,1 1 1,0-1 0,-1 1-1,1 0 1,-1-1 0,0 1 0,1 0-1,-1 0 1,1-1 0,-1 1-1,0 0 1,1 1 0,1 21 2,-2-18 9,1 5 46,0 1-1,-1-1 1,0 0 0,-1 0-1,0 0 1,0 0 0,-1 0-1,-1 0 1,0-1 0,0 1-1,0 0 1,-1-1 0,-1 0 0,-9 15-1,12-22 13,4-5 29,10-13 147,24-23 66,-21 29-298,0 1-1,1 0 1,0 1 0,0 1-1,1 0 1,0 1-1,0 1 1,1 1-1,0 0 1,-1 2 0,1 0-1,27 0 1,-45 25 1612,-4 44-10,4-67-1537,3-1-62,0 0-1,0 1 1,1 0 0,-1-1-1,0 1 1,0 0 0,0 0-1,5 1 1,10 0-30,-2-4-64,-1 0 1,1-1-1,-1-1 0,0 0 1,0-1-1,-1-1 1,0 0-1,19-14 1,22-9 53,-55 31 144,1-1-1,-1 0 0,1 0 1,-1 1-1,0-1 1,1 0-1,-1 1 1,0-1-1,1 1 1,-1-1-1,0 0 1,1 1-1,-1-1 1,0 1-1,0-1 1,1 1-1,-1-1 0,0 1 1,0-1-1,0 1 1,0-1-1,0 1 1,0-1-1,1 1 1,-1-1-1,0 1 1,-1-1-1,1 1 1,0-1-1,0 1 1,0-1-1,0 1 0,0 0 1,-1 32-130,1-21 326,-1-4 7,1-7-780,0 0 0,0 0 0,-1 0 0,1 0 0,0 1 0,0-1 0,0 0 0,0 0-1,1 0 1,-1 0 0,0 0 0,0 0 0,1 0 0,-1 1 0,0-1 0,1 0 0,-1 0 0,1 0 0,0 0 0,-1 0 0,1-1-1,0 1 1,-1 0 0,1 0 0,0 0 0,0-1 0,0 1 0,0 0 0,0-1 0,0 1 0,0-1 0,1 2 0,18 6-4745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26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4066,'0'0'11627,"16"4"-10776,52 12-240,-61-14-545,0 1 0,0-1 0,0 2 0,0-1 1,0 1-1,7 6 0,-11-8-48,0 0 0,0 0 1,0 0-1,0 0 0,0-1 0,0 1 0,1-1 1,-1 0-1,0 0 0,1 0 0,-1 0 0,1-1 0,-1 1 1,5-1-1,-3 0-56,0 1 1,0-2-1,0 1 1,0 0-1,0-1 0,0 0 1,0 0-1,8-3 1,-11 2 23,-1 1 0,1 0 1,-1-1-1,1 1 0,-1-1 1,0 1-1,1-1 0,-1 0 1,0 0-1,0 1 0,0-1 0,0 0 1,-1 0-1,1 0 0,0 0 1,-1 0-1,1 0 0,-1 0 1,0 0-1,0 0 0,0 0 1,0 0-1,0 0 0,0-3 1,0 4 40,0-1 0,0 0 0,-1 0 0,1 1 1,0-1-1,-1 0 0,1 1 0,-1-1 1,0 0-1,1 1 0,-1-1 0,0 1 1,0-1-1,0 1 0,0-1 0,0 1 1,0 0-1,-1-1 0,-1 0 0,0-1 42,-1 1 0,0 0-1,1 0 1,-1 0 0,0 1-1,0-1 1,0 1 0,-4-1-1,-10-1 447,0 1 1,1 1-1,-20 0 0,31 1-220,3 0-220,1 0 0,-1 1-1,0-1 1,1 1-1,-1-1 1,0 1-1,1 0 1,-1 0-1,1 0 1,-1 0-1,1 0 1,0 1-1,-1-1 1,1 1-1,0 0 1,0-1 0,-3 4-1,1 0 59,1 0 0,-1 0 0,1 0 0,0 0 0,1 0 1,-1 1-1,-2 9 0,0 1 84,1 1 1,1 0 0,1 0 0,-1 30-1,4-41-215,-1 1-1,1 0 0,1 0 0,-1-1 0,1 1 0,0-1 1,0 1-1,1-1 0,0 0 0,0 0 0,0 0 0,1 0 1,0-1-1,0 0 0,1 1 0,-1-1 0,8 6 0,8 5-391,1 0-1,0-1 0,29 14 0,-34-20-89,70 36-3954,0-10-4146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33.942"/>
    </inkml:context>
    <inkml:brush xml:id="br0">
      <inkml:brushProperty name="width" value="0.05" units="cm"/>
      <inkml:brushProperty name="height" value="0.05" units="cm"/>
      <inkml:brushProperty name="color" value="#66CC00"/>
    </inkml:brush>
  </inkml:definitions>
  <inkml:trace contextRef="#ctx0" brushRef="#br0">542 11890 960,'0'0'3189,"6"-18"-2495,-3 13 2661,2 5-3699,-1-1 0,0 0 0,1 0 0,-1-1 0,0 1-1,0-1 1,0 0 0,0 0 0,0 0 0,0-1 0,0 1 0,-1-1-1,0 0 1,1 0 0,-1 0 0,4-5 0,-7 8 467,0 0 0,1-1 1,-1 1-1,0 0 0,0 0 0,1 0 1,-1-1-1,0 1 0,1 0 1,-1-1-1,0 1 0,0 0 0,0 0 1,1-1-1,-1 1 0,0 0 1,0-1-1,0 1 0,0 0 1,0-1-1,0 1 0,0-1 0,0 1 1,1 0-1,-1-1 0,0 1 1,-1 0-1,1-1 0,0 1 0,0 0 1,0-1-1,0 1 0,0-1 1,0 1-1,0 0 0,0-1 0,-1 1 1,1 0-1,0 0 0,0-1 1,0 1-1,-1 0 0,1-1 0,0 1 1,0 0-1,-1 0 0,1-1 1,-1 1-1,-9-2 4024,1 2-22,5-14-1025,4-540-520,2 529-2544,1 0 0,0 1 0,2-1 0,8-24 0,-5 19 13,-1 1-1,3-32 0,-1-118 848,-9 156-817,-1 0 0,-2 0 1,0 0-1,-1 1 0,-13-39 1,-13-18 105,-31-90 227,52 136-379,1 0 0,1-1-1,-2-45 1,2-133-6,-1-21-9,2-15-22,6 202-5,2 25 6,0-1 0,1 1 0,12-40 1,2-14-6,-7-14 38,-3-172-1,-2 15-13,-3 227-23,7-93 17,-9-194 0,-27 51-2,15-168-86,13 319-6,3-57 55,-3-93 111,-8-440-32,9 409-65,10-598 57,-23 262 73,3-162-117,6 305-1,-52-225-8,15 440 37,-9-109-39,-1-454-53,41 734 10,2 46-21,2-1-1,3 1 1,1 0-1,7-55 1,2 63-9,14-40 1,7-35-219,-7 4 32,57-168 0,-49 154 181,-31 122 78,0 8-138,-1-1 144,0 0 1,-1 1-1,0-1 1,1 0-1,-2 0 0,1 0 1,-1 0-1,0 0 1,0 0-1,-1-1 0,0 0 1,-4 6-1,-11 11-36,-37 32-1,24-23 32,-45 44-285,-151 116 1,214-180 154,12-9 97,0 0-1,0 0 0,0 0 0,-1-1 0,1 1 0,-1-1 0,1 1 0,-1-1 0,0 0 0,1 0 1,-1 0-1,0 0 0,-5 1 0,7-2 153,1-5-105,0 0 1,0 0 0,1 0 0,-1 0 0,1 1 0,0-1-1,0 0 1,0 1 0,1-1 0,0 1 0,0-1 0,0 1-1,4-6 1,2-1 0,2 0-1,-1 0 0,15-12 1,-22 22-2,104-109 36,8-6-26,-83 91-2,-30 25-9,-1-1-1,1 0 1,-1 1-1,1 0 1,0-1 0,-1 1-1,1-1 1,-1 1-1,1 0 1,0-1-1,-1 1 1,1 0 0,0 0-1,0-1 1,-1 1-1,1 0 1,0 0-1,-1 0 1,1 0-1,0 0 1,0 0 0,-1 0-1,1 0 1,0 0-1,0 0 1,-1 1-1,1-1 1,0 0 0,-1 0-1,1 1 1,0-1-1,-1 0 1,1 1-1,-1-1 1,1 1 0,0-1-1,-1 1 1,1-1-1,-1 1 1,1-1-1,-1 1 1,0 0 0,1-1-1,0 2 1,3 11 129,0 0 1,2 0 0,-1 0 0,2-1-1,-1 0 1,2 0 0,17 21-1,29 22 1344,117 91 0,-158-137-1289,0 0-1,1-1 1,0 0 0,1-1 0,0 0-1,0-1 1,18 4 0,-33-10-247,0 0 1,0-1-1,1 1 0,-1 0 1,0 0-1,1 0 0,-1 0 1,0 0-1,1 0 0,-1 1 1,0-1-1,1 0 0,-1 0 1,0 0-1,1 0 0,-1 0 1,0 0-1,0 0 1,1 1-1,-1-1 0,0 0 1,0 0-1,1 0 0,-1 1 1,0-1-1,0 0 0,0 0 1,1 1-1,-1-1 0,0 0 1,0 0-1,0 1 0,0-1 1,0 0-1,1 1 1,-1-1-1,0 0 0,0 1 1,0-1-1,0 0 0,0 1 1,0-1-1,0 0 0,0 1 1,-16 8-2456,-27 2-2513,-2-3-1198,-11-5-1919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1.6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399 59 1505,'0'0'8572,"2"-6"-7142,1-1-953,-2 4-243,0 1 0,0-1 0,0 0-1,-1 1 1,1-1 0,-1 0 0,1 0 0,-1-3 0,0 5-143,-1 0 0,1 0 0,0 0 0,-1 1 0,1-1 0,-1 0 0,1 1 0,-1-1 1,1 0-1,-1 1 0,0-1 0,1 1 0,-1-1 0,0 1 0,1-1 0,-1 1 0,0-1 0,0 1 0,1 0 0,-1-1 0,0 1 0,0 0 0,0 0 0,1 0 0,-1 0 0,-1-1 0,-25-2 174,25 3-149,-15-1-19,-1 1 1,1 1-1,-1 1 0,1 0 1,-1 1-1,1 1 0,0 1 1,1 0-1,-1 2 1,1-1-1,0 2 0,1 0 1,0 1-1,0 1 0,1 0 1,0 1-1,-18 17 1,27-22-81,0 0 1,0 0-1,0 1 1,1-1 0,0 1-1,1 0 1,-1 0 0,1 0-1,1 1 1,-1-1-1,-2 15 1,3-9 2,0 0-1,1 1 1,1-1 0,0 0 0,1 0-1,2 16 1,-2-26 4,0-1-1,0 1 0,1-1 1,-1 0-1,1 1 1,-1-1-1,1 0 1,-1 0-1,1 0 1,0 0-1,0 0 1,0-1-1,0 1 1,1-1-1,-1 1 0,0-1 1,1 0-1,-1 1 1,1-1-1,-1 0 1,4 0-1,9 4 195,0-1 0,20 3 0,-29-6-115,46 7 516,0 0-1250,-18-1-6937,-29-6 2691,-1-1-312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2.1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180 63 2097,'0'0'9020,"0"-4"-7587,2-21 1035,-3 24-2382,1 1 1,-1-1 0,1 1 0,-1-1 0,0 1 0,1-1 0,-1 1 0,0 0-1,1-1 1,-1 1 0,0 0 0,1-1 0,-1 1 0,0 0 0,0 0 0,1 0 0,-1 0-1,0 0 1,0 0 0,1 0 0,-1 0 0,0 0 0,0 0 0,1 0 0,-1 1-1,0-1 1,0 0 0,1 0 0,-1 1 0,0-1 0,-28 10 160,14 1-206,0 2 1,0 0 0,2 1-1,0 0 1,0 1 0,1 1-1,-11 20 1,21-34-47,1 0-1,0 0 1,0 0-1,0 0 1,0 0-1,0 0 1,0 0-1,0 0 1,1 1-1,-1-1 1,1 0-1,0 1 1,0-1-1,0 3 1,0-4 2,0 0 1,1 0-1,-1 0 0,0-1 1,1 1-1,-1 0 0,1 0 0,-1 0 1,1 0-1,0-1 0,-1 1 1,1 0-1,0-1 0,-1 1 1,1 0-1,0-1 0,0 1 1,0-1-1,-1 1 0,1-1 1,0 1-1,0-1 0,0 0 0,0 1 1,0-1-1,0 0 0,0 0 1,0 0-1,0 0 0,0 0 1,2 0-1,1 0 0,40 2 41,51-4-1,-93 1-26,0 1 1,1-1-1,-1 0 1,0 0-1,1 0 1,-1 0-1,0 0 1,0 0-1,0-1 0,0 1 1,0-1-1,0 1 1,0-1-1,0 0 1,-1 0-1,1 1 1,-1-1-1,1 0 0,-1-1 1,0 1-1,0 0 1,0 0-1,0 0 1,0-1-1,0 1 1,-1-1-1,1 1 0,-1 0 1,1-4-1,1-11 108,-1 0-1,0 1 1,-3-23-1,1 14 100,2 21-48,-1 0-1,0 0 1,0 0-1,-1 0 1,1 0 0,-1 0-1,0 0 1,-2-5-1,2 8-238,0 0-1,0-1 1,0 1-1,0 0 1,0 0 0,0 0-1,0 1 1,0-1-1,-1 0 1,1 0-1,0 0 1,-1 1-1,1-1 1,0 1-1,-1-1 1,1 1-1,-1 0 1,1-1-1,-1 1 1,1 0-1,-1 0 1,1 0-1,-1 0 1,-1 1-1,1 2-6375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2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5410,'0'0'11283,"0"7"-10467,0 165 14,0-170-866,0 0 0,1 0 0,-1 0 0,1 1 0,0-1 0,-1 0 0,1 0 0,0 0 0,0 0 0,1 0 0,-1 0 0,0 0 0,1-1 0,-1 1 0,1 0 0,-1-1 0,1 1-1,0-1 1,0 1 0,0-1 0,-1 0 0,1 0 0,0 0 0,1 0 0,-1 0 0,0 0 0,0-1 0,0 1 0,0-1 0,1 1 0,2-1 0,3 1-22,1 0 0,-1 0 0,1-1 0,0 0 0,-1 0 0,1-1 0,9-2 0,-5-2-118,0 0-1,0 0 1,0-2 0,-1 1-1,0-2 1,-1 0-1,1 0 1,-2-1 0,1 0-1,-1-1 1,0 0-1,-1 0 1,-1-1 0,1 0-1,6-14 1,-13 20 507,0-1 0,0 1 0,-1 0 0,0-1 1,0 1-1,0-1 0,0 1 0,-1-1 0,-1-6 0,1 7 3612,0 25-3460,0 0-370,-1-10 4,0-1-1,2 1 0,-1 0 0,3 14 0,-3-22-229,1 0 1,-1 0-1,1 0 1,0 0-1,-1 0 1,1-1-1,0 1 1,0 0-1,0 0 0,0-1 1,1 1-1,-1-1 1,0 1-1,1-1 1,-1 1-1,1-1 1,-1 0-1,1 0 0,0 0 1,-1 0-1,1 0 1,0 0-1,0 0 1,0-1-1,0 1 1,0 0-1,3-1 0,54 1-6996,-22-1 930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3.6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44 4514,'0'0'5981,"19"-2"-4585,57-4 130,-73 6-1431,-1 0-1,0 1 1,0-1 0,0 0-1,1 1 1,-1-1 0,0 1-1,0 0 1,0 0 0,0 0 0,0 0-1,0 0 1,-1 0 0,1 0-1,0 1 1,0-1 0,-1 1-1,1-1 1,-1 1 0,1 0 0,-1-1-1,0 1 1,0 0 0,2 3-1,-1 1 201,1 0-1,-1 0 1,-1 0-1,1 1 1,0 11-1,-1-11-29,4 62 1253,-5-63-1395,0 0 0,-1-1 1,1 1-1,-1-1 0,-1 1 0,1-1 1,-1 1-1,0-1 0,0 0 0,-3 6 0,4-11-105,1 0-1,0 0 0,0 1 1,0-1-1,0 0 0,0 0 1,0 0-1,0 1 0,0-1 0,0 0 1,-1 0-1,1 1 0,0-1 1,0 0-1,0 0 0,0 0 0,-1 0 1,1 1-1,0-1 0,0 0 1,0 0-1,-1 0 0,1 0 0,0 0 1,0 0-1,-1 0 0,1 1 1,0-1-1,0 0 0,-1 0 0,1 0 1,0 0-1,0 0 0,-1 0 1,1 0-1,0 0 0,0 0 1,-1-1-1,-2-10 214,2-26-295,1 30 92,1 0-81,0-1 1,0 1-1,0-1 0,1 1 0,1-1 1,-1 1-1,1 0 0,0 0 0,1 0 0,0 0 1,0 1-1,0 0 0,1-1 0,0 2 1,0-1-1,0 0 0,1 1 0,12-9 0,-5 5-41,0 0 0,1 0 0,1 1-1,-1 1 1,1 1 0,1 0-1,-1 0 1,17-2 0,-31 7 95,0 1 0,0 0-1,0-1 1,0 1 0,0 0 0,0 0 0,0 0 0,0 0 0,0 0 0,0 0 0,0 0 0,0 0 0,0 0 0,0 0 0,0 0 0,0 1-1,0-1 1,0 0 0,0 1 0,0-1 0,0 1 0,0-1 0,0 1 0,0-1 0,-1 1 0,1 0 0,0-1 0,0 1 0,0 1 0,0 1 33,0 0 1,0-1 0,-1 1-1,1 0 1,-1 0-1,0 0 1,0 0 0,0 5-1,0 8 176,0 203 641,0-218-1083,0 0-1,0-1 0,0 1 0,0 0 1,0 0-1,0-1 0,0 1 1,0 0-1,0-1 0,1 1 0,-1 0 1,0 0-1,0-1 0,1 1 1,-1 0-1,0-1 0,1 1 0,-1 0 1,1-1-1,-1 1 0,1-1 1,-1 1-1,1-1 0,-1 1 0,1-1 1,-1 1-1,1-1 0,0 0 1,-1 1-1,1-1 0,0 0 0,0 1 1,-1-1-1,2 0 0,11 1-5751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4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 6 2385,'0'0'12355,"4"-6"-10370,-4 6-1972,0 0 0,0 0 0,0 1 0,0-1 1,0 0-1,0 0 0,0 0 0,0 0 1,0 0-1,0 0 0,0 0 0,0 0 0,0 1 1,0-1-1,0 0 0,0 0 0,0 0 0,0 0 1,0 0-1,0 0 0,1 0 0,-1 0 1,0 1-1,0-1 0,0 0 0,0 0 0,0 0 1,0 0-1,0 0 0,0 0 0,0 0 1,0 0-1,1 0 0,-1 0 0,0 0 0,0 0 1,0 0-1,0 0 0,0 0 0,0 0 0,0 0 1,0 0-1,1 0 0,-1 0 0,0 0 1,0 0-1,0 0 0,0 0 0,0 0 0,0 0 1,0 0-1,0 0 0,1 0 0,-1 0 0,0 0 1,0 0-1,0 0 0,0 0 0,0 0 1,0 0-1,0-1 0,0 36 961,-2 0 0,-2-1 1,-1 0-1,-1 0 0,-21 60 0,16-65-879,2 0 0,0 1 0,2 0-1,1 0 1,-4 58 0,10-87-96,0 0 1,0 1 0,1-1-1,-1 0 1,0 0 0,0 0-1,1 0 1,-1 0 0,1 0-1,-1 0 1,1 0 0,-1 0-1,1 0 1,0 0 0,-1 0-1,1 0 1,0 0 0,0-1-1,0 1 1,0 0 0,-1-1-1,1 1 1,0 0 0,0-1-1,0 1 1,0-1 0,1 1-1,-1-1 1,0 0 0,0 1-1,0-1 1,2 0 0,44 1 17,-30-2-21,-7 1-105,123-4-365,-115 2-562,-1 0 0,0-1 1,0-1-1,0-1 0,26-10 1,-42 14 711,0 1 1,-1-1 0,1 1-1,0-1 1,0 1-1,-1-1 1,1 0 0,0 1-1,-1-1 1,1 0 0,-1 0-1,1 1 1,-1-1 0,1 0-1,-1 0 1,1 0 0,-1 0-1,0 0 1,1 0 0,-1 1-1,0-1 1,0 0 0,0 0-1,0 0 1,0 0 0,0 0-1,0 0 1,0 0 0,0 0-1,0 0 1,-1-1 0,1 0-157,-2-9-5184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44.5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0 111 3762,'0'0'6275,"5"-2"-5539,12-2 425,0 1 1,0 1-1,1 0 1,30 1-1,20-2 291,-10-3-807,12 0 57,1-3 0,-2-3 0,69-22-1,-70 7 1143,-77 41-13353,4-9 3084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0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11252,'2314'56'0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01.6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20 992,'0'0'6337,"5"-4"-4737,16-11 1,-21 15-1556,0 0-1,1 0 1,-1 0 0,0-1-1,0 1 1,0 0 0,0 0-1,0 0 1,0 0 0,1 0-1,-1 0 1,0 0 0,0 0-1,0 0 1,0 0 0,1 0-1,-1 0 1,0 0 0,0 0-1,0 0 1,0 0 0,0 1-1,0-1 1,1 0 0,-1 0-1,0 0 1,0 0 0,0 0-1,0 0 1,0 0 0,0 0-1,1 0 1,-1 1 0,0-1-1,0 0 1,0 0 0,0 0-1,0 0 1,0 0 0,0 0-1,0 1 1,0-1-1,0 0 1,0 0 0,0 0-1,0 0 1,0 0 0,0 1-1,0-1 1,0 0 0,0 0-1,0 0 1,0 0 0,0 0-1,0 1 1,0-1 0,0 11 514,0-9-209,-2 39 2518,-8 48-1,-2 33-452,11-86-2073,0 23 236,-14 103-1,10-112 200,5-29-5479,0-12-70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05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13 1153,'0'0'10231,"1"-9"-8023,0 5-1794,-1 7 1755,-2 14-1674,-1 1 1,-1-1-1,0 0 0,-1 0 0,-1 0 0,-11 22 0,-2 7 249,-8 34 254,-32 152 0,50-197-1356,0-17-2140,-3-9-5558,4-9 1693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5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5122,'0'0'14935,"-3"12"-12905,-54 187 3003,27-101-4719,30-98-316,-10 48-783,12-24-2044,-1-23 2512,-1 0 1,0 0-1,1 0 1,-1 0-1,1 0 1,-1 0-1,1 0 1,0-1-1,-1 1 1,1 0-1,0 0 1,0-1-1,-1 1 1,1 0-1,0-1 1,0 1-1,0-1 1,0 1-1,1-1 1,24 6-6751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5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160 1 10389,'0'0'13411,"-20"13"-11258,-63 49-581,78-58-1486,1 0 1,-1 0-1,1 1 1,-1 0-1,1 0 1,1 0-1,-1 0 1,1 0-1,0 1 1,0 0-1,0 0 1,1-1-1,0 2 1,0-1-1,1 0 1,0 0 0,0 0-1,0 1 1,0-1-1,1 0 1,1 12-1,-1-16-85,0 1 4,1 0-1,-1 0 0,0 0 0,1 1 0,0-1 0,0 0 0,0 0 1,0 0-1,0-1 0,0 1 0,1 0 0,0 0 0,-1-1 0,1 1 0,0-1 1,3 3-1,0 0-2,0-1 0,0 0 0,0 0 0,1 0 0,0-1 1,0 0-1,8 3 0,10 2-78,0 0 1,1-2-1,27 3 0,-40-7-10,37 6-959,0-2 0,0-3 0,82-3-1,-129 0 619,0 0-1,1-1 1,-1 1-1,0 0 1,0-1-1,1 0 1,-1 1 0,0-1-1,0 0 1,0 0-1,0 0 1,0 0-1,0-1 1,0 1-1,0 0 1,2-4-1,4-11-7055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5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 1 12182,'0'0'7363,"-75"117"-3569,69-56-1745,6 8-1281,0 4-768,23 2-464,6-8-2530,0-13-4049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6.5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0 5923,'0'0'15922,"-8"16"-14028,0-2-1520,-3 4 299,0 1 0,2 1 1,0-1-1,-9 35 0,11-8-323,2-1-1,1 93 0,4-108-380,0-23-215,0-1 1,1 1-1,-1-1 1,1 0 0,1 1-1,-1-1 1,1 0-1,2 7 1,-2-10-196,-1-1 1,0 0-1,1 0 1,-1 0-1,1 0 1,0 0-1,0 0 0,0 0 1,0 0-1,0-1 1,0 1-1,0-1 0,1 1 1,-1-1-1,0 0 1,1 0-1,-1 0 1,1 0-1,-1 0 0,1-1 1,4 1-1,22 1-8822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6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1 688,'0'0'8522,"-18"0"-4337,-60-1-650,75 1-3251,-1 0 0,1 0 0,-1 1 0,0-1 0,1 1 0,-1 0 0,1 0 0,-1 0 0,1 0 0,-1 0 0,1 1 0,0 0 0,0-1 0,0 1 0,0 0 0,0 1 0,0-1 0,0 1 0,-3 3 0,5-4-239,0 0 1,0 1-1,0-1 0,0 0 0,0 0 1,1 1-1,-1-1 0,1 0 1,-1 1-1,1-1 0,0 0 0,0 1 1,0-1-1,0 0 0,1 1 0,-1-1 1,1 0-1,-1 1 0,1-1 0,0 0 1,0 1-1,0-1 0,0 0 0,0 0 1,0 0-1,2 2 0,6 7-46,1-1-1,-1 0 1,2-1-1,-1 0 1,23 14 0,1 1-148,-10-5-374,0 0 0,37 42 0,-55-54 466,-1-1 0,1 2-1,-1-1 1,-1 1 0,0-1 0,0 1-1,0 1 1,-1-1 0,0 0-1,0 1 1,-1-1 0,-1 1 0,1 0-1,-1 12 1,-1-18 83,0 0 0,0 0 0,-1 0 0,1-1 0,-1 1 0,0 0 0,0 0 0,0-1 0,0 1 0,0 0 1,-1-1-1,1 1 0,-1-1 0,0 0 0,1 1 0,-1-1 0,0 0 0,0 0 0,-1 0 0,1 0 0,0-1 0,-1 1 0,1-1 0,-1 1 0,1-1 0,-1 0 0,0 0 0,1 0 0,-1 0 0,0 0 0,-4 0 0,-10 2 316,-1-1-1,1 0 0,-1-2 0,-19 0 0,13-1-249,24 1-143,-1 0 0,1-1-1,-1 1 1,1 0 0,-1-1 0,1 1 0,-1 0 0,1-1 0,0 1 0,-1 0 0,1-1 0,-1 1 0,1-1 0,0 1 0,-1-1 0,1 1 0,0-1 0,0 1 0,-1-1 0,1 0 0,0 1 0,0-1 0,0 1 0,0-1 0,0 1-1,0-1 1,0 0 0,0 1 0,0-2 0,0-23-2156,0 18 1202,0-29-3971,0-6-2827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7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8932,'0'0'3906,"111"0"208,-65 0-1185,-6 0-1536,-9 7-1121,-8-1-272,-8-2-1425,-9-2-1952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5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0 208,'0'0'672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58.7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 43 1008,'0'0'6017,"4"-6"-4593,0-1-943,-3 4-284,0 1-1,1-1 0,-1 1 1,0-1-1,1 1 1,0 0-1,0 0 0,0 0 1,0 0-1,3-3 0,-5 5-105,1 0-1,-1-1 0,0 1 1,0 0-1,1 0 0,-1 0 1,0 0-1,0 0 0,1 0 1,-1 0-1,0 0 0,0 0 1,1 0-1,-1 0 0,0 0 0,1 0 1,-1 0-1,0 0 0,0 0 1,1 0-1,-1 0 0,0 0 1,0 0-1,1 0 0,-1 1 1,0-1-1,0 0 0,1 0 1,-1 0-1,0 0 0,0 1 1,0-1-1,0 0 0,1 0 1,-1 0-1,0 1 0,0-1 0,0 0 1,0 0-1,0 1 0,1-1 1,-1 0-1,0 0 0,0 1 1,0-1-1,0 0 0,0 0 1,0 1-1,0-1 0,0 0 1,0 0-1,0 1 0,0-1 1,0 0-1,0 0 0,0 1 1,0-1-1,0 0 0,-1 0 0,1 1 1,0-1-1,-1 24-44,1-22 365,-4 21 355,-1 0 1,0 0-1,-13 28 1,-8 37 286,12-14-781,-6 82 0,17-107-4164,2 0-4163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00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0 2865,'0'0'3130,"-12"19"-1047,-39 65 318,41-66-1515,1 1-1,1 1 0,1 0 0,1 0 0,1 0 0,0 0 0,-1 25 0,-7 25 1081,0-25-915,-1-1-1,-21 41 1,16-43-560,3 1-1,-12 46 1,24-62-357,2 0 1,0 29-1,1-29-1020,13-69-2203,0 7-766,-7-2-3376,-4 14 524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1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116 33 1281,'0'0'1646,"-5"-2"-2033,-17-8 755,22 9 162,-1 0 0,1 0 0,0 1 0,0-1 0,0 0 0,0 0 0,0 0 0,0 1 0,0-1 0,0 0 0,0 0 0,0 0 0,0 1 0,0-1 0,0 0 0,1 0 0,-1 1 0,1-2 0,2-3 5674,-1 16-2234,-1 9-3538,-1-1 0,-1 0 0,-1 0-1,0 0 1,-1 0 0,-1 0 0,-8 19 0,-58 115 56,70-153-658,0 0-1,0 0 1,-1 0-1,1 1 1,0-1-1,0 0 1,0 0-1,0 1 0,0-1 1,0 0-1,0 0 1,0 1-1,0-1 1,0 0-1,0 0 1,0 1-1,0-1 1,0 0-1,0 0 1,0 1-1,0-1 1,0 0-1,0 0 1,0 1-1,0-1 1,0 0-1,0 0 1,0 1-1,0-1 1,1 0-1,-1 0 1,0 0-1,0 1 1,0-1-1,0 0 1,1 0-1,-1 0 1,0 1-1,0-1 1,0 0-1,1 0 1,-1 0-1,0 0 1,1 0-1,16 1-3435,17-10-1272,-1-5 71,2-6-107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2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22 2449,'0'0'8665,"4"-4"-7336,14-10-110,-13 11-45,-5 14 1529,-1 5-1707,-1 0 0,0 0 0,-2-1 0,-5 21 0,4-20-817,0 0 0,2 0 0,0 1 0,-1 22-1,5-38-182,-1 0 0,0 0 0,0 0 0,0-1 0,1 1 0,-1 0 0,0 0 0,1-1 0,-1 1 0,1 0 0,-1 0 0,1-1 0,-1 1-1,1-1 1,-1 1 0,1 0 0,0-1 0,-1 1 0,1-1 0,0 0 0,0 1 0,-1-1 0,1 1 0,0-1 0,0 0 0,0 0 0,-1 1 0,1-1 0,0 0-1,0 0 1,1 0 0,32 1-94,-26-1 54,6 0-33,-3 1 48,1-1 0,-1-1 0,0 0-1,0 0 1,18-5 0,-26 5 30,0-1 0,0 1 0,0 0 0,0-1 1,0 0-1,0 0 0,-1 0 0,1 0 0,-1 0 0,1 0 0,-1-1 0,0 1 0,0-1 0,0 0 0,0 1 0,-1-1 0,1 0 0,-1 0 0,1 0 0,-1 0 0,0 0 0,0 0 0,1-7 0,-1 3 53,0-1 0,0 1 0,0 0-1,-1-1 1,0 1 0,-1-1-1,0 1 1,0 0 0,0 0-1,-5-13 1,4 15 20,0 1 1,0-1-1,-1 0 1,0 1-1,0 0 1,0 0-1,0 0 1,-1 0-1,1 0 1,-1 1-1,0-1 1,0 1-1,-1 0 1,1 0-1,-7-3 1,78 21-10982,6-4 1407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2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0 5378,'0'0'12694,"-7"4"-11600,3-3-955,1 1 0,-1 0-1,1 1 1,0-1 0,0 1-1,0-1 1,0 1 0,1 0 0,-1 0-1,1 0 1,-3 4 0,-1 4 310,1-1 1,0 0-1,-5 18 1,-11 35 401,-13 70 0,33-131-1020,1-1-1,-1 0 1,1 0-1,0 0 1,0 1-1,-1-1 1,1 0-1,0 0 0,0 1 1,0-1-1,0 0 1,0 0-1,1 1 1,-1-1-1,0 0 1,1 0-1,-1 0 1,1 1-1,-1-1 1,1 0-1,-1 0 1,1 0-1,0 0 1,-1 0-1,1 0 1,0 0-1,0 0 1,0 0-1,0-1 1,0 1-1,1 1 0,2-1-840,0 0 0,0 0-1,0-1 1,0 1 0,0-1-1,0 0 1,0 0-1,4-1 1,8 0-1394,12 1-3260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3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0 4370,'0'0'14999,"-15"101"-13254,0-66-417,3-1-399,1-7-433,9-6-400,0-2-96,2-5-224,0-1-1409,0-3-1953,9-6-3441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3.5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132 0 3714,'0'0'15815,"-113"126"-14374,103-93-385,4 0-512,4-1-224,2-3-304,0-4-16,0-2-352,2-4-1312,14-6-1410,3-7-2288,8-6-3426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3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6099,'0'0'6373,"20"3"-5439,67 8-248,-84-11-637,0 1 1,1-1-1,-1 1 1,0 0-1,0 0 0,1 0 1,-1 1-1,0-1 1,0 1-1,0 0 1,-1 0-1,1 0 1,0 0-1,-1 0 1,1 0-1,-1 1 0,0-1 1,0 1-1,0 0 1,0 0-1,0-1 1,0 1-1,-1 1 1,0-1-1,1 0 1,-1 0-1,0 0 0,-1 1 1,1-1-1,0 7 1,-1-5 113,0 1 0,0-1 1,-1 0-1,0 1 0,0-1 1,0 1-1,-1-1 0,1 0 1,-1 0-1,-1 0 0,1 0 0,-1 0 1,0-1-1,0 1 0,-5 5 1,-50 40 2290,19-18-888,38-31-1552,1-1-1,-1 1 0,0-1 0,1 1 1,-1-1-1,1 1 0,-1-1 1,1 1-1,-1 0 0,1-1 1,-1 1-1,1 0 0,-1-1 1,1 1-1,0 0 0,-1 0 1,1-1-1,0 1 0,0 0 1,0 0-1,0 0 0,-1-1 1,1 1-1,0 0 0,1 1 1,-1-1-11,1 0 0,-1-1 1,1 1-1,0 0 1,-1-1-1,1 1 0,0 0 1,0-1-1,-1 1 1,1-1-1,0 1 0,0-1 1,0 0-1,0 1 1,0-1-1,0 0 0,1 1 1,51 4-190,-48-5 175,1 0-45,77 1-1984,4-3-3494,-19-5-2166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4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84 0 2065,'0'0'11915,"2"3"-9813,-1-2-1916,0 1 0,0-1 0,0 1 0,0-1 0,0 1 0,0 0 0,-1-1 0,1 1 0,-1 0 0,0 0 0,1-1 0,-1 1 0,0 0 0,0 0 0,0 0 0,0 0 0,0-1 0,-1 1 1,1 0-1,0 0 0,-2 2 0,-18 41 2309,9-24-1698,0 5-138,0 0 0,1 1 1,-8 42-1,14-46-1396,1 1 0,0 36 1,3-58 407,-1-1 92,1 0 0,0-1 1,0 1-1,0 0 0,0 0 0,0 0 0,0-1 0,0 1 0,0 0 0,0 0 0,1 0 0,-1-1 0,0 1 0,0 0 0,1 0 1,-1-1-1,1 1 0,-1 0 0,0-1 0,1 1 0,-1 0 0,1-1 0,-1 1 0,1-1 0,0 1 0,-1-1 0,1 1 1,0-1-1,-1 1 0,2 0 0,15 0-8300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24.9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19 7091,'0'0'3695,"22"-3"-739,71-9-784,-86 10-1995,1 1 0,-1 1-1,0 0 1,1 0 0,-1 0 0,0 1 0,1 0 0,-1 0-1,0 1 1,8 2 0,-13-3-119,0 1 0,1-1 0,-1 0 0,0 1-1,-1 0 1,1-1 0,0 1 0,0 0 0,-1 0 0,1 0 0,-1 0-1,0 0 1,1 0 0,-1 1 0,0-1 0,0 0 0,0 1 0,-1-1 0,1 0-1,-1 1 1,1-1 0,-1 1 0,0-1 0,0 1 0,0 4 0,0-2 32,0 0 1,0-1-1,0 1 1,-1 0 0,0-1-1,0 1 1,0-1-1,0 1 1,-1-1 0,0 1-1,0-1 1,0 0-1,0 0 1,-1 0-1,1 0 1,-1 0 0,0-1-1,0 1 1,-1-1-1,1 0 1,-1 0 0,1 0-1,-9 5 1,9-6-83,-1 1 1,1 0-1,-1 0 1,1 0 0,0 0-1,0 1 1,0-1-1,1 1 1,-1 0-1,1 0 1,-4 7-1,4-3-68,1 0-1,-1-1 0,1 1 1,1 0-1,-1 14 0,2-20 66,-2 0-1,1-1 1,0 1-1,0 0 1,0 0-1,-1-1 1,1 1-1,-1 0 0,0-1 1,1 1-1,-1 0 1,0-1-1,0 1 1,0-1-1,0 0 0,0 1 1,0-1-1,0 0 1,0 1-1,-1-1 1,1 0-1,-3 1 1,-2 2 93,0-1 0,0-1 0,0 1 0,-12 2 0,12-4-73,1 0 0,0 1 0,0 0 0,0 0 0,0 0 0,0 0 0,0 1 0,1 0 0,-6 4 0,10-7-98,-1 0-1,1 0 0,-1 1 1,1-1-1,0 0 0,-1 0 1,1 1-1,0-1 0,-1 0 0,1 0 1,0 1-1,-1-1 0,1 0 1,0 1-1,0-1 0,-1 1 0,1-1 1,0 0-1,0 1 0,0-1 1,0 1-1,0-1 0,-1 1 0,1-1 1,0 0-1,0 1 0,0-1 1,0 1-1,0-1 0,0 1 0,0-1 1,0 0-1,1 1 0,-1-1 1,0 1-1,0-1 0,0 1 1,0-1-1,0 0 0,1 1 0,-1-1 1,0 0-1,0 1 0,1-1 1,-1 0-1,0 1 0,1-1 0,-1 0 1,0 1-1,1-1 0,-1 0 1,0 0-1,1 1 0,-1-1 0,1 0 1,-1 0-1,0 0 0,2 0 1,25 4-6111,14-4-3098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55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3 1489,'0'0'7763,"0"0"-7700,0 0 0,0-1 0,0 1 0,0 0-1,0 0 1,0 0 0,0 0 0,0 0 0,0 0-1,0 0 1,0-1 0,0 1 0,0 0 0,1 0 0,-1 0-1,0 0 1,0 0 0,0 0 0,0 0 0,0 0 0,0 0-1,0 0 1,0-1 0,0 1 0,0 0 0,1 0 0,-1 0-1,0 0 1,0 0 0,0 0 0,0 0 0,0 0-1,0 0 1,0 0 0,1 0 0,-1 0 0,0 0 0,0 0-1,0 0 1,0 0 0,0 0 0,0 0 0,0 0 0,1 0-1,-1 0 1,0 0 0,0 0 0,0 0 0,0 0 0,0 1-1,1 43 701,-3 0 0,-1 0 0,-16 74 0,-16 64 534,34-175-1166,1 0 0,-1 1 1,1-1-1,1 10 0,0 4 8,1-5-2757,0 2-5075,-2-10 3766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49:57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 1 2177,'0'0'7633,"1"7"-6315,1 25 223,-2-1 1,-1 1-1,-10 61 1,-31 97 470,38-172-1944,0-2-483,2 0-1,-1 25 0,3-29-1854,0 0 0,-2 0 0,1 0-1,-2 0 1,-5 20 0,-4-9-2220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44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9 496,'0'0'3687,"7"-9"7726,71 24-9398,139-14-1326,-11 0-629,-139 5-16,50 0 238,190-14-175,-171 4-83,142 15 0,-256-10-8,-1 2 0,0 0 0,32 10 0,-52-12 9,1-1 0,-1 1 1,1 0-1,-1 0 0,0 0 0,0 0 1,1 1-1,-1-1 0,0 0 1,0 0-1,0 1 0,0-1 0,0 0 1,-1 1-1,1-1 0,0 1 1,-1-1-1,2 4 0,-2-3 4,1 0 0,-1-1 0,1 1 0,0 0 0,0-1 0,0 1 0,0-1-1,0 1 1,0-1 0,0 1 0,1-1 0,1 3 0,51 18 505,-12-5-73,-33-14-383,-8-2-61,1-1 0,-1 1 0,1 0 0,-1-1 0,1 1 0,-1 0 0,1 0 1,-1 0-1,0 0 0,1 0 0,-1 0 0,0 0 0,0 0 0,0 0 0,0 1 0,1 1 0,-2-3 89,0 1 1,0-1-1,0 1 0,0 0 0,0-1 0,0 1 0,0-1 1,-1 1-1,1 0 0,0-1 0,0 1 0,0-1 0,-1 1 1,1-1-1,0 1 0,-1-1 0,1 1 0,0-1 0,-1 1 1,1-1-1,-1 1 0,1-1 0,-1 0 0,1 1 0,-1-1 0,1 0 1,-1 1-1,1-1 0,-1 0 0,0 0 0,0 1 0,-27 5-1400,43-8-9701,9-4 3597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46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1 208,'0'0'5341,"-15"0"-3937,51 7 591,0-1 0,41 0 1,47 7-62,-91-7-1722,47 9 57,0-4 0,90 2 1,574-13 658,-711 2-919,62 11-1,7 1 191,105-11-17,-123-3 786,-55 6-70,-27-5-831,-1-1 0,0 0 0,1 1 0,-1-1 0,1 1 0,-1-1 0,0 1-1,0 0 1,1-1 0,-1 1 0,0 0 0,0 0 0,0 0 0,0 0 0,0 0 0,0 0-1,1 1 1,7-3-8351,3-4 1834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47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163 155 800,'0'0'4715,"-3"-8"-3872,1 0-903,1 4 258,0 0 0,0 0 0,0 0 0,-1 0 0,1 1 0,-1-1-1,0 0 1,0 1 0,0 0 0,0-1 0,-1 1 0,1 0-1,-1 0 1,0 0 0,0 1 0,0-1 0,0 1 0,0-1 0,-7-2-1,-31-7 290,26 8-95,0-1 0,-21-9-1,35 14 308,3-1-605,0 1 0,0-1 0,0 1 0,0-1-1,0 1 1,0 0 0,0-1 0,0 1-1,-1 0 1,1 1 0,4-1 0,3 1 120,274-14 2238,371-7 191,-220 28-1218,-406-7-1303,34 1 889,66-5 1,-56-3-393,-71 6-986,0 0 0,0 0 0,-1 0 0,1 0-1,0 0 1,0 0 0,0 0 0,-1 0 0,1 1 0,0-1 0,0 0 0,-1 0 0,1 1 0,0-1 0,-1 1-1,1-1 1,0 1 0,-1-1 0,1 1 0,0 0 0,10 7-4388,4-4-1603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01.9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16 1825,'0'0'2577,"5"5"-2470,-1 1-87,-2-4-14,0 1 0,-1-1 1,1 0-1,0 0 0,0-1 0,0 1 0,0 0 0,0-1 0,0 1 1,4 1-1,-7-5-60,1 1 0,-1-1 0,1 0 0,0 0 0,0 1-1,0-1 1,0 0 0,0 0 0,0 0 0,0 1 0,0-1 0,1 0 0,-1 0 0,1 1 0,-1-1 0,1 0 0,0 1 0,0-1 0,0 1 0,0-1 0,0 1 0,0-1 0,0 1 0,0-1 0,0 1-1,3-2 1,-3 3 111,-1-1-1,1 1 0,-1 0 0,1-1 0,0 1 0,-1 0 0,1 0 1,0 0-1,-1 0 0,1-1 0,0 1 0,-1 0 0,1 0 0,0 0 1,-1 0-1,1 0 0,0 1 0,-1-1 0,1 0 0,0 0 1,-1 0-1,1 0 0,0 1 0,-1-1 0,1 0 0,-1 1 0,2 0 1,-2 0 52,1 0 1,-1 0 0,1 0 0,-1 0 0,1 0 0,-1 0 0,1 0 0,-1 0 0,0 0 0,0 1 0,0-1 0,0 0 0,0 0 0,0 2 0,-11 56 2849,6-38-1958,1 11 479,2 65 0,0-17-230,-31 291 1501,15-196-1620,5-31-779,4 59 372,7-83-874,-4-67-2309,2-14-7146,2-28 2988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02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396 1 1457,'0'0'8043,"-11"24"-5727,-2 3-1700,-57 139 2378,51-107-1939,3 0 1,-15 101 0,2 127 139,19-162-947,5-70-284,-37 296-1157,1-179-2112,27-130-88,-36 77 0,27-77 197,2-16-835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03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913 0 4418,'0'0'2417,"-11"23"139,8-18-2385,-11 25 586,0 1 1,2 0 0,2 1-1,-9 38 1,-170 754 4973,-202 386-5248,378-1177-480,-105 291 27,89-232-24,-26 148 0,24 95-2764,28 0-2975,3-237 4027,0 25-5449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04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571 1 464,'0'0'7147,"13"24"-4905,-6-11-1892,1 1 16,-1 0 0,0 1 0,-1-1 0,0 1 0,-2 1 0,1-1 0,-2 1 1,0-1-1,-1 1 0,0 0 0,-2 26 0,-76 445 5111,45-326-4698,-208 1270 379,138-817-5279,-32-9-6463,96-446 7433,11 0-635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08.7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9266 1409,'0'0'4532,"3"-5"-3939,3-4-28,0 1 1,0 0-1,1 0 0,0 0 1,0 1-1,1 0 1,9-6-1,70-43 1739,-48 32-2315,205-125 261,162-110-145,-26 13-94,-298 201 13,141-83-19,-170 94-60,99-83 1,314-320 40,-423 394 16,14-16 5,3 3-1,71-52 1,-66 62 46,-2-2 0,-3-3 1,-1-3-1,62-75 0,-71 67-49,-12 13 7,2 1 0,2 2 0,70-58 0,27 6 12,5-5-41,-118 82 187,-1-1-1,-1-2 0,29-35 0,16-31 4,58-71-125,-1 24-4,73-87 26,-161 181-90,55-51 0,28-31 18,-1-26 1,77-90-167,-26 79 115,-67 68 54,157-126 294,-145 128-97,130-96 873,-50 40-411,-167 126-488,44-36 101,117-72 0,-53 55-43,106-65 70,23-54 164,-260 189-443,20-14 51,0 1 0,1 2-1,37-17 1,90-29 342,-89 38-121,70-38 1,-49 13-13,145-111 0,-97 37-35,-93 82 365,78-61 0,309-150-285,-159 102-173,-198 104-82,67-59-1,39-28 64,-103 83 57,-3-3-1,101-98 1,153-119 976,-265 224-761,-21 19-330,1 1 1,49-22-1,-50 28 33,0-2 0,57-42 0,-57 36-60,1 2 0,60-30 0,31-19-34,-113 63 17,0-1 0,-2-1 1,1 0-1,27-32 0,-6-2 45,171-217 118,-154 181 151,-38 56-230,1 1 1,2 0 0,0 1-1,38-36 1,97-93-9,3-3-121,-69 74 45,12-10-134,-95 88 37,0 0 0,0 0 0,-1 0 0,0-1 0,-1 0 0,1 0-1,-1 0 1,-1-1 0,4-8 0,-3 6 41,1 1 1,0-1-1,0 1 1,8-11-1,-10 18 14,0-1 1,0 1-1,0 0 1,1 0-1,-1 0 0,0 0 1,1 0-1,0 1 0,-1-1 1,1 1-1,0 0 1,-1 0-1,1 1 0,7-1 1,62-1-108,-52 3 99,11-1-42,161 4-126,-153-1 164,-1 2 0,71 19-1,305 125 162,-359-127-76,-10-1 154,-1 1-1,0 2 0,80 60 1,108 110 166,-135-97-31,91 116 0,-82-89 174,-21-25-106,142 156 69,486 550 195,-629-694-513,89 156 1,48 135 85,-204-367-266,177 281 128,23-13-96,-5-10-15,-134-182 24,6-5 0,100 99 0,312 341 121,-285-254 156,-20-25-85,520 636-143,-395-533 98,-150-182-49,-89-98-89,4-4 0,3-4 0,149 112 0,-67-76-32,616 452 211,-495-360-163,-30-23 24,-180-134 10,2-4 0,113 51 0,-134-71 208,-18-6-298,60 44 0,-73-46 0,1-1 0,1-2 0,0 0 0,47 18 0,-61-30 0,-8-3 0,-1 0 0,1-1 0,0 0 0,-1 0 0,1 0 0,8 0 0,-15-3-10,0 0 1,-1 1-1,1-1 1,-1 0-1,0 0 0,1 1 1,-1-1-1,1 0 1,-1 0-1,0 0 0,0 0 1,0 0-1,1 1 1,-1-1-1,0 0 0,0 0 1,0 0-1,0 0 1,0 0-1,-1 0 0,1 0 1,0 1-1,0-1 0,-1 0 1,1 0-1,0 0 1,-1 1-1,1-1 0,-1 0 1,1 0-1,-1 1 1,1-1-1,-1 0 0,-1-1 1,-16 3-4749,0 1-1,-25 5 1,4 0-1966,-16-1-3363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06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191 1 2049,'0'0'9634,"-11"19"-7988,-32 65-147,36-69-786,0 1-1,1 0 0,1 0 1,1 1-1,-4 29 1,1-7 436,-76 332 2114,78-341-5743,2 1-1,2 41 1,2-66-3403,8-5-1923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08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0 4818,'0'0'10690,"-3"20"-9433,1-3-967,-2 26 1308,-16 62 1,-7-17 228,13-47-1713,1 1 0,3 1 1,-8 62-1,18-77-3223,0-16-1511,0-4-2936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6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181 116 192,'0'0'2564,"-5"-7"-2033,1 0-402,-1 0-38,1 1-1,0-1 1,0 0-1,1 0 1,0 0 0,0-1-1,0 1 1,1-1-1,-2-14 1,7 19 704,0 1 0,0 0 0,0 1 0,1-1 0,-1 1 0,0-1 0,1 1 0,-1 0 0,8 1 6602,-9 17-6168,-4 15-339,-1-1 0,-1 1 0,-2-1 0,-1 1 0,-20 52 1,17-61-826,-1-1 1,-1-1 0,0 0 0,-2 0 0,-28 33 0,19-26-42,23-28-84,-1 1 0,1-1 1,0 0-1,-1 1 1,1-1-1,-1 1 1,1-1-1,0 0 1,0 1-1,-1-1 1,1 1-1,0-1 1,0 1-1,-1-1 0,1 1 1,0-1-1,0 1 1,0-1-1,0 1 1,0-1-1,0 1 1,0-1-1,0 1 1,0-1-1,0 1 1,0-1-1,0 1 0,0-1 1,0 1-1,1 0 1,14 1-1493,20-11-1555,-26 5 1190,-1 0 0,0-1 1,-1 0-1,1-1 0,9-9 0,0-2-3331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7.4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422 5 96,'0'0'5320,"5"-1"-4258,3 1-592,16-4 2314,-54 15-442,0 2 0,-50 29 0,50-24-1879,1 2 1,1 0-1,0 3 1,-47 48-1,68-62-411,0 1-1,0-1 0,1 1 1,0 0-1,1 1 1,0 0-1,1-1 0,0 2 1,0-1-1,1 0 0,1 1 1,0-1-1,1 1 0,0-1 1,1 18-1,0-26-48,0 0 0,0-1 0,1 1 0,-1-1-1,1 1 1,0-1 0,0 1 0,0-1 0,0 0 0,0 1 0,0-1-1,1 0 1,-1 0 0,1 0 0,-1 0 0,1 0 0,0 0 0,0 0-1,0-1 1,0 1 0,0-1 0,0 1 0,0-1 0,1 0 0,-1 0-1,0 0 1,1 0 0,-1 0 0,1 0 0,-1-1 0,4 1 0,10 2 16,0-1 1,0-1 0,32-1 0,-28 0-17,-15 0-1,1 0 1,0-1 0,-1 1 0,1-1 0,-1 0 0,1 0 0,-1-1 0,0 0 0,1 0 0,-1 0-1,7-4 1,-10 4 4,1 0-1,-1 0 1,0 0-1,0 0 1,1-1 0,-1 1-1,-1-1 1,1 1-1,0-1 1,-1 0-1,1 0 1,-1 0-1,0 0 1,0 0-1,0 0 1,0 0 0,0 0-1,-1 0 1,0 0-1,1 0 1,-2-6-1,1 7 11,0 0 0,-1-1 0,0 1 0,1 0 0,-1 0 0,0 0 0,0-1 0,0 1 0,-1 0 0,1 0 0,0 1 0,-1-1 0,1 0 0,-1 0 0,0 1 0,0-1 0,1 1 0,-1-1 0,0 1 0,0 0 0,0 0 0,-1 0 0,-2-1 0,-9-5 261,-1 2-1,-21-6 1,29 10-179,-25-8 557,0 2 0,-1 1 0,0 2 1,-65 0-1,107 13-888,8-2-761,-1 0 1,28 6-1,41 4-7242,-39-14 509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8.4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27 544,'0'0'8895,"2"-4"-7019,5-14 148,-5 13 12,-3 22-404,0-1 0,-1 0-1,-4 16 1,-15 47 1212,13-54-2350,1 1-1,1 0 0,-4 42 0,7-27-447,3 0 0,1 1 0,10 60 0,-10-86 167,-1-9-3050,0 1-9135,0-14 4659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9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30 4002,'0'0'10290,"0"-5"-8881,0-19 327,19 31 145,5 4-1548,1-1 0,0-2 0,0 0 0,1-2 1,-1 0-1,29 1 0,28 7-280,-58-10-48,23 6 60,-46-9-57,-1-1 0,1 1 0,0 0 0,-1-1 0,1 1 0,0-1 0,-1 1 0,1 0 0,-1-1 0,1 1 1,-1 0-1,0 0 0,1-1 0,-1 1 0,0 0 0,1 0 0,-1 0 0,0 0 0,0-1 0,0 1 0,0 0 1,0 0-1,0 0 0,0 0 0,0 0 0,0-1 0,0 1 0,0 0 0,-1 0 0,1 0 0,0 0 0,0-1 0,-1 1 1,0 1-1,-13 28 394,-132 242 1519,131-237-1836,1 0-1,2 1 1,2 0 0,1 1-1,2 0 1,-3 44-1,9-64 1233,1-5-4630,1-29-8865,-1-4 6087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39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4994,'0'0'5280,"19"0"-2177,124-2 1712,122 14-413,-252-10-7362,-24 0-585,-24 0-3975,5-1 936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4.0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0 480,'0'0'4968,"20"2"-4581,-1-1-295,118 15 525,-54 1 296,107 14-297,523-12 2782,-557-19-2674,139-11 482,-181 11-526,-114 0-642,0 0 0,0-1 0,0 1 0,0 0 0,0 0-1,0-1 1,-1 1 0,1 0 0,0-1 0,0 1 0,0 0 0,0 0 0,-1-1 0,1 1 0,0 0-1,0 0 1,-1-1 0,1 1 0,0 0 0,0 0 0,-1 0 0,1 0 0,0-1 0,-1 1 0,1 0-1,0 0 1,-1 0 0,1 0 0,0 0 0,-1 0 0,1 0 0,0 0 0,0 0 0,-1 0 0,1 0-1,0 0 1,-1 0 0,1 0 0,-2 0 104,-11 1-1170,12-1 634,0 1 0,1-1 0,-1 1 1,0-1-1,1 1 0,-1-1 0,1 1 1,-1 0-1,1-1 0,-1 1 0,1 0 1,-1-1-1,1 1 0,0 0 0,0-1 1,-1 1-1,1 0 0,0 1 1,-2 1-423,-1 3-3047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5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1 480,'0'0'1932,"-19"8"-1505,-24 9-386,0-2 1,-53 11 0,76-23-41,16-3 24,0 0 1,0 0-1,0 1 0,-1 0 0,1 0 0,0 0 0,0 0 0,-6 4 0,10-5-4,0 0 1,0 0-1,-1 0 1,1 0-1,0 1 1,0-1 0,0 0-1,0 0 1,-1 0-1,1 1 1,0-1-1,0 0 1,0 0-1,0 0 1,0 1-1,0-1 1,0 0 0,0 0-1,0 1 1,0-1-1,0 0 1,0 0-1,0 0 1,0 1-1,0-1 1,0 0-1,0 0 1,0 1-1,0-1 1,0 0 0,0 0-1,0 0 1,0 1-1,0-1 1,1 0-1,-1 0 1,0 0-1,0 1 1,0-1-1,0 0 1,1 0 0,-1 0-1,0 0 1,0 0-1,0 1 1,0-1-1,1 0 1,-1 0-1,0 0 1,0 0-1,1 0 1,-1 0-1,0 0 1,0 0 0,1 0-1,12 5 884,-13-5-885,48 11 2706,79 7 0,-72-11-1519,369 39 4206,234 34-3310,-512-59 870,280 6 1,-423-20-12785,-3-6 9276,0 0 0,1 1 0,-1-1 0,1 1 0,-1-1 0,1 0 0,-1 1 0,1-1 0,0 0 0,-1 1 0,1-1 0,0 0-1,2 2 1,20 7-5990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7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 42 304,'0'0'3092,"-4"-1"-2294,-48-3 5363,46 4-4227,8 0-299,30 3-171,274 1 289,-89-4-1350,-71 5-1,757 13 3054,-879-19-3108,0 0 0,1-2 0,-1 0 0,0-2 0,-1-1 0,1 0 0,-1-2 0,37-18 0,-51 22-83,-2 0-1572,-9 10-1186,-7 10 201,-3 12-5866,11-17 2091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8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1 192,'0'0'7251,"17"0"-5599,4 0-1350,24-1 1604,0 3-1,88 13 1,17 18 1103,265 26 1,-167-50 2848,-219-9-4177,-29 0-1449,0 11-5096,0-8 4268,0-1 0,0 1-1,-1-1 1,1 1 0,-1-1-1,0 0 1,0 1 0,0-1-1,0 0 1,-1 3-1,-10 12-6525,11-16 6504,-9 12-9010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0:58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 0 1601,'0'0'8654,"-11"0"-6874,-32 0 98,32 0 1131,23 0-981,723 18 2065,-493-10-2960,-178-6-742,13-2 1087,0 4-1,145 28 1,-181-18 915,-59-6-2494,4-7-260,-74 2-5603,79-4 4479,0 0 0,0 0 0,0 0 1,-1-1-1,2-1 0,-1 0 0,-12-5 1,-26-18-7699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4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472 65 464,'0'0'3645,"7"-13"-3035,24-36 15,-31 49-575,0 0-1,0 0 1,0 0 0,0 0-1,0 0 1,0 0 0,0-1 0,0 1-1,0 0 1,0 0 0,0 0 0,0 0-1,0 0 1,0 0 0,0 0-1,0 0 1,1 0 0,-1-1 0,0 1-1,0 0 1,0 0 0,0 0 0,0 0-1,0 0 1,0 0 0,0 0-1,0 0 1,0 0 0,1 0 0,-1 0-1,0 0 1,0 0 0,0 0 0,0 0-1,0 0 1,0 0 0,0 0-1,0 0 1,1 0 0,-1 0 0,0 0-1,0 0 1,0 0 0,0 0 0,0 0-1,0 0 1,0 0 0,1 0-1,-1 0 1,0 0 0,0 0 0,0 0-1,0 0 1,0 0 0,0 0 0,0 0-1,0 1 1,0-1 0,0 0-1,0 0 1,1 0 0,-1 0 0,0 0-1,2 12 683,-1 22-1377,-1-29 940,-15 431 839,3-225-523,7-106-571,-32 197 0,23-242-15,-1 5 49,2 1 1,-5 96-1,18 412 116,3-245-124,-21 133-29,-20 245 550,-8 1083 272,34-1129-688,12-386-112,2 746-5,2-322 4,19-107 229,-6-272-251,-14-265-28,8 433 48,-15-439 1,-17 86 0,12-85 46,-6 80 0,-8 303 273,12-237 585,-44 230-1,47-372-588,-1 86 0,8-91-297,-2 0 0,-14 71-1,-52 107 1096,6-25-664,54-166-448,2 0 1,1 1 0,-1 63 0,6-64-32,2 41 39,0-71-65,0 0 0,0 0 0,1 0 0,-1 1 0,1-2 1,1 1-1,-1 0 0,1 0 0,5 8 0,0-6 102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6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124 471 1569,'0'0'8982,"-1"4"-7810,1 95 3055,1-79-3995,0 1 1,-1 0-1,-1 0 0,-1-1 0,-1 1 1,-1-1-1,-8 28 0,12-48-232,-8 21 14,0-1 0,-1-1-1,-1 1 1,-1-2 0,0 1-1,-25 27 1,36-45-14,0-1 0,0 0 0,0 0-1,0 0 1,0 0 0,0 0 0,0 0-1,0 1 1,-1-1 0,1 0 0,0 0 0,0 0-1,0 0 1,0 0 0,0 0 0,0 0-1,-1 0 1,1 0 0,0 0 0,0 0 0,0 0-1,0 0 1,-1 0 0,1 0 0,0 0-1,0 0 1,0 0 0,0 0 0,0 0 0,-1 0-1,1 0 1,0 0 0,0 0 0,0 0-1,0 0 1,-1 0 0,1 0 0,0 0 0,0 0-1,0 0 1,0 0 0,0 0 0,0-1-1,0 1 1,-1 0 0,1 0 0,-3-11-78,2-20-147,1 26 178,0-69-354,3 0 0,3 0-1,4 0 1,37-141 0,-30 161 385,33-68 1,-38 97 22,1 1 0,2 0-1,0 1 1,30-35-1,-43 55 6,1-1 0,-1 1 0,1 0 0,0 0 0,0 1 0,0-1 0,1 0 0,-1 1 0,1 0 1,-1 0-1,1 0 0,0 0 0,-1 1 0,1-1 0,0 1 0,0 0 0,8-1 0,-11 2-5,0 1 0,0-1 1,0 0-1,0 1 0,0-1 1,0 1-1,0-1 0,0 1 1,0 0-1,0-1 0,-1 1 1,1 0-1,0 0 1,0 0-1,-1 0 0,1-1 1,0 1-1,-1 0 0,1 0 1,-1 0-1,1 0 0,-1 0 1,1 1-1,-1-1 1,0 0-1,0 0 0,0 0 1,1 0-1,-1 2 0,2 6 61,24 74 247,-3 1 0,-4 1 0,-3 0 1,-4 1-1,0 97 0,-12-34-317,0-145-68,-1 0 1,1 0 0,-1 1 0,0-1 0,0 0-1,-1 0 1,1 0 0,-4 5 0,-9 9-2086,13-17 1704,0-1-1,0 1 1,0 0-1,0-1 1,0 1 0,0 0-1,-1-1 1,1 1-1,0-1 1,0 0-1,-1 0 1,1 1-1,-3-1 1,-10 0-3919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6.2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1 109 9444,'0'0'6707,"125"-50"-6466,-66 39-241,-1 1-897,9-3-2657,2-1-1712,-4 3-897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6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0 136 5394,'0'0'9744,"5"19"-8595,2 8-810,2 0 0,0 0 0,26 48 0,-21-50-207,-11-17-117,0-1 1,1-1-1,0 1 0,0 0 0,1-1 0,0 0 1,0 0-1,0 0 0,1-1 0,0 0 0,9 7 1,-15-12-17,1 0 0,0 1 0,0-1 0,-1 0-1,1 1 1,0-1 0,0 0 0,0 0 0,0 0 0,-1 0 0,1 0 0,0 0 0,0 0 0,0 0 0,0 0 0,-1 0 0,1 0 0,0-1 0,0 1 0,0 0 0,-1 0 0,1-1 0,0 1 0,0-1 0,-1 1 0,1-1 0,0 1 0,-1-1 0,1 1 0,0-1 0,-1 0 0,1 1 0,-1-1 0,1 0 0,-1 1 0,1-1 0,-1 0 0,0 0 0,1 1 0,-1-1 0,0-1 0,10-40 37,-8 33-21,17-150-2,5-20 40,-17 165 3,-7 13-56,1 1 1,-1 0-1,1 0 1,-1 0-1,1 0 1,-1 0-1,0 0 1,1 0-1,-1 0 0,1 0 1,-1 0-1,0 0 1,1 0-1,-1 1 1,1-1-1,-1 0 1,0 0-1,1 0 1,-1 0-1,0 1 1,1-1-1,-1 0 0,0 0 1,1 1-1,-1-1 1,24 32-41,-11-13 20,1-5 2,0-2 0,1 0-1,0-1 1,1 0 0,24 11 0,87 36 10,-114-53-50,0 0-1,0 0 1,1-2-1,-1 0 1,1 0 0,-1-1-1,18 0 1,-30-2 57,0-1 1,0 1-1,1-1 0,-1 1 1,0-1-1,0 1 0,0-1 1,0 0-1,0 0 1,0 1-1,0-1 0,0 0 1,0 0-1,0 0 0,0 0 1,-1 0-1,1 0 0,0 0 1,-1 0-1,1 0 0,-1-1 1,1 1-1,-1 0 1,1 0-1,-1 0 0,0-1 1,0-1-1,7-37-5,-6 23 7,0 4 5,0-1-1,0 1 1,-1 0-1,-1-1 1,-4-20 0,4 31-4,-1 1 1,1-1-1,-1 1 1,1 0 0,-1 0-1,0 0 1,0 0-1,0 0 1,-1 0 0,1 0-1,0 1 1,0-1-1,-1 1 1,1 0-1,-1 0 1,0 0 0,1 0-1,-1 0 1,0 0-1,1 1 1,-1-1 0,0 1-1,0 0 1,-3 0-1,-8-1 20,1 1-1,0 0 0,-25 4 0,27-2 19,1 2 0,-1-1 0,1 1 1,0 1-1,0-1 0,0 2 0,1-1 0,0 2 0,0-1 0,0 1 1,1 0-1,0 1 0,0 0 0,1 0 0,-6 10 0,6-9 46,0 0 0,1 0-1,1 1 1,0 0-1,0 0 1,1 1 0,0-1-1,1 1 1,0 0-1,1 0 1,0 0-1,0 0 1,1 0 0,1 19-1,1-27-83,-1 0 1,1 0-1,0 0 0,0 0 0,1 0 1,-1-1-1,0 1 0,1 0 0,-1-1 0,1 1 1,0-1-1,0 0 0,0 1 0,0-1 0,1 0 1,-1 0-1,0-1 0,1 1 0,5 3 0,6 2-7,0-1 0,27 9-1,-2-1-19,-36-12-10,115 46-894,-104-44-622,1 0 0,-1-1 0,25 2-1,-3-5-4085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7.5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0 366 6611,'0'0'8665,"18"21"-7397,116 127 834,-106-108-1537,-28-40-447,-14-23-3,7 8-121,0-1 1,1 0 0,0 0 0,1 0 0,1-1 0,-3-27 0,4 16-17,2 0 0,0 1 1,5-40-1,0 52-98,-1-1 1,2 1-1,0 0 0,1 0 1,0 1-1,1-1 1,1 2-1,0-1 0,1 1 1,0 0-1,1 1 1,0 0-1,1 0 0,1 1 1,0 1-1,0 0 0,14-8 1,-21 15-436,0 1 0,-1-1 1,1 1-1,0 1 0,8-3 0,25 1-6238,-16 3 964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7.9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20 6435,'0'0'12488,"-17"-5"-11530,8 2-822,3 1-81,0 0 0,0 0-1,0 0 1,-1 1 0,-9-1 0,14 2-49,0 0 0,0 0 1,0 0-1,0 1 0,0-1 0,0 0 1,0 1-1,0-1 0,0 1 0,0 0 1,0 0-1,0 0 0,0 0 0,1 0 0,-1 0 1,0 0-1,1 1 0,-1-1 0,1 0 1,-1 1-1,1-1 0,0 1 0,0 0 1,-1-1-1,0 4 0,-18 35 14,-17 46 0,32-72-23,0 1 1,2-1-1,-1 1 0,2 0 1,0 0-1,1 0 0,1 18 1,0-31-9,1-1 1,-1 0-1,1 0 1,0 0 0,-1 0-1,1 0 1,0 1-1,0-1 1,0-1-1,0 1 1,0 0 0,0 0-1,0 0 1,0 0-1,0-1 1,0 1-1,0 0 1,1-1-1,-1 1 1,0-1 0,0 0-1,1 1 1,-1-1-1,0 0 1,1 0-1,-1 1 1,0-1 0,1 0-1,-1-1 1,0 1-1,3 0 1,2 0-51,0-1 1,0 1-1,0-1 1,0 0-1,0 0 1,8-3-1,-3-2-59,0 0 1,-1-1-1,1 0 0,-1-1 1,-1 0-1,1-1 0,12-15 1,3-6-259,25-39 0,-48 66 397,0 1-1,0-1 0,0 0 0,0-1 1,-1 1-1,0 0 0,1 0 0,-1-1 1,0 1-1,0 0 0,-1-1 0,1-6 1,-1 8 720,-1 3-635,-1-1 0,1 1 1,0-1-1,-1 1 1,1 0-1,0-1 0,-1 1 1,1 0-1,0 0 0,0 0 1,0 0-1,0 0 0,0 0 1,0 0-1,0 0 1,0 1-1,0-1 0,1 0 1,-1 1-1,0-1 0,1 0 1,-1 1-1,1-1 0,-1 3 1,-8 37 679,8-35-736,0-1 0,1 1-1,-1-1 1,1 1 0,1-1-1,-1 0 1,1 1 0,0-1-1,0 1 1,1-1 0,-1 0-1,1 0 1,5 10 0,-4-12-97,-1 0 0,1 0 0,0 0 0,1 0 0,-1 0 0,0-1 0,1 1 1,0-1-1,-1 0 0,1 0 0,0 0 0,0-1 0,0 1 0,0-1 0,0 0 0,1 0 1,-1 0-1,8-1 0,4 2-2040,0 0 1,1-2 0,-1 0-1,22-4 1,0-8-5473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1:18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86 8260,'0'0'8390,"-19"1"-6576,5-1-1444,9 0-267,-1-1 0,1 1 1,0 0-1,-1 0 0,1 1 0,-1 0 1,1 0-1,0 0 0,-1 0 0,1 1 1,0 0-1,0 0 0,0 1 1,0-1-1,0 1 0,1 0 0,-1 0 1,1 0-1,0 1 0,0 0 0,-4 4 1,0 4 56,0 0 1,0 1-1,1 0 1,0 0-1,1 0 1,1 1-1,0 0 1,1 0-1,1 1 0,0-1 1,0 1-1,1 16 1,2-28-162,0-1 0,0 0 0,1 0 0,-1 1 0,1-1 0,-1 0 0,1 0 0,0 0 0,0 0 0,0 0 1,0 0-1,0 0 0,0 0 0,1 0 0,-1-1 0,1 1 0,-1 0 0,1-1 0,-1 0 0,1 1 0,0-1 0,0 0 0,0 1 0,0-1 0,0 0 0,0-1 0,0 1 0,0 0 1,0 0-1,0-1 0,1 0 0,1 1 0,11 1-44,-1 0 1,1-1 0,28-2 0,-19 0-130,-3 0-74,26 1-407,-46 0 646,1 0-1,0 0 1,-1 1-1,1-1 1,0 1-1,-1-1 1,1 1-1,0 0 1,-1 0-1,1 0 1,-1 0-1,1 0 1,-1 0-1,0 0 1,1 0-1,-1 0 1,0 1-1,0-1 0,0 0 1,0 1-1,2 2 1,6 25 23,-1 0 0,-1 0 1,-2 1-1,-1 0 0,0 36 0,-2-45 8,0 4 31,2 20-5,-3 45 0,-1-77-38,-1 0 0,-1 0-1,0 0 1,-1-1 0,0 1 0,-1-1 0,0 0-1,-8 15 1,-5 2 114,-1 0-1,-1-2 1,-31 35-1,37-47-110,0-2-1,-2 0 1,1 0 0,-1-2-1,-1 1 1,0-2-1,-24 12 1,36-20-21,0 0 0,0-1 0,0 1 1,0-1-1,0 1 0,-1-1 0,1 0 0,0-1 0,-1 1 1,1-1-1,0 0 0,-1 0 0,1 0 0,-1-1 0,1 0 0,0 0 1,-1 0-1,1 0 0,0 0 0,0-1 0,0 0 0,0 0 1,0 0-1,0 0 0,0-1 0,1 1 0,-1-1 0,1 0 0,0 0 1,0 0-1,0-1 0,0 1 0,-3-7 0,-6-7-35,0-1 0,2-1 0,0 0 0,-7-20 0,13 30 31,1 1 1,1-1-1,-1 1 1,2-1-1,-1 0 1,1 0-1,0 0 0,1 0 1,0 0-1,1 0 1,0 1-1,3-14 1,-2 16 5,0 0 0,1 0 1,0 1-1,1-1 1,-1 1-1,1 0 0,0 0 1,7-7-1,45-38-20,-31 29 12,334-289-4140,-129 114 962,-162 143 3379,113-64 1,-179 116-151,1-1 0,-1 0 1,0 0-1,1 0 0,-1 0 1,0 0-1,0 0 0,0 0 1,0-1-1,-1 1 0,1-1 0,0 1 1,-1-1-1,0 0 0,0 0 1,0 1-1,0-1 0,1-5 1,-2 7 0,0-1 0,0 0 0,0 0 0,0 1 1,0-1-1,0 0 0,0 1 0,-1-1 0,1 0 1,0 1-1,-1-1 0,0 0 0,1 1 1,-1-1-1,0 1 0,0-1 0,0 1 0,0-1 1,0 1-1,0 0 0,0 0 0,0-1 0,-1 1 1,1 0-1,0 0 0,-1 0 0,1 0 1,-1 1-1,1-1 0,-1 0 0,-2 0 0,1 0 92,0 0-1,0 0 1,-1 1-1,1-1 1,0 1-1,0 0 1,-1 0-1,1 0 0,0 1 1,0-1-1,-1 1 1,1 0-1,0-1 1,0 1-1,0 1 1,0-1-1,0 0 1,0 1-1,0 0 1,0-1-1,1 1 0,-1 0 1,-2 3-1,-6 6 259,1 0-1,0 0 0,-15 22 1,21-26-138,-6 7 171,0 0 1,-14 30 0,22-39-346,0 1 0,0-1 1,1 0-1,-1 1 0,1-1 0,0 0 0,1 1 0,-1 0 1,1-1-1,0 1 0,0-1 0,1 1 0,1 7 0,0-9-43,0-1 0,-1 0 0,1 0 0,0 0 0,0 0 0,1 0 0,-1 0 0,1-1 0,-1 1-1,1-1 1,0 1 0,0-1 0,0 0 0,0 0 0,0-1 0,1 1 0,-1-1 0,0 1 0,5 0 0,9 4 136,1-1 0,26 3 0,23 1-168,98 0 1,-66-9-5752,-99 0 5713,12-1-4600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38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7317 160,'0'0'6168,"5"0"-5490,74 6 6228,42-12-4403,84-23-2492,-69 17 428,-43 7-176,305-29 2061,120-60-529,-444 77-1586,-1-3-1,-2-4 1,0-2-1,-1-4 1,108-63-1,56-74 695,-177 124-872,252-214 331,-292 242-372,50-48 33,-2-4 0,95-125 0,88-169 28,-201 290-43,61-108 32,38-55-16,-95 164 0,-2-3-1,-4-2 1,-2-2-1,40-103 1,-31 44 59,25-69 228,-62 157-134,-2 0 0,9-66 0,-11-53 46,2-13-120,-3 84-55,-4-121 0,-3 46-77,7-88-91,-7 228 67,1 1 1,1 0 0,12-36 0,2-16-30,-11 51 7,1-1 0,20-42-1,-16 42-66,18-67 0,17-205-371,5-22 36,-49 309 459,64-234-492,-64 237 489,70-214-400,-61 180 194,-2 0 0,7-90 0,-18 123 130,3-32-109,11-63 0,-10 94 75,0-1-1,1 0 1,1 1-1,0 0 1,2 1-1,0-1 1,11-16-1,9-6-371,1 2-1,1 0 0,3 3 0,48-41 1,117-117-388,-9 9 61,-143 147 795,2 3 1,1 1-1,71-32 0,-40 22 41,-38 20 32,2 2 0,1 2 1,0 2-1,49-10 0,190-24 483,-197 36-262,20 2 552,163 3-1,-256 8-721,15 2 134,0 0 1,1 2 0,-1 1-1,0 2 1,-1 1-1,0 1 1,0 1-1,51 27 1,-32-11 241,-2 2-1,-2 2 1,0 2 0,42 41-1,-21-8 46,71 95 0,-94-109-303,-23-28-90,36 40 152,-4 3 0,73 124-1,-61-36-90,-21-47 95,-16-42 90,-2 2 0,-3 1 0,12 79 0,-12-25-181,-5 1 0,-1 164 1,-15-262-203,0 56 320,3 1 0,4-1-1,19 96 1,70 132 362,-62-216-371,-4 2-1,22 123 1,29 151 909,-16-98-381,83 513-317,-120-661-502,80 227 0,84 104 0,-142-354 0,95 142 0,86 74 0,94 57 0,-232-272 0,-16-24 0,159 125 0,-186-166 0,2-2 0,2-3 0,95 42 0,179 51 0,-285-110 0,-2-1 0,0-2 0,1-2 0,48 5 0,126-4 0,37-10 0,-242 2 0,0 0 0,0 0 0,1 1 0,-2 0 0,1 1 0,0 0 0,16 10 0,15 7 0,15-2 0,0-2 0,104 17 0,-139-32 0,0 0 0,38-2 0,-38-1 0,1 1 0,32 4 0,-44-1 0,0 0 0,0 0 0,0 1 0,11 5 0,18 8 0,-48-18-88,0 0 0,0 0 0,0 1 1,1 0-1,-1 1 0,-12 2 0,-6 0-3019,-7-2-2458,-4-1-3172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0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0 186 4418,'0'0'6171,"15"-10"-4570,153-3 3099,86 8-4376,-44 1-170,-39-2-14,383-23-104,345-27-372,-343 66 336,-549-10 0,1144-33-587,-494 3-579,2 28 895,-167 1-106,699-6 569,-670 40-63,-217-7 169,105-6 31,127 8 1185,-64 5-1237,652 61 220,-823-57-358,991 100 554,-1009-108-131,239 9 784,-36-30-22,-245-2-823,155-6 342,-302-8-550,-1-3 0,141-37 0,-130 25 148,160-17 0,131 34-340,-302 7-72,259 13 33,28 1 98,-258-16 1062,129-18-1,-219 15-912,-21 4-162,0-1 0,0-1-1,-1 0 1,1 0 0,-1-1 0,0 0 0,13-6 0,-22 8-138,0 1 1,-1-1-1,1 1 0,0-1 1,0 1-1,-1-1 0,1 1 1,0-1-1,-1 0 0,1 0 1,-1 1-1,1-1 1,-1 0-1,1 0 0,-1 0 1,0 1-1,1-1 0,-1 0 1,0 0-1,1 0 0,-1 0 1,0 0-1,0 0 1,0 0-1,0 0 0,0 0 1,0 0-1,0 1 0,0-1 1,-1 0-1,1 0 0,0 0 1,0 0-1,-1 0 1,1 0-1,-1 1 0,1-1 1,-1 0-1,1 0 0,-1 0 1,1 1-1,-1-1 0,1 0 1,-1 1-1,0-1 1,0 1-1,1-1 0,-1 0 1,0 1-1,-1-1 0,-8-2-446,1 1 1,-1 1-1,1-1 0,-1 2 0,0-1 0,1 1 0,-13 2 0,1 0-1660,1 1 0,-29 9 1,-4 2-3059,-4-3-2141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4.2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1 592,'0'0'7625,"0"16"-6200,2 1-887,-1-10-303,0 1 1,-1 0 0,0-1 0,0 1 0,-1 0 0,0 0-1,0-1 1,0 1 0,-1-1 0,-6 14 0,-5 18 600,1 1 1,1-1-1,3 2 1,1-1-1,-2 56 1,11 212 1219,3-121-698,-16 733 2289,2-692-2840,0 0 113,9-175-712,3 1 0,13 66-1,1-1 153,1 152-1,-10-114-277,-2 324 461,-8-278-318,2-177-206,-16 841 1459,10-295-1063,8-338-350,-7 955 650,-10-816-519,-1 45 80,16-392-263,14 311 161,12 37 156,-14-134-166,11 254-15,-22-490-149,2-20-507,-3 8-233,-1 0 0,0 0 0,-1 0 0,0 0-1,0 0 1,0 1 0,-7-13 0,-31-55-6949,12 28 994,-12-32-4348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5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661 1 320,'0'0'7126,"-1"7"-5752,-1 3-749,-1 0-1,0-1 1,0 1-1,-1-1 1,0 0 0,0 0-1,-1 0 1,-7 10-1,-15 11 249,-1 0-1,-1-2 1,-1-2-1,-2 0 1,-43 27 0,10-15-404,-134 58 0,66-37-453,131-58-139,7-1 148,12-9 41,19-18-97,0 2 1,65-34-1,-7 4-312,-71 41 271,83-58-267,-96 63 357,1 0-1,-1 0 1,0-1 0,-1 0-1,0-1 1,-1 0 0,8-13-1,-12 16 662,3-4 712,-6 12-1390,0 0 1,-1 0-1,1 0 1,0 0-1,-1 0 0,1 0 1,-1 0-1,1 0 1,0 0-1,-1 1 1,1-1-1,0 0 1,-1 1-1,1-1 1,-1 0-1,1 1 1,-1-1-1,1 0 1,-1 1-1,1-1 1,-1 1-1,1-1 1,-1 1-1,1 0 1,0 0-1,38 39 1159,74 57 0,-9-9 228,-96-81-1263,28 25 715,-2 2 0,0 1 0,42 60 0,-76-94-844,0-1 1,0 0-1,0 0 1,0 0-1,0 1 1,0-1-1,0 0 1,1 0-1,-1 0 1,0 1 0,0-1-1,0 0 1,0 0-1,0 0 1,0 0-1,0 1 1,0-1-1,0 0 1,1 0-1,-1 0 1,0 0-1,0 0 1,0 1-1,0-1 1,0 0 0,1 0-1,-1 0 1,0 0-1,0 0 1,0 0-1,0 0 1,1 0-1,-1 0 1,0 0-1,0 0 1,0 0-1,1 0 1,-1 0-1,0 0 1,0 0-1,0 0 1,0 0 0,1 0-1,-1 0 1,0 0-1,0 0 1,0 0-1,1 0 1,-1 0-1,0 0 1,0 0-1,0 0 1,0 0-1,1-1 1,-1 1-1,0 0 1,0 0 0,0 0-1,0 0 1,0 0-1,0-1 1,1 1-1,-1 0 1,0-1-109,0 1 0,0 0 0,0-1 0,0 1 1,-1 0-1,1-1 0,0 1 0,0 0 0,0-1 0,0 1 1,0 0-1,-1 0 0,1-1 0,0 1 0,0 0 0,0-1 1,-1 1-1,1 0 0,0 0 0,0 0 0,-1-1 0,1 1 1,0 0-1,-1 0 0,1 0 0,0 0 0,-1-1 0,1 1 1,0 0-1,-1 0 0,1 0 0,0 0 0,-1 0 0,1 0 1,0 0-1,-1 0 0,1 0 0,-1 0 0,-15 0-4594,-4 0-2953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7.4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36 496,'0'0'10965,"0"-7"-9719,1-6-1203,0-2 2609,-10 29-457,1 2-1384,-1-1 0,-15 19 0,-11 20 438,21-27-834,1 2 1,1-1-1,2 2 0,-7 30 0,-18 125 114,33-172-557,-4 25-2199,13-42-8888,12-13 7433,9-5-93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7.7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 3826,'0'0'11336,"-8"19"-9095,-55 125 1235,38-89-1798,-31 106 0,25-10-3263,31-150 1371,0-1 0,0 0 0,0 1 0,0-1 0,0 0 0,0 1 0,-1-1 0,1 0 0,0 1 0,0-1 0,0 0 0,0 1 0,0-1 0,-1 0 0,1 1 0,0-1 0,0 0 0,-1 1 0,1-1 0,0 0 0,0 0 0,-1 1 0,1-1 0,0 0-1,-1 0 1,1 0 0,0 0 0,-1 1 0,1-1 0,0 0 0,-1 0 0,1 0 0,0 0 0,-1 0 0,1 0 0,-1 0 0,1 0 0,0 0 0,-1 0 0,1 0 0,0 0 0,-1 0 0,-16-11-5859,0-12 796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7.9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2001,'0'0'13126,"71"-19"-11685,-48 31-593,2 5-624,5-2-224,3 2-96,5 1-1361,1 1-1376,3-4-2753,0-7-1234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8.3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0 117 4882,'0'0'10875,"14"9"-10358,44 27-178,-50-32-300,-1 0 0,1-1 0,-1 0 1,1 0-1,0-1 0,0 0 0,0 0 0,0-1 1,1 0-1,-1-1 0,0 0 0,10 0 0,-1-1-20,-16 1-18,1 0-1,-1 0 0,0 0 1,0 0-1,1-1 0,-1 1 1,0 0-1,0-1 1,0 1-1,0-1 0,1 1 1,-1-1-1,0 0 0,0 1 1,0-1-1,0 0 1,-1 0-1,1 0 0,0 0 1,0 0-1,0 0 0,0-1 1,1-1 0,-1 0 1,1 0-1,-1 0 1,0-1-1,0 1 1,-1 0-1,1 0 1,0-6-1,-1 3 12,0 0-1,0 0 0,0 0 0,-1 0 1,0 0-1,0 0 0,0 0 1,-1 1-1,0-1 0,-3-6 1,1 6 50,0 1 0,0 0 1,0 1-1,-1-1 1,0 1-1,0-1 0,0 1 1,0 1-1,0-1 1,-1 1-1,0 0 1,0 0-1,0 1 0,0-1 1,0 1-1,0 1 1,0-1-1,-1 1 0,1 0 1,-1 1-1,1-1 1,-1 1-1,1 0 1,-1 1-1,-11 2 0,17-2-55,-1 0 0,1 0 0,-1 0-1,1 0 1,0 0 0,0 0-1,-1 0 1,1 0 0,0 1 0,0-1-1,0 0 1,0 1 0,1-1 0,-1 1-1,0-1 1,1 1 0,-1 0 0,1-1-1,-1 1 1,1-1 0,0 1-1,-1 0 1,1 3 0,1 45 109,-1-38-97,1-4-74,0-1-1,0 1 1,1-1-1,0 1 0,0-1 1,1 0-1,0 0 1,0 0-1,1 0 1,-1-1-1,1 0 1,1 1-1,-1-1 1,1-1-1,0 1 1,1-1-1,-1 1 1,7 3-1,-1-1-897,0-1 1,0 0-1,1 0 1,0-1-1,0-1 1,0 0-1,1-1 1,-1 0-1,21 3 1,21-3-6007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8.5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 7443,'0'0'14039,"-33"75"-13671,37-54-288,2-2-80,3-3-336,-1-5-1345,3-1-896,3-6-1153,3-4-3249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8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6963,'0'0'6883,"40"21"-11797,-13-2-336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9.5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193 725 80,'0'0'19436,"-18"-12"-18014,-55-32-443,71 43-946,1 0 1,0 0-1,0 0 1,-1 0 0,1 0-1,-1 1 1,1-1-1,-1 0 1,1 1-1,-1-1 1,1 1 0,-1 0-1,1-1 1,-1 1-1,1 0 1,-1 0-1,0 0 1,1 0 0,-1 0-1,1 1 1,-3 0-1,3-1-36,0 1 0,0 0 0,1 0 0,-1 0-1,0-1 1,1 1 0,-1 0 0,1 0 0,-1 0 0,1 0-1,0 0 1,-1 0 0,1 0 0,0 1 0,0-1 0,-1 2 0,0 4 51,-5 18-33,1 1-1,1 0 0,1 0 1,1 0-1,1 0 1,3 27-1,-1-31-16,1 0 7,0 0 0,6 22 1,-3-24-174,-2 1 0,2 32 0,-6-52 148,1 0 0,-1 0 1,1 0-1,-1 0 0,0 0 1,0 0-1,1-1 0,-1 1 0,0 0 1,0 0-1,0-1 0,0 1 1,0-1-1,0 1 0,0 0 0,0-1 1,0 0-1,0 1 0,0-1 1,0 0-1,0 1 0,0-1 1,0 0-1,0 0 0,0 0 0,-1 0 1,1 0-1,-1 0 0,0 0-27,1 0 1,0 0-1,0 0 0,-1 0 0,1 0 0,0 0 0,0 0 1,0-1-1,-1 1 0,1 0 0,0-1 0,0 1 0,0-1 0,-1 1 1,1-1-1,0 1 0,0-1 0,0 0 0,0 0 0,0 1 1,0-1-1,1 0 0,-1 0 0,0 0 0,0 0 0,0 0 0,1 0 1,-1 0-1,0-2 0,-1-7-89,1 0 0,1 0 1,0 0-1,0 0 0,0 1 1,2-1-1,-1 0 0,1 0 0,0 1 1,1-1-1,1 1 0,-1 0 0,1 0 1,1 0-1,-1 0 0,2 1 1,-1 0-1,1 0 0,0 0 0,1 1 1,10-10-1,7-4-203,0 1 1,1 1-1,2 1 0,0 1 0,44-20 1,60-23-2028,79-40 968,-163 74 1334,-1-2-1,57-45 1,-69 46 76,-3-1 1,0-1-1,30-38 0,-52 56 8,0-1-1,-1 0 1,0-1-1,-1 0 0,0 0 1,-1-1-1,-1 0 1,0 0-1,-1 0 0,0 0 1,-1-1-1,2-20 1,-5 22-16,1 5 13,-1 0 0,0 0 0,0 0 0,-2-8 0,2 14-2,-1 0 0,1-1 0,-1 1 0,0 0 0,0 0-1,0 0 1,0 0 0,0 0 0,0 0 0,-1 1 0,1-1 0,-1 0 0,1 1 0,-1-1 0,0 1 0,0-1 0,1 1 0,-3-2 0,-3 0 90,1-1 0,-1 1 0,0 0 0,0 0 0,0 1 0,0 0 0,-1 1 0,1-1 0,0 1 0,-1 1 0,1-1 0,-1 1 0,1 1 0,0-1 0,-1 1 0,1 0 0,0 1 0,-1 0 0,1 0 0,0 1 0,0-1 0,1 2 0,-1-1 0,1 1 0,-1 0 0,1 0 0,0 0 0,1 1 0,-1 0 0,1 0 0,0 1 0,0 0 0,-7 11 0,-2 7 456,1 0 1,1 1-1,2 1 0,0-1 1,-11 52-1,-12 139 1150,26-8-1140,7-205-565,0 0-1,0 0 0,0 0 0,0 0 0,0 0 1,1 0-1,-1-1 0,1 1 0,0 0 1,0 0-1,0-1 0,0 1 0,1-1 0,2 5 1,-2-5 5,0-1 1,0 1 0,0-1-1,0 1 1,1-1 0,-1 0-1,0 0 1,1 0 0,-1-1-1,1 1 1,-1 0 0,1-1-1,-1 0 1,1 1 0,-1-1-1,1 0 1,2-1 0,-1 1-1,0 0 0,0 0 0,0 0 1,-1-1-1,1 0 0,0 1 1,-1-2-1,1 1 0,-1 0 1,1-1-1,-1 1 0,1-1 0,4-3 1,-3 0-6,0 1 0,-1-1 0,1 0 1,-1-1-1,0 1 0,-1-1 0,4-6 1,6-15 9,-11 21 55,1 0 0,0 0 1,0 0-1,0 1 0,0-1 0,5-5 0,-7 11-50,-1 0 0,0 0-1,0 0 1,0 0 0,1 0-1,-1-1 1,0 1 0,0 0-1,1 0 1,-1 0-1,0 0 1,0 0 0,0 0-1,1 0 1,-1 0 0,0 0-1,0 0 1,1 0 0,-1 0-1,0 0 1,0 0-1,1 0 1,-1 0 0,0 0-1,0 0 1,1 0 0,-1 0-1,0 1 1,0-1 0,0 0-1,1 0 1,-1 0-1,0 0 1,0 0 0,0 1-1,1-1 1,-1 0 0,0 0-1,0 0 1,0 1 0,0-1-1,0 0 1,1 0-1,-1 0 1,0 1 0,0-1-1,0 0 1,0 0 0,0 1-1,0-1 1,0 0 0,0 0-1,0 1 1,4 17-140,-3-15 201,2 9-163,0 1-1,1-1 0,1 0 0,0 0 1,0 0-1,1 0 0,1-1 1,8 12-1,-10-18-367,0 0 1,0 0-1,0 0 0,0 0 1,1-1-1,11 7 1,-10-7-493,0-1 1,-1-1-1,1 1 1,0-1-1,1 0 1,-1 0-1,11 0 0,27-1-6646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49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1 9092,'0'0'1849,"-7"18"1830,-1 3-2564,-5 9 511,2 1 0,-7 34-1,-23 167 3342,34-169-4469,4 109 0,3-169-643,1 1 0,0-1 0,-1 0 0,1 0 0,0 0 0,1 1 0,-1-1 0,0 0 0,1-1 0,0 1 0,0 0 1,0 0-1,0-1 0,0 1 0,0-1 0,1 1 0,-1-1 0,1 0 0,-1 0 0,1 0 0,0-1 0,0 1 0,0-1 0,0 1 0,4 0 0,39 10-4609,-3-10-3835,-13-6-874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0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5314,'0'0'8772,"130"6"-6418,-65 9-930,6 1-271,-2 1-721,-6-4-432,-9 1-768,-16-8-1778,-11-6-3921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1.5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40 238 2753,'0'0'15357,"0"7"-14071,-4 32 876,-10 46 0,6-49-1732,2 0 1,-1 50-1,7-84-427,0 1 0,0-1 0,1 0 0,-1 1-1,1-1 1,-1 0 0,1 0 0,0 0-1,0 0 1,0 0 0,0 0 0,0 0-1,1 0 1,-1 0 0,1 0 0,-1 0-1,1-1 1,-1 1 0,1-1 0,0 1 0,0-1-1,0 0 1,0 1 0,0-1 0,0 0-1,0 0 1,0-1 0,1 1 0,-1 0-1,0-1 1,5 1 0,8 1-37,0 0-1,0-1 1,28-2 0,-20 1-131,-16-1 77,0 0-1,0 0 1,0-1 0,0 0 0,0 0-1,-1-1 1,1 0 0,-1 0-1,1 0 1,-1-1 0,0 0-1,0 0 1,-1 0 0,10-10 0,5-7-278,0-1 0,20-28 0,-21 21 297,13-15 292,-32 43-219,1 1 0,-1 0-1,1 0 1,-1-1 0,0 1-1,1 0 1,-1 0 0,1-1-1,-1 1 1,0 0 0,1 0-1,-1 0 1,1 0 0,-1 0-1,1 0 1,-1 0 0,0 0-1,1 0 1,-1 0 0,1 0-1,-1 0 1,1 0 0,-1 0-1,1 0 1,-1 0 0,0 0-1,1 1 1,-1-1 0,1 0-1,-1 0 1,0 1 0,1-1-1,-1 0 1,1 0 0,-1 1-1,0-1 1,0 0 0,1 1-1,-1 0 1,12 16-89,-10-14 111,8 15-6,1 1-49,0 0-1,1-1 1,1 0-1,19 21 1,-27-35-24,-1 0 0,1 0 1,0 0-1,0-1 0,0 1 0,0-1 1,0 0-1,1-1 0,-1 1 0,1-1 1,0 0-1,0-1 0,-1 1 0,1-1 1,0 0-1,0-1 0,1 0 0,-1 0 1,0 0-1,9-2 0,-10 1 21,0-1 1,-1 1-1,1-2 0,-1 1 0,1 0 1,-1-1-1,0 0 0,0 0 0,0 0 0,0 0 1,0-1-1,-1 1 0,0-1 0,1 0 1,-1 0-1,-1-1 0,4-4 0,5-11 16,-2 1-1,12-32 1,-13 28 126,-2-1 0,0 0 0,-2 1 1,3-42-1,-8-96 1593,-13 70-1708,14 107-1275,0 3-1464,0-1 0,3 20 1,7-4-4050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1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0 139 2865,'0'0'10490,"23"3"-9070,2 2-1124,13 2 195,-1-2 0,42 0 0,-73-5-441,0 1 1,-1-2 0,1 1 0,0-1 0,0 1 0,0-2 0,0 1-1,5-2 1,-9 1-32,1 0 0,-1 1 0,0-1 0,0 0 0,0 0 0,0 0-1,0 0 1,-1-1 0,1 1 0,0 0 0,-1-1 0,0 1 0,0-1 0,0 1-1,0-1 1,0 0 0,0 1 0,0-6 0,1 3 48,-1 1 1,0-1-1,0 0 1,-1 0 0,1 0-1,-1 0 1,0 0-1,0 0 1,-1 0-1,1 1 1,-1-1-1,-2-7 1,1 10-34,1-1 0,-1 1 0,1 0 1,-1 0-1,0-1 0,0 1 0,0 0 1,0 1-1,0-1 0,0 0 0,0 1 1,-1-1-1,1 1 0,0-1 0,-1 1 0,0 0 1,1 0-1,-1 1 0,1-1 0,-1 0 1,0 1-1,0-1 0,-3 1 0,-3-1 3,0 0 0,1 0 0,-1 1 0,0 0-1,0 0 1,1 1 0,-13 3 0,19-3-33,-1 0 1,1 0-1,0 0 0,-1 0 1,1 1-1,0-1 0,0 1 1,-1-1-1,1 1 0,0 0 1,1 0-1,-1 0 0,0 0 1,1 0-1,-1 1 0,1-1 1,-1 0-1,1 1 0,0-1 1,0 1-1,0-1 1,1 1-1,-1-1 0,0 1 1,1 0-1,0-1 0,-1 5 1,0 2 46,1-1 0,0 1 1,0-1-1,0 1 0,1-1 1,3 12-1,-3-16-47,0 0-1,1-1 1,0 1-1,0 0 1,0-1-1,0 1 1,1-1-1,-1 0 1,1 0-1,0 0 1,-1 0 0,2 0-1,-1-1 1,0 1-1,4 1 1,4 3-320,0-2-1,0 1 1,0-1 0,1-1 0,-1 0-1,1-1 1,13 2 0,2-1-3146,0-1 0,30-2 1,-21-1-363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2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 2001,'0'0'16183,"7"-9"-14662,-1 22 64,2 2-721,3-1-448,1 1-336,1-3-80,-1-1-816,-1-5-1713,-3-6-1713,3 0-3762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2.3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1457,'0'0'9412,"-14"58"-9988,14-31-1617,4 0-1873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3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161 451 4098,'0'0'16642,"-20"-10"-15126,-64-32-215,50 31-94,33 11-1173,0 0 0,0 0 0,0 0 0,1 0 0,-1 0 0,0 0 0,0 0 0,0 0 0,0 0 0,0 0 0,1 1 0,-1-1 0,0 0 0,0 1 0,1-1 0,-1 0-1,0 1 1,-1 0 0,1 1-18,0 0 0,0 0 0,1 0 0,-1-1 0,1 1 0,-1 0 0,1 0 0,-1 0 0,1 0 0,0 0 0,0 0-1,0 0 1,0 0 0,1 0 0,-1 3 0,1 9-66,2 22-64,1 0 0,1 0-1,14 44 1,-1 0-298,-12-51 187,0 0-617,-1 1 0,2 48 0,-7-77 833,0-1-1,0 0 1,0 1 0,0-1-1,0 0 1,0 1 0,0-1-1,0 0 1,-1 0-1,1 1 1,0-1 0,0 0-1,0 0 1,-1 1 0,1-1-1,0 0 1,0 0 0,-1 1-1,1-1 1,0 0 0,0 0-1,-1 0 1,1 0-1,0 0 1,-1 0 0,1 1-1,0-1 1,-1 0 0,1 0-1,0 0 1,0 0 0,-1 0-1,1 0 1,0 0 0,-1 0-1,1 0 1,0 0-1,-1 0 1,1 0 0,0-1-1,-1 1 1,1 0 0,0 0-1,0 0 1,-1 0 0,-14-9 20,12 4-40,1 0-1,0 0 0,0 0 1,0-1-1,1 1 1,-1 0-1,1-1 0,1 1 1,-1-1-1,1 1 1,0-1-1,0-8 0,1 7-31,0-1 0,0 0 0,0 0-1,1 1 1,0-1 0,1 1-1,0-1 1,6-10 0,13-12-531,2 1-1,0 0 1,2 2 0,37-29 0,-20 17-753,55-52-2234,155-140-4207,-165 158 8982,2 3 3517,-46 41 1284,-44 29-5965,0 0-1,1 0 1,-1 0-1,0-1 0,0 1 1,0 0-1,0 0 1,0 0-1,0-1 0,0 1 1,1 0-1,-1 0 0,0 0 1,0-1-1,0 1 1,0 0-1,0 0 0,0 0 1,0-1-1,0 1 1,0 0-1,0 0 0,0 0 1,0-1-1,0 1 1,-1 0-1,1 0 0,0 0 1,0-1-1,0 1 0,0 0 1,0 0-1,0 0 1,0-1-1,0 1 0,-1 0 1,1 0-1,0 0 1,0 0-1,0 0 0,0-1 1,-1 1-1,1 0 1,0 0-1,0 0 0,0 0 1,-1 0-1,1 0 0,0 0 1,0 0-1,0 0 1,-1 0-1,1 0 0,0 0 1,0 0-1,0 0 1,-1 0-1,1 0 0,0 0 1,0 0-1,0 0 1,-1 0-1,1 0 0,-15-1 14,0 1 0,1 0 1,-1 1-1,0 1 0,0 0 0,1 1 0,-1 0 0,1 1 0,0 1 0,0 0 0,1 1 0,0 1 0,0 0 1,0 0-1,1 2 0,0-1 0,0 2 0,1-1 0,-15 18 0,15-14-27,0 0 1,1 1-1,1 1 1,0 0-1,1 0 0,0 0 1,2 1-1,-1 0 1,2 1-1,0-1 0,2 1 1,-1 0-1,2 0 1,0 0-1,1 1 0,1-1 1,1 0-1,4 27 1,-4-40-28,0 0 1,0 0 0,1 0 0,-1 0-1,1-1 1,0 1 0,0-1 0,0 1-1,1-1 1,-1 0 0,1 0 0,0 0 0,0 0-1,0 0 1,0-1 0,0 1 0,1-1-1,-1 0 1,1 0 0,-1 0 0,1 0-1,0-1 1,0 0 0,0 0 0,-1 0 0,8 1-1,7 1-77,0-1 0,1-1-1,-1-1 1,27-2 0,-43 1 86,1 1-1,-1 0 1,1-1 0,-1 1 0,0-1 0,1 0-1,-1 0 1,0 0 0,0 0 0,1 0 0,-1 0-1,0 0 1,0-1 0,0 1 0,0-1 0,-1 0-1,1 0 1,0 1 0,-1-1 0,1 0-1,1-3 1,-1 0 444,0 1 1,0-1-1,0 0 0,-1 1 0,0-1 0,0 0 0,0 0 0,-1 0 0,1-8 694,-1 21-783,3 9-566,1 0 0,0 0 0,10 27 0,-11-39-278,-1 0 0,1 0 0,0 0 0,1 0-1,-1 0 1,7 6 0,-8-9-82,0 0 0,1 1 1,-1-2-1,1 1 0,0 0 0,0-1 1,-1 1-1,1-1 0,0 0 0,0 0 0,0 0 1,0 0-1,4 0 0,25 1-6453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3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1 9444,'0'0'13340,"-18"23"-11377,18-23-1963,-70 103 1406,66-96-1256,1 0-1,-1 0 1,2 0-1,-1 1 1,1-1-1,0 1 0,0 0 1,1-1-1,0 1 1,0 0-1,2 15 1,-1-1 183,-1 188 3,1-208-493,0 1 1,1-1-1,-1 0 1,1 0 0,-1 0-1,1 0 1,0 0-1,0 0 1,0 0 0,0 0-1,0 0 1,0 0-1,1-1 1,-1 1-1,1 0 1,-1-1 0,1 1-1,-1-1 1,1 0-1,0 1 1,0-1-1,0 0 1,-1 0 0,1 0-1,0 0 1,0-1-1,3 2 1,28 6-4304,-3-7-4412,-12-3-671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3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5394,'0'0'8756,"109"4"-5922,-59 11-1506,2-1-943,1-1-305,-5-1-80,-2-1-577,-7-1-1712,-3-8-3521,-11-2-3603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4.4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 40 4562,'0'0'13361,"1"-8"-11630,0-4-1134,1-4-160,-2 13 284,0 5 675,-3 10-1057,-1-1 0,0 0-1,-1 0 1,0 0 0,0-1-1,-8 11 1,-19 43 494,24-40-658,1 1 1,2 0-1,0 0 0,2 1 0,-1 34 0,3-20-4993,1 0-5157,0-47 4143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4.8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3394,'0'0'5896,"25"1"-2594,82 6-471,-76-3-1677,0 1 0,53 15 0,-2 0-217,-26-10-419,-6-1 248,1-1-1,54 0 1,-104 22 1504,-3-21-2355,1 1 0,-1 0 0,-1 0 0,1-1 0,-2 0 0,1 0 0,-1 1 0,-6 7 0,9-16-434,1 0 0,-1-1 0,0 1 0,0-1 0,0 1 0,0-1 0,0 0 0,0 1 0,0-1 1,0 0-1,0 0 0,0 0 0,0 0 0,0 0 0,0 0 0,0 0 0,0 0 0,0 0 0,-1 0 0,-3 0-3095,-6 0-4134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4.9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8516,'0'0'7171,"6"37"-9300,-6-10-1873,0-4-2577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5.6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 9300,'0'0'13908,"1"8"-12742,1 3-820,11 44 960,-12-51-1199,0 0 0,1 1 0,-1-1 0,1 0 0,0 0 1,0 0-1,0 0 0,1-1 0,-1 1 0,6 4 0,-4-7-91,0 1 0,1-2-1,-1 1 1,0 0-1,1-1 1,-1 0-1,0 0 1,1-1 0,-1 1-1,1-1 1,4-1-1,6-2-130,1-2 0,-1 0 1,0 0-1,-1-2 0,24-15 0,-18 11-13,40-19 1,-59 31 153,0 0 0,0-1 1,0 1-1,0 0 0,0 0 1,0 0-1,0 0 0,0 0 0,0 0 1,0 0-1,0 0 0,0 0 1,1 0-1,-1 0 0,0 1 1,0-1-1,0 0 0,0 1 0,0-1 1,0 1-1,0-1 0,-1 1 1,1 0-1,0-1 0,0 1 1,0 0-1,0-1 0,-1 1 0,1 0 1,0 0-1,-1 0 0,1 0 1,-1 0-1,1 0 0,0 1 0,0 0-17,0 0 0,1 0 0,-1 0 0,1 0-1,-1-1 1,1 1 0,0-1 0,-1 1-1,1-1 1,3 2 0,5 0-239,1-1-1,-1 0 1,1-1 0,0 0 0,-1 0-1,1-1 1,0-1 0,-1 0 0,1 0-1,0-1 1,-1 0 0,19-7 0,-7-1 570,-1 0 1,0-1 0,22-16 0,-42 31 3429,0 15-3181,-2 9 130,2 33-2494,0-60 1550,-1-1 1,0 1 0,0-1-1,1 1 1,-1-1-1,0 1 1,1 0 0,-1-1-1,1 1 1,-1-1 0,0 0-1,1 1 1,-1-1-1,1 1 1,0-1 0,-1 0-1,1 1 1,-1-1 0,1 0-1,-1 0 1,1 1-1,0-1 1,-1 0 0,1 0-1,0 0 1,-1 0 0,1 0-1,-1 0 1,2 0-1,-1 0-247,15 1-7305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5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8404,'0'0'10730,"13"13"-9756,43 40-195,-54-50-736,1-1-1,-1 1 1,1-1 0,0 0 0,-1 0-1,1 0 1,0 0 0,0-1-1,1 1 1,-1-1 0,0 0 0,0 0-1,1 0 1,-1 0 0,1-1-1,-1 1 1,1-1 0,-1 0 0,0 0-1,5 0 1,4-1-4,-11 1-33,0 0-1,0-1 1,0 1-1,0-1 1,0 1-1,0-1 1,0 0-1,0 1 1,0-1-1,0 0 1,-1 0-1,1 0 1,0 0-1,0 0 1,-1 1-1,1-1 1,-1 0-1,1-1 1,-1 1-1,1 0 1,-1 0-1,1 0 1,-1 0-1,0 0 1,0 0-1,1 0 1,-1-1-1,0 1 1,0 0-1,-1-2 1,2 1 48,-1 1 1,0-1-1,0 0 1,0 0 0,0 1-1,0-1 1,0 0-1,-1 0 1,1 1 0,-1-1-1,1 0 1,-1 1-1,0-1 1,1 0-1,-1 1 1,0-1 0,0 1-1,0-1 1,0 1-1,0 0 1,-2-2 0,-5-1 323,-1 1 1,0 0 0,1 1 0,-1 0 0,0 0 0,0 1 0,0 0-1,0 1 1,0-1 0,-15 3 0,23-2-370,0 1-1,0-1 1,0 1 0,0-1 0,0 1-1,1-1 1,-1 1 0,0-1 0,0 1-1,1 0 1,-1 0 0,0-1 0,1 1-1,-1 0 1,1 0 0,-1-1 0,1 1 0,-1 0-1,1 0 1,0 0 0,-1 0 0,1 0-1,0 0 1,0 0 0,-1 0 0,1 1-1,-3 32 22,3-28-16,0 1-117,0 0 0,0-1 0,0 1 1,1 0-1,0-1 0,0 1 0,4 9 0,-4-11-161,1-1 0,1 0 0,-1 0 0,1-1 0,-1 1 0,1-1 0,0 1 0,0-1 0,1 0 0,-1 0 0,1 0 0,5 3 0,35 18-4114,8-8-2898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6.3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450 181 11477,'0'0'6206,"-3"-19"-3168,-11-61-946,13 76-1996,1 0-1,-1 0 1,0 0-1,0 0 1,-1 0-1,1 0 1,-1 0-1,0 0 1,0 0-1,0 1 1,-1-1-1,1 1 1,-1 0 0,0 0-1,0 0 1,0 0-1,0 0 1,-1 0-1,1 1 1,-1 0-1,-5-3 1,5 3-104,0 1 1,-1 1 0,1-1-1,0 1 1,0-1-1,-1 1 1,1 1 0,0-1-1,-1 0 1,1 1-1,0 0 1,0 0-1,0 0 1,0 1 0,0-1-1,0 1 1,0 0-1,-4 3 1,-8 5-62,1 1 0,0 1 0,1 0 0,1 1 0,0 1 0,0 0 0,1 0 0,-11 19 0,4-3 54,2 1-1,0 1 1,-16 47-1,17-30-300,2 1 0,2 0 0,2 1 0,3 0 0,2 0 0,1 56 0,3-118-11444,-4-11 4666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6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6499,'0'0'2316,"24"3"1021,178 25 3610,-152-26-2219,-54-1-4152,-6-1-518,0 2 1,0 0-1,0 0 0,0 0 0,0 1 0,0 1 1,1 0-1,-1 0 0,-11 8 0,17-9-54,0 0 0,0 1 0,0-1-1,0 1 1,0 0 0,1 0 0,-1 0-1,1 0 1,0 1 0,1-1 0,-1 1 0,1 0-1,0 0 1,0 0 0,0 0 0,1 0 0,0 0-1,0 0 1,0 1 0,0 6 0,1-8-7,-1 0 1,1 0-1,0 0 1,1 0 0,-1-1-1,1 1 1,-1 0-1,1 0 1,0-1-1,0 1 1,1 0-1,-1-1 1,4 6 0,-3-7-9,0 0 1,1 0 0,-1 0-1,1 0 1,-1 0 0,1-1 0,-1 1-1,1-1 1,0 1 0,0-1 0,0 0-1,0 0 1,0-1 0,0 1-1,0-1 1,0 1 0,0-1 0,3 0-1,2 1-71,1-1-1,-1 0 0,0 0 1,0 0-1,0-1 0,13-4 0,-18 5 62,0-1-1,-1-1 1,1 1 0,-1 0-1,1-1 1,-1 1-1,1-1 1,-1 0-1,0 0 1,0 0-1,0 0 1,0 0-1,0 0 1,-1 0 0,1-1-1,-1 1 1,1-1-1,-1 1 1,0-1-1,0 1 1,0-1-1,1-4 1,0-1 66,0-1 0,-1 1-1,0-1 1,0 1 0,-1-1 0,0 1 0,-1-1-1,0 0 1,0 1 0,-1 0 0,0-1 0,0 1 0,-1 0-1,0 0 1,0 0 0,-1 0 0,0 1 0,-1-1-1,1 1 1,-1 0 0,-1 1 0,1-1 0,-1 1 0,-7-6-1,13 12-76,0 1-1,0-1 0,0 0 0,0 0 0,0 0 0,0 1 1,0-1-1,0 0 0,0 0 0,0 0 0,0 1 1,0-1-1,0 0 0,0 0 0,0 0 0,0 1 0,0-1 1,-1 0-1,1 0 0,0 0 0,0 0 0,0 1 1,0-1-1,0 0 0,-1 0 0,1 0 0,0 0 0,0 0 1,0 1-1,0-1 0,-1 0 0,1 0 0,0 0 0,0 0 1,0 0-1,-1 0 0,1 0 0,0 0 0,0 0 1,0 0-1,-1 0 0,1 0 0,0 0 0,0 0 0,-1 0 1,1 0-1,0 0 0,0 0 0,0 0 0,-1 0 1,1 0-1,0-1 0,0 1 0,0 0 0,0 0 0,-1 0 1,1 0-1,0 0 0,0 0 0,0-1 0,0 1 0,0 0 1,-1 0-1,1 0 0,0 0 0,0-1 0,0 1 1,0 0-1,0-1 0,3 17-2859,1-10 1854,1-1-1,-1 0 1,1-1 0,0 1-1,0-1 1,0 0-1,0 0 1,1 0-1,0-1 1,0 0-1,9 3 1,-8-2-152,32 15-4693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7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5 156 7331,'0'0'17110,"-1"10"-15027,0 4-1361,-2 32 3225,4-61-3998,0-1 1,1 1-1,1 0 0,0-1 0,1 1 1,1 1-1,0-1 0,1 1 1,0 0-1,1 0 0,1 0 1,0 1-1,15-17 0,-16 24-1832,17 6-10680,-3 5 3089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7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4562,'0'0'19228,"-5"11"-17897,-7 19-291,1 1 1,1 0-1,-8 47 1,12-45-955,-1-2 1,-1 1-1,-1-1 1,-19 40-1,25-62-648,3-9 228,0 0 1,0 1 0,0-1 0,0 0-1,0 1 1,1-1 0,-1 0 0,0 1-1,0-1 1,0 0 0,0 1-1,1-1 1,-1 0 0,0 1 0,0-1-1,0 0 1,1 1 0,-1-1 0,0 0-1,1 0 1,-1 0 0,0 1 0,1-1-1,-1 0 1,0 0 0,1 0 0,-1 0-1,0 1 1,1-1 0,-1 0 0,0 0-1,1 0 1,-1 0 0,0 0-1,1 0 1,-1 0 0,1 0 0,-1 0-1,0 0 1,1 0 0,-1 0 0,0-1-1,1 1 1,0 0 0,20 0-7324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7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 1 11045,'0'0'14521,"-10"22"-13029,-30 74-473,37-84-927,-1-1 0,1 0 1,1 1-1,0-1 0,0 1 0,1 0 1,1 0-1,1 15 0,-1 14-138,0-32-296,-3 23-1243,3-31 1240,0 0 1,0 0-1,0 0 1,0 0 0,0 0-1,0 0 1,0 0-1,0 0 1,1 0-1,-1-1 1,0 1-1,1 0 1,-1 0 0,0 0-1,1 0 1,-1 0-1,1 0 1,-1-1-1,1 1 1,0 0 0,-1 0-1,1-1 1,1 2-1,16 0-5708,7-1-2287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8.1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118 133 7203,'0'0'13100,"-18"-2"-11457,-1 1-1184,-36 1 0,54 0-427,0 0 1,-1 1-1,1-1 1,0 1-1,0-1 0,-1 1 1,1-1-1,0 1 1,0 0-1,0-1 0,0 1 1,0 0-1,0 0 1,0 0-1,0 0 1,0 0-1,0 0 0,1 0 1,-1 0-1,0 0 1,1 1-1,-1-1 1,1 0-1,-1 0 0,1 1 1,-1-1-1,1 0 1,0 0-1,0 1 1,0-1-1,-1 0 0,1 1 1,1-1-1,-1 0 1,0 1-1,0-1 1,0 0-1,2 3 0,-2 4 128,-1 17 26,0-15-105,1 0 1,0 0-1,0-1 1,1 1 0,3 13-1,-3-21-73,-1 0 1,1 0-1,0 1 0,0-1 1,0 0-1,0 0 0,0 0 1,1 0-1,-1-1 0,1 1 0,-1 0 1,1-1-1,0 1 0,-1-1 1,1 1-1,0-1 0,0 0 1,0 0-1,0 1 0,0-1 0,0-1 1,0 1-1,1 0 0,-1-1 1,0 1-1,0-1 0,5 1 1,-3-1-16,1 1 1,-1-1 0,1 0 0,-1 0 0,0 0 0,1-1-1,-1 0 1,0 0 0,1 0 0,-1 0 0,0-1 0,0 1-1,0-1 1,0 0 0,0 0 0,5-5 0,-2 1-7,-1 0 1,0-1-1,-1 0 0,1 0 1,-1 0-1,-1-1 1,7-12-1,-1 0 10,-1 0 0,0-1-1,-2 0 1,0-1 0,-2 1 0,0-1-1,-2 0 1,2-34 0,-7 55-167,0 1-1,0-1 1,0 1 0,0 0-1,-1 0 1,1 0 0,0 0 0,0 0-1,0 1 1,-3 0 0,3 0-63,0 0 1,1 0-1,-1 1 1,0-1-1,1 0 1,-1 1-1,1 0 1,0-1-1,-1 1 1,1 0-1,0 0 1,0-1-1,0 1 1,0 0-1,1 0 1,-1 0-1,0 0 0,1 0 1,0 1-1,-1-1 1,1 2-1,-1-1-420,1 0-1,0 0 1,-1 0-1,1 0 1,1 0-1,-1 0 0,0 0 1,1 0-1,-1 0 1,1 0-1,0 0 1,0 0-1,0-1 1,0 1-1,2 3 0,21 13-5789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8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147 171 1169,'0'0'19048,"-14"-5"-17370,-47-13-530,59 18-1096,1 0-1,-1 0 1,1 0 0,-1 0 0,1 0 0,-1 1 0,1-1 0,0 0 0,-1 1 0,1-1 0,-1 1 0,1-1 0,0 1 0,0 0 0,-1 0 0,1 0 0,0-1 0,0 1 0,0 0 0,0 0 0,0 1 0,0-1 0,-1 2 0,-14 29 617,12-23-566,0 1-70,0 1-1,1 1 1,0-1 0,1 0-1,1 1 1,-1-1-1,2 1 1,0 14 0,0-25-46,0 1 0,0-1 0,1 1 0,-1-1 0,0 0 0,1 1 0,-1-1 0,1 1 0,0-1 0,-1 0 0,1 1 0,0-1 0,0 0 0,0 0 0,0 0 0,0 0 0,0 1 0,0-1 0,0-1 0,0 1 0,1 0 0,-1 0 0,0 0 0,0-1 0,1 1 0,-1 0 0,1-1 0,-1 1 0,1-1 0,-1 0 0,0 0 0,3 1 0,6 0-216,0 0 0,0-1-1,18-1 1,-19 1-2,-5-1 208,-1 0 0,0 0 0,1 0 0,-1 0 1,0 0-1,0-1 0,0 1 0,0-1 0,0 0 0,0 0 0,0 0 1,-1 0-1,1 0 0,-1-1 0,1 1 0,-1-1 0,0 0 0,0 0 1,0 0-1,0 0 0,-1 0 0,1 0 0,-1 0 0,0 0 0,2-7 1,1-4 58,0-1 1,-1-1 0,0 1-1,0-23 1,-2 24 38,1-29 448,-5-78 0,-3 106-347,-4 15-1441,9 1 1012,-1 0 0,1 0 0,0 0 0,0 1 0,0-1 0,-1 0-1,1 1 1,1-1 0,-1 1 0,0-1 0,0 1 0,0-1 0,1 1 0,-1 2 0,-3 49-8954,4-24 2140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3:59.2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7732,'0'0'14409,"7"-1"-13764,23 0-154,-29 1-475,0 0-1,-1 0 1,1 0 0,0 1-1,-1-1 1,1 0-1,0 1 1,-1-1-1,1 0 1,-1 1-1,1-1 1,-1 1 0,1-1-1,-1 1 1,1-1-1,-1 1 1,1-1-1,-1 1 1,1 0-1,-1-1 1,0 1-1,0 0 1,1-1 0,-1 1-1,0 0 1,0-1-1,0 1 1,1 0-1,-1-1 1,0 2-1,0 24 54,-1-20 2,0 18 95,0-16-67,0 0-1,1-1 1,0 1 0,1 0-1,1 10 1,16-20 151,7-6-353,42-23-1,-45 21 19,0 0-1,40-12 0,-51 21 763,-13 9 653,-1 5-357,3-12-929,0 0 0,-1 0 0,1 0 0,0 1 0,1-1 1,-1 0-1,0 0 0,0 0 0,0 0 0,1 0 0,-1 0 0,0 0 0,1 0 0,-1 0 0,1 0 0,-1 0 0,1 0 0,1 1 0,18 4 89,-16-6-132,60 6 36,-60-6-36,0 0 0,1 0 0,-1 0 0,0 0 0,0-1 0,0 0 1,0 0-1,0 0 0,0 0 0,0-1 0,0 1 0,6-5 0,-9 6 17,-1 0 0,1 0 0,-1-1 0,1 1 1,-1 0-1,0 0 0,1-1 0,-1 1 0,1 0 0,-1-1 0,0 1 0,1 0 1,-1-1-1,0 1 0,0 0 0,1-1 0,-1 1 0,0-1 0,0 1 0,0-1 0,1 1 1,-1 0-1,0-1 0,0 1 0,0-1 0,0 1 0,0-1 0,0 1 0,0-1 0,0 1 1,0-1-1,0 1 0,0-1 0,0 1 0,0-1 0,-1 1 0,1-1 0,0 1 1,0 0-1,0-1 0,-1 1 0,1-1 0,0 1 0,-1 0 0,1-1 0,0 1 0,-1 0 1,1-1-1,0 1 0,-1 0 0,1-1 0,-1 1 0,1 0 0,0 0 0,-1 0 0,0-1 1,0 1 18,0-1 1,-1 1-1,1 0 0,0-1 1,0 1-1,-1 0 1,1 0-1,0 0 1,0 0-1,-1 0 1,1 0-1,0 0 1,0 1-1,-1-1 1,1 0-1,0 1 1,0-1-1,-1 1 1,1-1-1,-1 2 1,-4 4-95,1 1 0,0-1 1,1 1-1,-1 0 1,-3 9-1,-12 18-2183,-17 12-6012,20-27 24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3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 43 1681,'0'0'7745,"8"-1"-6998,-5 0-525,1 1 1,-1-1 0,1 0-1,-1 0 1,1-1-1,-1 1 1,1-1 0,-1 1-1,0-1 1,0 0-1,0 0 1,0-1 0,0 1-1,-1 0 1,1-1 0,-1 0-1,4-4 1,-1 1 839,-3 7 687,-5 13-246,-11 14-766,1-1 0,1 2 1,2-1-1,1 1 0,1 1 1,1 0-1,-5 59 1,12 62-292,2-129-525,1-1-1,1 0 1,0 0 0,1 0-1,9 20 1,-15-38-5264,-11-1 1929,-7-6 75,-2-14-1794,0-8-1201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3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3554,'0'0'11122,"11"-11"-9713,-3 3-1079,-6 4-223,1 0 1,0 1 0,0 0 0,0-1 0,1 1 0,-1 1-1,1-1 1,0 0 0,-1 1 0,1 0 0,0 0 0,0 0 0,1 0-1,-1 0 1,0 1 0,1 0 0,-1 0 0,0 0 0,1 1 0,-1-1-1,8 1 1,27 8 1037,64 20 0,-13-1-567,-14-10-531,1-3 0,0-3-1,117 1 1,-161-12-1312,-32 0-31,-7 0-3909,-20 1 240,-9 0-1025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3.9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0 1201,'0'0'17632,"3"4"-16192,-1-2-1308,0 0-1,0 1 1,-1 0-1,1-1 1,-1 1-1,1 0 1,-1 0-1,0 0 1,0 0-1,0 0 1,-1 0-1,1 0 1,-1 0-1,1 0 1,-1 0-1,0 0 1,-1 6-1,-1 3 108,-1 1 0,0 0 0,-6 14 0,5-17-1115,1 1 0,0-1 0,0 1-1,1 0 1,-1 13 0,7-29-5108,1 0 3972,14-19-4361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4.1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4194,'0'0'10117,"3"15"-10117,-3 0-209,0 3-1647,0 1-1826,0 6-1713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4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5843,'0'0'14201,"-2"21"-11563,7-5-2383,-5-15-260,0 0 0,0 0 0,0 0-1,1 1 1,-1-1 0,0 0 0,1 0 0,-1 0 0,0 0-1,1 0 1,-1 0 0,1-1 0,0 1 0,-1 0 0,1 0-1,0 0 1,0 0 0,-1-1 0,1 1 0,0 0-1,0-1 1,0 1 0,0 0 0,0-1 0,0 1 0,0-1-1,0 0 1,0 1 0,0-1 0,0 0 0,0 0 0,0 1-1,0-1 1,0 0 0,0 0 0,0 0 0,0 0 0,1-1-1,-1 1 1,1 0 0,13 0-245,1-1 1,-1-1-1,0 0 1,0-1-1,0 0 0,0-1 1,0-1-1,16-8 1,-30 13 310,-1 0 0,0 0-1,1-1 1,-1 1 0,0 0 0,1 0 0,-1 0 0,0 0 0,1 0 0,-1 0 0,1 0-1,-1 0 1,0 0 0,1 0 0,-1 0 0,0 0 0,1 0 0,-1 0 0,0 0 0,1 0 0,-1 1-1,0-1 1,1 0 0,-1 0 0,0 0 0,0 0 0,1 1 0,-1-1 0,0 0 0,1 0 0,-1 1-1,0-1 1,0 0 0,0 0 0,1 1 0,-1-1 0,0 1 0,6 17 726,-6-17-788,0 0 0,0 1 0,0-1 0,0 0 0,0 0 0,0 1 1,1-1-1,-1 0 0,1 0 0,-1 0 0,1 1 0,-1-1 0,1 0 1,-1 0-1,1 0 0,0 0 0,0 0 0,0 0 0,0 0 0,-1 0 1,1 0-1,0-1 0,1 1 0,-1 0 0,0-1 0,0 1 0,0 0 1,1 0-1,22-2-682,44-5 1,-58 4 730,-1 0 1,1 0 0,-1-1-1,0 0 1,0-1-1,0 0 1,11-7-1,-19 13 275,0 0-1,0 1 0,0-1 1,-1 0-1,1 1 1,-1-1-1,0 0 0,0 1 1,0-1-1,0 0 0,0 1 1,-1 3-1,4 35-1650,-2-39 1162,0 0 0,0 0 0,1-1 0,-1 1-1,0 0 1,1-1 0,0 1 0,-1 0 0,1-1 0,0 0 0,-1 1 0,1-1-1,0 0 1,0 0 0,0 0 0,0 0 0,0-1 0,0 1 0,1 0 0,3 0-1,47 3-6153,-53-4 6218,41 0-6704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5.2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56 3762,'0'0'9967,"7"5"-8849,1 1-861,0-1-1,1-1 1,-1 1 0,1-1 0,0-1 0,0 1-1,0-2 1,0 1 0,1-1 0,-1-1-1,16 1 1,-23-1-235,0-1 0,-1 0 0,1 0 0,0 0 0,-1 0 0,1-1 0,-1 1 0,1 0-1,0-1 1,-1 1 0,1-1 0,-1 0 0,1 1 0,-1-1 0,1 0 0,-1 0 0,0 0 0,1 0 0,-1 0-1,0 0 1,0 0 0,0 0 0,1-1 0,0-1 0,-1-1 113,1 0 0,-1 0-1,0-1 1,0 1 0,-1 0 0,1 0-1,-1-1 1,0-6 0,0 9-75,0 1 1,0 0-1,-1-1 1,1 1-1,0 0 0,0-1 1,-1 1-1,1 0 0,-1-1 1,1 1-1,-1 0 1,0 0-1,0 0 0,1 0 1,-1-1-1,0 1 0,0 0 1,0 0-1,0 1 1,0-1-1,-2-1 0,0 0 64,0 0 0,0 1-1,-1-1 1,1 1 0,0 0 0,-1 0-1,1 1 1,-6-2 0,1 2 94,0-1 0,1 1 0,-1 1 0,0-1 0,0 1 0,1 1 0,-1-1 1,-7 4-1,11-3-132,-1 0 0,1 1 0,0 0 0,0-1 0,0 2 0,0-1 0,0 0 0,1 1 0,0-1 0,0 1 1,0 0-1,0 0 0,0 1 0,1-1 0,0 0 0,0 1 0,0 0 0,0-1 0,-1 7 0,-1 6-43,1-1-1,1 1 1,0 0-1,1 22 1,1-37-69,0 1 1,0-1-1,0 0 0,1 0 1,-1 0-1,1 1 0,-1-1 1,1 0-1,0 0 1,0 0-1,0 0 0,0 0 1,0 0-1,0 0 0,0 0 1,1-1-1,-1 1 0,1 0 1,0-1-1,-1 1 1,1-1-1,0 1 0,0-1 1,0 0-1,-1 0 0,1 0 1,1 0-1,-1 0 0,0 0 1,2 0-1,8 1-524,-1 0 0,1 0 0,0-1 0,20-1 0,-23 0 101,18 0-914,3 1-1858,1-2 0,34-5 0,20-17-6090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6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248 208 2673,'0'0'12088,"15"-19"-10289,47-61-449,-60 77-1227,0 1 1,-1-1-1,1 0 1,0 0-1,-1 1 1,0-1-1,1 0 1,-1 0-1,0-1 1,-1 1-1,1 0 1,0 0-1,-1 0 1,0 0-1,0-1 1,0-5-1,-1 7-80,0 0 0,0 0-1,0 0 1,0 0 0,0 0 0,0 0 0,0 0-1,0 1 1,-1-1 0,1 0 0,-1 1 0,0-1-1,1 1 1,-1 0 0,0-1 0,0 1 0,0 0-1,-2-1 1,-5-2-23,0 1 0,0 0 1,-1 1-1,1 0 0,-1 0 0,0 1 0,-12-1 0,11 2-24,0 0 0,0 0 0,0 1 0,0 0 0,1 1 0,-18 4 0,23-4 4,0 1 0,0-1 0,1 1 0,-1 0 0,1 0 0,-1 0 1,1 0-1,0 1 0,0 0 0,1 0 0,-1 0 0,1 0 0,0 1 0,0-1 0,-4 8 0,-3 10 29,1 0-1,0 1 1,2 0-1,0 0 1,2 1-1,-5 45 0,4 150 490,6-156-346,11 80 62,-3-59-103,-8-32 101,0-52-232,2-3-431,-1 0 0,1 0 0,-1-1-1,0 1 1,0 0 0,0-1-1,-1 1 1,1-1 0,-1-6 0,0 8-22,2-32-4018,-1-5-1900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7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2961,'0'0'5213,"21"6"-1718,136 40 1107,-141-42-4051,118 30 1355,-114-30-1522,-1-1 1,1-1-1,-1-1 0,1-1 0,20-2 1,-67-7-132,16 8-261,0 0-19,0 0 1,0 0-1,-14 2 1,22-1-19,0 1-1,1-1 0,-1 0 1,1 1-1,0 0 1,-1 0-1,1 0 1,0 0-1,-1 0 1,1 0-1,0 0 1,0 1-1,0-1 1,0 1-1,0 0 1,0 0-1,0-1 1,1 1-1,-3 4 1,-1 2 19,0 1 1,1 0-1,0 0 1,1 0-1,0 1 1,1-1 0,0 1-1,0-1 1,1 1-1,0 0 1,0 0-1,1 0 1,1-1 0,1 13-1,0-19 28,-1-1-1,0 0 1,0 0 0,1 0-1,-1-1 1,1 1 0,0 0-1,0-1 1,-1 1 0,1-1-1,0 1 1,0-1 0,0 0 0,1 0-1,-1 0 1,0 0 0,0 0-1,0 0 1,1 0 0,-1-1-1,1 0 1,-1 1 0,0-1-1,1 0 1,3 0 0,3 0 31,0 0 0,0 0 0,0-1 0,0 0 1,15-4-1,-18 3-27,0 0 1,0-1-1,0 0 1,0 0 0,-1-1-1,1 0 1,-1 1-1,0-2 1,0 1-1,-1-1 1,1 1-1,-1-1 1,0 0-1,0-1 1,0 1-1,-1-1 1,0 0 0,0 0-1,-1 0 1,1 0-1,2-12 1,-2 3 47,0 0 0,-1 0 0,0-1 0,-2 1 0,1-1 0,-2 1 0,0-1 0,-4-18 0,-4 4 140,7 25-12,0 0 0,1 0 0,0-1 0,0 1-1,-1-11 1,2 15 93,13 1-8,-9 1-253,-1-1-1,1 1 1,-1-1-1,0 1 1,1 0 0,-1 0-1,0 1 1,0-1-1,0 1 1,0-1-1,0 1 1,0 0 0,0 0-1,-1 0 1,1 1-1,-1-1 1,1 1 0,-1-1-1,0 1 1,0 0-1,0 0 1,2 5 0,5 8 73,-2 1 1,0 0 0,6 21 0,-3-6-72,-5-19-11,1 1 0,0 0 0,1-1 0,0-1 0,1 1 0,14 17 0,-22-30 10,1 1 1,-1-1-1,0 1 1,0-1-1,1 0 1,-1 1-1,0-1 1,0 1-1,1-1 1,-1 0-1,0 1 1,1-1-1,-1 1 1,1-1-1,-1 0 1,1 0-1,-1 1 1,0-1-1,1 0 1,-1 0-1,1 1 1,-1-1-1,1 0 1,-1 0-1,1 0 1,-1 0-1,1 0 1,-1 0-1,1 0 1,0 0-1,-1 0 1,1 0-1,-1 0 1,1 0-1,-1 0 1,1 0-1,-1-1 1,1 1-1,-1 0 1,0 0-1,1-1 1,-1 1-1,1 0 1,-1 0-1,1-1 1,-1 1-1,0-1 1,1 1-1,-1 0 1,0-1-1,1 1 1,-1-1-1,0 1 1,0-1-1,1 1 1,-1 0-1,0-2 1,7-31 715,-7-36-154,-1 51-328,0 1 0,2 0 0,0-1 0,1 1 0,7-30-1,-8 45-282,0 0 0,1 0 0,-1-1 0,0 1 1,1 0-1,0 0 0,-1 0 0,1 0 0,0 1 0,0-1 0,0 1 0,0-1 0,0 1 0,0-1 0,1 1 0,-1 0 0,0 0 0,1 0 0,-1 0 0,1 1 0,-1-1 0,1 1 0,-1-1 0,1 1 0,-1 0 0,1 0 0,4 1 0,3-1-769,0 1 0,-1 0 0,1 1-1,0 0 1,-1 0 0,11 6 0,-1-1-4900,40 11 0,-14-10-3314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7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135 1 6067,'0'0'18021,"-11"17"-16044,10-15-1932,-18 28 668,2 0 0,1 1 0,-18 53 1,22-45-551,-8 62 1,16-41-6075,4-72-10121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8.2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3314,'0'0'2835,"17"-2"-263,60-3 534,-70 4-2663,0 1 0,0 0 0,0 1-1,0 0 1,0 0 0,0 0 0,0 1 0,-1 0 0,1 0 0,0 1 0,-1 0 0,0 0 0,0 0 0,0 1 0,9 7-1,-10-7-250,-2 0-1,1 0 0,0 0 0,-1 0 0,1 0 0,-1 1 1,0 0-1,-1 0 0,1 0 0,-1 0 0,0 0 0,0 0 0,-1 0 1,1 1-1,-1-1 0,0 1 0,0 9 0,-1-11-107,0 0-1,0-1 1,0 1 0,-1 0-1,1-1 1,-1 1-1,0 0 1,0-1-1,0 1 1,-1-1 0,1 1-1,-1-1 1,0 0-1,0 1 1,-2 2-1,-1-2-16,0 0-1,0 0 0,0 0 1,0 0-1,-1-1 0,0 0 1,1 0-1,-8 2 0,-13 4-362,-25 11 527,33-6-3221,17-13 2507,0 0 1,0 0-1,0 0 0,1 1 1,-1-1-1,1 0 0,-1 0 1,1 0-1,-1 1 0,1-1 1,0 0-1,-1 0 0,1 1 1,0 1-1,0 3-6851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8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76 178 5491,'0'0'12475,"-12"18"-8751,-37 60-1470,47-75-2090,0 0 0,0 0 0,1 0-1,-1 0 1,1 0 0,0 0 0,0 0-1,0 1 1,0-1 0,1 0 0,-1 1-1,1-1 1,0 0 0,0 1 0,0-1-1,1 5 1,1 7 822,-2-14-650,1-12-2,8-10-350,0 0-1,2 0 1,0 1 0,1 0 0,1 1 0,17-19 0,-4 3-175,-7 8-73,-9 11 55,1 1 0,0 0-1,1 1 1,1 0-1,0 1 1,20-15 0,-33 28 84,0 0 1,0 0-1,1 0 1,-1 0 0,0 0-1,0 0 1,0 0-1,1 0 1,-1 0-1,0 0 1,0 0 0,0 0-1,0 0 1,1 0-1,-1 0 1,0 0-1,0 0 1,0 0-1,0 0 1,0 0 0,1 1-1,-1-1 1,0 0-1,0 0 1,0 0-1,0 0 1,0 0 0,0 0-1,0 1 1,1-1-1,-1 0 1,0 0-1,0 0 1,0 0-1,0 1 1,0-1 0,0 0-1,0 0 1,0 0-1,0 0 1,0 1-1,0-1 1,0 0 0,0 0-1,0 0 1,0 1-1,0-1 1,0 0-1,0 0 1,0 1 231,2 7-1840,1 0 0,-1 0 0,2 0 0,-1 0 0,1 0 0,10 13 0,6 5-3090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8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103 114 1024,'0'0'16352,"-7"-8"-14485,-24-21-247,31 28-1573,-1 0 0,0 0 0,1 1 1,-1-1-1,0 0 0,0 1 0,1-1 0,-1 0 1,0 1-1,0-1 0,0 1 0,0-1 0,0 1 1,0 0-1,0-1 0,0 1 0,0 0 0,0 0 1,0 0-1,0 0 0,0 0 0,0 0 0,0 0 0,0 0 1,0 0-1,0 0 0,0 0 0,0 0 0,0 1 1,0-1-1,0 1 0,0-1 0,1 0 0,-1 1 1,0-1-1,0 1 0,0 0 0,0-1 0,1 1 1,-1 0-1,0-1 0,0 2 0,-2 3-70,1-1-1,0 0 1,0 1-1,0-1 1,0 1-1,-1 6 1,2-7 143,-2 6-105,1 0 1,0 0-1,1 0 1,0 15-1,1-24-12,1 0 0,-1 0 0,1 0 0,-1-1 1,1 1-1,-1 0 0,1-1 0,0 1 0,-1-1 0,1 1 0,0-1 0,0 1 0,-1-1 0,1 1 0,0-1 0,0 0 0,0 1 1,-1-1-1,1 0 0,0 0 0,0 1 0,0-1 0,0 0 0,0 0 0,0 0 0,0 0 0,-1 0 0,1 0 0,0-1 1,0 1-1,0 0 0,1-1 0,2 1 10,18 1 83,-11-1-97,1 0 0,-1 0 0,0-1 0,1 0 0,21-6 0,-30 6 35,0 0 1,0 0-1,-1-1 0,1 1 1,0-1-1,-1 1 1,1-1-1,-1 0 1,0 0-1,0 0 0,0-1 1,0 1-1,0 0 1,0-1-1,0 1 1,-1-1-1,0 0 0,1 1 1,-1-1-1,0 0 1,0 0-1,0 0 1,-1 0-1,1 0 0,-1 0 1,1 0-1,-1-6 1,0-85 1267,0 93-1315,0 1 0,0-1 0,0 0 0,0 0 1,0 1-1,0-1 0,0 0 0,0 0 0,0 1 1,0-1-1,-1 0 0,1 0 0,0 1 0,-1-1 1,1 0-1,0 1 0,-1-1 0,1 0 0,-1 1 1,1-1-1,-1 1 0,1-1 0,-1 0 0,1 1 1,-1 0-1,0-1 0,1 1 0,-1-1 0,0 1 0,1 0 1,-1-1-1,0 1 0,1 0 0,-1 0 0,0-1 1,0 1-1,1 0 0,-1 0 0,0 0 0,0 0 1,-1 0-1,1 0-111,0 1 0,0-1 1,0 0-1,0 1 0,0-1 1,-1 1-1,1-1 0,0 1 1,0-1-1,0 1 0,0-1 1,0 1-1,1 0 0,-1 0 0,0 0 1,0-1-1,0 1 0,1 0 1,-1 0-1,0 0 0,1 0 1,-1 0-1,1 0 0,-1 1 1,0 0-1,1 2-362,-1-1 1,0 0-1,1 1 1,0-1-1,0 0 1,0 1-1,0-1 0,0 1 1,1-1-1,-1 0 1,1 0-1,0 1 1,0-1-1,0 0 1,1 0-1,-1 0 0,1 0 1,0 0-1,-1 0 1,1 0-1,0-1 1,1 1-1,-1-1 1,0 1-1,1-1 0,0 0 1,-1 0-1,1 0 1,0 0-1,0-1 1,4 3-1,36 14-5234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9.3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398 42 6035,'0'0'16170,"0"-10"-14441,1 1-1455,0-13 710,-1 45-380,-28 433 1136,6-191-1805,21-247 31,1-8-1,-1 0 1,0 1 0,0-1 0,-3 12-1,3-20 34,1 0-1,-1 0 0,0 0 1,0-1-1,1 1 0,-1 0 0,0 0 1,0-1-1,-1 1 0,1 0 1,0-1-1,-1 1 0,1-1 1,-1 0-1,1 1 0,-1-1 0,1 0 1,-1 0-1,0 0 0,0 0 1,1 0-1,-1 0 0,0-1 1,0 1-1,0-1 0,0 1 0,-2-1 1,-14 2 64,0-1 1,0-1-1,0-1 1,0-1-1,0 0 1,-27-8-1,36 8-45,0-1-1,0-1 0,1 1 0,-1-1 0,1-1 0,0 1 0,0-2 0,1 1 1,0-1-1,0 0 0,0 0 0,0-1 0,1 0 0,-9-13 0,11 13-23,1 1 0,0-1 0,0 1 0,1-1 0,0 0 0,0 0 0,1 0 0,0 0 0,0 0 0,0 0 0,1 0 0,0 0 0,1-1 0,-1 1 0,4-11 0,1-3-428,1 1 1,1 0 0,18-36-1,-20 44-5,8-14-1388,19-30 0,-3 20-2469,8 5-3434,-5 12-415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19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4402,'0'0'17048,"25"-39"-17032,-19 39-16,1 16-96,-1 3-897,0 4-735,5-2-1362,3 4-1984,5-6-1617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0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 98 2113,'0'0'14508,"9"6"-12905,-8-4-1540,5 3 207,0-1 0,0 1 0,0-1 0,1-1 0,-1 1 0,1-1 0,0 0 1,0-1-1,0 1 0,8 1 0,20-1 34,44 0 0,-78-3-301,0-1-1,1 1 1,-1-1-1,0 0 1,0 1 0,0-1-1,0 0 1,0 0-1,0 1 1,0-1 0,0 0-1,0 0 1,0 0-1,-1 0 1,1-1 0,0 1-1,-1 0 1,1 0-1,-1 0 1,1 0 0,-1-1-1,0 1 1,1 0-1,-1 0 1,0-1 0,0 1-1,0 0 1,0-1-1,0 0 1,1-2-12,-1 0 0,0 0 0,0 1-1,0-1 1,0 0 0,-1 0 0,1 1 0,-1-1 0,-2-6 0,0 5 1,-1 1 1,1 0-1,-1 0 1,0 0-1,0 1 1,-1-1 0,1 1-1,-1 0 1,0 0-1,-9-4 1,-56-20 43,66 26-11,0 0 0,0 0 0,0 0 1,-1 0-1,1 1 0,0 0 0,-1 0 0,1 0 0,-6 1 0,8 0-5,0-1 0,0 1 0,0 0 0,0 0 1,0 0-1,0 0 0,0 0 0,0 0 0,0 0 0,1 1 1,-1-1-1,1 0 0,-1 1 0,1 0 0,-1-1 0,1 1 0,0 0 1,0 0-1,-2 2 0,-4 14 49,0 1 0,1-1 0,1 1 0,0 0 0,2 0 0,0 1 0,1-1 0,1 28 1,1-43-141,0-1 0,1 1 0,-1-1 0,1 1 1,-1-1-1,1 1 0,0-1 0,1 0 0,-1 0 1,0 0-1,1 1 0,0-1 0,0 0 0,0-1 0,0 1 1,5 5-1,-2-4-260,0 0 0,0 0 0,1 0 1,0-1-1,0 0 0,0 0 0,0 0 0,9 2 0,7 1-1164,1-1 0,0-1 0,0-1 1,27 0-1,15-3-5738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0.3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245 78 3602,'0'0'15372,"-2"-10"-13384,1 3-1684,0 5-219,1-1 1,0 1 0,0-1-1,-1 1 1,0-1 0,1 1-1,-1-1 1,0 1-1,0 0 1,0 0 0,0-1-1,-1 1 1,1 0 0,-1 0-1,1 0 1,-1 0 0,0 1-1,1-1 1,-1 0 0,0 1-1,0-1 1,0 1 0,-1-1-1,1 1 1,0 0 0,0 0-1,-1 0 1,-1 0 0,-8-1 107,1 0 1,0 1 0,-1 0-1,1 1 1,-1 1 0,1 0 0,0 0-1,-22 6 1,29-6-150,-1 0-1,1 1 1,1 0-1,-1 0 1,0 0-1,0 0 1,1 0-1,-1 1 1,1-1-1,0 1 1,-1 0-1,1 0 1,1 0-1,-1 1 1,0-1-1,1 1 1,0-1-1,0 1 1,0 0 0,0 0-1,0 0 1,1 0-1,0 0 1,0 0-1,0 1 1,-1 6-1,2-8-109,0 0 0,-1 0 0,1 0 0,0 0 0,0 0 0,1 0 0,-1 0 0,1 0 0,-1 0 0,1 0 0,0 0 0,0 0 0,0 0 0,1-1 0,-1 1 0,1 0 0,-1-1 0,1 1 0,3 3 0,0-2-172,0-1 1,0 1-1,1-1 0,-1 0 0,1-1 0,0 1 1,-1-1-1,12 2 0,3 1-1675,1-2 0,1 0 0,-1-1 0,0-1 1,42-4-1,-21-6-3258,0-13-284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0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291 0 6067,'0'0'13822,"-12"19"-11936,-76 128 681,41-71-1427,14-24-199,-32 69 0,56-103-915,2 0 0,0 1 0,1 0 0,1 1 0,1-1 0,1 1 1,-2 38-1,5-55-150,1-1 1,-1 1 0,1-1 0,0 1-1,-1-1 1,1 0 0,0 1-1,0-1 1,1 0 0,-1 1 0,0-1-1,1 0 1,-1 0 0,1 0 0,0 0-1,0 0 1,-1-1 0,1 1-1,1-1 1,-1 1 0,0-1 0,0 1-1,0-1 1,1 0 0,-1 0 0,0 0-1,1-1 1,-1 1 0,1 0-1,3-1 1,1 2-1054,2-1 1,-1 0-1,0 0 0,0-1 1,0 0-1,0 0 0,0-1 0,14-3 1,12-12-6879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0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3810,'0'0'12309,"157"42"-9395,-88-21-1169,-6-3-1041,-9-5-480,-10-3-224,-10-5-784,-9-3-1698,-9-2-2864,-5 0-4322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36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726 24 192,'0'0'3799,"2"-3"-3332,0 0-91,5-5-397,-5-1 3599,-15 20-3442,7 1 91,0 1 0,0 0 1,1 0-1,1 0 1,0 0-1,1 1 1,0-1-1,-1 19 1,2 117 1243,3-85-1100,-1 485 1441,-3-482-1545,-4-1-1,-24 106 1,-7 52 85,34-184-322,-71 643 1090,69-618-723,5 126-1,4-137-177,-2 0 0,-3 0-1,-15 91 1,-3-56 129,-13 150 0,28-144-135,-20 215 1127,8-161-896,3 183 0,13-295-355,-1 0 0,-2 0 0,-1 0-1,-2 0 1,-2-1 0,-18 51 0,13-50 136,1 2-1,2-1 1,1 2 0,3-1 0,1 1 0,-1 46 0,8 656 717,-22-507-861,2-58 96,5 157 416,-60 418 192,40-503-741,19 14 31,11-125-80,-3-14 4,-24 375 194,17-135-112,-6 52 6,6-211-79,14-199 308,0-6-597,0 1-1,-1-1 0,1 0 0,0 1 0,0-1 0,0 0 1,0 1-1,0-1 0,0 0 0,0 1 0,0-1 0,0 0 1,0 1-1,0-1 0,0 0 0,1 1 0,-1-1 0,0 0 1,0 1-1,0-1 0,0 0 0,0 0 0,1 1 1,-1-1-1,0 0 0,0 0 0,1 1 0,-1-1 0,0 0 1,0 0-1,1 1 0,-1-1 0,0 0 0,0 0 0,1 0 1,-1 0-1,0 0 0,1 1 0,-1-1 0,0 0 0,1 0 1,-1 0-1,0 0 0,1 0 0,-1 0 0,0 0 0,1 0 1,-1 0-1,0 0 0,1 0 0,-1 0 0,0-1 1,1 1-1,-1 0 0,0 0 0,1 0 0,-1 0 0,1-1 1,1 1 131,9 0-6811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38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3 4594,'0'0'3522,"-22"-1"-1228,-74-1-256,89 3-1862,1-1 0,-1 1 0,0 1-1,0-1 1,0 1 0,0 0-1,1 1 1,-1 0 0,1 0 0,0 0-1,0 1 1,0-1 0,0 2-1,-9 8 1,1-2 254,4-3-122,0 0-1,1 1 1,-1 0 0,2 0 0,-15 21-1,19-24-177,0 1 0,1 0 0,0 0 0,0 0-1,0 0 1,1 1 0,0-1 0,1 1 0,-1-1-1,2 1 1,-1 10 0,0-17-99,1 1-1,0-1 0,0 0 1,0 1-1,0-1 1,0 0-1,0 1 1,1-1-1,-1 1 1,0-1-1,1 0 1,-1 1-1,1-1 1,-1 0-1,1 0 1,0 0-1,-1 1 1,1-1-1,0 0 1,0 0-1,0 0 1,1 1-1,0-1 33,1 0 0,-1-1 0,1 1 0,0-1 0,-1 1 0,1-1 0,-1 0 0,1 0 0,5-1-1,5 1-37,-6 0-20,-1-1-1,0 1 1,0-2-1,0 1 1,0 0-1,0-1 1,0 0-1,0-1 1,-1 0 0,1 1-1,-1-2 1,1 1-1,5-6 1,6-5-44,0-2 0,20-24 1,14-15 170,-59 80 3643,-8 21-3940,14-34 135,0-1 0,1 1 0,0 0 0,1 0-1,0 0 1,3 20 0,-3-31-57,1 1 1,-1-1-1,1 0 0,-1 0 0,1 0 0,-1 0 1,1 0-1,0 0 0,-1 0 0,1 0 0,0 0 1,0 0-1,0 0 0,0-1 0,0 1 0,0 0 1,0-1-1,0 1 0,0 0 0,0-1 0,0 1 1,0-1-1,0 0 0,1 1 0,-1-1 0,2 0 1,35 1-3156,-25-1 1776,-7 0 166,1 0-1,-1 0 1,1-1 0,-1 1 0,0-2-1,0 1 1,11-4 0,14-13-4999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39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76 496,'0'0'13532,"1"3"-12481,6 23 591,-2-1 0,0 1 0,0 28 0,-2-19-656,9 38 0,-12-72-976,0 0 0,1 0 0,-1 0 0,0 0 0,1 0 0,-1 0 0,0 0 0,1 0 0,-1 0 0,1 0 0,0 0 0,-1 0 0,1-1 0,0 1 0,-1 0 0,1 0 0,0-1 0,0 1 0,0 0 0,0-1 0,0 1 0,0-1 0,0 1 0,0-1 0,0 1 0,0-1 0,0 0 0,0 1 0,0-1 0,0 0 0,0 0 0,0 0 0,0 0 0,0 0 0,0 0 0,0 0 0,0 0 0,1-1 0,-1 1 0,1-1 0,1 0 11,1 0-1,0-1 0,-1 1 1,0-1-1,1 0 1,-1 0-1,0 0 1,0-1-1,0 1 0,3-4 1,5-8 8,-1 0 1,0 0 0,-1-1-1,14-31 1,20-69 233,-22 52 348,-19 59-520,-2 1-43,1 0-1,0 0 1,0 0 0,0 1-1,0-1 1,0 0 0,0 1-1,3-4 1,-4 6-198,9 21-5639,-3-4 1073,16 30-5262,-21-45 9925,0 0-1,1-1 1,-1 1 0,0-1 0,1 1-1,-1-1 1,1 1 0,-1-1 0,1 0-1,0 0 1,-1 0 0,1 0 0,0 0-1,0 0 1,0 0 0,0-1-1,0 1 1,0 0 0,0-1 0,0 0-1,2 1 1,30-1 2327,51-1 5100,-78 1-6761,-1-1-1,1 0 1,0-1-1,0 0 0,-1 0 1,1 0-1,-1-1 1,1 0-1,9-6 1,-15 8-562,1 0-1,-1 0 1,0 0 0,0 0 0,0 0 0,0-1 0,0 1 0,0 0 0,0-1-1,0 1 1,0-1 0,0 1 0,-1-1 0,1 1 0,-1-1 0,1 1-1,-1-1 1,0 0 0,1 1 0,-1-1 0,0 0 0,0 1 0,0-1-1,0 0 1,-1 1 0,1-1 0,0 0 0,-1 1 0,1-1 0,-2-2 0,1 2 14,0 0 0,0 0 0,0 0 0,0 0 0,-1 0 0,1 0 0,-1 1 0,1-1-1,-1 0 1,0 1 0,0-1 0,0 1 0,1 0 0,-1-1 0,-1 1 0,1 0 0,0 0 0,0 0 0,0 1 0,0-1 0,-4 0 0,4 0-28,1 1 0,-1-1 0,0 1-1,0 0 1,0 0 0,1 0 0,-1 0 0,0 0-1,0 0 1,1 0 0,-1 1 0,0-1-1,0 1 1,1-1 0,-1 1 0,0-1-1,1 1 1,-1 0 0,0 0 0,1 0 0,-1 0-1,1 0 1,0 0 0,-1 0 0,-1 3-1,2 0-26,-1 0 0,0 0 1,1 0-1,0 1 0,0-1 0,1 0 0,-1 1 0,1-1 0,0 7 0,-1-4-16,1 1 15,-1-1-1,2 1 0,-1 0 0,1 0 0,1 8 0,-1-13-44,0-1 0,0 0-1,0 1 1,0-1 0,0 0-1,1 1 1,-1-1 0,1 0-1,-1 0 1,1 0 0,0-1 0,0 1-1,-1 0 1,1-1 0,1 1-1,-1-1 1,0 1 0,0-1-1,4 2 1,6 1-811,0 0-1,0-1 1,1 0-1,-1-1 1,1 0-1,-1-1 1,14-1-1,50-3-9230,-43-2 4304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39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7 177 2977,'0'0'13735,"-1"11"-12145,-4 120 5261,5-150-6818,2 1 0,0 0 0,1-1 0,1 1 0,1 1 0,12-33 0,-11 37-64,0 0 1,0 1-1,1-1 0,1 1 1,0 1-1,1 0 1,0 0-1,1 0 1,17-14-1,-21 21-312,-1 1 0,0 0 0,1 0 1,0 0-1,0 1 0,0 0 0,0 0 0,0 1 0,0-1 0,1 1 0,11 0 0,-10 1-853,-1 0-1,1 0 0,0 1 0,-1 0 1,1 1-1,-1 0 0,1 0 1,-1 0-1,10 5 0,14 10-4229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39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1 2721,'0'0'15482,"-20"0"-13316,-65 2-424,75-1-1410,0 1 0,0-1 0,1 2 0,-1-1 0,1 2 0,0-1-1,-1 1 1,2 0 0,-14 9 0,14-8-78,4-3-142,0 1 1,0 0 0,1 0-1,0 0 1,-1 0 0,1 0-1,0 1 1,-3 4 0,5-7-107,0 0 1,1 0 0,-1 0 0,1 0 0,-1 0-1,1 0 1,-1 0 0,1 0 0,0 0 0,-1 0-1,1 0 1,0 1 0,0-1 0,0 0 0,0 0-1,0 0 1,0 0 0,0 0 0,0 1 0,0-1-1,1 0 1,-1 0 0,0 0 0,1 0 0,-1 0-1,1 0 1,-1 0 0,1 0 0,-1 0 0,1 0-1,0 0 1,0 0 0,-1-1 0,1 1 0,0 0-1,0 0 1,0-1 0,0 1 0,1 0 0,7 3-24,0-1 0,1 0-1,-1-1 1,1 0 0,0 0 0,0-1 0,-1 0 0,1-1 0,0 0 0,12-2 0,8 1-228,-17 1 57,0 0 0,0-1 0,0-1 0,0 0 0,0-1-1,0-1 1,-1 1 0,0-2 0,0 0 0,0 0-1,0-2 1,13-8 0,-24 14 258,1 0 1,-1 0-1,0 0 1,0 0-1,0 0 1,0 0-1,0-1 0,0 1 1,0 0-1,0-1 1,0 1-1,-1-1 1,1 1-1,0 0 1,-1-1-1,1 0 0,-1 1 1,0-1-1,0 1 1,1-1-1,-1 1 1,0-1-1,0 0 0,-1-2 1,1 4-42,0-1 0,0 1 0,0 0 1,-1 0-1,1-1 0,0 1 0,0 0 0,0 0 1,0 0-1,-1-1 0,1 1 0,0 0 0,0 0 1,0 0-1,-1 0 0,1 0 0,0-1 0,0 1 0,-1 0 1,1 0-1,0 0 0,0 0 0,-1 0 0,1 0 1,0 0-1,0 0 0,-1 0 0,1 0 0,0 0 1,0 0-1,-1 0 0,1 0 0,0 0 0,0 0 1,-1 0-1,1 0 0,0 1 0,0-1 0,-1 0 1,1 0-1,0 0 0,0 0 0,-1 1 0,1-1-26,-1 0 0,0 1 0,0-1 0,1 0 0,-1 1 0,0-1 0,1 1-1,-1-1 1,0 1 0,1-1 0,-1 1 0,1 0 0,-1-1 0,1 1 0,-1 0-1,1-1 1,0 1 0,-1 1 0,-1 4-182,1 0 0,0 0 1,0 0-1,1 0 0,0 0 0,0 0 0,0 0 1,1 0-1,0 0 0,2 10 0,-2-13-235,0-1 0,1 1 1,-1 0-1,1-1 0,-1 1 0,1-1 0,0 1 1,0-1-1,0 0 0,0 0 0,0 0 0,0 0 0,1 0 1,-1-1-1,1 1 0,0-1 0,-1 1 0,1-1 0,0 0 1,0 0-1,-1 0 0,1 0 0,5 0 0,21 2-6202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0.2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262 150 11189,'0'0'3730,"-19"-2"184,-60-6-283,78 8-3510,-1 0 1,0-1-1,0 1 0,0 0 1,0 0-1,0 0 1,0 0-1,0 0 1,0 1-1,0-1 1,0 0-1,0 1 1,1 0-1,-1-1 1,0 1-1,0 0 1,1 0-1,-1 0 0,0 0 1,1 0-1,-1 1 1,1-1-1,-1 0 1,1 1-1,0-1 1,-1 1-1,1-1 1,-1 4-1,0-1-52,1 1-1,0 0 1,0-1-1,1 1 1,-1 0-1,1 0 1,0 0-1,1 6 1,-1 3 87,2 10-89,0 0-1,2 0 1,10 37 0,-7-35-69,-2 1 0,4 38 0,-7-41-7,0-2-6,-2 1 0,0-1 0,-5 41 0,4-60-25,0 1 0,0-1-1,0 0 1,-1 0 0,1 0 0,-1 0 0,0-1-1,1 1 1,-1 0 0,-1-1 0,1 1 0,0-1-1,-1 1 1,1-1 0,-1 0 0,1 0 0,-1-1-1,0 1 1,0 0 0,0-1 0,0 0 0,0 1 0,0-1-1,0-1 1,-1 1 0,1 0 0,0-1 0,-1 1-1,1-1 1,0 0 0,-1 0 0,1-1 0,0 1-1,0-1 1,-1 1 0,1-1 0,0 0 0,0 0-1,0 0 1,0-1 0,0 1 0,0-1 0,0 0-1,0 0 1,1 0 0,-1 0 0,1 0 0,-1 0-1,1-1 1,0 1 0,0-1 0,0 1 0,0-1-1,0 0 1,1 0 0,0 0 0,-1 0 0,1 0-1,-1-5 1,1 4 19,0 0 1,1 0-1,0 0 0,-1 0 0,2 0 1,-1 0-1,0 0 0,1 0 0,0 0 1,-1 0-1,2 1 0,-1-1 0,0 0 1,1 0-1,0 1 0,-1-1 0,1 1 1,1-1-1,-1 1 0,0 0 0,1 0 1,0 0-1,4-3 0,6-4-33,0 0 0,1 1 0,0 1-1,23-10 1,-11 5 20,156-73-869,-107 54 669,-2-3 0,-2-3 1,67-49-1,-127 79 237,-1 0 1,0-1-1,0 0 0,-1-1 1,9-13-1,-14 18 100,0 0-1,-1-1 1,0 0 0,-1 1-1,1-1 1,-1 0 0,0 0 0,0-1-1,-1 1 1,0 0 0,0-1 0,0-8-1,-1 14-9,-1-1 0,1 0-1,0 0 1,-1 0 0,1 0-1,-1 1 1,0-1 0,1 0-1,-1 1 1,0-1 0,0 0-1,0 1 1,0-1 0,0 1-1,-1 0 1,1-1 0,0 1-1,-1 0 1,1 0 0,-1 0-1,1-1 1,-1 2 0,1-1-1,-1 0 1,0 0 0,1 0-1,-1 1 1,0-1 0,0 1-1,0 0 1,1-1 0,-1 1-1,0 0 1,-2 0 0,-1 0 91,-1-1 0,1 1-1,-1 0 1,1 1 0,0 0 0,-1 0 0,1 0 0,0 0 0,0 1 0,-1 0 0,-4 2 0,5 0-90,0 0 0,0 0 0,0 1 1,1 0-1,-1 0 0,1 0 0,0 0 1,1 0-1,-1 1 0,1 0 0,0 0 1,0 0-1,1 0 0,0 0 0,0 0 0,1 1 1,-1-1-1,1 1 0,1-1 0,-1 11 1,0-8-97,1-1 0,1 1 0,-1 0 1,1 0-1,1-1 0,-1 1 1,1 0-1,1-1 0,0 0 0,0 1 1,1-1-1,0 0 0,0-1 0,10 15 1,-6-13-573,1-1-1,0 0 1,0 0 0,1 0 0,0-1 0,12 6-1,-16-10-714,1 0-1,0 0 0,1 0 0,-1-1 0,0 0 0,12 1 0,19-1-9755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1.1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14 416,'0'0'10741,"-3"-2"-8873,-2 0-1635,1 0 0,0 0 0,0 1 0,-1 0 0,1 0 0,-1 0 0,1 0 0,-1 1 0,1 0 0,-1 0 0,1 0 0,-1 0 0,1 1 0,-1-1 1,1 1-1,0 0 0,-1 1 0,-7 3 0,-11 4 659,0 1 0,-24 15 0,29-14-362,0 0 0,1 1-1,0 1 1,1 0-1,1 1 1,0 1 0,-23 31-1,32-40-457,2 1-1,-1 0 0,1 0 1,0 1-1,1-1 0,0 1 1,0 0-1,0 0 0,1 0 1,0 0-1,1 0 0,0 0 0,0 1 1,1-1-1,0 0 0,0 1 1,1-1-1,0 0 0,0 0 1,1 0-1,0 0 0,6 13 1,-3-11-206,0-2 1,0 1 0,1 0-1,0-1 1,0 0 0,1-1 0,0 1-1,0-1 1,1-1 0,0 1 0,0-1-1,1-1 1,-1 0 0,1 0-1,0 0 1,19 5 0,-4-2-1744,0-2 0,0-1 1,1-1-1,-1-1 0,45 0 0,-14-3-4696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1.7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 6035,'0'0'9415,"8"12"-7678,26 39-9,-32-47-1508,0 0 0,0 0 0,0 1 0,-1-1 0,1 0 0,-1 1 0,0-1 0,-1 1 0,1-1 0,-1 1 0,0-1 0,0 1 0,-1 7 0,0 6 788,1-18-990,0 1 0,0-1 1,0 0-1,0 0 1,0 1-1,0-1 0,0 0 1,0 0-1,-1 1 1,1-1-1,0 0 1,0 0-1,0 1 0,0-1 1,0 0-1,-1 0 1,1 1-1,0-1 1,0 0-1,0 0 0,-1 0 1,1 1-1,0-1 1,0 0-1,-1 0 0,1 0 1,0 0-1,0 0 1,-1 0-1,1 0 1,0 0-1,-1 1 0,1-1 1,0 0-1,-1 0 1,1 0-15,0-1 1,0 1 0,-1 0 0,1 0-1,0 0 1,0 0 0,0 0-1,0 0 1,0 0 0,-1 0-1,1 0 1,0 0 0,0 0 0,0-1-1,0 1 1,0 0 0,0 0-1,-1 0 1,1 0 0,0 0 0,0-1-1,0 1 1,0 0 0,0 0-1,0 0 1,0 0 0,0 0 0,0-1-1,0 1 1,0 0 0,0 0-1,0 0 1,0 0 0,0-1-1,0 1 1,0 0 0,0 0 0,0 0-1,0 0 1,0-1 0,0 1-1,0 0 1,0 0 0,0 0 0,0 0-1,0-1 1,1 1 0,-1 0-1,0 0 1,0 0 0,0 0 0,0 0-1,0 0 1,0 0 0,1-1-1,-1 1 1,0 0 0,0 0-1,0 0 1,0 0 0,1 0 0,17-17-349,2 0-1,0 1 1,31-17 0,-15 9-363,-25 15 569,1 1 0,1 0 0,-1 1 1,1 0-1,1 1 0,-1 1 0,1 0 0,0 1 0,0 0 1,0 1-1,26-2 0,-39 5 156,-1 0 0,1 0 0,0 0 0,0 0 0,-1 1 0,1-1-1,0 0 1,-1 1 0,1-1 0,0 0 0,-1 1 0,1-1 0,0 1 0,-1-1 0,1 1 0,-1-1 0,1 1 0,-1-1 0,1 1 0,-1 0 0,0-1 0,1 1 0,-1 0-1,0-1 1,1 1 0,-1 0 0,0 0 0,0-1 0,0 1 0,1 0 0,-1-1 0,0 2 0,1 30 664,-1-23-441,0 70 1902,0-78-2122,4-2-22,1 0-1,-1 0 1,1-1-1,-1 1 1,0-1 0,1 0-1,-1 0 1,0 0 0,0-1-1,-1 1 1,1-1 0,6-6-1,8-5-159,6-2-23,5-5-152,0 2 0,2 0 0,0 3 0,61-25-1,-91 40 359,0 1 1,-1 0-1,1 0 0,0-1 0,-1 1 0,1 0 0,0 0 0,-1-1 0,1 1 0,0 0 0,0 0 0,-1 0 0,1 0 1,0 0-1,-1 0 0,1 0 0,0 1 0,0-1 0,-1 0 0,1 0 0,0 0 0,-1 1 0,1-1 0,0 0 0,-1 1 1,1-1-1,0 1 0,-1-1 0,1 0 0,-1 1 0,1 0 0,-1-1 0,1 1 0,1 25 1755,-3-13-1578,-5 110 1327,6-123-1649,0 1 0,1 0 1,-1-1-1,0 1 0,1-1 0,-1 1 1,0-1-1,1 1 0,-1-1 0,1 1 1,-1-1-1,1 1 0,-1-1 0,1 0 1,-1 1-1,1-1 0,-1 0 0,1 1 1,0-1-1,-1 0 0,1 0 0,-1 1 1,1-1-1,0 0 0,-1 0 0,1 0 1,0 0-1,-1 0 0,1 0 0,0 0 1,28 1-3810,-22-1 1835,20 0-4941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2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7571,'0'0'10256,"4"13"-9424,-1-4-659,-2-5-124,0-1 0,-1 1 0,1-1 0,1 1-1,-1-1 1,1 1 0,-1-1 0,1 0 0,0 0 0,0 0 0,0 0 0,0 0 0,1-1 0,-1 1-1,1-1 1,0 1 0,-1-1 0,1 0 0,0 0 0,0 0 0,7 3 0,4-2 31,0 0 1,-1 0-1,1-2 0,0 1 1,1-2-1,-1 0 0,16-2 1,-26 1-76,-1 0 1,0 0 0,0 0-1,0-1 1,1 1 0,-1-1-1,-1 0 1,1 0-1,0 0 1,0 0 0,-1 0-1,1-1 1,-1 1 0,0-1-1,0 1 1,0-1-1,0 0 1,0 0 0,0 0-1,-1 0 1,0 0 0,1 0-1,-1-1 1,1-3 0,1-3 119,-1 0 1,0 0 0,0 0 0,-1-1 0,0 1-1,-1 0 1,0-11 0,-1 21-81,1-1 0,0 0 1,-1 1-1,1-1 0,-1 0 0,0 1 1,1-1-1,-1 1 0,1-1 0,-1 1 1,0-1-1,1 1 0,-1-1 0,0 1 1,0 0-1,1-1 0,-1 1 0,0 0 1,0 0-1,1-1 0,-1 1 0,0 0 1,0 0-1,0 0 0,1 0 0,-3 0 1,-27 0 391,23 0-234,-7 1 81,0 0 1,1 0-1,-1 1 0,0 1 0,-20 7 1,28-8-217,1-1 0,0 2-1,0-1 1,-1 0 0,2 1 0,-1 0 0,0 1 0,1-1 0,-1 1 0,1-1 0,0 1 0,0 1 0,1-1-1,-1 0 1,1 1 0,-5 7 0,7-8-98,-1 0 0,1 0-1,0-1 1,0 1 0,0 0 0,1 0-1,-1 0 1,1 0 0,0 0 0,0 0-1,0 0 1,0 0 0,1 0 0,0 0-1,0 0 1,0 0 0,0 0 0,1 0 0,-1-1-1,1 1 1,0-1 0,0 1 0,0-1-1,1 1 1,-1-1 0,1 0 0,0 0-1,0-1 1,0 1 0,0 0 0,6 3-1,1 0-881,0 0-1,0 0 1,1-1-1,0 0 1,0-1-1,0 0 1,1-1-1,-1 0 1,21 2-1,16-4-5327,5-1-1558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2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345 9 6003,'0'0'13318,"-21"-2"-11899,-70-4 8,85 6-1260,1 0-1,-1 0 1,0 1-1,0 0 1,1 0-1,-1 1 0,1 0 1,-1-1-1,1 2 1,0-1-1,-8 5 1,-3 2 263,-8 1 190,-42 23 829,61-30-1370,1-1-1,-1 1 1,1 0 0,0 0-1,0 1 1,1-1-1,-1 1 1,1 0 0,0 0-1,0 0 1,-3 5-1,5-8-73,1 0-1,-1 0 0,1 0 1,-1 0-1,1 0 0,0 0 0,-1 0 1,1 0-1,0 0 0,0 0 1,0 0-1,0 0 0,0 0 1,0 0-1,0 0 0,0 1 1,0-1-1,0 0 0,0 0 1,1 0-1,-1 0 0,0 0 0,1 0 1,-1 0-1,2 1 0,-1-1-6,0 0 0,0 0 0,0-1-1,1 1 1,-1 0 0,0 0 0,1-1-1,-1 1 1,1-1 0,-1 1 0,1-1-1,-1 0 1,1 1 0,-1-1-1,3 0 1,5 0-49,1 0-1,-1-1 1,1 0-1,13-4 1,0-3-210,-1-1 0,0 0 1,0-2-1,28-19 0,-42 25 202,5-7 335,-13 12-254,0 0 1,0 0-1,0 0 1,0 0-1,0-1 0,0 1 1,0 0-1,0 0 0,0 0 1,0 0-1,0 0 1,0-1-1,0 1 0,0 0 1,-1 0-1,1 0 0,0 0 1,0 0-1,0 0 0,0-1 1,0 1-1,0 0 1,-1 0-1,1 0 0,0 0 1,0 0-1,0 0 0,0 0 1,-1 0-1,1 0 1,0 0-1,0 0 0,0 0 1,0 0-1,-1 0 0,1 0 1,0 0-1,0 0 0,0 0 1,0 0-1,-1 0 1,1 0-1,0 0 0,0 0 1,0 0-1,-1 0 0,0 1 18,0-1-1,-1 0 0,1 1 1,0 0-1,-1-1 0,1 1 0,0 0 1,-1-1-1,1 1 0,0 0 0,0 0 1,0 0-1,0 0 0,0 0 1,0 0-1,0 1 0,0-1 0,1 0 1,-1 0-1,0 1 0,1-1 0,-1 0 1,0 3-1,0 1-18,-1 0 1,1 1 0,1-1-1,-1 0 1,1 0-1,0 0 1,0 1-1,0-1 1,1 0-1,-1 0 1,1 0-1,4 10 1,-4-11-157,1-1 1,0 0-1,0 0 0,0 0 1,1 0-1,-1 0 1,0 0-1,1 0 1,0-1-1,0 0 0,0 1 1,0-1-1,0 0 1,0 0-1,0-1 1,1 1-1,-1-1 0,1 1 1,3 0-1,4 0-1333,-1 0-1,1-1 1,-1 0 0,1-1-1,10-1 1,0 1-2778,11 0-4665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3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8516,'0'0'11352,"8"3"-10165,1 2-879,-1 1 1,1 0-1,-1 0 1,0 1-1,0-1 1,-1 2-1,10 11 1,-12-13-139,-1 0 0,0 0 0,-1 0 0,1 0 0,-1 1 0,0-1 0,-1 1 0,0 0 0,0 0 0,0 0 0,-1 0 0,0 0 0,0 8 0,0-7-7,-1 12 164,0-20-296,0 1-1,0-1 1,0 0 0,0 1 0,0-1 0,0 1 0,0-1 0,0 0-1,0 1 1,0-1 0,-1 1 0,1-1 0,0 0 0,0 1 0,0-1 0,-1 0-1,1 1 1,0-1 0,0 0 0,-1 1 0,1-1 0,0 0 0,0 1 0,-1-1-1,1 0 1,0 0 0,-1 1 0,1-1 0,0 0 0,-1 0 0,0 0 0,2-13-13,1 9-55,-1 1-1,1 0 0,0-1 1,0 1-1,0 0 0,0 0 1,0 0-1,1 0 0,-1 0 1,1 1-1,0-1 0,4-2 1,45-28-561,-35 24 410,9-7-242,42-18-1,-61 31 482,0 0-1,0 0 0,1 1 1,-1 0-1,0 1 1,1-1-1,-1 1 1,1 1-1,-1 0 0,1 0 1,-1 0-1,8 2 1,-14 0 55,0 0 1,0 0 0,0 0 0,0 0 0,0 0 0,-1 0 0,0 1 0,1-1 0,-1 0 0,0 0 0,0 1 0,0 1 0,0 2 178,1 27 533,-1-21-560,1 0 0,-1 0 0,2 0 0,2 12 0,-3-22-385,-1 1 1,1-1 0,0 1-1,0-1 1,0 1-1,0-1 1,1 0 0,-1 0-1,1 1 1,-1-1-1,1 0 1,0 0 0,-1-1-1,1 1 1,0 0-1,0-1 1,1 1 0,-1-1-1,0 1 1,0-1-1,1 0 1,-1 0 0,5 1-1,3 0-1747,0-1 0,0 0-1,18 0 1,-23-1 1037,39 0-7829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43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 2625,'0'0'10789,"1"-3"-9188,-1 2-1546,0 1 0,0 0-1,0-1 1,1 1 0,-1 0 0,0-1 0,0 1 0,0 0 0,0-1-1,1 1 1,-1 0 0,0-1 0,0 1 0,1 0 0,-1 0 0,0-1-1,0 1 1,1 0 0,-1 0 0,0-1 0,1 1 0,-1 0 0,0 0-1,1 0 1,-1 0 0,0 0 0,1-1 0,-1 1 0,1 0 0,-1 0-1,0 0 1,1 0 0,-1 0 0,0 0 0,1 0 0,-1 0 0,1 1-1,-1-1 1,0 0 0,1 0 0,-1 0 0,0 0 0,1 1 0,18 16 1776,13 35 631,1 18-591,-2 2 1,21 79-1,-43-120-1716,-2 0-1,0 0 1,-3 1 0,0 0-1,-2 0 1,-2 0-1,-6 58 1,6-86-109,-1 1 0,0-1 0,0 1 0,0-1 0,-1 1 0,0-1 0,0 1-1,0-1 1,0 0 0,-1 0 0,1 0 0,-1-1 0,0 1 0,0 0 0,0-1 0,-1 0 0,1 0 0,-1 0 0,0 0-1,0-1 1,0 1 0,0-1 0,0 0 0,-8 2 0,-4 0 4,0 0 0,0-1 0,0-1 1,-1-1-1,-24-1 0,40 0-1133,7-1-4448,19-5-586,10-10-3587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2.1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50 1313,'0'0'11930,"-10"-8"-10324,-34-23-354,40 29-1065,0 1 0,-1-1 1,1 1-1,0-1 1,-1 1-1,0 0 0,1 1 1,-1-1-1,1 1 0,-1 0 1,0 0-1,1 1 0,-1-1 1,1 1-1,-6 1 0,1 0 124,-4 1 48,0 1 1,-1 0-1,1 1 0,1 1 1,-1 0-1,1 0 0,0 1 1,-21 17-1,15-9-41,1 0 0,0 1 0,1 0 0,-22 32-1,27-32-205,1 1 0,1 1-1,0 0 1,2 0-1,0 0 1,1 1 0,0 0-1,-3 31 1,3 3-23,1 102-1,6-135-76,0 0-1,1 0 0,1 0 1,1 0-1,1-1 1,1 0-1,1 0 0,0 0 1,1-1-1,1 0 1,14 20-1,-16-27-24,0-1-1,1 0 1,1-1 0,-1 0-1,2 0 1,-1-1-1,1 0 1,0 0 0,1-1-1,0-1 1,0 0 0,0 0-1,1-1 1,0-1-1,0 0 1,0 0 0,0-1-1,24 2 1,-34-5-7,59 2-1543,-56-2 994,-1 0 1,1-1-1,-1 0 1,0 0 0,1 0-1,-1 0 1,0-1 0,0 1-1,0-1 1,0 0-1,5-4 1,15-14-6144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23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139 20 2465,'0'0'10741,"-3"-4"-9434,-4-11-475,21 29-153,29 35-42,-26-27-373,0 1 1,-2 0-1,-1 1 0,-1 1 1,-1 0-1,-1 1 0,-2 0 1,12 47-1,-14-40 125,-2 0-1,-2 0 1,-1 1 0,-1-1-1,-2 0 1,-1 1-1,-7 32 1,5-42-97,-2 0 1,-1-1-1,-1 0 0,-1 0 1,0-1-1,-2 0 1,-16 23-1,18-30 75,-2-1 1,1 0-1,-2-1 0,0 0 0,0-1 0,-1-1 1,-1 1-1,0-2 0,0 0 0,-26 12 1,20-13 138,15-8-382,0 1-1,0-1 1,0 1-1,0 1 1,1-1-1,-1 1 1,1 0-1,0 0 1,0 0-1,-6 6 1,8-3-1499,2 9 3963,0-8-8104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54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40 121 0,'0'0'2113,"-13"-4"-44,-13-4-3364,26 3 3088,12-22 16346,-7 20-16481,-2 2-5224,7-2 3565,-1 0 1,1 1-1,0 0 0,1 0 1,-1 1-1,1 1 0,0 0 1,0 0-1,1 1 0,19-3 1,10 2-15,71 1 1,-81 3 13,-28 0 1,-1 0 0,1 0 1,0 0-1,-1 1 1,1-1-1,-1 1 0,1-1 1,0 1-1,-1 0 0,0 0 1,1 0-1,-1 1 1,1-1-1,-1 0 0,0 1 1,0-1-1,0 1 1,0 0-1,0 0 0,0 0 1,0 0-1,-1 0 1,1 0-1,-1 0 0,1 1 1,-1-1-1,0 0 1,0 1-1,0-1 0,0 1 1,0 2-1,1 8 6,0-1-1,-1 1 0,0-1 1,-1 1-1,-1 15 1,1-28-6,-1 5 23,0-1 0,-1 1 0,1-1 0,-1 1 0,0-1 0,0 0-1,0 0 1,-1 0 0,1 0 0,-1 0 0,0-1 0,0 1 0,0-1 0,0 0 0,-1 1 0,0-2 0,1 1 0,-1 0 0,-5 2 0,-22 20 356,27-21-258,-1 1 0,0-1 0,0-1 1,0 1-1,0-1 0,-1 0 0,1 0 1,-1 0-1,0-1 0,0 0 0,0 0 1,0-1-1,0 1 0,0-1 0,0-1 0,-1 1 1,-9-1-1,7 0-61,-24 4 401,32-4-477,0 0 0,0 0 0,1 0 0,-1 1 0,0-1 0,0 0 1,0 1-1,0-1 0,1 0 0,-1 1 0,0-1 0,0 1 1,1-1-1,-1 1 0,0 0 0,1-1 0,-1 1 0,1 0 0,-1-1 1,1 1-1,-1 0 0,1 0 0,-1-1 0,1 1 0,0 0 1,0 0-1,-1 0 0,1 0 0,0-1 0,0 2 0,0-1-496,11-1-5805,8-1 2117,5-3-2064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4:55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52 1201,'0'0'6691,"6"-36"-382,-6 35-6231,0 0 0,-1 1-1,1-1 1,0 0 0,-1 0-1,1 1 1,-1-1 0,1 0 0,-1 0-1,1 1 1,-1-1 0,0 1-1,1-1 1,-1 0 0,0 1 0,1-1-1,-1 1 1,0 0 0,0-1 0,1 1-1,-1 0 1,0-1 0,0 1-1,0 0 1,0 0 0,0 0 0,1 0-1,-1-1 1,0 1 0,-2 1-1,-35-2-5,27 1 219,-24-1 114,-32 2 390,62-1-682,-1 1 1,1 0 0,0 0-1,0 0 1,0 1-1,0 0 1,0 0-1,1 0 1,-1 1 0,-5 3-1,-13 11 768,-1-2-1,-36 18 0,55-30-785,1 0 0,-1 1-1,1-1 1,-1 1 0,1 0-1,0 0 1,1 0 0,-1 1-1,1-1 1,-1 1 0,2 0-1,-1 0 1,0 0 0,1 0-1,0 1 1,0-1 0,-2 10-1,-13 30 644,16-43-693,0-1 1,1 1-1,-1 0 1,0 0-1,1 0 1,-1 0 0,1 0-1,0 0 1,0 0-1,-1 0 1,1 0-1,1-1 1,-1 1 0,0 0-1,0 0 1,1 0-1,-1 0 1,1 0 0,-1 0-1,1 0 1,0-1-1,0 1 1,0 0-1,0 0 1,0-1 0,0 1-1,0-1 1,1 1-1,-1-1 1,1 0-1,-1 1 1,1-1 0,-1 0-1,1 0 1,3 2-1,38 7 401,0-1-1,79 5 0,-98-12-473,93-1 72,-60-2 136,-52 0-62,1-1 1,0 0-1,-1 0 1,0 0 0,1-1-1,-1 1 1,0-1-1,0-1 1,0 1 0,6-6-1,-56 23-11862,28-9 3951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5:09.6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 1328 2785,'0'0'5304,"-2"3"-4749,-2 6-298,-11 22 6470,15-37-6513,1-1 0,0 1 0,0-1 0,0 1-1,1 0 1,0-1 0,0 1 0,1 0-1,6-10 1,38-51 284,-16 26 9,39-54-96,-43 61-240,-2-1 0,-1-1-1,33-67 1,-36 57-37,2 1 0,2 1 0,1 2 0,46-55 0,-48 66-124,-1 0 0,-2-1 0,-1-1 1,-1-1-1,19-50 0,-29 64-13,0 0-1,2 1 1,17-25-1,17-31 42,-33 54-17,2 1 1,15-20-1,-7 11-21,3-3-25,-18 25 66,0-1 0,-1 0 0,10-16 0,-22 48 1119,-5-7-882,2 1-1,0 0 0,1 0 0,0 0 0,2 1 0,0 0 0,-5 32 0,10-46-182,0 1 0,-1-1 0,1 0-1,-1 1 1,0-1 0,-6 8-1,5-8 11,1 0 0,-1 0 0,1 0-1,0 1 1,-2 9 0,-6 17 83,8-26-130,0-1 0,0 1 0,1-1 0,0 1 0,0 0 0,-1 9 1,2-13-54,0 1 0,0-1 1,0 0-1,0 1 0,0-1 1,0 0-1,0 0 0,1 1 1,-1-1-1,1 0 0,0 0 1,-1 0-1,1 0 0,0 0 1,0 0-1,0 0 0,1 0 1,-1 0-1,0 0 0,1 0 1,0-1-1,-1 1 0,1-1 1,0 1-1,-1-1 0,1 0 1,0 1-1,0-1 0,0 0 1,0 0-1,0-1 0,1 1 1,-1 0-1,0-1 0,0 1 1,0-1-1,1 0 0,-1 1 1,0-1-1,1 0 0,-1-1 1,3 1-1,3 0 7,-1 0 0,1 0 0,-1-1 0,1 0 0,-1-1 0,14-3 0,-17 3-11,1-1 0,-1 1 0,0-1 0,0 1 0,0-1 0,-1-1 0,1 1 0,-1 0 0,1-1 0,-1 0 0,4-6 0,103-120-209,-87 97 101,-1-1 1,17-39-1,3 4 75,-34 54 63,-2 3 75,-18 23 5,-2 6 161,1 1 1,1 0 0,1 1-1,0 1 1,2 0-1,0 0 1,-9 32-1,-4 6 645,11-31-700,6-17-34,0 1 0,1-1 0,1 1 0,0 0 0,0 0 1,1 0-1,0 0 0,0 15 0,2-22-122,0 0 0,0 0 0,0 0 0,0 0 0,1-1 0,0 1 0,0 0 0,0 0 0,0-1 0,3 8 0,-2-9-24,-1-1-1,1 1 1,0-1 0,-1 1-1,1-1 1,0 0-1,0 0 1,0 0-1,0 0 1,0 0-1,0 0 1,0-1 0,0 1-1,0-1 1,1 1-1,-1-1 1,0 0-1,0 0 1,0 0-1,1 0 1,1 0 0,23 0 156,-22 1-191,1 0 1,0-1-1,0 1 0,-1-1 0,1-1 1,0 1-1,0-1 0,-1 0 0,1 0 1,0-1-1,-1 0 0,0 0 0,1 0 1,-1-1-1,8-4 0,24-27-2,-29 31 1537,2 3-5390,-5 1-2698,-14-1-8,-3 0-5179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5:14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57 768,'0'0'9722,"7"-9"-8364,22-29-163,-22 29 2844,-23 11-2424,-5 8-1057,0 0 0,0 2 0,1 0 0,1 2 1,-27 22-1,35-27-407,-8 6 196,1 1 1,1 0-1,0 1 1,-23 32-1,33-39-248,0 1 0,1-1 0,1 1 0,0 0 0,0 0-1,1 1 1,0-1 0,1 1 0,0 0 0,1 0 0,-1 13 0,2-3 62,1 1 1,1 0 0,5 30-1,-4-41-107,1-1-1,1 1 1,0-1-1,0 0 1,1 0 0,0 0-1,1-1 1,8 11-1,-1-3 50,1 0 0,1-1 0,24 22 0,-32-33-219,0 0 1,0-1-1,1 1 1,0-2 0,-1 1-1,1-1 1,1 0-1,-1 0 1,1-1-1,-1-1 1,14 4 0,-6-6-3684,-15 0 3118,1 0 0,-1 0-1,1 0 1,-1-1 0,1 1 0,-1 0-1,1-1 1,-1 0 0,0 1 0,1-1-1,-1 0 1,0 1 0,0-1 0,2-1-1,9-13-8431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5:15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1 147 3298,'0'0'8507,"10"-3"-7359,3-2-726,-7 3-171,0 0 0,-1 1 0,1-1 0,0 1 0,0 1 0,0-1 0,11 1 0,-16 0-171,0 0 0,0 1 0,0-1 0,0 0-1,0 1 1,0-1 0,0 1 0,0-1 0,0 1 0,0-1 0,0 1-1,0 0 1,0-1 0,0 1 0,-1 0 0,1 0 0,0-1 0,-1 1-1,1 0 1,0 0 0,-1 0 0,1 0 0,-1 0 0,0 0 0,1 0 0,-1 0-1,0 0 1,1 0 0,-1 0 0,0 1 0,0 1 0,1 42 1799,-1-34-1282,0 11 124,-3 60 1139,2-74-1723,0-1 0,-1 1-1,0 0 1,0-1 0,0 0 0,-1 0 0,-1 0-1,-5 11 1,9-18-125,0 0 0,0 0 1,0 0-1,0 1 0,-1-1 0,1 0 0,0 0 0,0 0 0,0 1 1,0-1-1,0 0 0,0 0 0,-1 0 0,1 0 0,0 1 1,0-1-1,0 0 0,0 0 0,-1 0 0,1 0 0,0 0 0,0 0 1,0 1-1,-1-1 0,1 0 0,0 0 0,0 0 0,0 0 1,-1 0-1,1 0 0,0 0 0,0 0 0,0 0 0,-1 0 0,1 0 1,0 0-1,0 0 0,-1 0 0,1 0 0,-3-10 109,2-21-215,1 26 144,1-6-75,0 0-1,1 0 1,0 0 0,1 0 0,0 0-1,1 0 1,0 1 0,1 0 0,0 0-1,0 0 1,1 0 0,0 1 0,1 0-1,15-15 1,-5 5-199,2 2 0,0 1 0,1 0 0,1 2 0,35-21 0,-46 30 133,0 0 1,1 0-1,0 1 1,-1 0-1,1 1 1,0 0 0,1 0-1,19 0 1,-30 3 98,0 1 0,0-1 0,0 1 0,0 0 0,0 0 0,0 0 0,0 0-1,0-1 1,0 1 0,0 0 0,-1 0 0,1 1 0,0-1 0,-1 0 0,1 0 0,-1 0 0,1 0 0,-1 1 0,0-1 0,1 0 0,-1 0 0,0 0 0,0 1 0,0-1 0,0 2 0,3 35 484,-2-12-173,-3 37 508,2-59-729,-1 0 0,0 0 0,0 0 0,0 0 0,-1-1 0,1 1 0,-1 0 0,0-1 0,0 1 0,0-1 0,0 0 0,-5 6 0,6-13-98,0 0 0,0 0 1,1-1-1,-1 1 0,1 0 1,1-1-1,0-5 0,1 3-62,1 0-1,1 0 1,-1 1-1,1-1 0,0 1 1,1 0-1,-1 0 1,1 0-1,9-7 1,-2 1-158,2 0 0,0 1 0,16-9 1,-15 10 66,1 1 1,0 0 0,0 2-1,1-1 1,0 2 0,1 0-1,-1 2 1,1-1 0,0 2-1,26-2 1,-44 27 1078,0-9-685,-1 0 1,-1 0 0,0 0-1,0 0 1,-2-1-1,1 1 1,-2-1-1,0 1 1,0-1 0,-11 17-1,6-11 264,0 1 0,2 0-1,0 1 1,-9 33 0,18-52-659,-1 0 1,0-1-1,1 1 1,-1-1-1,0 1 0,1 0 1,-1-1-1,1 1 0,-1-1 1,1 1-1,0-1 1,-1 1-1,1-1 0,-1 0 1,1 1-1,0-1 1,-1 0-1,1 1 0,0-1 1,-1 0-1,1 0 1,0 0-1,0 0 0,-1 0 1,1 0-1,0 1 1,-1-2-1,1 1 0,0 0 1,0 0-1,-1 0 1,2 0-1,32-2-3421,-32 2 2865,25-4-5020,0-6-2061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5:16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94 7 1105,'0'0'9609,"2"-7"-4673,-4 11-4450,1-1 0,-1 1 0,0 0-1,0-1 1,0 0 0,0 1 0,0-1 0,-1 0 0,0 0 0,1 0 0,-1-1 0,-5 4 0,-6 9 787,8-9-1097,2 0 0,-1 0 0,1 1 0,-1 0 0,2 0 0,-1 0 1,1 0-1,0 0 0,1 1 0,0-1 0,0 1 0,0 0 0,1-1 0,0 1 0,1 0 0,0 0 0,1 9 0,-1-15-177,0-1-1,0 1 0,1-1 1,-1 1-1,1-1 0,-1 0 1,1 1-1,-1-1 0,1 0 1,0 1-1,0-1 0,0 0 1,-1 0-1,1 0 0,0 0 1,1 1-1,-1-2 0,0 1 1,0 0-1,0 0 0,1 0 1,-1 0-1,0-1 0,1 1 1,-1-1-1,0 1 0,1-1 1,-1 1-1,1-1 0,-1 0 1,3 0-1,8 2-104,-1-1 1,1 0-1,13-2 1,-11 1-89,-10-1 121,1 1 1,-1-1-1,0-1 0,1 1 1,-1 0-1,0-1 0,0 0 1,0 0-1,0 0 0,0-1 1,0 1-1,0-1 1,-1 0-1,6-5 0,7-9-552,24-29 1,-24 26 202,-1 1 188,2 0 1,1 1 0,0 1 0,31-23 0,-48 39 1892,-4 3-765,-4 6-611,2 0 1,-1 0 0,1 0-1,0 1 1,1-1 0,0 1-1,0 0 1,1 0 0,1 1-1,-1-1 1,1 1-1,1-1 1,0 1 0,0 0-1,1-1 1,0 1 0,0 0-1,3 10 1,-2-17-275,0 0 1,0-1-1,0 1 1,1-1-1,-1 1 1,0-1-1,1 0 1,0 1-1,0-1 1,0 0-1,0 0 1,0 0-1,0-1 1,0 1-1,3 1 1,40 23-182,-39-23 107,14 6-907,0 0 1,1-1-1,0-1 1,26 5-1,-26-8-2551,-1-2-1,32 1 0,0-3-7692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5:1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 30 1457,'0'0'9006,"-3"-5"-7389,3 5-1529,-1-1 0,0 0 0,1 0 0,-1 0 0,1 0 0,0 0 0,-1 1 0,1-1 0,0 0 0,-1 0 0,1 0 0,0 0 0,0 0 0,0 0 0,0 0 0,0 0 0,0 0 0,0 0-1,0-1 1,1 1 51,1 0 0,-1 1 0,0-1 0,0 1-1,0-1 1,1 1 0,-1 0 0,0-1 0,0 1-1,1 0 1,-1 0 0,0 0 0,0 0 0,1 0-1,-1 0 1,0 0 0,1 1 0,-1-1 0,0 0-1,0 1 1,2 0 0,1 0 89,0 0-1,-1 1 1,1 0-1,0 0 1,-1 0-1,0 0 1,1 0-1,-1 1 1,0-1-1,0 1 0,3 4 1,32 39 1206,-28-33-1047,13 20 221,-1 1 0,-1 0-1,15 40 1,42 115 350,-64-153-846,-2-1-79,0 0 0,7 46 0,-15-61 111,-1 0 0,-2 0 0,0 0 0,-1 1 0,-4 35 0,2-51 31,1 1 0,-1-1 0,0 1 0,-1-1 0,1 0 0,-1 0 1,0 0-1,0 0 0,-1 0 0,1-1 0,-1 0 0,0 1 0,0-1 0,-1-1 0,1 1 0,-1-1 1,-6 4-1,-11 6 617,-1-1 0,-39 14 1,36-15-253,-11 3 21,17-6-504,1 0 1,-1 1-1,-28 18 0,46-25-124,0-2 36,1 1 0,0 0 0,0 0-1,0 0 1,0 0 0,0 0 0,0 0 0,0 0-1,0 0 1,0 0 0,0 0 0,0 1 0,1-1 0,-1 0-1,1 1 1,-1-1 0,1 0 0,-1 1 0,1-1-1,0 0 1,-1 1 0,1-1 0,0 1 0,0-1-1,0 2 1,28-3-5747,-24 0 5068,20-2-5365,-9-7-1683,-6-1 16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6:51.4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0 80,'0'0'4205,"9"0"-3330,39 0 4154,-74 0-4797,-16 0-262,41 0 196,5 0 917,260 12 2864,8-1-3473,199-21 310,-430 10-753,389 1 58,-271 9-108,162 4 9,-260-14 7,416-9-651,-66 4-372,-252 7 1028,58 15 22,-42-1 968,172-12 1373,-249-4 2847,-61 0-5150,-35 0-619,15 0 589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6:52.6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383 0 2353,'0'0'15103,"0"6"-10071,0 18-3360,1-18-1529,1 0-1,-1 0 0,1 0 0,0 0 1,0 0-1,1 0 0,0 0 0,0-1 0,0 1 1,5 5-1,14 28 305,-15-22-274,0-1 1,2 1-1,13 20 1,-17-30-96,1 0 1,-1-1 0,1 0-1,0 0 1,1-1 0,0 1 0,0-1-1,0-1 1,11 6 0,-17-8-19,0 0 0,0 0 0,0 0 0,0 0 0,0 0 0,-1 0 0,1 0 0,-1 0 0,1 0 0,-1 0 0,0 3 0,0-2-57,1 0-1,-1 0 0,1 0 1,0 0-1,0 0 0,0 0 1,0 0-1,2 4 0,13 2 127,-15-12 175,-9-3-208,-2 3-107,0 0 1,-1 0 0,1 1 0,0 1 0,-1-1-1,1 2 1,-1-1 0,1 1 0,-16 3 0,5-2 2,9 0 12,0 1 0,0 0 0,1 1 0,-1 0 0,1 1 0,0 0 0,0 0 0,1 1-1,-1 1 1,-9 7 0,-16 12 38,-44 39-1,71-56-33,-13 13 323,-27 31 0,40-40-38,2-7-128,7-4-154,-1-1 0,1 0 0,-1 1 1,1-1-1,-1 0 0,1 1 0,-1-1 1,1 1-1,0-1 0,-1 1 1,1-1-1,0 1 0,0-1 0,-1 1 1,1 0-1,0-1 0,0 1 0,0-1 1,-1 1-1,1-1 0,0 1 0,0 0 1,0-1-1,0 1 0,0-1 0,0 1 1,1 1-1,-10-2-2991,8 0 2696,-3 1-574,0-2-1,0 1 1,0 0 0,1-1 0,-1 1 0,0-1 0,1 0 0,-1 0 0,-3-2-1,-30-19-8137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6:54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604 54 384,'0'0'3933,"-1"-7"-3413,0-2-164,0 5 21,0 0 0,0 1-1,0-1 1,0 0 0,0 0-1,-1 1 1,-2-5-1,-2 5 6723,-3 6-4534,-4 8-935,12-9-1511,-19 27 1539,-31 37 1,42-55-1567,-1-2-1,0 1 1,-1-2 0,0 1 0,0-1 0,-23 11 0,-2-1-40,-130 70 998,100-48-939,-52 32 12,118-72-93,-1 0 0,1 0 0,-1 0 1,1 1-1,0-1 0,-1 0 0,1 0 0,0 1 0,-1-1 0,1 0 0,0 1 0,-1-1 0,1 0 0,0 1 0,-1-1 0,1 0 0,0 1 0,0-1 0,0 0 0,-1 1 0,1-1 0,0 1 0,0-1 0,0 1 0,0-1 0,0 0 0,0 1 0,0-1 0,0 1 0,0-1 0,0 1 0,0-1 0,0 0 0,0 1 0,0-1 0,0 1 1,1-1-1,-1 1 0,0-1 0,0 0 0,0 1 0,1-1 0,-1 0 0,0 1 0,1-1 0,20 14 1615,-9-7-1966,36 20 563,1-1 1,2-3-1,0-3 0,1-1 1,0-3-1,2-2 1,80 11-1,-63-21-52,-52-4 162,1 1 0,0 1 0,26 6 0,-39-5-113,14 3 1096,-21-6-1636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7.1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189 4 7443,'0'0'11798,"-21"-4"-11702,12 4-96,-12 0-176,-10 8-1041,-17 1-1936,-11-5-4019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7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186 0 9188,'0'0'10165,"-48"0"-10165,40 13-977,-11 2-1248,-6 3-1712,-11 1-1922,-14-2-496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7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90 0 2257,'0'0'12166,"-31"32"-11990,31-26-176,-9 9-16,1-1-1153,-9 5-1872,-8 0-1729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7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149 0 4418,'0'0'10597,"-61"121"-10021,53-98-464,-5 3-112,1 1-528,-3 2-1921,-4 2-1825,-2 1-1217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7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 0 3810,'0'0'11557,"-19"124"-11429,19-101-128,0 4-496,-4 0-1265,2 2-2497,-2 0-1729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8.0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24 0 7668,'0'0'11141,"-23"44"-11141,23-36 0,0 1-929,0-3-1312,4 2-1729,-2-1-1440,-2-1-561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8.3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1 0 4274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8.62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112 43 4274,'-102'-33'2671,"93"27"2550,15 3-1349,-5 3-3666,0 0 1,0 0-1,0 0 1,0 0-1,0 0 0,0 0 1,0 0-1,0 0 1,0 0-1,0 1 1,0-1-1,-1 0 1,1 1-1,0-1 1,0 1-1,0-1 1,0 1-1,0-1 1,-1 1-1,1-1 1,1 3-1,3 10 293,-2 1 0,1 0 1,-2 0-1,0 0 0,0 0 0,-1 1 0,-2 13 0,4 36-183,0-47-279,0 0 1,0 0 0,2 0 0,0-1-1,1 0 1,10 21 0,-38-48-15888,11 3 9668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09.3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364 6 1857,'-3'-4'13329,"-7"3"-11966,-40 25 1305,6-1-1105,40-22-1474,-121 52 2326,111-45-2177,-1 0 0,1 1 0,1 1 0,0 0 0,0 0 0,-13 16 0,21-19-32,-5 5 277,5-10 3492,5-23-28995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0.2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 1697,'0'0'9020,"7"-1"152,25-2-8193,-27 4-778,0 0 1,1 0-1,-1 0 0,0 0 0,0 1 0,0 0 0,-1 0 1,1 1-1,0-1 0,-1 1 0,7 5 0,-6-4 1,1 0-1,-1-1 0,1 0 0,0 0 0,0 0 0,0-1 0,8 3 0,-9-5-121,-5 0-64,1 0 0,-1 0 0,1 0 0,-1 0 0,1 0 1,-1 0-1,0 0 0,1 0 0,-1 0 0,1 0 0,-1 0 0,0 0 0,1 0 0,-1 1 0,1-1 0,-1 0 1,0 0-1,1 0 0,-1 1 0,1-1 0,-1 0 0,0 0 0,0 1 0,1-1 0,-1 0 0,0 1 0,1-1 1,-1 0-1,0 1 0,0-1 0,0 1 0,1-1 0,-1 0 0,0 1 0,0-1 0,0 2 1102,-5 8-1246,-22 5-304,17-10-35,-1 0 1,1 1 0,1 0-1,-1 1 1,-10 9-1,20-15 328,-1-1-1,1 0 1,-1 0-1,1 1 0,0-1 1,-1 0-1,1 0 1,0 1-1,-1-1 0,1 0 1,0 1-1,-1-1 1,1 1-1,0-1 0,-1 0 1,1 1-1,0-1 1,0 1-1,0-1 0,-1 1 1,1-1-1,0 1 1,0-1-1,0 1 0,0-1 1,0 1-1,0-1 0,0 0 1,0 1-1,0 0 1,15 0-3843,-3-2 4635,14 1-891,-29 0 445,-1 0 1,1 0-1,0 0 1,0 0-1,0 0 1,-1 1-1,-2 0 0,-6 21 61,7-8-1488,5-14 1099,0 0 0,0 1 0,1-1-1,-1 0 1,0 0 0,0 0 0,0 0 0,1 0 0,-1 1-1,0-1 1,0 0 0,1 0 0,-1 0 0,0 0 0,0 0-1,1 0 1,-1 0 0,0 0 0,0 0 0,1 0 0,-1 0 0,0 0-1,0 0 1,1 0 0,-1 0 0,0 0 0,0 0 0,1 0-1,-1 0 1,0-1 0,0 1 0,1 0 0,-1 0 78,0 0 1,0-1 0,1 1-1,-1 0 1,0 0 0,0 0-1,0 0 1,1 0 0,-1 0-1,0 0 1,0 0 0,1 0-1,-1 0 1,0 0 0,0 0-1,0 0 1,1 0 0,-1 0-1,0 0 1,0 0 0,1 0-1,-1 0 1,0 0 0,0 0-1,1 0 1,-1 0 0,0 0-1,0 0 1,0 0 0,1 0-1,-1 1 1,0-1 0,0 0-1,0 0 1,0 0 0,1 0-1,-1 1 1,0-1 0,0 0-1,0 0 1,0 0 0,0 0-1,0 1 1,0-1 0,1 0-1,-1 0 1,0 1 0,0-1-1,0 0 1,0 0 0,0 0-1,0 1 1,0-1 0,0 0-1,0 0 1,0 1 0,0-1-1,-1 20-912,-3-17-1899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3.1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427 54 1473,'0'0'7627,"6"-4"-6600,23-14 2524,-28 14 1866,-7-1-4370,-8-2-1356,-11 2 304,1 1-1,-1 0 1,0 2 0,-1 1-1,1 1 1,-32 5 0,46-4-1,0 1 1,0 1-1,0 0 1,-20 8-1,27-9-4,-1 0 1,1 0-1,-1 1 0,1-1 0,0 1 0,0 0 0,0 0 0,0 1 1,0-1-1,1 1 0,0 0 0,-1 0 0,-2 4 0,6-6-1,-1 0 0,0-1-1,1 1 1,-1 0-1,1 0 1,0-1 0,-1 1-1,1 0 1,0 0 0,0 0-1,0 0 1,0-1-1,1 1 1,-1 0 0,0 0-1,1-1 1,-1 1-1,1 0 1,0 0 0,-1-1-1,1 1 1,0-1 0,0 1-1,0-1 1,0 1-1,0-1 1,1 1 0,-1-1-1,2 2 1,5 3 24,0 1 1,1-1-1,0 0 0,9 4 0,0 0-23,20 14 46,-18-13-36,0 1 1,28 24-1,-46-35 0,-1 1 0,1-1 0,-1 0 0,1 1 0,-1-1 0,0 1 1,0 0-1,0-1 0,0 1 0,0 0 0,0 0 0,0-1 0,0 1 0,-1 0 0,1 0 0,-1 0 0,0 0 0,1 0 0,-1 0 0,0 0 0,0 0 0,0 3 0,-1-3 27,0 1-1,0 0 1,0 0-1,-1-1 1,1 1-1,-1 0 1,0-1-1,1 0 1,-1 1-1,0-1 1,0 0-1,0 0 1,-4 2-1,-6 5 225,0 0 0,-1-2 0,-1 0 1,-21 9-1,23-11-5,0-1 1,0 0 0,-1 0-1,1-1 1,-1-1 0,0 0-1,0-1 1,0 0 0,0-1-1,-24-3 1,33 1-209,0-1 0,0 1-1,0-1 1,0 1 0,0-1 0,1 0 0,-1-1 0,1 1 0,0-1-1,0 1 1,0-1 0,1 0 0,-1 0 0,1 0 0,-2-5-1,14 8-5418,54 1-3447,-23 0 1334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3.5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308 1 5491,'0'0'9404,"-11"19"-8646,6-9-603,-63 132 1907,23-31-650,7-15-676,-74 135 0,101-211-1064,-6 8-5046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4.1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4018,'0'0'5120,"22"-1"-2762,143-3 1369,50 10 420,127-4-2630,-330-3 388,-20 1-1450,-24 3-521,-28 17 167,26-10-82,1 1 0,1 1 1,0 2-1,1 1 0,-35 23 0,64-36-23,-1 0-1,1 0 1,-1 1-1,1-1 1,0 1-1,0 0 1,0-1-1,0 1 1,0 0-1,1 0 1,-1 0-1,1 1 1,0-1-1,0 0 1,0 0-1,0 1 0,1-1 1,-1 0-1,1 1 1,0-1-1,0 1 1,1 3-1,-1-6 5,0 0-1,0-1 1,0 1-1,0-1 1,1 1-1,-1-1 1,0 1-1,1-1 1,-1 1-1,0-1 1,1 1-1,-1-1 1,0 1-1,1-1 1,-1 0-1,1 1 1,-1-1-1,1 0 1,-1 1-1,1-1 1,-1 0 0,1 0-1,-1 1 1,1-1-1,0 0 1,-1 0-1,1 0 1,-1 0-1,1 0 1,0 0-1,0 0 1,26 1-3,-19-1 5,4 0-23,0-1 0,0 0 0,-1-1 0,1 0-1,-1-1 1,1 0 0,-1 0 0,0-1 0,0-1 0,0 0-1,-1-1 1,0 0 0,0 0 0,16-14 0,-19 15 224,-7 10 122,0 6-381,1-2-244,0 0 0,0 0-1,1 0 1,0 0 0,0 0 0,1 0 0,6 14 0,-7-20-192,0 0 0,0 0 1,0-1-1,0 1 1,0 0-1,1-1 1,-1 1-1,1-1 1,0 0-1,-1 0 1,1 0-1,0 0 1,0 0-1,0-1 0,1 0 1,-1 1-1,0-1 1,0 0-1,1 0 1,-1-1-1,1 1 1,-1-1-1,5 0 1,22 1-4549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4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3986,'0'0'13590,"0"8"-11648,-6 93 2706,8-100-4702,0-1 1,1 1 0,-1 0 0,0 0-1,1-1 1,-1 1 0,1-1-1,-1 0 1,1 0 0,-1 0 0,0 0-1,1 0 1,2-1 0,-1 1-98,11 0-54,0-2-1,1 1 0,-1-2 1,0 0-1,0-1 0,0 0 0,-1-2 1,1 1-1,24-15 0,-34 17 255,12-2 2098,-17 29-2086,0-22-215,1 0-1,-1 0 1,1 0-1,0 0 1,-1 0-1,1 0 0,0 0 1,0 0-1,0-1 1,1 1-1,-1 0 0,0-1 1,1 1-1,-1-1 1,0 1-1,1-1 1,0 0-1,-1 0 0,1 0 1,0 0-1,0 0 1,0 0-1,-1 0 1,1 0-1,0-1 0,0 1 1,0-1-1,4 1 1,6 2-2446,0-1 0,0 0 1,16-1-1,9 0-5988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5.1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292 566 8148,'0'0'2588,"-18"-4"408,-16-3-1315,-1 1 1,-56-2 0,86 8-1604,0 0 1,1 0 0,-1 1-1,0-1 1,1 1 0,-1 0 0,1 0-1,-1 1 1,1-1 0,0 1-1,0 0 1,0 0 0,-1 0-1,2 1 1,-1 0 0,0-1 0,1 1-1,-1 0 1,1 1 0,0-1-1,0 1 1,0-1 0,0 1-1,1 0 1,-1 0 0,1 0 0,0 0-1,1 1 1,-1-1 0,1 0-1,-1 1 1,1-1 0,1 1-1,-1 0 1,1-1 0,-1 1 0,1 0-1,1-1 1,0 9 0,0-12-83,-1 0 1,0 0 0,1 0 0,0-1 0,-1 1-1,1 0 1,0 0 0,-1 0 0,1 0-1,0-1 1,0 1 0,0 0 0,0-1 0,-1 1-1,1 0 1,0-1 0,0 1 0,0-1-1,0 0 1,0 1 0,0-1 0,1 0-1,-1 0 1,0 1 0,0-1 0,0 0 0,0 0-1,0 0 1,2-1 0,40-1-24,-41 2 28,14-3-92,1-1-1,-2 0 1,1-1 0,0-1-1,-1 0 1,0-1 0,20-14-1,98-72-1772,-117 81 1596,48-37-699,-2-3 0,61-65 0,-103 94 1057,0 0 1,-1-1-1,-1 0 0,-2-2 0,0 0 1,-2-1-1,-1-1 0,18-53 0,-31 80 102,1 0 0,-1 1 0,1-1-1,-1 1 1,0-1 0,0 0 0,1 1-1,-1-1 1,0 0 0,0 1 0,0-1-1,0 0 1,0 1 0,0-1 0,0 0-1,0 1 1,0-1 0,0 0 0,0 1-1,0-1 1,0 0 0,0 1-1,-1-1 1,1 0 0,-1 0 0,-13 18 1316,4-3-1468,-134 199 1170,118-170-1068,2 1-1,2 1 1,-18 55 0,34-83-436,0-1 0,1 1 0,1 0 0,1 0 0,0 0-1,2 1 1,0-1 0,1 23 0,0-38 61,1 0-1,0 0 0,-1-1 1,1 1-1,0-1 1,0 1-1,0 0 0,0-1 1,0 1-1,0-1 0,0 0 1,0 1-1,0-1 1,1 0-1,-1 0 0,1 0 1,-1 0-1,1 0 0,-1 0 1,1 0-1,0 0 1,-1-1-1,1 1 0,0-1 1,-1 1-1,4-1 0,6 3-1277,0-2-1,0 0 0,12 0 0,-21-1 1240,45 1-4426,6-1-491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5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373 8 8340,'0'0'2977,"-23"-1"41,-9-1-1803,3-1 282,0 2 0,-45 3 0,63-1-1160,0 1-1,0 0 0,0 0 1,1 1-1,-1 0 1,1 1-1,0 0 0,0 1 1,0 0-1,-12 9 1,17-11-283,1 1 1,-1 0 0,1 0-1,0 1 1,0-1-1,0 1 1,0-1 0,1 1-1,0 0 1,0 1 0,0-1-1,1 0 1,0 1-1,0 0 1,0-1 0,1 1-1,0 0 1,0 0-1,0 0 1,1 7 0,0-12-58,0-1 0,0 1 0,0 0 0,0 0 0,0-1 0,0 1 1,1 0-1,-1-1 0,0 1 0,1 0 0,-1-1 0,1 1 0,-1 0 0,0-1 1,1 1-1,-1-1 0,1 1 0,0-1 0,-1 1 0,1-1 0,-1 1 0,1-1 0,0 1 1,0-1-1,25 6-184,-20-5 156,1-1 0,-1-1 0,0 1 0,0-1 0,0 0 0,0 0 0,6-3 0,0-3-6,0 0 1,-1 0-1,0-2 1,0 1 0,-1-1-1,18-21 1,-8 9 1977,-28 46-1877,5-16-93,-13 54-1062,16-59 593,-1 1 0,1-1-1,0 0 1,0 1 0,0-1-1,1 1 1,1 5 0,-1-8 109,0 0 0,0-1 0,0 1 0,1 0 0,-1 0 0,1-1 0,-1 1 0,1-1 0,-1 1 0,1-1 0,0 0 0,0 1 1,-1-1-1,1 0 0,0 0 0,0-1 0,0 1 0,0 0 0,0-1 0,0 1 0,1-1 0,2 1 0,35 5-6200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5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63 107 8500,'0'0'11240,"-9"12"-10480,-27 38-194,34-47-506,0 0 1,1 1-1,0-1 0,0 0 1,0 0-1,0 1 1,0-1-1,0 1 1,1 6-1,0-9-36,0 0-1,0-1 1,0 1 0,0 0-1,0 0 1,0 0 0,0 0-1,-1-1 1,1 1 0,0 0-1,0 0 1,-1 0 0,1-1-1,0 1 1,-1 0 0,1 0-1,-1-1 1,1 1 0,-2 1-1,2-2 514,0-13 324,-1 1-861,2 0-1,-1 1 0,2-1 0,-1 0 1,8-23-1,-7 29-206,1 0 1,0 0-1,0 1 0,0-1 1,1 1-1,0 0 1,0 0-1,0 0 0,1 0 1,0 1-1,-1 0 0,2 0 1,6-4-1,-2 1-1166,0 2 0,1 0 0,0 0 0,0 1 0,0 0 0,0 1 0,22-4 0,10 2-4637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6.4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313 575 3858,'0'0'14281,"-17"-4"-13339,-130-24 1133,135 26-1858,0 1 0,0 0 0,0 0-1,0 1 1,-21 3 0,30-3-216,0 1 1,1 0-1,-1 0 0,1 0 1,-1 0-1,0 0 1,1 0-1,0 1 1,-1-1-1,1 1 0,0 0 1,0 0-1,0-1 1,0 2-1,0-1 1,0 0-1,0 0 0,1 0 1,-1 1-1,1-1 1,0 1-1,0-1 1,0 1-1,0 0 0,0-1 1,0 1-1,1 0 1,-1-1-1,1 1 1,0 3-1,0-4 16,-1 3-86,0 1 1,1-1-1,-1 1 0,1 0 0,1-1 1,-1 1-1,3 8 0,-2-12 28,0-1 0,-1 1 0,1-1 0,0 0 0,1 1 0,-1-1 0,0 0 0,0 0 0,1 1 0,-1-1 0,0 0 0,1 0-1,-1 0 1,1-1 0,-1 1 0,1 0 0,0 0 0,-1-1 0,1 1 0,0-1 0,-1 0 0,1 1 0,0-1 0,-1 0 0,1 0 0,0 0 0,0 0 0,2-1 0,9 0-161,1 0 1,0-2-1,0 1 1,-1-2 0,0 0-1,0 0 1,0-1-1,0-1 1,-1 0 0,21-14-1,12-11-1233,57-52 0,-64 51 681,22-17 5,125-110-587,-155 129 1352,-1-1 0,-1-1 1,40-60-1,-66 89 122,23-45 1020,-23 44-354,-1 0 0,0 0-1,0 0 1,0 0 0,-1 0 0,1-6 0,-7 13 2069,-48 50-2081,2 3-1,-50 71 1,86-104-689,1 1 1,1 0-1,0 0 1,-16 48-1,24-56-147,2 0 0,0 0 0,0 0 0,2 0 0,0 1 0,1-1 0,1 1 0,0-1 0,4 25 0,-3-38-116,0 1 0,0 0 0,1 0 0,-1-1 0,1 1 0,0-1-1,0 0 1,0 1 0,0-1 0,0 0 0,1 0 0,0 0 0,-1-1 0,1 1 0,0 0-1,1-1 1,-1 0 0,0 0 0,0 0 0,1 0 0,0-1 0,5 3 0,5 0-1247,0 0 1,1 0 0,-1-2-1,25 2 1,35-2-6627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7.1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432 621 3201,'0'0'13303,"-2"-5"-11713,2 1-1411,-2 0-1,1 0 1,0 1 0,-1-1 0,0 1 0,1-1 0,-1 1 0,-1-1 0,1 1 0,0 0 0,-1 0 0,0 0 0,0 1-1,-5-6 1,1 4-36,0 0 0,-1 0 0,1 0 0,0 1 0,-1 0 0,-14-4 0,-5 2 45,0 1-1,1 1 0,-42 1 1,54 2-155,0 1 0,1 0 0,-1 1 0,0 0 0,-21 7 0,31-7-38,-1-1 0,1 1 0,0 0 1,-1 0-1,1 0 0,0 1 0,1 0 0,-1-1 0,0 1 0,1 1 0,-1-1 1,1 0-1,0 1 0,0 0 0,1-1 0,-1 1 0,1 0 0,0 1 0,0-1 1,-3 7-1,5-10-14,-1 0 1,1 0-1,-1 1 1,1-1 0,0 0-1,-1 0 1,1 1-1,0-1 1,0 0-1,0 0 1,0 1 0,0-1-1,0 0 1,0 1-1,0-1 1,1 0-1,-1 0 1,0 1-1,1-1 1,-1 0 0,1 0-1,-1 0 1,1 0-1,0 0 1,-1 0-1,1 0 1,0 0 0,0 0-1,0 0 1,0 0-1,0 0 1,0 0-1,0 0 1,0-1 0,0 1-1,0-1 1,0 1-1,0 0 1,1-1-1,-1 0 1,0 1 0,0-1-1,1 0 1,1 1-1,6-1-7,1 0 0,0 0-1,-1 0 1,1-1 0,9-3 0,5-1-120,0-1 1,-1-2-1,0 0 1,0-1-1,22-14 1,107-67-1401,-142 83 1449,76-50-1124,90-79 1,-124 91 1171,-3-2 0,76-95 0,-119 135 383,14-23 770,-15 7 3170,-16 26-2516,-15 12-1666,1 2 0,0 1 0,1 0 0,-34 36-1,29-26 80,-25 22 5,3 3 1,-46 60 0,74-83-185,2 1-1,1 0 1,2 1 0,1 1-1,-24 68 1,39-93-280,-1 1 0,2 0 1,-1 0-1,1 0 0,1 1 0,0 10 1,0-19 159,0-1 0,0 1 1,0 0-1,0 0 0,1-1 1,-1 1-1,0 0 1,0-1-1,1 1 0,-1 0 1,1-1-1,-1 1 0,1 0 1,-1-1-1,1 1 1,-1-1-1,1 1 0,-1-1 1,1 1-1,0-1 0,-1 1 1,1-1-1,0 0 1,-1 1-1,1-1 0,0 0 1,-1 1-1,1-1 0,0 0 1,0 0-1,0 0 1,28 2-2847,-24-2 2100,28-1-4443,1-2-1412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7.5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 62 1585,'0'0'10335,"-1"14"-9094,2 43 199,-1-55-1359,0 0 0,1-1 0,-1 1-1,1-1 1,0 1 0,-1-1 0,1 0-1,0 1 1,0-1 0,0 0 0,0 1 0,0-1-1,0 0 1,0 0 0,1 0 0,-1 0-1,0 0 1,1 0 0,-1 0 0,1-1-1,-1 1 1,0 0 0,3 0 0,35 6 1316,-33-7-1150,23 3 461,49-1 0,-71-3-685,1 1 0,-1-1 1,0 0-1,0 0 0,0-1 0,0 0 1,0-1-1,-1 1 0,1-1 1,-1 0-1,1-1 0,9-7 0,-13 8-5,0 0 0,-1 0 0,1-1 0,-1 1 0,0-1 0,0 1 0,0-1-1,0 0 1,-1 0 0,0 0 0,2-6 0,-2 8 9,-1 0-1,1-1 1,-1 1-1,0 0 1,0 0 0,1-1-1,-1 1 1,-1 0 0,1 0-1,0 0 1,-1-1 0,1 1-1,-1 0 1,1 0-1,-1 0 1,0 0 0,0 0-1,0 0 1,0 0 0,0 0-1,-1 0 1,1 0 0,-3-1-1,-3-3 68,-2 2-1,1-1 0,-1 1 1,1 0-1,-1 1 0,0 0 1,0 0-1,-1 1 1,1 0-1,0 1 0,-1 0 1,1 0-1,-1 1 0,1 0 1,-1 1-1,-12 2 1,18-1-70,1 0 0,-1 0 1,1 0-1,0 0 1,0 1-1,0-1 1,0 1-1,0 0 1,0-1-1,1 1 1,0 1-1,-1-1 1,1 0-1,0 0 0,-3 8 1,-1 3 36,0 0-1,-7 24 1,10-25-59,1 0-1,1 0 1,0 0 0,0 14-1,2-26-46,-1 1-1,0-1 0,0 1 1,1-1-1,-1 1 0,1-1 1,-1 1-1,1-1 0,-1 1 1,1-1-1,0 1 0,0-1 1,0 0-1,0 0 0,0 1 1,0-1-1,0 0 0,0 0 1,0 0-1,1 0 0,-1 0 1,0 0-1,1-1 0,-1 1 1,1 0-1,-1-1 0,1 1 1,-1-1-1,1 1 0,2-1 1,6 2-468,0 0 0,1-1 1,17 0-1,-17-1 84,1 0-83,17 1-3067,35-4 0,-17-7-2531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8.0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33 129 2913,'0'0'14177,"-5"20"-12381,-15 64-3,18-69-1299,-1 1 1,2-1-1,0 0 1,2 29-1,1-9-173,-3-34-316,1 0 0,0 0 0,0-1 0,0 1 0,-1 0 0,1 0 0,0 0 0,0 0 0,0 0 0,1-1 0,-1 1 0,0 0 1,0 0-1,0 0 0,1 0 0,-1-1 0,0 1 0,1 0 0,-1 0 0,0-1 0,1 1 0,-1 0 0,1-1 0,0 1 0,-1 0 0,1-1 0,-1 1 0,1-1 0,0 1 0,-1-1 0,1 1 0,0-1 0,0 1 0,-1-1 0,1 0 0,0 0 0,0 1 0,0-1 0,0 0 0,-1 0 0,1 0 0,0 0 0,0 0 1,0 0-1,0 0 0,0 0 0,-1 0 0,1 0 0,0 0 0,0-1 0,0 1 0,-1 0 0,1 0 0,0-1 0,0 1 0,1-2 0,3 0 26,1-2-1,-1 1 1,1-1 0,-1 0-1,0 0 1,4-5 0,27-27-7,-2-2 0,-1-2 0,-2 0 0,-2-2 0,37-73 0,-64 110-14,0 0 127,0 1-1,0-1 0,0 1 1,1 0-1,0 0 0,-1 0 0,1 0 1,4-3-1,-6 6-270,0 0 1,0 0-1,1 1 1,-1-1-1,0 1 0,0-1 1,1 1-1,-1-1 0,0 1 1,1-1-1,-1 1 0,0 0 1,3 0-1,-1 0-487,0 0 0,-1 1 0,1-1 0,0 1 0,-1 0 0,1 0 0,-1 0 0,1 0 1,2 1-1,18 11-6212,5 0-2601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8.2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1 800,'0'0'27565,"-48"23"-26797,42-11-496,0-1-240,-1-1-32,3-4-624,0 3-1249,2-5-960,2 0-1681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8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41 10613,'0'0'12566,"17"-40"-12951,-9 50-1824,5 18-816,3-1-2097,3-2-2978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8.90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405 56 3314,'0'0'6768,"-19"-8"-3380,-1-1-2248,9 3-416,0 1 0,0 0-1,-1 0 1,1 2 0,-1-1 0,0 1 0,0 1 0,-14-1-1,6 1 330,-1 2 0,0 0 0,-20 3-1,33-2-912,1 0 0,-1 1-1,1 1 1,0-1-1,-1 1 1,1 0 0,0 1-1,1-1 1,-1 1-1,-12 10 1,13-8-119,0-1 0,0 1 0,0 1 0,1-1 0,-6 9 0,10-12-33,-1-1 1,0 1-1,1 0 1,-1 0-1,1 1 1,0-1-1,0 0 1,0 0-1,1 1 1,-1-1-1,1 0 0,0 1 1,0-1-1,0 0 1,1 7-1,-1-9 7,1 0-1,-1 0 1,1-1-1,-1 1 0,1 0 1,-1 0-1,1-1 1,-1 1-1,1 0 1,0 0-1,0-1 0,-1 1 1,1-1-1,0 1 1,0-1-1,0 1 1,0-1-1,0 1 1,-1-1-1,1 0 0,0 0 1,0 1-1,2-1 1,26 3-60,-25-3 42,11 0 4,11 1-308,0 0 0,47-7 0,-67 5 311,0 0 0,0 0 0,0 0 0,-1-1 0,1 0 1,-1 0-1,1-1 0,-1 1 0,0-1 0,0 0 0,0-1 0,0 1 0,0-1 0,-1 0 0,0 0 1,1 0-1,-2-1 0,6-6 0,-22 45 1924,8-21-2208,2 0-1,0 0 1,0 1-1,-1 22 0,4-32-93,0 0 0,0 0-1,0 0 1,1 1 0,0-1-1,-1 0 1,1 0 0,1 0-1,2 7 1,-3-9 125,1 0-1,-1-1 1,1 1 0,-1 0 0,1-1 0,0 1 0,0-1-1,0 0 1,0 1 0,0-1 0,0 0 0,0 0 0,0 0-1,1-1 1,-1 1 0,0 0 0,1-1 0,-1 0 0,4 1-1,38 1-4382,9-2-1252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9.2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400 0 1953,'0'0'17664,"-18"5"-14777,7-2-2539,0 0-107,1 0 0,-1 0 0,0 1 0,1 0 0,0 1 0,0 1 0,0-1-1,1 1 1,-1 1 0,-14 14 0,-4 8 481,1 1-1,2 2 1,2 0 0,0 2-1,-27 57 1,37-64-637,2 0 0,1 1 0,2 1 0,0 0 0,2 0 1,1 1-1,1-1 0,1 37 0,3 10-632,0-76 463,0 1 0,0-1-1,0 1 1,0-1 0,0 1 0,0-1 0,1 1-1,-1-1 1,0 1 0,0-1 0,1 1 0,-1-1-1,0 1 1,0-1 0,1 0 0,-1 1 0,1-1-1,-1 0 1,0 1 0,1-1 0,-1 0 0,1 1-1,-1-1 1,1 0 0,-1 0 0,1 1 0,-1-1-1,1 0 1,-1 0 0,1 0 0,23 1-2178,-18-1 1353,0-1 0,0-1-1,0 1 1,0-1 0,9-4 0,11-17-5670,-6-7-2452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9.37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10453,'0'0'9364,"132"0"-8323,-76 0-353,1 2-688,8 5-80,-1-1-1745,5 2-1585,-2-6-3313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9.6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 1 8340,'0'0'17269,"-14"18"-16477,-5 3-602,7-6-33,0 0 0,0 0-1,-11 22 1,21-31-1917,16-14-10225,10-13 5587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19.8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9044,'0'0'7396,"-41"67"-10134,36-46-1648,5-2-2321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20.61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179 204 9108,'0'0'5261,"-18"-2"-2198,-59-5 245,74 6-3166,0 1-1,0 0 1,1-1-1,-1 1 1,0 0 0,0 0-1,0 1 1,0-1-1,1 1 1,-1-1-1,0 1 1,0 0 0,1 0-1,-1 0 1,1 0-1,-1 0 1,1 1-1,-1-1 1,1 1 0,0 0-1,-1 0 1,1 0-1,0 0 1,0 0 0,1 0-1,-1 0 1,0 0-1,-2 6 1,2 0-174,0 0 0,0 0 0,0 0 0,1 0 1,1 0-1,-1 0 0,2 13 0,-1-5 223,0-13-189,0 0-1,1 1 1,-1-1 0,1 0-1,-1 1 1,1-1 0,0 0-1,0 0 1,0 0 0,1 0-1,-1 0 1,1 0 0,0 0-1,0 0 1,0 0 0,0-1-1,0 1 1,0-1 0,1 0-1,-1 1 1,1-1 0,0 0-1,0-1 1,0 1 0,0 0-1,0-1 1,6 3 0,1-1-53,0-1 1,1 1-1,0-1 1,-1-1-1,1 0 1,0-1-1,17-1 1,-24 1-14,1-1 1,-1 0-1,1 0 1,-1 0-1,0 0 1,1 0-1,-1-1 1,0 0 0,0 0-1,0 0 1,0-1-1,-1 1 1,1-1-1,-1 0 1,5-4-1,-3 2 40,0-1-1,-1-1 1,0 1-1,0-1 0,0 1 1,-1-1-1,0 0 1,3-10-1,0-5 57,-1-1 0,-1 0-1,-1 0 1,0-44 0,-3 49 4,0 0 0,-2-1 0,1 1 0,-2 0 0,-6-20 0,9 38-38,0-1 0,-1 0 1,1 1-1,0-1 0,-1 0 1,1 0-1,0 1 0,0-1 1,0 0-1,0 0 0,-1 0 1,1 1-1,0-1 0,0 0 1,1 0-1,-1 1 0,0-1 1,0 0-1,0 0 0,0 1 1,1-1-1,-1 0 0,0 0 1,1 1-1,0-2 0,18 0-254,-10 2 262,4 1-17,1 1-1,-1 0 0,0 1 0,0 1 1,0 0-1,0 0 0,-1 2 0,1-1 1,-1 2-1,15 10 0,5 5 18,-1 0 0,39 39-1,-59-51 84,-3-4-126,-1 1 0,0 0 0,0 0 0,6 10 0,-12-16 66,0 0 1,-1 0-1,1 0 1,0 0-1,-1 0 1,1 0-1,-1 0 1,1 0-1,-1 1 1,1-1-1,-1 0 1,0 0-1,0 1 1,1-1-1,-1 0 1,0 1-1,0-1 1,0 0-1,-1 0 1,1 1-1,0-1 1,0 0-1,-1 0 1,1 1-1,0-1 1,-1 0-1,0 0 1,1 0-1,-1 0 1,0 0-1,1 1 1,-1-1-1,0-1 1,0 1-1,0 0 1,0 0-1,0 0 1,-1 0-1,-39 20 1965,16-10-754,71-20-1475,21-10-275,187-57-1216,-236 73 2343,-11 7 1499,-8-1-1943,1 0 0,0-1 0,-1 1 0,0 0 0,1-1 0,-1 1 0,0-1 0,0 1 0,-2 2 0,-34 71 1311,-16 37 362,53-113-1846,-1 4-714,-1 0 0,0 0 0,1 0 0,-1 0 0,-1 0 0,1-1 0,-4 6 0,4-8 306,1-1 0,0 1 0,0 0-1,-1 0 1,1-1 0,0 1 0,-1 0 0,1-1 0,-1 0-1,1 1 1,-1-1 0,1 0 0,-1 1 0,1-1-1,0 0 1,-1 0 0,1-1 0,-1 1 0,1 0-1,-1 0 1,1-1 0,-1 1 0,1 0 0,-1-1-1,-1-1 1,-25-13-11728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36.3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486 7 224,'-6'3'16719,"2"-2"-18004,-77-11 2635,-50 10 555,123 1-1830,1 0 0,-1 1 1,0 0-1,1 0 0,0 1 0,-8 3 1,-22 8 88,30-13-149,0 1 1,1 1-1,-1-1 0,1 1 1,0 0-1,-1 0 1,1 1-1,1 0 1,-1 0-1,0 1 0,1-1 1,0 1-1,-7 8 1,8-8 37,0 1 0,0 0 0,0-1 0,1 1 0,0 1 0,0-1 0,0 0 0,1 1 0,0-1 0,0 1 0,0 0 0,1 0 1,0-1-1,1 1 0,-1 0 0,1 0 0,2 13 0,-1-18-49,-1-1 1,1 1-1,0 0 0,0-1 1,0 1-1,0 0 0,0-1 1,0 1-1,0-1 1,0 0-1,1 1 0,-1-1 1,0 0-1,1 0 0,-1 0 1,1 0-1,0 0 1,-1 0-1,1 0 0,0 0 1,-1-1-1,1 1 0,0-1 1,0 1-1,0-1 1,2 0-1,9 2 86,-1-1 0,23 0-1,-24-2-17,47 0 1,-29-1 90,1 2 0,31 4 1,-57-4-162,-1 1 0,1 0 1,0 1-1,-1-1 1,1 0-1,-1 1 1,1 0-1,-1 0 0,0 0 1,0 0-1,0 1 1,0-1-1,0 1 0,0 0 1,-1-1-1,0 1 1,1 1-1,-1-1 0,0 0 1,2 6-1,-1-3 15,0 0 0,-1 0 0,0 0 0,-1 0 0,1 0 0,-1 1 0,0-1-1,-1 1 1,1-1 0,-1 1 0,-2 8 0,1-13 0,-1 1-1,0-1 1,0 0 0,0 0-1,0 0 1,0 0-1,-1 0 1,1-1 0,-1 1-1,1-1 1,-1 1 0,1-1-1,-4 1 1,-7 6 65,1-3 78,-1 0 0,1-1 0,-1 0 0,1 0 0,-1-2 0,-19 3 0,25-4-59,-1-1-1,0 1 0,1-1 0,-1 0 0,0-1 0,0 0 0,1 0 1,-1-1-1,1 0 0,-1 0 0,1-1 0,-9-3 0,7 3 80,-1 0 0,0 1 0,0 0 0,0 1 0,-1 0-1,1 1 1,-10 1 0,10-1 1991,-26 0-936,28 0-828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39.4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25 1473,'0'0'8388,"4"-1"-7279,10-4-76,-11 3 3110,-11-4-3364,-2 3-763,-1 0 1,0 2-1,0-1 0,0 1 1,0 0-1,0 1 0,-11 2 1,-7-2 7,22 1 1,0 0 1,1 0-1,-1 0 1,1 1 0,-1 0-1,1 0 1,0 1-1,0 0 1,0 0-1,-10 7 1,1 0 47,0 1 1,-22 23-1,35-32-55,0 0-1,1 0 0,-1 0 0,0 0 0,1 1 1,0-1-1,0 0 0,-1 1 0,1-1 1,1 1-1,-1-1 0,0 1 0,1-1 0,-1 1 1,1-1-1,0 1 0,-1 0 0,1-1 1,1 1-1,-1 0 0,0-1 0,1 1 0,-1 0 1,1-1-1,0 1 0,2 3 0,0 1 25,1 0 0,0 0 0,0 0 0,0-1 0,1 0 0,0 0 0,12 10 0,0-1-53,1-2-1,1 0 1,0-1 0,1-1 0,0 0 0,0-2-1,1 0 1,1-1 0,27 5 0,-30-8-60,-13-4 20,0 0-1,0 1 1,0-1 0,10 6-1,-15-6 48,1 0 0,-1 0 0,0-1 0,0 1 0,0 0 0,1 0 1,-1 1-1,0-1 0,-1 0 0,1 0 0,0 0 0,0 1 0,0-1 0,-1 0 0,1 1 0,-1-1 0,1 1 0,-1-1 0,1 0 0,-1 1 0,0-1 0,0 1 0,0-1 0,0 3 0,0 2 156,0 0 0,-1 1-1,1-1 1,-2 0 0,1 0 0,-1 0 0,0 0 0,0 0 0,0 0-1,-1 0 1,0 0 0,0-1 0,-1 0 0,1 1 0,-1-1 0,0-1-1,-1 1 1,1-1 0,-1 1 0,0-1 0,0 0 0,0-1 0,-1 1-1,-9 3 1,4-1 26,-1-1-1,1 0 1,-1-1-1,0 0 0,-1-1 1,1 0-1,-1-1 1,-21 1-1,25-3-112,0 0 0,1-1 0,-1 0 0,0 0 0,1-1 0,-1 0 1,1-1-1,0 0 0,0 0 0,0-1 0,0 0 0,1 0 0,-11-8 0,12 7 139,3 2-9,-1 0 0,1 0 0,-1 1 0,1-1-1,-1 1 1,0 0 0,0 0 0,0 0 0,-5-1 0,9 2-515,0 0 0,0 1 0,0-1 1,1 0-1,-1 0 0,0 0 0,1 1 0,-1-1 0,0 0 0,1 0 0,-1 1 0,1-1 1,0 0-1,-1 1 0,1-1 0,-1 0 0,1 1 0,0-1 0,1 0 0,38-22-9052,-17 7 1595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0.6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 78 3217,'0'0'7721,"7"-3"-6899,35-19 108,-31 14-630,1 2 0,0-1 1,0 2-1,1-1 0,0 2 0,0 0 1,0 0-1,1 1 0,25-2 1,-38 5-273,1 0 1,-1 0 0,0 0-1,1 0 1,-1 1 0,0-1 0,1 1-1,-1-1 1,0 1 0,0-1 0,1 1-1,-1-1 1,0 1 0,0 0 0,0 0-1,0 0 1,0 0 0,0 0 0,0 0-1,0 0 1,-1 0 0,1 0 0,1 2-1,0 1 61,0 0-1,-1 0 1,1 1-1,-1-1 1,0 0-1,0 1 1,0 5-1,0 10 321,-1-1-1,-4 29 1,4-48-407,-1 8 70,-1-1 0,-1 1 0,0 0 0,0-1 0,0 0 0,-1 1 0,0-1 0,0-1 0,-1 1 0,1 0 0,-2-1 0,1 0 0,-1-1 0,0 1 0,0-1 0,0 0 0,-1 0 0,0-1 0,0 0 0,0 0 0,0-1 0,0 1 0,-1-2 1,-8 3-1,-92 4 984,108-39-1003,0 28-55,0-1 0,0 1 0,1-1 0,0 1 0,-1 0 0,1-1 0,0 1 0,0 0 0,0-1 0,0 1 0,0 0 0,1 0 0,-1 0 0,1 0 0,-1 0 0,1 1 0,0-1 0,0 0 0,0 1 0,0-1 0,0 1 0,0-1 0,0 1 0,0 0 0,1 0 0,-1 0 0,0 0 0,1 1 0,-1-1 0,0 1 0,1-1 0,2 1 0,0-1 17,0 0 0,1 1 1,-1 0-1,0 0 0,0 0 0,0 1 1,1-1-1,-1 1 0,0 0 1,0 1-1,0-1 0,-1 1 1,1 0-1,8 5 0,6 6 268,-2 1 0,0 0 0,0 2-1,-1 0 1,-1 0 0,13 20 0,-25-32-77,0 1-1,1-1 1,-1 0 0,1 0 0,0 0 0,0-1 0,0 1 0,0-1-1,0 0 1,1 0 0,0-1 0,-1 1 0,1-1 0,0 0 0,0-1-1,0 1 1,1-1 0,-1 0 0,0 0 0,0 0 0,1-1 0,-1 0-1,0 0 1,6-1 1139,-10 1-1329,2 0-26,-2 0-17,27 0-12526,-10 0 5620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2.23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17 2001,'0'0'9452,"6"-1"-8545,31-6 103,0 3 0,59-1-1,-19 5-4633,-41 0-911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2.8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1 144 3570,'-1'1'13766,"7"12"-12688,13 16 652,22 44 0,-31-52-1596,0-1 0,2 0 0,0-1-1,1-1 1,1 0 0,20 21-1,-33-39-85,0 1-1,0-1 0,-1 0 0,1 0 0,0 1 0,0-1 0,-1 0 1,1 0-1,0 0 0,0 0 0,0 0 0,-1 0 0,1 0 0,0 0 1,0-1-1,0 1 0,-1 0 0,1 0 0,0 0 0,0-1 1,-1 1-1,1-1 0,0 1 0,-1 0 0,1-1 0,0 1 0,-1-1 1,1 0-1,-1 1 0,1-1 0,-1 1 0,1-1 0,-1 0 0,1 1 1,-1-1-1,0 0 0,1 0 0,-1-1 0,25-43-107,-12 21 141,12-14-96,123-180 49,-138 206-33,-1 1-1,2 0 1,0 0 0,0 1 0,18-12 0,-25 56-2682,-3-32 2122,0 0 0,0-1 0,0 1 0,1-1 0,-1 1 0,1-1 0,-1 0 0,1 1 0,-1-1 1,1 0-1,0 0 0,0 0 0,-1 0 0,1 0 0,0-1 0,0 1 0,0-1 0,0 1 0,0-1 0,0 1 0,3-1 0,20 3-6308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3.37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314 2 3298,'0'0'14681,"-10"0"-13417,9 0-1230,-7-1 223,0 1 1,0-1-1,0 2 1,0-1 0,1 1-1,-1 1 1,0-1-1,0 1 1,-9 5 0,-7 3 412,0 1 0,0 1 0,2 1 0,-26 20 0,42-29-633,0 1 1,0 0-1,1 0 1,0 1-1,0 0 1,0 0-1,1 0 1,-1 1-1,2-1 1,-1 1-1,1 0 1,0 0-1,0 0 1,1 0 0,0 1-1,0-1 1,1 1-1,0-1 1,0 10-1,1-16-40,0-1-1,0 1 0,0 0 1,0 0-1,0 0 1,1 0-1,-1 0 1,0 0-1,1 0 0,-1 0 1,1 0-1,-1-1 1,1 1-1,-1 0 1,1 0-1,-1-1 0,1 1 1,0 0-1,-1-1 1,1 1-1,0 0 1,0-1-1,1 1 0,27 7-42,38-9-101,-63 0 119,8 0-53,0-2 1,0 1-1,-1-2 0,1 1 0,-1-2 0,0 1 0,0-2 0,-1 1 0,1-2 0,-1 1 0,-1-1 0,1-1 0,-1 1 0,0-2 1,-1 1-1,0-1 0,0-1 0,-1 1 0,0-1 0,6-13 0,-8 9 91,3-4 1970,-6 25-1914,-1 1 0,-1 0 1,1-1-1,-1 1 0,-2 11 0,2-15-150,-1-1 0,0 1 0,1-1 0,0 1-1,0 0 1,0-1 0,0 1 0,1-1 0,-1 1 0,1 0 0,0-1 0,0 1 0,0-1-1,0 0 1,1 1 0,-1-1 0,1 0 0,0 0 0,0 0 0,0 0 0,1 0 0,-1 0-1,1-1 1,-1 1 0,6 3 0,-2-3-748,0 0 1,0 0-1,1 0 0,-1-1 0,1 0 1,0 0-1,0 0 0,-1-1 1,1 0-1,0-1 0,11 1 0,16-1-6067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3.7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54 257 7860,'0'0'11906,"-2"21"-10230,-1 2-1309,-2 26 1167,-15 58 1,20-105-1504,0-1-1,-1 0 1,1 0-1,0 0 1,0 0 0,-1 0-1,1 0 1,-1 0-1,1 0 1,-1 0 0,1 0-1,-1 0 1,0 0-1,1 0 1,-1 0 0,-1 1-1,-5-13 385,2-37-275,3 36-178,2 0 1,-1 0-1,1 0 0,1-1 0,1 1 0,-1 0 0,2 0 1,0 0-1,0 0 0,1 1 0,0-1 0,1 1 1,1 0-1,-1 0 0,2 1 0,7-11 0,11-10-771,1 0-1,1 2 1,2 1 0,46-35-1,-70 59 386,0 1-1,0 0 1,1 1-1,0-1 1,-1 1-1,1 0 1,0 0-1,11-1 1,27 0-6921,-19 3 753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3.9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48 0 8228,'0'0'11797,"-31"122"-8275,18-89-2162,11-4-527,0-8-417,2-4-304,0-11-112,4-16-2945,15-24-417,6-8-2048,0-12-3554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4.1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 0 9284,'0'0'9413,"-79"134"-9397,79-90-16,0 0-1441,17-7-2273,10 1-2401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4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395 0 5010,'0'0'8983,"-20"1"-5293,1-1-2669,2 0-254,1 1 1,0 0 0,0 1-1,-1 1 1,-28 8-1,37-8-496,-29 9 1224,-40 18-1,68-26-1287,1 0-1,0 1 0,0-1 0,0 1 0,1 1 0,0 0 1,0 0-1,0 0 0,1 1 0,-10 12 0,14-16-191,0 0 0,0 0 0,0 0 0,1 1 0,0-1 1,0 0-1,0 1 0,0-1 0,0 1 0,1-1 0,-1 1 0,1-1 0,0 1 0,0 0 0,0-1 0,1 1 0,-1-1 0,1 1 0,0-1 0,0 1 0,0-1 0,3 6 0,-2-5-24,1 0-1,0-1 0,-1 1 0,1-1 0,1 1 0,-1-1 0,0 0 0,1-1 0,-1 1 0,1 0 1,0-1-1,0 0 0,0 0 0,0 0 0,0-1 0,1 1 0,4 0 0,1 1-135,0-1 0,0 0-1,1-1 1,-1 0 0,0-1-1,0 0 1,1-1 0,-1 0-1,0 0 1,0-1-1,0 0 1,0-1 0,0 0-1,-1-1 1,1 0 0,-1 0-1,0-1 1,0-1 0,-1 1-1,1-1 1,-1 0 0,0-1-1,-1 0 1,10-12 0,-14 16 234,0 0 1,0 0 0,0 0-1,0-1 1,-1 1-1,0-1 1,0 0 0,0 1-1,0-1 1,0 0 0,-1 0-1,1 0 1,-1-1 0,1-5-1,-3 9-11,1 1 0,-1 0 0,1-1 0,-1 1 0,1 0-1,-1-1 1,1 1 0,-1 0 0,1 0 0,-1 0 0,1-1 0,-1 1 0,1 0-1,-1 0 1,1 0 0,-1 0 0,0 0 0,1 0 0,-1 0 0,1 0 0,-1 0-1,1 0 1,-1 1 0,1-1 0,-1 0 0,1 0 0,-1 0 0,1 1 0,-1-1-1,1 0 1,-1 1 0,1-1 0,-1 0 0,1 1 0,-1-1 0,0 1 0,-1 13-264,0 0 1,0 0 0,2 0 0,-1 0-1,2 0 1,3 23 0,-4-34-115,1 0-1,0-1 1,0 1 0,0-1 0,0 1-1,0-1 1,0 1 0,0-1-1,1 1 1,-1-1 0,1 0 0,0 0-1,0 0 1,0 0 0,0 0-1,0 0 1,0-1 0,0 1 0,0-1-1,4 2 1,-2-1-972,-1 0 0,1-1 1,0 0-1,0 0 0,0 0 0,0 0 0,-1-1 1,8 1-1,14-1-9021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4.96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9396,'0'0'14041,"6"18"-12597,5 23-364,8 52 1,-19-91-1060,1-1 1,-1 1-1,0-1 1,0 1 0,1 0-1,-1-1 1,1 1-1,0-1 1,-1 1 0,1-1-1,0 0 1,0 1-1,0-1 1,0 0 0,0 1-1,0-1 1,0 0-1,0 0 1,1 0-1,-1 0 1,0 0 0,3 1-1,0-1-23,1 0 0,-1 0 0,1 0-1,-1-1 1,1 1 0,8-2 0,-6 1-12,3 0-162,1-1 0,0-1 0,-1 0 0,0 0 1,1-1-1,-1-1 0,0 1 0,10-7 1,78-46-1524,-44 22 2128,-54 34-320,1 0 0,-1-1 1,1 1-1,-1 0 1,0 0-1,1-1 0,-1 1 1,1 0-1,-1 0 1,1 0-1,-1 0 0,1 0 1,-1 0-1,1 0 0,-1 0 1,1 0-1,0 0 1,-1 0-1,1 0 0,-1 0 1,1 0-1,-1 0 1,1 0-1,-1 1 0,0-1 1,1 0-1,-1 0 1,1 1-1,-1-1 0,1 0 1,-1 0-1,0 1 1,1-1-1,-1 1 0,0-1 1,1 0-1,-1 1 0,0-1 1,1 1-1,-1-1 1,0 1-1,0-1 0,0 1 1,1-1-1,-1 1 1,0-1-1,0 1 0,0-1 1,0 1-1,0-1 1,0 1-1,0-1 0,0 1 1,0 0-1,-1 40 39,1-26 365,-1 7-480,0-13-351,1 0 1,0 1-1,2 16 0,-1-25 67,0 0-1,-1 0 1,1-1-1,0 1 0,0 0 1,0 0-1,-1-1 0,1 1 1,0-1-1,0 1 0,0-1 1,0 1-1,0-1 0,0 1 1,0-1-1,0 0 1,0 1-1,0-1 0,1 0 1,-1 0-1,0 0 0,0 0 1,0 0-1,0 0 0,0 0 1,2-1-1,33-6-8718,-4-14-2369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5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275 53 8932,'0'0'17381,"0"15"-15751,0 78 1772,1-101-3836,0 1 0,0-1 1,1 0-1,0 1 0,5-12 0,-4 14 102,-1-1 0,0 1 0,0 0 0,-1-1 0,1 1 0,-1-1 0,0 0 1,-1 1-1,1-1 0,-1 0 0,0 1 0,-1-1 0,1 0 0,-3-6 0,3 11 291,-1 0-1,1 0 1,-1 1 0,0-1-1,0 0 1,1 0 0,-1 0-1,0 1 1,0-1 0,0 0-1,0 1 1,0-1 0,0 1-1,0-1 1,0 1 0,0-1-1,0 1 1,0 0 0,0-1-1,0 1 1,0 0 0,-2 0-1,-30-1 2,23 2 1,0-1 201,0 1 1,-1 0-1,1 0 0,0 1 1,0 1-1,1-1 0,-1 2 1,0-1-1,1 1 0,0 1 0,0 0 1,0 0-1,1 1 0,0 0 1,0 0-1,0 1 0,1 0 1,-1 0-1,2 1 0,-1 0 1,1 0-1,1 0 0,-1 1 1,1 0-1,1 0 0,0 0 0,0 1 1,1-1-1,0 1 0,0 0 1,1 0-1,1 0 0,0 0 1,0 0-1,1 1 0,1 16 0,0-25-149,-1 1 0,1-1 0,0 1 0,0-1 0,0 1 0,1-1 0,-1 1 0,0-1 0,1 0 0,0 0 0,-1 0 0,1 0 0,0 0-1,0 0 1,0 0 0,0-1 0,1 1 0,-1-1 0,0 0 0,0 1 0,1-1 0,-1 0 0,1 0 0,0 0 0,-1-1 0,6 2 0,6 0-97,1 0 0,-1 0 1,23-2-1,-32 0 5,20 0-1390,1-1-1,30-5 1,-40 2-794,1 0 0,19-8 0,8-4-4985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7:46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118 153 6563,'0'0'12961,"3"7"-11417,-3-4-1422,1-1-1,0 1 0,0-1 0,0 1 1,1-1-1,-1 0 0,0 1 0,1-1 1,0 0-1,-1 0 0,1 0 0,0 0 1,0 0-1,0 0 0,0-1 0,1 1 1,-1-1-1,0 1 0,1-1 0,-1 0 1,1 0-1,-1 0 0,1 0 0,-1-1 1,1 1-1,0-1 0,-1 1 0,5-1 1,8 1 102,0 1-137,1-1 0,-1-1 0,1-1 0,25-3 0,-38 3-92,-1 1 1,1-1-1,0 0 0,0 0 0,0 0 1,-1 0-1,1 0 0,0-1 0,-1 1 1,1-1-1,-1 0 0,0 1 0,1-1 1,-1 0-1,0-1 0,0 1 0,0 0 1,-1 0-1,1-1 0,0 1 0,-1-1 1,0 0-1,1 1 0,-1-1 0,0 0 1,-1 0-1,1 0 0,0 0 0,-1 1 1,1-6-1,0 0-8,-1 0 1,0 0 0,0 0-1,-1 0 1,0 0-1,0 0 1,-1 0-1,0 1 1,-6-15 0,6 19 15,0-1 1,0 1-1,0 0 1,-1 0-1,1 0 1,-1 1-1,0-1 1,0 1-1,0-1 1,0 1-1,0 0 1,0 0-1,-1 0 1,1 1-1,-1-1 1,1 1-1,-1 0 1,0 0-1,1 0 1,-1 0-1,0 1 1,0-1-1,-3 1 1,-3-1 122,1 1 0,0 0 0,0 1 1,0 0-1,0 0 0,0 0 0,1 2 0,-1-1 1,0 1-1,1 0 0,-1 0 0,1 1 0,0 1 0,0-1 1,1 1-1,-1 0 0,1 1 0,0 0 0,-8 9 1,7-8-12,0 1 1,0 0-1,1 1 0,0-1 1,0 2-1,1-1 1,0 0-1,1 1 1,0 0-1,1 0 1,0 1-1,0-1 1,1 1-1,0 0 1,1 0-1,1 0 0,-1 13 1,2-7-12,-1-6-22,1 0 1,1 1 0,0-1-1,0 0 1,3 12-1,-2-19-53,-1-1-1,1 1 0,0 0 1,0-1-1,0 1 0,0-1 1,0 1-1,1-1 1,0 0-1,-1 0 0,1 0 1,0-1-1,1 1 0,-1-1 1,0 0-1,1 1 0,6 2 1,1-1 37,-1 0 0,1 0 1,0-1-1,0-1 0,0 0 0,16 1 1,71-2 75,-53-2-132,-22 0 13,0-1-1,0-1 1,0-1 0,-1-1-1,0-1 1,0-1 0,35-16-1,-54 20-3441,-11 5 597,-11 4-4417,4-2-2635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5.0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71 96,'0'0'848,"0"-70"-848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6.19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329 0 608,'5'0'21274,"-15"0"-21240,-31 0 55,-60 7 1,89-5-88,0 0 1,1 1-1,-1 0 0,1 0 0,0 1 0,0 1 1,0 0-1,0 1 0,1 0 0,-10 7 0,18-11-17,1 0-1,-1 0 1,0 0-1,0 0 1,1 1-1,-1-1 1,1 1-1,0-1 1,0 1-1,0-1 1,0 1-1,0 0 0,1-1 1,-1 1-1,1 0 1,0 0-1,-1-1 1,1 1-1,1 0 1,-1 0-1,0 0 1,1-1-1,-1 1 0,1 0 1,0-1-1,0 1 1,0 0-1,0-1 1,0 1-1,0-1 1,1 0-1,0 1 1,-1-1-1,1 0 1,0 0-1,0 0 0,0 0 1,0 0-1,5 2 1,23 15-25,-1-2-416,43 34-1,-70-49 455,-1 0 0,1 0 0,0 0 0,0 1 0,-1-1 0,1 0 0,-1 1 0,0-1 0,0 1 0,0-1 0,0 1 0,0-1 0,0 1 0,-1 0 0,1-1 0,-1 1 0,0 0 0,0 0 0,0-1 0,0 1 0,0 0 0,-1 0 0,1-1 0,-1 1 0,-1 3 0,1-1 115,-1-1-1,0 1 1,0-1-1,0 0 1,0 0-1,-1 0 1,0 0 0,0 0-1,0-1 1,0 1-1,0-1 1,-1 0-1,-6 5 1,1-3 180,-1 0 0,0 0 1,0-1-1,0-1 1,-1 0-1,1 0 0,-1-1 1,-20 2-1,-21-2-2827,54-13-3348,13-3 575,7-3-1149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6.5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0 2257,'0'0'13804,"5"6"-12073,-3-3-1503,0 0 0,0 0 0,0 0 0,0 1 0,-1-1 0,1 0 0,-1 1 0,0-1 0,0 1 0,0-1 0,0 1 0,-1 0 0,0-1 0,1 1 0,-2 7 0,-1 3 464,0 0 0,-1 0 0,-7 19 0,-29 80 1475,21-65-1848,2-1 1,2 2-1,-13 88 1,27-120-795,0 11-1049,-5-15-2832,5-13 3894,-1 1 0,0-1 0,1 0 0,-1 0 0,0 0 0,1 0-1,-1 0 1,0 0 0,1 0 0,-1 0 0,0 0 0,1 0 0,-1 0 0,1 0 0,-1 0 0,0 0 0,1 0 0,-1-1 0,0 1 0,1 0 0,-1-1 0,1 1 0,-1 0 0,1-1 0,-1 1 0,0-1 0,-11-20-6984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7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18 4498,'0'0'2801,"20"-2"67,294-11 5267,-240 12-7233,-24-1-237,0 3 0,68 8 0,-104-7-869,5 1 2479,-18 1-1183,-12 3-805,-16 5-89,21-9-155,0-1 1,0 1-1,0-1 1,0 2-1,0-1 1,0 1-1,1-1 1,0 2-1,-1-1 1,2 1-1,-10 9 1,14-13-68,-1-1 0,1 1 0,0 0 0,-1-1 0,1 1 0,0 0 0,-1 0 0,1-1 0,0 1 0,0 0 0,0-1 0,0 1 1,0 0-1,0 0 0,0-1 0,0 1 0,0 0 0,0 0 0,0-1 0,0 1 0,0 0 0,1 0 0,-1-1 0,0 1 0,1 0 0,-1-1 0,0 1 0,1 0 0,-1-1 0,1 1 0,-1-1 0,1 1 0,-1-1 0,1 1 0,-1-1 1,1 1-1,-1-1 0,1 1 0,0-1 0,-1 0 0,1 1 0,0-1 0,-1 0 0,1 0 0,0 1 0,0-1 0,-1 0 0,1 0 0,0 0 0,0 0 0,1 0 0,7 1-56,0-1 0,1 0 0,14-2-1,-7 1-220,18-2-179,-34 3 499,0 0-1,1 0 0,-1 0 1,0 0-1,0 0 1,0 0-1,0 0 0,0-1 1,0 1-1,0-1 0,0 1 1,0-1-1,0 1 1,0-1-1,0 1 0,0-1 1,0 0-1,0 1 0,0-1 1,-1 0-1,1 0 1,0 0-1,-1 0 0,1 0 1,0 0-1,0-2 1708,1 5-1751,0 0 0,0 0 1,0 0-1,0 0 0,0 1 1,0-1-1,-1 0 0,1 1 1,-1-1-1,0 1 0,0 0 0,0-1 1,0 1-1,0 0 0,0 3 1,5 8-430,-5-10 96,1-1 0,1 1 0,-1-1 0,0 1 0,1-1-1,0 0 1,0 0 0,4 4 0,-4-5-389,0 0-1,1 0 1,-1 0 0,1-1-1,-1 1 1,1-1 0,0 0-1,-1 0 1,1 0 0,0 0-1,0-1 1,-1 1 0,7-1-1,16 0-4932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7.52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1 7876,'0'0'12661,"-3"5"-11217,0 5-822,-1 1 1,2-1 0,-4 20-1,5-24-505,0 0-1,1 0 0,0 1 0,0-1 0,0 0 0,1 0 1,-1 0-1,2 1 0,1 7 0,-2-12-164,0 0 1,0-1-1,1 1 1,-1-1-1,0 0 1,0 1-1,1-1 0,-1 0 1,1 0-1,-1 0 1,1 0-1,-1 0 0,1 0 1,-1 0-1,1-1 1,0 1-1,0 0 0,-1-1 1,1 0-1,0 1 1,0-1-1,0 0 0,0 0 1,-1 0-1,1 0 1,0 0-1,0 0 1,0-1-1,-1 1 0,4-2 1,7-1-144,-1 0-1,1-1 1,15-8 0,-19 8 206,5-2-769,-10 5 1106,-1-1 0,1 1 0,0 0 0,0-1 1,0 2-1,0-1 0,6-1 0,-7 2-257,-1 1-1,1-1 1,0 0-1,-1 1 1,1-1-1,0 1 1,-1 0-1,1-1 1,-1 1-1,1 0 1,-1 0-1,0 0 1,1 0-1,-1 0 1,0 0-1,1 0 1,1 3-1,1 0-492,0 0-1,1 0 0,0 0 0,0-1 0,0 0 1,0 0-1,0 0 0,1-1 0,-1 0 0,1 0 0,6 2 1,2-1-2398,-1-1 1,1 0 0,23-1-1,3-1-5864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8.0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261 555 5811,'0'0'16645,"-22"-4"-15978,-73-10-75,90 13-499,0 0 1,-1 1-1,1-1 1,-1 1 0,1 0-1,-1 1 1,1-1-1,-1 1 1,1 0-1,0 0 1,-1 1-1,1 0 1,0 0-1,0 0 1,0 0-1,0 1 1,1 0-1,-1 0 1,1 0 0,-5 4-1,5-2-64,1 0 1,-1-1-1,1 1 0,1 0 1,-1 1-1,1-1 0,-1 0 1,1 1-1,1-1 0,-1 1 0,1 0 1,0-1-1,1 1 0,-1 0 1,1 7-1,0-12-32,0 0 0,0 0 0,0 0 1,1 0-1,-1 0 0,0 0 0,0 0 0,1 0 0,-1 0 1,1 0-1,-1-1 0,1 1 0,-1 0 0,1 0 0,-1 0 1,1-1-1,0 1 0,-1 0 0,1-1 0,0 1 0,0-1 1,-1 1-1,1-1 0,1 1 0,29 7-63,38-9-166,-66 1 209,19-4-204,1 0 0,-1-1 1,0-1-1,-1-1 0,0-1 0,25-12 1,6-8-903,58-40 0,-75 43 157,-2 0 0,0-2 0,56-62 0,-70 66 755,-1 1 1,-1-2-1,-2 0 0,0-1 1,-1-1-1,16-43 0,-25 55 717,-2-1 0,0 1-1,0-1 1,-1 1 0,-1-1-1,-1-24 1,0 37-367,0 1 0,0 0 0,0 0 0,0 0 0,0 0 1,-1 0-1,1 0 0,0-1 0,-1 1 0,1 0 0,-1 0 0,1 0 0,-1 0 0,1 0 1,-1 1-1,0-1 0,0 0 0,1 0 0,-1 0 0,0 0 0,0 1 0,0-1 1,0 0-1,-1 0 0,-1 0 42,0 0 1,0 0-1,0 0 0,0 0 1,0 0-1,0 1 0,0 0 1,0-1-1,-4 1 0,-3 1 32,0 0 0,0 0 0,0 1 0,0 0 0,-13 5 0,8 0-95,0 0 1,0 0 0,0 2 0,1 0-1,1 0 1,-1 2 0,1-1-1,1 2 1,0-1 0,1 2 0,0 0-1,1 0 1,-14 24 0,13-17 20,1 1 0,0 0 0,2 0 0,1 1 0,0 1 0,2-1 0,0 1 0,2 0 0,-2 31 0,4-21-213,-1-16-135,1 0 0,1-1 0,0 1 0,1 0 0,1-1 0,6 24 0,-7-37-19,0-1 1,0 1-1,0-1 0,0 1 1,0-1-1,1 0 0,-1 1 1,1-1-1,0 0 1,-1 0-1,1 0 0,0 0 1,0 0-1,1-1 0,-1 1 1,0-1-1,1 1 0,-1-1 1,5 2-1,0-1-1264,1-1 0,-1 0 0,1 0 0,-1 0 0,13-1 0,-16 0 803,29 0-6132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8.5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251 1 176,'11'0'25462,"-39"0"-24851,-1 1-1,-49 8 1,70-7-531,0-1 0,0 1 0,1 1 0,-1-1 0,1 1 0,0 1 0,0-1 0,0 1-1,0 0 1,0 1 0,1 0 0,0 0 0,0 0 0,1 1 0,-7 7 0,10-10-93,1 0-1,-1 0 1,1 0-1,0 0 1,0 1-1,0-1 1,0 0-1,1 1 1,0-1-1,-1 1 1,1-1-1,1 6 1,-1-5-15,0-4 9,0 1-1,0 0 1,1-1-1,-1 1 0,1 0 1,-1-1-1,0 1 0,1 0 1,-1-1-1,1 1 0,-1-1 1,1 1-1,0-1 1,-1 1-1,1-1 0,-1 1 1,1-1-1,0 0 0,0 1 1,-1-1-1,1 0 1,0 0-1,-1 1 0,1-1 1,0 0-1,0 0 0,-1 0 1,2 0-1,27 3-201,-26-3 184,26 1-171,-13 1 2,0-2 0,0 0 0,0 0 0,16-4 0,-31 4 269,-1 0-1,0 0 1,1 0-1,-1 1 1,0-1-1,1 0 1,-1 0-1,1 0 1,-1 0-1,0 0 1,1 1-1,-1-1 1,0 0-1,1 0 1,-1 1-1,0-1 1,0 0-1,1 0 0,-1 1 1,0-1-1,0 0 1,1 1-1,-1-1 1,0 0-1,0 1 1,0-1-1,0 1 1,1-1-1,-1 0 1,0 1-1,0-1 1,0 0-1,0 1 1,0-1-1,0 1 1,0-1-1,0 0 0,0 1 1,1 29 495,-2-27-730,1 1 0,0 0 0,0 0 0,0 0 0,0 0 0,1-1 0,-1 1 0,1 0 0,0 0 0,0-1 1,3 5-1,-2-6-721,2 0 0,-1 0 1,0 0-1,0-1 1,0 1-1,1-1 0,-1 0 1,1 0-1,-1 0 1,1-1-1,-1 1 1,1-1-1,0 0 0,-1 0 1,7-1-1,-10 1 859,20 0-6996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9.0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19 126 5346,'0'0'18724,"0"3"-18089,0 121 1528,0-124-2143,-1 1 0,1-1 0,0 0 0,-1 1 0,1-1-1,-1 0 1,1 0 0,-1 0 0,1 1 0,0-1 0,-1 0 0,1 0-1,-1 0 1,1 0 0,-1 0 0,1 0 0,-1 0 0,1 0 0,-1 0 0,1 0-1,-1 0 1,1 0 0,-1 0 0,1 0 0,-1 0 0,1-1 0,-1 1-1,1 0 1,-1 0 0,1 0 0,0-1 0,-1 1 0,1 0 0,-1-1-1,1 1 1,0 0 0,-1-1 0,1 1 0,0 0 0,0-1 0,-1 1-1,1-1 1,0 1 0,-1-1 0,2-11-45,0 0 0,1 1 0,1 0 0,-1-1-1,2 1 1,-1 0 0,2 1 0,-1-1 0,1 1 0,1 0 0,0 0 0,0 0 0,1 1-1,1 0 1,-1 0 0,17-13 0,-14 13-147,-6 6 28,0 0 1,0 0 0,0 0 0,-1-1-1,1 1 1,-1-1 0,0 0 0,0 0-1,0 0 1,-1 0 0,4-6 0,-6 9 47,-1 5-4175,1-2 3155,0 0 0,0-1 0,1 1 0,-1 0 0,0 0 0,1-1 0,-1 1 0,1 0 0,-1-1 0,1 1-1,0 0 1,1 2 0,15 1-5452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09.58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250 635 8260,'0'0'14353,"-20"-1"-13374,-67-4-72,81 5-839,0 0 0,0 0 0,0 1 0,0 0 0,0 0 0,1 0-1,-1 1 1,0 0 0,1 0 0,-1 0 0,1 1 0,-1 0 0,1 0 0,0 0-1,0 1 1,1 0 0,-1 0 0,1 0 0,0 0 0,0 0 0,0 1 0,1 0 0,-1 0-1,1 0 1,0 0 0,-3 9 0,5-12-67,0-1 0,0 1 0,0 0 0,0 0 0,0 0 0,1 0 0,-1 0 0,1 0 0,-1 0 0,1 0 0,0 0-1,0 0 1,0 1 0,0-1 0,0 0 0,0 0 0,1 0 0,-1 0 0,2 2 0,-1-2-5,0-1 0,0 1 0,0-1 0,0 1 0,0-1 0,1 0 0,-1 0-1,1 0 1,-1 1 0,1-1 0,-1-1 0,1 1 0,0 0 0,-1 0 0,1-1 0,0 1 0,2 0 0,9 1-33,0 0 1,1-1 0,-1-1-1,25-1 1,-23 0 27,-1-1-105,0 0 0,0-1 0,0 0 0,0-1 0,-1-1 0,1 0 1,-1-1-1,0 0 0,23-16 0,7-8-492,51-47 0,-94 77 604,50-46-758,-3-3 1,-1-1-1,-3-2 1,-2-2-1,52-92 1,-81 125 614,-1-1-1,-1 0 1,12-37 0,-19 45 1080,0 1-1,0-1 1,-2 0 0,1-18-1,-2 30-490,0 1-404,0 1 0,0 0 0,0 0 0,0 0 0,0-1 0,0 1 0,0 0 0,0 0 0,0 0 0,0-1 0,0 1 0,0 0 0,0 0 0,0 0 0,-1-1 0,1 1 0,0 0 0,0 0 0,0 0 0,0 0 0,0-1 0,-1 1 0,1 0 0,0 0 0,0 0 0,0 0 0,0 0 0,-1 0 0,1 0 0,0 0 0,0-1 0,0 1 0,-1 0 0,1 0 0,0 0 0,0 0 0,0 0 0,-1 0 0,1 0 0,0 0 0,0 0 0,0 0 0,-1 0 0,1 0 0,0 0 0,0 1 0,0-1 0,-1 0 0,1 0 0,0 0 0,0 0 0,0 0 0,0 0 0,-1 0 0,1 0 0,0 1 0,0-1 0,-8 2 55,0 0-1,0 0 1,1 0 0,-1 1-1,1 1 1,0-1-1,0 1 1,0 0 0,0 1-1,1 0 1,-9 8-1,-69 68 1118,83-80-1179,-23 27 250,1 0 0,2 1 0,0 1 0,2 1 0,2 1 1,1 1-1,1 0 0,-16 54 0,18-39-305,-13 92 1,14 53-3516,12-187 2516,0 8-1469,0-4-4599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0.4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307 567 1521,'0'0'9409,"10"-10"-6992,31-31 59,-39 39-2131,0 0 0,0 0 0,0-1 0,-1 1 0,1 0 0,0-1 0,-1 1 0,0-1 0,1 1-1,-1-1 1,0 0 0,-1 0 0,1 1 0,0-1 0,-1 0 0,1 0 0,-1-5 0,-1 6-203,1 0-1,-1 1 1,1-1 0,-1 0 0,0 0 0,0 0 0,0 0-1,0 1 1,0-1 0,-1 0 0,1 1 0,0-1 0,-1 1-1,1-1 1,-1 1 0,1 0 0,-1 0 0,-3-2 0,-3-1 26,0 0 0,-1 1 1,0 0-1,1 0 0,-1 1 1,0 0-1,-17-1 0,8 2 23,0 0 0,1 1 0,-1 1 0,0 1 0,-17 4 0,25-4-132,1 1 0,0 0-1,0 1 1,0 0-1,1 0 1,-1 1-1,1 0 1,0 1-1,0 0 1,-12 12-1,16-14-71,1 0 0,-1-1 0,1 1 0,0 0 0,0 0 0,1 1 0,-1-1 0,1 1 0,0-1 0,0 1 0,0 0 0,1-1 0,0 1 0,-2 7 0,3-9 0,1 0-1,-1 0 1,0 0 0,1 0-1,-1 0 1,1-1 0,0 1-1,0 0 1,0 0 0,0-1-1,1 1 1,-1 0 0,1-1 0,0 0-1,-1 1 1,1-1 0,0 0-1,0 0 1,1 0 0,-1 0-1,0 0 1,1 0 0,-1-1-1,1 1 1,4 1 0,2 1-53,0 0 1,-1-1-1,1 0 1,1-1-1,-1 0 1,0 0-1,0-1 0,1 0 1,-1-1-1,1 0 1,-1-1-1,0 0 1,1 0-1,-1-1 1,0 0-1,0 0 1,0-1-1,0 0 0,0-1 1,10-6-1,15-9-551,-1-2-1,-1-1 1,45-41-1,-61 50 362,39-34-1106,-1-3 1,47-57 0,-83 86 1519,-1 0 0,-1-2 0,-1 0 1,-1 0-1,-1-2 0,-1 1 0,-2-2 1,13-43-1,-23 61 4376,-7 14-2953,-14 25-2145,12-18 1064,-23 33 150,-8 10 258,-44 78-1,75-116-864,0 1 0,1-1 0,1 2 0,1-1 0,0 0 0,1 1-1,2 0 1,0 0 0,0 22 0,2-25 145,1-13-444,0-1 1,0 1-1,0 0 1,0 0-1,0 0 1,1-1-1,0 1 1,1 6-1,-1-9 6,0 0 0,0 0 0,0 0 0,0 1 0,1-1 0,-1 0 0,0 0 0,0 0-1,1-1 1,-1 1 0,0 0 0,1 0 0,-1-1 0,1 1 0,-1-1 0,1 1 0,-1-1 0,1 0 0,-1 0 0,1 1 0,-1-1 0,1 0-1,-1 0 1,4-1 0,20 0-5112,2-2-3165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0.8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29 7860,'0'0'11263,"11"17"-10281,38 57-149,-46-71-780,0 0 0,0 0 1,0 0-1,0 0 1,1 0-1,-1-1 0,1 1 1,-1-1-1,1 0 1,0 0-1,0-1 0,0 1 1,0-1-1,7 2 1,-1-2-15,0 0 0,0 0 1,0-1-1,12-2 0,2 1-4,-18 1-60,0 0 0,0-1-1,0 1 1,0-1 0,0 0-1,-1-1 1,1 0 0,0 1 0,-1-2-1,1 1 1,8-6 0,-11 6 24,-1 0 0,0 0 0,0 0-1,0 0 1,0 0 0,0 0 0,-1 0 0,1-1 0,-1 1 0,0-1 0,1 1-1,-1-1 1,0 1 0,0-1 0,-1 0 0,1 1 0,0-1 0,-1 0 0,0 0-1,0 0 1,0 1 0,0-1 0,0 0 0,0 0 0,-1 0 0,-1-5 0,1 6 52,0-1 1,-1 0 0,1 1 0,-1 0-1,0-1 1,0 1 0,0 0 0,0 0 0,0 0-1,0 0 1,0 0 0,-1 0 0,1 1 0,-1-1-1,1 1 1,-1 0 0,0-1 0,0 1-1,-4-1 1,-7-2 328,0 0-1,-23-3 1,17 4-6,0 1 1,-1 0-1,1 1 0,0 2 1,-31 3-1,49-3-346,-1 0 1,1 0-1,0 1 0,0-1 0,0 1 0,0-1 0,0 1 1,0-1-1,0 1 0,0 0 0,1 0 0,-1 0 0,1 0 0,0 0 1,-1 1-1,1-1 0,0 0 0,0 1 0,0-1 0,1 0 1,-1 1-1,0-1 0,1 1 0,0-1 0,-1 1 0,1 3 1,0 7-35,-1 0 0,2 0 0,2 24 0,-2-31-125,1 0 0,-1-1 0,1 1 0,0 0 1,0-1-1,1 1 0,-1-1 0,1 0 1,1 0-1,-1 0 0,0 0 0,1-1 0,0 1 1,0-1-1,1 0 0,-1 0 0,1-1 1,0 1-1,0-1 0,0 0 0,0 0 1,1-1-1,-1 1 0,11 2 0,3 0-1963,1-1 0,-1-1 0,1 0 0,0-2 0,40-1 0,-5-3-6385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1.2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1 195 5507,'0'0'19078,"1"6"-17993,29 202 4011,-30-207-5099,0 1 0,0 0 0,0-1-1,1 1 1,-1-1 0,0 1 0,1-1 0,-1 1 0,1-1 0,-1 1-1,1-1 1,0 1 0,0-1 0,-1 0 0,1 1 0,0-1 0,0 0-1,0 0 1,0 0 0,1 0 0,-1 0 0,2 1 0,-2-1-17,1-1 1,-1 0-1,0 0 1,1 0 0,-1 0-1,1 0 1,-1 0-1,0-1 1,1 1 0,-1 0-1,0-1 1,1 1-1,-1-1 1,0 1 0,0-1-1,1 0 1,-1 1-1,0-1 1,2-1 0,7-7-168,-1 1 0,0-2 0,16-18 0,-25 27 181,86-119-1518,11-13 708,-80 112 1384,1 1-1,1 0 1,42-32 0,-48 42-336,-12 9-456,-1 9-1668,0 1 0,1-1 0,0 1 0,1-1 1,0 0-1,0 1 0,5 11 0,5 1-6317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1.4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55 1 5923,'0'0'22762,"-48"90"-22202,45-78-448,1 3-112,2-3-208,-2-1-720,2-3-961,0-6-720,30-25-17144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1.6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0 13398,'0'0'10389,"-25"119"-11125,23-73-1281,2 0-849,0 0-1023,0-8-1426,18-9-688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2.0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 9556,'0'0'11155,"-21"0"-8591,-68 0-694,82 0-1590,-1 1-1,1 1 1,0-1 0,-1 1-1,1 1 1,0-1 0,0 1-1,1 0 1,-1 1-1,0 0 1,1 0 0,-8 6-1,3-2 34,-31 26 281,41-32-602,-1-1-1,1 1 0,-1-1 1,1 1-1,0 0 0,-1 0 1,1-1-1,0 1 1,0 0-1,0 0 0,1 0 1,-1 0-1,0 0 0,1 0 1,-1 1-1,1-1 0,0 0 1,0 0-1,0 0 0,0 0 1,0 1-1,1 2 0,0-4-34,-1 0 1,1-1-1,0 1 0,0-1 0,0 1 1,0-1-1,0 1 0,0-1 1,0 1-1,1-1 0,-1 0 0,0 0 1,0 0-1,0 1 0,0-1 0,0 0 1,0 0-1,0-1 0,1 1 0,-1 0 1,1-1-1,4 1-116,1 0 130,18 0-629,-1 0 0,30-6-1,-46 4 636,-1 1-1,0-1 1,0 0-1,0-1 1,0 0-1,0 0 0,0 0 1,-1-1-1,0 0 1,0 0-1,12-11 2610,-18 25-2197,-3 59-376,1-47-338,0 1 1,2 0-1,5 42 0,-4-62 95,0 0 0,-1 0 0,2-1 0,-1 1-1,0 0 1,0-1 0,1 1 0,-1-1 0,1 1-1,0-1 1,0 0 0,0 1 0,0-1 0,0 0-1,1 0 1,-1-1 0,0 1 0,1 0-1,0-1 1,-1 0 0,1 1 0,0-1 0,-1 0-1,1 0 1,0-1 0,0 1 0,4 0 0,0 0-697,-1-1 1,1 1 0,0-1 0,0-1 0,0 1-1,0-1 1,0 0 0,0-1 0,-1 0 0,1 0 0,7-3-1,41-30-7903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2.2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410 1 14455,'0'0'6584,"-23"22"-2897,1-2-2861,6-7-428,1 0 0,1 2 1,1-1-1,0 2 0,0 0 0,2 0 1,0 1-1,-13 29 0,-98 247 3409,60-89-6211,62-204 2204,0 1-1,0-1 1,0 1-1,0-1 1,-1 0-1,1 1 1,0-1-1,0 1 1,0-1-1,-1 1 1,1-1-1,0 0 1,0 1-1,-1-1 1,1 0-1,0 1 1,-1-1-1,1 0 1,0 1-1,-1-1 1,1 0-1,0 0 1,-1 1-1,1-1 1,-1 0-1,1 0 1,-1 0-1,1 0 1,0 1-1,-1-1 1,1 0-1,-1 0 1,1 0-1,-1 0 1,1 0-1,-1 0 1,1 0-1,-1 0 1,1 0-1,-1-1 1,-1 1-607,1-1 0,-1 0-1,0 0 1,1 0 0,-1 0 0,1 0-1,0 0 1,-1 0 0,1 0 0,0-1 0,-2 0-1,-15-26-10944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2.64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12710,'0'0'8745,"21"0"-5210,6-2-2665,7 1 260,58 5 0,-30 5-637,113 31 1,-174-39-565,1 0-1,-1 0 1,0 0 0,1 0 0,-1 0 0,0 0 0,0 1 0,0-1 0,0 0 0,0 1 0,0-1 0,0 1 0,0-1 0,0 1-1,-1-1 1,1 1 0,-1 0 0,1-1 0,-1 1 0,0 0 0,1 0 0,-1-1 0,0 1 0,0 2 0,-1 56 515,0-36-128,0-11 114,-1 0 1,0 0-1,-1 1 0,0-2 0,-1 1 0,-1 0 1,0-1-1,0 0 0,-1 0 0,-11 16 0,-7 17-498,22-41-1051,35-33-19087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2.83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45 1 1553,'0'0'26284,"-38"25"-26284,32-4-176,6 2-1825,0 0-608,0-2-2066,0-3-2928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3.22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206 11 4514,'0'0'14615,"-21"5"-10355,-65 21-1120,81-24-3034,0 0-1,1 0 1,-1 0-1,1 1 0,-1 0 1,1 0-1,0 0 1,0 0-1,0 1 1,1-1-1,-1 1 0,1 0 1,0 0-1,0 1 1,0-1-1,1 0 0,-1 1 1,1 0-1,-3 7 1,1-1 53,0-1-117,0 0 0,1 1 0,1-1 1,-1 1-1,2 0 0,0 0 0,0-1 0,2 22 0,-1-31-45,0 0 0,1 1 0,0-1 0,-1 0 0,1 1 0,0-1 0,-1 0 0,1 0-1,0 0 1,0 0 0,0 0 0,0 0 0,0 0 0,0 0 0,1 0 0,-1 0 0,0-1 0,0 1 0,1 0 0,-1-1 0,0 1 0,1-1 0,-1 1 0,0-1-1,1 0 1,-1 0 0,1 0 0,-1 1 0,0-1 0,1-1 0,1 1 0,6 0-17,0 0 0,0 0-1,17-4 1,-20 3 9,0-1-1,-1 0 0,1-1 0,-1 0 1,1 1-1,-1-2 0,0 1 1,0 0-1,-1-1 0,1 0 1,-1 0-1,1-1 0,-1 1 0,-1-1 1,1 0-1,-1 0 0,1 0 1,3-9-1,-2 3 137,0 0 0,-1 0 0,0 0 1,-1-1-1,-1 0 0,1 1 0,-2-1 0,1-18 1,-2 28-33,1 0 1,-1 0 0,-1 0 0,1 0 0,0 0-1,0 0 1,-1 0 0,1 0 0,-1 0 0,0 0-1,1 0 1,-1 0 0,0 1 0,0-1 0,0 0 0,0 0-1,-1 1 1,1-1 0,0 1 0,-1-1 0,-2-1-1,-1 0-97,0 1-1,-1-1 1,1 1-1,-1 0 0,1 1 1,-8-2-1,12 3 1,-4-1-196,-19-4-503,7 3-2524,48 19-20746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3.9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17 208,'0'0'16629,"10"-3"-14204,1-1-1522,12-4 101,0 6 3068,-21 41-76,-2 80-1362,1-124-2668,-1 1 0,1-1 0,0 1 0,0-1 0,1 1 0,-1 0 0,1 0 0,0 0 0,0 0 0,0 0 0,1 0 0,-1 0 0,1 0 0,0 1 0,0 0 0,0 0 0,1-1 0,-1 2 0,6-5 0,10-6-274,0 2 0,36-17 0,-22 12 183,-33 15 138,1 1 0,-1-1 0,1 1 0,-1-1 0,1 1 0,0-1 0,-1 1 0,1 0-1,-1-1 1,1 1 0,0 0 0,-1 0 0,1-1 0,0 1 0,-1 0 0,1 0 0,0 0 0,-1 0 0,1 0 0,0 0 0,-1 0 0,1 0 0,0 0 0,-1 0 0,1 0 0,0 1 0,-1-1 0,1 0 0,0 0 0,-1 1 0,1-1 0,-1 0 0,1 1 0,0-1 0,-1 0 0,2 2 0,-1 24 728,-1-11-602,0 16-165,0 28 172,0-21-3144,0-38 2842,0 1 1,0-1-1,0 0 1,0 1-1,0-1 1,0 0-1,0 0 0,0 0 1,0 1-1,1-1 1,-1 0-1,0 0 1,0 1-1,0-1 1,0 0-1,0 0 1,1 0-1,-1 1 0,0-1 1,0 0-1,1 0 1,-1 0-1,0 0 1,0 0-1,0 1 1,1-1-1,-1 0 1,0 0-1,0 0 1,1 0-1,-1 0 0,0 0 1,0 0-1,1 0 1,-1 0-1,0 0 1,1 0-1,-1 0 1,0 0-1,0 0 1,1 0-1,-1 0 0,0 0 1,1-1-1,3 1-1534,18 0-5998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4.2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5555,'0'0'10060,"25"3"-8288,13 2-1214,94 7 1317,-100-10-1241,18 0 447,96-6 0,-134 2-1890,-16 1-2805,-20 1-3335,18 0 6926,-35 0-6636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4.4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2769,'0'0'20698,"50"4"-18633,-14-2-481,0 0-687,-7 0-561,0-2-256,-6 0-16,0 0-64,-4 0-272,-2 0-1185,-9 0-1024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6.0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2233 5811,'0'0'13923,"21"-23"-12693,70-76-504,-63 70-421,1 1 0,2 2-1,48-33 1,-64 48-297,1 1 0,0 0 0,0 1 0,1 1 0,0 0 0,1 2 0,0 0 0,0 0 0,0 2 0,0 0 0,34-1 0,-51 5-14,0 0-1,0 1 1,0-1 0,0 1-1,0-1 1,-1 1-1,1-1 1,0 1 0,0 0-1,0-1 1,-1 1 0,1 0-1,0 0 1,-1 0-1,1-1 1,-1 1 0,1 0-1,-1 0 1,1 0-1,-1 0 1,0 0 0,1 0-1,-1 0 1,0 0-1,0 0 1,0 0 0,0 0-1,0 1 1,4 39-108,-4-32 96,4 46-65,2 1 0,3-1 1,2-1-1,3 0 0,29 77 0,-32-114 788,-4-24 146,77-134-171,61-130-529,-46 81-160,471-945-829,-485 957 1238,47-113 270,-108 239-599,1-6 851,-13 20 2772,-11 36-3516,-1 2-141,0-1 0,0 1 0,0-1 0,0 0 0,0 1 0,0-1 0,1 1 0,-1-1 0,0 0 0,0 1 0,1-1 0,-1 1 0,0-1 0,1 1 0,-1-1 0,1 1 0,-1-1 0,0 1 0,1 0 0,-1-1 0,1 1 0,-1-1 0,1 1-1,0 0 1,-1 0 0,1-1 0,-1 1 0,1 0 0,-1 0 0,1 0 0,0 0 0,0-1 0,0 1-8,-1 12-8182,0-5 6420,0 1 0,-1 0 0,0 0 0,-3 12 0,-9 11-5481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6.8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4 222 2465,'0'0'13529,"-1"3"-13043,0 10 199,0-1 0,0 1 1,1 0-1,1 0 1,0-1-1,1 1 0,5 16 1,0 12 578,7 64 883,20 114-1021,-31-198-1083,-3-20 128,0 0-138,0-1 0,1 0 1,-1 0-1,1 0 1,-1 0-1,1 0 0,-1 0 1,0 0-1,1 0 1,-1-1-1,1 1 0,-1 0 1,0 0-1,1 0 0,-1 0 1,1-1-1,-1 1 1,0 0-1,1 0 0,-1 0 1,0-1-1,1 1 1,-1 0-1,0-1 0,0 1 1,1 0-1,-1-1 1,0 1-1,119-204 764,-38 56-908,-25 64 177,3 2 1,95-102 0,-135 165 525,-12 14-791,-11 12-2614,-16 20-1292,-7 8-4361,10-7 331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7.3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223 0 10485,'0'0'13342,"-8"2"-12686,-10 2-503,0 1-1,0 1 0,-34 15 1,41-15-119,1-1 0,-1 2 0,1-1 1,0 1-1,0 1 0,1 0 0,-16 18 0,23-25-43,1 0-1,0 1 0,0-1 0,0 1 1,0 0-1,0-1 0,0 1 0,1 0 1,-1-1-1,0 1 0,1 0 0,-1 0 1,1 0-1,0 0 0,0-1 0,-1 1 1,1 0-1,1 3 0,-1-3-2,1-1-1,0 1 1,-1-1-1,1 0 1,0 1-1,0-1 1,0 0-1,0 1 1,0-1-1,0 0 1,0 0 0,0 0-1,0 0 1,1 0-1,-1 0 1,0-1-1,3 2 1,3 1-21,0 0-1,0-1 1,1 0 0,-1-1 0,1 0 0,-1 0-1,13 0 1,-11-1-10,-1 0-1,1-1 0,0 0 1,0 0-1,-1-1 0,1 0 1,-1 0-1,1-1 0,-1 0 1,0-1-1,0 0 0,-1 0 1,1-1-1,-1 0 0,0 0 1,0 0-1,0-1 0,-1 0 1,0-1-1,0 1 1,5-9-1,-8 11 453,0-1-1,0 0 1,-1 1 0,1-1 0,-1 0 0,0-7 2895,-2 12-3196,-10 24 318,7-13-800,0 0-1,1 0 1,0 0 0,1 0 0,0 0 0,1 0 0,2 14-1,-2-23 162,0-1 0,0 1 0,0-1 0,1 1-1,-1-1 1,1 1 0,-1-1 0,1 1-1,-1-1 1,1 0 0,0 1 0,0-1 0,0 0-1,0 1 1,0-1 0,0 0 0,0 0 0,0 0-1,0 0 1,1 0 0,-1 0 0,0 0-1,3 0 1,0 1-623,1 0-1,0-1 1,0 0-1,0 0 0,0 0 1,5 0-1,27 0-6270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7.7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21 248 9188,'0'0'13345,"-1"15"-11595,1-3-1312,0-3-93,1 0 0,-2 1 1,1-1-1,-1 1 0,-1-1 1,0 0-1,0 0 0,-7 17 1,5-83 1319,5 44-1716,0-1 1,1 1-1,1 0 1,0 0-1,1 1 1,0-1-1,1 1 1,0 0-1,1 0 1,1 0-1,8-12 1,0 3-661,0 1 0,2 0 1,0 1-1,38-31 0,-50 47 264,-1 0-1,1 0 0,0 0 0,0 0 1,0 1-1,6-2 0,13 1-4112,-23 3 3887,1 0 0,-1 0 0,1 0 0,-1 1 0,0-1-1,1 1 1,-1-1 0,1 1 0,-1-1 0,0 1 0,1 0 0,1 1-1,8 12-6342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7.9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 1 8756,'0'0'16199,"0"113"-14998,-2-105-657,2-4-432,-2-2-16,2-12-3665,0-13 79,0-11-1840,2-5-2274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8.09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2993,'0'0'19721,"19"0"-19865,-19 31 48,2 1-1536,-2 1-2034,6 2-2961,2-5-2850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8.5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307 10 3922,'0'0'15185,"-18"-1"-12034,2-1-2577,1-1-222,1 2 1,0-1-1,-1 2 1,1 0-1,-1 1 1,1 0-1,-19 4 1,22-1-221,1 1-1,-1 0 1,1 0 0,0 1 0,0 0 0,-17 15 0,23-18-144,0 0 1,0 1 0,0 0 0,0 0-1,1 0 1,-1 1 0,1-1 0,0 1-1,1-1 1,-1 1 0,1 0 0,0 0-1,0 1 1,0-1 0,1 0 0,0 0-1,-1 7 1,2-11-19,1 0 1,-1 0-1,0-1 0,1 1 0,-1 0 1,0-1-1,1 1 0,-1 0 0,1-1 1,-1 1-1,1 0 0,0-1 0,-1 1 1,1-1-1,0 1 0,-1-1 0,1 0 1,0 1-1,-1-1 0,1 1 0,0-1 1,0 0-1,-1 0 0,1 0 0,0 1 1,0-1-1,0 0 0,-1 0 0,1 0 1,0 0-1,1 0 0,36-1 24,-25 1-20,-5 0 45,0 0 0,0-1 0,0 0 0,0 0-1,0-1 1,0 0 0,0-1 0,-1 1 0,1-1 0,-1-1 0,0 1 0,0-1 0,0-1 0,0 1 0,-1-1 0,1 0 0,9-11 0,-11 6 3567,-5 24-3474,-1-6-535,2-1 0,-1 1 0,1 0 0,0-1 0,0 1 0,4 8 0,-4-14 19,-1 0 1,2 0 0,-1 1 0,0-1 0,0 0-1,1 0 1,-1 0 0,1 0 0,-1-1 0,1 1-1,0 0 1,0-1 0,0 1 0,0-1 0,0 1 0,0-1-1,0 0 1,0 0 0,1 0 0,-1 0 0,0-1-1,1 1 1,4 0 0,22 1-5891,2-2-1512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8.95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45 4610,'0'0'20476,"1"0"-20401,-1 0-1,0 0 0,1 0 1,-1 0-1,0 0 0,0 0 1,1 0-1,-1 0 0,0 0 1,0 0-1,1 0 0,-1 0 1,0 0-1,0 0 0,1 0 1,-1 0-1,0 0 0,0 0 1,1 1-1,-1-1 0,0 0 1,0 0-1,1 0 1,-1 0-1,0 1 0,0-1 1,0 0-1,0 0 0,1 0 1,-1 1-1,0-1 0,0 0 1,0 0-1,0 1 0,0-1 1,0 0-1,1 1 0,2 14 327,7 13 155,-9-27-616,0 0 1,0 0-1,0 0 0,0 0 0,0 0 0,0 0 0,0 0 0,0-1 1,0 1-1,0 0 0,0-1 0,1 1 0,-1-1 0,0 1 0,0-1 0,1 0 1,-1 0-1,0 1 0,1-1 0,-1 0 0,3 0 0,5-1-305,0 0 1,0 0-1,0-1 0,0 0 0,0-1 0,-1 0 1,1 0-1,-1-1 0,1 0 0,8-6 0,10-8-490,37-31 1,-64 49 986,1-1 0,-1 1 0,0 0 1,0-1-1,1 1 0,-1 0 0,0-1 1,0 1-1,1 0 0,-1 0 0,0 0 1,1-1-1,-1 1 0,0 0 0,1 0 1,-1 0-1,1 0 0,-1 0 0,0-1 0,1 1 1,-1 0-1,1 0 0,-1 0 0,0 0 1,1 0-1,-1 0 0,0 0 0,1 0 1,-1 1-1,1-1 0,-1 0 0,1 0 1,2 13 4810,0 2-5702,-2-10 864,0-2-178,0 1 0,0 0-1,0 0 1,1-1 0,-1 1-1,1-1 1,0 1 0,3 4 0,-3-7-322,0 1 0,0-1 1,-1 0-1,1 0 1,1 0-1,-1 0 0,0 0 1,0 0-1,0-1 1,0 1-1,0-1 0,1 1 1,-1-1-1,0 0 1,1 0-1,-1 0 0,3 0 1,21-2-5113,5-9-4199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9.3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215 18 2993,'0'0'21181,"0"0"-21112,0 0 1,0 0 0,0 0 0,0-1-1,-1 1 1,1 0 0,0 0-1,0 0 1,0 0 0,0 0-1,0 0 1,0 0 0,0 0-1,0 0 1,0 0 0,0-1 0,0 1-1,0 0 1,0 0 0,0 0-1,0 0 1,0 0 0,0 0-1,0 0 1,0 0 0,0-1-1,0 1 1,0 0 0,0 0 0,0 0-1,0 0 1,0 0 0,0 0-1,0 0 1,0 0 0,0 0-1,0-1 1,0 1 0,0 0-1,0 0 1,0 0 0,1 0 0,-1 0-1,0 0 1,0 0 0,0 0-1,0 0 1,0 0 0,0 0-1,0 0 1,0 0 0,0 0-1,1 0 1,-1 0 0,0 0 0,0-1-1,0 1 1,0 0 0,0 0-1,0 0 1,0 0 0,0 0-1,0 1 1,1-1 0,-13-4-240,-1 1 0,1 1 0,0 0 1,-1 1-1,1 0 0,-1 1 0,-18 1 0,-1 0-339,30-1 489,-1 0-1,0 0 1,1 0-1,-1 1 1,1-1-1,-1 1 1,1-1 0,-1 1-1,1 0 1,-1 0-1,1 0 1,0 0-1,-1 0 1,1 1-1,0-1 1,0 1-1,0 0 1,0-1-1,0 1 1,0 0-1,1 0 1,-1 0 0,1 0-1,-2 3 1,1-1 17,0 0 0,1 1 0,-1-1 0,1 1 0,0 0 0,0-1 0,1 1 0,0 0 0,-1-1 0,1 1 1,1 0-1,0 7 0,0-11-37,0 1 1,-1-1-1,1 1 1,0-1 0,0 0-1,-1 1 1,1-1-1,0 0 1,0 0 0,1 0-1,-1 1 1,0-1-1,0 0 1,0-1-1,1 1 1,-1 0 0,1 0-1,-1-1 1,0 1-1,1 0 1,-1-1 0,1 1-1,-1-1 1,1 0-1,2 1 1,44 3-2576,-44-4 2296,80 1-9521,-40-1 1322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19.7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36 62 3618,'0'0'14441,"12"5"-13233,-4 0-1008,1 0-66,0 0 1,0 0 0,1-1-1,0 0 1,-1-1 0,1 0-1,1-1 1,15 3 0,-20-5-106,-3 0-42,1 0 0,0 0 1,0 0-1,-1 0 0,1-1 1,0 0-1,-1 1 0,7-4 1,-8 3 6,-1 0 0,0 0 0,0 0 0,0 0 0,0 0 0,0-1 0,0 1 1,0 0-1,0-1 0,-1 1 0,1-1 0,0 1 0,-1-1 0,1 1 0,-1-1 0,0 0 0,1 1 0,-1-1 1,0 1-1,0-1 0,0 0 0,0 1 0,-1-3 0,1 2 97,0-1-1,0 1 1,0 0-1,0-1 1,-1 1-1,1 0 1,-1-1-1,0 1 1,1 0-1,-1 0 1,0 0-1,0 0 1,-1 0-1,1 0 1,0 0-1,-1 0 1,1 0-1,-1 0 1,-2-1-1,1 0 110,0 1-1,0 0 0,-1 1 0,1-1 1,-1 1-1,0-1 0,1 1 1,-1 0-1,0 1 0,1-1 1,-7 0-1,-4 0 349,1-1-78,0 1 1,-1 0-1,1 1 0,0 1 0,-17 2 1,28-2-453,-1 0 1,1 0-1,0 0 1,0 1 0,0-1-1,0 0 1,0 1-1,1-1 1,-1 1 0,0 0-1,1-1 1,-1 1 0,1 0-1,-1 0 1,1 0-1,0 0 1,0 0 0,0 1-1,0-1 1,0 0-1,1 0 1,-1 1 0,0 3-1,-1 7-77,1 0 1,0-1-1,1 16 0,0-19-6,0 3-89,0 0 0,2 1-1,-1-1 1,1 0 0,1 0 0,6 17-1,-7-24-257,0-1 1,1 1-1,-1 0 0,1-1 0,0 1 0,0-1 0,6 6 0,-6-7-189,0-1 0,0 0 0,0 0-1,0 0 1,0 0 0,0 0 0,0 0 0,1-1 0,-1 0 0,1 0 0,-1 0 0,5 1 0,23 0-9617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6:58:21.5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1 167 2097,'0'0'7659,"9"-1"-2620,10-2-4072,182 17 2461,-38-1-3150,341-8-283,3 1-89,517 6-284,-864-12 340,-100-2-192,-1-2-1,62-13 1,115-35-851,-128 25-1497,161-17-1,-5 33 510,76-8 8799,-323 16-5266,-1-1 0,1 0 0,20-10 0,-4 2 998,-31 18 149,-3 21-2121,-8 20 919,-22 72 1,13-58-625,-8 34-510,-76 255 509,101-348-782,-3 24-223,-14-25-4712,-13-1-1288,-16 0-3568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1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35 4882,'0'0'4426,"21"-6"-3409,4-1-781,-7 2-102,1 0 0,0 1 0,0 1 0,0 0 0,20 1 0,539 5 1801,-193 1-1111,8-6-294,471 6-249,-320 19-269,-23 0-56,912 24 721,-771-33-176,406 20-465,1207 51-1093,-804-75 558,-1163-6 248,1209 25-158,-5 65 1835,1280 0-1378,-2736-96-54,389-2-250,-297 9 308,148 25 1,685 169 1456,-482-89-1103,-460-101-399,696 137 226,6-37-70,-251-71 42,-278-33 4096,-330-8-4229,-69 2-4421,111 7-23,-10-3-3018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6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7676 1681,'0'0'4543,"9"0"-4004,4 0-447,0-1 309,0 1-1,1 1 0,-1 0 1,0 0-1,15 5 1,6 2-104,-1-2 0,1 0 1,-1-3-1,56 0 1,-30-1-59,1236 13 307,-921-16 1119,-219-3-945,-1-6-1,184-37 1,-74 2-504,-61 13-163,250-74 1,-347 70-263,115-57 0,92-66-120,-136 67 240,286-119 348,-250 118-387,-154 64 63,102-66-1,45-54 191,-66 46 215,-102 73-241,-1-1 1,-2-1 0,-1-2 0,-1-2-1,-3 0 1,0-3 0,35-62-1,-32 51 71,2 1-1,2 2 0,2 2 0,52-48 0,191-142-73,-218 181-11,-2-3 0,-2-3 0,-3-2-1,85-121 1,-109 130 77,38-83-1,-23 41-75,57-116 177,86-147 469,-55 127-639,23-34-90,37-74 93,-24-11-66,-155 316-42,142-377 36,-27 57 134,-105 294-138,107-267 16,-102 240-70,82-153 0,69-71-76,-101 176 85,25-23-48,-90 136 59,2 1 0,0 1-1,1 0 1,41-29 0,-25 22-14,-1 0 1,-1-3-1,-1 0 0,55-69 0,-18-3 33,-51 71-28,0 2 0,3 0 0,46-49-1,-8 27-143,2 3 0,82-49 0,-99 68 154,71-41-16,-100 62 23,1 1 0,0 1 0,0 0 0,0 1 0,30-4 0,221-17-27,289 9 0,-528 20 14,0 1 1,-1 1 0,1 1-1,-1 1 1,0 2 0,33 15 0,-32-11-26,0 1 1,-1 1 0,-1 2-1,0 1 1,45 40 0,105 124-1,-41-37 441,103 110-146,-163-169 214,-47-57-378,-2 1 1,-1 1-1,-2 2 1,-1 0-1,24 47 1,-11-1 106,6 11 116,31 99-1,-67-171-258,52 188 263,-49-166-232,-2 0 1,-2 1-1,0 50 0,4 111 485,0-2-211,-22 103 8,9-239-307,-8 105-40,-7 168 63,19-170 132,25 194 0,72 177 132,-57-379-249,79 206-1,-92-296-70,178 412 48,-157-392-31,79 111 0,76 71 68,-48-67-81,145 182 521,-238-308-466,34 61 30,7 10 7,-90-133-115,0-1-1,2 0 1,0-1-1,0-1 1,1 0-1,29 17 1,198 103 11,-202-109-17,153 99 20,-127-75-7,1 2 27,86 47 1,-31-19-56,-80-49-13,51 26-1,328 123-106,-379-159 100,-1 3 0,0 1 0,53 40 0,20 11-23,-8-10-85,-18-9 52,99 43 0,-140-76 36,1-3-1,1-1 0,0-3 0,1-2 1,1-3-1,-1-1 0,99 2 1,-125-11 121,-1-1 0,1-2-1,-1 0 1,0-2 0,31-10 0,-31 10-64,-1 1 0,1 2 1,0 0-1,0 1 0,28 3 0,1 0-8,20-3 3,81 2-58,-133 2 78,-1 0 1,0 1 0,1 1-1,24 10 1,20 6 94,192 56 227,-12-2-324,109 55 203,-258-91-108,-87-35-118,48 19 579,61 16 0,-78-26 405,54 24 0,-30-11-932,-45-20-52,1 0 55,-17-4-218,-9-1-251,-17-3-1145,0 0-1,0-2 0,0-1 1,1-1-1,-23-8 0,-16-6-4754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7.5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28 5202,'0'0'14154,"7"-8"-13301,14-11-575,-20 19-275,-1 0 0,0-1-1,0 1 1,0 0 0,1 0-1,-1 0 1,0 0 0,0 0-1,0 0 1,1 0-1,-1 0 1,0 0 0,0 1-1,0-1 1,0 0 0,1 0-1,-1 0 1,0 0 0,0 0-1,0 0 1,0 0-1,1 0 1,-1 0 0,0 0-1,0 1 1,0-1 0,0 0-1,0 0 1,1 0 0,-1 0-1,0 1 1,0-1-1,0 0 1,0 0 0,0 0-1,0 0 1,0 1 0,0-1-1,0 0 1,0 0 0,0 0-1,0 0 1,0 1-1,0-1 1,0 0 0,0 0-1,0 0 1,0 1 0,0-1-1,0 0 1,0 0 0,0 0-1,0 1 1,0-1-1,0 0 1,0 0 0,0 0-1,-1 1 1,-19 60 252,9-29-66,-16 51 463,-17 99 1,31-73-776,12-94-4241,1-9-4500,0-45 2240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8.0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10741,'0'0'6643,"22"-13"-4984,0 0-1503,1 1 0,39-15-1,-40 22-71,0 1 0,1 0 0,-1 2 0,0 1 0,1 0 0,28 4 0,1-1 33,-11-1-88,0 1 1,0 3 0,42 10 0,-58-9-66,-1 1-1,-1 1 1,1 1-1,-1 1 1,-1 1-1,26 17 1,-41-23-50,0-1 1,-1 2 0,1-1-1,-1 1 1,0 0 0,8 10-1,-12-12 31,1 0-1,-1 0 1,0 0-1,0 1 1,0-1 0,-1 0-1,0 1 1,1 0-1,-2-1 1,1 1-1,0 0 1,-1 6 0,0-8 55,0-1 1,-1 1-1,1-1 1,-1 1 0,1 0-1,-1-1 1,0 1 0,0-1-1,0 0 1,0 1 0,-1-1-1,1 0 1,-1 0-1,1 0 1,-4 3 0,1 0 17,-1-1 1,0 0-1,0 0 0,-1 0 1,1-1-1,-8 4 1,-11 2 193,0 0 1,-36 9-1,46-15-57,-167 38 1256,39-9-736,134-31-663,1 1 0,0 0 0,0 1 0,1-1 0,-1 1 0,-12 8 0,17-10-45,1 0 0,0 0 1,-1 1-1,1-1 1,0 0-1,0 1 1,0-1-1,0 1 0,0-1 1,0 1-1,0 0 1,1-1-1,-1 1 0,0 0 1,1-1-1,-1 1 1,1 0-1,0 0 0,0-1 1,0 1-1,0 0 1,0 0-1,0 0 0,0-1 1,0 1-1,1 0 1,-1 0-1,1-1 0,-1 1 1,1 0-1,0-1 1,-1 1-1,3 2 1,2 4-123,1-1 0,1 0 0,-1 0 0,1 0 0,0-1 1,0 0-1,1 0 0,0-1 0,8 5 0,-9-6 92,51 33-340,-4-3-407,0 2 0,-3 2 1,68 65-1,-81-57-147,-37-43 879,1 0 0,0 0 0,-1 1 0,1-1 0,-1 0 0,0 1 0,0-1 0,0 1 0,-1 0 0,1-1 0,-1 1 0,0-1 0,0 6 0,-1-7 100,1 0 0,-1 0 0,0 0 0,0 0-1,1-1 1,-1 1 0,0 0 0,-1 0 0,1-1-1,0 1 1,0-1 0,-1 1 0,1-1 0,-1 1-1,1-1 1,-1 0 0,0 0 0,1 0-1,-1 0 1,0 0 0,0 0 0,-2 0 0,-49 15 1385,41-13-957,-213 38 4545,148-30-4247,1 4-1,-99 30 1,162-38-1631,16-3-2228,28-2-1494,-19-3 3319,0-1 0,0 0 1,12-4-1,51-25-5667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8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0 127 5923,'0'0'11304,"10"8"-10605,4 3-363,1-1 1,0 0 0,1-2 0,0 1 0,0-2 0,1 0 0,0-1 0,0-1 0,33 6 0,-31-9-234,0-1 1,0 0-1,0-2 0,0 0 0,0-1 1,22-5-1,-36 6-83,0-1 0,-1 1 0,1-1 0,0 0 0,0 0 0,-1 0 0,0-1 0,1 0 0,-1 0 0,0 0 0,0 0 0,0-1 0,-1 1 0,1-1 0,-1 0 0,0 0 0,0 0 0,0-1 0,-1 1 0,0-1 0,1 1 0,-2-1 0,1 0 0,0 0 0,-1 0 0,0 0 0,1-10 0,-2 13 23,1-6 126,0 1 0,-1-1 0,0 1 0,0 0 0,-1-1 0,-1-7 0,2 13-150,-1 0 0,0 0-1,0 0 1,0 0 0,0 0 0,0 1 0,0-1 0,0 0-1,0 1 1,-1-1 0,1 1 0,-1-1 0,1 1 0,-1 0-1,0-1 1,1 1 0,-1 0 0,0 0 0,0 0 0,0 0-1,0 1 1,0-1 0,0 0 0,0 1 0,0 0 0,-3-1-1,-10-2-18,0 2 0,-1-1 0,1 2 0,-1 0 0,1 1 0,0 0 0,-28 7-1,37-6 1,1-1-1,-1 1 0,0 1 1,1-1-1,-1 1 1,1 0-1,0 1 0,0-1 1,0 1-1,0 0 0,0 0 1,1 0-1,0 1 0,0 0 1,0-1-1,1 1 0,-1 1 1,1-1-1,1 0 0,-1 1 1,1 0-1,-3 8 0,2-2-27,0 0-1,1 0 0,0 0 0,1 0 0,0 0 0,1 1 0,1-1 0,0 0 0,0 0 1,2 0-1,-1 0 0,1 0 0,1 0 0,0-1 0,8 17 0,-6-19-253,-1 1 0,1-1 1,0-1-1,1 1 0,0-1 0,1-1 0,0 1 0,0-1 0,0 0 1,1-1-1,0 0 0,0 0 0,0-1 0,1-1 0,0 1 0,0-1 0,18 4 1,-6-4-1204,-1-1 1,1 0 0,-1-2 0,1-1-1,38-3 1,35-14-5298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8.6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439 0 13542,'0'0'8164,"-12"28"-6385,-35 86 727,-36 133-1,24 44-902,22-88-1592,32-180-162,-8 36-428,12-55 358,0 0 0,0-1 1,-1 1-1,0 0 0,1-1 1,-1 1-1,-1-1 1,1 1-1,0-1 0,-1 0 1,-3 3-1,4-5-72,0 0 0,0 1 0,0-1 0,0 0 0,0-1 0,-1 1 0,1 0 0,0 0 0,-1-1 0,1 0 0,0 1 0,-1-1 0,1 0 0,-1 0 0,1 0 0,0 0 0,-1-1 0,1 1 0,0-1 0,-1 1 0,1-1 0,0 0 0,0 0 0,-3-1 0,-2-2-1021,0 0-1,0 0 0,0-1 1,0 0-1,-9-10 1,-31-32-6700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9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4594,'0'0'2719,"24"-3"597,5-1-2146,-1 0 185,0 1 0,0 2 0,47 3 0,-27 5-205,0 2 0,-1 3 1,48 18-1,-10-4-549,102 28-441,-290-29 192,77-20-340,-8 1 5,-64 21 0,90-24-20,0 0 0,1 0 0,-1 1 0,1 0 0,0 0 0,0 1-1,1-1 1,-1 1 0,1 1 0,0-1 0,0 1 0,1 1 0,-9 12 0,11-15-15,1 0-1,0 0 1,0 1 0,1-1 0,-1 1 0,1-1 0,0 1-1,0-1 1,0 1 0,1 0 0,-1 0 0,1-1 0,1 1-1,-1 0 1,1-1 0,-1 1 0,1 0 0,0-1 0,1 1-1,-1-1 1,1 1 0,0-1 0,0 0 0,1 0 0,-1 0-1,1 0 1,0 0 0,0 0 0,0-1 0,0 0 0,0 1-1,1-1 1,0 0 0,0-1 0,0 1 0,8 3 0,3-1 32,1-2 1,-1 0 0,1-1 0,0-1 0,0 0 0,0-1 0,19-3 0,-19 3 12,-2-1-16,0-1-1,0-1 1,0 0-1,0 0 1,-1-1-1,24-11 1,-30 12 103,0-1 1,0 1 0,-1-1-1,0 0 1,1-1-1,-2 0 1,1 0 0,0 0-1,-1 0 1,0-1 0,0 0-1,-1 0 1,0 0-1,5-10 1,-5-9 3441,-4 19-989,6 22-2722,1 5-14,1 0 1,1 0-1,1-1 0,1 0 1,1-1-1,0 0 0,21 22 1,-21-28-598,1 0 1,0-2-1,0 1 1,2-2 0,-1 0-1,18 9 1,-16-11-1110,0 0 1,29 8-1,39 2-5304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39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2945,'0'0'15896,"188"23"-14392,-112-16-991,-1-4-369,-5-1-144,-2-2-337,-18 0-1615,-12 0-2418,-16-10-4563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0.3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9748,'0'0'11366,"-28"93"-9862,26-40-607,-3 2-305,2 0-272,1-10-320,-1-5 0,-2-12-256,5-10-800,0-13-1089,-5-5-1361,-10-23-3361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0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12902,'24'-2'1083,"-9"1"-972,22-2 691,0 1 0,0 2 1,0 2-1,39 7 0,-35 1 87,1 2 1,-2 1-1,66 32 1,109 77 616,-164-89-1336,-2 2 0,-1 2 0,70 71 0,-102-91-212,-1 0 1,0 1 0,-1 1-1,-1 0 1,-1 1-1,-1 0 1,0 1-1,-2 0 1,0 0-1,-2 1 1,0 0-1,6 39 1,-12-52 3,0 1 0,-1-1-1,0 1 1,-1-1 0,0 1 0,-1-1-1,1 0 1,-2 1 0,1-1 0,-1 0 0,-7 13-1,4-11 37,-1-1 0,0 1 0,0-1 0,-1-1 0,0 0 0,-1 0 0,0 0 0,-15 10-1,-3-1 125,0 0-1,-1-2 0,-1-2 0,-52 20 1,-129 29 1336,143-46-795,-92 12 0,59-22-2872,122-23-4420,18-14-353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0.9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 1 14086,'0'0'11366,"-88"130"-10294,73-90-175,8-12-705,4-8-192,3-5-128,0-13-1201,18-12-5362,12-40 1457,5-23-3907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1.0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9044,'0'0'2433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1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0 10405,'0'0'9455,"-21"2"-7593,-69 10-1118,83-11-687,1 1 0,-1 0 0,1 0 0,0 1 0,0 0 0,0 0 0,0 0 0,0 0 0,1 1 0,-1 0 0,1 1 0,0-1 0,-6 8 0,-5 3 52,11-9-112,1-1 0,-1 0 1,1 1-1,0 0 0,0 0 0,1 0 0,0 0 0,0 1 0,0-1 0,1 1 0,0 0 0,0 0 0,1 0 0,-1 0 0,1 8 0,0-6-90,1 1 0,0-1 0,1 0 0,0 0 0,0 1 0,1-1 0,0 0 0,1 0 1,0 0-1,8 16 0,9 6-171,15 26-349,-33-54 586,-1 0 0,0 1 0,1-1 0,-1 0 0,0 0 0,0 1 0,-1-1 0,1 0 1,-1 1-1,0-1 0,0 1 0,0-1 0,0 1 0,0-1 0,-2 4 0,2-5 49,-1-1 1,0 0-1,0 1 0,0-1 0,0 0 0,0 0 0,0 0 1,0 0-1,-1 0 0,1 0 0,0 0 0,0 0 0,-1-1 0,1 1 1,-1 0-1,1-1 0,-1 1 0,1-1 0,-3 1 0,-34 5 576,32-6-486,-104 6-929,108-12-4379,2-11 2265,0 15 1518,0-33-7162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1.6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648 0 14871,'0'0'9252,"-168"206"-5842,100-106-1682,10 11-351,8 4-529,10-2-704,7-8-144,1-17-576,-1-20-624,-7-23-897,0-18-1041,-3-19-2000,0-8-4162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1.9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 13238,'0'0'8935,"13"26"-6974,5 5-1479,-5-8-138,0 0 1,-2 1-1,-1 0 0,11 39 0,-13-38-137,-2 1 0,0 0 0,-2 0 1,1 32-1,9-72-205,124-168-805,-100 136 477,81-75 1,-113 116-172,42-33 1364,-22 24-2730,2 9-5608,-19 5-1082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2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10 8676,'0'0'22698,"-103"81"-22698,103-76-640,13-8-8612,12-35 3153,7-17-3874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2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2593,'0'0'23483,"8"120"-23483,2-82-16,5-8-1217,5-10-1504,7-13-2097,8-7-4498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2.7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530 1 12534,'0'0'3415,"-32"32"-246,1-4-2052,4-3-44,1 1 1,1 0-1,1 2 0,1 1 1,2 1-1,-22 40 1,10 1 180,3 1 0,-28 108 1,4-13-982,47-145-295,-18 32 0,22-48-31,-1 1 1,-1-1-1,1 1 0,-1-1 1,0-1-1,0 1 1,-1-1-1,-8 7 1,0-7-862,9-7-219,8-8 258,2 2 507,1 1 0,-1 0-1,2 0 1,-1 0-1,1 1 1,0 0 0,0 1-1,0-1 1,1 1 0,0 1-1,0-1 1,17-5-1,-9 4-95,-1 1 0,1 0 0,0 2 0,0-1-1,1 2 1,23-1 0,-38 3 458,-1 0 0,0 1 0,0-1 0,0 0 0,0 0 0,1 1 0,-1-1 0,0 0 0,0 1 0,0-1 0,0 1 0,0-1 0,0 1 0,0 0 0,0-1 0,0 1 0,0 0 0,0 0 0,0 0 0,0 0 0,-1 0 0,2 1 0,-1 1 42,1 0-1,-1 0 1,0 0 0,0 1 0,0-1-1,0 0 1,0 0 0,0 5 0,-1 8 404,0 0 1,-3 28 0,2-38-266,-2 10 117,-1 0 1,-1 0-1,0 0 1,-2-1 0,1 0-1,-2 0 1,0 0-1,0-1 1,-1-1 0,-1 1-1,-1-1 1,0-1-1,0 0 1,-18 14-1,25-22-208,0-1 0,-1 1 0,1-1 0,-1 0 0,1-1 0,-1 1 0,0-1 0,0 0 0,0 0 0,0 0 0,0-1 0,-1 0 0,1 0 0,-8 1 0,12-2-114,0-1 1,1 1 0,-1 0 0,1 0 0,-1 0-1,1-1 1,-1 1 0,1 0 0,-1-1 0,1 1-1,-1 0 1,1-1 0,-1 1 0,1-1 0,-1 1-1,1-1 1,0 1 0,-1-1 0,1 1 0,0-1-1,0 1 1,-1-1 0,1 1 0,0-1 0,0 1-1,0-1 1,0 0 0,0 1 0,-1-1 0,1 1-1,1-2 1,-2-24-1648,2 19 983,-1 5 422,0 0 1,0 0-1,1 0 0,-1 0 0,1 0 1,0 0-1,-1 0 0,1 0 0,0 0 1,0 0-1,0 0 0,0 1 0,1-1 1,-1 0-1,0 1 0,1-1 0,-1 1 1,1-1-1,3-1 0,37-20-4758,-34 19 4055,48-19-5561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3.1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 9604,'0'0'19124,"0"-2"-17800,0 8-1258,-10 145-704,10-151 560,1 1 0,0-1 0,0 1-1,0-1 1,1 0 0,-1 1 0,0-1-1,0 0 1,0 1 0,0-1 0,0 0 0,0 0-1,0 0 1,0 0 0,0 0 0,1 0-1,0-1 1,1 1-149,11-2-69,-1 0 1,0 0 0,0-1-1,-1-1 1,1-1 0,-1 1-1,1-2 1,-1 0 0,-1 0-1,1-1 1,-1 0 0,-1-1-1,1-1 1,-1 0-1,-1 0 1,10-12 0,-14 13 3723,-6 17-1971,0 17-2112,0-17-249,1 0 1,0 0 0,0 0 0,1 0 0,2 12 0,-3-19 651,1 0 1,0 0-1,-1 0 0,1 0 0,0-1 1,0 1-1,0 0 0,0 0 0,0-1 1,1 1-1,-1-1 0,0 1 0,1-1 1,-1 0-1,1 1 0,0-1 0,-1 0 1,1 0-1,0 0 0,0 0 0,-1 0 1,1-1-1,0 1 0,0 0 0,0-1 1,0 0-1,0 1 0,4-1 1,30 1-9138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3.4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490 0 2273,'0'0'21178,"-55"181"-18409,19-88-1280,-4 7 159,-5 5-319,-3 3-817,1-10-384,4-10-128,6-15 0,6-23-576,4-15-416,7-10-1009,2-12-1025,-2-13-1872,-2 0-3778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3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4866,'0'0'7014,"30"0"-3687,-5 0-2595,2-1 145,0 1 0,0 2 1,0 0-1,0 2 0,34 10 0,-49-11-567,35 9 485,0 3 1,-1 1-1,82 42 1,-125-56-795,0 1 0,-1-1-1,1 1 1,0 0 0,-1 0 0,1 0 0,-1 0 0,0 0-1,0 1 1,0-1 0,-1 1 0,1 0 0,-1-1 0,0 1 0,0 0-1,0 0 1,0-1 0,-1 1 0,1 0 0,-1 0 0,0 0-1,0 0 1,-2 7 0,0 4 134,0 0-1,-1-1 1,-1 1 0,-10 24 0,8-22 9,5-11-163,-1-1 0,0 1 0,0-1 0,0 0 0,0 0 0,-1 0 1,0 0-1,0-1 0,0 1 0,-1-1 0,0 0 0,-5 6 0,9-10-65,-1 0 0,1 1 0,0-1 1,-1 0-1,1 0 0,0 0 0,0 0 0,-1 0 0,1 0 0,0 0 0,-1 1 0,1-1 0,0 0 0,-1 0 0,1 0 1,0 0-1,0 0 0,-1 0 0,1-1 0,0 1 0,-1 0 0,1 0 0,0 0 0,-1 0 0,1 0 0,0 0 0,0 0 1,-1-1-1,1 1 0,0 0 0,0 0 0,-1 0 0,1-1 0,0 1 0,0 0 0,0 0 0,-1-1 0,1 1 0,0 0 1,0 0-1,0-1 0,0 1 0,0 0 0,-1-1 0,1 1 0,-2-19-3689,2 17 3411,0-37-6780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3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5122,'0'0'18025,"25"55"-19114,-17-20-2192,5 0-3282,4-5-4402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4.5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217 364 13382,'0'0'9594,"-24"1"-7535,-78 8-1223,98-9-806,1 1 1,-1 0-1,1 0 1,-1 0-1,1 0 1,-1 1-1,1-1 1,0 1 0,0 0-1,0 0 1,0 0-1,0 0 1,0 1-1,0-1 1,1 1 0,-1 0-1,-2 3 1,2 0 10,0 0 0,0 1 0,0-1 0,1 0 0,0 1 1,-2 8-1,2-5-4,-1 7 0,0 0 1,1 0-1,1 1 1,1 19-1,0-22-3,0-13-30,0 1 0,0-1-1,0 1 1,1-1 0,-1 0 0,1 1 0,0-1-1,-1 0 1,1 1 0,0-1 0,0 0 0,0 0-1,1 0 1,-1 0 0,0 0 0,1 0-1,-1 0 1,1 0 0,0-1 0,0 1 0,-1 0-1,1-1 1,0 0 0,0 1 0,1-1 0,-1 0-1,0 0 1,0 0 0,0 0 0,1-1 0,3 2-1,6 0-18,1-1 0,-1 0 0,1 0-1,22-3 1,-28 2-11,3-2-43,0 0 0,0 0 0,0-1 0,-1 0 0,1-1 0,-1 0 0,0 0 0,0-1 0,0-1 0,0 1 0,-1-1 0,0-1 0,-1 1 0,1-1 0,-1-1 0,0 1 0,5-10 0,5-5-81,-1-2 0,-1 0 1,-1-1-1,-1 0 1,9-27-1,-10 17 87,-3-1 0,0 0 0,4-61 0,1 2 91,-13 90 17,0 0 1,0-1-1,0 1 1,1 0-1,0 0 1,0 0-1,0 1 0,0-1 1,1 0-1,0 1 1,0 0-1,4-5 1,-5 7-40,0 0 0,1 1 0,0-1 1,-1 0-1,1 1 0,0 0 0,0 0 1,0 0-1,0 0 0,0 0 0,0 0 1,0 1-1,0-1 0,0 1 0,0 0 1,0 0-1,0 0 0,0 0 0,0 1 1,0-1-1,6 3 0,-3-1-19,0 0-1,0 1 1,-1 0-1,1 0 1,-1 0-1,1 1 1,-1 0-1,0 0 1,0 0-1,-1 1 1,1 0-1,4 6 1,7 10 70,21 36 0,-27-37-15,0 1 1,-1 0-1,-1 0 1,-1 1-1,0 0 1,-2 0-1,-1 0 1,-1 1-1,-1-1 1,0 1-1,-3 23 0,2-49-78,1 1-1,-1-1 0,1 1 0,0 0 0,0-1 0,0 1 1,0 0-1,0 0 0,0 0 0,0 1 0,3-3 0,35-24-580,-22 18 383,0 0 0,1 2 0,0 0 1,1 1-1,-1 1 0,27-5 0,-9 4 694,1 2 1,59 1-1,-96 20 1384,-2-3-1616,-1 0 0,0 0 0,0 0 0,-1 0 1,-1 0-1,-5 14 0,-39 76 628,38-82-882,5-10-201,-1 0 0,0-1 0,-1 0 0,0 0-1,0 0 1,-18 16 0,19-21-334,0 0 0,0-1 0,0 0 1,-1 0-1,1 0 0,-1-1 0,0 0 0,0-1 0,0 1 1,0-1-1,-1-1 0,-11 2 0,-42-1-3625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5.5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1889,'0'0'10658,"11"0"-9156,0 1-542,33 1-189,-21-4 8554,-48 13-9726,25-11 365,0 0 0,0 0 0,-1 0 0,1 0 0,0 1 1,0-1-1,0 0 0,0 0 0,0 0 0,0 0 0,0 0 0,0 0 1,0 0-1,0 0 0,0 0 0,0 0 0,0 0 0,0 1 0,0-1 1,0 0-1,0 0 0,0 0 0,0 0 0,0 0 0,0 0 1,0 0-1,0 0 0,0 0 0,0 1 0,0-1 0,0 0 0,0 0 1,0 0-1,0 0 0,0 0 0,0 0 0,0 0 0,0 0 0,0 0 1,0 0-1,0 1 0,0-1 0,0 0 0,0 0 0,0 0 0,0 0 1,0 0-1,0 0 0,1 0 0,-1 0 0,0 0 0,0 0 1,0 0-1,0 0 0,0 0 0,0 0 0,0 0 0,0 0 0,0 0 1,1 0-1,16 2-3056,10-2-2038,7 0-3562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6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0 4530,'0'0'3055,"0"28"-150,0-24-2764,1 70 2481,11 82-1,16 220 1156,-26 4-1891,-3-341-1730,-3 121 169,-8 0 1,-6-1-1,-8-2 1,-6 0-1,-95 274 0,92-338-328,-53 168 313,79-228-362,1 1 0,3-1 0,0 1 0,2 0 0,3 65 0,0-97-63,1 0 0,-1 0 1,0 0-1,1 0 0,-1 0 0,1 0 0,0 0 0,-1 0 0,1 0 1,0 0-1,0 0 0,0 0 0,1-1 0,-1 1 0,0 0 0,1-1 1,-1 1-1,1-1 0,-1 0 0,1 1 0,0-1 0,0 0 0,-1 0 1,5 2-1,-3-2-333,1 0 0,0 0 0,0-1 0,-1 1 0,1-1 0,0 0 0,0 0 0,-1 0 0,1 0 0,0-1 0,0 1 0,-1-1 0,5-1 0,37-21-8863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49.7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1692 0 912,'0'0'3370,"-1"22"-3069,-3 142 1009,2-138-978,-2 0 1,0-1-1,-1 0 0,-2 0 0,-14 38 0,9-31 11,3 0 1,-9 46-1,7 20-56,7-56 70,-1 1 0,-2 0 0,-25 78 1,29-111-250,-6 9 43,2 1 0,0 1-1,2-1 1,0 1-1,1 0 1,-1 33 0,-4 139-30,0-2-66,5-106 383,-28 151 0,18-153-300,-114 571 1153,123-630-1267,-72 479 123,61-380-145,-141 764 333,43-291-278,-104 446 21,214-1022-78,-186 944 93,157-779 3,-139 844 1513,6 153-296,116-677-1238,-3 42 218,46-445-286,-33 755 570,38-741-420,2-115 564,0-11-1,-1-22-754,2-41-1841,6 25-4943,1 17-713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1.1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179 164 464,'0'0'1785,"22"-13"-937,4-3-601,19-11 469,66-32 0,-25 11 2085,-86 48-2731,1 0 1,-1 0-1,0 0 1,0 0-1,1 0 1,-1 0 0,0 0-1,0 0 1,1 0-1,-1 0 1,0 0-1,0 0 1,1 0-1,-1 0 1,0 0-1,0 1 1,0-1-1,1 0 1,-1 0-1,0 0 1,0 0-1,0 1 1,1-1 0,-1 0-1,0 0 1,0 0-1,0 1 1,0-1-1,0 0 1,1 0-1,-1 0 1,0 1-1,0-1 1,0 0-1,0 0 1,0 1-1,0-1 1,0 0 0,0 0-1,0 1 1,0-1-1,0 0 1,0 0-1,0 1 1,0-1-1,0 0 1,0 0-1,0 1 1,0-1-1,0 0 1,-1 0-1,1 1 1,-3 20 443,-7 21 900,-2-1-1,-23 52 0,-13 43 470,24-37-529,4 1 0,-11 172 0,21 206 775,10-458-2080,9 422 702,-2 133-570,-9-501-84,-4 0 0,-3 0 0,-3-1 0,-3 0 0,-3-1 0,-4 0 0,-43 97 0,35-103 254,3 1 1,3 1 0,3 1-1,-23 142 1,42-165-504,3-45 27,1-1-1,-1 0 1,0 0 0,1 0 0,-1 0 0,1 0-1,-1-1 1,0 1 0,1 0 0,-1-1-1,0 1 1,1-1 0,-1 1 0,0-1 0,2-1-1,32-34-3182,-19 9-6392,-15 19 2120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2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 94 2817,'0'0'10450,"1"18"-8601,4 53 133,-8 104 1,-18-29-113,-44 163 0,64-303-1831,1-4-28,-1 0 0,1 0 0,0 0-1,-1 0 1,0 0 0,1 0 0,-1 0 0,0 0 0,0 0 0,0-1 0,0 1 0,0 0 0,-1 0 0,1-1 0,-2 3 0,2-4 207,1-26-110,-1-16-112,2 1-1,1-1 1,14-64 0,21-59-769,26-100-1047,-63 265 1816,28-82-235,-26 75 240,1 0 0,1 0 1,0 1-1,0 0 1,0 0-1,0 0 0,1 0 1,0 1-1,7-7 0,-9 10 1,1 1 0,-1-1 0,1 0 0,0 1 0,-1-1 0,1 1 0,0 0 0,0 1-1,0-1 1,0 1 0,0-1 0,-1 1 0,1 0 0,0 1 0,0-1 0,0 1 0,0-1-1,0 1 1,0 0 0,-1 1 0,1-1 0,0 1 0,-1-1 0,1 1 0,-1 0 0,0 1-1,0-1 1,1 0 0,-1 1 0,4 5 0,-2 1 97,0 0 0,-1 1 0,0 0-1,-1 0 1,1 0 0,-2 0 0,0 1 0,2 16-1,-3 88 892,-2-69-673,1 2 27,-2 1 0,-2 0 0,-14 62 0,9-66-183,7-28-58,-2 1 0,-9 29 0,11-43-124,1-3-73,-2-2-2709,3 1 2730,0 0-1,-1 0 1,1 0-1,0 1 0,0-1 1,-1 0-1,1 0 0,0 0 1,0 0-1,0 0 0,-1 0 1,1-1-1,0 1 0,0 0 1,-1 0-1,1 0 0,0 0 1,0 0-1,0 0 0,-1 0 1,1 0-1,0 0 1,0-1-1,0 1 0,-1 0 1,1 0-1,0 0 0,0 0 1,0-1-1,0 1 0,0 0 1,-1 0-1,1 0 0,0-1 1,0 1-1,0 0 0,0 0 1,0 0-1,0-1 1,0 1-1,0 0 0,0 0 1,0-1-1,0 1 0,0 0 1,0-1-1,-8-36-8367,-1 8 2369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2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 3169,'0'0'13959,"158"-13"-12935,-121 13-399,1 5-449,0 3-176,-6 2-304,11-2-1665,14-6-3378,11-2-2192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4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18 585 6195,'0'0'10682,"-3"1"-9156,3-1-1443,0 0 1,-1 0-1,1 1 0,0-1 0,-1 0 0,1 0 1,-1 0-1,1 0 0,0 0 0,-1 0 0,1 0 1,-1 0-1,1 0 0,-1 0 0,1 0 1,0 0-1,-1 0 0,1 0 0,-1 0 0,1 0 1,0 0-1,-1 0 0,1-1 0,-1 1 1,1 0-1,0 0 0,-1 0 0,1-1 0,0 1 1,-1 0-1,1-1 0,-2-18 1435,2 17-1609,0-10 205,1 1 1,1-1-1,0 1 1,1 0-1,0-1 1,8-18-1,36-65 88,-30 65-146,-8 12-55,78-137-201,-67 123 137,1 1-1,43-47 1,-60 73 72,-3 4 9,1-1 0,-1 0 1,0 1-1,1 0 0,-1-1 0,1 1 0,-1 0 0,1 0 0,0-1 0,-1 1 0,1 0 1,0 1-1,0-1 0,0 0 0,-1 1 0,4-1 0,-5 1 2,1 1 1,-1 0-1,0 0 0,1 0 1,-1 0-1,0 0 0,1 0 1,-1 0-1,0 0 0,0 0 0,0 0 1,0 0-1,0 0 0,0 0 1,0 0-1,0 0 0,0 1 1,-1 3 72,1 1 10,6 163 2730,-3-145-2389,0 1 1,2-1-1,1 0 0,16 42 0,-15-46-303,-5-14-85,1 1-1,-1-1 1,1 0-1,6 10 1,-6-15-55,-1-1 0,1 1 0,-1-1-1,1 0 1,-1 0 0,1 1 0,0-2 0,-1 1 0,1 0 0,-1 0 0,1-1 0,-1 1-1,1-1 1,2-1 0,16-8-205,-1-1-1,34-25 0,-18 12-203,84-58-1444,110-96-1,-163 126 5233,-67 56-2718,0 190 3305,0-61-7860,0-132 3717,2 13-3740,4-7-2319,4-6-3183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6.0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434 0 6051,'0'0'15639,"-10"12"-14564,-4 6-556,1 0 0,0 0 1,2 1-1,-14 31 0,-17 47 1189,-106 227-273,128-290-2399,-29 41 0,45-69 600,3-5 122,0 0-1,0 1 1,0-1-1,0 0 1,0 0-1,0 0 1,-1 1-1,1-1 1,0 0-1,-1-1 1,1 1-1,0 0 1,-1 0 0,1-1-1,-1 1 1,1 0-1,-1-1 1,-2 1-1,-22-6-6462,-6-11-1472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6.6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1 474 8580,'32'-8'2156,"462"-89"7000,87 22-5171,-143 22-3344,-225 14-766,-183 32 73,1-2 0,-2-1 0,0-2 1,45-24-1,-62 29 57,0-1 1,-1 0-1,0-1 0,11-11 1,-19 18-11,-1-1-1,1 1 1,-1-1 0,1 0 0,-1 0-1,0 0 1,0 0 0,0 0 0,-1-1 0,1 1-1,-1-1 1,0 1 0,0-1 0,0 1-1,0-1 1,-1 0 0,1 1 0,-1-1 0,0-7-1,-7 8-84,-6 3 81,1 0-1,0 1 1,0 1 0,0 0 0,0 0 0,0 1 0,1 1 0,-1 0 0,1 1 0,0 0 0,0 1 0,-10 7 0,-19 13 89,-62 56 1,99-80-74,-80 76 602,-111 135-1,116-124-245,58-66-273,-120 149 295,128-156-391,1 2 1,1-1 0,0 1-1,1 1 1,1 0 0,1 0-1,1 1 1,-6 29 0,11-48-17,1 0 1,0 0 0,0 1-1,-1-1 1,1 0-1,0 0 1,0 0 0,0 0-1,0 0 1,0 0 0,0 0-1,0 0 1,1 0 0,-1 0-1,0 0 1,0 1 0,1-1-1,-1 0 1,1 0 0,-1-1-1,1 1 1,0 0 0,-1 0-1,1 0 1,0 0-1,-1 0 1,2 0 0,0 0-23,1-1 0,-1 1-1,1-1 1,-1 0 0,1 0 0,-1 0 0,1 0 0,-1 0 0,0-1 0,1 1 0,-1-1-1,3 0 1,14-6-65,0-1 0,-1 0-1,0-1 1,0-1-1,31-24 1,3 0-283,-17 11 128,-22 13 164,1 1 0,0 1 0,0 0 1,25-9-1,-39 17 145,0 0 1,1 0-1,-1 0 0,0 0 0,0 0 1,1 0-1,-1 0 0,0 0 1,0 1-1,1-1 0,-1 0 1,0 0-1,0 0 0,1 0 1,-1 0-1,0 1 0,0-1 1,1 0-1,-1 0 0,0 0 1,0 0-1,0 1 0,0-1 1,1 0-1,-1 0 0,0 1 1,0-1-1,0 0 0,0 0 1,0 1-1,0-1 0,0 0 0,1 1 1,-1-1-1,0 0 0,0 0 1,0 1-1,0-1 0,1 15 6,-1-13 169,1 14-111,0-4 54,1 1 0,0-1 0,4 14 0,-6-24-283,1 0 0,0 0-1,-1-1 1,1 1-1,0 0 1,0 0 0,0 0-1,0-1 1,0 1-1,0-1 1,0 1 0,0-1-1,1 1 1,-1-1 0,1 1-1,-1-1 1,1 0-1,0 0 1,-1 0 0,1 0-1,0 0 1,0 0 0,-1-1-1,1 1 1,0-1-1,3 1 1,47-1-8740,-22-7 1150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7.0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6675,'0'0'13926,"23"8"-13083,78 22-232,-89-27-564,0-1-1,0 0 0,0 0 0,0-2 0,0 1 1,15-2-1,1-1-49,-26 3-25,1-1 0,-1 0 0,0 0 0,1 0 0,-1-1 0,1 1 0,-1 0 0,0-1 0,1 0 0,-1 1 0,0-1 0,0 0 0,0 0 1,1 0-1,-1-1 0,0 1 0,0 0 0,3-4 0,-4 3 0,0-1 1,1 1 0,-1-1-1,0 1 1,0-1-1,-1 0 1,1 1 0,-1-1-1,1 0 1,-1 0-1,0 1 1,0-1 0,0 0-1,0-4 1,-1 4 20,0 0-1,0 1 1,0-1 0,0 0 0,0 1 0,-1-1 0,1 1-1,-1-1 1,0 1 0,0 0 0,0-1 0,0 1 0,0 0-1,0 0 1,0 1 0,-1-1 0,1 0 0,0 1 0,-1-1-1,-4-1 1,-3-1 52,1 0-1,0 0 1,-1 1-1,-17-4 1,9 4 437,0 1 1,-28 1 0,42 1-392,0 0 0,0 0-1,1 0 1,-1 1 0,0-1 0,1 1 0,-1 0 0,1 0 0,-1 0 0,1 1 0,0-1-1,-1 1 1,1 0 0,0 0 0,0 0 0,0 0 0,0 1 0,-4 4 0,3 0 19,0-1 0,0 1 0,1 0 0,0 1 1,0-1-1,1 0 0,0 1 0,0-1 0,0 14 1,1-18-114,1 1-1,0-1 1,0 1 0,0-1 0,0 1 0,1-1 0,-1 1 0,1-1-1,0 0 1,0 1 0,0-1 0,1 0 0,-1 0 0,1 0 0,0 1-1,-1-2 1,1 1 0,1 0 0,-1 0 0,0-1 0,1 1 0,5 3-1,0-1-270,0 0 0,1-1 0,0 0 0,0 0 1,0-1-1,1-1 0,18 4 0,3-3-2147,38 0 0,-68-3 2355,96 0-6956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4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6643,'0'0'8657,"9"-5"-6669,29-17-417,-36 22-1487,-1-1 0,1 0 0,-1 1 0,1-1 0,0 1 0,-1 0 0,1 0-1,-1-1 1,1 1 0,-1 0 0,1 0 0,0 1 0,-1-1 0,1 0 0,-1 0 0,1 1-1,-1-1 1,1 1 0,-1-1 0,1 1 0,-1 0 0,1-1 0,-1 1 0,0 0 0,1 0 0,-1 0-1,0 0 1,0 0 0,0 1 0,0-1 0,0 0 0,0 0 0,0 1 0,0-1 0,0 0-1,-1 1 1,1-1 0,0 1 0,0 1 0,2 6 165,0 0 0,-1-1-1,0 1 1,2 18 0,-1-8 60,-2 1 0,0 0 0,-1-1 0,0 1 0,-2-1 0,-1 1 0,0-1 0,-1 1 0,-1-1 0,-13 32 0,17-68-357,1 7 1,1 1 0,0 0 1,1 0-1,-1 0 1,2 0-1,-1 0 1,1 1-1,1-1 0,0 1 1,6-12-1,-2 7 18,1 1 0,1 0 0,0 0 0,0 1 0,21-18 0,-6 10 8,1 1 0,1 2 1,0 0-1,1 2 0,49-18 1,-47 21 3,1 1 1,1 3-1,0 0 1,0 2-1,58-2 1,-88 7 31,-1-1 0,0 1 1,1 0-1,-1 0 0,1 1 0,-1-1 1,0 0-1,1 0 0,-1 1 0,0-1 1,1 1-1,-1-1 0,0 1 0,0-1 1,1 1-1,-1 0 0,0 0 0,0 0 1,0 0-1,0 0 0,0 0 0,0 0 1,0 0-1,0 0 0,0 0 0,-1 0 1,1 0-1,0 1 0,-1-1 0,1 2 1,0 2 114,0 0 1,0 1 0,-1-1-1,0 1 1,0-1-1,-1 8 1,0 7 221,1-12-174,-1-1-1,0 1 1,0-1-1,-1 1 0,1-1 1,-2 0-1,1 0 1,-1 0-1,0 0 0,-1 0 1,-7 11-1,31-26-318,13-13-87,2 0 1,0 2 0,1 2-1,1 1 1,1 2-1,0 2 1,69-14-1,-57 25 618,-48 46 1493,-2 75 97,0-119-2017,0 1 0,0-1-1,0 1 1,0-1 0,1 1 0,-1 0 0,1-1 0,-1 1-1,1-1 1,-1 1 0,1-1 0,0 0 0,0 1-1,0-1 1,0 0 0,0 1 0,0-1 0,0 0 0,0 0-1,0 0 1,0 0 0,1 0 0,-1 0 0,0 0 0,1 0-1,-1-1 1,1 1 0,-1 0 0,1-1 0,-1 0-1,3 1 1,5 1-609,-1-1-1,1 0 0,0-1 1,14 0-1,-8-1-327,-2 1-372,0-1 1,0 0-1,0-1 0,0 0 1,-1-1-1,1-1 1,17-7-1,37-20-9366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4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1 12086,'0'0'6867,"-22"0"-3324,-76 8-1665,88-7-1614,0 2 1,0-1 0,0 1-1,0 1 1,1 0 0,-1 0-1,1 1 1,0 0-1,0 1 1,1 0 0,0 0-1,-10 10 1,11-10-29,-2 1 76,-24 24 883,32-30-1155,0 1 0,-1-1 0,1 0 0,0 1 0,0 0 0,1-1 0,-1 1 0,0 0 0,0-1 0,1 1 0,-1 0 0,1-1 0,0 1 0,-1 0 1,1 0-1,0 0 0,0 0 0,0-1 0,0 1 0,1 3 0,0-5-55,-1 1 1,1 0 0,0 0-1,-1-1 1,1 1-1,0-1 1,0 1-1,-1 0 1,1-1 0,0 0-1,0 1 1,0-1-1,0 1 1,-1-1-1,1 0 1,0 0 0,0 1-1,0-1 1,0 0-1,0 0 1,0 0-1,2 0 1,30-1-366,-20 1 174,2 0-92,0 0-1,1 0 0,-1-2 1,0 0-1,0 0 1,0-2-1,0 0 1,0 0-1,-1-1 0,1-1 1,17-11-1,-24 13 110,-2 1 96,-1-1-1,1 1 1,-1-1-1,0 0 1,0 0 0,5-6-1,-11 19 4931,2 18-4247,0-6-246,-1-2-110,0-11-187,0-1 0,0 1 0,0 0 0,3 12 0,-2-18-70,0 1 0,0 0 0,0-1 0,1 1 0,-1-1 0,0 1 0,1-1 0,0 0 0,0 1 0,-1-1-1,1 0 1,0 0 0,1 0 0,-1-1 0,0 1 0,3 1 0,7 3-447,0 0 0,0-1 0,0-1 0,1 0 0,-1 0 1,1-1-1,0-1 0,0 0 0,19-1 0,-11 0-1961,37-5 0,-41 1-379,0 0-1,20-7 1,27-17-9412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5.0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0 14150,'-7'21'2943,"-106"349"7310,-32 10-8340,139-371-3033,3-10-740,1-20-1144,11-156-9752,-4 140 9886,12-47-1,12-25-498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5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0 382 320,'3'-32'687,"0"6"-163,0 0 0,10-37 0,-10 54-186,0-1 0,1 1 1,1-1-1,-1 1 1,1 0-1,1 1 0,0-1 1,0 1-1,14-14 1,-3 6 933,0 1 1,2 0 0,-1 2-1,35-19 1,-40 26-264,-1 0 1,2 0 0,-1 1-1,0 1 1,1 0 0,0 1-1,0 1 1,25-2-1,-38 4-901,1 0-1,-1 0 1,0 0-1,0 0 1,0 1-1,0-1 0,0 0 1,0 1-1,0-1 1,0 1-1,0-1 1,0 1-1,0-1 0,0 1 1,0 0-1,0-1 1,0 1-1,-1 0 1,1 0-1,0 0 0,0-1 1,-1 1-1,1 0 1,-1 0-1,1 0 1,-1 0-1,1 0 0,-1 0 1,1 0-1,-1 1 1,0-1-1,0 1 1,2 43 1432,-2-29-980,-1-4-295,0-1 1,-1 1 0,0-1-1,0 0 1,-2 0 0,1 0-1,-1 0 1,-1-1 0,0 1-1,0-1 1,-1 0 0,-10 12-1,7-10-44,0 0 0,-1-1 0,-1-1 0,0 0 0,-1 0 1,0-1-1,0 0 0,0-1 0,-19 8 0,24-13-269,0 0 1,0-1 0,-1 1-1,1-2 1,0 1 0,-1-1-1,1 0 1,-1-1-1,0 0 1,1 0 0,-1 0-1,1-1 1,-1 0 0,1-1-1,0 0 1,-1 0 0,1 0-1,0-1 1,-10-6 0,16 9-63,1 0 1,0 0 0,0 0 0,-1 0 0,1 0 0,0 0-1,0-1 1,-1 1 0,1 0 0,0 0 0,0 0 0,0 0-1,-1-1 1,1 1 0,0 0 0,0 0 0,0-1 0,0 1-1,0 0 1,0 0 0,0-1 0,-1 1 0,1 0 0,0 0-1,0-1 1,0 1 0,0 0 0,0 0 0,0-1 0,0 1 0,0 0-1,0-1 1,0 1 0,0 0 0,1 0 0,-1-1 0,0 1-1,0 0 1,0 0 0,0-1 0,0 1 0,0 0 0,1 0-1,-1 0 1,0-1 0,0 1 0,0 0 0,1 0 0,-1 0-1,0 0 1,0-1 0,0 1 0,1 0 0,-1 0 0,0 0-1,1 0 1,17-8-3330,-15 7 2738,37-12-6851,15-6-2738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5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0 13030,'0'0'16536,"-25"8"-15571,-80 27 70,91-30-682,1 0-1,-24 14 0,34-16-336,-1-1 0,1 1 0,0 0 0,0 0 0,0 0 0,0 0 0,0 0 0,-4 8 0,5-8-15,1 1-1,-1 0 1,1-1-1,0 1 1,0 0-1,0 0 1,1-1 0,-1 1-1,1 0 1,0 0-1,0 0 1,0 0-1,0 0 1,1-1-1,0 1 1,1 6 0,0-4-16,0 1 0,1-1 0,0 0 0,0 1 0,0-1 0,1 0 0,8 10 1,0-3-261,32 41-833,-42-50 947,1 1 0,0-1 0,-1 1 0,0-1 0,0 1 1,0 0-1,-1 0 0,0 0 0,1 0 0,-2 0 0,1 6 0,-1-10 147,0 1 0,0-1 0,-1 0 1,1 1-1,-1-1 0,1 0 0,-1 1 0,1-1 0,-1 0 0,0 0 0,0 0 0,1 0 0,-1 0 1,0 0-1,0 0 0,0 0 0,0 0 0,0 0 0,-1 0 0,1-1 0,0 1 0,0 0 0,0-1 1,-1 1-1,1-1 0,0 1 0,-1-1 0,1 0 0,0 0 0,-3 1 0,-53 4 358,33-5-209,-79 16 352,8-1-3082,30-11-9269,43-4 1374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6.5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0 201 4034,'0'0'7673,"16"2"-6598,67 6 507,100-2-1,106-16-637,-94 2-889,711 4-3798,-534 5 573,-225-5 2122,-1-7-1,249-49 1,-191 12 734,-6 1 2127,-66 23 4425,-116 22-3247,-28 7 986,-8 3-4054,-36 22-2462,47-26 852,0 0-1,0-1 1,-1 0 0,-12 2-1,-17-2-6961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7.3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202 0 512,'0'0'22154,"-48"161"-18248,23-91-2065,-3 5-736,6-2-1,4-5-512,3-8-464,5-15-96,0-12-32,5-18-720,0-5-625,-3-45-8291,3-15 2465,3-18-1137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7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2785,'25'-14'4045,"-4"1"-3060,-6 3-185,0 1-1,1 0 0,1 1 1,-1 0-1,1 2 0,0 0 1,1 1-1,26-5 1,-30 8 183,1 1 0,-1 0 1,0 1-1,1 1 0,-1 0 0,20 5 1,-30-5-816,1 0 1,-1 0 0,0 1 0,-1 0-1,1 0 1,0 0 0,0 0-1,-1 0 1,1 1 0,-1 0-1,0-1 1,0 1 0,0 1-1,0-1 1,0 0 0,-1 1 0,1-1-1,-1 1 1,0 0 0,0 0-1,-1-1 1,1 1 0,-1 1-1,0-1 1,1 5 0,0-2-91,-1-1 1,0 1-1,0 0 1,0-1-1,-1 1 1,0 0-1,-1-1 1,0 1-1,0-1 1,0 1-1,0 0 1,-1-1-1,0 0 1,-1 0-1,1 1 1,-1-1-1,0-1 1,-1 1-1,0 0 1,0-1-1,0 0 1,0 0-1,-1 0 1,1 0-1,-1-1 1,-1 0-1,1 0 1,-1 0-1,1 0 1,-1-1-1,0 0 1,-11 4-1,4-3 62,-1 1-1,1-2 0,-1 0 1,0 0-1,0-1 1,-24 0-1,-14-2-7202,24-1-2905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7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205 0 1665,'0'0'20596,"-5"28"-16584,-19 89-1373,17-91-2097,-2-1 0,-1 0-1,-1 0 1,-1-1 0,-1-1 0,-20 28 0,20-32-532,1 0 0,1 1 1,0 0-1,1 0 1,-10 35-1,19-53-10,1 0 0,-1-1 0,1 1 0,-1 0 0,1-1 0,0 1 0,-1 0 0,1 0 0,0-1 0,0 1 0,0 0 0,1 0 0,-1-1 0,0 1 0,1 0 0,-1 0 0,1-1 0,-1 1 0,1-1 0,0 1 0,0 0 0,0-1 0,0 1 0,0-1 0,0 0 0,0 1 0,0-1 0,0 0 0,1 0 0,1 2 0,3 0 0,0-1 0,0 0 0,0 0 0,0-1 0,0 1 0,0-1 0,7 0 0,5 1 0,33 4-114,1-3-1,65-4 1,-99 1-74,-10-1-91,0 1 0,0-1 0,0-1 0,0 0 0,0 0 0,-1 0 0,1-1 0,-1 0 0,0-1 0,1 0 0,-2 0 0,1 0 0,0-1 0,-1 0 0,0 0 0,9-9 0,-11 8-726,1 0 0,-1 0 0,0 0-1,6-12 1,-7 12-461,-1 0 0,1-1 0,-1 0 0,-1 0-1,2-8 1,-1-27-9947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8.0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 5731,'0'0'10340,"130"-15"-5906,-82 15-2433,0 0-1745,-11 0-256,-4 0-96,-13 8-1392,-10-6-1394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8.2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1 384,'0'0'17064,"156"40"-14295,-86-35-2433,0-5-336,-5 0-448,-4 0-2273,-11 0-4114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8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131 487 8708,'0'0'9015,"-2"24"-4539,-9 80-1111,9-88-2664,0-1 1,-2 1-1,1-1 1,-2 0 0,-9 22-1,11-31-556,0 1 1,-1-1-1,0 0 0,0-1 0,-1 1 0,1-1 1,-1 0-1,0 0 0,-1 0 0,1-1 1,-11 7-1,16-11-146,0 1 1,-1-1-1,1 1 1,0-1 0,-1 0-1,1 1 1,-1-1-1,1 0 1,-1 1 0,1-1-1,-1 0 1,1 0-1,-1 1 1,1-1-1,-1 0 1,1 0 0,-1 0-1,1 0 1,-1 0-1,0 0 1,1 0-1,-1 0 1,1 0 0,-1 0-1,1 0 1,-1 0-1,1 0 1,-1 0-1,1-1 1,-1 1 0,0 0-1,1 0 1,-1 0-1,1-1 1,0 1-1,-1 0 1,1-1 0,-1 1-1,1-1 1,-1 1-1,1 0 1,0-1-1,-1 1 1,1-1 0,0 1-1,-1-2 1,0-28-470,1 19 330,1-13-100,1-1-1,1 1 1,1 0-1,2 0 1,0 1-1,12-31 1,70-130-2079,-68 145 1604,3 1-1,1 1 1,2 2 0,53-59-1,-66 81 738,0 1-1,0 0 1,1 1-1,1 0 1,0 2-1,0-1 1,1 2-1,0 0 1,0 1-1,1 0 1,0 2-1,0 0 1,0 1-1,28-4 0,-42 8 48,-1 0-1,0-1 1,1 1-1,-1 0 1,0 0-1,1 1 0,-1-1 1,0 0-1,1 1 1,-1-1-1,0 1 0,0 0 1,0 0-1,1 0 1,-1 0-1,3 2 1,-3-1-10,-1 0 1,1 0-1,-1 1 1,0-1 0,0 0-1,0 0 1,0 1-1,0-1 1,-1 0-1,1 1 1,-1-1 0,1 1-1,-1-1 1,0 5-1,1 12 368,-1 0 0,0 0 0,-4 26 0,2-36-312,0 0-1,0-1 1,-1 1-1,0-1 0,0 0 1,-1 0-1,0 0 1,-1-1-1,-6 11 0,1-6 46,-1 0 0,0-1-1,0 0 1,-1-1-1,0 0 1,-1-1 0,0 0-1,-25 12 1,10-9-42,0-1-1,-1-1 1,-46 8 0,57-14-93,-37 8 30,52-11-25,0 0 0,-1 0 0,1 1 1,0-1-1,0 1 0,0-1 0,0 1 0,0 0 0,0 0 1,1 1-1,-1-1 0,-2 3 0,3-1 49,1 1 0,-1-1-1,1 0 1,1 1 0,-1-1 0,0 1 0,1-1-1,0 0 1,0 1 0,0-1 0,1 1-1,-1-1 1,1 1 0,0-1 0,1 0 0,-1 1-1,1-1 1,3 7 0,3 0-25,0 0 0,1-1 0,1 0 0,0 0 0,0-1 0,20 14 0,-4-6-67,55 27 0,-65-37-127,1 0 0,0-2 1,0 0-1,0 0 0,1-2 0,18 2 1,63-2-6887,-49-6 205,4-16-6079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9.0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304 1 16616,'0'0'11722,"-6"27"-8862,-4 16-2167,-30 110 183,-50 119-876,87-262-3,-1 0-1,0 0 1,-1 0-1,0 0 1,-8 10-1,12-18-177,-1 0 1,1 0-1,-1-1 0,1 1 1,-1-1-1,0 1 1,0-1-1,0 0 0,1 0 1,-1 0-1,0 0 0,-1 0 1,1 0-1,-2 1 0,2-2-220,0 0 0,0 0-1,0 0 1,0 0-1,0-1 1,0 1-1,0 0 1,1-1-1,-1 1 1,0-1-1,0 0 1,0 0 0,1 1-1,-1-1 1,0 0-1,1 0 1,-1-1-1,1 1 1,-3-3-1,-24-33-8041,0-15-4113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9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0 201 5138,'0'0'17528,"191"-50"-13974,-86 40-1345,8 5-768,5-3-545,-8-4-672,-9-3-208,-9 2-16,-11-4-672,-11 2-1217,-20 0-1617,-22-8-2144,-3 5-2210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09.6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 11333,'0'0'17936,"0"10"-16703,-8 39-474,-2-1 0,-20 61 0,-2 8-771,-20 167 135,-8 33-1863,53-298-1411,7-19 2949,0 0 1,-1 0-1,1 1 0,0-1 0,0 0 1,-1 0-1,1 1 0,0-1 0,0 0 1,-1 0-1,1 0 0,0 1 0,-1-1 1,1 0-1,0 0 0,-1 0 1,1 0-1,0 0 0,-1 0 0,1 0 1,0 0-1,-1 0 0,1 0 0,0 0 1,-1 0-1,1 0 0,0 0 0,-1 0 1,1 0-1,0 0 0,-1 0 1,1 0-1,0-1 0,-1 1 0,1 0 1,0 0-1,-1 0 0,1-1 0,0 1 1,0 0-1,-1 0 0,1-1 0,0 1 1,0 0-1,0 0 0,-1-1 1,1 1-1,0 0 0,0-1 0,0 1 1,0 0-1,0-1 0,0 1 0,-1-1 1,-13-30-10396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0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0 821 11701,'0'0'3746,"29"-1"-1091,-19 1-2345,93-3 3274,115 13 0,-75 10-2537,-43-5-637,143 4 0,-216-18-365,-9 0-114,0-1-1,-1-1 0,1 0 0,21-5 0,-36 6 24,0-1-1,0 0 1,1 0-1,-1 0 0,0 0 1,0 0-1,0-1 1,0 1-1,0-1 1,-1 0-1,1 0 1,0 0-1,-1 0 0,0-1 1,1 1-1,-1-1 1,0 1-1,0-1 1,0 0-1,-1 0 1,1 1-1,-1-1 0,1 0 1,-1-1-1,0 1 1,0 0-1,0 0 1,0-5-1,0 3 45,-1 1 0,0 0 1,0 0-1,0 0 0,0-1 0,0 1 0,-1 0 0,0 0 0,0 0 0,0-1 1,0 1-1,-1 0 0,-1-4 0,1 6 42,0 0 0,0-1 0,-1 1 1,1 0-1,0 0 0,-1 0 0,1 1 0,-1-1 0,0 0 0,1 1 0,-1 0 1,0 0-1,0-1 0,0 2 0,0-1 0,0 0 0,0 1 0,0-1 0,-3 1 1,-5-1 147,1 0 0,0 1 0,0 0 0,-1 1 1,1 0-1,0 0 0,-10 4 0,16-5-155,1 1 0,0 0 0,0 0 0,1 1 0,-1-1 0,0 0-1,0 1 1,1 0 0,-1 0 0,1 0 0,-1 0 0,1 0 0,0 0-1,0 0 1,0 1 0,0-1 0,0 1 0,0 0 0,1-1 0,-1 1-1,1 0 1,0 0 0,0 0 0,0 0 0,0 0 0,0 6 0,0 3 34,1 0 1,1-1 0,0 1 0,0 0-1,1 0 1,1-1 0,0 1 0,0-1-1,1 0 1,9 18 0,-1-6 32,2-1-1,0 0 1,30 35 0,-38-51-149,-1-1 0,1 0 0,-1 0-1,2 0 1,-1-1 0,0 0 0,1 0 0,0 0 0,0-1-1,0 0 1,0-1 0,0 1 0,1-1 0,-1-1 0,1 0 0,-1 0-1,1 0 1,-1-1 0,1 0 0,0 0 0,-1-1 0,1 0-1,10-3 1,3-1-278,0-1-1,-1-1 1,0-1 0,0-1-1,-1-1 1,0 0-1,18-14 1,119-96-1526,42-27 1697,-185 138-588,8-3 5889,-21 13-5045,1-1 1,-1 0 0,1 0 0,-1 0 0,1 0 0,-1 1 0,1-1 0,-1 0-1,1 0 1,-1 1 0,0-1 0,1 0 0,-1 1 0,1-1 0,-1 1 0,0-1 0,1 0-1,-1 1 1,0-1 0,0 1 0,1-1 0,-1 1 0,0-1 0,0 1 0,0-1 0,0 1-1,0-1 1,0 1 0,1-1 0,-1 1 0,0-1 0,0 1 0,0-1 0,-1 1 0,1-1-1,0 1 1,0-1 0,0 1 0,-1 0 0,-2 2-71,1-2-28,-13 2-143,2 1 0,-1 0 0,0 1 0,1 1 0,0 0-1,0 0 1,1 2 0,-21 15 0,28-20 7,0 1-1,1 0 0,-1 0 1,1 1-1,0-1 0,0 1 1,1 0-1,0 0 1,0 0-1,0 0 0,0 1 1,1-1-1,0 1 1,0 0-1,0-1 0,1 1 1,0 0-1,0 0 0,0 0 1,1 0-1,0 0 1,0 0-1,2 12 0,-1-15 89,0 0 0,1 0 0,-1 0 0,1 0 0,-1-1 0,1 1 0,0 0 0,0-1 0,0 1 0,1-1-1,-1 0 1,1 0 0,-1 0 0,1 0 0,0 0 0,0 0 0,-1-1 0,1 1 0,0-1 0,0 0 0,1 0 0,-1 0 0,0 0-1,0 0 1,4-1 0,12 3-189,1 0 0,38-2 0,-45-1-36,7-2-107,-1 0 1,0-1-1,0-1 1,-1-1-1,1 0 0,-1-1 1,0-2-1,0 1 1,-1-2-1,0 0 0,-1-2 1,0 1-1,15-14 0,11-12-1702,-1-2-1,-2-1 1,45-59-1,-26 21 141,-3-2 1,73-145-1,-6-47 2826,-110 238 2132,-5 12 7317,-9 23-6935,-4 7-2431,0 1-362,-140 207 5044,15 14-4414,88-148-1237,-10 17 0,4 3 0,-43 130 0,81-185 0,11-48 0,0 0 0,0 0 0,0 1 0,0-1 0,0 0 0,0 0 0,0 0 0,0 0 0,0 0 0,0 0 0,0 0 0,0 1 0,0-1 0,0 0 0,0 0 0,0 0 0,0 0 0,0 0 0,0 0 0,0 0 0,0 1 0,0-1 0,0 0 0,0 0 0,0 0 0,0 0 0,0 0 0,0 0 0,0 0 0,0 0 0,0 1 0,1-1 0,-1 0 0,0 0 0,0 0 0,0 0 0,0 0 0,0 0 0,0 0 0,0 0 0,0 0 0,0 0 0,1 0 0,-1 0 0,0 0 0,0 0 0,0 0 0,0 0 0,0 0 0,0 0 0,0 0 0,1 0 0,-1 0 0,0 0 0,0 0 0,0 0 0,0 0 0,0 0 0,0 0 0,0 0 0,1 0 0,-1 0 0,0 0 0,0 0 0,0 0 0,0 0 0,8-6 0,-7 4 0,230-189-814,-230 190 864,1 0-1,-1 0 1,0 0-1,1 0 1,-1 0 0,1 0-1,-1 1 1,1-1-1,0 0 1,-1 1-1,1-1 1,0 1-1,3-1 1,-4 1-42,-1 0 1,1 1-1,0-1 0,-1 0 1,1 0-1,0 1 1,-1-1-1,1 0 0,0 1 1,-1-1-1,1 0 0,-1 1 1,1-1-1,0 1 1,-1-1-1,1 1 0,-1-1 1,1 1-1,-1-1 0,0 1 1,1 0-1,0 1 1,1 3-29,-1 1-1,1 0 1,-1 0 0,0 0 0,0 0 0,0 8 0,0 2 88,1 1-80,8 49 38,-9-61-40,0 0 0,0 0 0,1 0-1,0-1 1,0 1 0,0 0 0,1-1 0,0 0 0,-1 1 0,5 4 0,-4-8-280,0 1 1,0 0 0,-1-1 0,1 1 0,0-1 0,0 0 0,0 0-1,0 0 1,1-1 0,-1 1 0,0-1 0,0 1 0,0-1-1,0 0 1,1 0 0,5-1 0,-1 0-891,0-1 1,0 1-1,0-1 0,0 0 1,11-6-1,25-21-7126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1.3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75 3153,'0'0'21872,"10"5"-19471,36 18-277,-44-22-1949,0 1 1,0 0-1,0 0 1,0-1-1,0 1 1,0 1-1,0-1 1,0 0-1,-1 0 1,1 1-1,-1-1 1,0 1-1,0-1 1,0 1-1,0-1 1,0 1-1,0 0 1,0 3-1,0 4-248,0-1 0,-1 1-1,-1 16 1,0-7 249,1-7-176,0-9 0,1-1 0,-1 1 0,0 0 0,0 0 0,-1 0 0,1 0 0,-1 0 0,1 0 0,-1-1 0,0 1 0,0 0 0,-2 3 0,4-46 0,3 29 0,-1 1 0,2-1 0,-1 1 0,2 0 0,-1 0 1,1 1-1,1-1 0,-1 1 0,10-9 0,-3 4-2,0 1-1,1 1 1,0 0 0,28-17-1,-29 21-8,-1 2 0,1-1 0,0 2 0,1-1 0,-1 2 0,1 0 0,16-3 0,-29 8 14,0-1 0,-1 0-1,0 1 1,1-1 0,-1 0 0,1 1-1,-1-1 1,1 1 0,-1-1-1,0 0 1,1 1 0,-1-1 0,0 1-1,1-1 1,-1 1 0,0 0-1,0-1 1,0 1 0,1-1 0,-1 1-1,0-1 1,0 1 0,0 0-1,0-1 1,0 1 0,0-1 0,0 1-1,0-1 1,0 1 0,0 0-1,-1-1 1,1 1 0,0 0 0,0 0 3,-1 47-6,-1-22 0,2 0 0,6 46 0,2-51 117,7-13-3416,-12-7 2628,0-1 0,-1 0 0,1-1-1,0 1 1,-1 0 0,1-1-1,-1 1 1,1-1 0,-1 0-1,1 0 1,-1 0 0,1 0-1,-1 0 1,3-3 0,31-22-9000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1.5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 12438,'0'0'20329,"-72"80"-20329,72-65 0,0-5 0,0-3 0,0-4-1793,10-18-14214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1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13926,'0'0'15592,"0"55"-16921,0-15-1072,0 13-833,0-8-1984,0 3-3378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2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459 82 5827,'0'0'20476,"-16"-14"-18806,-52-41-547,67 54-1084,-1-1-1,0 1 1,1 0 0,-1 0-1,0 0 1,0 0 0,0 0 0,0 0-1,0 1 1,0-1 0,0 0-1,0 1 1,0 0 0,0-1-1,0 1 1,0 0 0,0 0-1,-3 1 1,3-1-30,1 1 0,-1-1 0,1 1 0,-1 0 0,1 0 0,0 0 0,-1 0 0,1 0 0,0 0 0,0 0 0,0 0 0,0 0 0,0 0 0,0 1 0,0-1 0,0 0 0,-1 4 0,0 1-33,0 0 1,0 1 0,0 0-1,1-1 1,0 1-1,0 0 1,0 6 0,1-10-44,0 0 0,0 0 0,0 0 1,1 0-1,-1 0 0,1 0 0,-1-1 0,1 1 1,0 0-1,0 0 0,0-1 0,0 1 1,1-1-1,-1 1 0,1-1 0,3 5 0,-2-5-27,1 1-1,0-1 1,-1 1 0,1-1-1,0 0 1,0 0-1,0-1 1,1 1-1,-1-1 1,6 1-1,9 1-346,0 0 1,0-2-1,36-1 0,-21-1 129,-33 1 472,-8 2 1198,-4 5-1085,0-1 1,1 2 0,-1-1 0,2 1-1,-1 1 1,1 0 0,-10 12-1,-57 79 1310,-226 404 338,297-495-1921,0-2 0,1 1 0,0 0 0,0 1 0,0-1 0,1 1 0,0 0 0,1 0 0,0 0 0,-1 9 0,3-18 0,0 0 0,0 0 0,0 1 0,0-1 0,0 0 0,0 0 0,0 1 0,0-1 0,0 0 0,0 0 0,0 0 0,1 1 0,-1-1 0,0 0 0,0 0 0,0 0 0,0 0 0,0 1 0,0-1 0,0 0 0,1 0 0,-1 0 0,0 0 0,0 1 0,0-1 0,0 0 0,1 0 0,-1 0 0,0 0 0,0 0 0,0 0 0,1 0 0,-1 0 0,0 0 0,0 0 0,0 0 0,1 0 0,-1 0 0,0 0 0,0 0 0,1 0 0,-1 0 0,0 0 0,0 0 0,22 2 0,-1-2 0,1 0 0,-1-1 0,1-1 0,-1-1 0,0-1 0,31-11 0,147-61 0,-174 66 0,-20 8-62,16-7 123,-2 0 0,1-1 0,20-14 0,-35 21-182,-1 0-1,0-1 0,0 1 1,0-1-1,0 0 0,0 0 1,-1 0-1,0-1 0,0 1 1,0-1-1,0 1 1,-1-1-1,0 0 0,0 0 1,0-1-1,0 1 0,-1 0 1,1-6-1,-1-90-11563,-1 55 3043,0 0-1653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2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7059,'0'0'17968,"4"-7"-14795,-3 51 284,-1 44-2347,0-87-1136,1 0 0,-1-1 0,1 1 0,-1-1 1,1 1-1,0-1 0,-1 1 0,1-1 0,-1 1 0,1-1 0,0 1 0,-1-1 0,1 0 1,0 1-1,-1-1 0,1 0 0,0 0 0,0 0 0,-1 0 0,1 1 0,0-1 1,0 0-1,-1 0 0,1 0 0,0 0 0,1-1 0,31 0-852,-26 1 700,5-1-119,0-1 1,-1 0 0,1-1 0,-1 0-1,0-1 1,12-5 0,63-34-1368,-82 40 1788,-2 3-24,0-1 0,0 0 0,0 0 0,0 0 0,-1 0 0,1 0-1,0 0 1,-1 0 0,1-1 0,-1 1 0,1 0 0,-1-1 0,0 1 0,1-1 0,-1 0-1,0 0 1,0 1 0,1-4 3004,-1 9-2637,3 10-337,-2-8-253,0 0 1,0 0-1,0 0 0,1 0 0,0 0 0,5 7 0,-6-11-263,0 0 0,0 0-1,0 0 1,0-1 0,0 1 0,1 0 0,-1-1-1,1 0 1,-1 1 0,1-1 0,0 0 0,-1 0-1,1-1 1,0 1 0,-1 0 0,1-1 0,0 0 0,5 1-1,22-1-5314,6 0-2780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3.1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92 10405,'0'0'14697,"16"4"-13630,7 4-803,6 2 151,60 12 0,-74-20-407,0 0-1,0-1 0,1 0 1,20-3-1,-33 2-58,-1 0 0,1 0-1,-1 0 1,1-1-1,-1 1 1,1-1 0,-1 0-1,1 0 1,-1 0 0,0 0-1,0 0 1,1 0-1,-1-1 1,0 1 0,0-1-1,0 1 1,0-1 0,-1 0-1,1 0 1,0 0 0,-1 0-1,1 0 1,-1 0-1,0 0 1,1-1 0,-1 1-1,0 0 1,-1-1 0,1 1-1,0-1 1,-1 1-1,1-1 1,-1 1 0,0-5-1,1 4 84,-1 0-1,0 0 1,0 0-1,-1 0 1,1 0-1,-1 0 1,1 0-1,-1 1 1,0-1-1,0 0 0,0 0 1,0 0-1,-1 1 1,1-1-1,-1 1 1,1-1-1,-1 1 1,0 0-1,0-1 1,0 1-1,-1 0 1,1 0-1,0 1 1,-1-1-1,1 0 0,-1 1 1,1-1-1,-1 1 1,0 0-1,0 0 1,0 0-1,1 0 1,-4 0-1,0 0 330,0-1-1,0 1 1,0 0 0,0 1-1,0-1 1,0 1-1,0 0 1,0 1 0,-9 1-1,12-1-252,0 0 0,0 0-1,1 0 1,-1 1-1,0-1 1,0 1 0,1 0-1,-1 0 1,1 0 0,0 0-1,0 0 1,-1 0 0,1 1-1,1-1 1,-1 0 0,0 1-1,1 0 1,-1-1 0,1 1-1,-1 3 1,-2 6-58,0-1 0,1 1 0,1 0 0,0 0 0,1 0 0,0 0 0,1 0 0,0 0 0,1 0 1,0 0-1,1 0 0,0 0 0,1 0 0,8 21 0,-4-15-282,1 0 0,0 0 0,15 21 0,-12-23-984,0-1 1,1-1-1,16 17 0,-3-10-4125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7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292 21 2017,'0'0'10797,"16"-3"-9084,46-8-105,-53 8 2328,-17 1-2920,-15 1-773,8 0 31,1 1 0,-1 1 0,1 0 0,0 2 0,-1-1 1,1 1-1,-21 9 0,11-3 242,1 2 0,0 1 1,1 1-1,-23 17 0,38-25-413,1 0 0,1 0-1,-1 0 1,1 1 0,0 0-1,0 0 1,1 0 0,0 1-1,0-1 1,0 1 0,1 0 0,0 0-1,0 0 1,1 1 0,0-1-1,0 1 1,1-1 0,-1 10 0,1-15-104,1 1 0,0 0 0,0 0 0,0-1 0,0 1 0,0 0 0,1 0 0,-1-1 0,1 1 0,0 0 0,0-1 0,0 1 0,0-1 0,2 4 0,-1-4-3,0-1 0,0 0-1,-1 1 1,1-1-1,0 0 1,1 0 0,-1 0-1,0 0 1,0 0-1,0-1 1,1 1 0,-1 0-1,0-1 1,1 0-1,-1 0 1,0 0 0,4 0-1,15 0-106,-1-1 1,1-2-1,0 0 0,-1-1 0,0-1 0,0 0 0,0-2 1,-1-1-1,0 0 0,0-1 0,-1-1 0,0-1 1,-1 0-1,24-21 0,-36 28 119,25-23-94,-28 26 112,0-1 0,-1 1 0,0-1 0,1 0 1,-1 0-1,0 1 0,0-1 0,0 0 1,0 0-1,0 0 0,0 0 0,-1 0 0,1-1 1,0-3 2437,-1 25-1442,0-13-963,0 0-1,0-1 1,1 1-1,0 0 1,0 0-1,0-1 1,1 1-1,0-1 1,0 0-1,0 1 1,1-1-1,-1 0 1,1 0-1,1 0 1,6 7 0,-5-6-115,1-1 1,1 0 0,-1-1-1,1 1 1,-1-1 0,1 0 0,0-1-1,1 0 1,-1 0 0,10 2 0,15 2-1652,0-2 1,0-1 0,0-2-1,48-2 1,-68 0 678,92-2-10660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8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 8900,'0'0'12982,"-98"150"-10629,83-80-464,5-4-672,7 1-529,3-6-496,0-16-192,0-15-592,0-13-801,-2-12-1296,-11-5-2273,-4-7-3426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8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11109,'0'0'2705,"23"-1"281,-2-1-1985,-6 0-412,1 1-1,-1 0 1,1 2 0,-1-1-1,1 2 1,-1 0-1,1 1 1,14 4 0,-6 2-152,0 1 0,-1 1 0,-1 0 1,22 16-1,-31-18-397,-1 0 0,0 0 0,-1 1-1,0 1 1,-1 0 0,0 0 0,0 1 0,8 14 0,-15-21-37,-1 1 1,1 0-1,-1-1 1,0 1-1,0 0 1,-1 0-1,1 0 1,-1 0-1,-1 0 1,1 9-1,-1-12 3,0 0 0,-1 1 0,1-1 0,-1 0 0,1 0 0,-1 1 0,0-1 0,-1 0 0,1 0-1,0 0 1,-1 0 0,1 0 0,-1 0 0,0-1 0,0 1 0,0 0 0,-1-1 0,1 0 0,0 1 0,-5 2-1,-11 4 125,0-1-1,-1 0 0,1-2 0,-1 0 0,-1-1 0,-31 4 0,18-3 203,-24 4 237,34-7-144,0 1-1,-39 12 1,61-16-423,1 0 0,-1 0 0,0 1-1,1-1 1,-1 0 0,0 0 0,1 0-1,-1 0 1,1 1 0,-1-1 0,1 0-1,-1 0 1,1 1 0,-1-1 0,1 0-1,-1 1 1,1-1 0,-1 1 0,1-1-1,-1 1 1,1-1 0,0 1 0,-1-1-1,1 1 1,0-1 0,-1 1 0,1-1-1,0 1 1,0 0 0,0-1 0,-1 1-1,1-1 1,0 1 0,0 0 0,0 0-1,1 0-32,0 1 0,0-1 0,0 0 0,1 0 0,-1 0 0,0 0 0,1 0 0,-1 0 0,0 0 0,1-1 0,-1 1 0,1 0 0,-1-1-1,3 1 1,65 20-536,-35-12 155,0 2 0,-1 1-1,51 27 1,-76-35 389,0 1 0,-1 0 0,1 0 0,-1 1 0,0 0 0,-1 0 0,0 1 0,0-1 0,0 1 0,0 1 0,-1-1 0,-1 1 0,1 0 0,-1 0 0,0 0 0,-1 1 0,0-1 0,-1 1 0,3 12 0,-3-13 148,-1 0-1,-1 0 1,1 0 0,-1 1-1,-1-1 1,1 0-1,-1 0 1,-1 1-1,1-1 1,-6 13-1,5-16 38,-1 0 1,0 0-1,-1 0 0,1 0 1,-1-1-1,0 1 0,0-1 1,0 0-1,0 0 1,-1 0-1,0-1 0,0 0 1,0 0-1,0 0 0,-9 4 1,-4 0-57,0-1 0,-1-1 0,0 0 0,1-1 0,-1-1 0,-1-1 0,1-1 0,0 0 0,0-2 0,-22-2 0,38 2-315,0 1 1,1-1 0,-1 0 0,1 1 0,-1-1 0,1 0 0,-1-1 0,1 1-1,0 0 1,0-1 0,0 1 0,-1-1 0,2 0 0,-1 0 0,0 1 0,0-1-1,0 0 1,1-1 0,-1 1 0,-1-3 0,2 2-353,0 0 0,0 0 1,0 1-1,0-1 0,0 0 0,0 0 0,1 0 0,0 0 1,-1-1-1,1 1 0,0 0 0,1 0 0,-1 0 1,0 0-1,1 0 0,0 0 0,2-5 0,20-27-9062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8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1 135 5282,'0'0'19777,"29"5"-17656,16 3-1587,4 1 37,67 3 0,-94-10-481,-6-1-97,0 0-1,0 0 1,0-2 0,30-4-1,-44 5-13,1-1 0,-1 0 0,0 0 0,0 0 1,-1 0-1,1 0 0,0-1 0,0 1 0,-1 0 0,1-1 0,0 0 0,-1 1 0,0-1 0,1 0 0,-1 1 0,0-1 0,0 0 0,0 0 0,0 0 1,0 0-1,0 0 0,-1-1 0,1 1 0,-1 0 0,1-2 0,0 0 2,-1 0 0,0 1 0,1-1 1,-1 0-1,-1 0 0,1 1 0,0-1 0,-1 0 0,0 1 0,0-1 1,0 1-1,0-1 0,-1 1 0,-2-5 0,1 3 34,-1 0 0,0 1-1,0-1 1,-1 1 0,1 0-1,-1 0 1,0 0 0,0 1-1,0 0 1,0 0 0,-1 0 0,1 0-1,-1 1 1,0 0 0,0 0-1,-6 0 1,-7-2 208,0 2 0,0 0 0,-36 2 0,49 0-169,0 1 0,0 0 0,-1 0 0,1 0 0,0 1 0,0 0 0,0 0 0,0 0 0,1 1-1,-1 0 1,0 0 0,1 0 0,0 1 0,0 0 0,0 0 0,0 0 0,1 1 0,0-1 0,0 1 0,0 0 0,0 0 0,1 1 0,0-1 0,0 1 0,0-1 0,1 1-1,-1 0 1,2 0 0,-1 0 0,0 0 0,0 12 0,1-8-98,-1 1 0,2-1 0,0 1 0,0 0-1,1-1 1,0 1 0,1-1 0,0 0 0,0 1 0,1-1 0,1 0-1,0 0 1,0-1 0,1 1 0,0-1 0,0 0 0,1 0 0,0-1-1,1 0 1,0 0 0,14 12 0,-8-9-523,1-1 0,0 0 0,1-1 0,0-1 1,0 0-1,1-1 0,0-1 0,0-1 0,0 0 0,19 3 0,-12-4-1891,1-1 0,-1-1 0,46-3-1,28-9-7497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9.1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0 16199,'0'0'11142,"-158"118"-8821,120-35-785,3 12 33,10 5-1569,5 1 0,7-6 0,6-12 0,2-18 0,2-20 0,1-17 0,-1-16-848,-2-12-5699,-7-20 1104,-11-22-5810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9.6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7828,'0'0'3156,"25"0"568,349 25 5238,-169-18-6732,-219-7-2181,0 1 0,0 0 1,0 1-1,0 0 0,-23 7 0,29-6 11,0 1-1,0 0 1,0 0-1,0 0 1,1 1-1,0 0 1,0 1-1,0 0 1,0 0-1,-8 10 1,12-12-2,1 1 1,-1-1 0,1 0 0,0 0-1,0 1 1,1 0 0,-1-1-1,-1 10 1,2-11-42,1 0 0,-1 0 1,1 0-1,0 1 0,0-1 0,0 0 0,0 0 0,1 0 1,-1 0-1,1 0 0,0 0 0,0 0 0,0 0 0,0 0 1,2 4-1,1-3-9,0 0 1,0 0-1,0-1 0,1 1 1,-1-1-1,1 0 1,0 0-1,0-1 1,0 0-1,0 1 0,0-2 1,0 1-1,1-1 1,-1 1-1,8-1 1,14 3 86,49-2-1,-71-2-80,16 1 208,0-2-1,26-4 1,-40 3 20,0 1 0,0-1 0,0 0 0,-1-1 0,1 0 0,0 0 0,-1 0 0,0-1 0,0 0 0,7-5 0,-8 3 508,-5 6-729,0 0 0,0 0 0,0 1 0,0-1 0,0 0 0,0 0 0,0 0 0,0 0 0,0 0 0,0 0 0,0 0 1,0 0-1,1 0 0,-1 0 0,0 0 0,0 0 0,0 0 0,0 0 0,0 0 0,0 0 0,0 0 0,0 0 0,0 0 0,0 0 0,0 0 0,0 0 0,0 0 0,0 0 0,0 0 0,0 0 0,0 0 0,0 0 0,0 0 0,0 0 0,1 0 0,-2 10-79,1 1-71,-1 1 194,2 0 1,-1 1 0,1-1-1,6 23 1,-6-31-187,0-1 1,0 0 0,1 1-1,-1-1 1,1 0 0,0 0-1,0 0 1,0 0 0,1 0-1,-1-1 1,0 1-1,1-1 1,0 1 0,0-1-1,-1 0 1,1 0 0,1 0-1,-1-1 1,0 1 0,0-1-1,7 3 1,-2-2-945,0-1 0,0 1 1,0-1-1,0-1 0,0 0 0,0 0 0,0 0 1,8-2-1,31-11-3871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19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12630,'0'0'13030,"156"15"-13030,-108-15-1009,-3 0-1120,2 0-2081,1 0-5330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0.0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 0 11077,'0'0'19513,"-41"151"-17592,34-94-1665,2 1-256,0-5 0,2 2 0,3-12 0,0-11 0,0-12-1745,0-17-1744,5-28-14824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0.3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10533,'0'0'16197,"24"17"-15112,91 56-118,96 64-410,-176-112-586,0 2 1,-2 0 0,-2 3-1,54 62 1,-73-76-38,-1 0 1,-1 1-1,-1 0 1,0 0-1,10 30 0,-15-34-26,0 0-1,-2 0 0,1-1 1,-2 2-1,0-1 0,0 0 1,-1 0-1,-1 0 0,-2 16 1,1-20 50,0-1 0,-1 0 0,1 0 0,-2 0 0,1 0 0,-1-1-1,0 1 1,0-1 0,-1 0 0,-7 8 0,2-4 29,0-1-1,-1 0 1,0 0-1,-1-1 1,-16 10-1,-10 2 273,-1-2-1,-81 27 1,-151 35 947,258-80-1661,33-16-13582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0.6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131 1 17096,'0'0'15463,"-78"168"-15255,63-113-208,7-10 0,-4-7 0,4-11 0,1-12 0,4-10-2417,3-20-7812,0-30-2689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0.7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7027,'0'0'18153,"28"25"-18698,-16-5-1936,1-5-3330,4-5-6034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1.0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235 0 3249,'0'0'21674,"-25"1"-17530,-78 1-1767,100-2-2310,1 0 0,-1 0 1,1 0-1,-1 0 1,1 0-1,-1 1 0,1-1 1,-1 1-1,1 0 0,-1-1 1,1 1-1,0 0 1,0 1-1,-1-1 0,1 0 1,0 1-1,0-1 0,0 1 1,0-1-1,-2 3 1,3-2-87,1 1 1,-1-1 0,0 0 0,1 0 0,-1 1-1,1-1 1,0 0 0,-1 1 0,1-1 0,0 1-1,1-1 1,-1 0 0,1 3 0,0 9-54,0-6-162,1-1 0,0 1 0,0-1 0,1 0 0,0 0 0,0 0 0,1 0 0,-1 0-1,2-1 1,-1 1 0,1-1 0,0 0 0,5 5 0,25 36-851,-30-39 1005,-1 0-1,0 1 1,0-1-1,-1 1 0,0 0 1,-1 0-1,0 0 1,0 0-1,-1 0 1,0 0-1,0 0 0,-1 0 1,-1 1-1,-2 15 1,2-22 167,-1 1 0,0-1 0,0 0 0,-1 0 0,1 0 0,-1 0 0,1 0 0,-1 0 0,0-1 0,0 0 1,0 1-1,-1-1 0,1 0 0,0 0 0,-1-1 0,1 1 0,-6 1 0,-9 3 581,0 0 1,-19 3-1,35-8-801,1 0 0,-1-1 0,1 1 0,0-1 1,-1 0-1,1 0 0,-1 1 0,1-1 0,-1 0 0,0 0 0,1 0 0,-1 0 0,1-1 0,-1 1 1,1 0-1,0-1 0,-1 1 0,1-1 0,-1 1 0,1-1 0,-3-1 0,3 0-492,0-1-1,0 1 0,1-1 0,-1 1 1,1-1-1,-1 1 0,1-1 0,0 0 1,0 1-1,0-1 0,0-3 0,0 5 529,0-47-11023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1.3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447 1 17400,'0'0'8116,"-27"210"-3154,7-114-2673,0 2-2289,-3-1 0,-4-1 0,-6-3 0,-7-16 0,-8-11 0,-2-19-304,-3-22-2706,-2-20-1344,5-5-2961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1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0 193 12614,'0'0'4151,"29"2"235,98 8 77,-119-9-4119,1 0 0,-1 1 0,1 0 0,-1 0 0,0 1 0,0 0 0,0 0 0,0 1-1,0 0 1,-1 0 0,0 1 0,0 0 0,0 0 0,0 1 0,-1-1 0,0 2 0,0-1 0,8 12-1,-10-10-304,0 0 0,0 0-1,-1 1 1,0-1 0,-1 1-1,0 0 1,0 0 0,-1 0-1,0 0 1,0 0 0,-1 0-1,0 0 1,-1 0 0,0 0-1,-3 12 1,3-17-39,0 0 0,0 0 0,0 0 0,0-1 0,-1 1 0,0 0 0,1-1 0,-1 1 0,-1-1 0,1 0 0,0 0 0,-1 0 0,0 0 0,0 0 0,0 0 0,0-1 0,0 1 0,0-1 0,-1 0 0,1 0 0,-1 0 0,1-1 0,-1 1 0,0-1 0,0 0 0,1 0 0,-1 0 0,-5 0 0,8-2 0,0-1 0,1 0 0,-1 0 0,1 0 0,0 0 0,-1 1 0,1-1 0,0 0 0,0 0 0,0 0 0,1-4 0,-1 3 0,-1-9 0,1 0 0,0 0 0,1 1 0,1-1 0,-1 1 0,2-1 0,0 1 0,0 0 0,1 0 0,6-14 0,9-6-152,0 0 1,2 1-1,2 1 0,0 1 1,2 1-1,56-47 0,33-10-8705,-95 74 2633,-3 4-3725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1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0 9508,'0'0'21610,"-5"131"-19961,5-119-1649,0-4 0,2-6 0,1-2 0,-3-20-6291,0-15-944,0-15-5779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2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14759,'0'0'15655,"23"35"-15831,-11-35-1601,3 0-1777,0-20-2256,10-20-7364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2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1 15783,'0'0'12419,"3"33"-9191,-1-14-2909,16 232 699,-19 53-1018,-3-265 0,-1 0 0,-2 0 0,-2-1 0,-1 0 0,-26 61 0,24-72 0,-2-1 0,0 0 0,-2-1 0,-21 26 0,28-40 0,0 0 0,0-2 0,-1 1 0,-1-1 0,1 0 0,-1-1 0,-1-1 0,0 1 0,0-2 0,0 0 0,-14 5 0,19-9 1,1 0-1,-1-1 1,0 1 0,0-1 0,-9 0-1,15-1-1,-1 0-1,1 0 0,0 0 1,-1 0-1,1 0 0,0-1 0,-1 1 1,1 0-1,0-1 0,-1 1 1,1-1-1,0 1 0,-1-1 0,1 1 1,0-1-1,0 0 0,0 0 0,0 1 1,0-1-1,0 0 0,0 0 1,0 0-1,0 0 0,0 0 0,0-1 1,1 1-1,-1 0 0,0 0 1,1 0-1,-1-1 0,0-1 0,1-2-142,-1 0 0,0 0 0,1-1 0,0 1 0,0 0 0,1-1 0,-1 1 0,1 0 0,0 0-1,1 0 1,-1 0 0,1 0 0,0 0 0,0 0 0,0 0 0,1 1 0,0-1 0,0 1 0,0-1 0,0 1-1,1 0 1,0 1 0,0-1 0,0 1 0,4-4 0,6-2-206,0 0-1,0 1 1,1 1-1,0 0 1,0 1-1,1 1 1,16-4 0,-18 6 268,0 1 0,0 0 0,28 0-1,-41 3 130,0-1-1,-1 0 0,1 1 1,0-1-1,-1 1 0,1-1 0,0 1 1,-1-1-1,1 1 0,-1-1 0,1 1 1,-1 0-1,1-1 0,-1 1 0,1 0 1,-1-1-1,0 1 0,1 0 0,-1 0 1,0-1-1,0 1 0,1 0 0,-1 0 1,0 0-1,0-1 0,0 1 0,0 0 1,0 0-1,0 0 0,0-1 0,0 1 1,-1 0-1,1 0 0,0-1 0,-1 3 1,1 3 315,0-2-214,0 22 1103,-1 0-1,-7 47 0,6-65-1179,0 0 1,0 0-1,-1 0 1,0-1 0,0 1-1,-1-1 1,0 0-1,0 0 1,-1 0 0,1 0-1,-2-1 1,1 0-1,-10 9 1,9-12-72,0 1 0,0-1 0,0 1 0,0-2 0,-1 1 0,1-1 0,-1 0 0,0 0 0,1-1 0,-1 0 0,-11 1 0,1-1 0,0-1 0,0-1 0,-26-3 0,40 3 0,-1 0 0,1 0 0,-1 0 0,1-1 0,0 1 0,0-1 0,0 1 0,-1-1 0,1 0 0,1 0 0,-1-1 0,-4-4 0,5 6 0,1 0 0,0-1 0,0 1 0,0-1 0,0 1 0,0-1 0,1 1 0,-1-1 0,0 1 0,1-1 0,-1 0 0,1 1 0,-1-1 0,1 0 0,0 0 0,0 1 0,0-1 0,0 0 0,0 0 0,0 1 0,1-1 0,-1 0 0,0 1 0,1-1 0,-1 0 0,1 1 0,0-1 0,-1 0 0,2-1 0,0 2-39,-1-1 0,1 1 0,-1-1 0,1 1 0,-1-1 0,1 1 0,0 0 0,0 0 0,0 0 0,0 0 0,0 0 0,0 0 0,0 1 0,0-1-1,2 0 1,37-5-1209,-29 4 837,80-8-1846,-20 3 64,76-18 0,-120 19 1720,16-4 751,0-2 0,45-20-1,-88 32-54,0-1 0,-1 1-1,1 0 1,0-1 0,0 1-1,-1 0 1,1-1 0,0 1-1,0 0 1,0 0 0,-1-1 0,1 1-1,0 0 1,0 0 0,0 0-1,-1 0 1,1 0 0,0 0-1,0 1 1,0-1 0,-1 0-1,2 1 1,-1 16 4224,-2 3-5449,0 6 1002,0-18 0,0 0 0,1-1 0,0 1 0,0 0 0,1-1 0,3 12 0,-4-18 0,1 1 0,-1-1 1,1 0-1,0 0 0,0 0 0,0 0 1,0 0-1,0-1 0,0 1 0,0 0 1,0 0-1,0-1 0,0 1 0,0 0 1,0-1-1,0 1 0,1-1 0,-1 0 1,0 1-1,0-1 0,1 0 0,1 1 0,35-1-144,-25 0-67,-4-1 44,-1 0 0,1 0-1,-1-1 1,0 0 0,0 0-1,1-1 1,-2 0 0,12-6-1,58-37-200,-73 43 383,5-6 272,-2 3 786,-4 12-224,-3 1-816,-1 0 0,0-1 0,-1 1 0,-3 10 0,-3 25-3880,8-41 3135,0-1 533,0 1-1,0-1 0,0 0 0,0 1 0,0-1 0,0 0 0,0 1 0,0-1 0,0 0 0,0 0 1,0 1-1,0-1 0,0 0 0,1 0 0,-1 1 0,0-1 0,0 0 0,0 0 0,0 1 0,1-1 1,-1 0-1,0 0 0,0 0 0,1 1 0,-1-1 0,0 0 0,0 0 0,1 0 0,-1 0 0,0 0 1,0 0-1,1 0 0,-1 1 0,0-1 0,1 0 0,-1 0 0,0 0 0,0 0 0,1 0 0,-1 0 1,0 0-1,1 0 0,-1-1 0,0 1 0,0 0 0,1 0 0,-1 0 0,1 0 0,29 0-7501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3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463 0 15559,'0'0'12214,"-133"85"-8421,100-19-2592,3 14-1201,0 10 0,0 1 0,2-4 0,0-9 0,1-8 0,-3-17 0,10-13 0,2-22-2049,1-8-976,4-10-1105,-2 0-1329,5-15-5762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3.4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36 960,'0'0'7580,"25"-6"-3434,2-1-2908,-4 1 206,0 0 1,0 2 0,1 1 0,43 0 0,309 3 9833,-375 12-10937,-2-1-341,-1-1 0,0 1 0,-1-1 0,0 0 0,-1 0 0,0 0 0,0 0 0,-7 9 0,-12 30 0,-30 77 0,53-126-39,0 0 0,0 0 0,0 1 0,0-1 0,0 0 0,0 0 0,0 0 0,-1 1 0,1-1 0,0 0 0,0 0 0,0 0 0,0 0 0,-1 1 0,1-1-1,0 0 1,0 0 0,0 0 0,-1 0 0,1 0 0,0 0 0,0 0 0,-1 0 0,1 0 0,0 0 0,0 0 0,0 1 0,-1-1 0,1 0 0,0-1 0,0 1 0,-1 0 0,1 0 0,0 0 0,0 0 0,-1 0 0,1 0 0,0 0 0,0 0 0,0 0 0,-1 0 0,1 0 0,0-1 0,0 1 0,0 0 0,-1 0 0,1 0-1,0 0 1,0-1 0,0 1 0,0 0 0,0 0 0,-1-1 0,-7-11-2943,6-34-4526,2 27 3973,0-27-6568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3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13158,'0'0'14887,"2"33"-14583,-2-6-304,0 6-480,-13 5-1697,-4 2-1601,7-8-2961,2-4-4114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4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101 130 10165,'0'0'16821,"-16"21"-16317,-50 70-96,64-86-391,-1 0-1,1 0 1,-1 0-1,1 0 1,1 0 0,-1 1-1,1-1 1,0 1-1,0-1 1,0 1 0,1-1-1,0 1 1,0-1-1,2 11 1,0 2 17,-2-11-28,0 0-1,1-1 1,0 1-1,0 0 1,0-1 0,1 1-1,0-1 1,1 1 0,5 11-1,-6-15-38,0-1-1,0 1 1,0-1-1,0 1 1,1-1-1,-1 0 1,1 0-1,-1 0 0,1 0 1,0 0-1,0 0 1,0-1-1,0 1 1,0-1-1,0 0 1,0 0-1,0 0 1,0-1-1,0 1 1,1-1-1,-1 1 0,5-1 1,-4 0-97,1 1 1,-1-1 0,0 0-1,0-1 1,0 1-1,0-1 1,0 0-1,0 0 1,0 0 0,0 0-1,0-1 1,0 1-1,0-1 1,-1 0-1,1 0 1,-1 0-1,1-1 1,-1 0 0,0 1-1,0-1 1,0 0-1,0 0 1,-1 0-1,1-1 1,-1 1-1,0-1 1,0 1 0,3-9-1,44-99-2112,-32 69 2217,1 1 0,26-42 0,-37 72 263,1 0 0,0 0-1,0 1 1,1 0 0,0 0 0,1 1 0,0 1-1,0-1 1,1 2 0,0-1 0,19-8-1,-29 15-48,1 1 0,-1-1 0,1 1 0,-1-1 0,1 1-1,0-1 1,-1 1 0,1 0 0,0 0 0,-1 0-1,1 0 1,0 0 0,-1 0 0,1 0 0,0 1-1,-1-1 1,1 0 0,-1 1 0,1-1 0,-1 1 0,3 1-1,-2 0 1,1 0-1,-1 0 1,1 0-1,-1 0 1,0 1-1,0-1 1,0 1-1,0-1 0,0 1 1,1 4-1,4 7 171,-2 0-1,0 1 1,5 25-1,-9-35-212,3 13 10,-1 0 0,-1 0 0,-1 26 0,2-44-74,2-6-69,5-10-20,-2 3-98,-1 1 0,1 1 0,1 0 0,0 0 0,1 0 0,0 1 0,0 1 0,1 0 0,0 0 0,21-12 0,-31 21 135,-1 0 0,1 1 0,-1-1-1,0 0 1,1 0 0,-1 0 0,1 0 0,-1 0 0,0 1 0,1-1 0,-1 0 0,0 0 0,1 1 0,-1-1 0,0 0 0,0 1-1,1-1 1,-1 0 0,0 1 0,0-1 0,1 0 0,-1 1 0,0-1 0,0 0 0,0 1 0,0-1 0,0 1 0,1-1 0,-1 0-1,0 1 1,0-1 0,0 1 0,0-1 0,0 0 0,0 1 0,0-1 0,0 1 0,-1-1 0,1 0 0,0 1 0,0 26-187,0-22 242,0 16-96,1-1-13,-1 1 1,-1-1 0,-1 0-1,-9 39 1,11-57-160,-1-1-1,0 1 1,1 0-1,-1-1 1,0 1 0,0-1-1,1 1 1,-1-1-1,-1 0 1,1 1 0,0-1-1,-2 2 1,2-2-336,-1 0-1,1-1 1,0 1 0,-1-1-1,1 1 1,0-1 0,-1 1 0,1-1-1,-1 0 1,1 1 0,0-1-1,-4 0 1,-8 0-5329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6.0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82 48,'0'0'16784,"-14"10"-15258,3-2-1167,-35 25 1506,2 1 0,-69 71-1,99-90-1468,2 1 0,-1 0 0,2 1 0,-17 33 0,23-39-333,0 0 1,1 1-1,1-1 0,0 1 1,0 0-1,1-1 0,1 1 1,0 0-1,1 17 0,0-28-63,1 0 0,-1 0 0,1 0 0,0 1 0,-1-1 0,1 0 0,0 0 0,-1 0 0,1 0 0,0 0 0,0 0 0,0 0 0,0-1 0,0 1 0,0 0 0,0 0 0,0-1 0,1 1 0,-1-1 0,0 1 0,0-1 0,0 1 0,1-1 0,-1 0 0,0 1-1,1-1 1,-1 0 0,0 0 0,0 0 0,1 0 0,-1 0 0,2-1 0,45-2 25,-35 0-11,0-1 0,0 0 0,0-1-1,-1 0 1,1-1 0,-1-1-1,0 1 1,-1-2 0,0 0 0,18-16-1,-8 4-9,-1 0-1,-1-2 1,-1 0-1,18-28 0,-29 40-3,-1-1-1,0 0 0,0-1 0,-1 1 0,0-1 0,-1 0 1,-1 0-1,0 0 0,0-1 0,-1 1 0,-1-1 0,0 0 1,-1 1-1,0-1 0,-3-15 0,2 23-2,-1 0 0,0 1 0,0-1 1,-1 0-1,1 1 0,-1 0 0,0-1 0,0 1 0,0 0 0,-1 0 1,1 1-1,-1-1 0,0 1 0,0 0 0,0 0 0,0 0 0,-1 0 1,1 1-1,-1 0 0,0 0 0,-5-2 0,-9-2-55,0 0-1,-1 1 1,1 1 0,-23-1-1,-162-2-985,189 7 122,69 0-214,29-1 377,1 4-1,88 13 0,-162-14 749,0 0-1,0 1 1,0 0 0,0 0-1,0 1 1,12 6-1,-19-8 58,0 0-1,-1 0 1,1 0-1,0 1 1,-1-1-1,1 1 1,-1-1-1,0 1 1,1 0-1,-1 0 0,-1 0 1,1 0-1,0 0 1,-1 0-1,1 0 1,-1 1-1,0-1 1,0 0-1,-1 1 1,1-1-1,0 6 1,0 5 225,0-1 1,-1 0 0,-1 1 0,0-1 0,0 1 0,-2-1 0,1 0 0,-2 0 0,0 0 0,0-1 0,-1 1 0,-8 12-1,5-12-244,0-1 0,-2 0 0,1 0-1,-2-1 1,-17 16 0,46-42-1719,40-24 0,89-42 1255,-1 1 1216,-135 74-13,-10 5 1795,-3 11-581,-23 40-1633,11-25-186,-18 50-1,29-66-710,1 1 0,-1 0-1,2 0 1,-1 0 0,1 13-1,1-23 367,0 1 0,1 0 1,-1-1-1,1 1 0,-1-1 0,0 1 0,1 0 0,-1-1 0,1 1 0,-1-1 0,1 1 0,-1-1 0,1 1 0,0-1 0,-1 0 0,1 1 0,0-1 0,-1 0 0,1 1 0,0-1 0,-1 0 0,1 0 0,0 0 0,-1 1 0,1-1 1,0 0-1,0 0 0,-1 0 0,1 0 0,0 0 0,0 0 0,-1-1 0,1 1 0,0 0 0,-1 0 0,1 0 0,1-1 0,3 0-1454,31-1-7152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6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346 0 15239,'0'0'10757,"-112"131"-9284,76-51-449,-4 10 193,5 1-481,3-6-272,6-7-320,9-11-144,12-14-528,0-15-753,0-18-960,5-10-960,-5-10-1057,-3 0-2993,-12-25-3698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6.6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6787,'0'0'3997,"25"-2"-225,0-1-2627,134-5 4380,-142 9-5131,0 0 1,-1 1 0,1 0-1,0 2 1,18 5 0,-28-7-291,0 1 1,0-1 0,-1 1-1,1 1 1,-1-1 0,1 1-1,-1 0 1,0 1 0,0-1-1,-1 1 1,1 0 0,-1 1-1,-1-1 1,7 9 0,-9-10-43,0 0 1,-1 0 0,1 0 0,-1 0 0,0 0 0,0 0 0,0 1 0,-1-1 0,1 0 0,-1 1 0,0-1 0,0 0 0,-1 1 0,1-1 0,-1 0 0,-2 6 0,0 2 30,-2 0 0,0 0 1,0-1-1,-7 11 0,7-14-214,1 0 0,0 1 0,1-1 0,0 1 0,0 0 0,1 0 0,0 0 0,0 0 0,1 0 0,0 10 0,1-18 62,0 0 0,1 0 1,-1 0-1,0-1 0,0 1 1,0 0-1,1 0 0,-1 0 0,0 0 1,1 0-1,-1 0 0,0-1 0,1 1 1,0 0-1,-1 0 0,1-1 0,-1 1 1,1 0-1,0-1 0,-1 1 0,1-1 1,0 1-1,1 0 0,26 6-907,30-11-446,-50 3 1251,-1-1 1,0 0-1,0 0 1,0-1 0,0 1-1,0-2 1,0 1 0,-1-1-1,1 0 1,-1 0 0,0-1-1,0 1 1,-1-2 0,1 1-1,-1 0 1,-1-1 0,9-12-1,-8 10 332,-1 1 1,-1 0-1,0-1 0,0 0 0,0 0 0,-1 0 1,0 0-1,0 0 0,-1-1 0,0-8 0,0 11 199,-1-1 0,0 1 0,0 0-1,-1-1 1,0 1 0,0-1 0,0 1-1,-1 0 1,0-1 0,-5-9 0,5 13-233,-1 0 1,1-1 0,-1 1-1,0 1 1,0-1 0,0 0-1,0 1 1,0-1 0,0 1-1,-1 0 1,1 0 0,-1 0-1,0 1 1,0-1 0,1 1-1,-1 0 1,0 0 0,-6-1-1,-43-3 240,52 4-445,-1 1 0,0 0-1,1 0 1,-1 0 0,0 0 0,1 0-1,-1 0 1,1 0 0,-1 1 0,0-1 0,1 1-1,-1-1 1,1 1 0,-1 0 0,1-1-1,-1 1 1,1 0 0,-1 0 0,1 0-1,0 0 1,0 0 0,-1 0 0,1 0-1,0 1 1,0-1 0,0 0 0,-1 2-1,0 25-3207,2-27 2948,0 0-1,1 0 1,-1 1 0,0-1-1,0 0 1,1 0 0,-1 0 0,1 0-1,-1 0 1,1 1 0,0-1-1,-1 0 1,1 0 0,1 0-1,33 18-9384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7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525 14 8996,'0'0'8932,"-27"-3"-4786,1 0-3128,12 0-651,-1 1 0,1 1 0,-1 0-1,0 1 1,1 0 0,-1 1 0,1 1 0,-1 1-1,1 0 1,-16 5 0,3 2 318,1 2 1,1 0-1,0 1 0,-36 27 1,48-31-486,0 2 1,1-1-1,0 2 1,1 0-1,0 0 1,1 1-1,0 0 1,1 0-1,-10 20 1,17-29-190,0 1 1,0-1-1,1 1 1,-1-1-1,1 1 1,0 0-1,0 0 1,0 5-1,1-9-15,1 0 0,-1 0 0,0 1 0,0-1 0,0 0 0,1 0-1,-1 0 1,0 0 0,1 0 0,-1 0 0,1 0 0,-1 0 0,1 0 0,0 0 0,-1 0 0,1 0 0,0-1 0,0 1-1,-1 0 1,1 0 0,0-1 0,0 1 0,0 0 0,0-1 0,0 1 0,0-1 0,0 1 0,0-1 0,0 0-1,0 1 1,0-1 0,1 0 0,-1 0 0,0 0 0,0 0 0,1 0 0,12 1-64,0-1 0,0 0 1,0-1-1,-1-1 0,1 0 0,0-1 1,-1 0-1,0-1 0,18-8 0,-13 4-63,0-2-1,-1 0 0,0-1 1,-1-1-1,28-25 1,-33 27 109,36-38-253,-44 45 338,-1 0 0,1 0-1,-1 0 1,0-1 0,0 1-1,0-1 1,0 1 0,-1-1 0,1 0-1,-1 0 1,0 0 0,0 0-1,0-4 1,-1 7 657,-5 4-298,0 5-410,-1-1-1,1 1 1,0 0-1,1 0 1,0 0 0,0 1-1,1 0 1,0-1-1,0 1 1,-1 13 0,3-17-102,0 0 1,1-1 0,0 1 0,-1 0 0,2 0 0,-1-1 0,0 1 0,1 0-1,0-1 1,0 1 0,1 0 0,-1-1 0,1 1 0,0-1 0,0 0-1,0 0 1,1 0 0,-1 0 0,1 0 0,0 0 0,0-1 0,0 1 0,5 2-1,2 1-813,1 0 0,1-2 0,-1 1 0,1-1 0,0-1 0,0 0 0,0-1 0,1 0 0,23 2 0,55-2-8881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7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271 307 18200,'0'0'7020,"-21"24"-3229,-69 77-1561,29-19-725,55-73-1503,0 1 1,-1 0 0,0-1-1,-1-1 1,0 1 0,-1-1-1,-16 12 1,25-19-3,-1-1 0,0 1 0,0-1 0,1 1 0,-1-1 0,0 1 0,0-1 0,0 1 0,1-1 0,-1 0 0,0 0 0,0 1 0,0-1 0,0 0 0,0 0 0,0 0 0,1 0 0,-2 0 0,1 0 0,1-1 0,-1 1 0,1 0 0,0-1 0,-1 1 0,1 0 0,0-1 0,-1 1 0,1 0 0,0-1 0,-1 1 0,1 0 0,0-1 0,0 1 0,0-1 0,-1 1 0,1-1 0,0 1 0,0 0 0,0-1 0,0 1 0,0-1 0,0 1 0,0-2 0,0-1 0,0-1 0,0 0 0,1 0 0,0 0 0,0 0 0,0 0 0,2-5 0,6-8 0,2-1 0,0 2 0,1 0 0,0 0 0,1 1 0,1 0 0,17-13 0,-3 1 0,13-13-445,3 2 1,93-64-1,-114 90 170,-23 12 274,0 0 0,0 0 0,0 0 0,0 0 0,0 0 0,1-1 0,-1 1 0,0 0 0,0 0 0,0 0 0,0 0 0,1 0 0,-1 0 0,0 0 0,0 0 0,0 0 0,0 0 0,1 0 0,-1 0 0,0 0 0,0 0 0,0 0 0,0 0 0,1 0 0,-1 0 0,0 0 0,0 0 0,0 0 0,1 0 0,-1 0 0,0 1 0,0-1 0,0 0 0,0 0 0,0 0 0,1 0 0,-1 0 0,0 0 0,0 0-1,0 1 1,0-1 0,0 0 0,0 0 0,0 0 0,0 0 0,0 1 0,1-1 0,-1 0 0,0 0 0,0 0 0,0 0 0,0 1 0,0-1 0,0 0 0,2 19 191,-1 0 0,-1 31-1,-1-36-164,1 0 0,0 1 0,1-1 0,0 0 0,1 0 0,1 0 0,7 22 0,-5-23-26,0-1 0,1 0 1,1 0-1,13 18 0,-17-27-11,0 1 1,-1-1-1,1 0 0,1 0 1,-1-1-1,0 1 0,1-1 1,-1 1-1,1-1 0,0 0 0,0 0 1,0-1-1,0 1 0,0-1 1,0 0-1,0 0 0,0 0 1,0-1-1,5 1 0,-5-1 11,1 0 0,-1 0 0,1 0 0,-1-1 0,1 0-1,-1 0 1,0 0 0,1 0 0,-1-1 0,0 1 0,0-1 0,0 0 0,0 0 0,0-1-1,0 1 1,-1-1 0,1 0 0,-1 0 0,0 0 0,0 0 0,0 0 0,0-1 0,4-7-1,112-168 209,-86 128-176,123-207-55,-153 294-6632,-2 56-3400,1-44 1271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8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199 234 7203,'0'0'16274,"-23"16"-13558,-73 53-1206,90-65-1377,-1 1 0,1 0 0,1 0-1,-1 1 1,1-1 0,0 1 0,0 1-1,1-1 1,0 1 0,0-1 0,0 1-1,1 0 1,0 1 0,0-1 0,1 0 0,0 1-1,0-1 1,1 1 0,0 0 0,0 14-1,1-21-125,0 0-1,0 0 1,0 0-1,0 0 0,0 0 1,0 1-1,0-1 1,0 0-1,1 0 1,-1 0-1,0 0 1,1 0-1,-1 0 0,1 0 1,-1 0-1,1 0 1,-1 0-1,1 0 1,0 0-1,0 0 1,-1 0-1,2 0 0,0 0-5,1 0 0,-1 0-1,0 0 1,1-1 0,-1 1-1,1-1 1,-1 0 0,1 0-1,2 0 1,5 1-44,-1-1 0,0 0 0,1-1 0,-1 0 0,14-3 0,-20 3-3,0 0 0,1 0-1,-1-1 1,0 1 0,0-1 0,0 0-1,0 0 1,-1 0 0,1-1 0,-1 1-1,1 0 1,-1-1 0,0 0 0,1 0-1,-1 1 1,-1-1 0,1 0 0,2-5 0,6-19-119,-2-1 0,0 0 0,-2 0 0,-1-1 1,1-29-1,4-18 108,-10 75 53,1 0 0,0 0 0,-1 0 0,1 0 1,0 0-1,-1 1 0,1-1 0,0 0 0,0 1 1,0-1-1,0 1 0,-1-1 0,1 1 0,0-1 1,0 1-1,0-1 0,0 1 0,0 0 0,0 0 1,0-1-1,1 1 0,-1 0 0,0 0 0,0 0 1,0 0-1,0 0 0,0 0 0,0 1 0,2-1 1,2 1-17,-1-1 0,1 1 0,0 0 0,0 1 0,-1-1 0,5 2 0,-1 3 30,0-1 0,-1 1 0,1 0-1,-2 1 1,1 0 0,-1 0 0,0 0 0,0 1 0,-1 0-1,0 0 1,6 14 0,6 14 170,16 50 0,-31-80-162,2 9 119,0 0-1,3 21 0,8-100 837,-8 24-917,0 0 0,27-77-1,-27 96 5,2 1-1,0-1 0,2 2 0,0-1 0,1 1 0,0 1 1,17-17-1,-28 32-120,1 1 1,0 0 0,1 0 0,-1 0-1,0 0 1,1 0 0,-1 0-1,1 1 1,-1-1 0,1 1-1,0 0 1,-1 0 0,1 0 0,0 0-1,0 0 1,0 0 0,0 1-1,0 0 1,0-1 0,0 1-1,0 0 1,0 0 0,4 1-1,25 14-3584,-3 9-3575,-9-6-3304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8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13190,'0'0'15132,"12"23"-13931,38 74-310,-46-91-740,-1 0 0,0 0 1,0 0-1,-1 1 0,0-1 0,0 1 1,0 0-1,-1 0 0,0-1 0,0 1 1,-1 0-1,0 13 0,-1 2 236,1-21-387,1-1 0,-1 1 0,0-1 0,0 1 0,1-1 0,-1 1 0,0-1 0,1 0 0,-1 1 0,0-1 0,1 1 0,-1-1 0,1 0 0,-1 1 0,1-1 0,-1 0 0,1 1 0,-1-1 0,1 0 0,-1 0 0,1 1 0,-1-1 0,1 0 0,-1 0 0,1 0 0,-1 0 0,1 0 0,0 0 0,-1 0 0,1 0 0,-1 0 0,1 0 0,-1 0 0,1 0 0,0 0 0,-1 0 0,1-1 0,-1 1 0,1 0 0,-1 0 0,1-1 0,0 0 0,0 1 0,12-5-135,1-1 0,-1 0 0,0-1 0,-1-1 0,20-15 0,10-5-509,-24 16 407,86-46-654,-93 53 954,0 0 0,0 1 0,1 1 0,-1 0 0,1 0 0,0 1 0,21-1 0,-32 22 812,-1 77 328,0-96-1203,0 1 0,0 0 0,0 0 0,1-1 0,-1 1 0,0-1 0,1 1-1,-1 0 1,0-1 0,1 1 0,-1-1 0,1 1 0,-1-1 0,1 1 0,-1-1 0,1 1 0,0-1 0,-1 1 0,1-1 0,-1 0 0,1 0 0,0 1-1,-1-1 1,1 0 0,0 0 0,-1 1 0,1-1 0,0 0 0,0 0 0,-1 0 0,2 0 0,29 0-76,-24 0 15,6-1-72,-1 0-1,0 0 0,1-1 0,-1-1 1,0 0-1,0-1 0,0 0 1,16-9-1,6-5-101,43-32 1,-48 30 348,-28 20-70,-1-1-1,1 0 1,0 1 0,-1-1-1,1 1 1,-1-1 0,1 1-1,0 0 1,-1-1-1,1 1 1,0 0 0,-1-1-1,1 1 1,0 0-1,-1 0 1,1 0 0,0-1-1,0 1 1,-1 0 0,1 0-1,0 0 1,0 0-1,0 0 1,-1 0 0,1 1-1,0-1 1,0 0-1,1 19 625,-2-9-860,0 12 110,-1-15 105,1 0 1,0-1 0,0 1-1,0 0 1,1 0-1,2 7 1,-2-11-78,0-1-1,0 0 1,0 0 0,1 1 0,-1-1-1,1 0 1,-1 0 0,1 0 0,0-1-1,-1 1 1,1 0 0,0 0 0,0-1-1,0 0 1,1 1 0,-1-1 0,0 0-1,0 0 1,1 0 0,4 1 0,5 1-1311,0 0 1,0-1 0,1-1 0,-1 0 0,15-1-1,33 0-6745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29.4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259 550 15655,'0'0'4010,"-29"4"619,-95 17-305,119-20-4117,-1 1 0,1-1 0,-1 1 1,1 0-1,0 0 0,-1 1 0,1-1 0,0 1 0,1 0 0,-1 1 0,1-1 0,-1 1 0,1 0 0,0 0 0,0 0 0,-5 9 0,5-7-150,2 1 0,-1-1 0,1 1 1,0-1-1,0 1 0,1 0 0,0 0 0,0-1 1,1 1-1,0 9 0,0-15-57,0 0 0,1 0 0,-1 0 0,1 0 0,-1 0 0,1 0 0,-1 0 0,1-1 0,0 1 0,-1 0 0,1 0 0,0-1 0,0 1 0,-1 0 0,1-1 0,0 1 0,0-1 0,0 1 0,0-1 0,0 1 0,0-1 0,0 0 0,0 0 0,0 1 0,0-1 0,0 0 0,0 0 0,0 0 0,0 0 0,2 0 0,43 0 0,-33-1 0,1 1-160,0 0 0,-1-1 0,24-5 0,-31 4-55,1 0 1,-1 0 0,0-1-1,1 1 1,-1-2-1,0 1 1,-1-1 0,1 1-1,-1-2 1,9-7-1,-13 11 383,-21 6 587,16-1-750,1 1-1,-1 0 1,1 0-1,1 0 0,-1 0 1,1 0-1,0 0 1,0 1-1,0-1 0,1 1 1,-1-1-1,1 1 1,1 0-1,-1-1 0,1 1 1,0 0-1,0 0 1,1-1-1,2 11 0,-2-15-33,0 0 0,1 1-1,-1-1 1,1 0 0,-1 0-1,1 0 1,-1 0-1,1 0 1,-1-1 0,1 1-1,0 0 1,0-1 0,-1 1-1,1-1 1,0 1-1,0-1 1,0 0 0,0 0-1,-1 0 1,1 0-1,0 0 1,2-1 0,4 1-69,17 0-366,1 0 0,-1-2 0,0-1 0,0-2 0,0 0 0,-1-1 0,1-1 0,-1-2 0,38-19 0,-14 2-93,-1-2-1,-1-3 0,-2-1 0,-1-2 1,43-45-1,174-210 543,-138 128 818,-118 154-561,-2 4 47,1 0 0,-1-1 0,0 1 0,0 0 1,0-1-1,0 0 0,-1 1 0,0-1 0,0 0 0,0 1 0,0-1 0,0 0 1,0-7-1,-1 10-230,0 1 1,0 0 0,0 0 0,0-1-1,0 1 1,-1 0 0,1 0 0,0-1-1,0 1 1,0 0 0,0 0 0,0-1-1,-1 1 1,1 0 0,0 0 0,0 0-1,0 0 1,-1-1 0,1 1 0,0 0-1,0 0 1,0 0 0,-1 0 0,1 0-1,0-1 1,0 1 0,-1 0 0,1 0-1,0 0 1,0 0 0,-1 0 0,1 0-1,0 0 1,-1 0 0,1 0 0,0 0-1,0 0 1,-1 0 0,1 0 0,0 0-1,0 0 1,-1 1 0,-8-1 120,-1 1 0,1 0 1,-1 1-1,1 0 0,0 0 0,0 1 1,0 0-1,0 1 0,0 0 0,1 0 1,0 1-1,0 0 0,0 1 1,0-1-1,1 2 0,0-1 0,-6 8 1,-3 2-202,1 1 0,1 1 1,1 0-1,1 1 0,0 0 1,-12 29-1,14-20 21,1 1 0,1 1 0,1 0 0,2 0 0,1 0 0,1 0 0,2 49 0,1-63 0,0 0 0,1 0 0,0 0 0,2 0 0,0 0 0,0-1 0,2 1 0,0-1 0,0 0 0,2 0 0,0-1 0,0 1 0,1-1 0,13 16 0,-5-13-556,0 1-1,2-2 1,-1-1 0,2 0-1,0-1 1,1-1-1,0-1 1,1 0 0,0-2-1,36 12 1,50 9-7474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0.0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1 6019,'0'0'16375,"0"138"-14118,0-91-528,0 1-160,-8 2-801,3-7-464,-5-11-240,3 1-64,-6-8-480,3-5-929,-10-2-1040,-5-8-1376,-8-8-2130,-7-2-3489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0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0 101 3330,'0'0'8217,"24"-17"-5827,-6 5-1880,-8 4-285,0 0 0,1 1 0,0 0 1,0 1-1,0 0 0,1 0 0,0 2 1,0-1-1,1 2 0,-1-1 0,1 2 1,0 0-1,22-1 0,-9 4 73,-1 2-1,1 1 1,-1 1 0,1 1-1,-2 1 1,1 2 0,-1 0-1,0 1 1,41 26 0,5 8 308,111 93 0,-140-104-459,-2 1 0,-1 2 0,46 58 0,-74-82-78,-1 1 0,0-1 1,-1 2-1,-1-1 0,0 1 1,0 1-1,-2-1 0,0 1 0,-1 0 1,0 0-1,-1 0 0,0 0 1,-2 1-1,0-1 0,0 1 0,-3 18 1,0-25 95,1 0 0,-2 0 1,1 0-1,-1-1 0,-1 1 1,0-1-1,0 1 0,0-1 1,-1 0-1,-8 10 0,3-6 128,-1-1-1,-1 0 1,1 0 0,-2-1-1,-19 13 1,-3-3 147,-2-1-1,0-1 1,-71 21 0,38-19-515,-1-3 0,-1-4-1,0-3 1,0-3 0,-91-2 0,151-5-101,1 0 0,-1-1 1,0-1-1,1 1 0,-1-2 0,1 0 0,0 0 1,0-1-1,-13-6 0,21 8-70,-1 0 0,1 0-1,0 0 1,0-1 0,0 1 0,0-1-1,1 0 1,-1 1 0,0-2 0,1 1 0,0 0-1,0 0 1,0-1 0,0 1 0,1-1-1,-1 1 1,1-1 0,0 0 0,0 1 0,0-1-1,0 0 1,1 0 0,0 0 0,-1 0-1,2 0 1,-1 0 0,0 1 0,1-1-1,-1 0 1,3-6 0,-2 6-405,0 0 1,1 0-1,0 0 0,-1 0 1,1 1-1,0-1 0,1 0 0,-1 1 1,4-5-1,41-36-9007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0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 8788,'0'0'14823,"-33"148"-14199,28-123-272,0 0-304,5-7-48,-2-6-736,-1-4-1585,-7-8-1825,-2 0-3634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15079,'0'0'8580,"0"143"-8916,8-95-1569,14-5-1809,4-3-2641,6-10-2433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1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324 0 12934,'0'0'3852,"-23"8"225,-5 0-2790,0 0-5,1 1 0,1 2 1,-30 15-1,37-17-396,8-4-403,0 0-1,0 1 0,1 0 1,-10 8-1,18-13-451,0 1-1,1-1 1,-1 0 0,1 1-1,-1-1 1,1 1 0,0 0-1,-1-1 1,1 1 0,0 0-1,0 0 1,0 0 0,1 0-1,-1 0 1,0 0 0,1 0-1,-1 0 1,1 0 0,0 0-1,-1 0 1,1 0 0,0 0-1,0 0 1,1 0 0,-1 0-1,0 0 1,1 1 0,-1-1-1,2 2 1,-1-1-48,1-1 0,0 1 0,0-1 0,0 1 0,0-1 0,1 0 0,-1 0 0,1 0 0,-1 0 0,1 0 0,0-1 0,-1 1 1,1-1-1,0 0 0,4 2 0,7 3-67,4 3 11,3 2-258,0 1 1,38 28-1,-55-38 300,0 1-1,0 1 1,-1-1-1,1 0 1,-1 1-1,0 0 1,0 0-1,0 0 1,0 0-1,-1 0 1,0 0-1,0 1 1,0-1-1,0 1 1,-1 0-1,1-1 1,-1 1-1,-1 0 1,1 0-1,-1 0 1,1 4-1,-2-6 49,0 1-1,-1-1 1,1 0-1,0-1 1,-1 1 0,0 0-1,1 0 1,-1-1-1,0 1 1,-1-1-1,1 1 1,0-1 0,-1 0-1,1 0 1,-1 0-1,1 0 1,-1-1-1,0 1 1,0-1-1,-3 2 1,-12 5 150,-38 11 1,46-15-160,-5 0-72,0 0 0,-1 0 0,-24 1 0,6-7-2783,33 2 2727,1 0 0,-1 0 0,1 0 0,0-1 0,-1 1 0,1 0-1,0 0 1,-1 0 0,1 0 0,0-1 0,-1 1 0,1 0 0,0 0-1,-1-1 1,1 1 0,0 0 0,0-1 0,-1 1 0,1 0 0,0-1-1,0 1 1,0 0 0,-1-1 0,1 1 0,0-1 0,0 1 0,0 0-1,0-1 1,0 1 0,0-1 0,0 0 0,-2-34-6600,2-17-4197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1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0 16776,'0'0'2529,"-65"193"912,47-70 1170,-2 5-2835,8-10-911,-3-10-577,0-10-288,-8-20-416,-2-21-961,-10-9-1248,-8-26-1201,-7-19-3921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1.6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14391,'22'0'3529,"-17"0"-3273,9 0 436,1 0 0,-1 0 0,0 1 0,0 1 0,0 1 0,0 0 0,0 1 0,-1 0 0,0 1 0,25 12 0,-19-4-264,0 0 1,-1 1-1,0 0 1,-2 1-1,0 2 1,0-1-1,-1 2 1,-2 0-1,1 0 1,-2 2-1,-1-1 1,12 29-1,-21-43-312,0-1 0,0 1 1,-1 0-1,0 0 0,0 0 0,0 0 0,-1 0 0,1 0 0,-1 1 0,0-1 0,-2 8 0,2-13-115,-1 1-1,1-1 1,-1 1-1,1-1 1,-1 0 0,1 1-1,-1-1 1,0 1 0,1-1-1,-1 0 1,0 0-1,1 1 1,-1-1 0,0 0-1,1 0 1,-1 0 0,0 0-1,1 0 1,-1 0-1,0 0 1,1 0 0,-1 0-1,0 0 1,1 0 0,-1 0-1,0 0 1,0-1-1,-21-7-1,15 2 1,1-1 0,0 0 0,0 0 0,0 0 0,1-1 0,0 0 0,1 0 0,0 0 0,0-1 0,0 0 0,1 1 0,1-1 0,-4-18 0,2 2 0,1 0 0,1 1 0,1-1 0,3-27 0,-1 46-18,0 1 0,-1-1 0,2 1 0,-1-1 0,1 1 0,0-1-1,0 1 1,0 0 0,1 0 0,0 0 0,0 0 0,0 0 0,0 1 0,1-1 0,0 1 0,0 0 0,0 0 0,0 1-1,1-1 1,0 1 0,-1 0 0,1 0 0,7-3 0,-2 2-450,0-1 0,1 2 0,0-1 0,16-2 0,45 0-5218,-30 6-610,-1 0-3919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1.8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38 15495,'0'0'17112,"-40"88"-17112,40-93-2785,0-23-417,0-12-2416,0-13-5780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1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5635,'0'0'9028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2.5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515 1 15015,'0'0'13718,"-3"21"-10919,-2 21-2387,-3-1-1,-20 66 1,-191 458-412,199-521 0,-2-1 0,-52 75 0,65-104-1,11-14 2,20-21-78,-4 2-689,2 2 1,0 0 0,1 1 0,1 1 0,33-18 0,-39 25 441,1 0 1,0 1-1,0 1 1,0 1-1,1 1 1,0 0-1,0 1 1,33-1 0,-37 3 325,19 4 268,-32-3-236,0 1 1,0-1-1,1 1 0,-1 0 0,0-1 0,0 1 0,0 0 0,-1 0 0,1 0 1,0 0-1,0 0 0,0 0 0,-1 0 0,1 0 0,0 0 0,-1 0 0,1 0 1,-1 0-1,1 0 0,-1 1 0,0-1 0,0 0 0,1 0 0,-1 2 0,2 10 216,-1 1-1,-1-1 0,0 0 0,-1 1 0,0-1 1,-1 0-1,0 0 0,-1 0 0,0 0 0,-1 0 1,-1 0-1,0-1 0,-1 0 0,0 0 0,-1-1 1,0 1-1,-1-2 0,0 1 0,-1-1 0,0 0 1,-12 10-1,6-7-184,0-1-1,-1-1 1,-1 0 0,1-2 0,-2 1-1,1-2 1,-1 0 0,-1-2 0,1 0-1,-1 0 1,0-2 0,0 0 0,-1-2-1,-19 1 1,14-2-84,4 1 38,-37-3 0,55 0-33,-1 1 0,1 0-1,-1-1 1,1 1 0,0-1 0,-1 0-1,1 0 1,0-1 0,-1 1 0,1-1-1,0 1 1,0-1 0,0 0 0,0 0-1,1-1 1,-1 1 0,-2-3 0,4 3-41,0 1 1,0 0 0,0-1 0,0 1 0,1-1-1,-1 1 1,0-1 0,1 0 0,-1 1-1,1-1 1,0 1 0,0-1 0,-1 0 0,1 1-1,0-1 1,1 0 0,-1 1 0,0-1 0,0 0-1,1 1 1,-1-1 0,0 1 0,1-1 0,0 1-1,-1-1 1,1 1 0,0-1 0,0 1 0,0 0-1,0-1 1,0 1 0,0 0 0,0 0 0,0-1-1,3 0 1,4-4-290,1 0-1,-1 0 1,1 1-1,16-6 1,-18 8 133,142-61-5702,3 6-4243,-71 29 3103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2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24 3794,'0'0'19040,"17"-4"-16985,52-13-404,-69 16-1592,1 1 1,-1 0-1,1 0 0,0-1 1,-1 1-1,1 0 0,-1 0 1,1 0-1,0 0 0,-1 0 1,1 0-1,0 0 0,-1 0 1,1 0-1,0 0 0,-1 0 1,1 1-1,-1-1 0,1 0 1,0 0-1,-1 1 0,1-1 1,-1 0-1,1 1 0,-1-1 1,1 0-1,-1 1 0,1-1 1,0 2-1,-2 10 771,1-9-484,-6 39 1812,4-36-2082,1 0-1,0 0 1,0 0 0,0 0-1,1 0 1,0 0 0,0 0-1,3 12 1,-3-17-102,1 0-1,0 0 1,0 0 0,0 0 0,0-1 0,0 1-1,0 0 1,0 0 0,0-1 0,0 1 0,0-1 0,0 1-1,1-1 1,-1 1 0,0-1 0,0 0 0,0 0-1,1 1 1,-1-1 0,0 0 0,0 0 0,1 0-1,-1-1 1,0 1 0,0 0 0,1 0 0,0-1-1,6 1-141,11 0-196,0 0 1,-1-2-1,1 0 1,-1 0-1,0-2 0,27-8 1,-16 1-222,2 0 270,0-1-1,-1-1 1,43-26 2526,-74 42-1979,1 0 1,-1 0-1,0-1 0,-1 1 1,1 0-1,0 0 0,-1-1 0,1 1 1,-4 3-1,-4 8-50,5-5-194,1 0-1,0 0 1,1 1 0,0-1-1,0 1 1,1 0-1,0-1 1,1 1-1,0 0 1,0 0-1,4 17 1,-4-26-78,0 0 1,1 0-1,-1 0 1,1 0-1,0 1 0,-1-1 1,1 0-1,0 0 1,0 0-1,0-1 0,0 1 1,0 0-1,0 0 1,0 0-1,0-1 0,0 1 1,0 0-1,0-1 1,0 1-1,0-1 1,1 1-1,-1-1 0,0 0 1,2 1-1,34 0-2821,-26-1 1784,36-3-4187,5-14-2724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3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575 1 14983,'0'0'4546,"-133"105"-944,70-12 1744,3 17-2385,15 6-1632,10-1-1329,12-7 0,3-13 0,3-7 0,-1-18 0,-2-12 0,0-21 0,-5-14-432,-3-18-2754,-2-5-1760,-8-10-3986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3.3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11429,'36'-1'4938,"-25"0"-4661,243-4 7637,34 17-2386,-61 23-3754,-224-35-1753,-1 0 1,0 1-1,0-1 0,1 1 0,-1 0 1,0 0-1,0 0 0,0 0 1,0 0-1,0 0 0,0 1 1,0-1-1,0 1 0,0-1 1,-1 1-1,1-1 0,2 5 1,-3-5-2,-1 1 1,1 0-1,-1 0 1,1 0-1,-1 0 1,0 0-1,0 0 1,0 0-1,0-1 1,0 1-1,0 0 1,-1 0-1,1 0 1,0 0-1,-1 0 1,0 0-1,1-1 1,-1 1-1,0 0 1,0 0-1,-2 2 1,-7 11-6,-1 0 0,-1-1 0,0-1 1,-19 17-1,12-12-17,-23 29 0,37-40-371,-13 17 917,6-17-5549,10-20-8057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3.5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0 11717,'0'0'10341,"-45"158"-8644,55-97-1697,30 4-1649,13-8-1824,5-4-1586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4.2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284 160 12614,'-21'5'6653,"5"-1"-5515,0-1-185,1 0 0,0 2 0,1 0 0,-1 0 0,1 2 0,0-1 0,0 2-1,-13 10 1,17-11-356,1 1 0,0 1 0,0 0-1,1 0 1,-11 16 0,13-16-580,1 0 0,1 0 0,0 0 0,0 0 0,0 1 0,1 0 1,1 0-1,0 0 0,0 0 0,1 0 0,0 17 0,1-26-17,0 1 0,0 0 0,0 0 0,1 0 0,-1 0 0,0 0 0,1 0 0,0 0 0,-1 0 0,1-1 0,0 1 0,0 0 0,0-1 0,0 1 0,0 0 0,1-1 0,-1 1 0,0-1 0,3 2 0,0 0 0,-1-1 0,1 0 0,0 0 0,0 0 0,0 0 0,0-1 0,0 0 0,7 2 0,5-1 0,-1-1 0,0 0 0,1-1 0,17-2 0,-27 2-3,0-1 0,0 0-1,0-1 1,-1 0 0,1 0 0,0 0 0,-1 0 0,0-1-1,0 0 1,0 0 0,9-7 0,-6 3-155,0-1 1,-1 0-1,0 0 1,0 0-1,-1-1 0,6-10 1,0-5-495,0 0 1,-2-1-1,-1 0 0,9-39 1,-14 45 242,0 0 0,-1 0 0,-1 0 0,-1 0 0,-1-1 0,-2-23 0,1 40 402,1 0 1,-1 0-1,0 0 0,0 0 0,0 1 1,-1-1-1,1 0 0,0 0 1,-1 1-1,0-1 0,0 1 0,1 0 1,-2-1-1,1 1 0,0 0 0,0 0 1,-1 0-1,1 1 0,-1-1 1,1 1-1,-1-1 0,0 1 0,1 0 1,-1 0-1,0 0 0,0 0 1,-4 0-1,-9-2 55,0 1 0,0 0 0,1 2 0,-18 0 0,13 1 9,19-2-54,0 1 0,0 0 0,0 0 0,0 0 0,0 1 0,1-1 0,-1 0 0,0 0 0,0 0 0,0 1 0,0-1 0,1 0 0,-1 1 0,0-1 0,0 0 0,1 1 0,-1-1 0,0 1 0,1-1 0,-1 1 0,0 0 0,1-1 0,-1 1 0,1 0 0,-1-1 0,1 1 0,-1 0 0,1 0 0,-1 0 0,1 0-5,1 0 0,-1 0 1,0 0-1,0 0 1,0 0-1,1 0 0,-1 0 1,0 0-1,1-1 0,-1 1 1,1 0-1,-1 0 1,1 0-1,-1-1 0,1 1 1,0 0-1,-1-1 0,1 1 1,0 0-1,0-1 1,-1 1-1,1-1 0,0 1 1,0-1-1,0 0 1,0 1-1,-1-1 0,1 0 1,0 1-1,0-1 0,1 0 1,46 13-364,59 9 1,49 13-1012,-136-29 1313,1 2 1,-1 0-1,-1 1 1,0 0-1,0 2 1,18 13-1,-30-18 185,0-1 0,-1 1 0,1 1 0,-1-1 0,-1 1-1,1 0 1,-1 0 0,0 1 0,-1 0 0,0-1 0,0 1-1,0 1 1,-1-1 0,-1 1 0,1-1 0,-2 1-1,2 10 1,-2-16-20,1 15 858,-1 0 1,-2 20 0,1-34-851,0 0 0,0 0 0,-1-1 0,0 1 0,1 0 0,-1 0 0,-1-1 0,1 1-1,-1-1 1,1 1 0,-1-1 0,0 1 0,0-1 0,0 0 0,-1 0 0,-3 4 0,6-7-123,0 0 0,0 0 0,-1 1 0,1-1 0,0 0 0,0 0 1,0 0-1,-1 0 0,1 1 0,0-1 0,0 0 0,-1 0 0,1 0 0,0 0 0,0 0 0,-1 0 0,1 0 0,0 1 0,0-1 0,-1 0 0,1 0 0,0 0 0,0 0 1,-1 0-1,1 0 0,0 0 0,0-1 0,-1 1 0,1 0 0,0 0 0,-1 0 0,1 0 0,0 0 0,0 0 0,0 0 0,-1 0 0,1-1 0,0 1 0,0 0 0,0 0 0,-1 0 1,1-1-1,-3-14-495,6-18-383,0 24 692,0 0 1,1 0-1,0 0 1,1 1-1,0-1 1,0 1-1,0 0 1,1 1-1,13-14 1,5-1-325,40-31 0,-41 36 412,2 1 0,-1 1 1,31-14-1,-40 23 658,-1 0-1,0 1 1,1 1-1,0 0 1,0 1-1,0 1 1,25-2 0,-39 5-464,0-1 0,0 0 0,-1 1 0,1-1 1,0 1-1,-1-1 0,1 1 0,0-1 0,-1 1 1,1-1-1,0 1 0,-1-1 0,1 1 1,-1 0-1,1-1 0,-1 1 0,0 0 0,1 0 1,-1-1-1,0 1 0,1 0 0,-1 0 0,0 0 1,0-1-1,0 1 0,0 0 0,0 0 0,0 0 1,0 0-1,0-1 0,0 1 0,0 0 0,0 1 1,-4 33 575,4-35-647,-5 21 18,-1-1-1,-1 0 1,-1-1 0,-1 0-1,-15 25 1,11-21-33,1 1-1,-14 39 1,19-38-363,-8 23 843,12-17-6217,15-30-12274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7:34.4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 14711,'0'0'18056,"-7"27"-18056,7-17 0,0 3 0,0-1 0,0-2 0,0-5-4978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3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259 4 560,'0'0'5461,"9"-4"-1200,-6 5 184,-1 10-3736,-1 0 1,0 1-1,-1 0 0,0-1 1,-3 20-1,1-15-310,-4 24 142,-2-1 0,-1 0 0,-3 0 1,-24 57-1,10-29 69,-134 378 2325,147-386-2401,15-63-1254,0 1 0,0-1 0,0 1 0,1-1 0,-1 1 1,1 0-1,-1 0 0,7-5 0,18-17-6913,-25 23 6562,21-18-7736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4.1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76 1793,'0'0'9196,"2"-4"-8940,-2 3-944,9-14 3743,-5 12 297,-2 13-2073,-2-8-1232,-1 0-1,0 0 0,0 0 1,0 0-1,0 0 1,0 1-1,0-2 1,0 1-1,-1 0 1,1 0-1,-1 0 1,1-1-1,-1 1 1,0-1-1,0 1 1,0-1-1,0 0 1,0 1-1,-3 0 1,1 1-14,0-1 1,-1 0 0,0 0-1,1 0 1,-1-1 0,0 1-1,0-1 1,-6 1 0,10-12 184,2 6-215,-1 0-1,1 0 1,0 0 0,0 0-1,0 0 1,1 0-1,-1 1 1,1-1-1,0 1 1,0-1 0,0 1-1,1-1 1,-1 1-1,1 0 1,3-3-1,2-1 156,-1 0 0,1 1-1,0 0 1,0 1 0,13-7-1,-21 12-67,0 0-1,0 0 1,0-1 0,1 1-1,-1 0 1,0 0-1,0 0 1,1 0-1,-1 0 1,0 0-1,0 0 1,0 0-1,1 0 1,-1 0-1,0 0 1,0 0-1,1 0 1,-1 0-1,0 0 1,0 0-1,1 0 1,-1 0-1,0 0 1,0 0-1,0 1 1,1-1-1,-1 0 1,0 0-1,0 0 1,0 0-1,1 0 1,-1 1-1,0-1 1,0 0-1,0 0 1,0 0-1,1 1 1,-1-1-1,0 0 1,0 0-1,0 0 1,0 1-1,0-1 1,0 0-1,0 0 1,0 1-1,0-1 1,0 0-1,0 0 1,0 0-1,0 1 1,0 16-2431,0-11-3678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4.5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833 1 8996,'0'0'8457,"-24"20"-5562,7-6-2358,0-1-112,0 1 0,0 1 0,2 1 0,0 0 0,1 1 0,0 0 0,2 1 0,-13 24 0,-29 67 1428,-77 147 1024,105-214-2747,-1-1 0,-1-1 0,-63 65 0,82-96-389,0 0 0,-1-1-1,0 0 1,0-1 0,-1 0-1,1 0 1,-2-2 0,-15 8-1,21-11-405,-1-1 0,1 1 0,0-1 0,-1 0-1,1 0 1,-1-1 0,0 0 0,1 0-1,-1 0 1,1-1 0,-1 0 0,1-1 0,-1 1-1,1-1 1,0 0 0,0-1 0,-12-6 0,-36-29-8777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5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1 591 7796,'0'0'3302,"38"-10"-746,-23 6-2235,70-18 2673,146-17 1,35 14 270,429-56 165,-574 59-3900,-1-4 0,0-7 0,186-76 0,-265 91 10,56-34 0,-86 45 450,1 0 0,-2-2 0,1 1 0,-1-1 0,0-1 0,0 0-1,-1 0 1,14-23 0,-21 31 26,-1 0 0,0 0 0,0 0 0,0 0 0,0 0 0,-1 0 0,1 0 0,-1 0 0,1 0 0,-1-1 0,1 1 0,-1-3 0,0 4 4,-1 1 1,1-1-1,0 0 1,0 1-1,0-1 1,-1 0-1,1 1 1,0-1 0,-1 0-1,1 1 1,-1-1-1,1 1 1,-1-1-1,1 1 1,-1-1 0,1 1-1,-1-1 1,1 1-1,-1-1 1,1 1-1,-1 0 1,0-1 0,1 1-1,-2-1 1,-5 0 30,1 0-1,0 1 1,0 0 0,0 0 0,-1 0 0,1 0 0,-9 3 0,-1 0 18,0 1 0,0 1 0,0 1 0,1 0 0,-1 1 0,1 0 0,-21 15 0,-96 76 766,124-91-787,-39 32 309,2 1-1,2 3 1,2 1-1,2 3 1,2 1-1,2 1 1,-37 71-1,1 23 37,-13 24-164,64-133-124,11-21-54,0 1 0,2 0 0,-1 1 0,2 0 0,-8 23 0,17-33-60,8-5-10,-8-1 20,24-5-26,-1-2 0,0-1 0,0-1 1,39-21-1,-8 4-121,-18 11 41,-8 3-2,37-21-1,-66 32 116,-3 6 9,-1 0-1,1 0 0,-1 1 1,1-1-1,-1-1 0,-1 1 0,1 0 1,0 0-1,-1-1 0,-3 4 1,-7 12 41,7-9-121,0 1 1,0-1-1,1 2 0,1-1 1,0 0-1,0 1 1,1 0-1,0 0 0,1 0 1,0 16-1,2-27-47,0 0-1,0 1 1,0-1-1,0 0 1,1 0-1,-1 1 1,0-1-1,1 0 0,-1 0 1,1 0-1,-1 0 1,1 0-1,0 0 1,-1 0-1,1 0 1,0 0-1,0 0 1,0 0-1,0 0 1,0 0-1,0 0 0,0-1 1,0 1-1,0 0 1,0-1-1,0 1 1,0-1-1,0 1 1,1-1-1,-1 0 1,0 1-1,2-1 1,6 1-668,-1 0 0,0-1 0,1 0 1,8-1-1,2 0-1186,28-3-4468,1-14-2711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1169,'0'0'15524,"5"20"-14249,17 63-317,-20-80-910,0 1 1,-1-1-1,1 0 0,0 0 0,0 0 1,1 0-1,-1-1 0,0 1 1,1-1-1,0 1 0,0-1 1,0 0-1,0 0 0,0 0 0,0-1 1,0 1-1,0-1 0,1 1 1,-1-1-1,1 0 0,-1 0 1,1-1-1,-1 1 0,1-1 0,-1 1 1,6-2-1,0 2 25,5 1-47,1-1 0,-1-1 0,0 0 0,0-1 1,0-1-1,0 0 0,18-5 0,-22 4-119,-1 0 0,0-1-1,0 0 1,-1-1 0,1 1 0,-1-2-1,0 1 1,0-1 0,-1 0-1,0-1 1,9-10 0,-13 13 71,0 0 1,0-1-1,-1 1 1,1-1 0,-1 0-1,0 0 1,2-8-1,-3 12 71,-1-1-1,0 1 1,1 0-1,-1-1 1,0 1-1,0-1 1,1 1-1,-1 0 1,0-1-1,0 1 1,-1-1-1,1 1 1,0 0-1,0-1 1,-1 1-1,1 0 1,-1-1 0,1 1-1,-1 0 1,1 0-1,-1-1 1,0 1-1,0 0 1,1 0-1,-1 0 1,0 0-1,0 0 1,0 0-1,0 0 1,0 0-1,-1 0 1,1 1-1,-2-2 1,-17-2 671,0 0 1,0 2-1,0 0 0,-1 1 1,1 1-1,-22 3 0,41-3-704,-3 0 132,-1 0 0,0 1 0,0 0-1,1-1 1,-1 1 0,0 1 0,1-1-1,-1 1 1,1 0 0,0 0 0,0 0-1,-1 0 1,1 1 0,1 0 0,-1 0 0,0 0-1,1 0 1,-1 0 0,1 1 0,0-1-1,0 1 1,1 0 0,-1 0 0,1 0-1,-1 0 1,1 1 0,1-1 0,-1 1 0,1-1-1,-1 1 1,1-1 0,1 1 0,-1 0-1,1 0 1,-1 5 0,1 0-83,0-1-1,0 1 1,1 0 0,0 0-1,0 0 1,1 0 0,1-1-1,6 19 1,-6-22-99,1 0 0,0 0 1,0-1-1,0 1 0,1-1 0,-1 0 0,1 0 1,0 0-1,1-1 0,-1 0 0,1 0 0,0 0 0,0-1 1,7 4-1,-1-2-475,1 0-1,1 0 1,-1-1 0,1-1 0,26 3 0,-5-4-2894,46-2 0,24-6-5126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6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0 146 400,'0'0'11739,"4"-5"-10112,-1 1-1337,1 0-1,0 1 0,0 0 1,0 0-1,0 0 1,1 0-1,-1 0 0,1 1 1,-1 0-1,1 0 1,0 0-1,0 1 0,0-1 1,0 1-1,0 0 1,0 1-1,1-1 0,6 1 1,-5 0 5,5-2 266,0 1 0,1 1 0,22 2 1,-34-2-521,0 1-1,0-1 1,0 1 0,1-1 0,-1 1 0,0-1 0,0 1 0,0 0 0,0-1-1,0 1 1,0 0 0,0 0 0,0 0 0,0 0 0,-1 0 0,1 0 0,0 0 0,-1 0-1,1 0 1,0 0 0,-1 1 0,0-1 0,1 0 0,-1 0 0,0 1 0,1 0-1,1 38 565,-2-30-427,0-8-154,1 11 119,-1 1-1,-1-1 0,0 1 0,0 0 1,-1-1-1,-1 0 0,0 1 0,-10 22 0,1-11 117,-22 34 0,29-52-211,0 0 1,0 0-1,0-1 1,-1 0 0,0 0-1,0 0 1,-1-1-1,1 0 1,-11 6 0,17-11-47,-1 0 1,1 0 0,0 0-1,0 0 1,0 0 0,0 0-1,0 0 1,0 0 0,-1 0-1,1 0 1,0 0 0,0 0 0,0 0-1,0 0 1,0 0 0,-1 0-1,1 0 1,0 0 0,0 0-1,0 0 1,0 0 0,0 0-1,0 0 1,0 0 0,-1 0 0,1 0-1,0 0 1,0 0 0,0-1-1,0 1 1,0 0 0,0 0-1,0 0 1,0 0 0,0 0-1,0 0 1,0 0 0,-1-1-1,1 1 1,0 0 0,0 0 0,0 0-1,0 0 1,0 0 0,0 0-1,0-1 1,0 1 0,0 0-1,0 0 1,0 0 0,0 0-1,0 0 1,1-1 0,0-13 13,7-13-79,1 11-5,1 0 0,1 0 0,0 1 0,2 1 0,-1 0 0,16-13 0,2 1-221,61-41 0,-57 44 166,2 2 0,0 2 0,1 1 0,1 2 0,64-19-1,-92 33 198,-1 1 0,0 0 0,17 1-1,-21 0 57,-4 12 627,0-4-553,-1 0 0,-1 0 0,1 0 0,-2 1-1,1-1 1,-1 0 0,0 0 0,0-1 0,-8 16 0,5-14 26,3-5-174,-1 1 0,1-1 1,0 0-1,0 1 0,0 0 0,0-1 0,1 1 1,-1 8-1,27-21-368,185-98-1505,4-3 419,-199 100 1370,7-2 1433,-24 19 884,-37 53 36,30-49-2063,1 1 0,0 0 0,0 0 0,2 0 0,-1 1 0,-6 23 0,5 9-801,12-45-51,0 0-1,0 0 1,0-1 0,0 1 0,-1-1-1,1 0 1,0 0 0,5-1 0,-3 1-314,52-4-4626,-18-7-1319,12-17-5984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7.7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9476,'0'0'12267,"18"16"-10946,64 48-571,-72-57-696,1-2 0,0 1 1,0-1-1,1-1 0,-1 0 1,1 0-1,0-1 0,0-1 1,0 0-1,0 0 0,1-2 1,-1 1-1,18-3 0,-11 2-22,-9 0-35,-1 0 0,1 0 1,-1-1-1,0-1 0,1 1 1,-1-2-1,0 1 0,0-1 0,11-5 1,-16 5-1,0 1 1,-1-1-1,1 1 1,-1-1 0,0 0-1,0 0 1,0-1-1,0 1 1,0 0 0,-1-1-1,1 0 1,-1 0-1,0 0 1,0 0-1,-1 0 1,1 0 0,-1 0-1,0 0 1,0-1-1,0 1 1,-1 0 0,1-5-1,0 0 16,-1 1-1,0 0 0,0 0 0,0-1 1,-1 1-1,-2-9 0,2 14 3,0 0 1,-1 0-1,1 0 0,-1 0 0,1 0 1,-1 0-1,0 0 0,0 1 0,0-1 1,0 0-1,-1 1 0,1 0 0,-1 0 0,1 0 1,-1 0-1,0 0 0,-4-2 0,-8-2 358,0 0 0,-1 1-1,0 1 1,0 0-1,0 1 1,0 1 0,0 0-1,-1 2 1,-26 1-1,34-1-133,4 0-138,0 0 0,0 0 1,0 1-1,0-1 0,0 1 1,1 0-1,-1 1 0,0-1 1,1 1-1,-1 0 0,1 0 1,-1 1-1,1-1 0,0 1 0,0 0 1,0 0-1,1 0 0,-1 0 1,1 1-1,-1 0 0,1-1 1,0 1-1,1 0 0,-1 1 1,1-1-1,-1 0 0,1 1 0,1-1 1,-1 1-1,1 0 0,-1 0 1,2-1-1,-1 1 0,0 0 1,1 7-1,-1 3-67,0 1 1,1 0-1,1 0 1,1-1-1,0 1 1,1-1-1,0 1 1,7 14-1,-7-21-47,1 0-1,1-1 1,-1 0-1,1 0 0,1 0 1,0 0-1,0-1 1,0 0-1,1-1 0,0 1 1,0-1-1,0 0 1,1-1-1,15 9 1,-6-7-374,-1 0 0,1-1 0,0-1 0,0-1 1,0 0-1,1-1 0,25 1 0,127-5-4821,-144-1 4248,2 0-592,0-2 1,0-1 0,0-2 0,-1 0 0,0-2 0,0-1-1,-1-1 1,33-19 0,67-51-3266,-14-9 4405,-106 85 730,12-10 132,28-33 0,-22 10 3767,-23 35-2792,1-1-1,-1 0 1,1 0 0,-1 0 0,0-1 0,-1 1 0,1-8 0,-6 12 2204,-7 0-3025,9 0-72,-8 0 213,-1 1 0,0 1 1,0 0-1,1 1 0,-1 0 1,-14 6-1,-67 35 1020,52-23-1728,26-14-37,2 0 0,-1 1 0,1 1 0,-20 17 0,28-22 0,1 0 0,1-1 0,-1 1 0,1 1 0,-1-1 0,1 1 0,0-1 0,1 1 0,-1 0 0,1 0 0,0 0 0,0 0 0,1 0 0,-1 0 0,1 1 0,0-1 0,0 6 0,1-10 0,0-1 0,1 1 0,-1-1 0,0 1 0,0-1 0,0 1 0,0-1 0,1 1 0,-1-1 0,0 1 0,0-1 0,1 0 0,-1 1 0,0-1 0,1 1 0,-1-1 0,0 0 0,1 1 0,-1-1 0,1 0 0,-1 0 0,0 1 0,1-1 0,-1 0 0,1 0 0,-1 1 0,1-1 0,-1 0 0,1 0 0,-1 0 0,1 0 0,0 0 0,21 1 0,-14-2 0,18 1 0,1-1 0,-1-2 0,0-1 0,27-7 0,-41 8 0,0-1 0,0 0 0,-1-1 0,0 0 0,0-1 0,0 0 0,0-1 0,-1 0 0,0 0 0,15-16 0,-23 21 0,-1 1 0,0-1 0,0 0 0,0 1 0,0-1 0,0 0 0,0 0 0,0 1 0,-1-1 0,1 0 0,-1 0 0,1 0 0,-1-3 0,0 4 0,0 1 0,0-1 0,0 1 0,0-1 0,0 0 0,0 1 0,0-1 0,0 1 0,0-1 0,0 0 0,0 1 0,-1-1 0,1 1 0,0-1 0,0 1 0,-1-1 0,1 1 0,0-1 0,-1 1 0,1-1 0,-1 1 0,1-1 0,-1 1 0,1 0 0,0-1 0,-1 1 0,1 0 0,-1-1 0,0 1 0,1 0 0,-1 0 0,1-1 0,-1 1 0,1 0 0,-1 0 0,0 0 0,1 0 0,-1 0 0,0 0 0,0 0 0,0 0 0,1 1 0,-1-1 0,0 0 0,0 1 0,1-1 0,-1 1 0,0-1 0,1 1 0,-1-1 0,0 1 0,1 0 0,-1-1 0,1 1 0,-1 0 0,1-1 0,-1 1 0,1 0 0,0 0 0,-1-1 0,1 1 0,0 0 0,0 0 0,-1 0 0,1-1 0,0 1 0,0 2 0,-3 27 0,3-28 0,-1 94 0,2-92-149,-1-1 1,0 1-1,1-1 0,0 0 1,-1 1-1,2-1 1,-1 0-1,0 0 0,0 1 1,1-1-1,0 0 0,0-1 1,0 1-1,0 0 1,0 0-1,0-1 0,1 1 1,-1-1-1,1 0 0,0 0 1,-1 0-1,1 0 1,0 0-1,0 0 0,0-1 1,1 0-1,-1 1 0,0-1 1,7 1-1,7 2-2601,1-1-1,0-1 1,0 0-1,25-1 1,-5-1-5435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8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5987,'0'0'19457,"3"0"-17456,0 1-1825,-1 1 0,0-1 0,1 1 0,-1-1 0,0 1 1,0 0-1,0 0 0,0 0 0,0 0 0,-1 0 1,1 1-1,-1-1 0,1 0 0,-1 1 0,0-1 0,0 1 1,0-1-1,0 1 0,1 4 0,14 59 1177,-13-1-901,-2-8-458,-1-56 6,1-1 0,-1 1 0,0-1 0,0 1 0,0-1 0,1 1 0,-1-1 0,0 1 0,1-1 0,-1 0 0,0 1 0,1-1 0,-1 0 0,0 1 0,1-1 0,-1 0 0,1 1 0,-1-1 0,1 0 0,-1 0 0,0 1 0,1-1 0,-1 0 0,1 0 0,-1 0 0,1 0 0,-1 0 0,1 0 0,0 0 0,20 0 0,-12 0 0,11-1-119,0-1 1,-1-1-1,1-1 0,-1 0 1,1-2-1,-2 0 0,32-15 0,-9 1-326,-1-3-1,44-31 1,-80 51 488,-2 2 3,0 0 1,1 0-1,-1-1 0,0 1 1,0-1-1,0 0 1,0 1-1,-1-1 1,1 0-1,0 0 1,-1 0-1,1 0 1,-1 0-1,0-1 1,0 1-1,0 0 0,0-1 1,1-2-1,-23 4 1280,19 1-1324,0 0 0,0 1-1,0-1 1,0 0-1,0 1 1,0-1 0,0 1-1,0-1 1,0 1 0,1 0-1,-1 0 1,0 0 0,0 0-1,1 0 1,-1 1-1,1-1 1,-1 0 0,1 1-1,-3 2 1,2-1-2,0 0 1,0 1-1,0 0 1,0-1-1,1 1 1,-1 0 0,1 0-1,0 0 1,-1 7-1,1-5 0,0 1 0,1-1-1,0 1 1,0-1 0,1 1 0,-1 0-1,1-1 1,1 1 0,-1-1 0,1 0-1,1 1 1,5 11 0,-2-10-212,0 0 1,1 0-1,0 0 0,0-1 0,1 0 1,0-1-1,0 1 0,13 6 1,-4-4-1817,0 0-1,0-1 1,35 10 0,27 1-6795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8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283 249 7908,'0'0'16997,"-17"-8"-15026,0-2-1352,9 5-397,1 1 0,-1 0 1,1 0-1,-1 0 1,0 1-1,-1 1 0,1 0 1,0 0-1,-1 0 0,1 1 1,-10 0-1,0 0 407,8 0-364,1 1-1,-1 0 0,0 0 1,1 1-1,-12 2 0,18-2-247,1 0 0,-1 0 0,0 0 0,1 0 1,-1 1-1,1-1 0,0 1 0,-1-1 0,1 1 0,0 0 0,0 0 0,0 0 0,0 0 0,0 0 0,1 1 0,-1-1 0,1 1 0,-1-1 0,1 1 1,0-1-1,-2 5 0,1-1-16,0-1 0,1 0 1,0 1-1,0-1 0,0 1 1,0-1-1,1 1 0,0 0 1,0-1-1,0 1 0,1-1 1,0 1-1,1 5 0,0-7-6,-1 0 1,1-1-1,0 1 0,0-1 0,1 1 1,-1-1-1,1 0 0,-1 0 0,1 0 1,0 0-1,0 0 0,1-1 0,-1 1 0,0-1 1,1 0-1,-1 0 0,1 0 0,6 2 1,2-1-35,0 0 0,1 0 0,-1-1 1,1-1-1,0 0 0,20-1 0,-26 0 17,-5 0 17,1 0 1,-1 0-1,0 0 0,1 0 0,-1-1 0,1 1 1,-1-1-1,0 0 0,1 1 0,-1-1 0,0 0 1,0 0-1,0 0 0,0-1 0,0 1 1,0-1-1,0 1 0,0-1 0,0 1 0,-1-1 1,1 0-1,0 0 0,-1 0 0,0 0 0,1 0 1,-1 0-1,0 0 0,0 0 0,0-1 0,0-2 1,2-6-15,-2-1 1,1 1 0,-1 0 0,-1 0 0,-1-15-1,0 12 16,0 0 3,0 0 0,-2 0 0,1 0 0,-2 1 0,0-1 0,0 1 0,-8-14 0,1 5 0,-1 0 0,-1 0 0,-16-19 0,28 40 0,0-1-17,-1-1 0,1 1 0,0 0 0,-1 0 0,0 1 0,0-1 0,1 0 0,-1 0 0,0 1 0,0-1 0,-1 1 0,1 0 0,0 0 0,0 0 0,-3-1 0,4 2-104,1 1 1,-1 0 0,1 0 0,-1 0 0,1 0 0,0 0 0,0 0 0,-1 0 0,1 0 0,0 0 0,0 0 0,0 0-1,0 0 1,0 0 0,0 0 0,0 0 0,1 1 0,-1 2-336,0 1 13,0-1-1,1 1 0,0 0 0,0-1 0,0 1 1,1-1-1,-1 1 0,1-1 0,0 1 0,0-1 1,1 0-1,-1 0 0,1 0 0,0 0 0,0-1 1,0 1-1,5 3 0,3 3-1772,1-1-1,0-1 1,0 0 0,22 10-1,25 10-7758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18.9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41 161 6531,'0'0'20943,"-3"8"-19190,-1 7-1311,1 1 1,1 0-1,0-1 1,1 1-1,1 0 1,0 0-1,4 23 1,-3-37-443,-1 1 0,1 0 0,-1 0 0,0-1 0,0 1 0,0 0 0,-1 0 0,1 0 0,-1 3 0,0-6 0,1 1 0,-1 0 0,1 0 0,-1-1 0,0 1 0,1 0 0,-1-1 0,0 1 0,0 0 0,1-1 0,-1 1 0,0-1 0,0 0 0,0 1 0,0-1 0,1 0 0,-1 1 0,0-1 0,0 0 0,0 0 0,0 0 0,0 0 0,0 0 0,0 0 0,0 0 0,-1 0 0,1-1 0,1 1 0,-1-1 0,0 1 0,1-1 0,-1 0 0,1 1 0,0-1 0,-1 0 0,1 1 0,0-1 0,-1 0 0,1 0 0,0 1 0,0-1 0,-1 0 0,1 0 0,0 0 0,0 0 0,0 1 0,0-1 0,0 0 0,0 0 0,0 0 0,1-30 0,-1 24 0,1-4 7,0-1-1,1 1 1,0 0 0,1 0-1,0 0 1,1 0-1,0 0 1,1 1 0,0 0-1,0 0 1,1 0 0,1 0-1,0 1 1,0 0 0,0 1-1,1 0 1,1 0-1,16-13 1,-6 8-181,0 0 1,1 1-1,0 0 0,1 2 0,0 1 0,1 0 1,0 1-1,32-6 0,-53 14 5,8-1-1103,-7 11-15458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0.0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59 3474,'0'0'13187,"10"20"-11536,31 64-7,-40-82-1543,0 0 1,0 0-1,0 0 1,0 0-1,0 0 1,1 0-1,-1-1 1,1 1-1,-1 0 1,1-1-1,-1 1 1,1-1-1,0 1 1,0-1-1,0 0 1,0 0 0,0 0-1,0 0 1,0 0-1,0 0 1,0-1-1,0 1 1,0-1-1,0 1 1,1-1-1,2 0 1,4 1 340,44 4 755,-1-2 0,76-6 0,-122 3-1189,0-1 1,0 0 0,0 0 0,0 0 0,-1-1 0,1 0-1,0 0 1,-1 0 0,0-1 0,1 0 0,-1 0 0,0 0 0,6-6-1,-8 7-2,0-1 0,-1 0 0,1 0 1,-1 0-1,1-1 0,-1 1 0,0 0 0,-1-1 0,1 0 0,0 1 0,-1-1 0,0 0 0,0 0 0,0 1 0,0-1 0,-1 0 0,1 0 0,-1 0 0,0 0 0,-1-8 0,0 10-3,0-1 0,0 1 0,0 0-1,0-1 1,-1 1 0,1 0 0,-1 0-1,1 0 1,-1 0 0,0 0 0,0 0 0,1 0-1,-2 1 1,1-1 0,0 1 0,0-1-1,0 1 1,-1 0 0,1 0 0,-5-2-1,-59-18-92,50 17 74,-4-2-4,-2 1 0,1 1 0,0 0 0,-1 2 0,1 1 0,-1 0 0,-30 4 0,50-3 22,-1 1-1,0 0 1,1 0-1,-1 1 1,1-1 0,0 0-1,-1 1 1,1-1-1,0 1 1,0 0-1,0 0 1,0 0 0,0 0-1,1 0 1,-1 0-1,1 1 1,-1-1-1,1 0 1,0 1-1,0-1 1,0 1 0,0-1-1,0 1 1,-1 5-1,0 6 63,-1 1 1,2-1-1,-1 19 0,2-29-42,0 16 183,-2 3 37,2 0 0,1 0 0,1 1 1,6 34-1,-7-53-227,0-1 0,1 1 0,-1 0 0,1-1-1,0 1 1,0-1 0,0 0 0,1 1 0,-1-1 0,1 0 0,0-1 0,1 1 0,-1 0 0,0-1 0,1 0 0,0 0 0,0 0-1,0 0 1,0-1 0,0 1 0,0-1 0,1 0 0,-1 0 0,1-1 0,-1 1 0,1-1 0,0 0 0,6 0 0,15 1-1,-1-2 1,1-1 0,0-1-1,-1-1 1,1-1 0,39-12 0,144-63 12,-87 30-56,300-110 282,-407 155 44,-31 14-750,-32 12-1613,36-19 899,0 0 0,0 0 0,0-2 0,-1 1 0,-19-2 0,16 0-1486,1-1-1,-1-1 1,-29-7-1,-11-15-6209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0.3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12118,'0'0'8067,"25"150"-3809,20-87-1152,8-3-1298,7-7-911,1-8-657,1-10-208,-1-10-32,-4-7-864,3-13-929,1-5-1041,-6 0-2000,-3-13-3329,-4-9-2883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0.5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420 1 5939,'0'0'9660,"-8"30"-5103,-4 19-3032,-77 275 5853,54-214-6599,-5-1 0,-5-2 0,-86 149 0,123-241-1089,5-10-20,1 0 1,-1 0-1,0 0 1,0-1-1,-1 1 0,1-1 1,-1 1-1,0-1 1,0 0-1,-8 5 1,7-11-2934,4-8 1278,1 5 1038,0-16-1101,0 1 1,2 0 0,0 0 0,1 0-1,1 0 1,1 1 0,12-32 0,26-49-2371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0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0 5090,'0'0'20306,"14"29"-18111,-14-29-2195,18 37 779,17 47 0,-33-81-710,-1 0 0,0 1 0,-1-1-1,1 1 1,0-1 0,-1 1 0,0-1-1,0 1 1,0-1 0,0 1 0,0-1 0,-1 1-1,0-1 1,0 0 0,0 1 0,0-1-1,0 0 1,0 0 0,-1 1 0,0-1-1,1 0 1,-1 0 0,0-1 0,-1 1-1,1 0 1,0-1 0,-4 3 0,-1 3 126,1-2-78,0 0 0,0 0-1,0 0 1,-1-1 0,0 0-1,0-1 1,0 1 0,0-2-1,-1 1 1,-15 5 0,8-5-116,-1-1 1,1-1-1,-1 0 1,-28-1 0,43-1-97,0 0 1,0 0 0,0 0 0,0-1 0,0 1 0,0-1 0,0 1-1,0 0 1,0-1 0,0 0 0,0 1 0,0-1 0,1 1 0,-1-1-1,0 0 1,0 0 0,1 1 0,-1-1 0,0 0 0,1 0 0,-1 0-1,1 0 1,-1 0 0,1 0 0,-1 0 0,1 0 0,0 0 0,-1 0-1,1 0 1,0 0 0,0 0 0,0 0 0,0 0 0,0 0 0,0 0-1,0 0 1,0 0 0,1 0 0,-1 0 0,0-1 0,0 1-1,1 0 1,-1 1 0,1-1 0,-1 0 0,1 0 0,-1 0 0,1 0-1,0 0 1,-1 0 0,3-1 0,3-3-735,0 1 0,0-1 1,1 1-1,-1 0 0,1 1 0,0 0 0,9-3 1,60-17-7932,-69 21 7774,66-16-9248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1.4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0 118 4674,'0'0'13134,"28"3"-10687,5 0-1760,112 18 1739,-121-18-2080,-1-1 0,33-1 0,-38-1-314,-18 0-35,1 0-1,-1 0 1,1 0 0,-1 0-1,0 0 1,1 0 0,-1 0-1,1 0 1,-1-1 0,0 1-1,1 0 1,-1 0 0,1 0-1,-1 0 1,0-1 0,1 1-1,-1 0 1,0 0 0,1-1 0,-1 1-1,0 0 1,0-1 0,1 1-1,-1 0 1,0-1 0,0 1-1,1 0 1,-1-1 0,0 1-1,0-1 1,0 1 0,0 0-1,0-1 1,-2-18-61,1 15 54,-1 0 0,1 0 0,-1 0 0,0 1 0,0-1 0,0 1 0,-1 0 0,-2-4 0,-7-2-16,-1 0 0,1 1 0,-2 0 0,1 1 0,-1 1-1,0 0 1,0 1 0,-19-5 0,6 4 216,1 1 0,-2 1 1,-48-1-1,75 6-181,1-1 1,-1 0 0,1 1 0,-1-1 0,1 1 0,0-1 0,-1 1-1,1-1 1,-1 0 0,1 1 0,0 0 0,-1-1 0,1 1-1,0-1 1,0 1 0,-1-1 0,1 1 0,0-1 0,0 1 0,0 0-1,0-1 1,0 1 0,0 0 0,0-1 0,0 1 0,0-1-1,0 2 1,0 24 181,1-19-86,-1 10 263,0 0 0,2 0 0,0 0 0,1-1 0,0 1 0,11 28 0,-11-38-308,0 0-1,0-1 1,1 1-1,0 0 1,0-1-1,1 0 1,0 0-1,0 0 0,0-1 1,1 1-1,0-1 1,0-1-1,0 1 1,0-1-1,1 0 1,0 0-1,10 3 1,3-2-89,-1-1-1,1-1 1,0-1 0,1 0 0,-1-2 0,0 0 0,0-1 0,23-5 0,-14 0-231,1-1 0,-1-1 0,-1-1 0,32-16 0,106-60-769,56-54-134,-222 139 1247,1-1 1,-1 0 0,1 1-1,0-1 1,-1 1 0,1 0-1,-1-1 1,1 1-1,0 0 1,0-1 0,-1 1-1,1 0 1,0-1 0,0 1-1,-1 0 1,1 0-1,0 0 1,0 0 0,0 0-1,-1 0 1,1 0 0,0 0-1,0 0 1,-1 0-1,1 1 1,0-1 0,0 0-1,-1 0 1,2 1-1,1 19 3050,-3-13-3489,-1-5 373,0-1 0,0 0 0,0 1 0,0-1 0,0 0 0,-1 0 0,1 1 0,0-1 0,0 0 0,-1 0 0,1-1 0,-1 1 0,1 0 0,-1 0 0,1-1 0,-1 1 0,0-1 0,1 1 0,-1-1 0,1 0 0,-3 1 0,1 0 7,-5 1 12,-14 4 27,0 1 0,1 1 0,-28 13-1,45-19-60,0 1 0,0-1 0,0 0-1,0 1 1,0 0 0,1 0-1,-1 0 1,1 0 0,0 1 0,0-1-1,0 1 1,0 0 0,1 0 0,-1 0-1,1 0 1,0 0 0,0 0 0,1 1-1,-1-1 1,1 1 0,0-1-1,0 1 1,0 4 0,1-6-4,0 0 0,0 0-1,1-1 1,-1 1 0,1 0 0,-1-1-1,1 1 1,0-1 0,0 1 0,0-1-1,0 1 1,1-1 0,-1 0 0,1 1 0,-1-1-1,1 0 1,3 3 0,-1-1 3,1-1-1,-1-1 1,0 1 0,1 0-1,-1-1 1,1 0 0,0 0-1,9 2 1,7 0 5,0-1 0,0-1-1,35-1 1,-47-1-11,31 0-481,66-8 0,-92 6-112,0-1-1,0-1 1,-1 0 0,1-1 0,-1 0 0,0-1 0,0-1 0,14-9 0,26-26-4147,-1-9-2251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1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342 1 14359,'0'0'3028,"-16"27"1168,3-6-3243,1-2-179,0 1 1,1 1-1,1 0 0,1 0 1,1 0-1,1 1 0,-7 38 0,-7 117 2578,-5 31-2611,19-170-755,-1-1 0,-3 0 0,-19 50 0,28-83-87,-1 1 0,1-1 0,-1 1-1,1-1 1,-1 0 0,0 0 0,-1 0 0,1 0 0,-1-1-1,-5 5 1,8-8-171,0 1 0,0 0 0,-1-1 0,1 1-1,0-1 1,-1 1 0,1-1 0,0 1 0,-1-1-1,1 0 1,-1 0 0,1 0 0,0 0 0,-1 0-1,1 0 1,-1 0 0,1 0 0,0 0 0,-1-1 0,1 1-1,0-1 1,-1 1 0,1-1 0,0 1 0,-1-1-1,1 0 1,0 0 0,0 0 0,0 1 0,0-1 0,0 0-1,0 0 1,0 0 0,0-1 0,0 1 0,0 0-1,1 0 1,-1 0 0,0-1 0,0-1 0,-18-34-7268,-1-5-2454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2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 5827,'0'0'4364,"28"9"-359,189 67 2915,-160-58-5794,1-2-1,0-3 1,2-2-1,-1-3 0,102 1 1,-157-9-1118,1 0 1,-1 0 0,1 0 0,-1-1-1,1 1 1,-1-1 0,1 0 0,-1-1-1,1 1 1,6-4 0,-9 3-14,0 1 0,0-1 0,-1 1 0,1-1 0,-1 0 0,1 0 0,-1 0 0,0 0 0,0 0 0,0 0 0,0 0 0,0 0 0,0 0 0,0 0 0,-1-1 0,1 1 0,-1 0 0,0 0 0,1-1 0,-1 1 0,0 0 0,-1-3 0,1 1 0,-1 0 1,0 0-1,0 0 0,0 0 0,-1 0 0,0 0 1,1 0-1,-1 1 0,0-1 0,-1 1 0,1-1 1,-1 1-1,1 0 0,-1 0 0,0 0 0,0 0 1,-1 1-1,1-1 0,-6-2 0,0-2 16,-1 2 0,1 0-1,-1 0 1,-1 0-1,1 1 1,-16-3 0,13 4 74,0 0-1,0 2 1,0-1 0,-1 2 0,-21 1 0,32-1-63,0 0 0,0 1 0,-1-1 0,1 1 0,0 0 1,0 0-1,0 0 0,0 0 0,0 1 0,0-1 0,0 1 0,0 0 0,0 0 1,1 0-1,-1 0 0,1 0 0,-1 1 0,1-1 0,0 1 0,0-1 0,0 1 1,1 0-1,-1 0 0,0 0 0,1 0 0,0 0 0,-1 4 0,-1 3-16,1 0 0,0 0 0,1 1 0,0-1 0,0 1-1,1-1 1,1 1 0,0-1 0,0 1 0,1-1 0,0 0 0,1 0 0,0 0-1,1 0 1,0 0 0,0 0 0,8 10 0,-5-10-327,0 0 1,1-1-1,0 0 0,1-1 1,0 0-1,0 0 1,1-1-1,0 0 0,0 0 1,0-1-1,1-1 1,0 0-1,0 0 0,22 5 1,-1-2-2726,0-2 0,55 5 0,-1-10-4467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2.5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294 770 6419,'0'0'9543,"-23"-7"-5154,-77-23-1284,95 28-2926,0 1 1,0 0-1,0 0 1,0 1-1,0-1 1,0 1-1,0 0 0,-1 0 1,1 1-1,0 0 1,0 0-1,0 0 0,0 0 1,0 1-1,0 0 1,1 0-1,-1 0 0,0 0 1,1 1-1,0 0 1,-1 0-1,1 0 0,0 0 1,1 1-1,-8 7 1,6-4-68,1 0 0,-1 1 1,1-1-1,0 1 1,1 0-1,-1 0 0,2 0 1,-1 0-1,1 0 0,1 1 1,-1-1-1,0 17 1,3-24-111,-1 1 1,0-1 0,0 0 0,0 1 0,1-1 0,-1 0 0,1 1 0,-1-1 0,1 0 0,-1 0 0,1 1 0,0-1-1,0 0 1,-1 0 0,1 0 0,0 0 0,0 0 0,0 0 0,0 0 0,0 0 0,1-1 0,-1 1 0,0 0-1,0-1 1,0 1 0,1 0 0,-1-1 0,0 0 0,1 1 0,-1-1 0,0 0 0,1 0 0,-1 1 0,2-1 0,7 0 7,1 1 0,-1-1 0,17-3 0,-17 2 0,7-1-60,-1-2 0,0 0 1,0-1-1,-1 0 1,1-1-1,-1-1 0,-1-1 1,1 0-1,-1-1 0,-1 0 1,23-20-1,-1-3-286,-1-1 0,52-69 0,-48 53 212,-1-2-1,-4-1 1,-1-2-1,-3-1 1,35-90-1,-58 124 114,-1 0-1,-1 0 1,0 0-1,-2 0 0,0-33 1,-1 49 32,-1 1 1,0-1-1,-1 0 0,1 0 1,-1 1-1,0-1 1,0 0-1,0 1 0,-1-1 1,0 1-1,-4-9 0,4 11 59,0 0-1,0-1 0,-1 1 0,1 0 0,0 1 0,-1-1 1,0 0-1,1 1 0,-1-1 0,0 1 0,0 0 0,0 0 1,0 0-1,0 0 0,0 1 0,0-1 0,0 1 0,-5 0 1,3-1 46,1 1 0,-1 0 0,0 0 1,1 1-1,-1-1 0,1 1 0,-1 0 0,0 0 1,1 1-1,0-1 0,-1 1 0,1 0 1,0 0-1,0 1 0,0-1 0,0 1 0,0 0 1,1 0-1,-1 0 0,1 0 0,0 0 1,0 1-1,-4 6 0,-2 5-16,1 0 1,1 0-1,0 1 1,1 0-1,-6 24 1,-1 13-111,2 0 0,3 1 0,-2 55 0,7 169 0,3-174 0,0-30 0,1 79 0,-1-151-8,0 0 1,0 1-1,0-1 1,1 1-1,-1-1 0,0 0 1,1 1-1,0-1 0,-1 0 1,1 1-1,0-1 1,0 0-1,1 0 0,-1 0 1,0 0-1,1 0 1,-1 0-1,1 0 0,-1 0 1,3 1-1,0-1-236,-1-1 1,1 1-1,0-1 0,0 0 1,0-1-1,0 1 0,0 0 1,0-1-1,0 0 0,0 0 1,5-1-1,0 0-563,0 0 0,0 0 0,0-1 0,0-1 0,0 0 0,0 0 1,-1 0-1,1-1 0,-1 0 0,14-11 0,51-32-4841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5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2 48,'0'0'11048,"0"0"-10899,0 0 0,0-1 0,1 1-1,-1 0 1,0 0 0,1 0 0,-1 0 0,0 0 0,1 0 0,-1 0 0,1 0 0,-1-1 0,0 1 0,1 0 0,-1 0 0,0 1-1,1-1 1,-1 0 0,0 0 0,1 0 0,-1 0 0,1 0 0,-1 0 0,0 0 0,1 1 0,-1-1 0,0 0 0,0 0 0,1 0-1,-1 1 1,0-1 0,1 0 0,-1 0 0,0 1 0,0-1 0,0 0 0,1 1 0,-1-1 0,0 25 1530,0 0 1,-2 0-1,-8 40 0,-25 110 717,16-75-2036,12-68-367,3-20-574,1 0-1,1 0 0,-1 20 0,2-31 168,0-1-1,1 0 1,-1 0-1,0 0 1,0 1-1,1-1 1,-1 0-1,0 0 1,0 0 0,1 0-1,-1-1 1,0 1-1,0 0 1,1 0-1,-1 0 1,0-1-1,0 1 1,1 0-1,-1-1 1,0 1 0,1 0-1,-2-1 1,0-7-1215,0 0 0,0 0 0,1 0 0,-1-11 0,1-20-3056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6:55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81 102 3201,'0'0'11544,"25"-17"-9761,79-48-297,-99 62-1366,0 0 0,0 1 1,1 0-1,-1 0 1,1 0-1,-1 0 0,1 1 1,0 0-1,-1 0 1,1 1-1,0 0 0,0-1 1,0 2-1,6 0 1,11 1 290,-12-2-234,34 0 620,67 8-1,-99-6-738,0 0 0,-1 1-1,1 0 1,-1 2 0,1-1-1,-1 1 1,-1 1 0,1 0 0,20 15-1,-30-20-54,1 1 0,-1 0 0,0 0 0,0 0 0,0 0 0,0 1 0,0-1 0,0 0 0,0 1 0,-1 0 0,1-1 0,-1 1 0,0 0 0,0 0-1,0-1 1,0 1 0,0 0 0,0 0 0,-1 0 0,0 0 0,0 0 0,1 0 0,-2 1 0,1-1 0,0 0 0,-1 0 0,-1 5 0,0-2 21,-1-1 1,1 1-1,-1-1 0,-1 0 1,1 0-1,-1 0 1,0 0-1,0-1 1,0 1-1,-1-1 1,1 0-1,-10 6 1,-11 5 190,-2-1 0,1-2 0,-2 0 0,-35 10 0,-8 3 332,70-25-544,0 1 1,0-1 0,-1 1-1,1 0 1,0-1 0,0 1-1,0 0 1,0 0 0,0 0 0,0 0-1,0 0 1,0 0 0,0 0-1,0 0 1,0 0 0,1 0-1,-1 0 1,0 1 0,1-1-1,-1 0 1,0 2 0,1 31-13,0-29 9,1-2-2,-1 0 0,1 0 0,0 0 1,0 0-1,1-1 0,-1 1 0,1 0 1,-1-1-1,1 0 0,0 1 0,0-1 1,0 0-1,0 0 0,4 4 0,42 30-66,-26-20 21,9 6-65,-2 1-1,-1 2 1,0 1-1,-2 1 1,42 58-1,-63-78 66,-1 0 0,0 1 1,-1 0-1,0-1 0,4 15 0,-6-20 48,0 0-1,-1 0 1,0 1 0,1-1-1,-1 0 1,0 0 0,0 0-1,0 0 1,0 0 0,0 0-1,-1 0 1,1 0 0,-1 0 0,1 0-1,-1 0 1,0 0 0,0 0-1,0 0 1,0 0 0,0 0-1,0 0 1,0-1 0,-1 1-1,1-1 1,-1 1 0,1-1-1,-1 1 1,-1 1 0,-8 2 139,-1 0 1,1 0-1,-1-1 0,0 0 1,0-1-1,0 0 0,0-1 1,-13 0-1,-109 1 1756,89-3-1240,-51 1 728,22 1 565,-96-10 0,164 9-1894,-7-3-35,12 0-63,1 2-274,24 0-4147,30 0-4011,-19 0 948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3.9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565 944 2161,'0'0'10458,"16"-11"-8665,46-38-32,-61 47-1629,1 1 0,-1-1 1,1 0-1,-1 1 0,0-1 0,1 0 1,-1 0-1,0 0 0,0 0 1,0 0-1,-1 0 0,1 0 0,0 0 1,-1 0-1,0 0 0,1 0 0,-1-1 1,0 1-1,0 0 0,0 0 1,0 0-1,0-1 0,-1 1 0,1 0 1,-1 0-1,1 0 0,-1 0 0,0 0 1,0 0-1,0 0 0,0 0 1,0 0-1,0 0 0,0 1 0,-1-1 1,1 0-1,-1 1 0,1-1 1,-1 1-1,0-1 0,0 1 0,-1-1 1,-11-6 308,0 1 0,-1 0 0,1 1 0,-1 1 0,-1 0 0,1 1 0,-28-3 0,-116-6 1233,119 11-1245,-4-1 96,0 3 0,-66 6 0,105-5-477,0 0 1,0 0-1,1 0 1,-1 1-1,0-1 1,1 1-1,-1 0 1,1 1-1,0-1 1,-1 1 0,1-1-1,0 1 1,-6 7-1,7-7-22,1 1 0,-1-1 0,1 1 0,0 0 0,0-1 0,1 1 0,-1 0 0,1 0 0,0 0 0,0 0-1,0 1 1,0-1 0,1 0 0,0 0 0,0 0 0,0 6 0,1-7-23,0-1-1,-1 1 1,1 0-1,0-1 1,1 1-1,-1-1 1,0 1-1,1-1 1,-1 0-1,1 1 1,0-1-1,0 0 1,0 0-1,0 0 1,0 0-1,0-1 1,0 1 0,1-1-1,-1 1 1,1-1-1,-1 0 1,1 0-1,0 0 1,2 1-1,9 3 20,-1-1-1,1-1 1,23 3 0,-16-2-24,1-2 1,-1-1 0,1-1 0,-1 0-1,1-2 1,-1 0 0,1-2 0,-1 0-1,0-2 1,-1 0 0,1-1 0,28-15 0,8-11-638,-2-3 1,-2-3 0,72-65-1,122-158-2944,-229 241 3354,20-24-1219,48-74 1,-77 106 1191,-1-1 0,-1 0 1,0 0-1,-1-1 0,0 0 0,-1 0 0,-1-1 0,-1 1 0,0-1 1,1-25-1,-4 41 299,0-1 1,0 0-1,0 0 1,0 0-1,0 0 1,0 1-1,0-1 1,-1 0-1,1 0 1,0 0-1,0 1 1,-1-1-1,1 0 1,-1 1-1,1-1 1,-1 0-1,1 1 1,-1-1-1,1 0 1,-1 1-1,1-1 1,-1 1-1,0-1 1,1 1-1,-1-1 1,-1 0 0,0 1 77,0-1 1,0 1 0,0-1 0,0 1-1,0 0 1,0 0 0,0 0 0,0 0-1,0 0 1,-4 0 0,-1 2 209,0-1 1,0 1-1,0 0 1,1 1-1,-1 0 0,-6 3 1,-1 4 77,1 0 1,0 0 0,0 1-1,1 1 1,1 0-1,-12 15 1,-57 90 1840,45-60-1405,3 2 0,3 2 0,-22 65 1,37-85-648,1 2 0,3-1 0,1 2 1,2-1-1,-2 73 0,9-114-198,1-1 0,-1 0 0,1 1 0,-1-1 0,1 1 0,-1-1 0,1 0 0,0 1 0,0-1 0,0 0 0,-1 0 0,1 1 0,0-1 0,1 0 0,-1 0 0,0 0 0,0 0 0,0 0 0,1-1 0,-1 1 0,0 0 0,1-1 0,-1 1 0,0 0 0,1-1 0,-1 0 0,1 1 0,-1-1 0,1 0 0,-1 0 0,4 0 0,9 2 0,0-1 0,22-2 0,-20 1 0,8 0-132,0-1 1,0-1-1,0-1 1,-1-1-1,1-1 0,-1-1 1,0-1-1,-1-1 0,1-1 1,-2-1-1,34-20 1,-54 29 121,1-1 1,-1 1 0,0 0 0,0-1-1,0 1 1,0-1 0,0 1 0,0-1-1,0 1 1,0-1 0,-1 1 0,2-4 0,-1 4 149,-1 6-81,0-2-69,0 1 13,0 0 1,1 0-1,0 0 1,-1 0-1,2 0 0,-1 0 1,0 0-1,1 0 1,0 0-1,0-1 1,0 1-1,0 0 0,0-1 1,1 0-1,0 0 1,-1 0-1,1 0 0,0 0 1,1 0-1,-1-1 1,0 1-1,1-1 0,0 0 1,-1 0-1,8 2 1,-2 0-141,1-1-1,0 0 1,0 0 0,0-1 0,0-1 0,0 1-1,0-2 1,0 0 0,20-1 0,-25 0 62,0-1 1,0 1-1,0-1 1,0 0-1,-1 0 1,1-1-1,0 1 1,-1-1-1,8-6 1,38-37-72,-30 27 103,-14 14 292,18-19-617,-16 8 3638,5 49-2694,-9-22-576,-1 2 0,1-1 0,1 0 0,8 17 0,-11-26 0,0-1 0,-1 1 0,1 0 0,0-1 0,0 1 0,0-1 0,0 0 0,1 0 0,-1 0 0,1 0 0,-1 0 0,1 0 0,-1-1 0,1 1 0,0-1 0,0 0 0,0 0 0,0 0 0,0 0 0,4 0 0,20 2-642,1-2 0,-1-2-1,33-3 1,9-9-4297,-1-9-3334,-20 4-1782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4.2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11 277 10613,'0'0'8705,"-2"24"-3652,-5 80-1155,6-86-2705,1 1 0,2 22 0,-1-34-1062,1 0 1,-1 0-1,2-1 0,-1 1 0,1 0 1,3 6-1,-1-8-131,-5-12 0,0 6 0,1-22 2,1 1 1,1-1-1,1 1 0,1 0 0,1 0 1,0 1-1,2-1 0,1 2 0,0-1 1,2 1-1,21-32 0,-11 24-319,1 0-1,1 2 0,1 0 1,2 2-1,0 0 1,55-36-1,-74 56 64,0 0 0,0 0 0,1 0 0,12-3 0,-18 6 134,1 0 1,-1 0-1,1 1 0,0-1 0,0 1 0,-1 0 0,1 0 0,0 0 0,-1 0 0,1 0 0,0 1 1,0-1-1,-1 1 0,1 0 0,-1-1 0,1 1 0,3 2 0,66 58-5288,-17-23 646,11 1-2174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4.6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13 10325,'0'0'4586,"-24"-2"552,-10-2-3399,-7 0 1200,-47 2 0,83 2-2707,1 0 0,-1 1 0,0 0 0,0 0-1,0 1 1,1-1 0,-1 1 0,0 0 0,1 0 0,0 0 0,-1 1 0,1 0 0,0 0-1,0 0 1,1 0 0,-1 0 0,1 1 0,-1 0 0,1-1 0,-4 9 0,3-8-220,2 1 0,-1 0 0,1 0 0,0 0 1,0 0-1,0 0 0,0 1 0,1-1 0,0 1 0,0-1 1,1 1-1,0-1 0,-1 1 0,2-1 0,-1 1 0,1-1 1,0 1-1,2 8 0,-2-12-12,1 0 0,-1 0 0,0 0 0,1 0 0,-1-1 1,1 1-1,0 0 0,-1-1 0,1 1 0,0-1 0,0 1 0,0-1 0,0 0 0,0 0 0,0 0 0,1 0 0,-1 0 1,0-1-1,0 1 0,1-1 0,-1 1 0,4-1 0,9 2-40,0-1 1,21-1-1,-20-1-64,10 1-183,0-1 1,0-1-1,30-7 1,-44 6 190,0 0 0,0-1 0,-1-1 0,1 1 0,-1-2 0,0 0 0,0 0 1,17-14-1,-10-3-7,-18 23 117,0 0 0,1-1 1,-1 1-1,0-1 1,0 1-1,1 0 0,-1-1 1,0 1-1,0 0 0,0-1 1,0 1-1,0-1 0,0 1 1,0-1-1,0 1 0,0 0 1,0-1-1,0 1 1,0-1-1,0 1 0,0 0 1,0-1-1,0 1 0,0-1 1,0 1-1,0 0 0,-1-1 1,1 1-1,0-1 1,0 1-1,-1 0 0,1-1 1,0 1-1,0 0 0,-1-1 1,1 1-1,0 0 0,-1 0 1,1-1-1,0 1 0,-1 0 1,1 0-1,-1 0 1,1-1-1,0 1 0,-1 0 1,1 0-1,-1 0 0,1 0 1,0 0-1,-1 0 0,1 0 1,-1 0-1,1 0 1,-1 0-1,1 0 0,0 0 1,-1 0-1,-1 1-2,1-1 0,-1 0 0,0 1 0,1-1 0,-1 1 0,1 0 0,-1 0 0,1-1 0,0 1 0,-1 0 0,1 0 0,0 0 0,-1 0 0,1 1 0,0-1 0,0 0 0,0 0 0,0 1 0,0-1 0,0 1 0,1-1 0,-1 1 0,0-1 0,1 1 1,-1-1-1,1 1 0,0-1 0,-1 3 0,-1 6-20,0 0 0,0 0 0,1 14 0,0-11 27,1-2-83,-1 0 0,2 0 0,2 18 1,-3-26-19,1 0 0,0 0 0,0 0 1,0 0-1,0 0 0,0 0 1,1 0-1,0-1 0,-1 1 1,1 0-1,0-1 0,0 1 1,0-1-1,0 0 0,1 0 0,-1 0 1,4 2-1,2 1-487,1-1 0,0-1-1,0 1 1,-1-2 0,2 1 0,-1-1 0,0 0 0,0-1-1,1 0 1,9-1 0,-7 0-1270,-1-1 0,1 0 1,0 0-1,17-6 0,27-16-8115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4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517 0 544,'0'0'22480,"-23"32"-18678,4-7-3091,4-5-289,0 0 0,1 1 0,0 0 0,2 1 0,1 0 0,1 1-1,1 1 1,-11 42 0,-1 32 642,5-14-941,-4-1 0,-58 153 0,73-225-138,0 0 1,-1-1-1,0 1 0,-1-1 1,0-1-1,-1 1 0,-13 12 1,18-18-257,-1-1 1,-1 0-1,1 0 1,0-1 0,-1 1-1,0-1 1,1 0 0,-8 2-1,7-3-375,1 0 0,-1 0 0,0-1 0,1 0 0,-1 1 0,1-2 0,-1 1 0,0 0-1,1-1 1,-8-2 0,10 2 50,-1 0 0,1 0 0,-1 0 0,1 0 0,-1-1 0,1 1 0,0-1 0,0 0 0,-2-2 0,-21-25-8325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5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8772,'22'0'3399,"376"0"8561,-229 0-8969,-168 0-2468,-1 4-94,-2 10-34,0 1-1,-1-1 1,0 0 0,-1 0-1,-8 19 1,-7 26 801,15-41-1077,3-11-38,-1-1 0,1 1 0,-1-1 0,0 0 0,-1 1 0,-3 6 0,5-12-147,0 1 0,0-1 0,-1 0 0,1 1 0,0-1 0,0 0 1,-1 0-1,1 0 0,-1 0 0,1 0 0,-1 0 0,1-1 1,-1 1-1,1 0 0,-1-1 0,0 1 0,1-1 0,-1 0 0,0 1 1,0-1-1,1 0 0,-1 0 0,0 0 0,0 0 0,1-1 0,-1 1 1,0 0-1,-2-1 0,3 0-105,0 0 0,0 1 0,0-1 0,0 0 0,0 0 0,0 0 0,0 0 0,0 0 0,0 0 0,0 0 0,0 0 0,1 0 0,-1 0 0,0 0 0,1 0 0,-1-1 0,1 1 0,0 0 0,-1 0 0,1-1 0,0 1 0,0 0 0,-1-1 0,1 1 0,1-3 0,-2 0-552,1 0 1,0 0-1,1-1 1,-1 1-1,1 0 1,-1 0-1,3-7 1,2 3-927,0 0 0,0 0 0,1 0 0,0 1 0,12-13-1,-7 8-290,35-36-4460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5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12214,'0'0'12245,"-17"132"-12149,17-99-96,0 0-1104,10-3-2898,10-3-3842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6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353 242 4258,'0'0'8422,"-23"-6"-4188,19 5-4077,-40-9 2872,-1 2 0,-82-5 1,121 13-2791,0 0 1,0 0-1,0 1 1,0-1-1,0 1 1,0 1-1,0-1 1,1 1-1,-12 5 1,14-5-172,0 0-1,1 0 1,-1 0-1,1 1 1,-1-1-1,1 1 1,0-1-1,0 1 1,0 0 0,0 0-1,1 0 1,-1 0-1,1 0 1,-1 0-1,1 0 1,0 1 0,0-1-1,0 7 1,0-4-33,0 0 0,0 0 0,0 0 1,1 0-1,0 0 0,1 1 1,-1-1-1,1 0 0,0 0 0,1 0 1,-1-1-1,1 1 0,4 8 1,-4-10-27,1 0 0,0 0 0,0-1 0,0 1 0,1-1 0,-1 1 0,1-1 0,0 0 0,0 0 0,0-1 0,0 1 0,0-1 0,1 0 0,-1 0 0,1 0 0,-1-1 0,7 2 0,15 2-145,-1-1-1,1-1 1,0-1-1,0-2 1,0 0-1,28-5 1,-47 4 47,-1 0 0,1 0 0,-1-1 0,1 0 0,-1 0 0,0-1 0,0 0 0,0 0 0,0 0 1,-1-1-1,1 1 0,-1-2 0,0 1 0,0 0 0,-1-1 0,1 0 0,-1 0 0,0 0 0,0-1 0,0 1 0,-1-1 0,0 0 0,0 0 1,-1 0-1,1 0 0,-1-1 0,1-6 0,3-18 26,-1 0 1,-2 0 0,0 0 0,-4-47-1,1 43 128,-1 30-29,1 1 0,0-1 0,1 1 0,-1 0 1,1-1-1,-1 1 0,1 0 0,1 0 0,-1-1 1,4-6-1,-4 9-8,1 1 0,-1 0 0,1 0 0,-1-1 0,1 1 0,-1 0 0,1 0 0,0 0 0,0 1 0,-1-1 0,1 0 0,0 1 0,0-1 0,0 1 0,0-1 0,0 1 0,0 0 0,0 0 0,0 0 1,0 0-1,0 0 0,0 1 0,0-1 0,0 0 0,-1 1 0,5 1 0,3 1-33,-1 0-1,1 1 1,0 0 0,-1 1 0,0-1-1,0 2 1,14 11 0,50 50 52,-39-33 118,-3 1-1,50 73 1,-79-105-169,1-1-1,-1 0 1,0 0 0,0 1 0,0-1 0,0 1 0,0-1 0,0 1-1,0-1 1,-1 1 0,0-1 0,1 1 0,-1 0 0,0 3 0,-1-4 6,1-1 1,-1 1-1,1-1 1,-1 0 0,0 1-1,1-1 1,-1 0-1,0 0 1,0 1 0,0-1-1,0 0 1,0 0-1,0 0 1,-1 0-1,1 0 1,0 0 0,0 0-1,-1-1 1,1 1-1,0 0 1,-1-1 0,1 1-1,-1-1 1,-2 1-1,-2 1 28,3-1-20,-1 0 0,1 0 0,-1 0 0,0 0 0,0 0 0,1-1 0,-1 1 0,0-1 0,0 0 0,0 0 0,-4-2 0,24-11 153,14-5-267,0 2 1,55-20 0,-13 5-150,176-107-1614,-103 53 204,-142 86 4691,-7 8-2144,-11 13-271,-9 13-104,1 0 0,1 2 0,2 1 0,2 0 1,2 2-1,-20 70 0,34-100-817,0-6-4754,2-23-2649,4-16-1218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7.5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166 146 2369,'0'0'13302,"5"-3"-11360,10-8-906,-14 11-1011,-1 0-1,0 0 1,0 0-1,0-1 1,0 1-1,0 0 1,0 0-1,0 0 1,0 0-1,0 0 1,0 0-1,0 0 1,0-1-1,1 1 1,-1 0-1,0 0 1,0 0 0,0 0-1,0 0 1,0 0-1,0-1 1,0 1-1,0 0 1,0 0-1,0 0 1,0 0-1,0 0 1,-1 0-1,1-1 1,0 1-1,0 0 1,0 0-1,0 0 1,0 0-1,0 0 1,0 0 0,0 0-1,0-1 1,0 1-1,0 0 1,0 0-1,-1 0 1,1 0-1,0 0 1,0 0-1,0 0 1,0 0-1,0 0 1,0 0-1,0 0 1,-1 0-1,1 0 1,0 0-1,-36-2 2036,12 3-2032,17-1 39,0 0 1,1 0 0,-1 1 0,1 0-1,-1 0 1,1 1 0,-1 0 0,1 0-1,0 0 1,0 1 0,-8 5-1,11-6-23,-1 0 0,1 1 0,1 0 0,-1 0 0,0-1 0,1 2 0,-1-1-1,1 0 1,0 0 0,0 1 0,0-1 0,1 1 0,-1 0 0,1-1 0,0 1 0,0 0-1,0 0 1,0 0 0,1 0 0,-1 6 0,1-7-37,0 1 1,0-1 0,0 0-1,1 0 1,-1 0-1,1 1 1,0-1 0,-1 0-1,2 0 1,-1 0-1,0 0 1,0 0-1,1 0 1,0-1 0,-1 1-1,1 0 1,0-1-1,0 1 1,1-1 0,-1 0-1,0 0 1,1 0-1,0 0 1,-1 0-1,1 0 1,0-1 0,0 1-1,0-1 1,0 0-1,6 2 1,7 1 4,0-1-1,0-1 1,0-1 0,31 0 0,-41-1-7,4 0-15,-1 0 0,0-1 0,1 0 0,-1-1 1,0 0-1,0-1 0,0 1 0,0-2 0,0 1 0,-1-1 1,10-6-1,-13 7-25,0-1-1,0 0 1,-1 0 0,1 0 0,-1-1 0,0 1-1,0-1 1,-1 0 0,1 0 0,-1-1-1,0 1 1,0-1 0,-1 1 0,0-1 0,0 0-1,0 0 1,-1 0 0,2-6 0,-2 0-28,1 0 1,-1 0 0,-1 0 0,0 0-1,-1 0 1,-3-16 0,3 23 7,0 0 1,-1 1-1,0-1 1,1 1-1,-1-1 1,-1 1-1,1 0 0,-1 0 1,1 0-1,-1 0 1,-1 0-1,1 1 0,0-1 1,-1 1-1,0 0 1,1 0-1,-1 0 1,-5-2-1,-4 1-1357,27 3-13279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9.5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803 175 2385,'0'0'8873,"-3"-23"-7370,-12-70-596,15 90-857,-1 0 1,1 1 0,-1-1 0,1 1 0,-1-1 0,0 0 0,0 1-1,0-1 1,0 1 0,-1 0 0,1-1 0,-1 1 0,1 0 0,-1 0-1,0 0 1,0 0 0,0 0 0,0 1 0,0-1 0,0 0 0,0 1-1,-1-1 1,1 1 0,-4-1 0,0 0 94,0 1-1,-1 0 0,1 1 1,0-1-1,-1 1 1,1 1-1,-10 1 1,-8-1 45,10 1 30,-1-1 0,1 1-1,0 1 1,1 1 0,-1 0 0,0 1 0,1 0 0,0 1 0,0 0 0,1 1 0,0 1-1,0 0 1,-17 15 0,1 2 310,1 1-1,1 1 0,2 2 1,-23 33-1,15-15-43,3 2 0,2 1-1,2 1 1,3 1 0,-23 76 0,24-51 196,4 1 0,3 1 0,-5 98 0,18-148-661,1-20-21,0 1 0,0-1 0,-1 0 0,0 0 0,0 0 0,-1 0 0,-5 13 0,7-22-31,0 1 0,0-1-1,0 0 1,0 1 0,0-1 0,-1 0 0,1 1 0,0-1-1,0 0 1,0 1 0,0-1 0,-1 0 0,1 1 0,0-1-1,0 0 1,0 0 0,-1 1 0,1-1 0,0 0 0,-1 0-1,1 1 1,0-1 0,0 0 0,-1 0 0,1 0 0,0 0-1,-1 1 1,1-1 0,0 0 0,-1 0 0,1 0 0,-1 0-1,1 0 1,0 0 0,-1 0 0,1 0 0,0 0-1,-1 0 1,1 0 0,0 0 0,-1 0 0,0-1 0,-8-15-1053,0-25-1043,0-72-6295,8 91 6033,-2-33-4368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29.7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5410,'0'0'12774,"173"62"-10245,-88-37-1248,3-4-865,7-1-304,-2-5-112,0-8-160,-5-2-1136,-5-5-1346,-6 0-1103,-6-2-2642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0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63 592,'0'0'4277,"5"0"-3327,15 0 253,-15 0 7241,-5 3-7308,0 139 6229,0 0-4194,1-140-3152,-1 0 0,0-1 1,0 1-1,0 0 0,0-1 0,-1 1 1,1 0-1,0 0 0,-1-1 0,1 1 1,-1-1-1,0 1 0,1 0 1,-1-1-1,0 1 0,0-1 0,0 0 1,0 1-1,0-1 0,0 0 0,-3 2 1,2-2 24,0 0 0,0 0 0,-1-1 1,1 1-1,0-1 0,0 1 0,-1-1 0,1 0 1,-1 0-1,1 0 0,0 0 0,-1 0 0,1-1 1,0 1-1,-4-2 0,4 1-20,0 0 1,0 0-1,1-1 0,-1 1 0,1-1 1,-1 1-1,1-1 0,0 0 1,0 1-1,-1-1 0,1 0 1,0 0-1,1 0 0,-1 0 1,0 0-1,0 0 0,1 0 1,-1 0-1,1 0 0,0 0 0,0 0 1,0 0-1,0 0 0,0 0 1,0-3-1,0-3-1,0 1-1,0-1 1,1 0-1,0 0 1,1 0-1,2-8 1,1 5-3,1 1 1,0-1 0,1 1 0,0 1 0,0-1-1,1 1 1,0 1 0,12-10 0,7-5 47,46-30-1,-52 40-106,68-42 179,-78 49-257,1 0 1,0 1 0,0 0-1,1 1 1,20-4 0,8 6-8633,-20 3 2347,16-1-4878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1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452 72 8036,'0'0'6488,"-23"-11"-2769,-74-35-816,90 44-2577,1-1 1,-1 1-1,0 0 1,0 0-1,1 1 0,-1 0 1,0 0-1,-1 1 1,-12 0-1,1 1 372,10 0-473,0 0 1,0 0 0,1 1 0,-1 0 0,1 1 0,0 0 0,-1 0-1,1 1 1,0 0 0,1 0 0,-1 1 0,1 0 0,0 0 0,-9 9 0,5-4-70,0 1 1,1 1 0,0-1 0,1 2-1,0-1 1,1 1 0,-11 24 0,16-28-149,0 0 1,1 0 0,0 0-1,0 0 1,1 1 0,0-1-1,1 18 1,0-26-11,1 0 0,-1 0 0,0 0 1,0 0-1,0 0 0,1 0 0,-1 0 0,0 0 0,1-1 0,-1 1 1,1 0-1,-1 0 0,1 0 0,-1 0 0,1-1 0,0 1 0,-1 0 1,1 0-1,0-1 0,0 1 0,0-1 0,-1 1 0,1-1 1,0 1-1,0-1 0,0 1 0,0-1 0,0 0 0,0 1 0,0-1 1,0 0-1,0 0 0,1 0 0,42 1-63,-27-2 38,-4 0-2,-1 0 0,0-1 0,0 0 0,0-1 0,0 0 0,0-1-1,-1 0 1,1-1 0,10-7 0,16-10-138,43-33 1,-28 18 395,-50 83 927,-3-41-1148,0 12-242,0 0 0,1 0 0,0 0 0,2 0 0,5 20 0,-6-33-124,-1 1 0,1-1 1,0 0-1,0 0 0,1 0 0,-1 0 0,1-1 0,0 1 0,0 0 0,5 3 0,-5-4-250,1 0 1,-1-1-1,1 0 0,0 0 1,0 0-1,0 0 0,0-1 0,1 1 1,-1-1-1,0 0 0,1-1 1,6 2-1,22-2-5400,2 0-1494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1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6467,'0'0'18304,"0"13"-16607,0 67 1590,0-80-3272,0 1-1,0-1 1,1 1-1,-1-1 1,0 1 0,1-1-1,-1 1 1,1-1-1,-1 1 1,1-1 0,-1 0-1,1 1 1,-1-1-1,1 0 1,-1 1-1,1-1 1,-1 0 0,1 1-1,0-1 1,-1 0-1,1 0 1,-1 0 0,1 0-1,0 0 1,-1 0-1,1 0 1,-1 0 0,1 0-1,1 0 1,26 0-52,-19-1 52,14-1-401,-1-1 0,0-1 0,0-1 0,0 0 0,-1-2 0,1-1 0,26-14 0,42-14-221,-89 36 751,0 0 1,-1 0-1,1 0 0,-1 0 1,1 0-1,0 0 1,-1 0-1,1 1 0,0-1 1,-1 0-1,1 0 0,-1 0 1,1 1-1,-1-1 0,1 0 1,-1 1-1,1-1 0,-1 1 1,1-1-1,-1 0 0,1 1 1,-1-1-1,1 1 0,-1-1 1,0 1-1,1-1 0,-1 1 1,0 0-1,1-1 0,-1 1 1,0-1-1,0 1 0,0 0 1,0-1-1,0 1 0,0-1 1,1 1-1,-2 1 0,7 38 185,-4-16-23,5 6-381,-3-11-310,0 0-1,-1 0 1,1 20 0,-4-37-3174,0-5-2132,0-14-112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3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394 174 560,'0'0'16288,"1"-13"-14941,-1-37 179,-1 49-1483,1 0-1,0 0 0,-1 1 1,1-1-1,-1 0 1,1 0-1,-1 1 1,1-1-1,-1 0 1,0 1-1,1-1 1,-1 0-1,0 1 1,1-1-1,-1 1 1,0-1-1,0 1 1,0 0-1,0-1 1,1 1-1,-1 0 1,0-1-1,0 1 1,0 0-1,0 0 1,0 0-1,-1 0 1,-29 2 428,23-1-326,-8 1 131,0 1 0,0 0 1,0 1-1,-28 12 0,-59 33 1016,84-39-1137,8-4-25,-1 0-1,0 1 0,1 1 1,-13 11-1,21-16-100,0 0 0,0 0 0,0 0-1,0 0 1,1 1 0,0-1 0,-1 1 0,1-1 0,1 1-1,-1 0 1,0 0 0,1 0 0,0 0 0,0 0 0,0 0-1,0 0 1,1 6 0,0-9-28,0 0 0,0 1 0,0-1 0,0 1 1,0-1-1,1 0 0,-1 1 0,1-1 0,-1 0 0,1 1 0,-1-1 0,1 0 1,0 0-1,0 1 0,0-1 0,-1 0 0,1 0 0,0 0 0,0 0 0,1 0 0,-1 0 1,0-1-1,0 1 0,0 0 0,0 0 0,1-1 0,-1 1 0,0-1 0,1 1 0,1-1 1,5 2 3,-1-1 0,1 0 0,0 0 1,11-1-1,-9 0 6,20 2-35,0-2-1,0-1 1,0-2-1,-1-1 1,42-10-1,-28 1-209,-1-2 0,0-1-1,56-32 1,-77 36 185,-2-1 0,1-1 0,-1 0-1,-1-2 1,-1 0 0,0-1 0,-1 0 0,22-34 0,-37 50 161,-1 37 37,-1-7 53,0-19-152,1 1 0,0 0 0,1-1 0,0 1 0,4 18 0,-4-26-48,1 0 0,-1 0-1,0 0 1,1 0 0,0 0-1,-1-1 1,1 1 0,0-1-1,1 1 1,-1-1 0,0 0-1,1 0 1,-1 0 0,1 0-1,-1 0 1,1 0-1,0-1 1,0 1 0,0-1-1,0 0 1,0 0 0,0 0-1,6 1 1,10 1-141,0-1 0,0-1 0,0 0 0,0-1-1,0-2 1,0 1 0,0-2 0,-1-1 0,1 0 0,-1-1 0,0-1 0,0-1 0,24-13-1,161-87-2780,-66 32 1470,-128 70 1569,0 1-1,0 0 1,0 1-1,0 0 1,1 0-1,0 1 1,-1 0-1,1 1 1,14 0-1,-23 1-74,0 0-1,0 0 1,-1 0-1,1 1 1,0-1-1,-1 0 1,1 1 0,0-1-1,-1 0 1,1 1-1,0-1 1,-1 1-1,1-1 1,-1 1-1,1 0 1,-1-1 0,1 1-1,-1-1 1,1 1-1,-1 0 1,0-1-1,1 1 1,-1 0-1,0 0 1,0-1 0,0 1-1,1 0 1,-1 0-1,0 1 1,3 30 830,-2-20-347,0 3-194,0-1 128,1-1-1,5 23 1,-3-22 100,-7-17 419,-7-25-1168,9 25 109,0-1-1,0 1 1,-1 0 0,1 0-1,-1-1 1,1 1-1,-1 0 1,0 1 0,0-1-1,-1 0 1,1 0 0,0 1-1,-1 0 1,0-1-1,1 1 1,-1 0 0,0 0-1,0 0 1,0 1 0,0-1-1,-1 1 1,1 0-1,-6-2 1,-4 1 39,0 0-1,-1 1 1,1 0 0,-25 2-1,30 0 54,-2 0 50,0 1 0,-1 0 0,1 0 1,0 1-1,1 1 0,-1-1 0,-14 9 0,1 1 226,-38 27 0,58-37-234,-1 0 0,1 0 0,0 0 0,0 1 0,0-1 0,0 1 0,0-1 0,1 1 0,-1 0 0,1 0 0,-3 8 0,5-10-27,-1 0-1,1 0 1,-1 0-1,1 0 0,0 0 1,0 0-1,0 0 1,0 1-1,0-1 1,0 0-1,1 0 1,-1 0-1,1 0 1,-1 0-1,1 0 1,0 0-1,0 0 0,0 0 1,0 0-1,0-1 1,0 1-1,1 0 1,-1-1-1,1 1 1,-1 0-1,1-1 1,-1 0-1,3 2 1,10 6 83,0 0 1,1 0-1,0-2 1,1 0-1,0-1 1,0 0-1,0-1 1,24 4-1,1-3-975,0-1-1,58-1 0,-91-4-112,0-1 0,1-1-1,-1 1 1,0-1-1,0 0 1,0-1-1,0 0 1,-1 0-1,1-1 1,-1 0-1,1 0 1,12-11-1,33-21-8458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3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505 0 3922,'0'0'17544,"-23"21"-14079,3-4-2707,2-2-152,0 1 0,1 1 0,1 0 0,1 1 0,0 1 0,-21 35 0,-65 167 2263,69-142-2886,-51 88 1,77-157-121,-25 37-317,30-44 83,-1-1 1,0 0 0,0 0-1,0 0 1,0 0-1,0-1 1,0 1-1,0-1 1,-1 1 0,1-1-1,0 0 1,-1 1-1,1-1 1,-1 0-1,0-1 1,-2 2 0,-11-5-4657,-1-14-2155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4.0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1761,'0'0'8500,"31"-3"-3773,-2 1-3725,184-8 5261,-149 14-5118,0 2 0,-1 4 0,85 24 1,-1-1-736,-145-33-407,-1 0 0,1 0-1,-1 0 1,1 1 0,-1-1-1,1 1 1,-1-1 0,0 1-1,1 0 1,-1-1-1,0 1 1,0 0 0,1 0-1,0 1 1,-2-1 8,0-1-1,0 1 1,0 0-1,0 0 1,1-1 0,-1 1-1,0 0 1,-1-1-1,1 1 1,0 0 0,0-1-1,0 1 1,0 0-1,-1-1 1,1 1 0,0 0-1,0-1 1,-1 1-1,1 0 1,0-1 0,-1 1-1,1-1 1,-1 1-1,1-1 1,-1 1 0,1-1-1,-1 1 1,0-1-1,1 1 1,-1-1 0,-1 1-1,-23 19-114,8-7 590,1 1 1,-16 17-1,7 4-1979,24-32 925,-1 1 0,1-1 1,0 1-1,0 0 0,0-1 1,0 1-1,0 0 0,1 6 1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4.1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86 0 12870,'0'0'8708,"-85"153"-10373,85-107-1905,0-11-4225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4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73 156 9220,'0'0'15509,"-12"24"-13252,-33 74-555,42-94-1542,1 1 0,0 0 0,0-1 0,1 1-1,-1 0 1,1 0 0,0 0 0,0 0 0,1 0 0,0 0 0,0 0 0,0 6 0,1 5 298,-1-15-446,0-1-1,0 1 1,0 0-1,0-1 1,0 1-1,1 0 1,-1-1 0,0 1-1,0-1 1,0 1-1,1-1 1,-1 1 0,0 0-1,1-1 1,-1 1-1,0-1 1,1 1 0,-1-1-1,1 1 1,-1-1-1,1 0 1,-1 1-1,1-1 1,-1 0 0,1 1-1,-1-1 1,1 0-1,-1 1 1,1-1 0,0 0-1,0 0 1,22 2 28,-16-3 2,5 2-32,-1 0 0,1-2 0,-1 1 0,1-2 0,-1 1 0,0-1 0,0-1 0,1 0 0,-2-1 0,18-8 0,-8 1-77,-1-2-1,0 0 1,-1-1 0,0 0 0,-1-2 0,28-33-1,-34 36 49,-1-1 1,-1 0-1,0-1 0,-1 0 0,-1 0 0,0-1 1,-1 1-1,-1-1 0,0-1 0,2-16 0,-6-5 41,-1 37-185,-1 2-4,-1 0 0,0 0 0,1 1 1,0-1-1,-1 1 0,1-1 0,0 1 0,0-1 0,-1 1 1,1 0-1,1 0 0,-1-1 0,0 1 0,0 0 1,1 0-1,-1 0 0,1 0 0,-1 0 0,1 0 0,0 4 1,1 41-4536,-1-46 4503,0 2-219,1-1-1,-1 0 1,1 1-1,0-1 1,0 0-1,0 1 1,0-1 0,0 0-1,1 0 1,-1 0-1,1 0 1,-1 0-1,1 0 1,0 0 0,-1 0-1,1-1 1,0 1-1,0-1 1,0 1-1,0-1 1,1 0-1,-1 0 1,0 0 0,4 1-1,35 14-7475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4.6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0 11253,'0'0'20009,"-100"78"-19368,95-63-577,2-7-64,3-3-769,8-18-10836,19-22 2177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4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14583,'0'0'12085,"38"70"-13509,7-57-1362,8-13-3056,10 0-6212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5.0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525 1 9060,'0'0'10901,"-150"120"-6179,92-52-944,5 5-1201,11 2-848,12-5-1729,10-7 0,7-13 0,5-10 0,-4-12-496,-6-13-1361,-4-3-960,-6-9-721,-4-3-1488,-6 0-2802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5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8 9428,'0'0'3826,"28"-2"563,92-3-169,-107 5-3513,0 0 0,0 1 0,0 0 0,0 1 0,0 0 0,0 1 0,0 1 0,19 8 0,-11-1 105,0 0 0,37 28-1,-44-29-658,-14-9-154,1 0-1,0 0 1,0 0-1,-1 0 1,1-1 0,-1 1-1,1 0 1,-1 0-1,1 0 1,-1 0-1,1 0 1,-1 0 0,0 0-1,0 0 1,1 0-1,-1 1 1,0-1-1,0 0 1,0 0 0,0 0-1,0 0 1,-1 0-1,1 0 1,0 0 0,0 0-1,-1 0 1,1 0-1,-1 2 1,0-2 2,-1 4-2,-1 0 1,1-1-1,-1 1 1,0 0-1,0-1 0,-1 0 1,0 0-1,-6 6 0,7-7-28,-1 0-1,1 0 0,0 1 1,0 0-1,0-1 0,0 1 1,0 0-1,1 0 0,0 1 0,0-1 1,0 0-1,0 1 0,-2 8 1,4-12-5,0 1 1,-1-1-1,1 1 1,0-1 0,0 1-1,0-1 1,0 1-1,0-1 1,0 1 0,0-1-1,0 1 1,0-1-1,1 1 1,-1-1 0,1 1-1,-1-1 1,1 0-1,0 1 1,-1-1 0,1 0-1,0 1 1,0-1 0,0 0-1,0 0 1,0 0-1,2 2 1,1-2-29,0 0 0,-1 0 0,1 0 0,0-1 0,0 1 0,-1-1-1,1 0 1,0 0 0,4-1 0,9 1-48,3-1-59,0-1 0,0-1-1,-1 0 1,1-2 0,23-8 0,93-43-311,-119 49 491,-15 6 3,8-3-15,0-1 1,0 0-1,15-11 1,-23 15 31,0-1 1,0 0-1,0 1 1,0-1 0,0 0-1,-1 0 1,1-1-1,-1 1 1,1 0 0,-1-1-1,0 1 1,0 0-1,0-1 1,0 1-1,0-1 1,-1 0 0,1 1-1,-1-1 1,1-4-1,-1 6-8,-1 1 0,1-1 0,0 1 0,0 0 0,-1-1 0,1 1 0,0-1 0,-1 1-1,1 0 1,0-1 0,-1 1 0,1 0 0,0-1 0,-1 1 0,1 0 0,-1-1 0,1 1-1,0 0 1,-1 0 0,1 0 0,-1-1 0,1 1 0,-1 0 0,1 0 0,-1 0 0,1 0-1,-1 0 1,1 0 0,-1 0 0,0 0 0,-20 0 132,17 0-70,-3 0-53,0 1 1,0-1-1,0 1 0,0 1 0,0 0 0,0 0 1,0 0-1,0 1 0,1 0 0,-1 0 0,1 0 1,-11 8-1,7-2 9,1-1 0,-1 1 0,1 1 0,1-1 0,0 2 0,-11 16 0,1 6 21,2 0 0,1 0 0,1 2 1,-9 38-1,-8 57 0,6 0 1,-7 134 0,-19 101-606,48-344 373,-2-1-1,-1 1 1,0-1 0,-1-1-1,-15 28 1,22-45 171,-1 0 1,0 0-1,0-1 1,0 1-1,0 0 0,0-1 1,0 1-1,-1 0 1,1-1-1,0 1 0,-1-1 1,1 0-1,-1 1 0,0-1 1,1 0-1,-1 0 1,0 0-1,0 0 0,1 0 1,-1-1-1,0 1 1,0-1-1,0 1 0,0-1 1,0 1-1,0-1 1,0 0-1,0 0 0,0 0 1,0 0-1,0-1 0,0 1 1,0 0-1,0-1 1,0 1-1,0-1 0,0 0 1,0 0-1,0 0 1,1 0-1,-1 0 0,0 0 1,-1-2-1,-7-5 30,0-1 0,1 0 1,0 0-1,1-1 0,-11-16 0,-51-76 575,5-2-1,-72-158 1,133 254-981,1-1 1,-1 1-1,1-1 0,1 0 1,-1-1-1,2 1 0,-1 0 0,1-15 1,1 22 105,0 0 0,0 0 0,1 0 0,-1 0 1,1 1-1,-1-1 0,1 0 0,0 0 0,0 1 1,-1-1-1,1 1 0,0-1 0,1 0 0,-1 1 0,0 0 1,0-1-1,1 1 0,-1 0 0,1 0 0,-1-1 1,1 1-1,1 0 0,43-19-6024,-31 14 3695,44-16-7793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6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220 214 9204,'0'0'17309,"-16"-7"-16279,-55-22-288,68 28-688,0 1 0,0-1 0,0 0 1,-1 1-1,1 0 0,0 0 0,0 0 0,0 0 0,-1 1 0,1-1 1,0 1-1,0 0 0,0 0 0,0 0 0,0 0 0,0 0 1,0 1-1,0-1 0,1 1 0,-1 0 0,0 0 0,-4 4 0,1 0-10,1 1-1,-1 0 0,1 0 0,0 0 0,1 0 0,-4 9 0,4-7-44,1 1 0,0-1-1,0 1 1,1 0-1,0 0 1,1 0 0,0 0-1,1 0 1,1 13 0,-1-8-159,-1-39 0,2 1-1,1 0 1,1 0 0,0 0-1,10-30 1,-11 46 150,0 1-1,1-1 1,0 0 0,0 1 0,1-1-1,0 1 1,0 0 0,0 0 0,1 0-1,0 1 1,0 0 0,0 0 0,1 0 0,0 1-1,-1-1 1,2 1 0,-1 1 0,0-1-1,1 1 1,0 0 0,9-2 0,-7 2 6,1 1 1,0 0-1,0 0 1,0 1-1,0 0 1,0 1-1,0 0 1,11 2-1,-16-1 33,0 0 0,0 1-1,1-1 1,-1 1 0,0 0-1,0 1 1,-1-1 0,1 1-1,0 0 1,-1 0 0,0 0-1,1 1 1,-1-1 0,-1 1 0,1 0-1,4 6 1,5 10 292,-1 1 0,-1 0 0,-1 1 0,0 0 0,-2 0 0,-1 1 0,0 0-1,-2 0 1,3 28 0,-8-48-203,0-2-95,-1 0-1,1 0 1,0-1-1,0 1 1,1 0 0,-1-1-1,0 1 1,0 0-1,0 0 1,0-1 0,0 1-1,1 0 1,-1-1-1,0 1 1,1-1 0,-1 1-1,0 0 1,1-1-1,-1 1 1,2 0 0,-2-1-23,0 0 1,0 1-1,0-1 1,0 0-1,0 0 1,0 0-1,1 0 1,-1 0 0,0 0-1,0 0 1,0 0-1,0 0 1,0 0-1,0 0 1,1 0-1,-1 0 1,0 0 0,0 0-1,0 0 1,0 0-1,0 0 1,1 0-1,-1 0 1,0 0-1,0 0 1,0 0-1,0 0 1,0 0 0,0 0-1,1 0 1,-1 0-1,0 0 1,0 0-1,0 0 1,0 0-1,0 0 1,0 0 0,0-1-1,1 1 1,-1 0-1,0 0 1,0 0-1,0 0 1,0 0-1,0 0 1,0-1-1,0 1 1,0 0 0,0 0-1,0 0 1,0 0-1,0 0 1,0 0-1,0-1 1,0 1-1,0 0 1,0 0-1,0 0 1,0 0 0,0 0-1,0-1 1,0 1-1,0 0 1,0 0-1,0 0 1,0 0-1,0 0 1,13-68-1,3 2 0,48-126 0,-62 186 25,0 1 0,1-1 0,0 1-1,0-1 1,0 1 0,1 0 0,-1 1 0,9-9 0,-8 10-262,-1 1 0,1 0 1,-1 0-1,1 0 0,0 1 0,0-1 1,0 1-1,0 0 0,0 0 1,0 0-1,0 1 0,0-1 1,0 1-1,6 0 0,27 0-5189,7 0-3157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6.6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392 1 4770,'0'0'18494,"-16"31"-15098,-11 16-2215,-68 138 2600,71-128-3590,2 0 0,3 1 0,2 2-1,2 0 1,-6 68 0,19-104-209,2-17-1,-1 0 0,1 0 0,-1 1 0,0-1 0,-1 0 0,0 0 0,0 0 0,0 0 0,-1-1 0,-7 12 0,9-17-202,0 1 0,0-1 0,0 0 0,0-1 0,0 1 0,0 0 0,-1 0 0,1 0-1,0-1 1,0 1 0,-1 0 0,1-1 0,-1 1 0,1-1 0,-1 0 0,1 0 0,-1 1 0,1-1 0,-1 0 0,1 0-1,0 0 1,-1 0 0,1-1 0,-1 1 0,1 0 0,-1-1 0,1 1 0,-1-1 0,-1 0 0,-1-1-745,0 0 0,0-1 0,0 1 1,1-1-1,-1 1 0,1-1 0,-1 0 1,-4-7-1,-22-32-9191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7.1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3073,'0'0'4248,"29"-1"-353,6-1-2614,171-1 5103,35 23-1091,82 3-2166,-110-22-1858,-213-1-1242,0 0 1,0 0-1,0 0 0,0 0 0,0 0 0,-1 0 0,1 0 0,0 0 0,0 0 0,0 0 0,0 0 0,0 0 0,0-1 0,-1 1 1,1 0-1,0 0 0,0 0 0,0 0 0,0 0 0,0 0 0,0 0 0,0 0 0,0 0 0,0 0 0,-1-1 0,1 1 1,0 0-1,0 0 0,0 0 0,0 0 0,0 0 0,0 0 0,0 0 0,0-1 0,0 1 0,0 0 0,0 0 0,0 0 0,0 0 1,0 0-1,0 0 0,0-1 0,0 1 0,0 0 0,0 0 0,0 0 0,0 0 0,0 0 0,0 0 0,0-1 0,0 1 0,0 0 1,1 0-1,-1 0 0,0 0 0,0 0 0,0 0 0,0 0 0,0 0 0,0 0 0,0-1 0,0 1 0,0 0 0,1 0 0,-1 0 1,-14-6 295,-26 2-11,-74 4 0,81 1-216,22 0-94,0-1 0,0 2-1,1 0 1,-1 0 0,1 1 0,0 0 0,0 0-1,-16 9 1,23-11-24,-1 1 0,2 0 0,-1 0 0,0 0 0,0 0 0,1 0 0,-1 0 0,1 1 0,-1-1 0,1 1 0,0 0 0,0 0 0,0 0 0,1 0 0,-1 0 0,1 0 0,-1 0 0,1 0 0,0 1-1,0-1 1,1 0 0,-1 1 0,1-1 0,-1 1 0,1-1 0,0 0 0,1 1 0,-1-1 0,0 1 0,2 5 0,0-5 13,0-1 0,0 0 0,0 1 0,0-1 0,1 0 1,-1 0-1,1 0 0,-1-1 0,1 1 0,0 0 0,0-1 0,0 0 0,1 0 0,-1 0 0,0 0 0,1-1 1,-1 1-1,5 0 0,5 3-32,1 0 1,0-1 0,21 3-1,-12-4-60,0-1 1,0-1-1,-1-1 0,40-4 0,-59 3 115,0 0 0,0 0 1,0 0-1,0 0 0,0 0 0,0-1 0,-1 0 1,1 1-1,0-1 0,-1 0 0,1 0 0,-1 0 1,0-1-1,0 1 0,1 0 0,-2-1 0,1 1 1,0-1-1,0 0 0,-1 0 0,0 0 0,1 0 1,-1 0-1,0 0 0,0 0 0,-1 0 0,1 0 1,-1 0-1,1 0 0,-1-6 0,0 9 357,-3 4-400,-1 3-93,0 1 0,0-1 0,0 1 0,1 0 0,1 0 0,-1 0 0,1 0 0,1 1 0,-1-1 0,2 1 0,-1-1 0,1 1 0,1 10 0,-1-18-40,0 1 0,1-1 0,-1 1 0,1-1 0,-1 1 1,1 0-1,-1-1 0,1 0 0,0 1 0,0-1 0,0 1 0,0-1 0,0 0 0,0 0 0,0 0 0,0 1 0,0-1 0,1 0 0,1 0 0,0 1-234,1 0-1,0 0 1,0 0-1,-1-1 1,1 0-1,0 0 1,7 1-1,6 0-2385,1-1 0,30-3 0,-44 2 2196,61-6-8754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7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380 0 11109,'0'0'12801,"-23"12"-9016,7-5-3108,5-2-336,1-1-1,0 2 1,1-1 0,-17 13-1,22-15-207,0 1 0,0 0-1,1 0 1,-1 0-1,1 1 1,0-1-1,0 1 1,0-1-1,1 1 1,-1 0-1,1 0 1,1 1-1,-1-1 1,1 0 0,-2 8-1,-10 88 272,-27 173-208,23-190-211,-31 99 1,46-177 14,-26 70 0,25-69 0,0 0 0,-1-1 0,1 1 0,-1-1 0,0 0 0,-1 0 0,0-1 0,-6 7 0,10-11 0,0 0 0,1-1 0,-1 1 0,0 0 0,0-1 0,1 1 0,-1-1 0,0 1 0,0-1 0,0 1 0,0-1 0,0 0 0,0 1 0,0-1 0,0 0 0,0 0 0,0 0 0,0 0 0,0 0 0,0 0 0,0 0 0,1 0 0,-1 0 0,0 0 0,-2-1 0,2 0 0,0 0 0,0 1 0,0-1 0,0 0 0,1 0 0,-1 0 0,0-1 0,0 1 0,1 0 0,-1 0 0,1 0 0,-1 0 0,1-1 0,-1 1 0,1 0 0,0-2 0,-2-9 0,1 0 0,0 0 0,2-16 0,-1 19 0,0 3 0,1 1 0,0 0 0,0 0 0,0 0 0,0 0 0,1 0-1,0 0 1,0 0 0,0 1 0,0-1 0,1 1 0,0-1 0,0 1 0,0 0 0,5-5 0,6-5-188,1 1 1,28-20 0,-30 24-48,21-18-604,2 3 1,1 1-1,0 1 0,2 2 0,0 2 0,74-23 0,-102 39 968,-1 0-1,1 1 1,-1 0 0,15 1-1,-30 17 2618,1-14-2557,1 0 1,-1 0 0,0-1 0,0 0 0,0 1 0,0-1 0,0-1 0,0 1 0,-1-1-1,-8 2 1,-52 5 847,2 0-881,59-7-156,0 0 0,0 0 0,1 1 0,-1-1 0,0 1 0,0 0 0,1 0 0,-1 0 0,1 0 0,0 1 0,0-1 0,0 1 0,0 0 0,0 0 0,-3 4 0,3-2 0,1-1 0,0 1 0,0 0 0,0-1 0,1 1 0,-1 0 0,1 0 0,0 0 0,1 0 0,-1 1 0,1 8 0,0-10 0,-1 1 0,1-1 0,0 1 0,1-1 0,-1 1 0,1-1 0,0 1 0,0-1 0,0 0 0,1 1 0,-1-1 0,1 0 0,0 0 0,1 0 0,-1 0 0,0-1 0,1 1 0,0 0 0,0-1 0,0 0 0,0 0 0,1 0 0,-1 0 0,1 0 0,4 2 0,12 7 6,0 0 0,0-1 0,1-1 0,1-1 1,-1-1-1,1-1 0,1-1 0,29 4 0,-24-6-1614,47 0 0,-75-4 1466,0 0 0,0 0 0,0 0-1,0 0 1,0 0 0,0 0 0,1 0 0,-1 0 0,0 0 0,0 0 0,0 0 0,0 0 0,0 0 0,0 0 0,1-1 0,-1 1 0,0 0 0,0 0 0,0 0 0,0 0 0,0 0 0,0 0 0,0 0 0,1 0 0,-1 0 0,0 0 0,0-1 0,0 1 0,0 0 0,0 0 0,0 0 0,0 0 0,0 0 0,0 0 0,0-1 0,0 1 0,0 0 0,0 0 0,0 0 0,0 0 0,0 0 0,0 0 0,0-1 0,0 1 0,0 0 0,0 0 0,0 0 0,0 0 0,0 0 0,0-1 0,0-1-1588,0-11-6497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8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31 368,'0'0'12761,"-1"-5"-6962,1 5-5626,0-1 0,-1 0 0,1 0-1,0 1 1,0-1 0,-1 0 0,1 1 0,0-1-1,-1 0 1,1 1 0,-1-1 0,1 1 0,-1-1-1,1 0 1,-1 1 0,1-1 0,-1 1 0,0 0-1,1-1 1,-2 0 0,-11-2 529,-1 0 0,0 0 0,0 1 0,0 1 0,0 0 0,-1 1 0,1 1 0,-22 3 0,35-4-663,0 1 0,0-1 1,0 1-1,0-1 1,0 1-1,0 0 0,0-1 1,0 1-1,0 0 1,1 0-1,-1 0 0,0-1 1,0 1-1,1 0 1,-1 0-1,1 0 0,-1 0 1,1 0-1,-1 0 1,1 0-1,-1 0 1,1 0-1,0 1 0,0-1 1,-1 0-1,1 0 1,0 0-1,0 0 0,0 0 1,0 0-1,1 1 1,-1-1-1,0 0 0,0 0 1,1 1-1,0 2-12,-1-1-1,1 0 0,0 0 0,0 1 1,0-1-1,1 0 0,-1 0 1,1 0-1,0 0 0,0 0 0,2 2 1,1 0 1,4 3-9,0 1 0,-1 0 0,11 13 0,-17-18-23,1 1 1,-1-1 0,0 0 0,0 1 0,0-1 0,-1 1 0,0 0 0,1 0 0,-2-1 0,1 1 0,-1 0 0,1 5 0,-1-7 7,0 0 0,0 0-1,0 1 1,0-1 0,-1 0 0,1 0 0,-1 0 0,0 0 0,0 0 0,0 0 0,0 0 0,-1 0 0,1-1 0,-1 1-1,0 0 1,1-1 0,-1 1 0,0-1 0,-1 0 0,1 1 0,0-1 0,-1 0 0,1 0 0,-1-1 0,1 1 0,-1 0-1,0-1 1,0 0 0,0 0 0,0 0 0,-3 1 0,-10 1 16,-1-1-1,1-1 1,-1 0 0,-27-3 0,-2 0 4,44 2-40,5 0-1072,-1-1 619,1 1 0,-1 0 0,0-1 0,1 1 0,-1 0 0,1 1 0,-1-1 0,3 1 0,2-1-713,59 0-8206,-20 0 1197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38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15255,'0'0'14543,"7"4"-11993,23 13-2131,-29-17-416,-1 1 1,1-1-1,-1 0 0,1 0 1,-1 0-1,1 1 0,-1-1 1,0 0-1,1 1 0,-1-1 1,1 0-1,-1 1 0,0-1 0,1 0 1,-1 1-1,0-1 0,0 1 1,1-1-1,-1 1 0,0-1 1,0 1-1,0-1 0,0 0 1,1 1-1,-1-1 0,0 1 1,0-1-1,0 1 0,0-1 1,0 1-1,0-1 0,0 1 1,0-1-1,0 1 0,-1-1 1,1 1-1,0-1 0,0 1 0,0-1 1,-1 1-1,1-1 0,0 1 1,0-1-1,-1 0 0,1 1 1,0-1-1,-1 0 0,1 1 1,-1 0-1,-9 5-1829,2-5-4835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0.3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1 4946,'0'0'14396,"0"6"-12750,-2 5-1008,0 1 0,-1-1 0,0 0 0,-1 0 0,0 0 0,0 0 0,-12 18-1,-53 74 1415,48-72-1630,-127 162 466,146-192-884,0 1 0,1-1 0,-1 1-1,1 0 1,0 0 0,-1 0 0,1 0-1,0 0 1,0 0 0,0 0 0,1 0-1,-1 0 1,0 0 0,1 1 0,-1-1-1,1 0 1,0 0 0,0 1 0,0 1-1,0-2-2,1 0 0,0-1-1,0 1 1,-1 0 0,1-1-1,0 1 1,0-1 0,0 0-1,1 1 1,-1-1-1,0 0 1,1 1 0,-1-1-1,0 0 1,1 0 0,-1 0-1,1 0 1,2 1 0,8 2 0,1 0 1,-1 0 0,1-2-1,0 1 1,13 0 0,-25-3-1,83 7 79,150-5 0,-209-4-60,0-1-1,0-1 1,0-2 0,28-9-1,-37 10-96,-1-1 0,1-1-1,-1 0 1,0-1 0,-1-1 0,0 0-1,18-15 1,-31 23-104,0 0 0,0 0 0,1-1 0,-1 1 0,0-1 0,0 1 0,0-1 0,-1 1 0,1-1 0,0 0 0,-1 1 0,2-4 0,-2 4-451,0-1-1,0 1 1,0-1 0,0 1 0,0-1-1,0 1 1,0-1 0,-1 1-1,1-1 1,0 1 0,-1-1 0,1 1-1,-1 0 1,0-1 0,1 1-1,-1 0 1,0-1 0,0 1-1,0 0 1,0 0 0,0 0 0,-2-2-1,-18-14-6685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0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 4434,'0'0'6179,"178"-23"-2449,-93 21-1137,8 2-1233,-13 0-879,-20 0-305,-17 0-176,-23 0-144,-17 0-1121,-31 0-6114,-30 0 1616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0.7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3682,'0'0'10180,"179"0"-8611,-117 0-528,-2 0-465,3 0-576,-5 0-785,7 0-1664,-2 0-2577,5 0-2337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0.9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179 0 9396,'0'0'13719,"-110"158"-12087,92-100-415,6-3-337,-1-7-351,1-8-145,6-10-304,1-7-80,3-8-240,2-5-673,0-8-383,20-27-10966,-15-23 2113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1.3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3362,'0'0'6731,"22"11"-3770,294 167 3301,-141-63-4668,224 193 0,-376-289-1599,-2-2-31,29 30 1,-45-41 1,0-1 0,-1 1 0,0 0-1,0 0 1,0 0 0,-1 1 0,0-1 0,0 1 0,0 0 0,2 12 0,-4-18 28,-1 1 1,0-1-1,0 1 0,0-1 1,1 0-1,-1 1 1,0-1-1,-1 1 1,1-1-1,0 1 0,0-1 1,-1 0-1,1 1 1,0-1-1,-1 1 1,0-1-1,1 0 0,-1 0 1,0 1-1,0-1 1,1 0-1,-3 2 1,0-1 6,1 0 0,-1-1 0,0 1 0,0-1 0,0 1 0,-1-1 0,1 0 0,0 0 0,-5 0 0,-32 6 268,0-3 0,1-1 0,-54-4-1,32 0 317,-390 2 4196,432-2-4635,1 2-1,0 0 1,0 1 0,0 1 0,-27 8 0,42-10-144,0 0 1,0 1 0,1-1-1,-1 1 1,1-1 0,-1 1-1,1 0 1,0 0-1,-3 3 1,4-4-32,1-1 1,-1 1-1,1 0 0,-1-1 0,1 1 0,0-1 1,-1 1-1,1 0 0,0-1 0,0 1 1,-1 0-1,1 0 0,0-1 0,0 1 0,0 0 1,0-1-1,0 1 0,0 0 0,0 0 0,0-1 1,0 1-1,0 0 0,0 0 0,0-1 1,1 1-1,-1 0 0,0-1 0,0 1 0,1 0 1,-1-1-1,0 1 0,1 0 0,-1-1 1,1 1-1,-1-1 0,1 1 0,-1-1 0,1 1 1,0-1-1,-1 1 0,1-1 0,1 1 1,9 3-495,0 0 1,0 0-1,0-2 1,1 1-1,0-1 1,-1-1 0,21 0-1,-30-1 423,146 2-7397,-94-2 3624,65 0-6564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1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 1505,'0'0'6683,"21"0"-4493,155-2 3477,181-13 1914,-120 12-11683,-269 9-1054,16-1 3314,-35 7-3721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1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4818,'0'0'14535,"156"25"-12726,-101-22-417,-8-3-47,1 0-433,-13 0-752,-5 0-160,-7 0-352,-6 0-1873,-7 0-2561,3-10-6003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3.0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1052 256,'0'0'14385,"9"-7"-13029,92-102 3495,-53 53-4065,-40 47-756,252-291 496,-211 236-1122,-3-1 0,71-138-1,-83 132-104,37-71 39,-54 122 658,-17 20 23,0 0 0,0-1 0,1 1 0,-1 0 0,0-1 0,0 1 0,1-1 0,-1 1 0,0 0 0,1 0 0,-1-1 1,0 1-1,1 0 0,-1 0 0,0-1 0,1 1 0,-1 0 0,1 0 0,-1 0 0,1-1 0,-1 1 0,0 0 0,1 0 0,-1 0 0,1 0 1,-1 0-1,1 0 0,-1 0 0,0 0 0,1 0 0,-1 0 0,1 0 0,-1 1 0,1-1 0,-1 0 0,0 0 0,1 0 0,-1 0 0,1 1 1,-1-1-1,0 0 0,1 0 0,-1 1 0,0-1 0,1 0 0,-1 1 0,0-1 0,1 0 0,-1 1 0,0-1 0,0 1 0,0-1 0,1 0 1,-1 1-1,0-1 0,0 1 0,0 0 0,7 47 1007,-2 1 0,-3 1 0,-4 57 1,1-20-7,1-63-784,-4 244 2018,-1-185-1654,-19 99 0,18-161-486,4-26-1019,0-37-2560,1 24 1371,0 12 1074,0-1-1,0 1 1,-1 0 0,0 0-1,0 0 1,0 0 0,-1 0-1,-7-10 1,-18-26-6095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3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6643,'0'0'9492,"169"3"-7475,-112-1-608,1-2-401,2 0-767,0 0-241,-4 0-145,1 0-1439,-2-2-1794,3-16-5026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3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1 3970,'0'0'15273,"-11"21"-13136,-3 4-1402,3-8-199,2 2 0,0 0-1,0 0 1,2 0-1,-5 22 1,-56 294 3122,67-330-3830,0 0 0,0 0 1,0 0-1,0-1 0,-1 1 0,0-1 1,0 1-1,0-1 0,0 1 1,-1-1-1,0 0 0,-4 5 1,4-6-367,0-1 1,0 0 0,0 0 0,0 0-1,0 0 1,-1 0 0,1-1 0,-1 1-1,1-1 1,-1 0 0,1 0 0,-1 0-1,0-1 1,1 1 0,-1-1 0,-6 0-1,-51 0-8991,28 0 4318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3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4578,'0'0'14759,"146"-10"-12742,-101 20-400,5 0-609,0-2-544,-4-3-400,-4-3-64,1-2-128,-6 0-1104,9 0-2082,-4 0-2288,16-7-3731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5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31 679 384,'0'0'80,"-2"16"-403,-9 48 1012,6-49 2303,0-15-1010,-1-14 73,6 13-1764,-1-6 413,1 0-1,0 0 0,0 0 0,1 0 0,0 0 1,0 1-1,1-1 0,-1 0 0,6-11 1,-1 7-246,0 0 0,0 1 1,1 0-1,15-16 1,74-79 1372,57-68-440,-47 24-921,25-32 192,-128 178-96,-3 13 55,0-10-618,-6 34 488,-10 37 0,7-40 81,2 1 1,-3 38-1,8 85 1588,2-96-1638,0-48-482,0 0 0,1 0 0,0 0 0,0 0 0,1 0 0,1 0 0,0-1 0,0 1 0,1-1 0,1 0 0,-1 0 0,1 0 0,1-1 0,8 12 0,-12-19-38,0-1-1,0 1 1,-1-1-1,1 1 1,0-1 0,1 0-1,-1 1 1,0-1 0,0 0-1,0-1 1,1 1 0,-1 0-1,0-1 1,1 1-1,-1-1 1,1 0 0,-1 1-1,0-1 1,1 0 0,-1-1-1,1 1 1,-1 0-1,0-1 1,1 1 0,-1-1-1,0 0 1,5-2 0,1 0-2,0-1 0,0-1-1,0 1 1,-1-1 0,14-12 0,102-82-334,27-25-498,-118 93 387,-1-2 0,48-66-1,-67 80 389,-1 1 0,0-2 0,-1 1 0,-1-2 0,-1 1 0,-1-1 0,8-40 0,-15 69 4116,-6 64-3322,-10 44 205,-1 182 0,16-271-950,1 40 25,0-63-23,0-1-1,0 0 1,1 0-1,0 0 1,-1 0-1,1 0 1,0 0-1,1 0 1,-1 0-1,0 0 1,1-1-1,0 1 1,-1-1-1,1 1 1,0-1-1,5 5 1,-3-6-695,1 1 0,-1-1 0,1 0 0,0 0 1,0-1-1,-1 1 0,1-1 0,0 0 0,0 0 0,0-1 1,-1 1-1,1-1 0,0 0 0,-1-1 0,9-2 0,24-21-7129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7.9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7 624,'0'0'10835,"3"-7"-8842,-3 8-1928,0-1 0,0 0 0,0 0 0,0 0 0,0 0 0,0 0 0,0 0 0,0 0-1,0 0 1,0 0 0,0 0 0,0 0 0,0 0 0,0 0 0,1 0 0,-1 0 0,0 0 0,0 0 0,0 0 0,0 0 0,0 0 0,0 0 0,-6 23 1086,0 0 1,-2 0 0,-17 33 0,-5 16 881,20-40-1615,0 0 0,2 1 0,-6 65 1,13-94-498,0 0 1,0 1 0,0-1 0,0 0 0,-1 0-1,0 0 1,0 0 0,0 0 0,0 0-1,-5 6 1,-14 9-4787,19-18 3769,0 0 0,1 0 0,-1 0-1,0 0 1,0 0 0,0-1 0,0 1-1,0-1 1,0 1 0,-4-1 0,-6 0-4379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8.1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5715,'0'0'7715,"155"10"-4433,-82 5-1425,2-2-481,-2-1-928,-3-4-448,1-6 0,-4-2-1328,-4 0-2018,-3-17-3265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8.4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 2481,'0'0'10917,"-30"145"-7187,7-77-897,3 7-224,2-2-1312,3-5 192,5-6-1041,5-9-304,0-13-144,5-10-32,0-12-961,0-8-911,0-8-1362,8-12-10644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48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33 5603,'0'0'11501,"30"-7"-10117,-12 2-1228,-5 0-64,1 1 0,0 1 0,0 0 0,0 1 1,1 0-1,-1 1 0,0 1 0,0 0 0,1 1 0,-1 1 0,0 0 0,27 8 0,-35-8-35,23 8 24,-1 0 1,0 1 0,-1 2 0,-1 1 0,0 1 0,31 24 0,-53-36-82,-1 1 0,0-1 1,0 0-1,0 1 0,0 0 0,-1-1 1,1 1-1,-1 0 0,0 1 1,0-1-1,-1 0 0,1 0 0,-1 1 1,0-1-1,0 1 0,0 4 0,-1-6-1,0 1 0,0-1 0,0 0-1,0 1 1,-1-1 0,0 0-1,0 1 1,0-1 0,0 0-1,0 0 1,0 0 0,-1 0-1,0 0 1,1 0 0,-1 0 0,0-1-1,-1 1 1,1 0 0,0-1-1,-1 0 1,-3 4 0,-13 5 136,0-1-1,0-1 1,0 0 0,-1-1 0,-1-1 0,-29 6-1,25-7 316,0 1-1,0 2 0,-37 18 0,59-26-401,0 1 1,0 0 0,0 0 0,1 0-1,-1 1 1,0-1 0,1 1 0,0-1-1,0 1 1,0 0 0,0 0 0,-2 4-1,3-5-41,0 0-1,1 0 0,-1-1 0,1 1 0,0 0 0,-1 0 1,1-1-1,0 1 0,0 0 0,0 0 0,0 0 0,1-1 1,-1 1-1,0 0 0,1 0 0,-1-1 0,1 1 0,0 0 1,-1-1-1,1 1 0,0 0 0,0-1 0,0 1 0,0-1 1,0 0-1,2 3 0,12 8-14,-1 0 1,2-1-1,0 0 0,0-1 0,19 9 1,9 5-14,-7-3-52,-2 2 0,0 1 0,-2 2 0,0 1-1,-2 2 1,36 42 0,-63-67 79,0 1 0,-1 0 0,1 0 0,-1 0-1,0 1 1,0-1 0,-1 1 0,1 0 0,-1 0 0,-1-1 0,1 1-1,-1 0 1,0 0 0,0 7 0,-1-12 22,0 1-1,-1-1 1,1 0 0,0 0-1,-1 1 1,1-1-1,-1 0 1,1 0 0,-1 0-1,0 0 1,1 0 0,-1 0-1,0 0 1,0 0-1,0 0 1,0 0 0,0 0-1,0-1 1,0 1 0,0 0-1,0-1 1,0 1-1,0 0 1,0-1 0,0 0-1,0 1 1,-1-1 0,1 0-1,0 1 1,0-1-1,-1 0 1,0 0 0,-51 1 1042,38-1-632,-36-1 975,0-3 0,-73-14 0,81 12-1005,0 2 1,-58 2-1,99 2-471,1 1 1,0-1-1,0 1 1,0-1-1,0 1 0,0 0 1,0-1-1,0 1 1,1 0-1,-1 0 1,0 0-1,0 0 1,1 0-1,-1 0 0,0 0 1,1 0-1,-1 0 1,1 0-1,-1 0 1,1 0-1,-1 0 1,1 0-1,0 0 1,0 1-1,0-1 0,-1 0 1,1 0-1,1 2 1,-2-2-278,1 1 1,0-1-1,0 0 1,0 1-1,0-1 1,0 0-1,0 0 1,0 1-1,0-1 1,0 0-1,0 0 1,1 1-1,-1-1 1,1 0-1,-1 0 1,1 0-1,-1 0 1,1 0-1,0 0 1,-1 1-1,1-1 1,0-1-1,0 1 1,0 0-1,0 0 1,0 0-1,2 1 1,23 0-6995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50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0 340 160,'3'-6'19722,"3"4"-20803,189 2 1354,732 7 1607,-16-4-2261,-475-5 247,-277 3 29,2 1-8,220-24 0,383-55 218,-448 50-79,270 5-708,-446 21 555,556-31-318,-48-4 363,33-4 118,-498 20-39,140-7 25,-242 25-21,65-1 560,165 17 0,-246-7 49,120-4-1,-179-3-411,0-1-1,0 0 0,0 0 1,0 0-1,0-1 0,-1 0 1,7-3-1,-10 4-10,0 0 0,-1 0 0,1 1 0,0-2 0,-1 1-1,1 0 1,-1 0 0,1 0 0,-1-1 0,1 1 0,-1-1 0,0 1 0,0-1 0,0 1 0,0-1-1,0 0 1,0 0 0,0 1 0,0-1 0,-1 0 0,1 0 0,-1 0 0,1-4 0,-3 5-133,0 0 1,0 1 0,-1-1 0,1 0 0,0 0 0,0 1 0,-1 0 0,1-1 0,0 1 0,0 0 0,-1 0 0,1 0-1,-4 1 1,3-1-18,-20 0-302,1 1-1,0 1 1,1 0-1,-1 2 1,-25 7-1,-4 4-3253,-1-3-1,-55 6 0,20-8-4702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8:52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1134 1 1024,'0'0'8383,"-8"3"-6948,-190 67 6007,25-11-4100,-192 95 1,327-134-2887,0 1 0,2 2-1,0 2 1,2 1 0,1 1 0,1 2 0,-56 66 0,82-86-390,0 1 0,1 1 1,0-1-1,1 1 1,0-1-1,1 1 0,0 1 1,0-1-1,1 0 0,1 1 1,0-1-1,0 0 0,2 1 1,-1-1-1,4 21 1,-2-27-62,0 1 1,0-1-1,0 0 1,0 0 0,1 0-1,0 0 1,0-1-1,0 1 1,1-1 0,0 0-1,-1 0 1,1 0-1,7 4 1,2 3 27,1 0-1,31 15 1,-34-21-20,1 0 0,0-1 1,-1-1-1,2 0 1,-1 0-1,0-1 0,20 0 1,1-1 19,55-6 0,-56 1-25,38-10 1,-60 12-9,-1 0 1,1-2-1,-1 1 1,1-1-1,-1 0 1,0-1-1,-1 0 1,9-7-1,-14 10 2,0-1-1,-1 0 0,1-1 0,-1 1 0,0 0 0,0-1 1,0 1-1,0-1 0,-1 0 0,1 1 0,-1-1 0,0 0 1,0 0-1,-1 0 0,1 0 0,-1 0 0,0 0 0,0 0 1,0 0-1,-1-5 0,1-1-26,0 7 21,-1 1-1,0 0 1,1-1-1,-1 1 1,0 0-1,0 0 1,0-1-1,0 1 0,-1 0 1,1 0-1,-1 0 1,1 0-1,-1 1 1,0-1-1,1 0 1,-1 1-1,0-1 0,-4-2 1,-44-24-90,38 22 58,-11-6 61,0 2 0,-1 0-1,0 2 1,0 0-1,-1 2 1,0 0 0,0 2-1,-51-2 1,61 4 60,1 0 0,-1 0 0,0-1 0,1-1 0,-25-10 0,19 6 299,-38-8 0,29 12-190,17 3 116,11 2 56,3-1 199,21 9-387,19 3-3617,-11-15-8840,-17-3 1295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5:17.3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75 176,'0'0'2727,"0"-7"-2407,0-50-350,0 56-271,0-3-1868,0-2 1446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5:18.6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846 119 1217,'0'0'4762,"23"-17"-4039,68-52 213,-59 42-121,-32 27-702,0-1 1,1 1 0,-1-1 0,0 1-1,1 0 1,-1-1 0,0 1 0,1 0 0,-1-1-1,1 1 1,-1 0 0,1 0 0,-1-1-1,1 1 1,-1 0 0,0 0 0,1 0-1,-1 0 1,1 0 0,-1 0 0,1 0-1,0 0 1,-1 0 0,1 0 0,0 0 779,-1 32 2810,0-23-3247,-3 27 790,3-34-1195,-1 0 1,0-1-1,1 1 0,-1 0 0,0-1 1,0 1-1,0-1 0,0 1 0,0-1 1,-1 1-1,1-1 0,0 0 0,-1 0 1,1 1-1,-1-1 0,1 0 1,-4 1-1,-31 18 182,0 1 0,-35 29 0,-35 23-31,68-48-48,0 1 0,1 2 1,-56 56-1,60-51-119,-1-1 0,-1-1 0,-1-2 0,-2-1 0,-48 25 1,76-46-31,-1 1 0,1 0 1,-10 10-1,11-9 4,-1 0 1,-1-1-1,-11 8 0,-135 82-3,157-98-2,0 0 0,1 0 1,-1 0-1,0 0 1,0 0-1,0 0 0,0 0 1,1 0-1,-1 0 0,0 1 1,0-1-1,0 0 1,1 0-1,-1 0 0,0 0 1,0 0-1,0 0 1,0 0-1,0 0 0,1 1 1,-1-1-1,0 0 0,0 0 1,0 0-1,0 0 1,0 1-1,0-1 0,0 0 1,0 0-1,0 0 0,1 0 1,-1 1-1,0-1 1,0 0-1,0 0 0,0 0 1,0 1-1,0-1 1,0 0-1,0 0 0,0 0 1,0 0-1,0 1 0,0-1 1,-1 0-1,1 0 1,0 0-1,0 1 0,0-1 1,0 0-1,0 0 1,0 0-1,0 0 0,0 0 1,-1 1-1,1-1 0,0 0 1,0 0-1,0 0 1,0 0-1,-1 0 0,18 1 486,-17-1-518,102 1 567,81 0-247,200-25 0,-284 15 490,140 7 0,-128 3-209,-101-1-388,1-1 0,0 0-1,0 0 1,20-6 0,-30 7 1026,-1-2-1030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5:19.6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66 57 688,'0'0'6118,"0"-3"-5475,0-12 445,0-13 7375,0 17-1417,0 33-6083,1 59 1222,1-25-1355,-3-1 1,-11 87 0,3-73-324,4 1 1,3 98-1,3-90 366,-1-78-673,-13-10 139,-10-26-443,19 22-7723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0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207 233 9508,'0'0'10773,"21"-23"-9898,73-75-24,-83 87-721,1 0-1,0 1 0,1 0 0,0 1 1,0 1-1,1 0 0,0 1 1,0 0-1,1 1 0,21-5 0,-28 8-71,1 0 0,-1 1 0,1 0 0,0 1 0,9-1 0,-16 2-41,0 0 1,-1 0-1,1 0 0,0 0 0,-1 0 0,1 1 1,0-1-1,-1 1 0,1-1 0,-1 1 0,1-1 1,-1 1-1,1 0 0,-1 0 0,1 0 0,-1 0 0,1 0 1,-1 0-1,0 0 0,0 0 0,0 1 0,0-1 1,0 0-1,0 1 0,0-1 0,0 1 0,0-1 1,-1 1-1,1-1 0,0 1 0,-1 0 0,1 2 0,3 19 146,-1 0-1,0 1 0,-2-1 1,-1 0-1,-1 1 0,-1-1 0,-5 26 1,-1-16-91,-1 0 1,-1 0-1,-1-1 1,-22 40-1,-1-11-67,-2-2-1,-4-1 1,-1-2-1,-60 61 1,-6-7 26,89-93-54,-2-1 1,0-1 0,-42 25-1,61-39-10,-1 0 0,0 0-1,0 0 1,0-1 0,0 1-1,0 0 1,0-1 0,0 0-1,0 1 1,-4-1 0,5 0 16,1 0-1,-1 0 1,1 0 0,-1 0 0,0-1 0,1 1 0,-1 0-1,0 0 1,1-1 0,-1 1 0,1 0 0,-1-1-1,1 1 1,-1-1 0,1 1 0,-1-1 0,1 1 0,-1-1-1,1 1 1,0-1 0,-1 1 0,0-1 0,0-3-27,0 0 0,0-1 0,0 1 0,1 0 0,0 0 0,-1 0 0,1 0 0,1-5 0,-1-2 110,0 2-55,0-1-1,1 0 1,0 0 0,0 1-1,1-1 1,0 1 0,1-1 0,7-16-1,-7 20 4,0 1 1,1 0-1,0 0 0,0 0 0,0 1 0,0-1 0,1 1 1,-1 0-1,1 0 0,0 1 0,0 0 0,1-1 0,-1 2 1,1-1-1,9-3 0,6 1 94,0 1 0,1 0 0,0 2 0,0 0 0,0 2 0,-1 0 0,31 5 0,-33-1 41,0 0-1,0 1 0,0 1 1,-1 0-1,0 2 0,0 0 1,-1 1-1,31 21 0,-21-13-184,57 27-1,-48-33-1000,-34-11 586,0 1-1,0-1 0,0 0 0,0 1 0,0-1 0,0 0 1,0 0-1,1 0 0,-1-1 0,0 1 0,0 0 0,0-1 1,0 1-1,3-3 0,1-7-6255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0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25900,'0'0'6867,"93"8"-6867,-65-8 0,-8 0-320,-8 0-3810,-4 0-3089,12-8 223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1.7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1025 1 8452,'0'0'9023,"-9"23"-5504,-8 17-2021,-33 91 2577,40-89-2835,1 1 0,2 0 0,2 1 0,1 83 0,4-137-1326,0 1-1,-1-1 1,0 1 0,-1 0-1,0-1 1,-1 1 0,0 0-1,-6-13 1,7 18-14,0 0-1,0 1 1,0-1 0,-1 0-1,0 1 1,0-1 0,0 1-1,0 0 1,0 0 0,0 0 0,-1 1-1,0-1 1,1 1 0,-1 0-1,0 0 1,0 0 0,0 0-1,-1 1 1,1 0 0,0 0 0,0 0-1,-5 0 1,-14-1 30,1 2 1,0 1-1,0 1 0,-1 1 1,1 0-1,1 2 0,-1 1 1,1 0-1,-24 11 1,-2 5 108,0 2 0,-76 51 0,69-37 359,-76 68 0,110-88-223,1 1-1,2 1 0,0 1 1,1 0-1,0 1 1,-19 39-1,30-49-88,1 0 1,0 0-1,0 0 0,1 1 0,-1 13 1,3-20-76,0 0 1,1 0-1,0 0 1,0 0-1,0 0 1,1 0-1,0 0 1,0 0-1,0-1 0,1 1 1,0 0-1,5 9 1,-3-10-15,0 0 0,0 0 0,1-1-1,0 1 1,0-1 0,0 0 0,1 0 0,-1-1 0,1 1 0,0-1 0,0-1 0,7 4 0,8 1-72,1 0 0,32 5 1,-6-6-374,0-3 1,58-2-1,-58-2-66,-12 1-836,45-6 0,-64 3 70,-1 0 0,0-1 0,1-1 0,29-13 0,21-19-6697,-6-4-4309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3.1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209 888 8516,'0'0'17005,"-23"20"-15316,-114 95 357,130-109-1895,1-1 1,-1 1-1,1 0 0,1 0 1,-1 0-1,-4 9 0,9-15-159,1 0 0,0 0-1,0 1 1,0-1 0,0 0 0,0 0-1,0 1 1,0-1 0,0 0 0,0 0-1,0 1 1,0-1 0,0 0 0,0 0-1,0 0 1,0 1 0,0-1 0,0 0-1,0 0 1,0 1 0,0-1 0,0 0-1,0 0 1,0 1 0,1-1 0,-1 0-1,0 0 1,0 0 0,0 1 0,0-1-1,0 0 1,1 0 0,-1 0 0,0 0-1,0 1 1,0-1 0,1 0 0,-1 0-1,0 0 1,0 0 0,1 0 0,-1 0-1,0 0 1,0 0 0,1 0 0,-1 0-1,0 0 1,0 0 0,0 0 0,1 0-1,-1 0 1,18 0-335,-13 0 275,6 0-176,0-1 0,0 0 0,0-1 0,0-1 0,0 1 0,-1-2 1,1 1-1,-1-1 0,15-9 0,2-3-756,-1-2-1,26-22 1,-44 31 1236,-14 8 1011,-16 9-441,18-5-768,0 0 0,0 0-1,1 0 1,-1 0 0,1 1 0,0-1-1,0 1 1,0 0 0,1 0 0,0 0-1,-1 0 1,1 1 0,0-1 0,1 0-1,-1 1 1,1-1 0,0 1 0,0 0 0,1-1-1,-1 1 1,1 0 0,0 0 0,0-1-1,1 1 1,1 7 0,-1-9-53,0-1 1,0 0-1,0 0 1,1 1-1,-1-1 1,1 0-1,0 0 1,-1 0-1,1 0 1,0-1-1,0 1 1,0 0-1,0-1 0,1 0 1,-1 1-1,0-1 1,1 0-1,-1 0 1,1 0-1,-1 0 1,1-1-1,4 1 1,6 2-349,1-1 0,26 1 1,-29-2 58,0-1 0,0 1 1,0-2-1,0 0 0,0 0 0,0-1 1,0 0-1,0-1 0,-1 0 1,1-1-1,-1 0 0,14-8 0,13-12-1029,-2-2 0,0-1-1,-1-2 1,44-50-1,103-146-2900,-114 129 2945,89-168 0,-43 11 2710,-96 201 218,-13 35 1607,-2 9 3997,-20 56-5992,-1-2 0,-3 0 1,-32 49-1,-2 5 323,35-58-1034,-63 116 1282,-86 233-1,164-375-1821,0 0 0,2 1 0,-1-1 0,2 1 0,1-1 0,0 1 0,1 0 0,1 18 0,0-33-4,0-1-1,1 0 1,-1 1 0,0-1-1,1 0 1,0 0 0,-1 1-1,1-1 1,0 0 0,0 0-1,-1 0 1,1 0-1,0 0 1,0 0 0,0 0-1,0 0 1,0 0 0,1 0-1,-1-1 1,0 1 0,0 0-1,0-1 1,1 1 0,-1-1-1,0 1 1,1-1 0,-1 0-1,0 0 1,2 1 0,48 1-378,-38-3 230,5 0-44,-1-1 0,1-1 0,-1 0 0,0-1 0,0-1 0,0-1 0,-1 0 0,0-1 0,0-1 0,18-12 0,16-13-2168,76-64 1,-74 52 511,-7 5 615,68-45 1,-88 79 6044,-16 7-1124,-14 6-2145,-24 10-1530,17-10-2,1 0 0,0 1 0,-17 15 0,24-20-7,1 1 1,0-1-1,0 1 0,0 0 1,1 0-1,0 0 1,-1 1-1,1-1 0,1 0 1,-1 1-1,1-1 1,-1 1-1,1 0 0,0 8 1,-1-4-5,2 1 1,-1-1-1,2 0 0,-1 1 1,4 15-1,-4-22 0,2 0-1,-1 0 1,0 0-1,0 0 1,1-1-1,0 1 1,-1 0-1,1-1 1,0 0-1,0 1 1,0-1-1,1 0 1,-1 0 0,0 0-1,1 0 1,-1-1-1,1 1 1,0-1-1,0 1 1,-1-1-1,5 1 1,8 2-133,1 0 1,0-2-1,0 0 1,1 0-1,-1-2 0,28-2 1,-2 1-440,-36 1 447,0-1 0,0 0-1,1 0 1,-1 0-1,0-1 1,0 0-1,0 0 1,-1-1-1,1 0 1,0 0 0,-1 0-1,0 0 1,7-7-1,7-6-510,-1-1-1,17-22 1,-12 13 27,75-78-174,-107 119 5009,-26 52-2596,32-58-1458,0 0 0,1 0 0,1 0 0,-1 1-1,1-1 1,1 0 0,0 1 0,1 11-1,-1-20-157,1 0-1,-1-1 0,0 1 0,1 0 1,-1-1-1,0 1 0,1-1 0,-1 1 1,1 0-1,-1-1 0,1 1 1,-1-1-1,1 1 0,-1-1 0,1 1 1,0-1-1,-1 0 0,1 1 0,0-1 1,-1 0-1,1 1 0,0-1 0,-1 0 1,1 0-1,0 0 0,-1 0 0,1 0 1,1 0-1,26 1-9,-20-1 9,12 0-175,-1-1-1,0-1 1,0-1 0,0 0-1,0-2 1,-1 0 0,0-1 0,0 0-1,0-2 1,-1 0 0,20-13-1,-26 15 152,-1-1 0,18-16 0,-29 32 3055,-5 31-3092,3 27 46,3-50-33,1-16-76,-1 0-1,0 0 1,0 0 0,1 0 0,-1 0 0,0 0 0,1 0 0,-1 0 0,1 0 0,0 0-1,-1 0 1,1 0 0,0 0 0,-1 0 0,1-1 0,0 1 0,0 0 0,0-1 0,-1 1-1,1 0 1,0-1 0,0 1 0,0-1 0,0 1 0,0-1 0,0 0 0,0 1 0,0-1-1,0 0 1,1 0 0,-1 0 0,0 0 0,1 0 0,2 1-659,1-1 1,-1 0 0,0-1-1,0 1 1,0 0-1,0-1 1,0 0-1,0 0 1,4-2 0,31-22-6999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3.3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0 15751,'0'0'7745,"-26"31"-4189,-87 105-1008,95-111-2146,1 1-1,1 0 1,2 2-1,0 0 1,2 0-1,1 1 1,-9 37-1,14-46-446,-4 18 45,1 1 0,2 1 0,2-1 0,0 76 0,4-112-27,1-1 0,0 1 0,0 0 0,0-1 0,0 1 0,0 0 0,1-1 0,-1 1 0,1 0 0,-1-1 0,1 1 0,0-1 0,0 1 0,0-1 0,1 0 0,-1 1 0,1-1 0,-1 0 0,1 0 0,-1 0 0,1 0 0,0 0 0,0 0 0,0-1 0,0 1 0,1-1 0,-1 1 0,0-1 0,1 0 0,-1 0 0,0 0 0,1 0 0,0 0 0,-1 0 0,1-1 0,-1 1 0,1-1 0,0 0 0,2 0 0,18 2-1385,1 0 0,-1-2 1,1 0-1,-1-2 1,0-1-1,1 0 0,-1-2 1,-1-1-1,31-11 1,24-17-6604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3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311 0 7908,'0'0'15316,"-24"3"-11888,-80 12-680,90-12-2467,1 1-1,0 0 1,-1 0-1,2 2 1,-1-1 0,0 2-1,1-1 1,0 2-1,1 0 1,0 0-1,-19 19 1,28-26-281,1 0 0,0 0 0,0 0 0,0 0 0,0 1 0,0-1 0,0 0 0,0 1 0,0-1 0,1 0 0,-1 1 0,0-1 0,1 1 0,-1-1 0,1 1 0,0 0 0,0-1 0,-1 1 0,1-1 0,0 1 0,0 0 0,0-1 0,1 1 0,-1-1 0,0 1 0,0-1 0,1 1 0,-1-1 0,1 1 0,0-1 0,-1 1 0,1-1 0,0 1 0,0-1 0,0 0 0,0 0 0,0 1 0,0-1 0,0 0 0,0 0 0,1 0 0,-1 0 0,0 0 0,0 0 0,1-1 0,-1 1 0,1 0 0,-1-1 0,2 1 0,16 2 8,0-2-1,-1 0 1,1-1 0,0-1-1,21-4 1,-28 2-68,-1 1 0,1-2 0,-1 1 0,0-2-1,0 1 1,-1-2 0,0 1 0,0-1 0,13-10 0,-15 8 424,-14 19-173,2-2-191,1 1 0,0-1 0,0 1 0,1 0 0,1 0 0,-1 0 0,2 0 0,-1 0 0,1 0 0,2 12 0,-1-21-54,-1 0 0,1 1 1,0-1-1,-1 0 0,1 1 0,0-1 0,0 0 1,0 0-1,0 0 0,0 0 0,0 0 0,0 0 0,0 0 1,1 0-1,-1 0 0,0 0 0,1-1 0,-1 1 1,0 0-1,1-1 0,-1 1 0,1-1 0,-1 0 0,1 0 1,-1 1-1,1-1 0,-1 0 0,1 0 0,1 0 1,5 0-766,0 0 0,0-1 0,0 1 0,11-4 0,-11 1-152,1 0 0,-1-1 1,0 0-1,0 0 0,-1-1 1,1 0-1,-1 0 0,0-1 1,6-6-1,-8 7 62,52-44-9498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3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1 17576,'0'0'6979,"-118"196"-2369,81-84-2096,1 9-1426,4-1-1088,-3-4 0,10-13 0,0-13 0,7-20 0,3-15 0,-3-15 0,3-17 0,-2-8-704,-6-12-2786,-9-3-2144,-9-13-4403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4.3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78 11685,'0'0'4720,"29"0"-230,422 0 5037,-375 1-8997,90-3-212,-117-5-484,-47 7 146,-1-1-1,1 1 0,-1 0 1,1-1-1,-1 1 1,1-1-1,-1 1 1,0-1-1,1 0 1,-1 1-1,0-1 0,1 0 1,-1 0-1,0 0 1,0 0-1,0 0 1,0 0-1,0 0 1,0-1-1,0 1 1,-1 0-1,1 0 0,0-1 1,0 1-1,-1-1 1,1 1-1,0-3 1,-2 3 15,1 0 0,-1 1 1,0-1-1,1 0 1,-1 0-1,0 1 1,0-1-1,1 1 0,-1-1 1,0 1-1,0-1 1,0 1-1,0-1 0,0 1 1,1 0-1,-1-1 1,0 1-1,0 0 0,0 0 1,0 0-1,0 0 1,0 0-1,-1 0 1,-1-1-9,-207-28 1245,184 27-178,26 3-1052,0-1 1,0 1-1,0-1 0,0 1 0,0-1 0,0 1 0,0-1 1,0 1-1,0-1 0,0 1 0,0-1 0,1 1 0,-1-1 1,0 0-1,0 1 0,1-1 0,-1 1 0,0-1 0,1 0 1,-1 1-1,0-1 0,1 0 0,-1 0 0,0 1 0,1-1 0,-1 0 1,1 0-1,-1 1 0,0-1 0,1 0 0,0 0 0,0 1 4,26 22-650,2-1 0,30 18 0,-37-27-1441,0-1 0,1-2 0,43 16 1,14-9-11576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4.5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688 1 19545,'0'0'5218,"-136"203"385,86-88-3202,5 8-2401,-3 10 0,3-7 0,3-4 0,1-19 0,6-20 0,0-23 0,8-15 0,-4-20 0,1-17-1617,-5-8-3217,-5-5-1777,-8-33-7267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5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1 558 9652,'31'-9'3751,"391"-92"6934,-263 65-9694,-1-8 0,196-82-1,-334 119-1019,-1-1-1,-1-1 0,0-1 1,0-1-1,-1 0 0,0-2 1,24-21-1,-38 30 32,0 0 0,0 0 1,-1 0-1,1-1 0,-1 1 1,0-1-1,0 0 0,0 0 0,-1 1 1,2-10-1,-3 12-2,1 0-1,-1-1 1,1 1-1,-1 0 1,0-1-1,0 1 1,0-1-1,0 1 1,-1 0-1,1-1 1,-1 1-1,1 0 1,-1-1-1,0 1 1,0 0 0,0 0-1,0 0 1,0 0-1,-1 0 1,1 0-1,-1 0 1,1 0-1,-1 0 1,-2-2-1,-3 1 11,0-1 1,0 1-1,-1 0 0,1 1 0,-1 0 0,0 0 1,0 0-1,0 1 0,0 0 0,0 1 0,-9 0 1,0 0 96,1 2 0,0 0 1,0 0-1,-29 9 0,19-1 191,1 1-1,0 2 0,1 0 1,1 1-1,-39 31 1,-99 101 1204,118-103-1257,3 1-1,1 2 0,-34 55 1,59-80-185,2 1 1,0 1-1,2-1 1,0 2-1,1-1 1,2 1-1,0 1 1,2-1-1,1 1 1,-2 25 0,5 57-67,1-106 7,0-1 0,0 1-1,0 0 1,0 0 0,1-1 0,-1 1-1,0 0 1,0-1 0,0 1 0,1 0-1,-1-1 1,0 1 0,1-1 0,-1 1-1,0 0 1,1-1 0,-1 1-1,1-1 1,-1 1 0,1-1 0,-1 1-1,1-1 1,0 0 0,-1 1 0,1-1-1,0 1 1,23 1 39,-19-2-37,0-1-1,1 0 1,-1 0-1,0-1 1,-1 1-1,1-1 1,7-4-1,12-12-185,-2-1-1,0-1 1,24-28 0,-25 24-3,1 2 0,45-36 0,-67 58 208,0 0 0,0 0 0,0 0 0,0-1 0,1 1 0,-1 0 0,0 0 0,0 0 0,0 0-1,1 0 1,-1 0 0,0 0 0,0 0 0,1 0 0,-1-1 0,0 1 0,0 0 0,0 0 0,1 0 0,-1 0 0,0 0 0,0 0 0,1 1 0,-1-1 0,0 0 0,0 0 0,1 0 0,-1 0 0,0 0-1,0 0 1,0 0 0,1 0 0,-1 0 0,0 1 0,0-1 0,0 0 0,0 0 0,1 0 0,-1 0 0,0 1 0,0-1 0,0 0 0,0 0 0,0 0 0,1 1 0,-1-1 0,0 0 0,0 1 0,2 17 250,-5 23-194,3-41-74,-5 53-386,1 55 1,4-107 219,0 0 1,0 0-1,0 0 0,0 0 1,0 0-1,0 0 0,0 0 0,0 0 1,0 0-1,1-1 0,-1 1 1,0 0-1,1 0 0,-1 0 1,1 0-1,-1 0 0,1-1 1,-1 1-1,1 0 0,0-1 1,-1 1-1,1 0 0,0-1 1,0 1-1,-1-1 0,1 1 1,0-1-1,0 1 0,1 0 0,1-1-655,-1 1-1,1-1 1,-1 0-1,1 0 1,0 0-1,-1 0 1,1 0-1,-1-1 0,1 1 1,2-1-1,15-8-8266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5.4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1 155 9524,'0'0'17019,"23"17"-15781,75 51-483,-92-63-738,1-1 1,0 0-1,0 0 1,1 0 0,-1-1-1,1 0 1,-1-1-1,1 0 1,0 0-1,0-1 1,0 1 0,0-2-1,0 1 1,16-2-1,-2 0-136,-21 2 81,1-1 1,0 0-1,-1 0 1,1 0-1,0 0 1,-1-1-1,1 1 1,-1 0-1,1-1 1,0 1-1,-1-1 0,1 1 1,-1-1-1,1 0 1,-1 0-1,1 0 1,-1 0-1,0 0 1,1 0-1,-1 0 1,0 0-1,0 0 1,0-1-1,0 1 1,0 0-1,0-1 1,1-1-1,-1-3-26,1 1 0,-1 0-1,-1 0 1,1 0 0,-1-1 0,0 1-1,-1-6 1,1-5 121,-1 3 85,-1 1 0,0-1 0,-1 1 0,0 0-1,-1 0 1,-1 0 0,1 0 0,-2 1 0,0 0 0,0 0-1,-1 0 1,-9-10 0,13 18-55,1 1 0,-1-1 0,1 1-1,-1 0 1,0 0 0,0 0 0,0 1 0,0-1 0,0 1 0,0-1-1,0 1 1,-1 0 0,1 0 0,0 1 0,-1-1 0,1 1 0,-1-1-1,1 1 1,-1 0 0,1 1 0,-1-1 0,1 0 0,0 1 0,-1 0-1,1 0 1,0 0 0,0 0 0,-1 0 0,1 1 0,0 0 0,0-1-1,0 1 1,1 0 0,-1 0 0,0 1 0,1-1 0,-1 0 0,1 1 0,0 0-1,0-1 1,0 1 0,-2 5 0,1-4-98,1 1 1,0 0-1,0 0 0,0 1 1,1-1-1,-1 0 0,1 0 1,1 1-1,-1-1 0,1 1 1,0-1-1,0 0 0,0 1 1,1-1-1,0 0 0,0 1 1,0-1-1,1 0 0,0 0 1,0 0-1,0 0 0,1 0 1,-1 0-1,1-1 0,0 1 1,0-1-1,5 5 0,6 4-276,0-1-1,1 0 0,1-1 0,-1-1 0,2 0 1,27 12-1,-4-4-1225,72 23 1,-6-15-3536,46-3-5888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1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1 326 1249,'0'0'10367,"0"-5"-7963,0-17-329,0 17 1447,0 14-985,3 14-2093,0 0 1,2-1-1,1 0 0,1 0 1,0 0-1,13 22 0,-5-7-139,166 346 1068,-83-191-1164,-59-99 389,-39-93-592,0 1 1,0-1 0,0 0 0,0 0-1,0 0 1,0 0 0,0 1 0,0-1-1,1 0 1,-1 0 0,0 0 0,0 0-1,0 1 1,0-1 0,0 0 0,0 0-1,1 0 1,-1 0 0,0 0 0,0 0-1,0 1 1,0-1 0,0 0 0,1 0-1,-1 0 1,0 0 0,0 0 0,0 0 0,1 0-1,-1 0 1,0 0 0,0 0 0,0 0-1,1 0 1,-1 0 0,0 0 0,0 0-1,0 0 1,0 0 0,1 0 0,-1 0-1,0 0 1,0 0 0,0 0 0,0 0-1,1-1 1,-1 1 0,0 0 0,0 0-1,9-12 268,262-517 60,-59 131-1677,-167 295 1138,21-41 568,-62 142 224,-2 9-475,-2 14-166,-4 8-255,-1-1 0,-1 0 0,-14 39-1,-4 18-2549,20-67 591,0 1 0,-1 31-1,5-7-4899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2.3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349 38 7876,'0'0'13235,"-14"-7"-11768,2 1-1108,8 3-255,-2-1 1,1 2 0,0-1-1,0 1 1,-1 0 0,1 0-1,-1 0 1,0 1-1,1 0 1,-1 0 0,0 0-1,0 1 1,0 0-1,0 0 1,1 0 0,-10 2-1,-11 8 431,1 1-1,0 1 1,0 1-1,1 1 1,-35 28-1,57-41-478,-1 1-1,0 0 1,1 0-1,0 0 1,-1 0 0,1 0-1,0 0 1,0 1-1,0-1 1,0 1 0,1-1-1,-1 1 1,1 0-1,-1 0 1,1-1-1,0 1 1,-1 6 0,2-9-58,0 1 0,0-1 0,1 1 0,-1-1 0,0 1 1,1 0-1,-1-1 0,0 1 0,1-1 0,-1 0 0,0 1 1,1-1-1,-1 1 0,1-1 0,-1 1 0,1-1 1,-1 0-1,1 1 0,0-1 0,-1 0 0,1 0 0,-1 0 1,1 1-1,0-1 0,-1 0 0,1 0 0,-1 0 0,1 0 1,0 0-1,-1 0 0,2 0 0,25 0-68,-19 0 46,7 1 7,1-2-1,-1 1 0,0-2 0,0 0 0,0-1 0,0 0 0,-1-1 0,1-1 1,23-11-1,-12 1 170,47-36-1,-66 46-25,-4 33 2720,2 30-3926,-4-54 828,1 0-1,-1 0 0,1 1 0,0-1 1,0-1-1,0 1 0,1 0 0,-1-1 0,1 1 1,0-1-1,0 0 0,0 0 0,1 0 1,-1 0-1,1 0 0,-1-1 0,1 1 0,0-1 1,0 0-1,0-1 0,6 3 0,4 0-2129,1-1 0,-1-1 0,0 0-1,1-1 1,17-1 0,1 0-6438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2.6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1 271 5555,'0'0'17533,"0"23"-16058,0 55-471,0-19 1877,0-59-2465,0-2-45,0-33 385,3-73-106,-2 97-653,1-1 0,0 1 0,1 0 0,0 0 0,1 0 0,0 0 0,8-13 0,-1 5-111,0 0 0,2 1-1,1 0 1,16-18 0,-23 30-364,-1-1-1,1 1 0,1 1 1,-1-1-1,1 1 1,0 1-1,0-1 0,0 1 1,0 0-1,1 1 0,0 0 1,14-3-1,20 1-4518,4 0-2929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5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44 291 15575,'0'0'13444,"-4"21"-11884,-32 283 628,33 137-2188,3-419 0,2-1 0,0 1 0,2-1 0,0 0 0,2 0 0,0 0 0,15 34 0,-20-54 0,0-1 0,0 1 0,0 0 0,0 0 0,0-1 0,0 1 0,0 0 0,0-1 0,0 1 0,0-1 0,0 1 0,0-1 0,0 0 0,0 1 0,1-1 0,-1 0 0,0 0 0,0 0 0,0 0 0,1 0 0,-1 0 0,0 0 0,0 0 0,0 0 0,0-1 0,1 1 0,-1 0 0,0-1 0,0 1 0,0-1 0,0 0 0,0 1 0,0-1 0,1 0 0,7-9 0,0-1 0,0 0 0,-2 0 0,1 0 0,-1-1 0,-1 0 0,9-24 0,1 1 0,240-482-333,24 14 461,-270 485-77,1 1 0,0 1 1,25-27-1,-35 43-51,-1 0 0,0 1 0,1-1 0,-1 0 0,0 1 0,1-1 0,-1 0 0,0 1 0,1-1 0,-1 0 0,0 1 0,0-1 0,0 1 0,1-1 0,-1 0 0,0 1 0,0-1 0,0 1 0,0-1 0,0 1 0,0-1 0,0 0 0,0 1 0,0-1 0,0 1 0,0-1 0,0 1 0,0-1 0,0 1 0,0-1 0,0 0 0,-1 1 0,1 0 0,-2 81-1966,0-70 313,0 1 1,0-1-1,-1 1 1,-6 17-1,-11 16-7327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6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0 11861,'0'0'9754,"-22"5"-5157,-4 2-3422,-121 32 3386,131-35-4390,0 2 0,0 0 0,1 1 0,-25 15 0,36-20-173,0 1 0,0 0 1,0 0-1,1 0 1,0 0-1,-1 1 0,1-1 1,0 1-1,1 0 0,-1 0 1,1 0-1,-1 0 1,1 1-1,1-1 0,-1 0 1,0 1-1,1 0 0,0-1 1,0 1-1,1 0 1,-1 6-1,1-8 2,-1 1 0,1-1 0,1 0 0,-1 1 0,0-1 0,1 1 0,0-1 0,0 0 0,2 6 0,-2-8 0,0 0 0,0 1 0,1-1 0,-1 0 0,0 0 0,1 0 0,-1 0 0,1 0 0,-1 0 0,1 0 0,0 0 0,-1-1 0,1 1 0,0-1 0,-1 1 0,1-1 0,0 0 0,0 0 0,0 1 0,2-1 0,5 1 0,1 0 0,0 0 0,0-1 0,0 0 0,-1 0 0,1-1 0,0-1 0,-1 0 0,1 0 0,-1-1 0,1 0 0,-1 0 0,12-7 0,48-41 0,-63 46 0,0 0 0,-1 0 0,0 0 0,0-1 0,-1 0 0,0 0 0,0 0 0,0 0 0,5-12 0,-12 39 0,1 1 0,2 38 0,0-30 0,0-16 83,0-8-233,0 0 0,0 0-1,0 1 1,1-1 0,2 12 0,-2-16-141,0-1 0,-1 1 1,1-1-1,0 1 0,0 0 1,0-1-1,0 0 0,0 1 0,1-1 1,-1 0-1,0 1 0,1-1 0,-1 0 1,0 0-1,1 0 0,-1 0 0,1 0 1,0-1-1,-1 1 0,1 0 1,0-1-1,0 1 0,-1-1 0,1 0 1,3 1-1,26 0-7134,-1-1-4114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6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53 362 10789,'0'0'17688,"0"24"-15444,0 116-198,1-138-2046,-2 5 0,-11-5 0,10-3 0,1 1 0,0-1 0,0 0 0,0 0 0,-1 1 0,1-1 0,0 0 0,0 0 0,0 0 0,0 0 0,1 0 0,-1-1 0,0 1 0,0 0 0,1 0 0,-1 0 0,1-1 0,-1 1 0,1 0 0,-1-1 0,1-1 0,-9-35 0,7 30 0,-1-10 0,0 1 0,1-1 0,0 1 0,1-1 0,2 0 0,0 0 0,0 1 0,2-1 0,0 1 0,1-1 0,1 1 0,0 0 0,2 1 0,-1-1 0,2 1 0,0 1 0,1-1 0,16-19 0,-14 21-21,0 0 1,2 1-1,-1 0 0,2 1 1,0 0-1,0 1 0,26-15 1,-18 19-1971,-1 6-4530,-11 1 2368,14 0-7076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6.9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71 191 7988,'0'0'24779,"-70"138"-24779,70-130 0,0-3 0,0-3 0,0-14-128,0-26-2849,0-14-1858,0-14-1616,27-19-1216,8-5-1745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7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4466,'0'0'23419,"33"-5"-23355,-38 45-64,-3 15-1185,-2 5-1680,0-2-3314,10 0-5858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7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 17080,'0'0'8772,"-25"-1"-4914,-82 2-1713,103-1-2111,0 1 0,-1 0 0,1 0 0,0 0 0,0 0 0,0 1 0,0 0 0,0 0 0,0 0 0,0 0 0,1 1 0,-1-1 0,1 1 0,-1 0 0,1 0 0,0 0 0,0 0 0,1 1 0,-1-1 0,1 1 0,-1 0 0,1 0 0,0-1 0,1 1 0,-3 7 0,-2 2-6,1-3-28,0 0 0,1 0 0,0 1 0,1 0 0,0-1 0,0 1 0,1 0 0,1 0 0,0 0 0,0 0 0,1 0 0,3 18 0,-3-27-14,1-1-1,0 1 1,0-1 0,0 0 0,0 1-1,0-1 1,0 0 0,0 0 0,0 0-1,0 0 1,1 0 0,-1 0 0,0 0-1,1 0 1,-1-1 0,0 1-1,1 0 1,-1-1 0,1 1 0,0-1-1,-1 0 1,1 1 0,-1-1 0,1 0-1,-1 0 1,3 0 0,53 0-1053,-42-1 609,-6 0 207,0-1 1,0 0 0,0 0-1,0-1 1,0 0-1,0 0 1,-1-1 0,1 0-1,-1-1 1,0 0-1,0 0 1,-1-1-1,1 0 1,7-8 0,3-4 426,0-2 1,-1 0 0,27-43-1,-40 81 4870,21 60-5151,-23-73-197,0-1 0,0 1 0,1 0 0,0-1 0,0 0 1,0 0-1,0 0 0,1 0 0,0 0 0,-1-1 0,1 0 0,1 0 0,7 5 0,-9-6-223,0-1 0,0 0 0,0 0 0,0 0 0,0 0 0,0 0 0,0-1 0,0 0 0,0 1 0,0-1 0,1 0 0,-1-1 0,0 1 0,0 0 0,0-1 0,0 0 0,0 1 0,0-1 0,0-1 0,0 1 0,0 0 0,0-1 0,0 1 0,4-4 0,36-34-6981,-1-5 4441,-21 21 3584,32-29 1,-41 43 1028,29-23 2500,-39 31-2913,0-1 0,0 1 0,1 0-1,-1 0 1,0 0 0,1 1 0,-1-1-1,1 0 1,4 0 3284,-8 31 532,-1-14-4457,2 0-1,0 0 1,3 19-1,-3-33-502,0 1 0,0-1 0,1 0-1,-1 1 1,1-1 0,0 1 0,-1-1-1,1 0 1,1 0 0,-1 1-1,0-1 1,0 0 0,1 0 0,-1 0-1,1 0 1,-1-1 0,1 1-1,0 0 1,0-1 0,0 1 0,0-1-1,0 1 1,0-1 0,0 0 0,1 0-1,3 1 1,0-1-1,0 0 0,1 0 0,-1-1 0,0 0 0,1-1 0,-1 1 0,0-1 0,1 0 0,-1-1 0,0 1 0,0-1 0,8-4 0,7-4-645,-1-1 0,21-16 0,-9 7-518,-19 12 1019,-9 6 218,0 0-1,0 0 1,0 0-1,-1 0 1,0-1-1,1 1 1,-1-1-1,0 0 1,0 0-1,0 0 1,4-7 2091,-7 22-1587,0 89-797,18-110-3971,5-16-1002,1-9-3399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8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296 2 12118,'0'0'19843,"-11"0"-19037,-39-1-806,-54 1 0,95 1 0,0 0 0,0 0 0,0 1 0,1 0 0,-1 1 0,1 0 0,-1 0 0,-14 8 0,20-8 0,0 0 0,0 0 0,0 0 0,0 0 0,0 0 0,1 1 0,-1-1 0,1 1 0,0-1 0,0 1 0,1 0 0,-1 0 0,1 0 0,0 0 0,0 0 0,0 0 0,0 1 0,1-1 0,-1 7 0,1-6 0,0 1 0,0-1 0,1 1 0,-1-1 0,1 1 0,0-1 0,1 1 0,-1-1 0,1 0 0,0 0 0,1 1 0,-1-2 0,1 1 0,3 5 0,-1-4-326,1 0 1,0 0-1,0-1 0,0 1 0,0-1 1,1-1-1,0 1 0,0-1 1,0 0-1,11 3 0,-6-3-1922,0-1 0,1-1 0,-1 0 0,1-1-1,23 0 1,-1-1-5377,-2-2-349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38.6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63 133 2369,'0'0'19967,"4"5"-18095,2 1-1581,0 0 0,0-1-1,1 0 1,0 0 0,0 0-1,0-1 1,0 0-1,1-1 1,-1 0 0,1 0-1,0 0 1,0-1 0,0 0-1,0-1 1,15 2 0,-7-2-194,-9-1-71,0 1 1,-1-1-1,1 0 0,0 0 0,10-3 1,-16 3-40,1-1 0,-1 1 1,1-1-1,-1 1 0,1-1 1,-1 0-1,0 0 0,1 0 1,-1 0-1,0 0 0,0 0 1,0 0-1,1 0 0,-1 0 1,-1-1-1,1 1 0,0 0 1,0-1-1,0 1 0,-1 0 1,1-1-1,0 1 0,-1-1 1,0 1-1,1-1 0,-1 1 1,0-1-1,0-2 0,2-8-46,-1 0 0,-1 0-1,0 0 1,0 0-1,-4-14 1,4 22 71,-1 1 1,0 0-1,0 0 0,0-1 1,0 1-1,-1 0 1,1 0-1,-1 0 1,0 1-1,0-1 0,0 0 1,0 1-1,0-1 1,-1 1-1,1 0 0,-1-1 1,1 1-1,-1 0 1,0 1-1,0-1 1,0 0-1,0 1 0,-4-2 1,-9-1 451,-1 1 0,-1 0 0,1 1 1,0 1-1,0 0 0,-1 1 0,-20 4 1,35-4-452,-1 1 1,1-1 0,-1 1 0,1 0 0,0 0 0,-1 1-1,1-1 1,0 1 0,0-1 0,0 1 0,0 0 0,0 0-1,0 1 1,1-1 0,-1 1 0,1-1 0,-1 1 0,1 0-1,0 0 1,0 0 0,0 0 0,0 0 0,1 0 0,0 0-1,-1 1 1,1-1 0,0 0 0,0 4 0,-3 11-28,2 0 1,0 0-1,2 0 1,1 25-1,-1-13 46,0-19-14,1-1 0,0 1-1,0-1 1,1 1 0,1-1 0,-1 0 0,2 0-1,-1 0 1,7 11 0,-8-16-141,1 0 1,0-1-1,0 1 1,1-1-1,-1 1 1,1-1-1,0 0 1,0-1-1,1 1 0,-1-1 1,1 0-1,-1 0 1,1 0-1,0 0 1,0-1-1,0 0 1,1 0-1,-1 0 1,8 1-1,35-1-4829,6-2-2550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2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9893,'0'0'14790,"171"-13"-14438,-101 11-320,-7 2-32,-13 0-272,-12 0-720,-16 0-833,-12 0-1216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3.0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28 4162,'0'0'12390,"135"0"-8917,-52 0-1408,7 0-2065,6 0-1745,2-7-3281,12-14-961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3.8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986 0 8708,'-27'3'1806,"1"0"-925,0 0 0,1 2 0,-1 0 0,1 2 0,1 1 1,-1 1-1,-44 24 0,16 0 312,3 2 1,1 2-1,1 3 1,3 1 0,-78 92-1,82-82-808,3 3-1,2 0 1,2 3 0,3 1-1,2 1 1,3 1 0,3 1-1,2 1 1,-15 82-1,24-79-320,3 0 0,3 0 0,3 1 0,3-1 0,10 82-1,-3-97-99,3 1 0,2-1 0,2 0 0,2-1-1,2-1 1,2-1 0,32 54 0,-13-37-149,3-2 1,3-1-1,2-3 1,108 103-1,-106-118 24,2-2 1,1-2-1,2-2 1,1-3-1,2-3 1,64 26 0,-72-40-371,0-2 0,1-2 1,0-2-1,1-3 1,0-2-1,0-2 0,51-3 1,-72-1-642,0 0 0,31-7 0,-43 3-653,0-1 0,0-1 0,24-12 0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5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0 2593,'0'0'11798,"0"5"-9888,1 33-187,-3 0 0,-1-1 0,-2 1 0,-18 71 0,-1 6-136,10-1-1001,-6 35-892,13-130-523,1-13-1539,-1-12-3421,0-25-1064,4-18-2874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5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64 3810,'0'0'8452,"22"-9"-5334,73-30-151,-84 35-2657,1 1 0,0 0 0,-1 1 0,1 1 0,0-1-1,0 2 1,0 0 0,16 2 0,9-1 177,-30-1-391,-1 0-1,1 0 0,0 1 1,0 0-1,0 1 0,-1-1 1,1 1-1,-1 0 0,1 1 1,8 4-1,-12-5-54,0 0 0,0 0 0,0 1 1,0 0-1,-1-1 0,1 1 0,-1 0 0,0 0 0,1 0 0,-1 1 1,-1-1-1,1 0 0,0 1 0,-1-1 0,0 1 0,0 0 1,0-1-1,0 1 0,0 0 0,-1 6 0,1-2-10,0-1 0,-1 1 0,0 0-1,-1-1 1,0 1 0,0 0 0,0-1 0,-1 0-1,0 1 1,-1-1 0,1 0 0,-2 0 0,1 0 0,-1 0-1,0-1 1,0 1 0,0-1 0,-1 0 0,-9 8-1,-12 12 52,-2-2 0,-35 24-1,-7 6-3,68-52-129,-1 0-1,1 0 1,0 0 0,0 0-1,0 0 1,1 0-1,-1 0 1,1 1 0,-1-1-1,1 1 1,0-1 0,-1 1-1,1-1 1,1 1-1,-2 5 1,2-6-37,0 0 1,0-1-1,0 1 1,1 0-1,-1-1 1,1 1-1,-1 0 1,1-1-1,0 1 1,-1-1-1,1 1 1,0-1-1,0 1 1,0-1-1,0 1 1,0-1-1,1 0 1,-1 0-1,0 0 0,1 1 1,-1-1-1,1-1 1,-1 1-1,1 0 1,-1 0-1,4 1 1,24 11-1011,12 7-688,49 30 0,-79-43 1633,-1 0 0,0 0 0,-1 1 0,0 0 0,0 1 0,-1 0 0,0 0 0,0 1 0,11 20 0,-17-27 216,-1 0 0,1 0 0,-1 1 0,0-1 0,0 0 1,0 1-1,0-1 0,-1 0 0,1 1 0,-1-1 0,0 1 1,0-1-1,0 1 0,0-1 0,-1 1 0,1-1 0,-1 1 1,0-1-1,0 1 0,0-1 0,-1 0 0,1 0 0,-1 0 1,0 0-1,0 0 0,0 0 0,0 0 0,0 0 0,0-1 1,-1 1-1,0-1 0,1 0 0,-1 0 0,0 0 0,0 0 0,-5 2 1,-13 7 1049,-2-1 1,1-1-1,-1-2 1,0 0-1,-1-1 0,-46 5 1,-149-5 2623,153-7-3324,65 1-465,1 0-1,0 0 1,-1 0 0,1 0 0,0 0-1,-1 0 1,1 0 0,0 0 0,-1-1-1,1 1 1,0 0 0,0 0 0,-1 0-1,1-1 1,0 1 0,0 0 0,-1 0-1,1-1 1,0 1 0,0 0 0,0 0-1,-1-1 1,1 1 0,0 0 0,0-1-1,0 1 1,0 0 0,0-1 0,0 1-1,0 0 1,0-1 0,0 1 0,0 0-1,0-1 1,0 1 0,0 0 0,0-1-1,0 1 1,0 0 0,0-1 0,0 1-1,0 0 1,0-1 0,0 1 0,1 0-1,-1 0 1,0-1 0,0 1 0,0 0-1,1-1 1,-1 1 0,0 0 0,0 0-1,1 0 1,-1-1 0,0 1 0,0 0-1,1 0 1,0-1 0,6-3-1145,0 0 0,1 0 0,0 0 0,0 1 0,11-3 0,-5 2-721,46-14-7743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6.1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1 624,'0'0'22154,"138"0"-20425,-85 0-832,-3 0-289,-7 0-384,-3 0-128,-5 0-96,-10 5-240,-5 0-720,0-3-865,-2 1-1793,2-3-2593,3 0-4914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6.6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1376 7363,'0'0'9399,"11"-21"-6787,145-229 1902,-89 151-4165,407-622-2451,-449 682 2048,58-91 243,-69 112 142,1 0-1,0 0 1,1 1-1,27-20 1,-43 36-272,1 1-1,-1-1 1,0 0 0,1 1 0,0 0-1,-1-1 1,1 1 0,-1-1-1,1 1 1,-1 0 0,1-1 0,0 1-1,-1 0 1,1 0 0,0-1 0,-1 1-1,1 0 1,0 0 0,-1 0-1,1 0 1,0 0 0,0 0 0,-1 0-1,1 0 1,0 0 0,-1 0 0,1 0-1,0 1 1,0-1 0,0 1 13,0 1 0,0-1 0,-1 1 0,1-1 1,0 1-1,-1-1 0,1 1 0,-1-1 0,0 1 0,1-1 1,-1 1-1,0 2 0,5 51 1900,-5 94 0,-2-65-719,-20 286-306,0-151-840,19-125-6395,3-97 5578,-1 1 1,1-1 0,-1 1 0,1 0-1,-1-1 1,0 1 0,0 0 0,0 0-1,0-1 1,0 1 0,0 0 0,-3-2-1,-18-25-7899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6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10421,'0'0'12806,"176"-7"-9957,-83 7-1408,2 0-625,-12 7-768,-11-2-48,-24 3-1553,-18-3-1600,-17-5-2338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7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0 587 7139,'0'0'3711,"38"-5"-1211,488-63 1878,449-60 563,548-64-6184,-1460 185 1131,561-67 1302,-12-33 9057,-590 102-10231,-66 44-16,10-11-1077,-70 44 0,85-61-1644,0-1 0,-1-1 0,-24 8 0,-13-3-8492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8.2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756 0 5426,'0'0'11705,"-31"24"-7866,-212 157 797,156-118-3246,-92 73 606,145-108-1620,2 2 0,1 1 1,-28 37-1,52-59-352,0 1 0,1-1 1,0 1-1,1 1 0,0-1 1,0 1-1,1-1 0,1 1 1,-1 0-1,2 1 0,0-1 1,0 0-1,1 1 0,1-1 1,-1 1-1,4 18 0,-3-27-42,1 0 0,0 0 0,0 0 0,0 0-1,1-1 1,-1 1 0,1 0 0,-1 0 0,1-1 0,0 1-1,0-1 1,0 0 0,0 1 0,1-1 0,-1 0 0,0 0-1,1 0 1,0-1 0,-1 1 0,1-1 0,0 1 0,0-1-1,0 0 1,0 0 0,3 0 0,8 3-58,0 0-1,1-2 1,-1 0 0,18 0-1,0 0 11,0-1-1,0-2 1,52-9-1,-73 8 54,-1 0 0,0-1 0,-1 0 0,1-1 0,0 0 0,-1-1 0,0 0 0,0 0 0,-1-1 0,1 0 0,-1-1 0,0 1 0,-1-2 0,0 1 0,9-12 0,-12 12 22,0-1 0,0 0 0,0 1 0,-1-1 1,0 0-1,-1-1 0,0 1 0,0 0 1,-1-1-1,0 1 0,-1-1 0,0-15 1,0 21 20,0 0 0,-1 0 0,1 0 0,-1 1 0,1-1 0,-1 0 0,0 1 0,0-1 0,0 1 0,0-1 0,-1 1 0,1-1 0,-1 1 0,1 0 0,-1-1 0,0 1 0,-4-3 0,1 1 20,0 0 0,0 0 0,-1 1 0,1 0 0,-1 0 0,0 0 0,-10-2 0,-3 0 35,0 1 1,-1 0 0,0 1 0,-22 1-1,-9 1 46,51 2-153,0-1-1,0 0 1,-1 0 0,1 0 0,0 0-1,0 0 1,0 0 0,0 1 0,0-1-1,-1 0 1,1 0 0,0 0 0,0 0-1,0 0 1,0 1 0,0-1 0,0 0-1,0 0 1,0 0 0,0 1 0,0-1 0,0 0-1,0 0 1,0 0 0,0 1 0,0-1-1,0 0 1,0 0 0,0 0 0,0 1-1,0-1 1,0 0 0,0 0 0,0 0-1,0 0 1,0 1 0,0-1 0,0 0-1,1 0 1,-1 0 0,0 0 0,0 1-1,0-1 1,0 0 0,0 0 0,0 0-1,1 0 1,-1 0 0,0 0 0,0 0-1,0 0 1,1 1 0,-1-1 0,0 0-1,0 0 1,0 0 0,0 0 0,1 0-1,-1 0 1,0 0 0,1 0 0,7 4-762,1-1 1,0 0-1,1 0 1,-1-1-1,0 0 1,1-1-1,18 1 1,-21-2 168,76 4-6445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9.0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9 3153,'0'0'12521,"-5"-9"-10886,27 25-566,0 1 0,26 28-1,-26-23-453,15 15 31,-1 3-1,-2 0 1,-2 3 0,49 85 0,-27-24 196,47 123 1,-49-89 22,69 288 0,-102-330-656,-5 1 1,-3 0-1,-5 1 1,-7 101-1,-2-165 18,-1 1 1,-2-1-1,-1 0 0,-2-1 1,-1 0-1,-2 0 0,-1-1 0,-2-1 1,0 0-1,-3-1 0,0-1 0,-2 0 1,-1-2-1,-1 0 0,-45 42 1,32-38-145,-1-2 0,-1-1 0,-60 34 0,-126 51-106,208-106 23,-34 17 0,48-23 0,-1 0 0,0 0 0,0 0 0,1 1 0,-1-1 0,1 1 0,-1-1 0,1 1 0,0-1 0,-1 1 0,1 0 0,0 0 0,0-1 0,0 1 0,1 0 0,-1 0 0,0 0 0,1 0 0,-1 0 0,0 3 0,2-4-45,0-1-1,-1 1 1,1 0-1,0-1 1,-1 1-1,1-1 1,0 1-1,-1-1 1,1 0 0,0 1-1,0-1 1,0 0-1,0 1 1,-1-1-1,1 0 1,0 0-1,0 0 1,0 0 0,0 0-1,0 0 1,-1 0-1,1 0 1,0 0-1,0 0 1,0 0-1,1-1 1,0 1-203,2-1-92,0 1 1,0-1-1,0 0 1,0 0 0,0-1-1,0 1 1,0-1-1,0 1 1,-1-1 0,1 0-1,-1-1 1,1 1-1,-1-1 1,3-3 0,6-5-1727,0-2 0,11-17 0,-12 16 50,38-53-9824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9:49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1 896,'0'1'11974,"1"9"594,13-6-12186,-1 0-1,0 0 0,1-1 1,0-1-1,-1 0 0,23 0 1,6 1-181,-14-1-174,-18-2-23,1 1-1,-1 0 1,0 1-1,0 0 1,0 0 0,0 1-1,15 6 1,-24-8-5,0 0 0,0 0-1,0 0 1,0 0 0,-1 0 0,1 0 0,0 0-1,0 0 1,-1 0 0,1 0 0,-1 0 0,1 0-1,-1 1 1,1-1 0,-1 0 0,0 0 0,0 1-1,0-1 1,1 0 0,-1 0 0,0 1 0,0-1-1,-1 0 1,1 0 0,0 1 0,0-1 0,-1 0 0,0 2-1,0 1 0,0 0 0,-1 0-1,0 0 1,0 0 0,0 0-1,0 0 1,-4 4 0,-13 13 166,-2-2 0,0 0 0,-43 28 1,-7 6 162,70-52-315,0 0-1,0-1 0,0 1 1,1 0-1,-1 0 1,0-1-1,0 1 1,0 0-1,1 0 0,-1 0 1,0 0-1,1 0 1,-1 0-1,1 0 1,0 0-1,-1 0 0,1 1 1,0-1-1,-1 0 1,1 0-1,0 2 1,0-2 7,1-1 0,-1 1 0,0 0 0,1 0 0,-1 0 0,1 0 0,0 0 0,-1 0 0,1-1 0,0 1 0,-1 0 0,1 0 0,0-1 0,0 1 0,-1-1 0,1 1 0,0-1 0,0 1 0,1 0 0,6 2 179,1 0 1,-1 0-1,1-1 0,10 2 1,-17-4-158,201 17 2009,-110-16-5834,-114-1-2120,-5 0-3653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36.7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1 521 816,'0'0'3455,"2"-3"-3143,15-17 620,-15 16-772,1 1 0,0-1 0,-1 1 0,1 0 0,1 0 0,-1 0 0,0 0 0,1 0 0,-1 0 0,1 1 0,0 0 1,0 0-1,5-2 0,40-10 621,0 3 0,62-6 0,101 1 37,-175 14-690,479-14 132,124-9-186,-232-7-84,229-16 26,2 26 215,-134-9-156,308-11 47,-429 56-29,-61 0-2,-261-13-68,629-13 1016,-319-11-983,-75 6 14,130 4 546,-143 8 651,133-44 40,-79 6-135,-77 14-881,-117 16 260,196 8 1,-191 7-412,183 20-124,-127-4-16,396-9 12,-303-10 69,1150 28 672,-1259-22-796,132 3 63,1119 17 317,-1330-25-324,1798-12 361,-570 9-319,-711 5-73,897 18 88,-340 42-86,1219 160 208,-1239-128 317,-871-73-327,1459 192 375,-925-69-523,105 17 10,-218-67 55,-602-82-9,205-7 1,-179-7-24,-97 2 1,14 2 9,1-3 1,-1-2 0,0-3-1,73-17 1,61-46 238,-96 32 94,-65 28-401,1 2 1,0 1-1,1 2 1,-1 0-1,1 2 1,45 3-1,-52-1-27,-21 0-55,-1 0 1,1 0 0,-1 0-1,1 0 1,-1 0 0,1 0 0,-1 0-1,0 0 1,1 1 0,-1-1 0,1 1-1,-1-1 1,0 1 0,1 0-1,-1-1 1,0 1 0,0 0 0,1 0-1,-1 0 1,0 0 0,0 0-1,0 0 1,0 0 0,0 0 0,0 0-1,-1 1 1,2 1 0,-2-2-110,0 1-1,0 0 1,0-1 0,0 1 0,0-1-1,0 1 1,-1-1 0,1 1 0,-1-1 0,1 1-1,-1-1 1,0 1 0,1-1 0,-1 0-1,0 1 1,0-1 0,0 0 0,0 0 0,0 0-1,0 1 1,0-1 0,-1 0 0,1 0 0,0-1-1,-1 1 1,1 0 0,-2 1 0,-45 19-3769,-23 0-1823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40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 61 1489,'0'0'8398,"-9"-10"-7280,-42-38 485,51 48-1583,0 0 0,1 0 0,-1 0-1,0 0 1,0 0 0,0 0-1,0 0 1,0 0 0,0 0-1,0-1 1,0 1 0,0 0-1,0 0 1,0 0 0,0 0-1,0 0 1,0 0 0,0 0 0,0 0-1,0 0 1,0 0 0,0 0-1,1 0 1,-1 0 0,0 0-1,0 0 1,0 0 0,0 0-1,0 0 1,0 0 0,0 0 0,0 0-1,0 0 1,0 0 0,0-1-1,0 1 1,0 0 0,0 0-1,0 0 1,0 0 0,0 0-1,0 0 1,0 0 0,0 0-1,0 0 1,0 0 0,0 0 0,0 0-1,0 0 1,0 0 0,0 0-1,0 0 1,0 0 0,-1-1-1,1 1 1,0 0 0,10 3 153,12 5-276,-9-3 106,-1 0-1,1-2 1,1 1 0,-1-1-1,0-1 1,17 1-1,87-2 21,-63-2-19,1257 1 365,-427 7-337,744-7 29,-1019 21-65,-443-13 8,526 12 84,419 29 181,562 74-170,-1181-94-106,708 23 73,-251-38-63,218 1 10,1592-7 32,-2305-10-2,706 9 90,-506 25 101,-224-8-30,-196-13-132,1051 42 611,574-37-308,-1364-17-294,239-23-72,-1-29 233,-334 23 65,27-2 36,1127-60 450,-1046 76-543,450-5 4,877 21 1531,-1017 42-1135,-226-4-235,-555-38-298,-35 0 32,-10 0 473,-24-1-760,0 2-1,0 1 1,0 2-1,0 1 1,0 1 0,1 2-1,-36 14 1,-78 44-3851,44-18-570,-13 2-1404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2.3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 0 3249,'0'0'10032,"-8"24"-7260,-2 6-1869,-35 115 3084,33-89-2162,1 0 0,-3 82 0,9-12-1727,5 1-4916,0-103 3124,-5-40-12819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2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188 37 6131,'0'0'6875,"27"-7"-3951,90-18-1201,-106 23-1527,0 1 0,-1 0 0,1 0-1,0 1 1,0 1 0,0 0-1,0 0 1,-1 1 0,1 0 0,20 8-1,-23-7-94,0 1 0,-1 0-1,1 0 1,-1 1 0,0 0 0,0 1-1,0-1 1,-1 1 0,0 1 0,0-1-1,7 12 1,-10-14-39,0 0 0,-1 1 0,0-1-1,0 1 1,0-1 0,0 1 0,-1 0 0,0-1 0,0 1-1,0 0 1,0 0 0,-1 0 0,0 0 0,0 0 0,0 0 0,-1 0-1,1-1 1,-1 1 0,0 0 0,-1 0 0,-2 7 0,1-5 81,-1 0 0,0 0 0,0 0-1,-1-1 1,0 1 0,0-1 0,-1 0 0,1 0 0,-1-1 0,-1 0 0,-12 9 0,-14 4 567,-49 21 0,51-25-208,0 1-1,-29 19 0,59-34-495,0 1 0,0-1 0,0 1 0,0-1 1,1 1-1,-1 0 0,0-1 0,0 1 0,1 0 0,-1 0 0,0 0 0,1-1 0,-1 1 0,1 0 1,-1 0-1,0 2 0,1-3-7,1 0 0,-1 1-1,0-1 1,0 1 0,0-1 0,0 0 0,0 1 0,0-1 0,1 1 0,-1-1 0,0 0-1,0 1 1,1-1 0,-1 0 0,0 1 0,0-1 0,1 0 0,-1 0 0,0 1 0,1-1-1,-1 0 1,1 0 0,-1 1 0,0-1 0,1 0 0,0 0 0,37 8-140,-27-6 160,29 4-55,-13-3-296,-1 1 0,0 2 0,40 14 1,-60-18 263,0 0 0,0 1 1,-1 0-1,1 0 1,-1 0-1,0 1 1,0-1-1,0 1 0,-1 1 1,1-1-1,-1 1 1,0-1-1,0 1 0,-1 0 1,1 0-1,-1 1 1,0-1-1,-1 1 1,1 0-1,2 11 0,-2-4 44,-1 0-1,0 0 0,-1 0 1,0 0-1,-1 1 0,0-1 1,-5 26-1,3-30 46,-1 0 0,0-1 0,0 1 1,0-1-1,-1 1 0,0-1 0,-1 0 0,0-1 0,0 1 0,-1-1 1,0 0-1,-9 9 0,-5 0 313,-1-1 1,0 0 0,0-1-1,-2-2 1,1 0 0,-2-1-1,1-2 1,-48 13-1,25-11 390,0-2-1,-1-2 0,-93 1 0,164-18-2793,67-34-6692,-43 15-1384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3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489 136 2673,'0'0'8431,"6"-13"-6710,18-38-19,-23 48-1239,0 0 1,1 1-1,-1-1 1,0 0 0,0 0-1,-1 0 1,1 0 0,0 0-1,-1 0 1,0 0-1,0 0 1,0 0 0,-1-5-1,1-2 605,-1 9-1023,1 1 1,0-1-1,0 0 1,-1 0 0,1 1-1,-1-1 1,1 0-1,0 0 1,-1 1-1,1-1 1,-1 1 0,0-1-1,1 0 1,-1 1-1,1-1 1,-1 1-1,0-1 1,1 1-1,-1 0 1,0-1 0,0 1-1,1 0 1,-1-1-1,0 1 1,0 0-1,0 0 1,1 0 0,-1 0-1,0-1 1,-1 2-1,-32-3 270,27 2-193,-11 1-33,0 1 1,-1 0 0,1 1 0,0 1 0,1 1 0,-1 0-1,1 2 1,0 0 0,0 0 0,-16 11 0,7-1 63,0 1-1,1 1 1,1 1 0,1 1 0,-25 28-1,39-38-116,-1 1-1,2 1 0,0-1 1,0 1-1,1 1 0,1-1 1,0 1-1,1 1 0,-4 15 1,7-22-33,0 1 0,1 0 1,-1-1-1,2 1 0,-1 0 1,2 0-1,-1 0 0,1 0 1,0-1-1,1 1 1,0-1-1,0 1 0,1-1 1,0 1-1,0-1 0,1 0 1,6 9-1,0-4 6,0-1 0,1 0 0,0 0 0,1-1 0,0 0 0,1-1 0,0-1 0,1 0 1,0-1-1,0 0 0,18 6 0,-9-5 7,0-1 1,1-2-1,-1 0 1,1-2-1,0 0 1,47 0-1,-42-4-236,4 1 69,35-5 1,-58 3-1017,0-1 0,-1 0 1,1-1-1,12-5 0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4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 5843,'0'0'12027,"0"18"-10120,4 344 2687,-3-252-6325,-1-110 1453,-1 1 0,1-1 0,0 1 0,0-1 0,-1 1 0,1-1 0,0 1 1,-1-1-1,1 1 0,-1-1 0,1 0 0,0 1 0,-1-1 0,1 0 0,-1 1 0,1-1 1,-1 0-1,1 0 0,-1 0 0,1 1 0,-1-1 0,1 0 0,-1 0 0,1 0 0,-1 0 0,0 0 1,1 0-1,-1 0 0,1 0 0,-1 0 0,1 0 0,-1 0 0,1 0 0,-1 0 0,1-1 1,-1 1-1,1 0 0,-1 0 0,1 0 0,-1-1 0,1 1 0,-2-1 0,1 1-269,-25-11-9404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4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62 7091,'0'0'8935,"32"-13"-8575,-8 3-319,-12 4-23,0 0-1,0 1 1,1 0-1,-1 1 1,1 1-1,0 0 0,0 0 1,0 2-1,1-1 1,-1 2-1,0 0 1,1 0-1,-1 1 0,0 1 1,24 6-1,12 9 71,-1 3-1,0 2 0,-1 2 1,-2 2-1,0 2 0,63 52 1,-75-52 7,0 2-1,-2 1 1,-2 2 0,0 1 0,-3 1 0,-1 1-1,-1 1 1,22 48 0,-37-63 99,0 1 1,-1 0-1,-1 1 1,-1 0-1,-2 0 1,0 0-1,1 43 1,-5-50 46,-1-1 0,-1 0 0,0 0 0,-1 0 0,0 0 0,-1 0 0,-1-1 1,-1 0-1,0 0 0,-1 0 0,-1 0 0,-13 19 0,0-8 214,-1-1-1,0-2 1,-2 0-1,-1-2 1,-1 0-1,0-2 0,-2-1 1,0-1-1,-1-1 1,-48 19-1,-14-2 34,-1-4-1,-124 22 1,152-39-1048,0-1 1,-122 2 0,186-13 341,-1-1 0,0 1 0,1 0 1,-1 0-1,0 0 0,1 0 0,-1-1 0,0 1 1,1 0-1,-1-1 0,0 1 0,1 0 1,-1-1-1,1 1 0,-1-1 0,1 1 1,-1-1-1,1 1 0,-1-1 0,1 0 0,0 1 1,-1-1-1,1 1 0,0-1 0,-1 0 1,1 1-1,0-1 0,0 0 0,-1 1 1,1-1-1,0 0 0,0 0 0,0 1 0,0-1 1,0 0-1,0 0 0,4-30-7808,-4 30 7353,8-26-9094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48.2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321 0 3169,'0'0'6118,"5"21"-2604,-4-2-2816,-2-1 0,0 1-1,-1-1 1,-1 0 0,-1 1 0,0-1 0,-11 27 0,-22 54 593,-166 517 1463,147-339-4224,60-306-3746,2-41-512,-4 8-701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48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5378,'0'0'5614,"30"1"-4168,380 15 1179,-227-12-1817,706 31 2122,-613-12-2942,110 8-956,-377-30 1074,-1-1-1999,-11 0-1523,-22 0-1985,-16 2-760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49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379 14 3586,'0'0'12219,"-6"-3"-10229,-2 0-1716,1 1 0,-1 0 0,0 1 0,0 0 0,0 0 0,0 0 0,0 1 0,0 0 0,0 1 0,0 0 0,0 0 0,1 1 0,-1 0 0,0 0 0,-11 5 0,-10 5 465,1 0-1,-52 32 1,70-37-625,1-1 0,-1 1-1,1 1 1,0 0 0,-12 14 0,17-18-105,1 1 0,0 0 1,0-1-1,0 1 0,1 0 1,-1 0-1,1 1 1,1-1-1,-1 0 0,1 1 1,0-1-1,0 1 0,0 10 1,1-15-16,0 1 0,0-1 0,0 0-1,1 0 1,-1 1 0,0-1 0,1 0 0,-1 0 0,1 0 0,0 0 0,-1 1 0,1-1-1,0 0 1,0 0 0,-1 0 0,1-1 0,0 1 0,0 0 0,0 0 0,0 0 0,0-1-1,0 1 1,0 0 0,1-1 0,-1 1 0,0-1 0,0 1 0,0-1 0,1 0 0,-1 1-1,2-1 1,46 3-332,-40-3 248,3 0-12,1-1 1,-1 0-1,0-1 1,-1-1 0,1 0-1,0 0 1,-1-1 0,1 0-1,-1-1 1,0 0-1,-1-1 1,0-1 0,1 1-1,-2-2 1,12-9 0,-10 9 76,-1 0 0,0-1 1,0-1-1,-1 0 0,0 0 1,-1 0-1,0-1 1,10-17-1,-18 27 63,0 1 0,0 0-1,-1 0 1,1 0 0,0-1 0,0 1-1,0 0 1,0 0 0,0 0 0,0 0-1,0-1 1,0 1 0,0 0 0,0 0-1,-1 0 1,1 0 0,0 0 0,0-1-1,0 1 1,0 0 0,0 0 0,-1 0-1,1 0 1,0 0 0,0 0 0,0 0-1,0 0 1,-1 0 0,1-1 0,0 1-1,0 0 1,0 0 0,-1 0 0,1 0-1,0 0 1,0 0 0,0 0 0,-1 0-1,1 0 1,0 1 0,0-1 0,0 0-1,0 0 1,-1 0 0,1 0 0,0 0-1,0 0 1,0 0 0,0 0 0,-1 0-1,1 1 1,-12 2-77,9-1 60,0 0 0,1 0 0,-1 0 0,1 1 0,0-1 0,-1 0 0,1 1 0,0 0 0,0-1 0,1 1 0,-1 0-1,0 0 1,1 0 0,0 0 0,0 0 0,0 0 0,0 1 0,-1 4 0,0 7-16,1 0-1,0 27 1,1-29-49,0-11-43,0 0-1,1 0 1,-1 0 0,0 0 0,1 0 0,-1-1-1,1 1 1,0 0 0,0 0 0,-1 0 0,1-1-1,0 1 1,1 0 0,-1-1 0,0 1-1,0-1 1,1 1 0,-1-1 0,1 0 0,-1 1-1,1-1 1,-1 0 0,1 0 0,0 0 0,0 0-1,-1-1 1,1 1 0,0 0 0,0-1 0,0 1-1,3-1 1,8 2-1083,0 0 0,0-1-1,24-2 1,-17 1-141,5 0-587,56-2-5229,-30-9 2223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49.5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201 274 2673,'0'0'15293,"-16"-8"-13381,-3-2-1078,-34-12 0,50 21-767,-1 1 0,0-1 0,0 1-1,0 0 1,0 0 0,0 0 0,0 0 0,0 1 0,0 0 0,0 0 0,0 0 0,0 0 0,0 0-1,1 1 1,-1 0 0,0 0 0,1 0 0,0 0 0,-1 0 0,1 1 0,0-1 0,0 1 0,0 0 0,1 0-1,-1 0 1,1 0 0,-1 1 0,1-1 0,0 1 0,1-1 0,-1 1 0,0 0 0,1-1 0,0 1-1,0 0 1,0 0 0,0 0 0,1 7 0,0-8-83,0 0 1,1-1-1,-1 1 0,1 0 0,0 0 1,0-1-1,0 1 0,0 0 1,0-1-1,1 1 0,-1-1 0,1 1 1,0-1-1,-1 0 0,1 0 0,0 0 1,1 0-1,2 3 0,7 3-367,0 1 0,21 9-1,6 6-960,-34-21 1082,0 1 0,-1 0 0,0 1 0,0-1 1,0 1-1,-1 0 0,1 0 0,3 8 0,-6-12 238,0 0 1,-1 1-1,1-1 0,-1 1 1,1-1-1,-1 0 0,1 1 0,-1-1 1,0 1-1,1 0 0,-1-1 1,0 1-1,0-1 0,0 1 1,-1-1-1,1 1 0,0-1 0,0 1 1,-1-1-1,1 1 0,-1-1 1,0 1-1,1-1 0,-1 0 0,0 1 1,0-1-1,0 0 0,1 1 1,-1-1-1,-1 0 0,1 0 1,0 0-1,0 0 0,0 0 0,-1 0 1,1-1-1,-2 2 0,-12 5 121,1-2-1,-31 9 1,29-10-100,0 1 1,-23 10 0,38-15-438,12-4-2193,25-20 928,-1-2 0,45-43 0,3-3-176,218-153-1453,-236 178 2755,87-65-929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0.1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590 317 464,'23'-31'2263,"73"-101"330,-86 118-1687,0-1 0,10-22 1,-18 32-271,0-1 0,0 0 1,-1 0-1,0 0 1,0 0-1,0-7 1,-1 12-458,0-1 0,0 1 0,0-1 0,0 0 0,0 1 0,0-1 0,-1 1 0,1-1 0,0 1 0,-1-1 0,0 1 0,1 0 0,-1-1 0,0 1 0,0 0 0,0-1 0,1 1 0,-1 0 0,-1 0 0,1 0 0,0 0 0,0 0 0,0 0 0,-1 0 1,1 0-1,0 0 0,-1 1 0,1-1 0,0 0 0,-1 1 0,1-1 0,-1 1 0,1 0 0,-1-1 0,1 1 0,-1 0 0,0 0 0,-1 0 0,-9-1 371,1 1 1,-1 1 0,-23 4-1,33-5-458,-13 4 141,0 0 1,0 1-1,1 0 0,0 2 1,0-1-1,0 2 0,1 0 1,0 0-1,1 1 0,0 1 1,0 0-1,-10 13 0,-6 7 136,1 1 0,2 1 0,-29 48 0,23-26-122,3 0 1,-37 103-1,-21 122 470,37-108-554,5-60-170,18-51-26,33-74-190,0 1-1,1 1 1,1-1 0,13-14 0,51-54-724,-51 56 595,2 2-1,1 0 0,1 1 1,0 2-1,2 1 0,0 1 1,1 1-1,1 1 0,62-22 1,-98 46 889,-13 7-218,-104 58 1272,-7 6 83,124-74-1517,1-1-1,-1 1 0,1 0 0,0 0 0,1 1 0,-1-1 0,1 1 0,0 0 0,1 0 0,-1 1 1,-3 10-1,5-13-87,1 0 1,0 0 0,0 0 0,0 0-1,1 0 1,-1 0 0,1 0-1,0 0 1,0 0 0,1 0 0,-1 0-1,1 0 1,0 1 0,0-2-1,0 1 1,0 0 0,1 0-1,0 0 1,-1 0 0,1-1 0,5 7-1,1-1 22,1-1 0,0 0 0,0-1 0,0 0 0,1 0-1,0-1 1,0 0 0,16 6 0,90 31 126,12-10-1308,-119-26-1925,-11-2-3079,-9-4-1428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1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91 554 3698,'0'0'10348,"2"-3"-8723,-2 3-1574,1 0 0,-1 0 1,0 0-1,0 0 0,0 0 0,0 0 0,0-1 0,0 1 0,1 0 1,-1 0-1,0 0 0,0 0 0,0 0 0,0 0 0,1 0 0,-1 0 1,0 0-1,0 0 0,0 0 0,0 0 0,1 0 0,-1 0 0,0 0 1,0 0-1,0 0 0,0 0 0,1 0 0,-1 0 0,0 0 0,0 0 0,0 0 1,0 0-1,1 0 0,-1 0 0,0 0 0,0 0 0,0 1 0,0-1 1,0 0-1,0 0 0,1 0 0,-1 0 0,0 0 0,0 0 0,0 1 1,0-1-1,0 0 0,0 0 0,0 0 0,0 0 0,0 0 0,0 1 1,1-1-1,-1 0 0,0 0 0,0 0 0,0 1 0,3 19 1753,-3 39 73,0-40-1126,-2 8-220,-2 0-1,0-1 1,-2 1-1,-1-1 1,-18 46 0,8-24-150,14-38-304,2-4-59,-1 0 0,0-1 0,1 1 0,-2-1 0,1 0 0,-1 0 0,1 1 0,-2-2 0,1 1 0,0 0 0,-5 4 0,7-8 27,3-26-15,-2-43 0,0-16-247,5 43 52,2-1 0,22-75 0,42-77-786,-49 141 709,3 1-1,2 1 1,2 2 0,2 1-1,52-62 1,-79 106 260,0-1-1,0 0 1,0 1-1,0 0 1,1 0-1,0 0 1,0 1-1,0-1 1,0 1 0,0 0-1,10-3 1,-14 6-4,0 0 1,0 0-1,0 1 0,0-1 1,-1 0-1,1 1 1,0-1-1,0 0 0,0 1 1,0-1-1,-1 1 1,1 0-1,0-1 0,0 1 1,-1-1-1,1 1 1,0 0-1,-1 0 1,1-1-1,-1 1 0,1 0 1,-1 0-1,1 0 1,-1-1-1,0 1 0,1 0 1,-1 0-1,0 0 1,0 0-1,1 0 0,-1 0 1,0 1-1,6 39 271,-5-34-192,5 77 855,-5 99 0,-2-85-413,0 5 428,-27 194 0,24-274-905,1 0 0,1 25 0,2-47-544,6-12-3535,-3 4 2819,-1 0-1,0 0 0,0 0 0,0 0 0,-1-1 0,1-8 1,-2-30-7763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1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11077,'0'0'2721,"133"0"-15,-68 3-1426,3 9-1280,-3 3-1168,-5-5-2882,-5-7-4498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4.2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0 176,'0'0'10408,"0"7"-8079,0 5-1328,-2 142 7741,0-83-6311,-17 94 1,-34 113-546,51-243-4697,3-44 2163,0 0 1,1 0 0,0-1 0,6-16-1,0 0-566,4-22-4948,8-76-1,-11 24-2486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4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136 109 1313,'22'-14'4212,"-1"-1"-3045,-7 5-410,-1 1 0,1 1 0,1-1 0,-1 2 0,2 0-1,-1 1 1,31-8 0,-33 11 299,1 1 1,0 0-1,0 0 0,18 1 1,-29 1-917,0 0 1,0 1 0,1-1-1,-1 1 1,0-1 0,0 1-1,0 0 1,0 0 0,0 0-1,0 1 1,0-1 0,0 1 0,-1 0-1,1 0 1,0-1 0,-1 2-1,0-1 1,1 0 0,-1 0-1,0 1 1,0-1 0,0 1-1,-1 0 1,3 3 0,0 4-26,0 1 0,-1 0 0,0 0 0,-1 0 1,0 1-1,-1-1 0,0 0 0,-1 1 0,0-1 0,-1 0 0,0 1 0,-1-1 1,0 0-1,-1 0 0,0 0 0,-1 0 0,0 0 0,0-1 0,-1 0 0,-1 0 1,0 0-1,0 0 0,-1-1 0,0 0 0,-10 9 0,2-5-33,-1 0 0,0-1 0,-1-1 0,0 0-1,-1-2 1,-34 14 0,4-6-1169,-74 14 1,45-11-6379,52-8 667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4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0 124 9428,'0'0'9815,"24"4"-7880,79 11-855,-72-12-773,1-1 0,40-2 0,-21-2-249,-51 2-53,1 0 1,0 0-1,0 0 0,-1 0 0,1 0 0,0-1 0,-1 1 0,1 0 1,0-1-1,-1 1 0,1 0 0,0-1 0,-1 1 0,1-1 0,-1 1 0,1-1 1,-1 1-1,1-1 0,-1 1 0,1-1 0,-1 1 0,1-1 0,-1 0 1,0 1-1,1-1 0,-1 0 0,0 1 0,0-1 0,1 0 0,-1 1 1,0-1-1,0 0 0,0 0 0,0 1 0,0-1 0,0 0 0,0 0 0,0 1 1,0-1-1,-1 0 0,1 1 0,0-1 0,0 0 0,-1 0 0,0-3-5,0 0-1,0 1 1,0-1 0,-1 0-1,1 1 1,-1 0-1,0-1 1,-3-3-1,-2-1-38,-1 1-1,0 1 1,1-1 0,-2 2-1,1-1 1,-1 1-1,0 0 1,0 0 0,0 1-1,-20-5 1,9 4 102,0 0 0,0 2 0,0 0 1,-31 1-1,49 2-62,1 0 0,-1 1 0,1-1 0,0 1 0,-1-1 0,1 1 0,0 0 1,-1 0-1,1-1 0,0 1 0,0 0 0,0 0 0,-1 0 0,1 0 0,0 0 0,1 1 1,-1-1-1,0 0 0,0 0 0,0 1 0,1-1 0,-1 0 0,0 1 0,1-1 1,0 1-1,-1-1 0,1 0 0,0 1 0,0-1 0,-1 3 0,-3 48-30,4-49 29,0 7-30,0 14 15,1 1 0,5 30-1,-5-47-118,1 1 0,1-1-1,-1 0 1,1 0 0,1 0 0,-1 0-1,1-1 1,1 1 0,0-1 0,6 8-1,-3-6-540,1 0-1,0-1 1,0 0 0,0 0-1,1-1 1,19 10-1,-17-11-523,0 0-1,0-2 0,0 0 0,1 0 1,-1-1-1,17 2 0,55-1-7473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5.1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464 10 12086,'0'0'3719,"-23"-1"-763,-71-6 341,92 6-3217,-1 1 0,1 0 0,0-1 1,0 1-1,-1 0 0,1 0 0,0 1 0,-1-1 0,1 0 0,0 1 0,0-1 1,0 1-1,-1 0 0,1-1 0,0 1 0,0 0 0,0 0 0,0 1 0,0-1 1,0 0-1,1 1 0,-1-1 0,0 1 0,1 0 0,-1-1 0,1 1 0,-1 0 0,-1 3 1,2 1-127,-1-1 0,1 0 1,1 1-1,-1-1 0,1 1 1,0-1-1,0 1 1,2 9-1,-1 6 163,-1 178-586,1-195 465,-2-1 0,1 0 1,0 0-1,-1 1 0,1-1 0,-1 0 1,0 0-1,0 1 0,-1-1 0,1 0 1,0 0-1,-1 0 0,0-1 0,0 1 1,0 0-1,-3 3 0,1-2 10,0-1 1,-1 0-1,1 0 0,-1 0 1,1 0-1,-1-1 0,0 0 1,0 0-1,-7 2 0,-8 0 18,0 0 1,0-2-1,-1 0 0,-23-2 0,-20 0-611,63 0 504,0 0 0,0 0 0,0 0 0,0 0 0,1 0 0,-1-1 0,0 1 0,0 0 0,0-1 0,0 1 0,0 0 0,1-1 0,-1 1 0,0-1 0,0 0 0,1 1 0,-1-1 0,0 1 0,1-1 0,-1 0 0,0 0 0,1 1 0,-1-1 0,1 0 0,0 0 0,-1 0 0,1 0 0,-1 1 0,1-1 0,0 0 0,0 0 0,0 0 0,-1 0 0,1 0 0,0 0 0,0 0 0,0 0 0,1-1 0,-1-1-425,0 0-1,1 1 1,-1-1 0,1 0 0,0 0-1,0 1 1,0-1 0,0 1 0,0-1-1,0 1 1,1-1 0,-1 1-1,1 0 1,2-3 0,38-27-6677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5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14 2161,'-22'-2'12795,"7"1"-11326,-143-8 5661,139 8-5916,5 1-551,0 0-1,0 0 1,0 1 0,-17 4 0,28-4-626,1 0-1,-1-1 0,0 1 1,0 0-1,1 1 0,-1-1 1,1 0-1,-1 1 0,1-1 1,-1 1-1,1 0 0,0 0 1,0 0-1,0 0 0,0 0 0,0 0 1,0 0-1,1 1 0,-1-1 1,1 1-1,-1-1 0,1 1 1,0 0-1,0-1 0,0 1 1,0 4-1,0 0-66,1-1 0,-1 0 1,1 1-1,1-1 0,-1 1 0,1-1 0,1 0 1,-1 0-1,1 1 0,0-1 0,0 0 0,1 0 1,-1-1-1,1 1 0,7 10 0,5 2-305,0-1 0,0 0-1,21 17 1,3 4-491,-33-33 724,-3-2-44,1 0 0,-1 1 1,1-1-1,-1 1 0,0-1 1,0 1-1,-1 0 0,1 0 1,-1 1-1,0-1 0,0 0 1,0 1-1,-1-1 0,1 1 1,0 8-1,-2-11 135,0-1-1,-1 1 1,1 0 0,0-1-1,-1 1 1,1-1 0,-1 1-1,0-1 1,0 1-1,0-1 1,1 1 0,-1-1-1,-1 0 1,1 1 0,0-1-1,0 0 1,0 0 0,-1 0-1,1 0 1,0 0 0,-1 0-1,1 0 1,-1-1-1,1 1 1,-3 0 0,-44 12 226,40-11-172,-25 4 198,0-1 0,-50 0 0,87-16-5137,25-15-1664,22-10-2351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5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0 5827,'0'0'20297,"-78"151"-20041,68-126-256,3-5-336,2-10-1313,2-3-1632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5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14118,'0'0'8372,"0"123"-12422,15-80-976,8 2-2641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6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1 6931,'0'0'6280,"-22"2"-2483,12-1-3334,-14 0 1014,0 2 1,1 1-1,-1 0 0,1 2 0,-41 16 1,61-21-1384,0 1 1,-1 0-1,1 0 1,0 0-1,0 0 1,0 1 0,0-1-1,0 1 1,1 0-1,-1 0 1,1 0-1,0 0 1,0 0-1,0 0 1,0 1-1,1-1 1,-1 1-1,1-1 1,0 1 0,0-1-1,0 1 1,0 0-1,0 4 1,1-2-104,0 0 0,1 0 1,0 0-1,0 0 1,0 0-1,1-1 0,0 1 1,0 0-1,0-1 0,1 0 1,-1 1-1,1-1 1,1 0-1,3 4 0,-2-2 8,11 13-108,20 36 0,-32-49 44,-1 0 0,1 0 0,-1 0 0,-1 1 0,0-1 0,0 1 0,0 0 0,-1-1 0,1 14 0,-3-20 65,1 1 0,0-1 1,-1 1-1,1-1 1,-1 1-1,0-1 0,1 1 1,-1-1-1,0 1 0,0-1 1,0 0-1,0 0 0,0 1 1,0-1-1,0 0 1,0 0-1,0 0 0,-1 0 1,1 0-1,0 0 0,-1-1 1,1 1-1,0 0 1,-1-1-1,1 1 0,-1-1 1,0 1-1,1-1 0,-1 0 1,1 1-1,-4-1 1,-8 1-129,1 0 0,-26-1 0,24 0-383,11 0 135,-1 0 0,1 0 0,0-1 0,-1 1 0,1-1 0,0 1 0,-1-1 0,1 0 0,0 0 0,0-1 0,-5-1 0,7 2 49,0 0-1,0 0 1,0-1 0,0 1-1,1 0 1,-1 0 0,0 0-1,1-1 1,-1 1 0,1 0-1,-1-1 1,1 1 0,-1 0-1,1-1 1,0 1 0,0 0-1,0-1 1,0 1 0,0-1-1,0 1 1,0 0 0,0-1-1,0 1 1,1-1 0,-1 1-1,1 0 1,-1-1 0,1 1-1,-1 0 1,1 0 0,0-1-1,1 0 1,17-25-6359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6.3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 2 3009,'0'0'18929,"0"0"-18874,0 0 0,0 0 0,0 0-1,0 0 1,0 1 0,0-1 0,0 0 0,0 0 0,0 0 0,0 0-1,1 0 1,-1 0 0,0 0 0,0 0 0,0 0 0,0 0 0,0 0-1,0 0 1,0 1 0,0-1 0,1 0 0,-1 0 0,0 0 0,0 0-1,0 0 1,0 0 0,0 0 0,0 0 0,0 0 0,1 0 0,-1 0-1,0 0 1,0 0 0,0 0 0,0 0 0,0 0 0,0-1-1,0 1 1,1 0 0,-1 0 0,0 0 0,0 0 0,0 0 0,0 0-1,0 0 1,0 0 0,0 0 0,0 0 0,0 0 0,0 0 0,1-1-1,-1 1 1,0 0 0,0 0 0,0 0 0,0 0 0,0 0 0,0 0-1,0 0 1,0-1 0,0 1 0,0 0 0,0 0 0,0 0 0,0 0-1,-1 66 5456,1-65-5488,0 0 0,-1 0 0,1 0 0,-1 0 0,1 0 0,-1 0 1,0 0-1,1-1 0,-1 1 0,0 0 0,0 0 0,0-1 0,1 1 1,-1 0-1,0-1 0,0 1 0,0-1 0,0 1 0,0-1 1,0 1-1,0-1 0,0 0 0,-2 1 0,-32 5-2438,8-1-1265,-41 17-12027,43-17 8075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7.0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6 136 5603,'0'0'20905,"1"-4"-18253,8 71-848,2 106-1,-12-172-1803,1 0 0,-1 1 0,1-1 0,0 0 0,-1 0 0,0 0 0,1 0 0,-1 0 0,0 0 0,0 0 0,1 0 0,-1 0 0,0 0 0,0 0 0,0 0 0,0 0 0,0-1 0,0 1 0,0 0 0,0-1 0,-1 1 0,1-1 0,-2 1 0,3-1 0,-1 0 0,1 0 0,0 0 0,0 0 0,0 0 0,0 0 0,-1 0 0,1 0 0,0 0 0,0 0 0,0 0 0,0 0 0,-1 0 0,1-1 0,0 1 0,0 0 0,0 0 0,0 0 0,0 0 0,0 0 0,-1 0 0,1 0 0,0-1 0,0 1 0,0 0 0,0 0 0,0 0 0,0 0 0,0-1 0,0 1 0,0 0 0,0 0 0,0 0 0,0 0 0,0-1 0,0 1 0,0 0 0,0 0 0,0 0 0,0 0 0,0-1 0,0 1 0,0 0 0,0 0 0,0 0 0,0 0 0,0-1 0,0 1 0,0 0 0,0-3 0,1-5-21,1-1 0,-1 0-1,1 1 1,0-1 0,1 1 0,0 0 0,1-1-1,0 2 1,0-1 0,10-14 0,6-6-518,35-37 1,-36 42 180,2 1 0,1 1 0,1 1-1,0 1 1,2 1 0,0 2 0,34-19 0,-53 33 357,1 0 0,-1 0 0,0 0 0,1 1 0,-1-1 0,0 2 1,1-1-1,8 1 0,-14 0 24,-1 0-1,1 1 1,-1-1 0,1 1 0,-1-1 0,1 1 0,-1-1 0,0 1-1,1-1 1,-1 1 0,0-1 0,1 1 0,-1-1 0,0 1-1,0 0 1,1-1 0,-1 1 0,0-1 0,0 1 0,0 0-1,0-1 1,0 1 0,0-1 0,0 1 0,0 0 0,0 0 0,0 26 197,-1-19-75,1 202 2397,0-210-2541,0 1-1,0-1 1,0 0 0,0 1-1,0-1 1,1 0 0,-1 0 0,0 1-1,0-1 1,0 0 0,0 0-1,0 1 1,0-1 0,1 0-1,-1 0 1,0 0 0,0 1 0,0-1-1,0 0 1,1 0 0,-1 0-1,0 0 1,0 1 0,1-1-1,-1 0 1,0 0 0,0 0-1,1 0 1,-1 0 0,0 0 0,0 0-1,1 0 1,-1 0 0,0 0-1,0 0 1,1 0 0,15-2-49,14-11-93,25-18-212,-6 2-372,1 2-1,83-31 1,-132 57 1872,-1 16-45,-1 7-818,-1-1 0,-1 0 0,-8 28 0,3-13-318,3 21-67,5-57 50,0 0 0,0 1 1,1-1-1,-1 0 1,0 1-1,0-1 1,0 0-1,0 0 0,0 1 1,0-1-1,1 0 1,-1 0-1,0 1 0,0-1 1,0 0-1,1 0 1,-1 0-1,0 1 1,0-1-1,1 0 0,-1 0 1,0 0-1,0 0 1,1 1-1,-1-1 0,0 0 1,0 0-1,1 0 1,-1 0-1,0 0 1,1 0-1,-1 0 0,0 0 1,0 0-1,1 0 1,-1 0-1,0 0 0,1 0 1,-1 0-1,0 0 1,1 0-1,-1 0 1,0-1-1,0 1 0,1 0 1,3 0-443,11 0-956,-2 1-243,0-2 1,1 1 0,17-4-1,31-17-6525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7.1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1 8644,'0'0'21146,"-118"135"-20090,111-107-368,4-6-576,3-4-112,0-6-784,0-7-1233,0-20-15959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7.3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9364,'0'0'11670,"22"105"-18650,-4-60-2576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7.6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1 11253,'0'0'8834,"-24"1"-5161,-78 10-1149,93-10-2272,1 1 0,0 0 1,0 1-1,0 0 0,0 0 0,0 1 0,1 0 0,-1 0 1,1 1-1,0 0 0,1 0 0,-1 0 0,-9 11 1,10-10-81,3-4-198,1 1 0,-1 0 0,1 0-1,-1 0 1,1 0 0,0 1 0,0-1 0,0 1 0,1-1 0,-1 1-1,1 0 1,0 0 0,0-1 0,0 1 0,0 0 0,1 0 0,0 0-1,0 0 1,0 0 0,0 0 0,0 0 0,1-1 0,0 1 0,2 7-1,2 3-267,1 0 0,0 0 0,1 0 0,16 22 0,-13-21 196,-2 0 0,10 20 0,-16-29 90,1-1 0,-2 1-1,1 0 1,0 0-1,-1 0 1,0 0-1,-1 0 1,1 1-1,-1-1 1,-1 7 0,0-12 2,0 0 0,1 0 1,-1 0-1,0 0 1,0 0-1,0 0 1,0 0-1,0-1 1,-1 1-1,1 0 1,0 0-1,0-1 0,0 1 1,-1-1-1,1 1 1,0-1-1,0 0 1,-1 1-1,1-1 1,0 0-1,-3 0 1,3 0-161,0 1 1,0-1 0,0 0 0,0 0-1,0 0 1,1 0 0,-1 0 0,0 0 0,0-1-1,0 1 1,0 0 0,1 0 0,-1-1 0,0 1-1,0 0 1,0-1 0,1 1 0,-1-1 0,0 1-1,1-1 1,-1 1 0,-1-2 0,1-2-934,0-1-1,-1 0 1,2 1 0,-1-1 0,0 0-1,1 0 1,0 0 0,1-7 0,-1 3-1238,0-35-8844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7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590 1 17848,'0'0'9829,"-60"205"-7956,15-102-305,-5 0-207,0 5-1073,2-5-288,0-3 0,1-12 0,4-20 0,5-13 0,6-15-832,2-17-1409,0-13-1409,-3-10-1536,-2-10-3378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8.1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8996,'0'0'5283,"25"3"-1250,1-1-2817,-7-1-366,-1 1 1,1 1-1,-1 1 1,1 0-1,-1 1 1,28 12-1,-26-8-130,0 1-1,0 1 1,-1 0-1,29 24 1,-43-32-665,-1 1 1,1 0 0,-1 0-1,0 0 1,0 1 0,-1-1 0,1 1-1,-1 0 1,0 0 0,0 1 0,-1-1-1,1 0 1,-1 1 0,0 0 0,-1-1-1,0 1 1,1 0 0,-2 0 0,1 0-1,-1-1 1,0 1 0,-1 11 0,0-14-66,0-1 0,0 1 0,0-1 0,0 1 0,0-1 0,0 0 0,-1 1 0,0-1 0,1 0 0,-1 0 0,0 0 1,0 0-1,0-1 0,0 1 0,0 0 0,-4 2 0,-44 20-1291,25-14-975,36-5-11380,14-5 10133,15-2-3544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8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13 14967,'0'0'14823,"-22"-12"-14599,17 17-480,0 10-1025,0 2-1184,0-1-1233,5-6-4177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8.6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 9700,'0'0'12166,"-176"53"-8196,133-23-96,21 2-2674,7 6-848,15-3-256,0 5 32,0-7-128,27-1 0,8-1-256,6-9-816,1-4-993,3-8-1201,-7-8-2016,-8-2-5043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21.3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109 0 6515,'0'0'8969,"-11"29"-7400,-2 2-1044,4-12-142,1 1 0,1 0 0,1 0 0,1 0 0,0 1 0,2 0 0,-2 25-1,-26 419 4485,28-432-5014,2-30-727,0-6-352,1-49-4438,0 32 4499,0-39-4761,0-6-882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21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82 2849,'0'0'5702,"26"-11"-3011,-9 3-2124,5-2 62,0 1 0,1 1-1,0 0 1,0 2 0,1 1-1,31-3 1,74 0 1455,169 10-1,-287-1-2052,1 0-1,-1 1 0,-1 1 0,1-1 0,0 2 1,-1-1-1,1 2 0,-1-1 0,0 1 0,0 1 1,9 7-1,-15-10-19,1 1 0,0 0 0,-1 0-1,0 1 1,0-1 0,0 1 0,-1 0 0,0 0 0,0 0 0,0 0 0,0 1 0,-1-1 0,0 1 0,0-1 0,0 1 0,-1 0 0,0 0 0,0 0-1,0 0 1,-1 0 0,0 9 0,-1-10 71,-1 0-1,1 1 0,-1-1 1,0 0-1,0 0 1,0 0-1,-1 0 0,0 0 1,0 0-1,0-1 1,0 1-1,-1-1 0,1 0 1,-1 0-1,-7 5 1,-9 7 454,0-1 1,-24 13-1,32-20-337,-32 16 393,-23 15 142,61-35-693,0 0 0,0 0 0,1 1 0,-1 0 0,1 1 0,0-1 0,-6 10 0,9-12-108,1 0-1,-1 1 1,1-1 0,-1 1-1,1-1 1,0 1-1,1-1 1,-1 1 0,1 0-1,-1-1 1,1 1 0,0 0-1,1-1 1,-1 1-1,0 0 1,1-1 0,0 1-1,0 0 1,0-1 0,0 1-1,1-1 1,0 0-1,-1 1 1,4 3 0,6 8-231,-1-1 1,2-1-1,24 24 1,-15-16 26,16 17-236,-2 3 0,58 87 0,-89-121 493,-1-1 0,1 1-1,-1 0 1,-1 0 0,1 0 0,-1 0-1,2 13 1,-4-17 59,1 0 0,-1 0 0,0 1 0,0-1 0,-1 0 0,1 0 0,0 0 1,-1 1-1,0-1 0,0 0 0,0 0 0,0 0 0,-1 0 0,1 0 0,-1-1 0,1 1 0,-1 0 0,0-1 0,-4 6 0,-6 1 413,0 0-1,0-1 1,0 0-1,-1 0 1,-26 10-1,-73 23 1290,109-40-1709,-49 14 251,0-2 0,0-3 0,-1-1 0,0-3 0,-75-1 0,126-5-427,1 0-1,0 0 1,-1 0 0,1 0-1,0 0 1,-1 0 0,1-1-1,0 1 1,0 0-1,-1-1 1,1 1 0,0-1-1,0 0 1,0 1-1,0-1 1,0 0 0,0 1-1,0-1 1,0 0-1,0 0 1,0 0 0,0 0-1,0 0 1,0 0 0,1 0-1,-2-2 1,1-1-1061,0 0 0,0 0 1,0 0-1,0 0 0,1 0 1,0 0-1,0-7 0,0-13-8803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27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1 865 416,'0'0'5504,"13"-6"-5098,20-10 108,0 2 0,1 2 0,1 1 0,0 1 0,44-6 0,284-34-483,-186 22-364,102-14-397,376-48-711,-425 71 1466,54-6 32,-59-5-130,375-46 1221,5 37-238,-55 14-803,52-9-61,3 34 11,-270 1-48,295 12 18,-464-6 105,212 19 21,-161-9 296,230-11 1,-274-7-295,371-19 812,0 0-736,-412 20-245,433 12 516,425 10-59,-601-53-488,-13 1 349,839 20 668,-758 12-373,2785-2 1853,-2548 10-2239,331-8 726,-940-4-933,96-16-1,84-26 12,-109 16-13,-77 12 152,143-49 0,-162 47 589,116-18-1,-131 31-610,-1 3 0,59 4 0,-21 0-64,743 5 363,-763-10-150,0-4 1,0-2-1,70-19 1,-100 20-63,36-5 33,0 3 0,79-1 0,138 11 834,-130 1-57,-133-1-975,231-10 865,-185 6-928,0 2 1,102 10 0,526 102-42,-638-98 43,1091 163 63,-443-73-36,179 18-60,-168-98 65,-227-15-139,1399 110 107,-300-11 58,-1566-105-51,421 26-68,-429-24 23,-17 1-52,-30 1-103,-98-3-2340,-1-6 0,-139-21 0,45-13-4023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29.5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662 16 2753,'0'0'5456,"4"-5"-5069,6-6-254,-5 13 75,-3 30 415,-3-13-312,-14 490 3617,1 110-2736,21-512-1018,31 152-1,-2-16 0,-1 478-46,-25-342-110,-2 655-17,-18-754-2,-2 127 2,12 1129 40,-56-621 10,-14-361-83,-17 166 80,-59 602-5,-1-245 6,69-552-31,46-363-11,-64 188 1,82-309-36,6-21-15,1 0 1,0 0 0,2 1 0,1 0 0,-4 40-1,13-63-1172,0-2 977,-1 1 0,0-1 1,0 0-1,0-1 0,0 1 0,-1-1 1,0 1-1,0-1 0,0 0 1,3-9-1,22-61-1898,-21 56 1567,41-146-4040,-26 87 789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9.2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506 57 192,'0'-1'12285,"-1"-3"-8021,-6-8-3410,0 10-747,0 1 0,0 0 0,0 0 0,0 1 0,0 0 1,-1 0-1,1 1 0,-10 1 0,12-1-73,-8 2-5,0 0 1,-1 1 0,1 0 0,1 1 0,-1 1-1,1 0 1,-14 9 0,-79 59 444,86-59-329,0 1 1,1 1-1,1 1 0,1 0 1,-26 38-1,33-41-90,0 0 0,2 0-1,-1 1 1,2 0 0,0 0-1,1 1 1,1-1 0,0 1-1,-1 19 1,3-17-54,1 0 0,0 0 1,2 0-1,0 0 0,6 32 0,-5-44-6,0-1 1,0 0-1,1 1 1,0-1 0,0 0-1,0 0 1,1 0-1,0-1 1,0 1-1,0-1 1,1 0-1,0 0 1,0-1-1,0 1 1,0-1-1,1 0 1,0-1-1,-1 1 1,9 3-1,1-2-4,0 1 0,0-1-1,0-1 1,0-1-1,29 3 1,81-3-3,-85-4 24,-20 1-7,-1-2 0,0 0 0,0-1 1,0-1-1,0-1 0,-1-1 0,0 0 0,0-2 0,0 0 0,-1 0 0,0-2 0,-1 0 0,0-1 0,-1-1 0,0 0 0,20-21 0,-24 21 3,0-1 0,0-1 0,-2 1 0,1-1 0,-2-1 1,0 0-1,-1 0 0,9-26 0,-9 18 6,-1-1 0,-2 0 0,0-1 0,-2 1 0,0-32 0,-2 44 21,-1 0 0,-1 0 0,0 0 0,-1 0 0,0 1 0,0-1 0,-2 1 0,1 0 0,-1 0 0,-1 0 0,0 1 0,0 0 0,-1 0 0,-1 0 0,1 1 0,-2 0 1,1 1-1,-1 0 0,-13-10 0,9 9 56,0 0 1,0 1-1,-1 0 1,0 1-1,-1 1 1,0 0-1,0 1 1,0 1-1,0 0 1,-1 1-1,0 0 1,1 2-1,-1 0 1,-21 1-1,31 1-105,-1 0-1,0 1 1,1 0 0,-1 0-1,1 1 1,-1 0 0,1 0-1,0 0 1,0 1 0,1-1-1,-1 2 1,1-1 0,0 0-1,0 1 1,0 0 0,1 0-1,-1 1 1,1-1 0,1 1-1,-1 0 1,-4 9 0,5-8-278,0 0 0,1-1-1,0 1 1,0 0 0,1 0 0,-1 0 0,1 0 0,1 0 0,0 10 0,0-12-229,1 1 0,-1-1 0,1 0 0,1 0 0,-1 0 0,1 0 0,0 0 0,0 0 0,0 0 0,1 0 0,0-1 0,-1 1 0,6 4 0,31 27-5751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4:59.7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224 363 5314,'0'0'6582,"-7"23"-3794,3-10-2396,-8 22 1353,2 0 0,-8 58 0,10-22-626,-3-1 1,-4 0 0,-28 84 0,21-86-900,15-44-291,0-1 1,-2 1 0,-1-1 0,-19 33 0,29-56-21,0 0 0,0 0 0,0-1 0,0 1 0,0 0-1,0 0 1,0-1 0,-1 1 0,1 0 0,0 0 0,0 0 0,0-1 0,0 1-1,0 0 1,0 0 0,0 0 0,0-1 0,-1 1 0,1 0 0,0 0-1,0 0 1,0 0 0,0-1 0,-1 1 0,1 0 0,0 0 0,0 0-1,0 0 1,-1 0 0,1 0 0,0 0 0,0 0 0,0-1 0,-1 1 0,1 0-1,0 0 1,0 0 0,-1 0 0,1 0 0,0 0 0,0 0 0,0 0-1,-1 0 1,1 1 0,0-1 0,0 0 0,-1 0 0,1 0 0,0 0 0,0 0-1,0 0 1,-1 0 0,1 0 0,0 1 0,0-1 0,0 0 0,0 0-1,-1 0 1,1 0 0,0 1 0,-1-26-1183,1 22 824,6-123-4230,1 69 3786,19-75 1,-5 41 580,64-222-348,-72 275 973,2 1 0,1 0-1,2 2 1,2 0 0,46-64-1,-53 84 207,0 0 0,1 1 0,0 1 0,20-15 0,-30 25-246,0 0 0,1 0 1,-1 0-1,1 0 0,0 1 0,0 0 1,-1 0-1,1 0 0,1 1 1,-1-1-1,0 1 0,0 0 1,0 1-1,1-1 0,-1 1 1,0 0-1,0 1 0,1-1 1,-1 1-1,7 2 0,-10-2-164,0 0-1,-1 0 1,1 0-1,-1 0 1,1 0-1,-1 1 1,1-1-1,-1 0 1,0 1-1,0-1 1,0 1-1,1 0 1,-2-1 0,1 1-1,0 0 1,0 0-1,0 0 1,-1-1-1,1 1 1,0 4-1,3 41 1047,-4-41-921,1 1-104,-1-1 0,0 1 0,0-1-1,0 1 1,-1-1 0,0 1 0,-1-1 0,1 0 0,-1 1 0,0-1 0,-1 0 0,1 0 0,-1 0 0,0-1 0,-1 1 0,1-1 0,-1 1 0,-1-1 0,1-1 0,0 1 0,-1 0 0,0-1 0,0 0 0,0 0 0,-9 4 0,4-2 30,0-1-1,0 0 1,0 0 0,-1-1-1,1 0 1,-1-1 0,0 0-1,0-1 1,0-1-1,0 1 1,-1-2 0,-15 0-1,26 0-206,1 0 0,-1 0-1,0 0 1,0-1-1,1 1 1,-1 0 0,0-1-1,1 1 1,-1 0 0,0-1-1,1 1 1,-1-1-1,1 1 1,-1-1 0,1 1-1,-1-1 1,1 1-1,-1-2 1,-1-4-1993,6 3-3792,49-6-4905,-17-5 2409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0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407 1 14519,'0'0'10709,"-103"198"-8965,65-100-47,3 2-432,2-7-625,6-10-352,9-18-272,3-10-16,5-15-672,-5-10-401,0-12-639,-3-6-978,-2-12-1360,-7 0-2208,-6-15-3587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0.3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7860,'22'-4'2417,"-16"3"-2183,32-7 1873,1 3 1,56-2 0,-74 7-1291,0 1-1,0 1 1,-1 1-1,1 0 1,32 11-1,-45-11-683,0 0-1,0 0 1,0 0-1,-1 1 1,0 1 0,0-1-1,0 1 1,0 1-1,-1-1 1,0 1 0,0 0-1,0 0 1,-1 1-1,0 0 1,0 0-1,7 13 1,-9-12 6,0 1 1,-1-1-1,0 1 1,0 0-1,-1 0 0,0-1 1,0 1-1,-1 0 1,0 0-1,-1 0 0,0 0 1,-1 0-1,1-1 1,-2 1-1,1 0 0,-1-1 1,0 0-1,-1 0 1,0 0-1,0 0 0,-1 0 1,0-1-1,0 0 1,-1 0-1,0 0 0,0-1 1,-8 7-1,14-13-221,0 0 1,0 0-1,0 1 0,-1-1 0,1 0 0,0 0 1,0 0-1,0 1 0,-1-1 0,1 0 1,0 0-1,0 0 0,-1 1 0,1-1 0,0 0 1,0 0-1,-1 0 0,1 0 0,0 0 1,0 0-1,-1 0 0,1 0 0,0 0 0,0 0 1,-1 0-1,1 0 0,0 0 0,-1 0 1,1 0-1,0 0 0,0 0 0,-1 0 0,1 0 1,0 0-1,-1 0 0,1 0 0,0 0 1,0-1-1,-1 1 0,1 0 0,0 0 0,0 0 1,0 0-1,-1-1 0,1 1 0,0 0 0,0 0 1,0 0-1,-1-1 0,1-16-6056,1 7 5400,-1-35-7063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0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7139,'0'0'14967,"40"66"-15319,-22-19-2161,-3-1-2193,-5-4-5107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1.0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14823,'0'0'14033,"15"13"-12961,6 2-806,-8-5-67,-1 0 1,0 1 0,18 21 0,-8 0 181,-21-32-432,-1 0-1,0 0 1,1 0-1,-1 0 0,1-1 1,-1 1-1,1 0 0,-1 0 1,1 0-1,-1 0 1,1-1-1,-1 1 0,1 0 1,-1 0-1,0-1 1,1 1-1,-1 0 0,0-1 1,1 1-1,-1 0 1,0-1-1,1 1 0,-1 0 1,0-1-1,0 1 1,1-1-1,-1 1 0,0-1 1,12-16-544,0 2 0,0-1 0,2 2 0,28-26 0,-33 33 467,0 1 1,0 0 0,0 0 0,1 0-1,0 1 1,0 1 0,0 0-1,1 0 1,-1 1 0,21-4-1,-30 7 217,-1 1 0,1-1 0,0 0 0,0 0 0,-1 0 0,1 0 0,0 0 0,0 1 0,-1-1 0,1 0 0,0 1 0,0-1 0,-1 1-1,1-1 1,0 0 0,-1 1 0,1-1 0,-1 1 0,1 0 0,-1-1 0,1 1 0,-1 0 0,1-1 0,-1 1 0,1 1 0,11 26 1126,-11-25-1145,0 1 1,0 0-1,1-1 1,-1 1-1,1-1 1,0 1 0,0-1-1,0 0 1,0 0-1,6 6 1,-5-8-79,0 1 0,0-1 0,0 0 0,0 0 0,0 0 0,0 0 0,0 0 0,1-1 1,-1 1-1,0-1 0,1 0 0,-1 0 0,0 0 0,0-1 0,1 1 0,-1-1 0,4-1 0,6-2-207,0-1-1,21-10 1,-29 13 150,12-7-38,1 0 0,1 2-1,-1 0 1,1 1 0,21-3 0,-39 9 214,-1 0 0,1 1 0,-1-1 0,1 1 0,-1-1 0,1 1 0,-1-1 0,0 1 1,1-1-1,-1 1 0,1 0 0,-1-1 0,0 1 0,0 0 0,1-1 0,-1 1 0,0 0 0,0-1 0,0 1 0,0 0 0,0-1 0,0 1 0,0 0 1,0-1-1,0 1 0,0 1 0,0 31-127,-1-22 293,1 61-2318,0-72 1895,0 1 0,0 0 0,0-1 0,0 1 0,0 0 0,0-1 0,1 1 0,-1-1 0,0 1 0,0 0 0,0-1-1,1 1 1,-1-1 0,0 1 0,0-1 0,1 1 0,-1-1 0,1 1 0,-1-1 0,0 1 0,1-1 0,-1 0 0,1 1 0,-1-1 0,1 1 0,-1-1 0,1 0 0,-1 0-1,1 1 1,0-1 0,23 2-6821,-16-2 4285,21 0-8067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1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2961,'0'0'25100,"-90"113"-25100,90-110-544,5-3-4819,2-30 497,-2-15-4546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1.3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8356,'0'0'6003,"68"155"-16968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1.6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1 13558,'0'0'3359,"-26"2"558,-87 6 234,107-7-3743,-1 0-1,0 0 1,1 0 0,-1 1 0,0-1 0,1 2 0,-9 3 0,14-5-356,0 0 0,0 0 0,-1-1 1,1 1-1,0 0 0,0 1 0,1-1 0,-1 0 1,0 0-1,0 0 0,0 0 0,1 1 1,-1-1-1,1 0 0,-1 1 0,1-1 1,-1 0-1,1 1 0,0-1 0,0 1 0,0-1 1,0 1-1,0-1 0,0 0 0,0 3 1,1-2-55,-1 0-1,1 0 1,-1-1 0,1 1 0,0 0 0,0 0 0,0-1 0,0 1 0,0-1 0,0 1 0,1-1 0,-1 1 0,0-1 0,1 0 0,-1 1 0,1-1 0,2 2 0,36 18-254,-24-14 20,6 4-345,-2 1 0,0 0-1,0 2 1,18 16 0,-32-25 439,-1 0-1,0 0 1,-1 0 0,0 1-1,1-1 1,-2 1 0,1 0-1,-1 0 1,0 0 0,0 1-1,0-1 1,-1 1 0,0 0-1,0 0 1,-1-1 0,0 1-1,0 0 1,-1 10 0,0-14 162,-1 0 0,1 0 0,-1 0 0,0 0 0,0 0 1,0 0-1,0 0 0,-1-1 0,1 1 0,-1 0 0,0-1 0,1 1 0,-1-1 1,0 1-1,-1-1 0,1 0 0,0 0 0,-1 0 0,1 0 0,-1 0 0,1-1 1,-1 1-1,0-1 0,0 0 0,0 0 0,0 0 0,0 0 0,0 0 1,-4 0-1,-11 3 239,0-2 0,0 0 0,-32-1 0,48-1-280,1 0-103,0 0 0,1 0-1,-1-1 1,0 1 0,1 0-1,-1-1 1,1 1 0,-1 0 0,0-1-1,1 1 1,-1-1 0,1 1 0,-1-1-1,1 1 1,-1-1 0,1 1-1,0-1 1,-1 0 0,1 1 0,0-1-1,-1 0 1,1 1 0,0-1-1,0 0 1,-1 1 0,1-1 0,0 0-1,0 0 1,0 1 0,0-1-1,0 0 1,0 1 0,0-1 0,0 0-1,1-1 1,5-29-5769,19-4-2551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1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1 5074,'0'0'18665,"-111"190"-14775,61-82-1873,2 5-625,6-8-207,12-7-641,4-12-544,9-16 0,4-15 0,-2-17-560,3-11-785,2-14-720,-8-13-1296,-2 0-1794,0-28-3329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2.1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9492,'0'0'4568,"26"-2"-1183,370-5 5291,-42 41-7167,-334-31-1492,-19-3 6,-1 0-1,1 1 1,-1-1-1,1 0 1,-1 1-1,1-1 1,-1 0-1,1 1 1,-1-1-1,0 1 1,1-1-1,-1 0 1,1 1-1,-1-1 1,0 1-1,0 0 1,1-1-1,-1 1 1,0-1-1,0 1 1,0-1-1,1 1 1,-1 0-1,0-1 1,0 1-1,0-1 1,0 1-1,0 0 1,0-1-1,0 1 1,0-1-1,-1 1 1,1-1-1,0 1 1,0 0 0,0-1-1,-1 1 1,1-1-1,-1 2 1,-9 21 706,-23 39 369,6-11-1809,6-20-2893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2.3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11125,'0'0'15351,"3"68"-15351,7-35-912,5 4-1073,2-4-2033,3-6-2545,3-9-4242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2.5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0 9412,'0'0'11590,"-173"56"-6404,133-24-1728,20 1-1986,20-1-719,0 6-449,20 2-160,20-2-96,10-3-48,8-5-96,-5-10-801,-3-2-847,-5-16-1986,-15-2-2257,-5 0 1105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3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41 745 4226,'0'0'12243,"2"3"-10618,1 4-646,0 1 1,0 0 0,-1 0-1,0 0 1,0 0 0,-1 0-1,0 0 1,0 12 0,-3 74 2326,1-79-2813,1-12-442,0-1 0,-1 1 0,1-1 0,-1 1 1,1-1-1,-1 1 0,0-1 0,0 1 0,0-1 0,0 0 0,0 1 0,-1-1 0,1 0 0,-1 0 1,-3 4-1,0-2 1,0 0 0,-1 0 0,1-1 0,-12 6 0,16-7-31,1-2 11,0-2 6,1-15-117,0 0 1,1 0-1,1 0 0,1 0 1,9-24-1,38-83-739,-20 55 339,20-54-925,7 2-1,134-211 1,-179 314 1349,28-33 1,-37 47 95,0 0 0,1 0 0,-1 0 1,1 1-1,0-1 0,0 1 0,0 0 1,0 1-1,1-1 0,-1 1 1,1 0-1,6-1 0,-11 3-10,0-1 1,0 1-1,0 0 0,0 0 0,0 0 0,0 0 1,0 0-1,0 0 0,1 1 0,-1-1 1,0 0-1,0 0 0,0 1 0,0-1 1,0 1-1,0-1 0,0 1 0,0-1 1,0 1-1,0-1 0,0 1 0,-1 0 1,1 0-1,0-1 0,0 1 0,-1 0 0,1 0 1,0 0-1,-1 0 0,1 0 0,-1 0 1,1 1-1,1 4 93,0-1 1,-1 1 0,1 0-1,0 11 1,-2-11-50,8 101 1687,-8 119-1,-2-92-866,2 128-599,4-314-4785,2-6-4505,-6 20 51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3.9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 5715,'0'0'18408,"178"-35"-17143,-105 30-673,2-1-112,-10 1-272,-12 5-208,-8 0-288,-7 0-1201,-6 0-1456,-6 0-2257,-14 0-4771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30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1044 114 1088,'0'0'3741,"4"-21"-2594,11-65-58,-13 80 659,-1 12-1321,-2 18-180,-6 21 776,-19 61-1,-5 19-402,-10 262 1478,31 6-551,9-326-1593,-7 1380 2247,10-974-2020,-20 964 1,-107-37-40,16-272 434,62-67 485,34-690-810,-73 685-10,-78-9-194,-34 314 196,73-22-61,95-711-144,15-245-58,14-352-56,0-14-401,1-1 0,-2 1 0,-6 26-1,8-59-4936,0-3 3145,0-51-4273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6.4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1204 2865,'0'0'9052,"14"-26"-6405,3-8-1974,4-7 134,2 1 1,30-42-1,133-159 1183,24-33-2075,-163 205-297,-3-1 1,39-87-1,-71 137 565,-12 21-175,1-1 1,-1 0-1,0 0 0,0 0 1,1 0-1,-1 1 0,0-1 1,0 0-1,1 0 0,-1 0 1,0 1-1,0-1 0,0 0 1,0 0-1,1 1 0,-1-1 1,0 0-1,0 1 1,0-1-1,0 0 0,0 0 1,0 1-1,0-1 0,0 0 1,0 1-1,0-1 0,0 0 1,0 1-1,0-1 0,0 0 1,0 0-1,0 1 0,0-1 1,0 1-1,-5 45 19,-3-3-10,-22 61 0,4-12 119,14-41-68,3 0 0,2 1 1,-1 91-1,8-142-69,0-1 1,0 1 0,1 0 0,-1 0-1,0-1 1,0 1 0,0 0-1,0-1 1,1 1 0,-1 0 0,0-1-1,1 1 1,-1 0 0,0-1 0,1 1-1,-1-1 1,1 1 0,-1-1 0,1 1-1,-1-1 1,1 1 0,0-1 0,-1 1-1,1-1 1,0 0 0,-1 1 0,1-1-1,0 0 1,-1 0 0,1 1 0,0-1-1,-1 0 1,1 0 0,0 0 0,0 0-1,-1 0 1,1 0 0,1 0 0,31-7 18,-13-2 5,-1-1 0,-1-1 0,31-23 0,-27 18-30,104-77-11,-4-5 1,-4-5-1,-4-6 0,116-144 1,-215 237 1470,-16 24 799,-21 34-934,-69 105-424,28-47-51,-56 120 0,103-187-994,2 2-1,2 0 1,1 0 0,2 1-1,1 0 1,2 1-1,-3 69 1,8-94-514,1 21-1034,0-33 1484,0 1 0,0 0 0,0 0-1,0 0 1,0 0 0,1 0 0,-1-1 0,0 1 0,0 0 0,1 0 0,-1 0 0,1-1 0,-1 1 0,1 0 0,-1-1 0,1 1 0,-1 0 0,1-1-1,0 1 1,-1 0 0,1-1 0,0 1 0,0-1 0,-1 0 0,1 1 0,0-1 0,0 1 0,1-1 0,31 1-5289,12-1-838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6.8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214 21 3362,'0'0'18245,"-23"9"-16404,-73 31-219,89-37-1410,1 0-1,-1 0 1,1 1 0,0 0-1,0 0 1,0 1 0,1-1-1,0 1 1,0 1 0,0-1-1,0 1 1,-4 7 0,6-7-96,0 0 0,1 1 0,0 0 0,0-1-1,0 1 1,1 0 0,0 0 0,1 0 0,-1 14 0,2-19-114,-1 0 0,0 0 0,1 0 0,0 0-1,-1 0 1,1 0 0,0 0 0,0 0 0,0 0 0,0 0-1,0 0 1,1-1 0,-1 1 0,0 0 0,1-1 0,-1 1-1,1-1 1,0 0 0,-1 1 0,1-1 0,0 0 0,0 0-1,0 0 1,0 0 0,0-1 0,0 1 0,0 0 0,0-1-1,3 1 1,7 2 15,0-1-1,0 0 0,22 0 0,-29-2 1,11 1-39,1-1 1,-1-1 0,0 0 0,26-6 0,-38 6-19,1 0 0,-1 0 1,0-1-1,0 0 0,-1 0 0,1 0 1,0 0-1,-1 0 0,1-1 1,-1 0-1,0 0 0,1 0 0,-1 0 1,-1 0-1,1 0 0,0-1 0,-1 1 1,0-1-1,0 0 0,0 0 1,0 0-1,2-7 0,-2 6 30,-1-1 0,0 1 0,0 0 0,0-1 0,0 1 0,-1-1 0,0 1 0,0-1 0,0 1-1,-1-1 1,1 1 0,-2 0 0,1-1 0,-3-7 0,1 7-4,0 1 0,-1 0-1,1 0 1,-1 0 0,0 0 0,-1 1-1,1-1 1,-1 1 0,0 0 0,1 1 0,-2-1-1,-8-4 1,3 2-186,0 1 0,0 0 0,-1 1 0,1 0 0,-1 0 1,-14-1-1,-7 1-2975,0 3-3859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7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253 19 13334,'0'0'6536,"-24"-3"-2619,-78-11-1668,94 13-2078,0 1 1,1-1 0,-1 1-1,1 1 1,-1 0-1,-8 1 1,14-1-131,-1-1 0,0 1-1,1 0 1,-1 0 0,1 1 0,-1-1 0,1 0 0,-1 1 0,1-1 0,0 1 0,0 0 0,-3 3 0,2-1-43,1 0 0,0 0-1,0 0 1,0 1 0,1-1 0,-1 0 0,1 1 0,0-1 0,1 1 0,-1-1 0,1 1 0,-1-1 0,2 1 0,-1 0-1,1 7 1,1-4-65,0-1 0,0 0-1,1 0 1,0 0 0,0 0-1,1 0 1,-1 0-1,2-1 1,-1 0 0,1 0-1,-1 0 1,2 0 0,-1-1-1,7 6 1,-2-2-130,-1 1-1,-1 0 1,12 17 0,-18-23 133,0 0 0,0 0-1,0 0 1,0 0 0,-1 0 0,0 1 0,0-1 0,0 0 0,0 1 0,-1-1 0,0 1-1,0-1 1,0 1 0,-1 7 0,-1-9 62,1 0 1,-1 1-1,0-1 0,0 0 1,0 0-1,0 0 0,-1 0 0,1 0 1,-1-1-1,0 1 0,0-1 1,1 0-1,-2 0 0,1 0 1,0 0-1,0 0 0,-1-1 0,1 1 1,-5 0-1,-9 5-12,-1-1 1,-24 5-1,38-12-4908,8-4 2770,16-12 443,-13 11 133,43-37-6305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7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387 0 11157,'0'0'12539,"-18"29"-10220,-129 201 1320,123-192-2937,-18 23 102,4 2-1,-54 117 1,86-160-804,0-1 0,2 1 0,0 0 0,1 1 0,1-1 0,1 38 0,1-53 2,0-1-1,0 0 1,1 1-1,0-1 1,-1 0-1,1 1 1,1-1-1,-1 0 1,1 0 0,-1 0-1,1 0 1,0 0-1,1 0 1,-1-1-1,0 1 1,1-1-1,4 5 1,-2-4-92,0-1 1,0 1-1,0-1 1,0 0-1,1 0 0,-1-1 1,1 0-1,0 0 1,0 0-1,0 0 1,-1-1-1,9 1 0,2 0-710,-1-1 0,1-1 0,16-1-1,-26 1 213,0-1-1,-1 0 1,1 0-1,0 0 1,-1-1-1,0 0 1,1 0-1,-1 0 1,0-1-1,0 0 1,9-6-1,-5 0-2131,-1 0-1,14-19 1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7.5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15191,'0'0'4738,"151"0"-4738,-76 2-112,0 11-2305,-2-6-3858,-5-2-4738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7.7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2497,'0'0'19625,"181"0"-20185,-126-3-2193,-7-14-3058,-1-16-5618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8.0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458 1 2753,'0'0'16386,"-8"29"-13574,-21 68 1851,-68 150-1,-48 0-3054,95-170-1666,-73 154-1,122-229 59,0 0 0,0 1 0,1-1 0,-1 0 0,0 0 0,1 0 0,0 0 0,-1 1 0,1-1 0,0 0 0,0 0 0,0 1 0,1-1 0,0 4 0,-1-5 0,1 0 0,0 1 0,-1-1 0,1 0 0,0 0 0,0 1 0,0-1 0,0 0 0,0 0 0,0 0 0,0 0 0,0 0 0,0 0 0,1-1 0,-1 1 0,0 0 0,2 0 0,5 2 0,0-1 0,0 0 0,1-1 0,-1 0 0,0 0 0,11-1 0,-5 1 0,51 2-1221,87-7 1,-144 3 458,0 0 0,0-1 0,0 0 0,-1 0 1,1-1-1,13-6 0,18-18-6137,-8-2-3608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8.2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1 1088,'0'0'26285,"-86"145"-25245,81-120-704,5-5-336,0-5-48,0-7-1328,10-8-1618,18 0-2240,7-35-4467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8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 18 8900,'0'0'16344,"-25"-17"-19386,50 29-672,16-12-2528,6 0-2386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8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523 1 12998,'0'0'3065,"-31"32"334,7-7-2494,-28 30 1438,2 2 0,-56 84 1,62-71-84,-51 111 0,72-127-1977,2 0 1,-26 111-1,17-40-283,31-155 0,3 18-122,1 0 0,0 1 0,1 0-1,0 0 1,1 0 0,0 1 0,0 0 0,1 0 0,11-10-1,-3 4-262,1 1-1,1 1 0,0 0 0,25-14 0,-26 18 196,0 2 0,0 0 0,0 1 0,1 1 0,0 1 1,1 0-1,-1 1 0,1 1 0,27-1 0,-46 13 214,-3-4 78,0 0 0,0-1 0,-1 0 0,1 0 0,-1 0 0,0 0 0,0-1 0,0 1 0,-1-1 0,1 0 0,-11 5 0,-8 6 352,5 0-168,-5 1 216,0 2 0,2 1 0,-29 29-1,44-41-439,1 1 1,0-1-1,1 1 0,-1 0 0,1 0 0,1 0 0,0 0 0,0 1 0,0 0 0,1-1 0,0 1 0,0 0 0,1 0 0,0 0 0,0 0 0,1 14 0,0-21-66,1 1 0,-1 0 0,1-1-1,-1 1 1,1-1 0,0 0 0,0 1 0,-1-1 0,1 0 0,0 1-1,0-1 1,0 0 0,1 0 0,-1 0 0,0 0 0,0 0 0,0 0 0,1 0-1,-1 0 1,1 0 0,-1-1 0,1 1 0,-1 0 0,1-1 0,-1 1-1,1-1 1,-1 0 0,1 0 0,2 1 0,8 0-313,0 0-1,24 0 1,-23-2-149,11 2-386,-7 0-679,-1-1-1,0-1 0,0 0 1,0-1-1,0 0 0,22-8 1,2-11-6548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9.5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6 870 9268,'0'0'13156,"25"2"-11854,-1 1-1079,161 10 535,-183-13-755,4 0-15,0 0 0,1 0 0,-1-1 0,0 1 0,0-1 0,9-3 0,-13 3-3,0 0-1,0 0 0,0-1 0,-1 1 1,1 0-1,0-1 0,-1 1 1,1-1-1,-1 0 0,1 1 0,-1-1 1,0 0-1,0 0 0,0 0 1,0 0-1,0 0 0,0 0 0,0 0 1,-1 0-1,1 0 0,0-3 0,0-1-14,0 1 0,0-1 0,0 0 0,-1 0 0,1 0 0,-2 0 0,0-9 0,0 12 23,1 1 0,-1-1 0,0 1 0,0-1-1,0 1 1,0-1 0,0 1 0,0 0 0,-1 0 0,1 0 0,-1 0 0,0 0 0,1 0 0,-1 0 0,0 0 0,0 1 0,0-1 0,-1 1 0,-1-2 0,-8-2 50,-1 1-1,1 0 1,-1 1-1,1 1 1,-1 0 0,0 0-1,0 1 1,0 1 0,-18 2-1,6-2 39,20 0-69,0 0 1,0 0-1,0 1 0,0-1 1,0 1-1,0 0 0,0 1 1,0-1-1,0 1 1,1 0-1,-1 0 0,1 0 1,-1 1-1,1 0 0,0-1 1,0 2-1,0-1 0,1 0 1,-1 1-1,1 0 1,0-1-1,0 1 0,0 1 1,0-1-1,0 0 0,1 1 1,0-1-1,0 1 1,1 0-1,-1-1 0,1 1 1,-1 5-1,0 0 3,1 1-1,0-1 1,1 0 0,0 0 0,1 1-1,0-1 1,0 0 0,1 0-1,6 17 1,-6-22-66,-1-1 0,1 0 0,1 0 0,-1 1 0,1-1 1,-1-1-1,1 1 0,0 0 0,1-1 0,-1 1 0,1-1 0,-1 0 0,1 0 0,0-1 0,0 1 0,0-1 0,0 0 0,1 0 1,-1 0-1,0 0 0,1-1 0,0 0 0,6 1 0,3 0-494,0-2 0,0 0 0,1 0 0,-1-1 0,0-1 0,0-1 0,0 0 0,0 0 1,0-2-1,-1 0 0,0 0 0,0-1 0,0 0 0,0-2 0,20-14 0,4-7-1377,-1-2 0,-2-1 0,46-55-1,-12 5 617,84-130 0,-114 150 1324,-3-1 0,-2-2 0,23-69 1,-49 116 1061,-2 0 1,5-28-1,-6-9 7279,-4 54-8196,0 1 1,0-1 0,0 1-1,0 0 1,0-1 0,0 1-1,0 0 1,0-1 0,0 1 0,0 0-1,0-1 1,-1 1 0,1 0-1,0-1 1,0 1 0,0 0 0,0-1-1,-1 1 1,1 0 0,0-1-1,0 1 1,-1 0 0,1 0-1,0-1 1,-1 1 0,1 0 0,0 0-1,-1 0 1,1 0 0,0-1-1,-1 1 1,1 0 0,-1 0 0,-16 3 1864,-16 14-893,17-3-657,1 0 0,1 1 0,1 0 0,-15 21 0,-44 76 1342,36-46-1438,3 2-1,3 2 1,2 1 0,4 1 0,3 1 0,4 0-1,2 2 1,-6 101 0,20-77-747,1-99 286,0 1 0,0-1 0,0 1 1,0-1-1,0 1 0,0-1 1,0 1-1,0-1 0,1 1 1,-1-1-1,0 1 0,0-1 1,1 1-1,-1-1 0,0 1 1,1-1-1,-1 1 0,0-1 0,1 0 1,-1 1-1,1-1 0,-1 0 1,0 1-1,1-1 0,-1 0 1,1 0-1,-1 1 0,1-1 1,-1 0-1,1 0 0,-1 0 1,1 0-1,0 1 0,-1-1 1,2 0-1,21-2-2430,-18 1 2069,1 0-425,-1-1-1,1 0 1,0 0-1,0-1 1,-1 0-1,0 0 1,1 0-1,-1 0 1,0-1-1,-1 0 1,9-8-1,27-25-8661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9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6835,'0'0'17416,"65"56"-17016,-35-41-400,-5-5-80,10-5-1120,3-5-1794,2 0-1584,10-3-4578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09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969 1 12134,'0'0'5906,"-186"70"-1296,111-7-2016,-10 17-642,-1 10-479,1 8-1057,5-3-416,4-2-640,6 0-1729,-3-5-1041,-2-5-3089,-3-13-4882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1.1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5827,'0'0'12027,"0"21"-11014,-10 367 5033,2-261-6494,8-131-4811,0-19-469,0-15-3380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2.5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1 135 2257,'0'0'7339,"12"-17"-845,16 5-2032,-21 9-4372,1 0 0,-1 0 0,0 0 0,12-1 0,14-2 265,-6 1 727,1 1 0,33-1 0,-60 5-890,19 13 467,-13-2-514,0 0 0,-1 0 0,-1 0 0,1 0 0,-2 1-1,0 0 1,5 24 0,7 92 700,-5-32 171,24 73 638,-32-177 802,11-32-2396,-2 9-94,2 2-1,1 0 0,1 0 0,1 1 1,40-47-1,-20 33-237,1 2 0,74-59 0,-87 79 146,1 0 0,1 2-1,0 1 1,1 1 0,2 1 0,46-16 0,-75 30 126,0 0 0,0 1 0,0 0 0,0-1 0,0 1 0,1 0 0,-1 0 0,0-1 0,0 1 0,0 0 0,1 0 0,-1 0 0,0 0 0,0 1 0,0-1 1,0 0-1,1 0 0,-1 1 0,0-1 0,0 1 0,0-1 0,0 1 0,0-1 0,0 1 0,0 0 0,0-1 0,0 1 0,1 2 0,0 0 14,0 0-1,-1 1 1,0-1 0,0 1-1,0-1 1,0 1-1,0 7 1,1 0 28,5 48 635,-3 121 0,-4-124-321,-3-6-295,-1 0 0,-18 71 0,12-72-66,2 1 0,-3 74 0,18-106-1125,-5-13-2811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13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1 1153,'0'0'11479,"0"7"-8965,-1 11-1605,-2 0 1,0 0-1,0 0 0,-12 32 1,7-24 171,-7 35 0,6-2-785,-2 96 1,11-154-688,0 0 310,0-1 0,0 0-1,0 0 1,0 0-1,0 0 1,0 0 0,0 0-1,0 0 1,0 1-1,0-1 1,0 0 0,0 0-1,0 0 1,0 0-1,0 0 1,0 0 0,0 0-1,1 0 1,-1 1-1,0-1 1,0 0 0,0 0-1,0 0 1,0 0-1,0 0 1,0 0 0,0 0-1,0 0 1,0 0-1,1 0 1,-1 0 0,0 0-1,0 0 1,0 0-1,0 1 1,0-1 0,0 0-1,0 0 1,0 0-1,1 0 1,-1 0 0,0 0-1,0 0 1,0 0 0,0 0-1,0-1 1,0 1-1,0 0 1,1 0 0,-1 0-1,0 0 1,0 0-1,0 0 1,0 0 0,0 0-1,0 0 1,1 0-385,14 0-5281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32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1759 1 6563,'0'0'4578,"-12"27"-3308,-3 1-960,1-1-90,2 1 0,0 0-1,2 1 1,-9 39 0,-10 70 118,7 0 0,6 1 0,1 155 0,-36 540 939,-71-7 69,-115 765-282,134-619-596,14-111-53,-28 293-252,70-637-126,-20 83-29,-9 101 46,-27 189 23,-6 44 30,-56 463 37,65-702-91,23 194 30,56-692-18,-10 189 118,31-259-279,0-128 72,1 1-1,-1-1 1,0 0-1,0 1 1,0-1 0,0 1-1,-1-1 1,1 1-1,0-1 1,0 1-1,0-1 1,0 1 0,0-1-1,0 0 1,-1 1-1,1-1 1,0 1 0,0-1-1,-1 1 1,1-1-1,0 0 1,-1 1-1,1-1 1,0 0 0,-1 0-1,1 1 1,-1-1-1,1 0 1,0 0-1,-1 1 1,1-1 0,-1 0-1,1 0 1,-1 0-1,1 0 1,0 1 0,-1-1-1,1 0 1,-1 0-1,1 0 1,-1 0-1,1 0 1,-1 0 0,1-1-1,-1 1 1,1 0-1,-1 0 1,1 0-1,0 0 1,-1 0 0,1-1-1,-1 1 1,1 0-1,-1-1 1,-1 0-216,0 0 1,0 0-1,0 0 1,1 0-1,-1 0 0,0-1 1,1 1-1,-1 0 0,1-1 1,0 0-1,-1 1 1,0-3-1,-10-27-3564,-4-11-2391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44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106 189 176,'0'0'3052,"-8"-8"-2900,2 2-127,-2-3 16,-1 1-1,0 0 0,-1 0 1,-13-8-1,7 2-149,6 5 2049,4 5 3403,8 4-5144,1 1 0,0-1-1,0 0 1,0 1 0,-1-1 0,1 0 0,0-1-1,4 0 1,4 1 152,70 0 1017,814-24 980,903-50-1446,460 74-1841,-1258 20 764,3 0 24,-767-21 202,1030 26 354,784 47-350,-1848-68-38,1163 5-43,-400-6 87,-553 1-50,1359 22 18,-1107-12-60,418 13 254,750 68 183,-1286-64-386,539 39 2,405 22 2,-1400-89-4,1688 57 171,825-35 39,-2471-25-205,544-12 366,485-9 937,-980 22-1296,116 6 614,-295-7-696,-1 0 0,1 0 0,-1 0 0,1 1 0,-1-1 0,1 0 0,-1 1 0,0-1 0,1 1 1,-1-1-1,1 1 0,-1 0 0,0 0 0,0 0 0,1-1 0,-1 1 0,0 0 0,0 0 0,0 1 0,0-1 0,0 0 0,0 0 0,0 0 0,-1 1 0,1-1 0,0 0 0,-1 1 1,1-1-1,-1 1 0,1 1 0,1 3-731,-1 1 0,0-1 1,-1 1-1,0 0 0,0 10 1,0-15 539,0-1 1,0 0-1,-1 1 0,1-1 1,0 0-1,0 1 1,-1-1-1,1 0 0,-1 1 1,1-1-1,-1 0 1,0 0-1,1 0 0,-1 0 1,-1 2-1,-28 15-4831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05:47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23 139 544,'0'0'5461,"-4"-11"-4545,-13-30 217,15 28 2860,10 17-4437,-4-2 830,19 7-139,1-1 0,-1-1 0,1-1-1,1-1 1,25 2 0,131 1 425,-155-8-575,1138 3 499,-601-5-547,2339 15-225,-308 2-141,-232-7 212,-1607-9 68,1302-41-642,-765 7 350,19 7-846,1858-20 682,-1385 58 627,75-5 755,-1063-7-762,154-11 42,-8 1 65,1697 54 2538,-1535-2-1502,-188-29-336,-717-11-433,-173 0-443,38 0-68,-59 0 90,0-1 0,0 1 0,1-1 0,-1 0 0,0-1 0,-1 1 0,1-1 0,0 0 0,5-3 1,-9 4-25,0 1 1,-1-1 0,1 1-1,-1-1 1,1 0 0,0 1-1,-1-1 1,1 0 0,-1 1-1,1-1 1,-1 0 0,0 1-1,1-1 1,-1 0 0,0 0-1,1 0 1,-1 1 0,0-1-1,0 0 1,0 0 0,0 0 0,0 0-1,0 0 1,0 1 0,0-1-1,0 0 1,0 0 0,-1-1-1,1-3-93,-18 7-1407,-60 33-7538,39-27 2256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0:55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204 144 0,'0'0'9068,"-5"-20"-3527,5 16-5421,0 1-1,0-1 1,0 1-1,1-1 1,-1 1-1,1-1 1,0 1-1,0-1 1,0 1-1,0 0 1,1-1-1,-1 1 1,1 0-1,2-4 1,1 3-112,-1 0 0,1 0 1,0 0-1,0 0 1,0 1-1,0 0 0,10-4 1,0 0-10,0 2 0,0-1 0,1 2 0,0 0 0,0 1 1,0 0-1,1 1 0,25 1 0,-41 1 2,0 0 0,0 1 1,0-1-1,0 1 0,0-1 1,0 0-1,0 1 0,0-1 1,0 1-1,-1 0 0,1-1 0,0 1 1,0 0-1,-1 0 0,1-1 1,0 1-1,-1 0 0,1 0 0,-1 0 1,1 0-1,-1 0 0,1-1 1,-1 1-1,0 0 0,1 0 1,-1 0-1,0 0 0,0 0 0,0 1 1,0 0-1,3 39 89,-4-35-65,0 10 13,0 0 1,-2 0-1,0 0 0,-1-1 1,0 1-1,-1-1 1,-1 0-1,-1 0 1,0-1-1,-13 19 1,2-6 200,-1 0 1,-1-2 0,-1 0 0,-30 26 0,25-28 96,-48 32 1,60-46-288,0 0 0,-1-1-1,0-1 1,-1 0 0,-23 6-1,38-12-27,0-1-1,-1 1 0,1-1 0,-1 0 0,1 1 0,0-1 1,-1 0-1,1 0 0,-1 0 0,1 0 0,-1 0 1,1 0-1,-1 0 0,1 0 0,-1-1 0,1 1 0,-1 0 1,1-1-1,0 0 0,-1 1 0,1-1 0,0 0 0,0 1 1,-1-1-1,1 0 0,0 0 0,0 0 0,0 0 0,0 0 1,0 0-1,0-1 0,-1-1 0,1 0 36,0-1 0,0 1 1,1-1-1,-1 1 0,1-1 0,0 1 0,0-1 0,0 1 0,0-1 0,1 1 0,-1-1 1,1 1-1,1-4 0,-1 4-32,0 0 0,1 0 0,-1 1 0,1-1 0,-1 0 1,1 1-1,0 0 0,0-1 0,0 1 0,0 0 0,1 0 0,-1 0 0,0 0 0,1 0 1,0 1-1,-1-1 0,1 1 0,0-1 0,0 1 0,0 0 0,-1 0 0,1 1 1,0-1-1,4 0 0,10-2 98,0 2 1,0 0 0,20 1 0,-18 0 138,-9 0-119,1 0 1,-1 0-1,0 1 0,1 1 1,-1-1-1,0 2 0,0-1 0,16 7 1,331 127 4326,-333-127-3933,-12-6 51,-1 0 1,1 0 0,0-1-1,0-1 1,0 0 0,17-1 0,-27-1-566,-1 0 1,1 0 0,-1 0 0,1 0 0,-1-1 0,0 1 0,1 0-1,-1-1 1,0 1 0,0-1 0,0 0 0,0 1 0,0-1 0,0 0 0,-1 1-1,2-3 1,11-30-54,-13 33 28,1 1 0,-1 0 0,0-1 0,0 1 0,0-1 0,0 1 0,0 0 0,0-1 0,0 1 1,1-1-1,-1 1 0,0 0 0,-1-1 0,1 1 0,0-1 0,0 1 0,0-1 0,0 1 0,0 0 0,0-1 0,0 1 0,-1 0 0,1-1 0,0 1 0,0-1 0,-1 1 0,1 0 0,0-1 0,0 1 1,-1 0-1,1 0 0,0-1 0,-1 1 0,1 0 0,0 0 0,-1-1 0,1 1 0,-1 0 0,1 0 0,0 0 0,-1 0 0,1 0 0,-1 0 0,1-1 0,0 1 0,-1 0 0,1 0 0,-1 0 0,1 0 1,-1 1-1,1-1 0,0 0 0,-1 0 0,1 0 0,-1 0 0,1 0 0,0 0 0,-1 1 0,1-1 0,0 0 0,-1 1 0,-23 8-951,10 3-748,-4 2-2450,7-5-4141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0:59.6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206 8 208,'-7'-8'23915,"10"8"-23787,458 17 918,-367-11 709,-93-6-613,-2 16-654,-5-6-423,0 0 0,0-1 0,-1 0 0,0 0 0,-1-1 0,1 0 0,-2 0 0,-17 13 0,7-5 124,-103 81 794,74-60-795,1 1 0,2 2-1,-65 75 1,69-57-104,-49 90 0,6-9-4,73-122-53,-1-1 0,-21 22-1,33-38-122,0 0 0,0 1-1,0-1 1,0 0-1,-1 1 1,1-1-1,0 0 1,0 0 0,0 1-1,-1-1 1,1 0-1,0 0 1,0 0 0,-1 1-1,1-1 1,0 0-1,-1 0 1,1 0-1,0 0 1,0 0 0,-1 0-1,1 1 1,0-1-1,-1 0 1,1 0-1,0 0 1,-1 0 0,1 0-1,0 0 1,-1 0-1,1 0 1,0 0-1,-1-1 1,1 1 0,0 0-1,-1 0 1,1 0-1,-1 0 1,-1-15-3901,8-19-4725,-2 14 2604,-1-2-626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0.1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3217,'0'0'10397,"3"-5"-9228,-3 3-1029,1 0 1,0 0-1,0 0 1,1 0 0,-1 0-1,0 1 1,1-1-1,-1 1 1,1-1-1,-1 1 1,1-1-1,0 1 1,-1 0 0,1 0-1,0-1 1,3 0-1,0 0 235,0 1 0,1 0 0,-1-1 0,0 2 0,1-1 0,-1 1 0,7 0 0,38-1 664,0 3 1,94 14 0,-44 6 1551,2-4 0,201 7 1,-303-25-2605,1 0-14,-19 0-17354,-12 0 9596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2.0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272 76 880,'0'0'9557,"13"-12"-7930,39-39-354,-39 39-171,-14 16-737,1 0-1,-1 0 1,0 0 0,0 0 0,0-1 0,-1 1 0,1 0 0,-1-1 0,0 1 0,0-1 0,-4 6 0,-32 36 1216,26-32-938,-95 99 2553,-42 48-1620,147-157-1575,-1 1 0,1-1-1,0 0 1,0 1 0,0 0-1,0-1 1,0 1 0,1 0-1,0 0 1,0 0-1,0 0 1,0 0 0,0 0-1,1 0 1,0 0 0,0 5-1,0-9 1,0 1 1,1 0-1,-1 0 0,0 0 0,1 0 1,-1 0-1,1 0 0,-1-1 1,1 1-1,-1 0 0,1 0 0,0-1 1,-1 1-1,1 0 0,0-1 0,0 1 1,-1 0-1,1-1 0,0 1 0,0-1 1,0 0-1,0 1 0,0-1 1,0 0-1,-1 1 0,1-1 0,0 0 1,2 0-1,32 4 48,-31-3-44,465 3 94,-415-8-77,0-2 0,0-3 0,80-23 0,-126 27 212,-8-3-6556,-15-7-7107,8 9 12574,-4-8-4876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2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221 1 8148,'0'0'11202,"-21"12"-9148,-69 41-749,85-50-1163,1 1-1,0-1 1,0 1 0,0-1-1,0 1 1,1 0-1,-1 0 1,1 1 0,0-1-1,1 1 1,-1-1 0,1 1-1,-1 0 1,2 0-1,-1 0 1,0 0 0,1 1-1,-1 7 1,-4 13 521,-6 16 224,3 1 1,1 0 0,-3 85-1,9-71-4901,2-1-4708,-1-52 2455,-3 3-1894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8.6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252 59 2177,'0'0'11920,"1"-11"-10466,1-30-323,-2 40-1111,0 1 0,0 0 0,0 0-1,0 0 1,0-1 0,0 1 0,0 0 0,0 0-1,0 0 1,0-1 0,0 1 0,0 0-1,0 0 1,0-1 0,0 1 0,-1 0 0,1 0-1,0 0 1,0 0 0,0-1 0,0 1-1,0 0 1,0 0 0,0 0 0,-1 0 0,1-1-1,0 1 1,0 0 0,0 0 0,0 0-1,-1 0 1,1 0 0,0 0 0,0-1 0,0 1-1,-1 0 1,1 0 0,0 0 0,0 0-1,0 0 1,-1 0 0,1 0 0,0 0 0,0 0-1,-1 0 1,1 0 0,0 0 0,0 0-1,0 0 1,-1 0 0,1 0 0,0 1 0,0-1-1,0 0 1,-1 0 0,1 0 0,0 0-1,0 0 1,0 0 0,0 0 0,-1 1 0,-11 8 98,11-8-25,-22 20 205,0 1-1,2 1 1,0 1-1,2 1 1,-31 52-1,47-71-280,0 0 0,1 1-1,-1-1 1,1 1 0,0 0 0,1 0-1,0-1 1,0 1 0,0 0-1,1 9 1,0-14-16,1 0 1,-1-1-1,0 1 0,1 0 0,0-1 0,0 1 0,-1-1 1,1 1-1,0-1 0,0 0 0,0 1 0,0-1 0,0 0 1,1 1-1,-1-1 0,0 0 0,1 0 0,-1 0 0,0 0 1,1 0-1,-1-1 0,1 1 0,0 0 0,-1-1 0,1 1 1,0-1-1,-1 1 0,1-1 0,0 0 0,-1 0 0,3 0 1,11 2 11,0-1 0,24-1 1,-26 0-9,51 0 22,1-1-11,123 13 0,-183-11-18,-1-1 0,1 1 0,-1 0 0,0 0 0,1 1 0,-1-1 0,0 1 0,0 0 0,0 0 0,0 1 0,3 2 1,-5-3-1,0 0 0,0 1 0,0-1 0,-1 0 0,1 1 1,-1-1-1,0 1 0,0-1 0,0 1 0,0 0 0,0-1 1,-1 1-1,1 0 0,-1 0 0,1 0 0,-1-1 0,0 6 1,-1-2 13,1 0-1,-1 0 1,0 0 0,0 0 0,0 0 0,-1 0 0,0-1 0,0 1 0,0-1 0,-1 1 0,0-1 0,-6 8 0,3-5 139,-1 0 1,0 0 0,-1-1 0,0 0 0,0 0 0,-15 9-1,-3-2 169,-1-1 0,0-1 0,0-1 0,-37 9 0,10-5-502,-98 13 0,63-23-4571,89-5 4544,-1 0 1,1 0-1,0-1 0,-1 1 1,1 0-1,0 0 0,-1 0 1,1-1-1,-1 1 0,1 0 1,0 0-1,0-1 1,-1 1-1,1 0 0,0-1 1,-1 1-1,1 0 0,0-1 1,0 1-1,0 0 0,-1-1 1,1 1-1,0-1 1,0 1-1,0 0 0,0-1 1,0 1-1,0-1 0,0 1 1,0-1-1,0 1 0,0 0 1,0-1-1,0 0 1,1-18-2478,0 16 1629,5-28-4652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8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5923,'0'0'8083,"153"-40"-6370,-106 35-768,3 2-721,6-2-224,-4 5-16,4 0-1585,1 0-2881,3-5-3234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09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59 160,'0'0'12555,"10"-3"-10447,3-2-1400,35-7 2743,107-9-33,-85 13-3161,115-1 0,-184 9-254,0 0 0,0 0 0,-1 0-1,1 0 1,0 0 0,0 0 0,-1 0-1,1 1 1,0-1 0,0 0 0,-1 1-1,1-1 1,0 0 0,-1 1 0,1-1-1,0 1 1,-1-1 0,1 1 0,-1-1-1,1 1 1,0-1 0,-1 1 0,0 0-1,1-1 1,-1 1 0,1 0 0,-1-1-1,0 1 1,1 0 0,-1-1 0,0 2-1,2 25 91,-3-21-52,0 8 64,-2-1 1,0 0-1,0 0 0,-1 0 1,-1 0-1,0-1 0,0 0 1,-2 0-1,-8 14 0,-7 13 240,-106 195 985,52-100-807,-92 220 1,166-347-820,-1 1 0,1-1 0,0 1-1,0 0 1,1-1 0,0 9 0,-5-14-8553,6-2 8719,0 0 0,-1 0-1,1-1 1,-1 1 0,1 0 0,0 0-1,-1 0 1,1 0 0,0-1-1,-1 1 1,1 0 0,0 0 0,0-1-1,-1 1 1,1 0 0,0 0 0,0-1-1,-1 1 1,1 0 0,0-1 0,-1 0-1,-6-22-7149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10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5699,'0'0'6579,"200"-27"-4819,-112 24-111,0 3-768,0 0-577,2 0-304,0 0-144,8 0-1729,7 0-2353,16 0-2097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11.4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694 228 5250,'0'0'8482,"-22"-22"-6239,-71-70-621,86 85-1449,0 0 0,-1 1 0,1 0 0,-1 0 0,0 1 0,-1 0-1,1 0 1,-1 1 0,0 0 0,0 1 0,-15-4 0,15 4-12,-17 0 277,25 3-433,1 1 0,-1-1 0,0 0 0,0 0 0,1 0 0,-1 1 0,0-1 0,1 0 0,-1 1 0,1-1 0,-1 0 0,0 1-1,1-1 1,-1 1 0,1-1 0,-1 1 0,1-1 0,-1 1 0,1 0 0,-1 0 0,0 2-12,0 1 0,1-1 0,-1 1 1,1-1-1,-1 1 0,1 0 0,1-1 0,-1 1 1,0-1-1,2 6 0,1 7 12,1 0 0,1 0 0,0-1 1,13 27-1,3 9 4,-6-8 83,-2 2 0,-1 0 0,-3 0 1,-2 1-1,-2 0 0,-1 91 0,-4-132-51,-1-1 1,1 0-1,-1 1 0,0-1 0,0 0 0,0 0 1,0 1-1,-1-1 0,0 0 0,0 0 0,0-1 0,0 1 1,-1 0-1,1-1 0,-1 1 0,0-1 0,0 0 0,0 0 1,0 0-1,-1 0 0,1-1 0,-1 1 0,0-1 1,0 0-1,0 0 0,0 0 0,0-1 0,0 1 0,-8 1 1,-10 1 122,0 0 0,-1-1 1,0-2-1,-34-1 0,31 0-60,10 0-83,0-1-1,0 0 1,1-1-1,-1-1 1,0 0-1,1-1 0,0-1 1,0 0-1,0-1 1,1-1-1,0 0 1,0-1-1,1 0 1,-20-16-1,29 21-15,1-1-1,0 1 1,0 0 0,0-1 0,0 0-1,1 1 1,-1-1 0,1 0-1,0-1 1,0 1 0,0 0 0,1 0-1,-1-1 1,1 1 0,0-1-1,1 1 1,-1-1 0,1 0-1,0 1 1,0-8 0,1 7-5,0-1 0,1 0 1,-1 1-1,1-1 0,0 1 1,1 0-1,-1 0 0,1 0 1,0 0-1,0 0 0,1 0 1,0 1-1,-1 0 0,1-1 1,9-6-1,9-4-18,-1 1 0,2 0-1,0 2 1,0 1 0,1 0 0,1 2 0,29-7-1,187-31-11,-203 41 25,12-1 7,75-15-4,-112 19 11,1-1 1,-1 0-1,0-1 0,-1-1 0,1 0 0,19-13 0,-28 16 35,0 0 1,0 0-1,-1 0 0,0-1 1,1 0-1,-1 1 1,0-1-1,-1 0 1,1-1-1,-1 1 1,0 0-1,3-8 0,-2 3 152,-1 0-1,-1 0 1,1 0-1,-2-1 0,1-12 1,-2 17-161,1-1 1,-1 1-1,-1-1 0,1 1 1,-1-1-1,0 1 0,0 0 1,-1 0-1,1 0 0,-1 0 1,0 0-1,0 1 0,-1-1 1,1 1-1,-9-8 0,3 4 14,-1 0 0,0 0 0,0 1 0,0 0 0,-23-11 0,31 17-161,1 0-1,0 1 1,0-1-1,-1 0 1,1 1 0,0-1-1,-1 1 1,1-1 0,0 1-1,-1 0 1,1-1-1,-1 1 1,1 0 0,-1 0-1,1 0 1,-1 0 0,1 0-1,0 0 1,-1 1-1,1-1 1,-1 0 0,1 1-1,0-1 1,-1 1-1,1 0 1,0-1 0,-1 1-1,1 0 1,0 0 0,0 0-1,0 0 1,0 0-1,0 0 1,0 0 0,0 0-1,0 0 1,0 0 0,0 0-1,1 1 1,-1-1-1,0 0 1,1 1 0,-1-1-1,1 0 1,0 1 0,-1 2-1,0 3-964,0 1 0,0 0 0,1 0 1,0 0-1,0-1 0,1 1 0,2 10 0,8 10-6492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18.9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274 76 400,'0'0'6715,"2"-10"-5808,0-1-622,-2 6-117,1 0 0,0 1 1,0-1-1,1 0 0,-1 0 0,1 1 0,3-7 0,-2 3 2461,-2 6-29,-3 13-2397,-3 5 18,-1-1-1,-1 0 1,0 0 0,-1-1-1,0 0 1,-20 25 0,1 0 11,-46 66 224,34-51-278,-35 65-1,73-116-178,-1 0 0,1 0-1,0 0 1,-1 0 0,2 1 0,-1-1 0,0 0-1,1 0 1,-1 1 0,1 4 0,1-6 3,0-2 1,0 1 0,0 0 0,1 0-1,-1 0 1,0 0 0,0-1-1,1 1 1,-1-1 0,1 1 0,-1-1-1,0 1 1,1-1 0,-1 0-1,1 0 1,-1 1 0,1-1-1,-1 0 1,1-1 0,1 1 0,1 0 9,300 3 796,-161-5-383,122 2-38,-264 0-355,-8 0-1868,-61 0-8358,38 0 3116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19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277 0 3874,'0'0'9396,"-166"161"-6419,131-101-591,5 0-562,7-7-463,8-8-369,10-7-367,3-11-369,2-4-192,0-10-48,0-1-32,2-9-592,21-3-1105,10 0-1185,4 0-2160,6-10-1345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21.5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388 186 272,'0'0'5211,"17"-9"-4598,3-3-372,-11 7-97,0-1 0,1 1 0,-1 0 0,1 1 0,21-6 0,-30 10-38,0-1 1,1 0 0,-1 0-1,0 0 1,0 0 0,0 0-1,0 0 1,0 0-1,0 0 1,0 0 0,0-1-1,0 1 1,0 0 0,-1-1-1,1 1 1,0 0 0,-1-1-1,1 1 1,-1-1 0,0 1-1,1-3 1,-1 3-42,0 0-1,1 0 1,-1-1 0,0 1-1,0 0 1,0 0 0,0 0-1,0 0 1,0 0 0,0 0-1,0 0 1,-1 0-1,1 0 1,0 0 0,0 0-1,-1 0 1,1 0 0,-1 0-1,1 1 1,-1-1 0,1 0-1,-1 0 1,0 0 0,1 0-1,-1 1 1,0-1 0,0 0-1,1 1 1,-1-1 0,0 1-1,-2-2 1,-10 0 368,0 0 1,0 1-1,0 1 0,-16 1 0,1-1 274,26 1-695,0 0 0,-1-1-1,1 1 1,0 0 0,-1 0 0,1 0-1,0 0 1,0 0 0,0 1 0,0-1-1,0 1 1,0-1 0,1 1 0,-1 0-1,0-1 1,1 1 0,-1 0-1,1 0 1,0 0 0,0 0 0,0 1-1,0-1 1,0 0 0,0 0 0,0 1-1,0 2 1,-3 8-4,1 0-1,0-1 1,-1 21-1,3-13-7,1 1 0,1-1 0,1 1 0,0-1 0,8 27 0,35 97 43,-32-112-13,-2 0 0,-1 1 0,-2 0 1,-1 1-1,4 63 0,-10-92-20,-1 0 0,-1 0 0,1 0 0,-1 0 0,0 0 0,0 0 0,0 0 0,0-1 0,-1 1-1,0 0 1,0-1 0,-1 1 0,1-1 0,-6 8 0,4-8 9,-1 0 0,0 0 1,0 0-1,0-1 0,0 1 0,0-1 0,-1-1 0,1 1 1,-1-1-1,0 0 0,-8 2 0,-11 1 17,1-1 0,-1-1 0,1-1 0,-1-1 0,-29-3 0,-4 1 7,46 1-27,2 0-16,0 0 0,0 0 0,0-1 0,0 0-1,0-1 1,-15-4 0,23 5 9,0 0-1,0 1 1,0-2 0,0 1-1,0 0 1,1 0 0,-1 0 0,0-1-1,1 1 1,-1-1 0,1 0-1,0 1 1,-1-1 0,1 0 0,-1-2-1,1 1 21,0 0 1,0 0-1,0 0 0,1 0 0,-1 0 0,1-1 1,0 1-1,0 0 0,0 0 0,0 0 0,1 0 0,-1 0 1,2-5-1,0 3 3,0-1-1,0 1 1,0 0 0,1-1 0,0 1 0,0 0 0,0 1 0,1-1-1,-1 1 1,7-7 0,48-37 226,-34 30-101,144-99 460,-108 79-462,-2-4 1,62-55 0,-109 86-138,-1 0 1,0 0 0,0-1 0,-1-1 0,0 1 0,-1-1-1,-1-1 1,0 1 0,-1-1 0,0-1 0,-2 1 0,1-1-1,-2 0 1,1 0 0,-2 0 0,0 0 0,-1-30-1,-2 41-8,1 0 0,-1 1 0,0-1 0,0 0 0,0 0 0,0 1 0,-1-1 0,0 1 0,1-1 0,-1 1 0,0 0 0,-1 0 0,1 0 0,-1 0 0,1 0 0,-1 0 0,0 0 0,0 1 0,0 0 0,0 0 0,0-1 0,-1 2 0,1-1 0,-1 0 0,1 1 0,-1-1 0,0 1 0,-5-1 0,-10-2 114,-1 1 0,1 1 0,-1 0 0,-24 2 0,38 0-60,2 0-39,0-1-1,0 2 1,0-1-1,0 0 0,0 1 1,0 0-1,0 0 1,0 0-1,0 0 1,0 1-1,0 0 0,-5 3 1,7-3-27,0 0 0,0 0 0,0 0 0,1 0 0,-1 0 0,0 0 0,1 1 1,0-1-1,0 0 0,0 1 0,0-1 0,0 1 0,0 0 0,1-1 0,-1 1 0,1 0 0,-1-1 0,1 1 1,0 0-1,1 2 0,-2 7-197,1-4-194,0 0 1,0 0 0,1-1-1,3 14 1,-4-19 35,1 0 0,-1 0 0,1-1 0,0 1 1,0 0-1,0-1 0,0 1 0,0 0 0,0-1 0,0 1 1,1-1-1,-1 0 0,0 1 0,1-1 0,-1 0 0,1 0 1,0 0-1,-1 0 0,1 0 0,0 0 0,-1 0 0,1-1 1,3 2-1,15-1-6633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22.9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332 214 4498,'0'0'7259,"14"-2"-6392,44-8-88,-56 10-698,0-1 0,0 0 0,1 1 0,-1-1 0,0 0 0,0 0 0,0-1 0,0 1 1,-1 0-1,1-1 0,0 1 0,0-1 0,-1 1 0,1-1 0,-1 0 0,1 0 0,-1 1 0,0-1 0,0 0 0,0 0 0,0 0 0,0-1 0,0 1 0,0 0 0,-1 0 0,1-3 0,0-2 34,0 0 1,-1 0-1,0-1 1,0 1-1,-1 0 1,-1-7 0,1 11-104,0 0 1,-1 0-1,1 0 1,-1 0 0,1 0-1,-1 0 1,0 1 0,0-1-1,0 0 1,0 1 0,-1 0-1,1-1 1,-1 1 0,0 0-1,1 0 1,-1 0 0,0 1-1,-4-3 1,-10-4 7,0 1 0,-19-6 0,27 11-11,-18-5 40,0 2 0,0 1 0,-1 1 0,1 1 0,-33 2-1,56 0 44,0 0 0,0 1-1,0-1 1,0 1-1,0 0 1,0 0 0,0 0-1,0 0 1,1 1-1,-1 0 1,0 0-1,1 0 1,-1 0 0,1 0-1,-5 5 1,3-2 18,1 0 0,0 0 0,0 0 1,0 1-1,0-1 0,1 1 0,0 0 0,-4 12 0,2 1 181,0 0-1,1 1 1,1-1-1,1 1 0,0 30 1,2-35-152,2 26 289,-1-39-406,0 0 0,-1 0-1,1 0 1,0 0 0,0 0-1,0 0 1,1 0 0,-1 0-1,0-1 1,1 1 0,-1 0 0,1-1-1,-1 1 1,1-1 0,0 0-1,2 2 1,6 2 22,0 0 0,0-1-1,0 0 1,0 0 0,1-1 0,-1-1-1,1 0 1,14 1 0,92-2 52,-62-3-63,-34 1-51,-1-1 0,0-1 0,22-6 0,-22 4 409,0 2 0,-1 0 0,23-1-1,-47 12 1558,-36 40-558,1 2 0,3 1 0,-40 74 0,36-38-837,-34 102 1,66-162-554,-2 0 0,-1-1 0,-25 41 0,36-60-48,1-6-416,-18-1-27981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28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48 112,'0'0'3828,"-20"-3"-3350,16 3-475,3 0 1344,55-1 4716,-41 2-6018,0-1 0,-1-1 0,15-2 0,63-13 486,2 4 0,130-1 0,-221 13-525,-1 0 1,1 1-1,-1-1 1,1 0-1,-1 0 0,1 1 1,-1-1-1,1 0 1,-1 1-1,1-1 1,-1 0-1,0 1 1,1-1-1,-1 0 1,1 1-1,-1-1 1,0 1-1,0-1 1,1 1-1,-1-1 1,0 1-1,0-1 1,1 1-1,-1-1 1,0 1-1,0-1 1,0 1-1,0 0 1,0-1-1,0 1 1,0-1-1,0 1 1,0-1-1,0 1 1,0-1-1,-1 2 1,-3 23 217,0-16-90,-1 0 0,0 0 1,0-1-1,-1 1 0,0-1 0,-1 0 0,-7 7 1,-2 3 82,-41 51 743,-82 127-1,114-155-465,3 2-1,1 0 0,2 1 1,-25 88-1,29-68-137,14-54-3643,0-6-3557,-7-20 1692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28.2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6787,'0'0'12470,"165"-20"-10982,-109 20-255,11 0-369,14 0-367,-1 0-321,0-5-176,-5 0 0,-7 0-16,0 0-1025,-3 5-1568,0-5-1505,1 0-3057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29.6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401 187 2961,'0'0'7017,"-6"-18"-5825,2 3-901,-2 1 0,0 0 0,-8-14 0,12 25-216,0 1 0,0 0 0,-1-1 0,1 1 1,-1 1-1,1-1 0,-1 0 0,0 1 0,0-1 1,1 1-1,-1 0 0,0 0 0,0 0 0,-1 0 1,1 0-1,0 1 0,0-1 0,0 1 0,0 0 1,0 0-1,-1 0 0,1 1 0,-5 0 0,-4 0 268,-17-2 548,17 0-619,1 1-1,-1 0 0,1 1 1,-1 0-1,-18 4 0,27-4-252,0 0 0,0 1-1,0-1 1,1 0 0,-1 1 0,0 0 0,1 0-1,-1 0 1,1 0 0,-1 0 0,1 0-1,0 0 1,0 1 0,0-1 0,1 1-1,-1-1 1,0 1 0,1 0 0,0 0-1,-1 0 1,1 0 0,0 0 0,1 0 0,-1 0-1,0 5 1,-1 5-2,2 1 0,0-1 0,0 0 0,1 1 0,0-1 0,2 0 0,-1 0 0,7 16-1,6 15-2,22 43 0,-16-41 14,16 38-20,49 121 72,-83-197-77,0 1-1,-1-1 1,0 1 0,0-1-1,-1 1 1,0 0 0,0 0-1,-1 0 1,0-1 0,-3 14-1,3-20 1,-1 0-1,0 0 0,0 0 1,0-1-1,0 1 0,0 0 0,0-1 1,0 1-1,-1-1 0,1 1 0,-1-1 1,1 1-1,-1-1 0,1 0 1,-1 0-1,0 0 0,0 0 0,1 0 1,-1 0-1,0-1 0,0 1 0,0 0 1,-2 0-1,-49 6 41,52-7-42,-20 1 14,-1 0-1,0-1 1,1-1 0,-1-1-1,-25-6 1,43 7-12,-1 0 0,0-1 0,1 1 0,0-1 1,-1 0-1,1 0 0,0-1 0,0 1 0,0-1 0,0 0 0,0 0 0,1 0 1,-1 0-1,1-1 0,0 1 0,0-1 0,0 0 0,1 0 0,-1 0 0,1 0 1,0-1-1,0 1 0,0-1 0,1 1 0,0-1 0,0 1 0,0-1 0,0 0 1,0-9-1,1 8 14,1 1 0,-1-1-1,1 0 1,0 1 0,1-1 0,0 1 0,-1-1 0,2 1 0,-1 0 0,0-1 0,1 1 0,0 1 0,0-1 0,1 0 0,-1 1 0,7-6 0,7-7 161,0 2-1,35-23 1,-40 29-122,113-72 353,31-22 108,-130 84-433,-2-1-1,0-2 0,36-41 1,-51 51-7,-1 0 0,0 0 0,0-1 0,-2-1 0,1 1 0,5-20 0,-9 24 27,-1 0 0,1 0-1,-2 0 1,1-1 0,-1 1 0,-1-1 0,1 1-1,-2-1 1,1 1 0,-2 0 0,-1-10-1,2 15-84,-1 1 0,1 0 0,-1-1 0,0 1 0,0 0-1,0 0 1,0 0 0,-1 0 0,1 1 0,-1-1 0,1 1-1,-1 0 1,0-1 0,0 1 0,0 0 0,0 1-1,-1-1 1,1 0 0,0 1 0,-1 0 0,1 0 0,-1 0-1,-5-1 1,-5 0 51,0 0 0,-1 1-1,1 0 1,-24 3 0,35-2-68,0 0 0,0 1 0,0-1 0,0 1 0,0 0 0,0 0 0,0 0 0,0 0 0,0 0 0,0 1 0,1-1 0,-1 1 0,1 0 0,-1 0 0,1 0 0,0 0 0,-1 0 0,-1 3 0,2-1-153,-1 0 0,1-1 1,0 1-1,1 0 0,-1 0 1,1 0-1,0 1 0,0-1 1,0 0-1,0 0 0,1 1 1,0 7-1,0-10-81,0 0-1,0 1 1,1-1 0,-1 1-1,1-1 1,0 0 0,0 1-1,0-1 1,0 0 0,0 0 0,0 0-1,0 0 1,1 0 0,-1 0-1,1 0 1,0 0 0,-1 0-1,1-1 1,3 3 0,1 1-888,1-1 0,0 0 0,0 0 0,0-1 1,10 3-1,33 8-6857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30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44 2001,'0'0'11349,"4"-9"-8929,12-25 5205,-15 43-6483,1 15-838,-4 15 1069,-1 0 0,-2 0 0,-16 63 0,-46 116 832,24-87-1976,39-117-145,-1 1 0,-1-1 0,0 0 0,-1-1 0,-10 15 1,13-23-256,0 1 0,0-2 0,0 1 0,-1 0 0,0-1 0,-7 5 0,9-7-367,0 0-1,-1 0 1,1 0 0,-1-1-1,1 1 1,-1-1-1,1 0 1,-1 0 0,0-1-1,0 1 1,-6-1-1,9 1-196,0-1 546,1 0 1,0 0-1,0 0 1,0-1-1,-1 1 0,1 0 1,0 0-1,0 0 1,-1 0-1,1 0 0,0 0 1,0 0-1,0 0 1,-1 0-1,1-1 0,0 1 1,0 0-1,0 0 1,-1 0-1,1 0 0,0-1 1,0 1-1,0 0 1,0 0-1,0 0 0,-1-1 1,1 1-1,0 0 1,0 0-1,0 0 0,0-1 1,0 1-1,0 0 1,0 0-1,0-1 0,0 1 1,0 0-1,0 0 1,0-1-1,0 1 0,0 0 1,0 0-1,0 0 1,0-1-1,0 1 1,0 0-1,0 0 0,1-1 1,-1 1-1,0 0 1,0 0-1,0 0 0,0-1 1,0-25-9641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1:31.2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67 124 5026,'0'0'14023,"2"-10"-12391,6-34-399,-7 41-1110,0 1 0,0 0 1,0-1-1,0 1 0,1 0 0,-1 0 1,0 0-1,1 0 0,0 0 0,0 0 1,-1 0-1,1 0 0,0 1 0,0-1 1,1 1-1,-1 0 0,0-1 0,3 0 0,43-13 792,-40 14-724,34-6 190,1 2-1,0 1 1,58 4 0,-57 0-330,-30 0-20,0 1 0,-1 0 0,1 0-1,0 2 1,0-1 0,25 10 0,-38-11-19,0-1-1,1 0 0,-1 1 1,0 0-1,0-1 1,0 1-1,0-1 1,0 1-1,0 0 1,0 0-1,0 0 1,-1 0-1,1-1 1,0 1-1,0 0 0,-1 0 1,1 0-1,0 1 1,-1-1-1,1 0 1,-1 0-1,0 0 1,1 0-1,-1 0 1,0 1-1,0-1 0,1 0 1,-1 0-1,0 1 1,0-1-1,0 0 1,-1 0-1,1 0 1,0 1-1,0-1 1,-1 0-1,1 0 1,-1 0-1,1 0 0,-1 0 1,1 1-1,-1-1 1,1 0-1,-1 0 1,-1 1-1,-3 5 95,0 0 0,-1 0 0,1-1 0,-1 1 0,-9 6 0,-83 60 334,-197 112 0,204-131-405,87-52-35,-30 21 3,33-23-2,1 1-1,-1-1 1,0 0 0,1 1-1,-1-1 1,1 1 0,-1-1-1,1 1 1,-1-1 0,1 1-1,-1-1 1,1 1 0,-1 0-1,1-1 1,-1 1 0,1 0-1,0-1 1,0 1 0,-1 0-1,1 0 1,0-1 0,0 1-1,0 0 1,0-1 0,0 1-1,0 0 1,0 0 0,0 0-1,0-1 1,0 1 0,0 0-1,0-1 1,0 1 0,1 0-1,-1 0 1,0-1 0,1 1-1,-1 0 1,0-1 0,1 1-1,-1-1 1,1 1 0,0 0-1,9 5 76,-1-1 0,1-1 0,0 1 0,1-2 0,-1 1 0,1-2 0,18 4 0,-1 0 127,55 14 329,240 52 1220,-244-58-1615,2-4 0,90-1 0,-171-9-137,0 0 0,1 0 0,-1 1 0,0-1 0,0 0 0,0 0 0,1 0 0,-1 1 0,0-1 0,0 0 0,0 0 1,0 1-1,0-1 0,0 0 0,0 0 0,1 1 0,-1-1 0,0 0 0,0 0 0,0 1 0,0-1 0,0 0 0,0 0 0,0 1 0,0-1 0,0 0 0,0 0 0,-1 1 0,1-1 0,0 0 0,0 0 0,0 1 0,0-1 0,0 0 1,0 0-1,-1 1 0,1-1 0,0 0 0,0 0 0,0 0 0,0 1 0,-1-1 0,1 0 0,0 0 0,0 0 0,-1 0 0,1 0 0,0 1 0,0-1 0,-1 0 0,-9 11-343,-8 14-3777,16-22 2839,1-1 1,-1 1-1,0 0 1,0-1-1,0 0 1,0 1-1,0-1 1,-5 4-1,-5-4-7576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1 428 816,'0'0'3455,"2"-2"-3143,11-15 620,-11 14-772,0 0 0,1 0 0,-1 0 0,0 1 0,1-1 0,0 1 0,0-1 0,-1 1 0,1 0 0,0 0 0,1 0 1,-1 1-1,5-3 0,32-7 621,0 2 0,51-5 0,83 1 37,-143 12-690,392-13 132,103-6-186,-191-7-84,188-13 26,2 22 215,-110-6-156,253-11 47,-354 46-29,-48 1-2,-215-12-68,516-9 1016,-261-10-983,-62 5 14,107 3 546,-118 7 651,109-36 40,-64 4-135,-64 12-881,-96 14 260,162 6 1,-158 5-412,151 18-124,-105-4-16,325-8 12,-248-8 69,945 24 672,-1036-20-796,110 4 63,919 13 317,-1093-20-324,1478-9 361,-470 6-319,-583 5-73,736 14 88,-278 35-86,1001 131 208,-1018-104 317,-716-61-327,1199 158 375,-760-57-523,87 14 10,-180-54 55,-494-69-9,169-5 1,-148-5-24,-79 1 1,11 1 9,0-1 1,1-3 0,-1-2-1,60-14 1,50-37 238,-79 25 94,-52 24-401,0 1 1,-1 1-1,2 2 1,-1 0-1,0 1 1,38 3-1,-43-1-27,-18 0-55,0 0 1,1 0 0,-1-1-1,0 2 1,0-1 0,0 0 0,1 0-1,-1 0 1,0 1 0,0-1 0,0 0-1,0 1 1,1-1 0,-1 1-1,0-1 1,0 1 0,0 0 0,0-1-1,0 1 1,-1 0 0,1 0-1,0 0 1,0 0 0,0 0 0,-1 0-1,1 0 1,1 1 0,-2 0-110,0-1-1,0 0 1,0 0 0,-1 1 0,1-1-1,0 0 1,0 1 0,-1-1 0,1 0 0,-1 0-1,1 0 1,-1 1 0,1-1 0,-1 0-1,0 0 1,1 0 0,-1 0 0,0 0 0,0 0-1,0 0 1,0 0 0,0-1 0,0 1 0,0 0-1,0 0 1,0-1 0,-2 2 0,-36 15-3769,-19 0-1823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 50 1489,'0'0'8398,"-8"-8"-7280,-33-32 485,41 40-1583,0 0 0,0 0 0,0 0-1,1 0 1,-1 0 0,0 0-1,0 0 1,0 0 0,0 0-1,0 0 1,0 0 0,0 0-1,0 0 1,0 0 0,0 0-1,0 0 1,0 0 0,0 0 0,0 0-1,0 0 1,0 0 0,0 0-1,0 0 1,0 0 0,0 0-1,0 0 1,0 0 0,0 0-1,0-1 1,0 1 0,0 0 0,0 0-1,0 0 1,0 0 0,0 0-1,0 0 1,0 0 0,0 0-1,0 0 1,0 0 0,0 0-1,0 0 1,0 0 0,0 0-1,0 0 1,0 0 0,0 0 0,0 0-1,0 0 1,0 0 0,0-1-1,0 1 1,0 0 0,0 0-1,0 0 1,0 0 0,8 2 153,10 5-276,-8-3 106,1 0-1,0-1 1,0 0 0,-1-1-1,1 0 1,14 0-1,71-1 21,-52-2-19,1033 1 365,-351 6-337,611-6 29,-837 17-65,-363-10 8,431 10 84,344 22 181,462 63-170,-970-79-106,581 20 73,-205-31-63,178 0 10,1309-5 32,-1895-9-2,581 8 90,-416 20 101,-184-6-30,-160-11-132,861 34 611,473-29-308,-1120-15-294,196-19-72,-1-23 233,-275 18 65,23-2 36,925-48 450,-858 62-543,369-5 4,720 18 1531,-835 35-1135,-185-4-235,-457-31-298,-28 0 32,-8 0 473,-21 0-760,1 0-1,0 2 1,0 1-1,0 1 1,0 1 0,1 2-1,-30 11 1,-64 36-3851,36-14-570,-10 0-1404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 0 3249,'0'0'10032,"-6"20"-7260,-3 4-1869,-27 95 3084,25-73-2162,3 1 0,-4 66 0,8-10-1727,4 1-4916,0-84 3124,-4-33-12819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30 6131,'0'0'6875,"23"-5"-3951,73-16-1201,-87 20-1527,-1 0 0,1 0 0,0 0-1,0 1 1,0 1 0,0-1-1,0 1 1,0 1 0,-1 0 0,18 6-1,-20-6-94,1 2 0,-1-1-1,0 1 1,0 0 0,0 0 0,-1 0-1,1 1 1,-1 0 0,0 0 0,0 0-1,6 10 1,-9-12-39,0 1 0,0-1 0,0 1-1,0 0 1,-1-1 0,1 1 0,-1 0 0,0 0 0,0 0-1,-1 0 1,1 0 0,-1 0 0,0 0 0,0 0 0,0 0 0,0 0-1,-1 0 1,0 0 0,0 0 0,0 0 0,-2 6 0,0-4 81,0 0 0,-1-1 0,1 1-1,-1-1 1,0 1 0,0-1 0,-1 0 0,1-1 0,-1 1 0,0-1 0,-11 7 0,-11 4 567,-41 17 0,43-21-208,-1 2-1,-23 15 0,48-28-495,0 0 0,1 1 0,-1-1 0,0 1 1,1-1-1,-1 1 0,0-1 0,1 1 0,-1 0 0,1-1 0,-1 1 0,1 0 0,-1-1 0,1 1 1,-1 0-1,1 1 0,0-2-7,0 1 0,0-1-1,0 0 1,0 1 0,0-1 0,0 0 0,0 1 0,0-1 0,1 0 0,-1 1 0,0-1-1,0 0 1,0 0 0,1 1 0,-1-1 0,0 0 0,0 0 0,1 1 0,-1-1 0,0 0-1,1 0 1,-1 0 0,0 1 0,0-1 0,1 0 0,0 0 0,30 7-140,-22-6 160,24 4-55,-11-3-296,-1 2 0,1 1 0,32 11 1,-49-14 263,0 0 0,0 0 1,-1 0-1,1 1 1,-1-1-1,0 1 1,0 0-1,0 1 0,0-1 1,-1 1-1,1-1 1,-1 1-1,0 0 0,0 0 1,0 1-1,0-1 1,-1 1-1,0-1 1,0 1-1,3 9 0,-3-3 44,0-1-1,-1 1 0,0 0 1,0 0-1,-1 0 0,0 0 1,-4 21-1,2-25 46,0 0 0,0 1 0,-1-1 1,0-1-1,0 1 0,-1 0 0,0-1 0,0 1 0,0-1 0,-1 0 1,1-1-1,-9 8 0,-3 1 313,-1-2 1,0 0 0,-1 0-1,-1-2 1,1 0 0,-1-2-1,-1 0 1,-38 10-1,20-9 390,0-1-1,0-3 0,-77 2 0,135-15-2793,54-28-6692,-34 12-1384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402 111 2673,'0'0'8431,"4"-10"-6710,16-32-19,-19 40-1239,0-1 1,0 1-1,0 0 1,0 0 0,0-1-1,-1 1 1,1-1 0,-1 1-1,1-1 1,-1 1-1,0-1 1,0 1 0,-1-4-1,0-3 605,1 9-1023,0-1 1,0 0-1,0 1 1,-1-1 0,1 0-1,0 1 1,-1-1-1,1 1 1,0-1-1,-1 1 1,1-1 0,-1 1-1,1-1 1,-1 1-1,1-1 1,-1 1-1,1 0 1,-1-1-1,0 1 1,1 0 0,-1-1-1,1 1 1,-1 0-1,0 0 1,1 0-1,-1-1 1,0 1 0,1 0-1,-1 0 1,-1 0-1,-26-1 270,23 1-193,-10 1-33,0 0 1,0 1 0,0 1 0,0 0 0,1 1 0,-1 0-1,1 1 1,0 1 0,1 1 0,-15 7 0,7 0 63,-1 1-1,2 0 1,0 2 0,1 0 0,-20 23-1,31-30-116,1-1-1,0 2 0,0-1 1,1 1-1,0 0 0,1 0 1,0 0-1,1 1 0,-3 13 1,5-18-33,0 0 0,1 0 1,0 0-1,1 1 0,-1-1 1,1 0-1,1 0 0,0 1 1,0-1-1,0 0 1,1 0-1,-1 0 0,2 0 1,-1 0-1,1-1 0,0 1 1,5 7-1,0-3 6,1-1 0,0 0 0,0-1 0,1 0 0,0 0 0,0-1 0,1 0 0,0-1 1,1 0-1,0-1 0,14 6 0,-7-5 7,0-1 1,0 0-1,0-1 1,1-2-1,0 0 1,38 1-1,-34-4-236,2 0 69,30-3 1,-48 2-1017,1 0 0,-1-1 1,0 0-1,10-5 0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 1 5843,'0'0'12027,"0"15"-10120,4 282 2687,-4-207-6325,0-89 1453,0-1 0,0 0 0,-1 1 0,1-1 0,0 1 0,0-1 0,-1 0 1,1 1-1,0-1 0,-1 0 0,1 1 0,0-1 0,-1 0 0,1 0 0,0 1 0,-1-1 1,1 0-1,-1 0 0,1 0 0,0 1 0,-1-1 0,1 0 0,-1 0 0,1 0 0,-1 0 0,1 0 1,-1 0-1,1 0 0,0 0 0,-1 0 0,1 0 0,-1 0 0,1 0 0,-1 0 0,1-1 1,-1 1-1,1 0 0,0 0 0,-1 0 0,1-1 0,0 1 0,-2-1 0,1 1-269,-20-9-9404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51 7091,'0'0'8935,"26"-11"-8575,-7 3-319,-9 3-23,0 0-1,0 1 1,0 0-1,1 1 1,-1 0-1,1 0 0,0 2 1,0-1-1,0 1 1,-1 1-1,1 0 1,0 0-1,0 1 0,0 0 1,19 6-1,11 7 71,-2 2-1,1 2 0,-2 2 1,-1 1-1,0 2 0,51 43 1,-60-43 7,-1 2-1,-2 0 1,-1 2 0,0 1 0,-2 1 0,-2 1-1,0 0 1,17 40 0,-29-52 99,-1 1 1,0 0-1,-2 0 1,0 1-1,-1-1 1,-1 1-1,1 36 1,-4-43 46,-1 0 0,0 1 0,-1-1 0,0 0 0,-1 0 0,0 0 0,-2 0 1,1-1-1,-1 1 0,-1-1 0,0-1 0,-12 18 0,1-8 214,-1-1-1,-1 0 1,0-2-1,-1 0 1,-1-1-1,-1-1 0,-1-1 1,0-1-1,0-2 1,-41 17-1,-11-2 34,-1-3-1,-101 18 1,125-32-1048,-1-2 1,-99 3 0,151-11 341,1 0 0,-1 0 0,0 0 1,1 0-1,-1-1 0,1 1 0,-1 0 0,1 0 1,-1 0-1,1-1 0,-1 1 0,1 0 1,-1-1-1,1 1 0,-1 0 0,1-1 1,-1 1-1,1-1 0,0 1 0,-1-1 0,1 1 1,0-1-1,0 1 0,-1-1 0,1 1 1,0-1-1,0 1 0,0-1 0,-1 0 1,1 1-1,0-1 0,0 1 0,0-1 0,0 1 1,0-1-1,0 0 0,3-24-7808,-3 24 7353,7-22-9094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264 0 3169,'0'0'6118,"4"17"-2604,-4-1-2816,0-1 0,-1 0-1,-1 0 1,0 0 0,-1 0 0,-1 0 0,-8 22 0,-19 45 593,-135 424 1463,119-279-4224,51-251-3746,1-34-512,-4 8-701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5378,'0'0'5614,"25"1"-4168,311 12 1179,-185-9-1817,579 24 2122,-504-9-2942,92 6-956,-311-24 1074,-1-1-1999,-8 0-1523,-19 0-1985,-12 2-760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12 3586,'0'0'12219,"-6"-3"-10229,0 1-1716,0 0 0,-1 1 0,1-1 0,-1 1 0,1 1 0,-1-1 0,1 1 0,-1 0 0,1 1 0,-1 0 0,1 0 0,-1 0 0,1 1 0,0-1 0,-10 5 0,-8 4 465,1 0-1,-42 26 1,56-31-625,1 1 0,1 0-1,-1 0 1,1 0 0,-11 13 0,15-16-105,1 1 0,-1 0 1,1 0-1,0 0 0,-1 0 1,2 0-1,-1 0 1,0 1-1,1-1 0,0 1 1,0-1-1,0 1 0,1 8 1,0-12-16,0 0 0,0 0 0,0 0-1,0 0 1,1 0 0,-1 0 0,0 0 0,1 0 0,-1 0 0,1 0 0,-1 0 0,1 0-1,0 0 1,-1-1 0,1 1 0,0 0 0,-1 0 0,1-1 0,0 1 0,0 0 0,0-1-1,0 1 1,0-1 0,-1 1 0,1-1 0,0 1 0,0-1 0,0 0 0,0 0 0,0 1-1,2-1 1,37 3-332,-32-4 248,2 1-12,0 0 1,0-2-1,0 1 1,-1-1 0,1 0-1,-1-1 1,1 0 0,-1-1-1,0 0 1,0 0-1,0-1 1,-1 0 0,1-1-1,-1 0 1,8-8 0,-7 7 76,0 0 0,-1 0 1,0-1-1,0 0 0,-1 0 1,0-1-1,0 0 1,7-14-1,-14 23 63,0 0 0,0 0-1,0-1 1,0 1 0,0 0 0,-1 0-1,1 0 1,0 0 0,0 0 0,0-1-1,0 1 1,0 0 0,0 0 0,0 0-1,0 0 1,0 0 0,0 0 0,-1-1-1,1 1 1,0 0 0,0 0 0,0 0-1,0 0 1,0 0 0,-1 0 0,1 0-1,0 0 1,0 0 0,0 0 0,0 0-1,0 0 1,-1 0 0,1 0 0,0 0-1,0 0 1,0 0 0,0 0 0,-1 0-1,1 0 1,0 0 0,0 0 0,0 0-1,0 0 1,0 0 0,-1 0 0,1 0-1,0 0 1,0 0 0,0 0 0,0 0-1,-1 1 1,-8 2-77,6-2 60,1 1 0,0 0 0,0-1 0,0 1 0,0 0 0,0 0 0,0 0 0,1 0 0,-1 1 0,1-1 0,-1 0-1,1 1 1,0-1 0,0 1 0,0-1 0,0 1 0,1 0 0,-2 3 0,1 6-16,-1 1-1,2 21 1,0-23-49,0-9-43,0-1-1,0 1 1,1 0 0,-1-1 0,0 1 0,1-1-1,-1 1 1,1-1 0,0 1 0,-1-1 0,1 1-1,0-1 1,0 0 0,0 1 0,0-1-1,0 0 1,0 0 0,0 0 0,0 0 0,1 0-1,-1 0 1,0 0 0,1 0 0,-1 0 0,1 0-1,-1-1 1,1 1 0,-1-1 0,1 1 0,-1-1-1,4 1 1,5 0-1083,1 1 0,-1-2-1,21 0 1,-15 0-141,5 0-587,45-2-5229,-24-7 2223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165 225 2673,'0'0'15293,"-13"-7"-13381,-3-1-1078,-27-10 0,40 18-767,0-1 0,-1 1 0,1-1-1,0 1 1,0 0 0,-1 1 0,1-1 0,0 0 0,-1 1 0,1 0 0,0 0 0,0 0 0,0 0-1,0 0 1,0 1 0,0-1 0,0 1 0,0 0 0,1 0 0,-1 0 0,1 0 0,-1 0 0,1 0 0,0 1-1,0-1 1,0 1 0,0 0 0,0 0 0,0 0 0,1-1 0,-1 1 0,1 1 0,0-1 0,0 0-1,0 0 1,1 0 0,-1 1 0,0 4 0,2-5-83,-1-1 1,0 0-1,1 1 0,-1-1 0,1 0 1,0 0-1,0 1 0,0-1 1,0 0-1,0 0 0,0 0 0,1 0 1,-1 0-1,1 0 0,-1-1 0,1 1 1,-1 0-1,4 1 0,5 4-367,0 0 0,17 9-1,5 3-960,-28-16 1082,0 0 0,-1 0 0,1 1 0,-1 0 1,0-1-1,0 1 0,0 0 0,3 7 0,-6-10 238,1 0 1,0 0-1,-1 1 0,1-1 1,-1 0-1,0 0 0,1 0 0,-1 1 1,0-1-1,0 0 0,0 0 1,0 1-1,0-1 0,0 0 1,0 1-1,0-1 0,0 0 0,-1 0 1,1 0-1,0 1 0,-1-1 1,1 0-1,-1 0 0,1 0 0,-1 0 1,0 0-1,0 0 0,1 0 1,-1 0-1,0 0 0,0 0 1,0 0-1,0 0 0,0 0 0,0-1 1,0 1-1,-2 0 0,-9 5 121,0-2-1,-24 7 1,22-7-100,1 0 1,-19 8 0,32-11-438,9-5-2193,20-16 928,0-1 0,36-36 0,3-2-176,180-125-1453,-194 145 2755,70-53-929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484 260 464,'19'-25'2263,"60"-83"330,-70 96-1687,-2 0 0,10-18 1,-15 25-271,-1 0 0,1 0 1,-1 0-1,0 0 1,0 0-1,0-5 1,-1 9-458,0-1 0,0 1 0,0 0 0,0 0 0,-1-1 0,1 1 0,0 0 0,0 0 0,-1-1 0,1 1 0,-1 0 0,1 0 0,-1 0 0,0 0 0,1 0 0,-1 0 0,0 0 0,0 0 0,1 0 0,-1 0 0,0 0 0,0 0 0,0 0 0,0 1 1,0-1-1,-1 0 0,1 1 0,0-1 0,0 1 0,0-1 0,0 1 0,-1 0 0,1-1 0,0 1 0,0 0 0,-1 0 0,1 0 0,-2 0 0,-6-1 371,-1 1 1,0 1 0,-18 3-1,26-4-458,-11 3 141,1 0 1,0 1-1,0 1 0,1 0 1,0 1-1,-1 0 0,2 0 1,-1 1-1,1 1 0,0 0 1,1 0-1,-10 10 0,-4 7 136,1 1 0,1 0 0,-23 40 0,19-22-122,2 1 1,-31 84-1,-16 100 470,29-89-554,5-49-170,15-42-26,26-60-190,2 1-1,-1-1 1,1 1 0,11-12 0,42-45-724,-41 47 595,0 0-1,2 2 0,0 0 1,1 1-1,0 1 0,1 2 1,1 0-1,1 1 0,50-18 1,-80 37 889,-11 7-218,-84 47 1272,-7 5 83,102-62-1517,1 1-1,-1 0 0,1 0 0,0 0 0,0 1 0,1-1 0,-1 1 0,1 0 0,0 0 0,0 0 1,-3 9-1,5-10-87,0-1 1,0 0 0,0 0 0,1 1-1,-1-1 1,1 0 0,0 1-1,0-1 1,0 1 0,0-1 0,0 0-1,1 1 1,0-1 0,0 0-1,0 0 1,0 1 0,0-1-1,0 0 1,1 0 0,0 0 0,3 5-1,2-1 22,0 0 0,0-1 0,1 0 0,-1 0 0,1 0-1,1-1 1,-1 0 0,13 4 0,75 27 126,9-9-1308,-98-22-1925,-9 0-3079,-7-5-1428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75 455 3698,'0'0'10348,"2"-2"-8723,-2 2-1574,0 0 0,0 0 1,0-1-1,0 1 0,0 0 0,0 0 0,0 0 0,1 0 0,-1 0 1,0 0-1,0 0 0,0 0 0,0 0 0,0 0 0,0 0 0,1 0 1,-1 0-1,0-1 0,0 1 0,0 0 0,0 0 0,0 0 0,1 0 1,-1 0-1,0 0 0,0 1 0,0-1 0,0 0 0,0 0 0,1 0 0,-1 0 1,0 0-1,0 0 0,0 0 0,0 0 0,0 0 0,0 0 0,0 0 1,1 0-1,-1 0 0,0 1 0,0-1 0,0 0 0,0 0 0,0 0 1,0 0-1,0 0 0,0 0 0,0 0 0,0 1 0,0-1 0,1 0 1,-1 0-1,0 0 0,0 0 0,0 0 0,0 1 0,2 15 1753,-1 33 73,-2-33-1126,-1 6-220,0 0-1,-2-1 1,-1 1-1,0 0 1,-16 36 0,7-18-150,11-31-304,2-5-59,0 1 0,0 0 0,-1-1 0,0 0 0,1 1 0,-2-1 0,1 0 0,0 0 0,-1 0 0,0 0 0,-4 4 0,7-8 27,1-20-15,-1-36 0,1-13-247,3 35 52,1 0 0,19-62 0,35-64-786,-41 117 709,2 0-1,2 1 1,2 2 0,2 0-1,42-49 1,-65 85 260,0 0-1,0 0 1,1 0-1,-1 1 1,1 0-1,0 0 1,0 0-1,0 0 1,0 1 0,1-1-1,7-2 1,-11 5-4,-1 0 1,1 0-1,0 1 0,0-1 1,0 0-1,-1 0 1,1 1-1,0-1 0,-1 0 1,1 1-1,0-1 1,-1 1-1,1-1 0,-1 1 1,1-1-1,0 1 1,-1-1-1,1 1 1,-1 0-1,0-1 0,1 1 1,-1 0-1,1-1 1,-1 1-1,0 0 0,0 0 1,1-1-1,-1 1 1,0 0-1,0 0 0,0-1 1,0 2-1,6 32 271,-6-29-192,5 65 855,-4 80 0,-2-70-413,0 5 428,-22 159 0,20-225-905,1 0 0,0 20 0,2-38-544,5-10-3535,-3 3 2819,0 1-1,0-1 0,0 0 0,-1 0 0,0 0 0,0-8 1,0-23-7763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11077,'0'0'2721,"109"0"-15,-56 2-1426,3 8-1280,-3 3-1168,-3-5-2882,-5-6-4498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0 176,'0'0'10408,"0"6"-8079,0 3-1328,-1 118 7741,-2-69-6311,-12 78 1,-29 92-546,43-199-4697,2-36 2163,0-1 1,0 0 0,1 1 0,4-15-1,1 1-566,3-19-4948,6-62-1,-8 21-2486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90 1313,'17'-12'4212,"1"0"-3045,-7 4-410,0 0 0,1 1 0,0 1 0,0-1 0,0 2-1,1 0 1,24-6 0,-25 8 299,-1 1 1,1 0-1,-1 1 0,15 0 1,-23 1-917,-1 0 1,1 1 0,0-1-1,-1 0 1,1 1 0,-1 0-1,1-1 1,-1 1 0,1 0-1,-1 0 1,1 1 0,-1-1 0,0 0-1,0 1 1,0 0 0,0-1-1,0 1 1,0 0 0,0 0-1,0 0 1,-1 0 0,1 0-1,-1 0 1,2 3 0,0 4-26,0 0 0,0 0 0,-1 0 0,0 0 1,-1 0-1,0 1 0,0-1 0,-1 0 0,0 1 0,0-1 0,-1 0 0,-1 1 1,0-1-1,0 0 0,0 0 0,-1 0 0,-1 0 0,0-1 0,0 0 0,0 1 1,-1-1-1,0-1 0,-1 1 0,0-1 0,-8 9 0,2-6-33,-1 1 0,0-1 0,-1-1 0,0-1-1,-1 0 1,-27 11 0,2-5-1169,-60 11 1,37-8-6379,42-7 667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0 102 9428,'0'0'9815,"20"3"-7880,64 9-855,-58-9-773,0-1 0,33-3 0,-17 0-249,-42 1-53,1 0 1,0 0-1,-1 0 0,1 0 0,-1 0 0,1-1 0,0 1 0,-1 0 1,1 0-1,-1-1 0,1 1 0,-1 0 0,1-1 0,-1 1 0,1 0 0,-1-1 1,0 1-1,1-1 0,-1 1 0,1-1 0,-1 1 0,0-1 0,1 1 1,-1-1-1,0 1 0,0-1 0,0 1 0,1-1 0,-1 0 0,0 1 1,0-1-1,0 1 0,0-1 0,0 0 0,0 1 0,0-1 0,0 1 0,0-1 1,0 0-1,0 1 0,0-1 0,-1 1 0,1-1 0,0 0 0,-1-2-5,0 0-1,0 0 1,0 0 0,0 0-1,-1 0 1,1 0-1,-1 1 1,-2-5-1,-2 1-38,0 1-1,0-1 1,-1 1 0,1 0-1,-1 1 1,0-1-1,-1 1 1,1 1 0,-1-1-1,-16-4 1,8 4 102,0 1 0,0 0 0,-1 1 1,-25 0-1,40 2-62,1 0 0,0 1 0,0-1 0,0 0 0,0 1 0,0-1 0,-1 1 1,1 0-1,0-1 0,0 1 0,0 0 0,1 0 0,-1-1 0,0 1 0,0 0 0,0 0 1,0 0-1,1 0 0,-1 0 0,1 0 0,-1 0 0,1 1 0,-1-1 0,1 0 1,-1 0-1,1 0 0,0 0 0,0 1 0,-1-1 0,1 1 0,-3 41-30,3-40 29,0 5-30,0 12 15,1 0 0,3 26-1,-3-40-118,1 1 0,0 0-1,0 0 1,1-1 0,0 1 0,0-1-1,0 0 1,1 0 0,-1 0 0,7 7-1,-3-6-540,0 0-1,0 0 1,0 0 0,1-1-1,0 0 1,16 8-1,-14-9-523,-1-1-1,1 0 0,1 0 0,-1-1 1,0-1-1,14 2 0,45-1-7473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381 9 12086,'0'0'3719,"-19"-2"-763,-58-3 341,75 4-3217,0 1 0,0 0 0,1-1 1,-1 1-1,0 0 0,0 0 0,0 0 0,0 1 0,0-1 0,0 0 0,1 1 1,-1-1-1,0 1 0,0 0 0,1-1 0,-1 1 0,0 0 0,1 0 0,-1 0 1,1 0-1,-1 0 0,1 1 0,-1-1 0,1 0 0,0 1 0,0-1 0,0 1 0,-2 2 1,2 1-127,0-1 0,0 0 1,0 1-1,1-1 0,0 1 1,0-1-1,0 1 1,1 7-1,0 6 163,-1 145-586,0-160 465,0 0 0,0-1 1,0 1-1,-1 0 0,1 0 0,-1-1 1,0 1-1,1-1 0,-2 1 0,1-1 1,0 1-1,0-1 0,-1 1 0,1-1 1,-1 0-1,-2 3 0,0-2 10,1 0 1,-1 0-1,1-1 0,-1 0 1,0 0-1,0 0 0,0 0 1,0 0-1,-6 1 0,-6 0 18,-1 0 1,1-1-1,-1 0 0,-20-2 0,-15 0-611,51 0 504,1 0 0,-1 0 0,0 0 0,0 0 0,1-1 0,-1 1 0,0 0 0,0 0 0,1-1 0,-1 1 0,0 0 0,1-1 0,-1 1 0,0 0 0,1-1 0,-1 1 0,1-1 0,-1 0 0,1 1 0,-1-1 0,1 1 0,-1-1 0,1 0 0,-1 1 0,1-1 0,0 0 0,-1 1 0,1-1 0,0 0 0,0 0 0,0 1 0,0-1 0,-1 0 0,1 0 0,0 1 0,0-1 0,0 0 0,1-1 0,-1 0-425,0 0-1,0-1 1,1 1 0,-1 0 0,1 0-1,0 0 1,0-1 0,-1 1 0,2 0-1,-1 0 1,0 0 0,0 0-1,0 1 1,3-4 0,30-20-6677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12 2161,'-18'-2'12795,"6"1"-11326,-118-7 5661,115 8-5916,3 0-551,1 0-1,-1 0 1,1 1 0,-14 3 0,22-3-626,1-1-1,0 1 0,-1-1 1,1 1-1,0 0 0,0 0 1,0 0-1,0 1 0,0-1 1,0 0-1,0 1 0,0-1 1,0 1-1,1 0 0,-1-1 0,1 1 1,-1 0-1,1 0 0,0 0 1,0 0-1,-1 0 0,2 1 1,-1-1-1,0 0 0,0 0 1,0 4-1,0-1-66,1 1 0,0-1 1,0 0-1,0 0 0,1 1 0,-1-1 0,1 0 1,1 0-1,-1 0 0,1 0 0,-1 0 0,2 0 1,-1 0-1,0-1 0,7 9 0,2 2-305,2 0 0,0-2-1,16 15 1,3 3-491,-28-26 724,-1-3-44,0 1 0,0-1 1,0 1-1,0 0 0,-1 0 1,0 0-1,0 1 0,0-1 1,0 0-1,0 1 0,0 0 1,-1-1-1,0 1 0,0 0 1,2 7-1,-4-10 135,1 0-1,0 1 1,0-1 0,-1 0-1,1 1 1,-1-1 0,1 0-1,-1 0 1,0 1-1,1-1 1,-1 0 0,0 0-1,0 0 1,0 0 0,1 0-1,-1 0 1,0 0 0,-1 0-1,1-1 1,0 1 0,0 0-1,0 0 1,0-1-1,-1 1 1,-1 0 0,-36 10 226,33-10-172,-22 4 198,1-1 0,-41 0 0,71-13-5137,21-12-1664,18-9-2351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0 5827,'0'0'20297,"-64"124"-20041,56-104-256,1-3-336,3-9-1313,2-2-1632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14118,'0'0'8372,"0"101"-12422,13-66-976,5 2-2641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265 1 6931,'0'0'6280,"-18"1"-2483,10 0-3334,-12 0 1014,1 2 1,-1 0-1,1 0 0,0 2 0,-33 13 1,49-17-1384,0 1 1,0-1-1,1 1 1,-1 0-1,1 0 1,-1-1 0,1 2-1,0-1 1,0 0-1,0 0 1,0 1-1,0-1 1,0 1-1,1 0 1,-1 0-1,1-1 1,0 1-1,0 0 1,0 0 0,0 0-1,0 0 1,1 0-1,-1 4 1,1-2-104,0 0 0,1 0 1,-1 0-1,1 0 1,0-1-1,1 1 0,-1 0 1,1-1-1,0 1 0,0-1 1,0 0-1,0 1 1,1-1-1,3 3 0,-2-1 8,9 11-108,17 28 0,-27-39 44,0 0 0,0 0 0,-1 0 0,0 0 0,0 0 0,0 0 0,-1 0 0,0 1 0,0 10 0,-1-16 65,0 0 0,-1 0 1,1 1-1,0-1 1,-1 0-1,1 0 0,-1 0 1,1 1-1,-1-1 0,0 0 1,0 0-1,1 0 0,-1 0 1,0 0-1,0 0 1,0 0-1,0-1 0,0 1 1,0 0-1,0 0 0,0-1 1,-1 1-1,1-1 1,0 1-1,0-1 0,-1 1 1,1-1-1,0 0 0,0 1 1,-1-1-1,-1 0 1,-8 1-129,1 0 0,-21-1 0,19-1-383,9 1 135,1 1 0,-1-2 0,0 1 0,0 0 0,1-1 0,-1 1 0,0-1 0,1 0 0,-1 0 0,0 0 0,-3-2 0,5 2 49,0 1-1,1-1 1,-1 0 0,0 0-1,1 0 1,-1 0 0,0 0-1,1 0 1,0 0 0,-1 0-1,1 0 1,-1-1 0,1 1-1,0 0 1,0 0 0,0 0-1,0 0 1,-1 0 0,2-1-1,-1 1 1,0 0 0,0 0-1,0 0 1,0 0 0,1 0-1,-1 0 1,1-1 0,-1 1-1,1 0 1,-1 0 0,1 0-1,0-1 1,15-20-6359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140 2 3009,'0'0'18929,"0"0"-18874,0 0 0,0 0 0,0 0-1,0 0 1,1 0 0,-1 0 0,0 0 0,0 0 0,0 0 0,0 0-1,0 1 1,0-1 0,0 0 0,0 0 0,0 0 0,0 0 0,0 0-1,0 0 1,1 0 0,-1 0 0,0 0 0,0 0 0,0 0 0,0 0-1,0 0 1,0 0 0,0 0 0,0 0 0,0 0 0,1 0 0,-1 0-1,0 0 1,0 0 0,0 0 0,0 0 0,0 0 0,0 0-1,0 0 1,0 0 0,0 0 0,0 0 0,1 0 0,-1 0 0,0 0-1,0-1 1,0 1 0,0 0 0,0 0 0,0 0 0,0 0 0,0 0-1,0 0 1,0 0 0,0 0 0,0 0 0,0 0 0,0-1 0,0 1-1,0 0 1,0 0 0,0 0 0,0 0 0,0 0 0,0 0 0,0 0-1,0 54 5456,0-53-5488,-1 0 0,1 0 0,0-1 0,-1 1 0,1 0 0,-1 0 1,1-1-1,-1 1 0,0 0 0,1-1 0,-1 1 0,1-1 0,-1 1 1,0-1-1,0 1 0,1-1 0,-1 1 0,0-1 0,0 0 1,0 1-1,0-1 0,1 0 0,-2 1 0,-28 4-2438,8-1-1265,-33 14-12027,34-14 8075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5 112 5603,'0'0'20905,"1"-4"-18253,6 59-848,2 88-1,-9-142-1803,-1 0 0,1 0 0,0-1 0,-1 1 0,1 0 0,-1 0 0,1 0 0,-1 0 0,0 0 0,1 0 0,-1 0 0,0-1 0,1 1 0,-1 0 0,0-1 0,0 1 0,0 0 0,0-1 0,1 1 0,-1-1 0,0 0 0,0 1 0,-2 0 0,3-1 0,0 0 0,-1 0 0,1 0 0,0 0 0,0 0 0,0 0 0,0 0 0,0 0 0,0-1 0,-1 1 0,1 0 0,0 0 0,0 0 0,0 0 0,0 0 0,0 0 0,0 0 0,-1 0 0,1 0 0,0 0 0,0-1 0,0 1 0,0 0 0,0 0 0,0 0 0,0 0 0,0 0 0,0 0 0,0-1 0,0 1 0,0 0 0,-1 0 0,1 0 0,0 0 0,0 0 0,0-1 0,0 1 0,0 0 0,0 0 0,0 0 0,1 0 0,-1 0 0,0-1 0,0 1 0,0 0 0,0 0 0,0 0 0,0 0 0,0-1 0,0 0 0,1-7-21,0 1 0,0 0-1,1 0 1,0 0 0,0 0 0,1 0 0,-1 1-1,2-1 1,-1 1 0,9-12 0,4-5-518,29-30 1,-29 34 180,1 1 0,1 1 0,1 0-1,0 2 1,1 0 0,1 1 0,28-14 0,-44 26 357,0 0 0,0 0 0,0 1 0,0 0 0,1 0 0,-1 0 1,0 1-1,8 0 0,-13 0 24,1 0-1,-1 1 1,1-1 0,-1 0 0,0 1 0,1-1 0,-1 0 0,0 1-1,1-1 1,-1 1 0,0-1 0,0 1 0,1-1 0,-1 1-1,0-1 1,0 0 0,0 1 0,0-1 0,0 1 0,0 0-1,0-1 1,1 1 0,-2-1 0,1 1 0,0-1 0,0 1 0,0 21 197,0-16-75,0 168 2397,0-174-2541,0 0-1,0 0 1,0 0 0,0 1-1,0-1 1,0 0 0,0 0 0,0 0-1,0 1 1,0-1 0,1 0-1,-1 0 1,0 0 0,0 1-1,0-1 1,0 0 0,0 0 0,0 0-1,1 0 1,-1 1 0,0-1-1,0 0 1,0 0 0,1 0-1,-1 0 1,0 0 0,0 0-1,0 0 1,1 0 0,-1 1 0,0-1-1,0 0 1,0 0 0,1 0-1,-1 0 1,1 0 0,12-2-49,11-9-93,21-15-212,-5 3-372,1 1-1,69-27 1,-109 49 1872,-1 13-45,-1 4-818,-1 1 0,0-1 0,-7 23 0,2-10-318,3 16-67,4-45 50,0-1 0,0 0 1,0 0-1,1 1 1,-1-1-1,0 0 1,0 0-1,0 1 0,0-1 1,0 0-1,0 0 1,0 0-1,1 1 0,-1-1 1,0 0-1,0 0 1,0 0-1,1 0 1,-1 1-1,0-1 0,0 0 1,0 0-1,1 0 1,-1 0-1,0 0 0,0 0 1,0 0-1,1 0 1,-1 0-1,0 0 1,0 1-1,1-1 0,-1 0 1,0 0-1,0 0 1,1-1-1,-1 1 0,0 0 1,0 0-1,1 0 1,-1 0-1,0 0 1,0 0-1,1 0 0,-1 0 1,3 0-443,9 0-956,-1 0-243,0 0 1,0-1 0,15-2-1,25-14-6525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105 1 8644,'0'0'21146,"-97"111"-20090,91-89-368,4-3-576,2-5-112,0-3-784,0-7-1233,0-16-15959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9364,'0'0'11670,"18"86"-18650,-3-49-2576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1 11253,'0'0'8834,"-19"1"-5161,-65 8-1149,77-8-2272,0 0 0,0 1 1,1 0-1,-1 1 0,1-1 0,-1 1 0,1 1 0,0-1 1,0 1-1,1 0 0,-1 0 0,1 1 0,-8 7 1,8-7-81,2-3-198,1 1 0,0-1 0,0 1-1,0-1 1,0 1 0,1 0 0,-1-1 0,1 1 0,-1 0 0,1 0-1,0 0 1,0 0 0,0 1 0,1-1 0,-1 0 0,1 0 0,0 0-1,-1 1 1,2-1 0,-1 0 0,0 0 0,1 0 0,-1 1 0,3 4-1,1 4-267,1 0 0,0-1 0,1 0 0,13 19 0,-12-18 196,1 0 0,6 17 0,-12-24 90,0 0 0,-1-1-1,1 1 1,-1 0-1,0 0 1,0 0-1,-1 0 1,0 0-1,0 0 1,0 6 0,-1-10 2,1 0 0,-1 0 1,0 0-1,0-1 1,1 1-1,-1 0 1,0 0-1,0-1 1,0 1-1,0-1 1,0 1-1,0-1 0,0 1 1,0-1-1,0 1 1,0-1-1,0 0 1,0 1-1,0-1 1,0 0-1,-3 0 1,4 0-161,-1 0 1,0 0 0,1 0 0,-1 0-1,0 0 1,1 0 0,-1 0 0,0 0 0,0 0-1,1 0 1,-1 0 0,0 0 0,1-1 0,-1 1-1,0 0 1,1-1 0,-1 1 0,1 0 0,-1-1-1,0 1 1,1-1 0,-1 0 0,-1-3-934,1 1-1,0-1 1,1 0 0,-1 0 0,1 0-1,-1 0 1,1 0 0,1-6 0,-1 2-1238,0-28-8844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485 1 17848,'0'0'9829,"-50"169"-7956,13-85-305,-4 0-207,0 5-1073,2-4-288,0-3 0,-1-10 0,5-16 0,5-11 0,3-12-832,2-15-1409,0-9-1409,-1-9-1536,-3-9-3378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8996,'0'0'5283,"20"3"-1250,2-2-2817,-7 0-366,0 1 1,1 0-1,-1 1 1,0 1-1,0 0 1,22 10-1,-20-7-130,0 1-1,-1 1 1,0 1-1,23 18 1,-35-25-665,0 0 1,-1 0 0,1 0-1,-1 1 1,0 0 0,0-1 0,0 1-1,0 1 1,-1-1 0,0 0 0,0 0-1,0 1 1,0-1 0,-1 1 0,1 0-1,-1-1 1,0 1 0,-1 0 0,1 0-1,-1 0 1,0 0 0,-1 8 0,0-11-66,1 1 0,-1-1 0,0 0 0,0 0 0,0 0 0,0-1 0,0 1 0,-1 0 0,1 0 0,0-1 0,-1 1 1,1 0-1,-1-1 0,0 0 0,0 1 0,-3 1 0,-36 17-1291,21-12-975,29-4-11380,11-3 10133,13-3-3544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11 14967,'0'0'14823,"-19"-10"-14599,15 14-480,0 8-1025,0 3-1184,0-3-1233,4-4-4177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9700,'0'0'12166,"-144"43"-8196,109-18-96,16 2-2674,7 3-848,12-1-256,0 4 32,0-6-128,22 0 0,7-2-256,4-7-816,2-4-993,2-5-1201,-6-7-2016,-6-2-5043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89 0 6515,'0'0'8969,"-9"24"-7400,-1 1-1044,2-9-142,2 0 0,0 0 0,1 1 0,1 0 0,0 0 0,1 0 0,0 21-1,-23 344 4485,23-355-5014,2-24-727,1-6-352,0-40-4438,0 27 4499,0-33-4761,0-4-882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67 2849,'0'0'5702,"21"-9"-3011,-7 3-2124,4-3 62,1 2 0,-1 0-1,1 1 1,0 1 0,1 1-1,25-2 1,61-1 1455,139 8-1,-236 0-2052,0 0-1,0 1 0,0 0 0,0 0 0,0 1 1,-1 0-1,1 0 0,-1 1 0,0 0 0,0 1 1,8 5-1,-12-7-19,0 0 0,-1 1 0,1-1-1,-1 1 1,1-1 0,-1 1 0,-1 0 0,1 0 0,0 1 0,-1-1 0,0 0 0,0 1 0,0 0 0,-1-1 0,1 1 0,-1 0 0,0 0 0,-1 0-1,1-1 1,-1 1 0,0 8 0,-1-9 71,0 0-1,0 1 0,-1-1 1,1 0-1,-1 1 1,0-1-1,0 0 0,0 0 1,-1 0-1,1-1 1,-1 1-1,0-1 0,0 1 1,0-1-1,-6 4 1,-7 6 454,-1 0 1,-19 10-1,26-17-337,-26 14 393,-19 12 142,50-29-693,0 1 0,0-1 0,1 1 0,-1 0 0,1 1 0,0-1 0,-5 8 0,7-9-108,1 0-1,0 0 1,0-1 0,0 1-1,0 0 1,0 0-1,0 0 1,1 0 0,0 0-1,-1 0 1,1 0 0,0 0-1,0 0 1,1 0-1,-1 0 1,1 0 0,-1 0-1,1 0 1,0 0 0,0 0-1,1 0 1,-1-1-1,0 1 1,3 4 0,5 4-231,0 1 1,0-1-1,21 19 1,-13-13 26,13 15-236,-1 1 0,47 73 0,-72-101 493,-1 0 0,-1 1-1,1-1 1,-1 1 0,0 0 0,0 0-1,1 10 1,-3-13 59,1-1 0,-1 1 0,0-1 0,0 1 0,-1 0 0,1-1 0,0 1 1,-1 0-1,1-1 0,-1 1 0,0-1 0,0 1 0,0-1 0,0 0 0,-1 1 0,1-1 0,-1 0 0,1 0 0,-4 4 0,-5 2 413,0-1-1,0 0 1,0 0-1,0-1 1,-22 9-1,-60 18 1290,89-32-1709,-39 11 251,-1-1 0,0-2 0,0-2 0,-1-2 0,-61-1 0,104-4-427,0 0-1,-1 0 1,1 0 0,0 0-1,0 0 1,0 0 0,0-1-1,0 1 1,0 0-1,0-1 1,0 1 0,0 0-1,0-1 1,0 0-1,0 1 1,0-1 0,1 1-1,-1-1 1,0 0-1,0 0 1,0 1 0,1-1-1,-1 0 1,1 0 0,-1 0-1,0-1 1,0-1-1061,0 0 0,0-1 1,0 1-1,1 0 0,-1-1 1,1 1-1,0-6 0,0-11-8803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1 711 416,'0'0'5504,"10"-6"-5098,17-6 108,1 0 0,0 2 0,0 1 0,1 1 0,36-5 0,233-28-483,-152 18-364,83-12-397,308-39-711,-347 59 1466,43-6 32,-49-4-130,309-37 1221,4 30-238,-45 11-803,42-7-61,3 28 11,-222 2-48,242 8 18,-380-4 105,173 15 21,-132-7 296,190-9 1,-226-6-295,304-15 812,2-1-736,-340 17-245,356 10 516,349 8-59,-494-43-488,-10 0 349,689 17 668,-623 9-373,2288-1 1853,-2093 9-2239,271-7 726,-771-4-933,79-13-1,68-22 12,-88 15-13,-64 9 152,117-40 0,-133 38 589,96-15-1,-109 26-610,1 2 0,47 4 0,-16-1-64,609 5 363,-626-9-150,0-2 1,0-2-1,58-17 1,-83 18-63,29-4 33,2 2 0,63-2 0,114 10 834,-106 1-57,-111-1-975,191-8 865,-152 4-928,0 3 1,84 8 0,431 83-42,-523-81 43,895 136 63,-363-62-36,147 16-60,-138-81 65,-186-12-139,1148 90 107,-246-9 58,-1286-87-51,346 22-68,-353-19 23,-14 0-52,-24 1-103,-81-2-2340,-1-5 0,-114-18 0,38-10-4023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544 13 2753,'0'0'5456,"3"-4"-5069,5-5-254,-4 11 75,-2 24 415,-3-10-312,-11 401 3617,0 92-2736,18-421-1018,25 125-1,-1-14 0,-2 393-46,-19-281-110,-3 539-17,-14-621-2,-2 106 2,10 926 40,-46-509 10,-11-297-83,-14 136 80,-49 495-5,-1-202 6,57-453-31,37-298-11,-51 155 1,66-255-36,5-16-15,1-1 1,1 1 0,1 0 0,0 0 0,-2 33-1,10-51-1172,0-2 977,0 0 0,-1 0 1,0-1-1,0 1 0,0-1 0,0 0 1,0 0-1,-1 0 0,1 0 1,2-7-1,18-50-1898,-18 45 1567,35-120-4040,-22 72 789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416 47 192,'-1'-1'12285,"0"-3"-8021,-4-5-3410,-1 7-747,1 1 0,-1 1 0,0-1 0,0 1 0,0 0 1,0 0-1,0 0 0,-8 3 0,10-3-73,-7 2-5,0 1 1,1 0 0,-1 1 0,1 0 0,-1 0-1,1 1 1,-11 8 0,-65 47 444,70-47-329,0 0 1,2 1-1,0 1 0,0 0 1,-20 31-1,27-34-90,0 0 0,0 1-1,1 0 1,1 0 0,0 0-1,1 1 1,1-1 0,0 1-1,-2 16 1,4-15-54,0 1 0,0-1 1,1 1-1,1-1 0,5 27 0,-4-36-6,0-1 1,-1 0-1,2 1 1,-1-1 0,1 0-1,-1-1 1,1 1-1,1 0 1,-1-1-1,1 0 1,-1 1-1,1-1 1,0-1-1,1 1 1,-1-1-1,1 1 1,-1-1-1,1-1 1,7 4-1,0-1-4,0-1 0,0 0-1,0-1 1,1 0-1,23 2 1,67-3-3,-70-2 24,-17-1-7,-1 0 0,1-1 0,0 0 1,-1-2-1,1 0 0,-1 0 0,0-2 0,-1 1 0,1-2 0,-1 0 0,0-1 0,-1 0 0,0-1 0,0-1 0,-1 0 0,16-17 0,-18 17 3,-1-1 0,-1 0 0,0 0 0,0-1 0,-1 0 1,0 0-1,-1 0 0,6-22 0,-6 15 6,-1-1 0,-1 0 0,-1 0 0,-1 0 0,-1-25 0,-1 35 21,-1 0 0,0 0 0,-1 0 0,0 1 0,-1-1 0,0 1 0,0-1 0,-1 1 0,0 0 0,-1 0 0,0 1 0,0-1 0,-1 1 0,0 1 0,0-1 0,-1 1 1,0 0-1,0 0 0,-11-7 0,7 6 56,1 1 1,-2 0-1,1 1 1,-1 0-1,0 1 1,0 0-1,0 1 1,-1 0-1,1 1 1,-1 1-1,0 0 1,0 0-1,0 2 1,-17 0-1,25 1-105,-1 0-1,1 0 1,-1 1 0,1 0-1,0 0 1,0 0 0,0 1-1,0-1 1,0 1 0,0 0-1,1 1 1,-1-1 0,1 1-1,0 0 1,0 0 0,0 0-1,1 1 1,0-1 0,-1 1-1,1 0 1,-3 8 0,4-8-278,-1 0 0,1 1-1,1-1 1,-1 1 0,1 0 0,0 0 0,0-1 0,1 1 0,-1 8 0,2-9-229,-1-1 0,1 0 0,0 0 0,0 1 0,0-1 0,0 0 0,1 0 0,0 0 0,0 0 0,0 0 0,0-1 0,0 1 0,5 4 0,25 22-5751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184 299 5314,'0'0'6582,"-6"18"-3794,3-7-2396,-7 17 1353,2 1 0,-7 48 0,9-19-626,-4 0 1,-2-1 0,-23 69 0,17-70-900,12-36-291,0-1 1,-1 0 0,-1 0 0,-16 28 0,24-48-21,0 1 0,0 0 0,0 0 0,0 0 0,0-1-1,0 1 1,-1 0 0,1 0 0,0 0 0,0 0 0,0-1 0,0 1 0,0 0-1,0 0 1,0 0 0,0 0 0,0-1 0,0 1 0,-1 0 0,1 0-1,0 0 1,0 0 0,0 0 0,0-1 0,0 1 0,-1 0 0,1 0-1,0 0 1,0 0 0,0 0 0,0 0 0,-1 0 0,1 0 0,0 0 0,0 0-1,0 0 1,-1 0 0,1 0 0,0 0 0,0 0 0,0 0 0,0 0-1,-1 0 1,1 0 0,0 0 0,0 0 0,0 0 0,-1 0 0,1 0 0,0 0-1,0 0 1,0 0 0,0 1 0,0-1 0,-1 0 0,1 0 0,0 0-1,0 0 1,0 0 0,0 1 0,-1-22-1183,1 19 824,5-101-4230,0 55 3786,17-60 1,-5 34 580,53-183-348,-59 226 973,1 0 0,1 1-1,2 0 1,1 2 0,39-53-1,-45 68 207,1 1 0,0 1 0,1-1 0,16-10 0,-25 19-246,1 1 0,-1-1 1,1 1-1,0 0 0,0 0 0,0 0 1,0 0-1,0 1 0,0 0 1,0 0-1,0 0 0,1 0 1,-1 1-1,0-1 0,1 1 1,-1 0-1,0 1 0,1-1 1,-1 1-1,6 1 0,-9-1-164,1-1-1,-1 1 1,1 0-1,-1 0 1,0 0-1,0 0 1,0 1-1,0-1 1,0 0-1,0 0 1,0 0-1,0 1 1,0-1 0,0 1-1,-1-1 1,1 1-1,-1-1 1,1 1-1,-1-1 1,1 3-1,3 35 1047,-4-33-921,0-1-104,1 0 0,-1 1 0,0-1-1,-1 0 1,1 1 0,-1-1 0,0 0 0,-1 0 0,1 1 0,-1-1 0,0 0 0,0-1 0,-1 1 0,1 0 0,-1-1 0,0 1 0,0-1 0,-1 0 0,1 0 0,-1 0 0,0 0 0,0-1 0,0 1 0,0-1 0,-8 4 0,4-3 30,0 1-1,0-1 1,0 0 0,-1-1-1,0 0 1,0 0 0,0-1-1,0 0 1,0-1-1,0 0 1,0 0 0,-14-1-1,23 0-206,-1-1 0,0 1-1,1 0 1,-1 0-1,1 0 1,-1-1 0,1 1-1,-1 0 1,0-1 0,1 1-1,-1 0 1,1-1-1,-1 1 1,1-1 0,0 1-1,-1 0 1,1-1-1,-1 0 1,0-4-1993,4 3-3792,40-6-4905,-13-3 2409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1 14519,'0'0'10709,"-85"162"-8965,55-81-47,1 1-432,2-6-625,4-8-352,9-14-272,1-9-16,5-12-672,-4-8-401,0-11-639,-3-3-978,-1-11-1360,-7 0-2208,-4-13-3587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7860,'18'-4'2417,"-13"3"-2183,26-5 1873,1 2 1,46-2 0,-61 6-1291,0 1-1,0 0 1,1 2-1,-1 0 1,26 8-1,-36-9-683,-1 0-1,1 1 1,-1 0-1,0 0 1,0 1 0,0 0-1,-1 0 1,1 0-1,-1 1 1,0-1 0,0 1-1,0 1 1,-1-1-1,0 0 1,0 1-1,6 11 1,-8-10 6,1 0 1,-1 0-1,-1 0 1,1 0-1,-1 0 0,0 1 1,-1-1-1,0 0 1,0 1-1,-1-1 0,0 0 1,0 0-1,0 1 1,-1-1-1,0 0 0,-1 0 1,1-1-1,-1 1 1,-1 0-1,1-1 0,-1 0 1,0 0-1,0 0 1,-1 0-1,0-1 0,0 1 1,-6 4-1,11-10-221,0 0 1,-1 0-1,1 0 0,0 1 0,0-1 0,0 0 1,0 0-1,0 0 0,-1 1 0,1-1 1,0 0-1,0 0 0,0 0 0,-1 0 0,1 0 1,0 0-1,0 0 0,0 1 0,-1-1 1,1 0-1,0 0 0,0 0 0,-1 0 0,1 0 1,0 0-1,0 0 0,-1 0 0,1 0 1,0 0-1,0 0 0,0 0 0,-1 0 0,1 0 1,0-1-1,0 1 0,-1 0 0,1 0 1,0 0-1,0 0 0,0 0 0,-1 0 0,1 0 1,0-1-1,0 1 0,0 0 0,0 0 0,-1 0 1,1-1-1,0 1 0,0-14-6056,0 6 5400,0-29-7063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7139,'0'0'14967,"33"54"-15319,-18-15-2161,-3-2-2193,-4-2-5107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37 14823,'0'0'14033,"13"11"-12961,3 1-806,-5-4-67,-1 1 1,0 0 0,15 16 0,-7 2 181,-18-27-432,0 0-1,1 0 1,-1 0-1,1 0 0,-1 0 1,0-1-1,1 1 0,-1 0 1,1 0-1,-1 0 1,0 0-1,1 0 0,-1-1 1,0 1-1,1 0 1,-1 0-1,0-1 0,1 1 1,-1 0-1,0 0 1,0-1-1,1 1 0,-1 0 1,0-1-1,0 1 1,0-1-1,1 1 0,-1-1 1,9-12-544,1 0 0,1 0 0,0 1 0,24-20 0,-28 26 467,0 1 1,0 0 0,1 0 0,0 0-1,0 1 1,1 1 0,-1-1-1,1 1 1,-1 1 0,17-4-1,-24 6 217,0 0 0,-1 0 0,1 1 0,-1-1 0,1 0 0,0 0 0,-1 0 0,1 0 0,0 1 0,-1-1 0,1 0 0,-1 1 0,1-1-1,-1 0 1,1 1 0,-1-1 0,1 1 0,-1-1 0,1 0 0,-1 1 0,0-1 0,1 1 0,-1 0 0,1-1 0,-1 1 0,10 22 1126,-9-19-1145,0-1 1,0 0-1,0 0 1,0 0-1,1-1 1,-1 1 0,1 0-1,0 0 1,0-1-1,4 5 1,-4-6-79,1 1 0,-1-1 0,1 0 0,-1-1 0,1 1 0,-1 0 0,1-1 0,0 1 1,-1-1-1,1 0 0,0 0 0,-1 0 0,1 0 0,0 0 0,-1-1 0,1 1 0,3-2 0,5-1-207,-1-1-1,18-8 1,-24 10 150,11-6-38,-1 1 0,2 1-1,-1 0 1,0 2 0,18-4 0,-33 8 214,1 0 0,-1 1 0,1-1 0,-1 1 0,1-1 0,-1 0 0,0 1 0,1-1 1,-1 1-1,0-1 0,0 1 0,1-1 0,-1 1 0,0-1 0,0 1 0,0-1 0,1 1 0,-1 0 0,0-1 0,0 1 0,0-1 0,0 1 0,0-1 1,0 1-1,0-1 0,-1 2 0,1 25-127,0-17 293,0 48-2318,0-57 1895,0-1 0,0 1 0,0-1 0,0 1 0,0-1 0,0 1 0,0-1 0,0 1 0,1-1 0,-1 1 0,0-1-1,0 1 1,0-1 0,1 1 0,-1-1 0,0 0 0,1 1 0,-1-1 0,0 1 0,1-1 0,-1 0 0,0 1 0,1-1 0,-1 0 0,1 0 0,-1 1 0,0-1 0,1 0-1,-1 0 1,1 1 0,18 0-6821,-12-1 4285,17 0-8067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75 0 2961,'0'0'25100,"-74"93"-25100,74-91-544,4-2-4819,2-25 497,-2-12-4546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8356,'0'0'6003,"56"127"-16968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 13558,'0'0'3359,"-22"1"558,-71 6 234,88-6-3743,-1-1-1,1 1 1,-1 0 0,1 1 0,0-1 0,0 1 0,-8 3 0,12-4-356,0 0 0,0-1 0,0 1 1,1 0-1,-1 0 0,0 0 0,0-1 0,0 1 1,1 0-1,-1 0 0,1 0 0,-1 0 1,1 0-1,-1 1 0,1-1 0,-1 0 1,1 0-1,0 0 0,0 0 0,0 0 0,-1 1 1,1-1-1,0 0 0,1 0 0,-1 2 1,0-1-55,1-1-1,-1 1 1,1-1 0,-1 1 0,1-1 0,0 0 0,0 1 0,0-1 0,-1 0 0,1 1 0,0-1 0,1 0 0,-1 0 0,0 0 0,0 0 0,0 0 0,3 1 0,29 16-254,-20-12 20,5 3-345,-1 0 0,-1 2-1,0 0 1,16 14 0,-28-21 439,0 0-1,0 0 1,0 0 0,0 1-1,-1-1 1,0 1 0,0 0-1,0 0 1,-1 0 0,1 0-1,-1 1 1,-1-1 0,1 1-1,-1-1 1,1 1 0,-2 0-1,1-1 1,-1 9 0,0-12 162,0 1 0,-1-1 0,1 1 0,-1-1 0,0 1 1,0-1-1,0 1 0,0-1 0,0 0 0,-1 0 0,1 0 0,-1 0 0,1 0 1,-1 0-1,0 0 0,1 0 0,-1 0 0,0-1 0,0 1 0,-1-1 0,1 0 1,0 1-1,0-1 0,-1 0 0,1 0 0,0-1 0,-1 1 0,1 0 1,-4 0-1,-9 2 239,0-1 0,0-1 0,-26 0 0,39-1-280,2 0-103,-1 0 0,1 0-1,-1 0 1,1-1 0,-1 1-1,1 0 1,-1-1 0,1 1 0,-1 0-1,1-1 1,-1 1 0,1 0 0,-1-1-1,1 1 1,0-1 0,-1 1-1,1-1 1,0 1 0,-1-1 0,1 1-1,0-1 1,0 1 0,-1-1-1,1 0 1,0 1 0,0-1 0,0 1-1,0-1 1,0 0 0,0 1-1,0-1 1,0 1 0,0-1 0,0 1-1,0-2 1,6-23-5769,14-5-2551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354 1 5074,'0'0'18665,"-90"156"-14775,49-67-1873,1 3-625,5-5-207,11-7-641,3-10-544,7-12 0,3-13 0,-1-14-560,2-8-785,1-13-720,-5-10-1296,-2 0-1794,-1-22-3329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9492,'0'0'4568,"21"-1"-1183,304-5 5291,-34 34-7167,-274-26-1492,-17-2 6,1 0-1,-1 1 1,1-1-1,-1 0 1,0 0-1,1 1 1,-1-1-1,1 0 1,-1 1-1,0-1 1,1 1-1,-1-1 1,0 0-1,0 1 1,1-1-1,-1 1 1,0-1-1,0 0 1,0 1-1,1-1 1,-1 1-1,0-1 1,0 1-1,0-1 1,0 1-1,0-1 1,0 1-1,0-1 1,0 1-1,0-1 1,0 1-1,0-1 1,-1 1-1,1-1 1,0 1 0,0-1-1,0 1 1,0-1-1,-1 1 1,-8 19 706,-18 31 369,5-10-1809,5-15-2893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11125,'0'0'15351,"2"56"-15351,6-29-912,5 4-1073,1-5-2033,3-3-2545,1-9-4242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0 9412,'0'0'11590,"-142"46"-6404,109-20-1728,16 1-1986,17 0-719,0 4-449,17 2-160,16-2-96,8-2-48,6-5-96,-4-7-801,-1-3-847,-5-12-1986,-13-2-2257,-3 0 1105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34 612 4226,'0'0'12243,"1"2"-10618,2 4-646,-1 1 1,1-1 0,-1 1-1,-1-1 1,1 1 0,-1 0-1,0-1 1,-1 11 0,-2 60 2326,2-65-2813,0-10-442,-1 0 0,1 0 0,0 0 0,-1 1 1,1-1-1,-1 0 0,1 0 0,-1 0 0,0 0 0,0 0 0,0-1 0,0 1 0,0 0 0,-1 0 1,-2 2-1,0 0 1,-1-1 0,1 0 0,-1 0 0,-9 4 0,14-5-31,0-2 11,0-2 6,0-12-117,2 0 1,-1 0-1,2 0 0,0 0 1,7-19-1,33-69-739,-19 46 339,19-46-925,4 3-1,111-174 1,-147 258 1349,22-26 1,-29 37 95,-1 1 0,1 0 0,-1 0 1,1 0-1,0 0 0,1 0 0,-1 1 1,0 0-1,1 0 0,-1 0 1,1 0-1,4 0 0,-8 2-10,0-1 1,0 1-1,0 0 0,0 0 0,0 0 0,0 0 1,0 0-1,0 0 0,-1 0 0,1 1 1,0-1-1,0 0 0,0 0 0,0 1 1,0-1-1,-1 1 0,1-1 0,0 0 1,0 1-1,0-1 0,-1 1 0,1 0 1,0-1-1,-1 1 0,1 0 0,-1-1 0,1 1 1,-1 0-1,1 0 0,-1-1 0,1 1 1,-1 1-1,2 3 93,0-1 1,-1 1 0,0 0-1,0 9 1,0-9-50,5 83 1687,-6 97-1,-2-75-866,2 105-599,4-257-4785,1-6-4505,-5 17 51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5715,'0'0'18408,"146"-29"-17143,-86 25-673,2 0-112,-9-1-272,-9 5-208,-7 0-288,-6 0-1201,-5 0-1456,-5 0-2257,-11 0-4771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857 93 1088,'0'0'3741,"4"-17"-2594,8-53-58,-10 64 659,-2 12-1321,0 14-180,-6 16 776,-16 52-1,-3 14-402,-9 216 1478,26 5-551,7-268-1593,-5 1133 2247,8-800-2020,-17 793 1,-88-32-40,14-222 434,50-56 485,29-566-810,-61 563-10,-64-9-194,-27 259 196,59-18-61,78-585-144,12-200-58,12-290-56,1-11-401,0 0 0,-2-1 0,-4 23-1,6-50-4936,-1-1 3145,1-42-4273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1 989 2865,'0'0'9052,"11"-22"-6405,4-6-1974,2-5 134,1 0 1,26-34-1,109-131 1183,19-27-2075,-134 168-297,-1-1 1,31-71-1,-58 114 565,-10 15-175,0 0 1,1 0-1,-1 0 0,0 0 1,0 0-1,1 0 0,-1 1 1,0-1-1,0 0 0,0 0 1,0 0-1,1 1 0,-1-1 1,0 0-1,0 0 0,0 0 1,0 1-1,0-1 1,0 0-1,0 0 0,0 1 1,0-1-1,0 0 0,0 0 1,1 1-1,-1-1 0,0 0 1,-1 0-1,1 1 0,0-1 1,0 0-1,0 0 0,0 1 1,0-1-1,-4 38 19,-3-3-10,-17 51 0,2-10 119,13-35-68,1 2 0,3-1 1,-2 75-1,7-116-69,0 0 1,0-1 0,0 1 0,0-1-1,1 1 1,-1-1 0,0 1-1,0 0 1,0-1 0,1 1 0,-1-1-1,0 1 1,1-1 0,-1 1 0,0-1-1,1 1 1,-1-1 0,0 1 0,1-1-1,-1 0 1,1 1 0,-1-1 0,1 0-1,-1 1 1,1-1 0,-1 0 0,1 0-1,-1 1 1,1-1 0,0 0 0,-1 0-1,1 0 1,-1 0 0,1 0 0,0 0-1,-1 0 1,1 0 0,0 0 0,27-5 18,-12-3 5,-1 0 0,1-1 0,23-19 0,-21 15-30,86-63-11,-3-5 1,-4-4-1,-4-4 0,96-119 1,-177 195 1470,-13 20 799,-17 27-934,-57 87-424,23-39-51,-45 98 0,84-152-994,2 0-1,0 1 1,2 0 0,2 1-1,0-1 1,2 1-1,-2 58 1,6-78-514,1 16-1034,0-25 1484,0 0 0,0-1 0,0 1-1,0 0 1,1-1 0,-1 1 0,0 0 0,0-1 0,1 1 0,-1 0 0,0-1 0,1 1 0,-1 0 0,0-1 0,1 1 0,-1-1 0,1 1 0,-1-1-1,1 1 1,-1-1 0,1 1 0,0-1 0,-1 0 0,1 1 0,-1-1 0,1 0 0,0 1 0,1-1 0,25 1-5289,10-1-838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175 17 3362,'0'0'18245,"-18"7"-16404,-61 26-219,73-30-1410,1-1-1,0 1 1,0 0 0,0 0-1,0 1 1,0 0 0,1 0-1,-1 0 1,1 0 0,0 0-1,1 1 1,-5 6 0,6-6-96,-1 0 0,1 0 0,1 1 0,-1-1-1,1 1 1,0 0 0,0-1 0,0 1 0,1 11 0,1-15-114,-1 0 0,0-1 0,1 1 0,-1 0-1,1-1 1,-1 1 0,1 0 0,0-1 0,0 1 0,0-1-1,0 1 1,0-1 0,0 1 0,0-1 0,0 0 0,0 0-1,1 0 1,-1 1 0,1-1 0,-1 0 0,1 0 0,-1-1-1,1 1 1,-1 0 0,1-1 0,0 1 0,-1 0 0,1-1-1,2 1 1,6 1 15,0 0-1,0-1 0,18 1 0,-24-2 1,9 0-39,1 1 1,-1-2 0,0 0 0,22-4 0,-32 4-19,1 0 0,-1 0 1,0-1-1,0 1 0,1-1 0,-1 1 1,0-1-1,0 0 0,0 0 1,-1-1-1,1 1 0,0 0 0,-1-1 1,0 0-1,0 1 0,1-1 0,-1 0 1,-1 0-1,1 0 0,0-1 1,-1 1-1,2-6 0,-1 5 30,-1-1 0,0 1 0,0-1 0,0 1 0,-1-1 0,0 1 0,0-1 0,0 1 0,0-1-1,0 1 1,-1 0 0,0-1 0,0 1 0,-3-8 0,2 8-4,-1 0 0,0-1-1,0 1 1,0 0 0,0 0 0,0 1-1,-1-1 1,0 1 0,0 0 0,0 0 0,0 0-1,-8-4 1,3 2-186,0 1 0,0 0 0,-1 0 0,1 1 0,-1 0 1,-11-1-1,-6 1-2975,-1 2-3859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16 13334,'0'0'6536,"-20"-3"-2619,-64-8-1668,78 10-2078,0 1 1,-1-1 0,1 1-1,0 1 1,0-1-1,-7 2 1,11-1-131,-1-1 0,1 1-1,0 0 1,0 0 0,0 0 0,0 0 0,0 0 0,0 0 0,0 1 0,0-1 0,0 1 0,-2 2 0,2-1-43,0 0 0,1 1-1,-1-1 1,1 1 0,-1-1 0,1 1 0,0-1 0,1 1 0,-1 0 0,1 0 0,-1-1 0,1 1 0,0 0 0,0 0-1,2 6 1,-1-4-65,1 0 0,0 0-1,0 0 1,0 0 0,1-1-1,0 1 1,0-1-1,0 1 1,1-1 0,0 0-1,0-1 1,0 1 0,0 0-1,6 3 1,-2 0-130,-1 0-1,0 0 1,10 14 0,-15-19 133,-1 1 0,1-1-1,-1 0 1,1 1 0,-1-1 0,0 1 0,0 0 0,-1-1 0,1 1 0,-1-1 0,0 1-1,0 0 1,0-1 0,-1 7 0,0-7 62,-1 0 1,1-1-1,0 1 0,-1 0 1,0-1-1,0 1 0,0-1 0,0 0 1,0 0-1,0 0 0,-1 0 1,1 0-1,-1 0 0,1-1 1,-1 1-1,0-1 0,1 1 0,-1-1 1,-3 1-1,-9 3-12,1 0 1,-21 5-1,32-11-4908,6-4 2770,13-9 443,-10 9 133,36-30-6305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317 0 11157,'0'0'12539,"-14"24"-10220,-106 165 1320,99-158-2937,-13 19 102,3 1-1,-44 98 1,69-133-804,2 0 0,0 0 0,1 1 0,0 0 0,2-1 0,0 32 0,1-45 2,0 1-1,0 0 1,1-1-1,-1 1 1,1-1-1,0 1 1,0-1-1,0 1 1,0-1 0,1 0-1,-1 1 1,1-1-1,0 0 1,0 0-1,0 0 1,0 0-1,4 3 1,-2-3-92,0 0 1,0 0-1,0 0 1,1-1-1,-1 0 0,1 0 1,-1 0-1,1 0 1,0-1-1,0 0 1,-1 0-1,8 1 0,0-1-710,1 0 0,0 0 0,14-2-1,-23 1 213,1-1-1,0 0 1,-1 0-1,1 0 1,-1 0-1,1-1 1,-1 0-1,0 1 1,1-2-1,-1 1 1,7-6-1,-4 1-2131,0 0-1,11-16 1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15191,'0'0'4738,"124"0"-4738,-63 2-112,1 8-2305,-2-4-3858,-4-2-4738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43 2497,'0'0'19625,"149"0"-20185,-104-2-2193,-6-12-3058,0-13-5618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376 1 2753,'0'0'16386,"-6"23"-13574,-18 57 1851,-56 123-1,-39 0-3054,78-139-1666,-60 125-1,100-187 59,0 0 0,1-1 0,-1 1 0,1 0 0,-1 0 0,1-1 0,-1 1 0,1 0 0,0 0 0,0 0 0,0 0 0,0-1 0,0 1 0,1 3 0,0-4 0,-1 0 0,1 0 0,-1 0 0,1 0 0,0 0 0,0 0 0,-1 0 0,1 0 0,0 0 0,0 0 0,0 0 0,0-1 0,0 1 0,0 0 0,0-1 0,0 1 0,1 0 0,5 1 0,-1 0 0,1-1 0,0 1 0,0-1 0,0-1 0,8 0 0,-4 1 0,43 1-1221,71-4 1,-119 1 458,1 0 0,-1-1 0,1 1 0,-1-1 1,0-1-1,12-4 0,14-15-6137,-7-2-3608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1 1088,'0'0'26285,"-70"119"-25245,66-98-704,4-5-336,0-4-48,0-5-1328,8-7-1618,15 0-2240,6-29-4467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15 8900,'0'0'16344,"-21"-14"-19386,42 24-672,12-10-2528,6 0-2386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429 0 12998,'0'0'3065,"-25"27"334,5-6-2494,-22 24 1438,1 2 0,-46 69 1,51-59-84,-42 92 0,59-105-1977,1 1 1,-21 90-1,15-32-283,25-129 0,2 17-122,1-1 0,1 1 0,-1 0-1,1 0 1,1 0 0,0 0 0,0 1 0,0 0 0,10-8-1,-3 3-262,1 1-1,0 0 0,1 0 0,21-11 0,-23 16 196,1 0 0,0 0 0,1 2 0,-1-1 0,1 2 1,0 0-1,1 1 0,-1 1 0,23-2 0,-38 12 214,-3-4 78,1-1 0,-1 1 0,0-1 0,0 1 0,0-1 0,0 0 0,0 0 0,-1 0 0,0-1 0,1 1 0,-9 3 0,-7 6 352,4-1-168,-4 2 216,0 1 0,2 0 0,-24 25-1,36-34-439,1 1 1,0-1-1,0 0 0,1 1 0,0 0 0,0 0 0,0 0 0,0 0 0,1 0 0,0 1 0,1-1 0,-1 1 0,1-1 0,0 1 0,1-1 0,0 12 0,0-17-66,1 1 0,-1-1 0,0 0-1,1 0 1,-1 1 0,1-1 0,0 0 0,-1 0 0,1 0 0,0 0-1,0 0 1,0 0 0,0 0 0,0 0 0,0 0 0,0 0 0,0-1 0,0 1-1,0 0 1,0-1 0,0 1 0,0-1 0,1 1 0,-1-1 0,0 1-1,0-1 1,1 0 0,-1 0 0,2 1 0,7 0-313,0 0-1,20-1 1,-20 0-149,11 0-386,-8 1-679,0-1-1,0 0 0,1-1 1,-1-1-1,0 0 0,18-6 1,2-9-6548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5 714 9268,'0'0'13156,"21"3"-11854,-2-1-1079,133 8 535,-150-10-755,3 0-15,0 0 0,0 0 0,0 0 0,0-1 0,0 0 0,7-2 0,-10 2-3,0 1-1,-1-1 0,1 0 0,-1 0 1,1-1-1,-1 1 0,0 0 1,0 0-1,1-1 0,-1 1 0,0-1 1,0 1-1,0-1 0,0 1 1,0-1-1,-1 0 0,1 1 0,0-1 1,-1 0-1,0 0 0,1-2 0,0 0-14,0-1 0,0 0 0,0 1 0,-1-1 0,0 0 0,0 0 0,-1-8 0,0 11 23,1 0 0,-1 0 0,1 0 0,-1 0-1,0 0 1,0 0 0,0 0 0,0 0 0,0 1 0,-1-1 0,1 0 0,0 1 0,-1-1 0,1 1 0,-1-1 0,0 1 0,1 0 0,-1-1 0,-2 0 0,-6-2 50,0 1-1,0 0 1,-1 0-1,1 1 1,-1 1 0,1-1-1,-1 2 1,1-1 0,-16 3-1,5-2 39,17 0-69,0 0 1,0 0-1,0 0 0,0 1 1,0 0-1,0 0 0,0 0 1,0 0-1,0 0 1,0 1-1,0 0 0,1 0 1,-1 0-1,1 0 0,-1 0 1,1 1-1,0 0 0,0-1 1,0 1-1,0 0 1,1 1-1,-1-1 0,1 0 1,0 1-1,0-1 0,0 1 1,0 0-1,0 0 1,1-1-1,0 1 0,0 0 1,-1 5-1,1-1 3,0 0-1,0 1 1,1-1 0,0 1 0,1-1-1,0 0 1,0 1 0,0-1-1,6 14 1,-6-18-66,0 0 0,1-1 0,0 1 0,0-1 0,0 0 1,0 0-1,1 0 0,-1 0 0,1 0 0,0 0 0,0 0 0,0-1 0,0 0 0,0 1 0,0-1 0,1 0 0,-1-1 0,1 1 1,-1-1-1,1 1 0,0-1 0,-1 0 0,6 1 0,3-1-494,0-1 0,0 0 0,-1 0 0,1-1 0,0-1 0,-1 0 0,1 0 0,-1-1 1,0-1-1,0 0 0,0 0 0,0-1 0,-1 0 0,1-1 0,16-13 0,3-5-1377,0-1 0,-2-1 0,38-46-1,-10 5 617,69-107 0,-94 123 1324,-2-1 0,-3-1 0,21-57 1,-42 95 1061,-1 0 1,5-23-1,-6-7 7279,-3 45-8196,0-1 1,0 1 0,0 0-1,0-1 1,0 1 0,0 0-1,0-1 1,0 1 0,0 0 0,-1 0-1,1-1 1,0 1 0,0 0-1,0-1 1,0 1 0,0 0 0,-1 0-1,1-1 1,0 1 0,0 0-1,0 0 1,-1 0 0,1-1-1,0 1 1,0 0 0,-1 0 0,1 0-1,0 0 1,0-1 0,-1 1-1,1 0 1,0 0 0,-1 0 0,-13 2 1864,-13 13-893,14-4-657,1 0 0,0 2 0,1-1 0,-12 18 0,-36 61 1342,30-36-1438,1 1-1,3 1 1,3 1 0,2 1 0,3 1 0,3 1-1,2 0 1,-6 84 0,17-64-747,1-81 286,0 0 0,0 1 0,0-1 1,0 1-1,0-1 0,1 1 1,-1-1-1,0 1 0,0-1 1,0 0-1,0 1 0,1-1 1,-1 1-1,0-1 0,0 0 1,1 1-1,-1-1 0,0 0 0,1 1 1,-1-1-1,0 0 0,1 0 1,-1 1-1,0-1 0,1 0 1,-1 0-1,1 1 0,-1-1 1,0 0-1,1 0 0,-1 0 1,1 0-1,-1 0 0,1 0 1,0 0-1,18-1-2430,-15 0 2069,1 0-425,0 0-1,-1-1 1,1 0-1,0 0 1,-1 0-1,1-1 1,-1 1-1,0-1 1,0 0-1,0 0 1,6-7-1,23-20-8661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6835,'0'0'17416,"53"46"-17016,-28-34-400,-4-4-80,7-4-1120,3-4-1794,2 0-1584,8-2-4578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796 1 12134,'0'0'5906,"-153"57"-1296,91-5-2016,-8 14-642,0 8-479,0 6-1057,4-2-416,4-1-640,5-1-1729,-3-4-1041,-2-4-3089,-2-10-4882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1 5827,'0'0'12027,"0"17"-11014,-8 302 5033,1-215-6494,7-107-4811,0-16-469,0-12-3380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1 111 2257,'0'0'7339,"10"-14"-845,13 4-2032,-17 7-4372,0 1 0,0-1 0,0 1 0,9-1 0,12-2 265,-4 1 727,-1 0 0,29 0 0,-51 4-890,17 11 467,-11-2-514,-1 0 0,0 0 0,0 0 0,-1 1 0,0-1-1,-1 1 1,4 19 0,7 77 700,-6-27 171,21 59 638,-27-145 802,10-25-2396,-2 7-94,1 0-1,1 1 0,2 1 0,0 0 1,33-39-1,-17 28-237,1 1 0,61-48 0,-72 64 146,2 1 0,0 1-1,1 1 1,0 1 0,1 1 0,38-14 0,-61 25 126,0 1 0,0 0 0,0-1 0,0 1 0,0 0 0,0 0 0,0-1 0,0 1 0,0 0 0,0 0 0,0 0 0,0 0 0,0 0 0,-1 1 0,1-1 1,0 0-1,0 0 0,0 0 0,0 1 0,0-1 0,0 1 0,0-1 0,0 1 0,0-1 0,-1 1 0,1-1 0,0 1 0,1 1 0,-1 1 14,0-1-1,1 1 1,-1 0 0,-1 0-1,1 0 1,0 0-1,0 6 1,0 0 28,5 40 635,-2 98 0,-4-101-321,-3-5-295,-1 0 0,-13 59 0,9-60-66,1 1 0,-2 61 0,14-88-1125,-2-9-2811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 1 1153,'0'0'11479,"0"6"-8965,-1 9-1605,-1-1 1,-1 1-1,0 0 0,-9 26 1,5-20 171,-4 29 0,3-1-785,-1 78 1,9-126-688,0-1 310,0 0 0,0 0-1,0 1 1,0-1-1,0 0 1,0 0 0,0 0-1,0 0 1,0 0-1,0 0 1,0 0 0,0 0-1,0 0 1,0 0-1,0 1 1,0-1 0,0 0-1,0 0 1,0 0-1,1 0 1,-1 0 0,0 0-1,0 0 1,0 0-1,0 0 1,0 0 0,0 0-1,0 0 1,0 0-1,0 1 1,0-1 0,0 0-1,0 0 1,1 0-1,-1 0 1,0 0 0,0 0-1,0 0 1,0 0-1,0 0 1,0 0 0,0 0-1,0 0 1,0 0 0,1 0-1,-1 0 1,0 0-1,0 0 1,0 0 0,0 0-1,0-1 1,0 1-1,0 0 1,0 0 0,0 0-1,1 0 1,-1 0-385,13 0-5281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1445 1 6563,'0'0'4578,"-11"22"-3308,0 1-960,-1-1-90,2 1 0,0 0-1,2 1 1,-8 32 0,-7 57 118,5 0 0,4 2 0,2 126 0,-29 444 939,-60-6 69,-94 628-282,110-507-596,13-93-53,-24 242-252,57-523-126,-16 67-29,-7 84 46,-23 154 23,-4 38 30,-47 379 37,54-577-91,19 160 30,45-568-18,-7 154 118,25-212-279,0-104 72,0-1-1,0 0 1,0 1-1,0-1 1,0 1 0,0-1-1,0 0 1,0 1-1,0-1 1,0 1-1,0-1 1,0 0 0,0 1-1,-1-1 1,1 0-1,0 1 1,0-1 0,0 0-1,-1 1 1,1-1-1,0 0 1,0 1-1,-1-1 1,1 0 0,0 0-1,-1 0 1,1 1-1,0-1 1,-1 0-1,1 0 1,0 0 0,-1 1-1,1-1 1,0 0-1,-1 0 1,1 0 0,0 0-1,-1 0 1,1 0-1,-1 0 1,1 0-1,0 0 1,-1 0 0,1 0-1,-1 0 1,1 0-1,0 0 1,-1-1-1,1 1 1,0 0 0,-1 0-1,1 0 1,0 0-1,-1-1 1,-1 0-216,1 1 1,-1-1-1,1 0 1,-1 0-1,1 0 0,0 0 1,-1-1-1,1 1 0,0 0 1,0 0-1,0-1 1,-1-1-1,-8-22-3564,-3-10-2391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87 155 176,'0'0'3052,"-7"-6"-2900,3 1-127,-3-2 16,0 0-1,-1 0 0,0 1 1,-11-7-1,6 1-149,5 4 2049,2 5 3403,9 3-5144,-1 1 0,0-1-1,1 0 1,-1 1 0,0-1 0,1 0 0,-1-1-1,4 1 1,2-1 152,59 1 1017,668-19 980,742-42-1446,377 61-1841,-1032 16 764,1 1 24,-629-18 202,845 21 354,645 39-350,-1518-55-38,955 3-43,-328-4 87,-455 0-50,1116 19 18,-908-11-60,343 11 254,615 56 183,-1056-52-386,444 31 2,331 18 2,-1148-72-4,1384 46 171,679-28 39,-2029-21-205,446-10 366,398-7 937,-804 17-1296,95 6 614,-243-6-696,1 0 0,-1 0 0,0 1 0,0-1 0,0 0 0,1 0 0,-1 1 0,0-1 0,0 1 1,0-1-1,0 1 0,0-1 0,0 1 0,0 0 0,0-1 0,0 1 0,0 0 0,0 0 0,0 0 0,0 0 0,0 0 0,-1 0 0,1 0 0,0 0 0,-1 0 0,1 0 0,-1 0 1,1 0-1,-1 0 0,1 2 0,0 2-731,0 1 0,0-1 1,-1 1-1,0-1 0,0 10 1,0-14 539,0 0 1,0 0-1,-1 0 0,1 0 1,0 0-1,0 0 1,-1 0-1,1 0 0,0 0 1,-1 0-1,1 0 1,-1 0-1,1 0 0,-1 0 1,-1 1-1,-22 13-4831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19 114 544,'0'0'5461,"-4"-9"-4545,-9-25 217,11 24 2860,9 13-4437,-4-1 830,16 5-139,0 0 0,1-1 0,-1-2-1,1 0 1,22 2 0,107 1 425,-128-7-575,935 3 499,-494-5-547,1922 12-225,-255 3-141,-188-7 212,-1322-6 68,1071-35-642,-629 6 350,16 6-846,1525-16 682,-1137 47 627,62-4 755,-873-6-762,126-8 42,-6 0 65,1393 44 2538,-1261-1-1502,-153-24-336,-590-9-433,-141 0-443,30 0-68,-47 0 90,-1 0 0,0-1 0,0 0 0,0 0 0,0 0 0,0 0 0,0-1 0,0 1 0,5-3 1,-9 3-25,1 1 1,-1-1 0,1 1-1,-1-1 1,1 1 0,-1-1-1,1 1 1,-1-1 0,1 1-1,-1-1 1,0 1 0,1-1-1,-1 0 1,0 1 0,0-1-1,1 0 1,-1 1 0,0-1-1,0 0 1,0 1 0,0-1 0,0 0-1,0 0 1,0 1 0,0-1-1,0 0 1,0 1 0,-1-2-1,1-2-93,-15 5-1407,-49 28-7538,32-22 2256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168 118 0,'0'0'9068,"-4"-16"-3527,3 13-5421,1 0-1,0 0 1,1 0-1,-1 0 1,0 0-1,1 0 1,0 1-1,0-1 1,-1 0-1,2 0 1,-1 1-1,0-1 1,1 0-1,1-2 1,1 1-112,-1 1 0,1 0 1,0 0-1,0 0 1,1 0-1,-1 0 0,8-2 1,0-1-10,1 1 0,-1 1 0,1 0 0,0 1 0,1 0 1,-1 1-1,0 1 0,22 0 0,-34 1 2,0 0 0,0 0 1,-1 1-1,1-1 0,0 0 1,0 1-1,-1-1 0,1 1 1,0-1-1,-1 1 0,1-1 0,0 1 1,-1-1-1,1 1 0,-1 0 1,1-1-1,-1 1 0,1 0 0,-1-1 1,1 1-1,-1 0 0,0 0 1,1 0-1,-1-1 0,0 1 1,0 0-1,1 0 0,-1 0 0,0-1 1,0 3-1,2 30 89,-2-27-65,-1 7 13,-1 0 1,0 0-1,0 0 0,-1-1 1,-1 1-1,0-1 1,-1 1-1,-1-1 1,1-1-1,-12 17 1,3-6 200,-2 0 1,-1-1 0,0-1 0,-25 22 0,21-23 96,-40 26 1,50-37-288,-1-1 0,0-1-1,-1 0 1,0 0 0,-18 5-1,29-11-27,1 0-1,0 1 0,0-1 0,0 1 0,0-1 0,-1 0 1,1 0-1,0 0 0,0 0 0,0 0 0,-1 0 1,1 0-1,0 0 0,0 0 0,0 0 0,-1-1 0,1 1 1,0-1-1,0 1 0,0-1 0,0 1 0,0-1 0,0 1 1,0-1-1,0 0 0,0 0 0,0 1 0,0-1 0,0 0 1,1 0-1,-1 0 0,-1-2 0,1 0 36,0 1 0,1-1 1,-1 0-1,1 0 0,0 0 0,0 0 0,0 0 0,0 0 0,0 0 0,0 1 0,1-1 1,0 0-1,0-3 0,0 4-32,0 0 0,0-1 0,0 1 0,1 0 0,-1 0 1,0 0-1,1 0 0,0 0 0,-1 0 0,1 0 0,0 1 0,0-1 0,0 0 0,0 1 1,0 0-1,0-1 0,1 1 0,-1 0 0,0 0 0,1 0 0,-1 1 0,1-1 1,-1 1-1,4-1 0,7-1 98,1 0 1,0 1 0,17 2 0,-16-1 138,-6 0-119,-1 0 1,1 0-1,-1 1 0,1 0 1,-1 0-1,0 1 0,0 0 0,14 6 1,271 103 4326,-273-104-3933,-11-4 51,1 0 1,0-1 0,-1-1-1,1 0 1,0 0 0,14-1 0,-23-1-566,1 1 1,-1-1 0,0 0 0,0 0 0,0 0 0,1 0 0,-1-1-1,0 1 1,-1 0 0,1 0 0,0-1 0,0 1 0,0 0 0,-1-1 0,1 1-1,0-2 1,10-25-54,-11 27 28,0 1 0,1 0 0,-1 0 0,0-1 0,0 1 0,0 0 0,0-1 0,0 1 0,0 0 1,0-1-1,0 1 0,0-1 0,0 1 0,0 0 0,0-1 0,0 1 0,0 0 0,0-1 0,0 1 0,0 0 0,-1-1 0,1 1 0,0 0 0,0 0 0,0-1 0,-1 1 0,1 0 0,0-1 0,0 1 1,0 0-1,-1 0 0,1 0 0,0-1 0,-1 1 0,1 0 0,0 0 0,-1 0 0,1 0 0,0-1 0,0 1 0,-1 0 0,1 0 0,-1 0 0,1 0 0,0 0 0,-1 0 0,1 0 0,0 0 0,-1 0 1,1 0-1,0 0 0,-1 0 0,1 0 0,0 0 0,-1 0 0,1 1 0,0-1 0,-1 0 0,1 0 0,0 0 0,-1 1 0,-18 7-951,7 1-748,-2 3-2450,4-5-4141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170 6 208,'-7'-6'23915,"10"6"-23787,375 14 918,-300-9 709,-77-5-613,-2 13-654,-4-5-423,0 0 0,0 0 0,-1-1 0,0 0 0,0 0 0,0 0 0,-1-1 0,-15 11 0,7-4 124,-85 68 794,60-52-795,2 3 0,1 1-1,-54 62 1,57-48-104,-39 74 0,4-7-4,60-100-53,-1 0 0,-17 17-1,27-31-122,0 0 0,0 1-1,-1-1 1,1 0-1,0 0 1,0 0-1,0 1 1,0-1 0,-1 0-1,1 0 1,0 0-1,0 1 1,0-1 0,-1 0-1,1 0 1,0 0-1,0 0 1,-1 0-1,1 0 1,0 1 0,0-1-1,-1 0 1,1 0-1,0 0 1,0 0-1,-1 0 1,1 0 0,0 0-1,0 0 1,-1 0-1,1 0 1,0 0-1,0 0 1,-1 0 0,1-1-1,0 1 1,0 0-1,-1 0 1,-1-12-3901,7-16-4725,-1 12 2604,-2-3-626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 3217,'0'0'10397,"2"-4"-9228,-1 3-1029,0-1 1,-1 0-1,1 1 1,0-1 0,0 1-1,0 0 1,0-1-1,1 1 1,-1 0-1,0-1 1,1 1-1,-1 0 1,0 0 0,1 0-1,0 0 1,2 0-1,0-1 235,0 1 0,1 0 0,-1 0 0,0 0 0,1 1 0,-1-1 0,6 1 0,31 0 664,0 1 1,77 13 0,-35 4 1551,0-4 0,166 7 1,-249-21-2605,1 0-14,-16 0-17354,-10 0 9596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63 880,'0'0'9557,"11"-11"-7930,31-30-354,-31 31-171,-11 13-737,-1 0-1,1 1 1,-1-1 0,0 0 0,0 0 0,0 0 0,0 0 0,-1 0 0,1 0 0,-1 0 0,-3 4 0,-26 30 1216,21-27-938,-78 82 2553,-34 40-1620,120-129-1575,0-1 0,0 1-1,0 0 1,0 0 0,1 0-1,-1 0 1,1 0 0,0 0-1,0 0 1,0 0-1,0 1 1,1-1 0,-1 0-1,1 1 1,0-1 0,0 4-1,0-6 1,0 0 1,0-1-1,1 1 0,-1 0 0,0 0 1,1-1-1,-1 1 0,0 0 1,1-1-1,-1 1 0,1 0 0,-1-1 1,1 1-1,0-1 0,-1 1 0,1-1 1,0 1-1,-1-1 0,1 1 0,0-1 1,-1 0-1,1 0 0,0 1 1,0-1-1,-1 0 0,1 0 0,0 0 1,1 1-1,27 2 48,-26-3-44,382 4 94,-340-7-77,-1-2 0,0-2 0,67-20 0,-105 23 212,-6-3-6556,-13-5-7107,8 7 12574,-4-6-4876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182 1 8148,'0'0'11202,"-18"10"-9148,-56 34-749,70-42-1163,1 1-1,-1-1 1,1 1 0,0 0-1,0 1 1,0-1-1,0 0 1,1 1 0,-1-1-1,1 1 1,0 0 0,0 0-1,0 0 1,1 0-1,-1 0 1,1 1 0,0-1-1,-1 7 1,-3 10 521,-4 14 224,1 0 1,2 1 0,-4 69-1,9-59-4901,1 0-4708,-1-42 2455,-3 1-1894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207 48 2177,'0'0'11920,"1"-8"-10466,0-27-323,-1 35-1111,0 0 0,0 0 0,0 0-1,0 0 1,0-1 0,0 1 0,0 0 0,0 0-1,0 0 1,0 0 0,0-1 0,0 1-1,0 0 1,0 0 0,0 0 0,0 0 0,0-1-1,0 1 1,0 0 0,0 0 0,0 0-1,-1 0 1,1 0 0,0-1 0,0 1 0,0 0-1,0 0 1,0 0 0,0 0 0,-1 0-1,1 0 1,0 0 0,0-1 0,0 1 0,0 0-1,-1 0 1,1 0 0,0 0 0,0 0-1,0 0 1,0 0 0,-1 0 0,1 0 0,0 0-1,0 0 1,0 0 0,0 0 0,-1 0-1,1 0 1,0 0 0,0 0 0,0 0 0,0 1-1,-1-1 1,1 0 0,0 0 0,0 0-1,0 0 1,0 0 0,0 0 0,-1 1 0,-9 6 98,10-6-25,-20 16 205,2 1-1,0 1 1,1 1-1,2 0 1,-26 43-1,38-58-280,1 1 0,0-1-1,0 0 1,0 1 0,0-1 0,1 1-1,0 0 1,0-1 0,1 1-1,0 7 1,0-11-16,0-1 1,1 0-1,-1 1 0,1-1 0,-1 0 0,1 0 0,-1 1 1,1-1-1,0 0 0,0 0 0,0 0 0,-1 0 0,1 0 1,0 0-1,0 0 0,1 0 0,-1 0 0,0 0 0,0 0 1,0-1-1,0 1 0,1 0 0,-1-1 0,0 1 0,1-1 1,-1 0-1,0 1 0,1-1 0,-1 0 0,1 0 0,1 0 1,9 2 11,0-1 0,20-1 1,-21 0-9,42-1 22,0 0-11,102 12 0,-152-11-18,1 1 0,0-1 0,-1 1 0,1 0 0,-1 0 0,1 1 0,-1-1 0,0 1 0,1-1 0,-1 1 0,3 3 1,-4-4-1,-1 1 0,1 0 0,-1 0 0,0 0 0,0 0 1,0 0-1,0 0 0,0 0 0,0 0 0,0 1 0,0-1 1,-1 0-1,0 0 0,1 1 0,-1-1 0,0 0 0,0 5 1,0-2 13,-1 0-1,1 0 1,-1 0 0,0-1 0,0 1 0,0 0 0,-1-1 0,0 1 0,0 0 0,0-1 0,0 0 0,-5 7 0,1-4 139,0-1 1,1 1 0,-2-1 0,1-1 0,-1 1 0,-12 7-1,-2-1 169,-1-2 0,0 0 0,-1-1 0,-29 8 0,8-5-502,-82 11 0,54-19-4571,71-4 4544,1 0 1,0 0-1,-1-1 0,1 1 1,0 0-1,0 0 0,-1 0 1,1 0-1,0-1 0,-1 1 1,1 0-1,0 0 1,0-1-1,-1 1 0,1 0 1,0 0-1,0-1 0,0 1 1,-1 0-1,1-1 0,0 1 1,0 0-1,0-1 1,0 1-1,0 0 0,0-1 1,0 1-1,0 0 0,0-1 1,0 1-1,0 0 0,0-1 1,0 1-1,0-1 1,1-14-2478,-1 12 1629,6-23-4652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5923,'0'0'8083,"125"-33"-6370,-86 28-768,3 3-721,3-2-224,-2 4-16,2 0-1585,3 0-2881,1-4-3234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48 160,'0'0'12555,"8"-2"-10447,3-2-1400,28-6 2743,88-7-33,-69 10-3161,94 0 0,-151 7-254,-1 0 0,1 0 0,0 0-1,-1 0 1,1 0 0,-1 0 0,1 0-1,0 0 1,-1 1 0,1-1 0,0 0-1,-1 0 1,1 1 0,-1-1 0,1 0-1,-1 1 1,1-1 0,-1 1 0,1-1-1,-1 1 1,1-1 0,-1 1 0,0-1-1,1 1 1,-1-1 0,0 1 0,1-1-1,-1 1 1,0-1 0,0 1 0,1 0-1,0 22 91,-2-18-52,0 6 64,-1-1 1,0 1-1,-1 0 0,0-1 1,-1 1-1,0-1 0,-1 0 1,0 0-1,-8 11 0,-5 12 240,-87 158 985,43-81-807,-76 181 1,136-285-820,0 0 0,0 1 0,0-1-1,1 0 1,0 1 0,0 6 0,-4-12-8553,5-1 8719,0 0 0,-1 0-1,1-1 1,0 1 0,0 0 0,-1 0-1,1 0 1,0 0 0,0 0-1,-1-1 1,1 1 0,0 0 0,0 0-1,-1 0 1,1-1 0,0 1 0,0 0-1,0 0 1,-1-1 0,1 1 0,0-1-1,-7-18-7149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25 5699,'0'0'6579,"165"-23"-4819,-93 21-111,0 2-768,1 0-577,1 0-304,0 0-144,6 0-1729,7 0-2353,12 0-2097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570 187 5250,'0'0'8482,"-18"-18"-6239,-59-58-621,72 71-1449,-1-1 0,0 1 0,0 0 0,-1 0 0,0 1 0,0 0-1,0 0 1,0 1 0,0 0 0,-1 0 0,-12-3 0,13 4-12,-14 0 277,20 2-433,1 0 0,-1 0 0,1 0 0,-1 0 0,0 0 0,1 1 0,-1-1 0,1 0 0,-1 0 0,1 1 0,-1-1 0,1 0-1,-1 1 1,1-1 0,0 1 0,-1-1 0,1 1 0,-1-1 0,1 1 0,-1 0 0,1 1-12,-1 1 0,0 0 0,1 0 1,0 0-1,-1 0 0,1 0 0,0 0 0,1 0 1,-1 0-1,1 4 0,2 6 12,0 0 0,1 0 0,0 0 1,11 21-1,3 8 4,-6-6 83,-1 0 0,-2 1 0,-1 0 1,-3 1-1,0-1 0,-2 76 0,-3-109-51,-1 0 1,1-1-1,-1 1 0,1-1 0,-1 1 0,0-1 1,0 1-1,-1-1 0,1 0 0,-1 1 0,0-1 0,1 0 1,-1 0-1,-1 0 0,1-1 0,0 1 0,-1 0 0,1-1 1,-1 1-1,0-1 0,0 0 0,0 0 0,0 0 1,0 0-1,0-1 0,-1 1 0,1-1 0,0 0 0,-7 1 1,-8 2 122,-1-1 0,1-1 1,-1 0-1,-28-3 0,25 1-60,9 0-83,0 0-1,0-1 1,1-1-1,-1 0 1,0-1-1,0 0 0,1-1 1,0 0-1,0-1 1,0-1-1,0 0 1,1 0-1,0-1 1,-16-13-1,24 18-15,0-1-1,1 0 1,-1 0 0,1 0 0,0 0-1,-1 0 1,1 0 0,1 0-1,-1-1 1,0 1 0,1-1 0,0 1-1,0-1 1,0 0 0,0 1-1,0-1 1,1 0 0,0 0-1,-1 1 1,2-7 0,0 6-5,0-1 0,0 0 1,0 1-1,1-1 0,-1 1 1,1 0-1,1-1 0,-1 1 1,0 0-1,1 0 0,0 1 1,0-1-1,0 0 0,0 1 1,8-6-1,6-4-18,1 1 0,1 2-1,0-1 1,0 2 0,1 1 0,0 0 0,25-5-1,152-26-11,-166 34 25,11-1 7,60-11-4,-91 14 11,0 0 1,0-1-1,-1 0 0,1 0 0,-1-1 0,17-11 0,-24 14 35,0-1 1,0 0-1,0 1 0,0-1 1,-1 0-1,1 0 1,-1-1-1,0 1 1,0 0-1,0-1 1,0 1-1,2-7 0,-2 2 152,0 1-1,-1-1 1,0 1-1,0-1 0,-1-10 1,0 14-161,-1-1 1,0 1-1,0-1 0,0 1 1,0-1-1,-1 1 0,0 0 1,0-1-1,0 1 0,0 0 1,-1 0-1,1 1 0,-1-1 1,0 0-1,-7-5 0,3 2 14,-1 0 0,0 1 0,-1 0 0,1 0 0,-19-8 0,26 13-161,0 0-1,0 1 1,0-1-1,-1 1 1,1-1 0,0 1-1,0-1 1,0 1 0,0 0-1,0-1 1,-1 1-1,1 0 1,0 0 0,0 0-1,0 0 1,0 0 0,-1 0-1,1 0 1,0 1-1,0-1 1,0 0 0,0 1-1,-1-1 1,1 1-1,0-1 1,0 1 0,0-1-1,0 1 1,0 0 0,0-1-1,0 1 1,0 0-1,1 0 1,-1 0 0,0 0-1,0 0 1,1 0 0,-1 0-1,0 0 1,1 0-1,-1 0 1,1 0 0,0 0-1,-1 0 1,1 0 0,-1 2-1,0 4-964,1-1 0,-1 0 0,1 1 1,0-1-1,0 1 0,1-1 0,2 8 0,5 10-6492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225 63 400,'0'0'6715,"2"-8"-5808,-1-2-622,0 6-117,-1 0 0,1 0 1,0 0-1,0 0 0,0 1 0,1-1 0,2-5 0,-1 2 2461,-3 6-29,-1 10-2397,-4 4 18,1-1-1,-2 1 1,0-1 0,0 0-1,-1-1 1,-16 21 0,1 0 11,-38 54 224,28-41-278,-29 53-1,60-96-178,0 0 0,0 1-1,0-1 1,0 1 0,0 0 0,0-1 0,1 1-1,-1 0 1,1-1 0,0 6 0,1-8 3,-1 1 1,1 0 0,0 0 0,0-1-1,0 1 1,0 0 0,1-1-1,-1 1 1,0-1 0,0 1 0,0-1-1,0 0 1,0 0 0,1 1-1,-1-1 1,0 0 0,0 0-1,0 0 1,1 0 0,1-1 0,0 1 9,246 3 796,-131-5-383,100 2-38,-217 0-355,-7 0-1868,-50 0-8358,31 0 3116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227 0 3874,'0'0'9396,"-136"132"-6419,108-82-591,3-1-562,6-6-463,7-6-369,8-6-367,2-8-369,2-4-192,0-9-48,0 0-32,2-8-592,16-2-1105,9 0-1185,4 0-2160,4-8-1345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318 153 272,'0'0'5211,"15"-7"-4598,1-3-372,-9 5-97,1 1 0,0-1 0,0 2 0,0-1 0,17-4 0,-24 7-38,0 1 1,0-1 0,0 0-1,0 1 1,0-1 0,0 0-1,0 0 1,0 0-1,-1 0 1,1 0 0,0 0-1,0 0 1,-1 0 0,1 0-1,-1 0 1,1 0 0,-1-1-1,1 1 1,-1 0 0,0 0-1,1-3 1,-1 4-42,0-1-1,0 0 1,0 0 0,1 0-1,-1 0 1,0 1 0,0-1-1,0 0 1,0 0 0,-1 0-1,1 0 1,0 0-1,0 1 1,0-1 0,-1 0-1,1 0 1,0 0 0,-1 1-1,1-1 1,-1 0 0,1 1-1,-1-1 1,1 0 0,-1 1-1,1-1 1,-1 0 0,0 1-1,1-1 1,-1 1 0,0-1-1,-1 0 1,-8 0 368,-1-1 1,0 1-1,0 1 0,-13 1 0,2-1 274,20 1-695,0-1 0,0 1-1,0-1 1,0 1 0,0 0 0,1 0-1,-1 0 1,0 0 0,0 0 0,1 0-1,-1 0 1,1 0 0,-1 1 0,1-1-1,0 1 1,-1-1 0,1 1-1,0 0 1,0-1 0,0 1 0,0 0-1,0 0 1,1-1 0,-1 1 0,1 0-1,-1 3 1,-3 5-4,2 1-1,0-1 1,-2 17-1,3-10-7,1-1 0,1 1 0,0 0 0,2 0 0,4 21 0,31 80 43,-28-91-13,-1-1 0,-1 1 0,-1 1 1,-1-1-1,3 53 0,-9-76-20,0 0 0,0 0 0,0 0 0,-1 0 0,1 1 0,-1-1 0,0 0 0,-1-1 0,1 1-1,-1 0 1,1 0 0,-1-1 0,0 1 0,-5 6 0,3-7 9,1 0 0,-1 1 1,0-1-1,0 0 0,-1-1 0,1 1 0,-1-1 0,1 0 1,-1 0-1,0 0 0,-6 1 0,-9 1 17,0 0 0,-1-2 0,1 0 0,0-2 0,-24-2 0,-4 1 7,38 1-27,2 1-16,-1-1 0,1 0 0,0-1 0,0 0-1,0 0 1,-13-4 0,19 4 9,1 0-1,-1 0 1,1 1 0,-1-1-1,1 0 1,-1 0 0,1 0 0,-1-1-1,1 1 1,0 0 0,0 0-1,0-1 1,0 1 0,0-1 0,-1-1-1,1 0 21,0 1 1,0-1-1,1 1 0,-1-1 0,1 1 0,0-1 1,0 0-1,0 1 0,0-1 0,0 1 0,1-1 0,-1 1 1,2-5-1,-1 3 3,0-1-1,1 1 1,0 0 0,0-1 0,1 1 0,-1 0 0,1 0 0,0 1-1,0-1 1,5-4 0,40-32 226,-29 25-101,119-81 460,-89 64-462,-1-1 1,50-48 0,-89 73-138,0-1 1,-1-1 0,0 0 0,0 0 0,-1 0 0,-1-1-1,0 0 1,0 0 0,-1-1 0,-1 1 0,1-1 0,-2 0-1,0 0 1,0-1 0,-1 1 0,-1-1 0,0-24-1,-1 34-8,-1 0 0,1 0 0,-1 0 0,0 0 0,0 0 0,0 0 0,0 0 0,-1 0 0,1 0 0,-1 1 0,0-1 0,1 0 0,-1 1 0,0-1 0,-1 1 0,1 0 0,0 0 0,-1 0 0,1 0 0,-1 0 0,0 0 0,1 1 0,-1-1 0,0 1 0,0 0 0,0 0 0,0 0 0,-5-1 0,-8-1 114,0 0 0,0 1 0,0 1 0,-20 1 0,31 0-60,2-1-39,0 1-1,-1 0 1,1 1-1,0-1 0,-1 1 1,1-1-1,0 1 1,-1 0-1,1 0 1,0 1-1,0-1 0,-5 3 1,6-2-27,1-1 0,-1 1 0,1 0 0,0-1 0,-1 1 0,1 0 0,0 0 1,0 0-1,0 0 0,0 0 0,0 0 0,1 0 0,-1 0 0,1 0 0,-1 1 0,1-1 0,0 0 0,0 0 1,0 0-1,0 3 0,0 5-197,-1-4-194,1 1 1,1-1 0,-1 0-1,3 11 1,-3-15 35,1-1 0,-1 1 0,1-1 0,0 1 1,-1-1-1,1 1 0,0-1 0,0 0 0,0 0 0,0 1 1,0-1-1,0 0 0,0 0 0,1 0 0,-1 0 0,0 0 1,0 0-1,1 0 0,-1-1 0,1 1 0,-1 0 0,1-1 1,2 1-1,12 1-6633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273 176 4498,'0'0'7259,"11"-2"-6392,37-6-88,-47 8-698,1-1 0,0 1 0,0-1 0,0 0 0,-1 0 0,1 0 0,-1 1 0,1-2 1,0 1-1,-1 0 0,1 0 0,-1 0 0,0-1 0,0 1 0,1 0 0,-1-1 0,0 0 0,0 1 0,0-1 0,0 1 0,-1-1 0,1 0 0,0 0 0,-1 1 0,1-1 0,0-3 0,-1 0 34,1-1 1,-1 0-1,0 0 1,0 1-1,-1-1 1,0-6 0,0 10-104,0-1 1,0 1-1,0-1 1,-1 1 0,1-1-1,-1 1 1,1 0 0,-1 0-1,0-1 1,0 1 0,1 0-1,-2 1 1,1-1 0,0 0-1,0 1 1,0-1 0,-1 1-1,-3-2 1,-8-4 7,1 1 0,-17-4 0,23 8-11,-15-4 40,-1 2 0,1 1 0,-1 0 0,1 2 0,-27 1-1,46 0 44,-1 0 0,1 0-1,0 1 1,-1-1-1,1 1 1,0 0 0,0 0-1,-1 0 1,1 0-1,0 1 1,0-1-1,1 1 1,-1 0 0,0 0-1,-4 3 1,3-1 18,1 0 0,-1 1 0,1-1 1,0 0-1,0 1 0,1 0 0,-1 0 0,-3 9 0,2 2 181,0 0-1,1 0 1,0 0-1,1 0 0,1 25 1,1-28-152,2 20 289,-2-31-406,1 0 0,-1-1-1,1 1 1,0 0 0,0-1-1,0 1 1,0-1 0,0 1-1,0-1 1,0 0 0,0 1 0,1-1-1,-1 0 1,0 0 0,1 0-1,2 2 1,3 1 22,1 0 0,1-1-1,-1 1 1,0-2 0,1 1 0,0-1-1,-1-1 1,13 2 0,75-3 52,-50-1-63,-30 0-51,1 0 0,0-2 0,17-4 0,-18 3 409,0 1 0,1 0 0,17 1-1,-38 8 1558,-30 33-558,1 2 0,3 2 0,-33 59 0,29-30-837,-27 83 1,53-133-554,-1 0 0,-1 0 0,-20 32 0,29-48-48,1-5-416,-15-1-27981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39 112,'0'0'3828,"-16"-2"-3350,12 2-475,4 0 1344,44-1 4716,-33 2-6018,-1-1 0,1-1 0,10-1 0,54-11 486,0 3 0,108-1 0,-183 11-525,0 0 1,1 1-1,-1-1 1,1 0-1,-1 0 0,0 0 1,1 1-1,-1-1 1,1 0-1,-1 0 1,0 1-1,1-1 1,-1 0-1,0 1 1,1-1-1,-1 0 1,0 1-1,0-1 1,0 1-1,1-1 1,-1 0-1,0 1 1,0-1-1,0 1 1,0-1-1,0 1 1,1-1-1,-1 1 1,0-1-1,0 0 1,0 1-1,0-1 1,0 1-1,-1-1 1,1 1-1,0 0 1,-4 19 217,1-12-90,-1-1 0,0 0 1,0 0-1,-1 0 0,0 0 0,0-1 0,-7 7 1,-1 2 82,-34 41 743,-68 106-1,95-128-465,2 0-1,1 2 0,1 0 1,-20 73-1,24-57-137,11-44-3643,0-5-3557,-6-16 1692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42 6787,'0'0'12470,"136"-17"-10982,-91 17-255,11 0-369,10 0-367,0 0-321,-1-4-176,-3 0 0,-6 0-16,-1 0-1025,-1 4-1568,0-4-1505,-1 0-3057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329 153 2961,'0'0'7017,"-4"-14"-5825,0 2-901,-1 0 0,0 0 0,-6-11 0,9 21-216,0 0 0,1 0 0,-1 1 0,0-1 1,0 0-1,-1 1 0,1 0 0,0-1 0,0 1 1,-1 0-1,1 0 0,-1 0 0,1 1 0,-1-1 1,1 0-1,-1 1 0,1 0 0,-1-1 0,0 1 1,1 0-1,-1 1 0,1-1 0,-5 1 0,-3 0 268,-14-2 548,15 0-619,-1 1-1,1 0 0,-1 1 1,1 0-1,-16 3 0,22-3-252,1 0 0,0 0-1,-1 0 1,1 0 0,0 1 0,0-1 0,0 0-1,-1 1 1,2 0 0,-1-1 0,0 1-1,0 0 1,0 0 0,1 0 0,-1 0-1,1 1 1,0-1 0,0 0 0,0 0-1,0 1 1,0-1 0,0 1 0,0-1 0,1 1-1,-1 4 1,0 3-2,0 1 0,1 0 0,0 0 0,1 0 0,0 0 0,1 0 0,0 0 0,5 13-1,6 11-2,17 37 0,-12-34 14,12 30-20,40 101 72,-67-162-77,-1 0-1,0 0 1,0 0 0,-1 0-1,0 0 1,0 0 0,-1 0-1,1 1 1,-2-1 0,0 11-1,0-17 1,0 1-1,1-1 0,-1 1 1,0-1-1,0 1 0,0-1 0,0 0 1,0 1-1,0-1 0,0 0 0,0 0 1,0 0-1,-1 0 0,1 0 1,0 0-1,-1 0 0,1 0 0,-1 0 1,1-1-1,-1 1 0,1-1 0,-1 1 1,-1 0-1,-40 4 41,42-5-42,-17 2 14,0-2-1,0 0 1,0-1 0,1 0-1,-22-6 1,36 6-12,-1 0 0,0 0 0,0 0 0,1 0 1,-1-1-1,1 0 0,-1 0 0,1 0 0,0 0 0,-1 0 0,1-1 0,1 0 1,-1 1-1,0-1 0,0 0 0,1 0 0,0 0 0,0-1 0,0 1 0,0-1 1,0 1-1,1-1 0,-1 1 0,1-1 0,0 0 0,0 0 0,0 0 0,1 1 1,-1-9-1,1 7 14,1 1 0,-1-1-1,1 0 1,0 1 0,0-1 0,0 0 0,1 1 0,0 0 0,0-1 0,0 1 0,0 0 0,0 0 0,1 0 0,0 0 0,0 1 0,5-6 0,6-4 161,0 0-1,29-18 1,-33 24-122,92-60 353,26-17 108,-107 68-433,-1-1-1,0 0 0,29-35 1,-42 42-7,0 0 0,0 0 0,-1-1 0,-1 0 0,0 0 0,5-15 0,-7 18 27,-1 1 0,0-1-1,-1 0 1,1 1 0,-2-1 0,1 0 0,-1 0-1,0 1 1,-1-1 0,0 0 0,-2-7-1,2 12-84,0 0 0,0 0 0,-1 1 0,1-1 0,-1 1-1,1-1 1,-1 1 0,0 0 0,0-1 0,0 1 0,-1 0-1,1 0 1,0 1 0,-1-1 0,1 0 0,-1 1-1,0-1 1,1 1 0,-1 0 0,0 0 0,0 0 0,0 0-1,-4 0 1,-5-1 51,0 1 0,1 0-1,-1 0 1,-19 2 0,28 0-68,1-1 0,-1 0 0,1 1 0,-1-1 0,1 1 0,-1 0 0,1 0 0,0 0 0,-1 0 0,1 0 0,0 0 0,0 0 0,0 1 0,-1 0 0,2-1 0,-1 1 0,0 0 0,-2 2 0,2-1-153,1 0 0,-1 0 1,0 0-1,1 1 0,0-1 1,0 0-1,0 1 0,0-1 1,0 1-1,1-1 0,-1 1 1,1 6-1,0-8-81,0 0-1,1 0 1,-1 0 0,0 0-1,1-1 1,0 1 0,-1 0-1,1 0 1,0 0 0,0 0 0,0-1-1,0 1 1,0 0 0,0-1-1,1 1 1,-1-1 0,1 1-1,-1-1 1,3 2 0,1 1-888,1-1 0,-1 1 0,1-1 0,0-1 1,8 4-1,27 5-6857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36 2001,'0'0'11349,"3"-7"-8929,10-21 5205,-12 35-6483,1 13-838,-4 12 1069,0 0 0,-2 0 0,-14 52 0,-37 95 832,20-72-1976,32-95-145,-2 0 0,1 0 0,-2-1 0,1 0 0,-9 12 1,11-19-256,0 1 0,-1-1 0,0-1 0,1 1 0,-1 0 0,-6 3 0,7-5-367,1 0-1,-1-1 1,0 0 0,0 1-1,0-1 1,0 0-1,0 0 1,0-1 0,0 1-1,0-1 1,-5 1-1,7-1-196,0 0 546,1 0 1,0 0-1,0 0 1,0 0-1,-1 0 0,1 0 1,0 0-1,0 0 1,0 0-1,-1-1 0,1 1 1,0 0-1,0 0 1,0 0-1,0 0 0,-1 0 1,1 0-1,0 0 1,0-1-1,0 1 0,0 0 1,0 0-1,0 0 1,-1 0-1,1 0 0,0-1 1,0 1-1,0 0 1,0 0-1,0 0 0,0-1 1,0 1-1,0 0 1,0 0-1,0 0 0,0-1 1,0 1-1,0 0 1,0 0-1,0 0 0,0 0 1,0-1-1,0 1 1,0 0-1,0 0 1,0 0-1,0-1 0,0 1 1,0 0-1,1 0 1,-1 0-1,0 0 0,0-1 1,0-20-9641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20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55 102 5026,'0'0'14023,"1"-9"-12391,6-27-399,-6 34-1110,0 0 0,0 0 1,0 1-1,0-1 0,0 0 0,0 0 1,0 0-1,0 1 0,1-1 0,-1 1 1,1-1-1,-1 1 0,1 0 0,0-1 1,-1 1-1,1 0 0,0 0 0,2-1 0,35-10 792,-32 11-724,28-5 190,0 2-1,0 1 1,48 3 0,-47 0-330,-25 0-20,1 0 0,-1 1 0,1 0-1,-1 1 1,0 1 0,22 6 0,-32-8-19,0-1-1,-1 0 0,1 1 1,0-1-1,0 1 1,0-1-1,0 1 1,0-1-1,-1 1 1,1 0-1,0 0 1,0-1-1,-1 1 1,1 0-1,-1 0 0,1-1 1,0 1-1,-1 0 1,0 0-1,1 0 1,-1 0-1,1 0 1,-1 0-1,0 0 1,0 0-1,0 0 0,0 0 1,1 0-1,-1 0 1,0 0-1,-1 0 1,1 0-1,0 0 1,0 0-1,0 0 1,-1 0-1,1 0 1,0 0-1,-1 0 0,1-1 1,-1 1-1,1 0 1,-1 0-1,1 0 1,-2 1-1,-2 4 95,0-1 0,-1 1 0,1-1 0,-1 0 0,-7 6 0,-68 50 334,-163 91 0,168-108-405,72-43-35,-25 18 3,28-19-2,-1 1-1,0-1 1,1 0 0,-1 1-1,1-1 1,-1 0 0,1 1-1,0-1 1,-1 1 0,1-1-1,-1 1 1,1-1 0,0 1-1,-1-1 1,1 1 0,0-1-1,0 1 1,-1-1 0,1 1-1,0 0 1,0-1 0,0 1-1,0-1 1,0 1 0,0 0-1,0-1 1,0 1 0,0 0-1,0-1 1,0 1 0,0-1-1,0 1 1,0 0 0,0-1-1,1 1 1,-1-1 0,0 1-1,1-1 1,-1 1 0,0-1-1,1 1 1,-1-1 0,1 1-1,7 4 76,0-1 0,0 0 0,0-1 0,1 0 0,-1 0 0,1-1 0,15 3 0,-1 0 127,45 11 329,197 44 1220,-199-49-1615,0-3 0,74-1 0,-139-6-137,-1-1 0,0 0 0,0 0 0,0 0 0,0 0 0,0 0 0,1 1 0,-1-1 0,0 0 0,0 0 0,0 0 1,0 1-1,0-1 0,0 0 0,0 0 0,0 0 0,0 1 0,0-1 0,1 0 0,-1 0 0,0 1 0,0-1 0,0 0 0,0 0 0,-1 0 0,1 1 0,0-1 0,0 0 0,0 0 0,0 0 0,0 1 0,0-1 0,0 0 0,0 0 1,0 0-1,0 1 0,-1-1 0,1 0 0,0 0 0,0 0 0,0 0 0,0 1 0,-1-1 0,1 0 0,0 0 0,0 0 0,0 0 0,-1 0 0,1 0 0,0 0 0,-8 10-343,-8 10-3777,15-18 2839,0 1 1,0-1-1,-1 0 1,1 0-1,-1 0 1,0 0-1,1 0 1,-5 3-1,-4-4-7576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7:41.2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228 71 2657,'0'0'9927,"24"-5"-6498,10-32-1924,-9 9 1181,-25 35-2382,-1 23 201,-2 0 1,-1 0-1,-10 40 0,-34 88 622,33-122-695,-1-1 0,-2-1-1,-35 52 1,18-31-190,33-52-229,0 0 0,1 0 0,-1 0 0,1 0 0,0 0 1,0 1-1,0-1 0,0 0 0,-1 7 0,2-10 486,3 0-448,-1-1-1,0 1 1,0-1 0,0 0 0,0 0 0,-1 0 0,1 0-1,0 0 1,0-1 0,-1 1 0,4-3 0,2-2-8,16-7-53,1 1-1,0 1 0,0 1 1,1 1-1,0 1 1,1 1-1,28-3 0,-8 4-172,0 2 1,1 2-1,54 4 0,-99-1 171,0-1 0,-1 1 0,1-1 0,-1 1 0,1 0 0,-1-1 0,1 1 0,-1 0 0,1 0 0,-1 0 0,0 0 0,1 1-1,-1-1 1,0 0 0,0 0 0,0 1 0,0-1 0,0 1 0,0-1 0,-1 1 0,1-1 0,0 1 0,0 1 0,13 46-47,-12-37 57,-1-10 3,13 52 18,-2 0-1,-3 1 1,3 81-1,-12-132-6,0 0-1,0 0 0,-1-1 1,1 1-1,-1 0 0,0 0 1,0-1-1,-1 1 0,1 0 1,-1-1-1,0 0 1,0 1-1,0-1 0,0 0 1,0 0-1,-1 0 0,1 0 1,-1 0-1,0-1 1,0 1-1,0-1 0,0 0 1,-1 0-1,1 0 0,0 0 1,-1 0-1,0-1 0,1 0 1,-1 1-1,-6 0 1,-11 2 145,0-1 0,0-1 0,0 0 0,-30-3 0,27 1-57,1-1-24,1-1-1,0 0 0,0-2 1,0-1-1,1 0 1,-26-11-1,12 4 90,0 2-1,-1 0 1,0 3-1,0 1 1,-55-2-1,90 8-174,1-3 12,0 0 14,0 2-69,23-5-2628,-4-1 382,-11 5 296,0-1 0,0 0 0,0 0 0,0-1 0,-1 0 0,7-5 0,14-13-7521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7:42.01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21 1169,'0'0'8451,"9"-15"-4782,26 9 2609,24 7-4675,-20 1-811,58 2 122,106 19 0,-119-12-765,-13-3-57,-26-4 64,0 2-1,0 2 1,62 18 0,-108-26-208,1 0 0,0 0 0,-1 1 1,1-1-1,0 0 0,-1 0 0,1 0 0,0 0 0,0 0 1,-1 1-1,1-1 0,0 0 0,0 0 0,-1 0 0,1 1 1,0-1-1,0 0 0,0 0 0,-1 1 0,1-1 0,0 0 1,0 0-1,0 1 0,0-1 0,0 0 0,0 1 0,0-1 1,0 0-1,-1 1 0,1-1 0,0 0 0,0 1 0,0-1 1,1 0-1,-1 0 0,0 1 0,0-1 0,0 0 0,0 1 1,0-1-1,0 0 0,0 1 0,0-1 0,1 0 1,-1 0-1,0 1 0,0-1 0,0 0 0,0 0 0,1 1 1,-1-1-1,0 0 0,0 0 0,1 0 0,-1 1 0,0-1 1,0 0-1,1 0 0,-1 0 0,0 0 0,1 0 0,-1 0 1,0 0-1,1 1 0,-25 6-6517,-3-4-1776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8:41.7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24 80,'0'0'4904,"6"-10"1683,92-3-5614,-7 12-973,103 3 3,-178-1 113,0 2 0,0 1 1,17 5-1,19 4 342,-21-4-437,-25-7-6,0 0-1,0 0 1,0-1 0,0 0 0,11 1 0,-17-2 150,0 5-112,-1-1 0,0 1 0,0-1 0,0 1 0,0-1 0,-1 1 0,1-1 0,-1 0 0,-4 7 0,-28 38 941,13-21-45,-18 38 192,2 1 0,4 2 1,-27 78-1,48-109-55,-10 45-1,15-49-654,-2 0-1,-15 34 1,16-49-278,5-14-56,0 1-1,0 0 1,1 0-1,0 0 1,0 1-1,0-1 1,0 9 0,1-10-84,-2-6-178,-1-10-321,4-73-11778,0 55 6253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8:42.70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11121,'793'78'0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8:58.23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569 74 560,'0'0'5312,"0"-20"616,-7 7-5357,4 13-571,0-1 1,0 1-1,1-1 0,-1 0 1,0 0-1,0 0 0,1-1 0,-1 1 1,1-1-1,-1 1 0,-3-4 1,4 3 1,0 0 0,-1 1 0,1-1 0,-1 1 0,0-1 0,1 1 1,-1 0-1,0 0 0,0 0 0,0 0 0,-5 0 0,-15-7 3493,12 8-3488,-4-1 48,0 1 1,0 1-1,1 0 1,-1 1-1,0 1 1,1 0 0,-16 6-1,17-4 2,-31 11 296,-55 30 0,97-45-349,-19 10 105,1 1-1,0 1 1,-21 19-1,35-28-23,1 1-1,1 0 1,-1 0-1,1 1 1,0-1-1,0 1 1,0 0-1,1 0 1,0 0-1,0 0 1,0 1-1,1-1 1,0 1-1,0 0 1,-1 11-1,-2 69 527,5-85-606,1-1-1,0 1 0,-1-1 0,1 1 1,0-1-1,-1 1 0,1-1 0,0 0 1,0 1-1,0-1 0,0 0 0,1 0 1,-1 0-1,0 0 0,0 0 1,1 0-1,-1 0 0,0 0 0,1-1 1,-1 1-1,1 0 0,-1-1 0,3 1 1,42 12 58,-46-13-63,177 29 75,-118-22-74,-1 2-1,95 29 1,-145-35-14,-1 0-1,0 0 1,0 1-1,-1 0 1,1 0-1,-1 0 1,0 1-1,0 0 1,0 0-1,-1 1 1,8 9-1,-6-5 56,0 0 0,-1 0-1,-1 1 1,1 0-1,-2 0 1,6 20 0,-2 4 228,-2-1 1,-2 1 0,-1 0 0,-2 40-1,-1-74-249,0 1-1,0-1 1,-1 1-1,1-1 1,-1 1-1,1-1 1,-1 0-1,0 1 1,1-1-1,-1 0 1,0 1-1,0-1 1,0 0-1,0 0 1,0 0-1,0 0 1,0 0-1,0 0 1,-1 0-1,1 0 1,0 0-1,0-1 1,-1 1-1,1 0 1,-1-1-1,1 1 1,0-1-1,-1 0 1,1 1-1,-4-1 1,-6 2 125,0-1 1,0 0 0,-13-1-1,16 0-66,-8-1-36,1 0 0,-1-1 0,1-1 0,0 0 0,0-1 1,0-1-1,0 0 0,1-1 0,-26-14 0,18 6-28,0-1 0,1 0 0,1-2 0,1 0 0,-21-23 0,31 29-16,1 0 0,0 0 1,1-1-1,0 0 0,0 0 1,1 0-1,1-1 0,0 0 1,1 0-1,1-1 0,0 1 1,0-1-1,1 0 0,1 1 1,1-20-1,0 31-3,1 0 1,0 0-1,0 0 0,0-1 1,0 1-1,0 0 0,0 0 1,0 1-1,1-1 0,-1 0 1,1 0-1,-1 1 0,1-1 1,0 1-1,-1-1 0,1 1 1,0 0-1,0-1 0,0 1 1,0 0-1,0 0 1,1 1-1,-1-1 0,0 0 1,3 0-1,63-15-30,-64 15 28,19-3-2,18-2-1,-1-1 0,0-3 0,-1-1-1,46-20 1,183-94 3,-265 125 11,0-1-1,0 0 1,0-1 0,0 1 0,-1 0-1,1-1 1,0 1 0,-1-1 0,1 0-1,-1 0 1,0 0 0,0 0 0,0-1-1,0 1 1,0 0 0,0-1 0,0 1-1,-1-1 1,1 0 0,-1 0 0,0 0-1,0 1 1,0-1 0,0 0 0,0 0-1,-1 0 1,1 0 0,-1 0 0,0-1-1,0 1 1,0-5 0,0 6-5,0-1 1,0 0-1,-1 1 1,1-1-1,0 1 1,-1-1-1,0 1 1,1-1-1,-1 1 1,0-1-1,0 1 1,-1 0-1,1-1 1,0 1-1,-1 0 1,1 0-1,-4-4 1,0 3-2,0 0 0,0-1 0,0 2 0,0-1 0,0 0 0,0 1 0,-9-2 0,-5-2 35,-1 2 0,1 0 0,-1 1 1,-23-1-1,-84 5 710,53 0 1218,78-1-3077,-3 0 912,-1 0-1,0 0 0,1 0 1,-1 1-1,0-1 0,1 0 1,-1 0-1,0 0 0,1 0 1,-1 0-1,0 1 1,1-1-1,-1 0 0,0 0 1,1 1-1,-1-1 0,0 0 1,0 0-1,1 1 0,-1-1 1,0 0-1,0 1 0,0-1 1,0 0-1,1 1 0,-1-1 1,0 0-1,0 1 0,0-1 1,0 0-1,0 1 0,0 14-9500,0-8 2639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9:17.6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422 274 0,'0'0'3740,"0"-3"-2710,0-14 9604,20-15-8859,-18 27-1731,-1 0 1,1 0 0,-1 0-1,0 0 1,-1 0 0,1-1-1,-1 1 1,0 0 0,-1 0-1,1 0 1,-1 0 0,0 0-1,0-1 1,0 1 0,-1 1-1,0-1 1,0 0-1,0 0 1,0 1 0,-1-1-1,0 1 1,0 0 0,0 0-1,0 0 1,-1 0 0,0 0-1,0 1 1,0 0 0,0-1-1,-7-3 1,-8-6-15,0 1 0,-35-17 1,44 25 9,0 0 0,-1 1 1,0 0-1,1 1 1,-1 0-1,0 1 0,-18-1 1,23 2-14,1 0 1,-1 0 0,0 0 0,0 1-1,0 0 1,1 0 0,-1 0 0,0 1-1,1 0 1,-1 0 0,1 0 0,0 1-1,0 0 1,0 0 0,0 0 0,0 1-1,1-1 1,-1 1 0,1 0 0,0 0-1,0 1 1,1-1 0,-1 1 0,-3 7-1,-6 6 133,-19 37 0,28-47-106,1-1-1,0 1 1,0 0 0,1 0-1,0 0 1,1 0 0,0 0 0,0 12-1,1-9 34,-1 2 47,1 0 0,1 0 1,0 0-1,1 0 0,4 17 0,-5-27-118,0 0-1,0-1 1,1 1 0,-1 0-1,1 0 1,-1 0-1,1-1 1,0 1 0,0-1-1,0 1 1,0-1-1,1 0 1,-1 0 0,1 0-1,-1 0 1,1 0-1,0-1 1,-1 1 0,1-1-1,0 0 1,0 0-1,0 0 1,0 0 0,0 0-1,0 0 1,0-1-1,5 0 1,-3 1 6,7 0 7,0 0-1,1 0 1,-1-1 0,1-1-1,-1 0 1,1 0 0,-1-2-1,16-4 1,-9-3 129,0-1-1,-1-1 0,0 0 1,-1-1-1,0-2 1,-1 1-1,-1-2 0,0 0 1,22-32-1,-32 42 1073,-4 9-371,-8 20 83,-17 31 186,4-9-473,1 1-1,3 0 1,2 1-1,2 0 1,-12 93 0,20-100-520,1-7 87,-1 1 1,-2-1-1,-12 40 0,10-44-222,-5 13 0,12-41-15,0 1-316,0 1 0,0-1 0,0 0 0,1 1-1,-1-1 1,1 1 0,-1-1 0,1 1 0,0-1 0,0 1 0,0 4 0,-13-14-8191,-4 4 238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1.1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507 73 2417,'0'0'13772,"3"-6"-12169,-1 3-1377,11-21 1430,-8 2 2380,-6 21-3988,0 0 0,1 1 0,-1-1 0,0 0 0,0 1 0,1-1 0,-1 1 0,0-1 0,0 0 0,0 1 0,0 0 0,0-1 0,0 1 1,1 0-1,-1-1 0,0 1 0,0 0 0,0 0 0,0 0 0,0 0 0,-1 0 0,0-1 7,-21-2 0,0 0 0,0 2 1,0 0-1,0 2 0,0 0 0,0 2 1,0 1-1,0 0 0,-42 15 0,42-9 11,0 0 0,0 2-1,1 1 1,1 0 0,0 2-1,0 1 1,-28 28 0,46-41-66,0 1-1,-1 0 1,2 0 0,-1 0-1,0 1 1,1-1 0,0 0-1,0 1 1,0 0 0,0-1-1,1 1 1,0 0 0,0 0 0,0 0-1,1 0 1,-1 0 0,1 0-1,0 0 1,1 0 0,-1 0-1,1 0 1,0-1 0,0 1-1,1 0 1,1 5 0,3 1-1,-1-1 0,2 1 0,-1-1 1,1-1-1,1 1 0,0-1 0,0 0 0,0-1 1,12 8-1,6 6-345,1-1 1,59 33-1,-72-47-386,0-1 1,0 0-1,1-1 0,0 0 1,0-1-1,0-1 1,0-1-1,1 0 0,15 0 1,-18-2-484,-1 0 0,1 0 0,-1-2 0,1 1 0,-1-2-1,20-5 1,21-21-4416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1.5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15 139 3314,'0'0'10775,"0"-4"-9681,0 4-1048,-1-1 1,1 1 0,0-1-1,0 1 1,0-1-1,0 1 1,0-1-1,0 1 1,0-1-1,0 1 1,0 0-1,0-1 1,0 1-1,0-1 1,0 1-1,0-1 1,1 1-1,-1-1 1,0 1 0,0 0-1,0-1 1,1 1-1,-1-1 1,0 1-1,0 0 1,1-1-1,-1 1 1,0 0-1,1-1 1,-1 1-1,1 0 1,-1 0-1,1-1 1,14 10 2387,13 7-1352,-4-10-886,1-1 0,0-1 0,0-1 0,1-1 0,-1-2 0,34-3 0,-56 3-196,0 0 1,0-1 0,0 1-1,0-1 1,0 0 0,0 0-1,0 0 1,0-1 0,0 1 0,-1-1-1,1 1 1,-1-1 0,1 0-1,-1 0 1,0 0 0,1 0-1,-1 0 1,0-1 0,0 1-1,-1-1 1,1 1 0,0-1 0,-1 0-1,2-4 1,0 1-21,-1-1-1,0 0 1,-1 0-1,1 0 1,-1 0-1,0 0 1,-1 0 0,0 0-1,-1-12 1,1 18 19,-1-1 1,1 0-1,-1 1 1,0-1-1,1 1 1,-1-1 0,0 0-1,0 1 1,0 0-1,0-1 1,0 1-1,0 0 1,-1-1-1,1 1 1,0 0-1,-1 0 1,1 0-1,-1 0 1,1 0-1,-1 1 1,1-1-1,-1 0 1,0 1-1,1-1 1,-1 1 0,0-1-1,-2 1 1,-8-2 15,1 1 0,-1 0 0,-13 1 0,16 0 10,-5 0 40,0 1 0,0 0 0,0 1 1,0 1-1,0 0 0,1 1 0,-1 0 0,1 1 0,-15 8 1,22-10-32,0 1 0,0-1 0,1 1 0,0 0 0,0 1 1,0-1-1,0 1 0,0 0 0,1 0 0,0 0 0,0 1 1,1-1-1,-1 1 0,1 0 0,0 0 0,1 0 0,0 0 1,0 1-1,0-1 0,0 1 0,0 10 0,0-1 23,1-1 1,1 1-1,1 0 0,0 0 1,5 25-1,-5-36-63,1-1-1,-1 1 0,1-1 1,0 1-1,0-1 0,1 0 1,0 0-1,-1 0 1,1 0-1,0 0 0,1 0 1,-1-1-1,1 0 1,0 1-1,-1-1 0,1-1 1,1 1-1,-1-1 1,0 1-1,1-1 0,-1 0 1,6 1-1,7 1-463,1 0 1,-1-1-1,1-1 0,0-1 0,0-1 0,29-2 0,-16 1-846,-10 0-905,38-6 0,17-17-4534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1.76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151 1 5715,'0'0'16631,"-140"133"-15430,135-108-689,0-5-336,5-3-176,0-7-32,0-2-224,0-6-1169,15-2-4705,5-10 1087,-3-20-2080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1.9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 0 9044,'0'0'11621,"-45"55"-11621,45-30-720,5-5-1425,22-2-1216,16-10-1490,10-8-1920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2.24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467 1 8228,'0'0'6131,"-25"29"-2116,3-4-3041,-13 15 841,1 1 0,-53 89 0,-78 186 3057,146-269-4695,1 0 0,2 1 1,3 1-1,2 0 0,-6 53 1,13-21-203,3-47-4462,13-34-7742,9-5 4340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2.4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3490,'0'0'22186,"0"125"-21338,0-107-496,0-5-256,0-3-80,0-5-16,0 0-528,0-3-865,0-29-22393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2.6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33 1 10037,'0'0'11573,"-32"168"-11573,32-113-320,0 0-1441,0-7-1649,0-8-3505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3.0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12294,'0'0'13376,"3"20"-12503,10 61-353,-13-79-497,1 1 0,-1 0-1,1 0 1,-1-1 0,1 1 0,0 0 0,0-1-1,1 1 1,-1-1 0,0 1 0,1-1 0,0 1-1,-1-1 1,1 0 0,0 0 0,0 0 0,0 0-1,0 0 1,1-1 0,-1 1 0,0 0 0,5 1-1,-2-2-73,1 1 0,-1-1 0,1 0 0,0-1 0,0 0-1,-1 0 1,12-1 0,3 0-357,-13 1 311,1-1 0,-1-1 1,0 1-1,1-1 0,-1-1 1,0 1-1,0-1 1,-1 0-1,11-7 0,-7 5 94,-1 0-1,1 1 0,0 0 1,19-5-1,-28 8 63,0 1-1,1 0 1,-1 0-1,0 0 1,1 0-1,-1 0 1,0 0-1,1 1 1,-1-1-1,0 0 1,0 1-1,1-1 1,-1 1-1,0-1 1,0 1-1,0 0 1,0-1-1,0 1 1,2 2-1,19 22-1435,-20-21 823,0-1-1,1 1 1,0-1 0,0 0 0,0 0 0,0 0 0,0 0 0,6 4 0,17 1-4457,4-3-2149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3.6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1051 98 7027,'0'0'15242,"-21"-15"-13436,-66-43-600,85 56-1166,0 1 1,0 0 0,0 0-1,0 0 1,0 0-1,0 0 1,0 0-1,-1 0 1,1 0-1,0 1 1,0-1 0,-1 1-1,1 0 1,0 0-1,0 0 1,-1 0-1,1 0 1,0 0-1,-1 1 1,1-1 0,0 1-1,0-1 1,-1 1-1,1 0 1,0 0-1,0 0 1,0 0-1,0 0 1,0 0 0,0 1-1,0-1 1,1 1-1,-1-1 1,-2 4-1,-1 0 59,1-1-52,0 0-1,0 0 1,1 0-1,0 1 1,0-1 0,0 1-1,0 0 1,0 0-1,1 0 1,0 0 0,0 0-1,-1 9 1,0 1-2,2 1 1,-1-1-1,2 17 0,0-28-37,0-2-8,0 0 1,0-1-1,0 1 1,0 0-1,1 0 1,-1-1-1,0 1 1,1 0-1,-1-1 1,1 1-1,0-1 1,0 1-1,-1-1 1,1 1-1,0-1 1,0 1-1,0-1 1,0 0-1,1 1 1,-1-1-1,0 0 1,1 0-1,-1 0 1,0 0-1,1 0 0,-1 0 1,1-1-1,-1 1 1,1 0-1,0-1 1,-1 1-1,1-1 1,0 1-1,-1-1 1,1 0-1,0 0 1,0 0-1,-1 0 1,1 0-1,0 0 1,-1 0-1,1-1 1,0 1-1,-1-1 1,1 1-1,0-1 1,-1 1-1,1-1 1,1-1-1,6-6-67,-1-1 0,1 0 0,-2 0-1,9-12 1,11-14-192,-27 34 256,15-17-211,0 1 0,0 0 1,2 2-1,0-1 0,1 2 0,36-23 1,-61 62 13,-27 43 176,9-19 160,-30 79 0,38-70-22,2 1 0,3 0 0,2 1 0,-2 65 1,11 243 965,18-140-912,-7-121-157,-4 113 0,-6-219 6,0 0 0,0 1 0,0-1 0,0 0 1,0 0-1,0 0 0,0 0 0,0 0 1,-1 0-1,1 0 0,0 0 0,-1 0 0,1 0 1,-1 0-1,1 0 0,-1 0 0,1 0 1,-1 0-1,0 0 0,1 0 0,-1 0 1,0-1-1,0 1 0,0 0 0,0-1 0,0 1 1,0 0-1,1-1 0,-1 1 0,0-1 1,-1 0-1,1 1 0,0-1 0,0 0 0,0 1 1,0-1-1,0 0 0,0 0 0,0 0 1,0 0-1,0 0 0,0 0 0,-1-1 0,1 1 1,-1 0-1,-3-2 83,-1 0 0,1 0 0,-1 0 0,1 0-1,0-1 1,0 0 0,0 0 0,-5-4 0,-80-68 579,42 33-487,-2 2 1,-64-38 0,30 35-321,-2 4 1,-136-42 0,148 55-492,67 24 440,-3-1-182,0-1 0,0 0 0,1 0-1,0-1 1,-14-9 0,21 13 159,1 0 0,0 0 1,-1 0-1,1 0 0,0-1 1,0 1-1,0-1 0,0 1 1,0-1-1,0 1 0,0-1 1,0 1-1,0-1 1,1 0-1,-1 1 0,1-1 1,-1 0-1,1 0 0,0 0 1,0 1-1,0-1 0,0 0 1,0 0-1,0 0 0,0 1 1,0-1-1,1 0 1,-1 0-1,1 1 0,0-1 1,-1 0-1,1 1 0,0-1 1,0 1-1,0-1 0,0 1 1,0-1-1,0 1 0,0-1 1,0 1-1,2-1 0,41-36-5517,18-4-1487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4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749 3 2497,'0'0'9354,"-9"-1"-7721,3 0-1416,0 1 1,0 0 0,0 0 0,0 0 0,0 1 0,1 0 0,-1 0 0,0 0 0,0 1 0,1 0 0,-1 0 0,1 0 0,0 1 0,-1 0 0,-4 3-1,-69 45 1860,2 4-1,-129 118 1,175-142-1862,2 1 1,0 1-1,2 1 1,2 1-1,1 2 1,2 1-1,2 0 1,-24 60 0,37-74-165,0-1 0,2 2 0,0-1 0,2 0 0,0 1 0,2 42 0,2-51-35,1-1-1,0 1 1,0-1-1,2 0 1,0 0-1,1 0 1,0 0 0,1 0-1,1-1 1,0 0-1,14 18 1,-5-12-1,1-1 1,1 0 0,1-2-1,1 0 1,0-1-1,1-1 1,1-2-1,0 0 1,1-1 0,0-1-1,1-1 1,0-1-1,1-1 1,0-1 0,0-1-1,0-2 1,1 0-1,47 0 1,-51-3-25,-16 0-32,0 0-1,0-1 0,-1 0 0,1 0 1,0 0-1,0-1 0,-1 1 0,10-4 1,-15 3-94,1 0 0,-1 0 1,0 0-1,1 0 0,-1 0 0,0 0 1,0 0-1,0-1 0,0 1 0,0 0 1,0 0-1,0 0 0,0 0 1,0-1-1,-1 1 0,1 0 0,0 0 1,-1 0-1,1 0 0,-1 0 0,1 0 1,-1 0-1,1 0 0,-1 0 1,0 0-1,0 0 0,-1-1 0,-41-23-9306,25 12 2165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4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352 0 7812,'0'0'11746,"-1"7"-10076,0 2-1297,-2 1-1,1 0 0,-1-1 0,-1 0 1,1 1-1,-2-1 0,1-1 0,-1 1 0,-1-1 1,-10 14-1,-74 79 556,82-94-850,-46 45 79,-24 24 17,68-65-162,1 0 0,1 0 0,0 0 0,0 1 0,-7 17 0,13-25-15,0 0 0,1 0 0,0 1 0,-1-1 0,1 1 0,1 0 0,-1-1 0,1 1 0,-1-1 0,2 1 0,-1 5 0,1-8 1,-1 1 0,1-1 0,-1 0 0,1 0 1,0 0-1,0 0 0,0 0 0,0 0 1,1 0-1,-1 0 0,0 0 0,1 0 1,-1 0-1,1-1 0,0 1 0,-1-1 0,1 1 1,0-1-1,0 0 0,0 0 0,0 0 1,3 2-1,22 6 9,0-1 0,0-1 0,1-1 0,-1-1 0,31 1 0,146-3 42,-127-4-28,-74 1-94,3 0 117,-1 0 1,0 0-1,0-1 0,0 1 1,8-3-1,-12 2-102,0 1 0,0 0 0,0-1-1,0 1 1,0-1 0,-1 1 0,1-1 0,0 1 0,0-1 0,-1 0 0,1 0 0,0 1-1,-1-1 1,1 0 0,0 0 0,-1 0 0,1 1 0,-1-1 0,0 0 0,1 0 0,-1 0-1,0 0 1,1 0 0,-1 0 0,0 0 0,0 0 0,0 0 0,0 0 0,0 0 0,0 0 0,0 0-1,0 0 1,0 0 0,-1-1 0,0 0-360,0 0 1,-1 1-1,1-1 0,0 0 1,-1 1-1,0-1 0,1 1 1,-1 0-1,0-1 1,0 1-1,0 0 0,1 0 1,-1 0-1,0 0 0,-1 0 1,-1 0-1,-16-9-5464,6-5-892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4.8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116 1 4946,'0'0'13094,"-82"173"-8772,69-106-880,6 1-705,-1 2-1408,6-4-785,-1-1-384,3-10-128,0-7-32,0-13-288,0-13-673,0-7-815,10-7-1106,13-3-591,14-5-1698,8 0-3601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5.08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 11877,'0'0'20058,"0"-5"-19226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5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58 0 1889,'0'0'11701,"3"6"-8897,0 2-2194,0 0 0,-1 0 0,0 0 0,-1 0 0,1 0-1,-2 1 1,1-1 0,-1 0 0,0 1 0,-2 12 0,-4 13 1280,-12 43 0,7-34-731,-1 11-555,2 0 1,2 1-1,0 80 0,10-67-634,0 17-176,-6-29-8557,7-73-7190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6.2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515 36 3810,'0'0'10506,"1"-6"-9004,3-23 2460,-12 29-1801,-3 1-1960,0 0 0,0 1 0,1 0-1,-1 1 1,1 0 0,-1 1 0,1 0 0,0 0 0,0 1 0,-17 12 0,-7 8 307,-45 40-1,53-40-374,0 0 0,2 2 0,1 1 0,1 1 0,2 0 0,-31 59 0,38-60-128,1 0 0,2 0-1,0 1 1,2 0 0,1 0 0,2 1-1,1 0 1,-1 45 0,5-73-7,0-1 0,1 1 0,-1 0 0,1-1 0,0 1 0,-1-1-1,1 1 1,0 0 0,0-1 0,0 1 0,0-1 0,0 0 0,0 1 0,0-1 0,0 0 0,1 0 0,-1 0 0,0 0 0,1 0 0,-1 0-1,1 0 1,-1 0 0,1 0 0,0-1 0,-1 1 0,1-1 0,0 1 0,-1-1 0,1 0 0,0 1 0,3-1 0,10 2 14,-1-1 0,29-2 0,-26 1 7,-11 0-9,0 0 0,0-1 0,0 1 0,-1-1 0,1 0-1,0-1 1,0 0 0,-1 1 0,1-2 0,-1 1 0,1-1 0,-1 1-1,0-2 1,8-5 0,-9 5 10,0 0 0,-1 0 0,0 0 0,0 0 0,0-1 0,0 1 0,-1-1 0,1 0 0,-1 0 0,0 0 0,-1 0 0,1 0 0,-1 0 0,0 0 0,0-1 0,-1-9 1,1 10 51,-1 1 0,0-1 0,0 0 1,0 0-1,-1 1 0,1-1 0,-1 0 1,-1 1-1,1-1 0,0 0 0,-1 1 1,0 0-1,0-1 0,-1 1 1,1 0-1,-1 0 0,0 0 0,0 1 1,0-1-1,0 1 0,0-1 0,-1 1 1,0 0-1,0 0 0,0 1 0,0-1 1,0 1-1,0 0 0,-1 0 1,1 0-1,-1 1 0,1-1 0,-7 0 1,5 0-65,0 1 0,-1-1 0,1 1 0,-1 0 0,1 1 0,-1 0 0,1 0 0,-13 2 0,18 2-612,1-1 0,-1 1-1,1 0 1,0 0 0,0 0 0,2 8 0,-2-11 275,0 1 0,0 0 0,1-1 1,-1 1-1,1-1 0,0 1 0,-1-1 0,1 0 0,0 1 0,0-1 1,0 0-1,0 1 0,0-1 0,0 0 0,0 0 0,0 0 0,0 0 0,1 0 1,-1 0-1,0 0 0,1 0 0,-1 0 0,1-1 0,-1 1 0,4 0 0,23 7-7922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7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13 191 704,'0'0'2820,"-2"-21"-1795,0-1-95,-4-62-309,4 52 2899,1 1 3465,18 33-4653,-5 2-1915,1 2 0,-2-1 0,1 2 1,-1-1-1,0 2 0,0-1 0,15 16 0,70 75 1253,-73-74-1384,206 248 2014,-181-207-1858,-4 2 0,51 101-1,-85-149-427,-2 0 0,0 0-1,-1 1 1,0 0-1,-2 1 1,-1-1-1,0 1 1,-2 0-1,0-1 1,-1 1 0,-2 23-1,0-37 2,0 1 0,-1-1 0,1 1 0,-1-1 0,-1 0-1,0 0 1,0 0 0,0 0 0,-1-1 0,1 1 0,-2-1 0,-8 11 0,5-9 63,-1 0 1,0 0 0,0-1 0,-1 0 0,0 0 0,0-1-1,-17 7 1,-1-2 49,-1-1 0,0-2-1,0-1 1,-1-1 0,-49 3-1,79-9-163,0 0-1,0 0 1,0 0 0,0 1-1,-1-1 1,1 0-1,0 0 1,0 0-1,0 0 1,0 0-1,0 0 1,-1 0 0,1 0-1,0 0 1,0 0-1,0 0 1,0 0-1,-1 0 1,1 0 0,0 0-1,0 0 1,0 0-1,0 0 1,-1 0-1,1 0 1,0 0 0,0 0-1,0 0 1,0-1-1,0 1 1,-1 0-1,1 0 1,0 0 0,0 0-1,0 0 1,0 0-1,0 0 1,0-1-1,0 1 1,-1 0 0,1 0-1,0 0 1,0 0-1,0 0 1,0-1-1,0 1 1,0 0 0,0 0-1,0 0 1,0 0-1,0-1 1,0 1-1,0 0 1,0 0 0,0 0-1,0 0 1,0-1-1,0 1 1,0 0-1,11-12-1482,21-10-1104,30-14-2953,15-7-3548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7.78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41 5250,'0'0'13876,"24"0"-11944,146 0 818,11-20-111,-124 11-3737,84-2 0,-146 11 33,0 1 0,0 0 1,0 0-1,0 1 0,1-1 0,-1 1 0,0 0 0,-6 4 0,-7 3-2488,-23 6-4536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8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36 5138,'0'0'12590,"28"0"-10381,176 0 875,-131 1-1847,-35 1-789,-1-2 0,1-1 0,-1-2 0,53-11-1,-67 4-317,-18 4-340,-16 2-833,-36 4-4574,30 0 627,1 0-3310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29.90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316 18 3009,'0'0'9538,"0"-3"-8092,0-12 8420,-5 24-9015,-45 115 1954,-6 17-1101,27-53-908,-25 83 916,54-170-1693,-1 0 0,1-1 1,0 1-1,-1 0 1,1-1-1,0 1 0,-1 0 1,1-1-1,0 1 1,0 0-1,0 0 1,0-1-1,0 1 0,0 0 1,0 0-1,0-1 1,0 1-1,0 0 0,0 0 1,0-1-1,1 1 1,-1 0-1,0-1 1,0 1-1,1 0 0,0 1 1,15-12 376,-5 3-484,3-3 78,1 1 0,0 1 0,1 1 0,0 0 0,0 1 0,0 0 0,23-3 0,-5 3-231,0 2 0,58 1 0,-78 3 113,-1 0 0,1 1 0,-1 1 0,1 0 0,-1 0 0,18 7 0,-24-6 86,0 0 0,0 1 0,0 0 0,-1 0-1,0 0 1,0 1 0,0 0 0,0 0 0,0 0 0,-1 1 0,0 0 0,7 12 0,-6-9 31,-2-1 1,1 1 0,-1 0 0,-1 1 0,0-1 0,0 1 0,-1-1 0,2 12 0,-1 9 14,-2 39 0,-1-65-1,0-1 10,-1 1 1,1-1 0,-1 1 0,0-1 0,-1 1 0,1-1 0,0 0 0,-1 1 0,0-1 0,0 0 0,0 0 0,0 0 0,0 0 0,-1-1 0,1 1 0,-1-1 0,0 1 0,0-1 0,0 0 0,0 0 0,0 0 0,-6 2 0,-9 5 194,1-2-1,-37 11 0,52-17-187,-56 13 397,-87 10 0,2-2 149,114-15-459,-4 0-93,-1 0 0,0-2 0,-39 0 0,72-5-121,2-13-2286,1 7 1652,1 1 0,0-1 0,0 1 0,1 0 0,0 0 0,-1 0 0,2 1 0,-1-1 0,0 1 0,1 0 0,8-6 0,6-7-3191,11-12-3386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0:30.5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0 109 1697,'0'0'7643,"0"-4"-5781,0-20 14389,11 24-15563,92 0-18,536-15-206,-535 8-405,-18 2 811,111-21-1,-195 26-798,0-1-1,0 1 1,0 0 0,0-1-1,0 0 1,0 1-1,0-1 1,-1 0 0,1 0-1,0 0 1,0 0 0,-1 0-1,4-3 1,-7-3 423,-13 2-283,13 5-213,0-1-106,0 1 0,-1-1 0,1 1 1,0 0-1,0 0 0,0 0 0,-1 0 1,1 0-1,0 0 0,-4 1 0,5 0-60,0 0 0,0 1 1,0-1-1,1 0 0,-1 0 0,0 1 0,1-1 0,-1 0 0,1 1 0,-1-1 0,1 1 1,0-1-1,0 1 0,-1 2 0,-1 8-563,1-8-554,0 1-1,-1-1 1,0 0-1,0 0 1,0 0-1,-2 5 1,-4 4-6538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3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904 167 784,'0'0'4378,"4"-23"-3676,3-6-378,0-6 835,4-45-1,-11 95 5127,-4 128-4777,-19 164-664,-13 122 577,-13 282 1244,46-541-2159,-47 331 0,-80 62-202,63-298-240,53-200-56,4 1 0,-4 85 0,12 134 121,3-154 14,-1-98-140,-15 377 434,-36 204 207,-9 74-514,4-219-94,-39 292 1206,58-431-852,6-54-249,-21 347 27,35-415 242,-3 107 500,10 290 3538,12-572-4064,6 43 1,-3-43-318,0 42 1,4 197-68,0 1 0,-9-248-4,1 14 15,-2-31-36,0-15-42,-2-10-459,-1 1 0,-1 1 0,0-1 0,-14-26 1,-3-12-1622,4-2-3772,-14-74 1,15 54-2355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4.5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173 1 3954,'0'0'9588,"-2"1"-8353,0 0-1136,1 0-1,-1 0 0,1 0 0,0 1 0,-1-1 0,1 0 0,0 1 0,0-1 0,0 1 0,0-1 0,0 1 0,0 0 0,0 0 0,1-1 1,-1 1-1,0 0 0,1 0 0,-1 3 0,-7 45 869,6-31-460,-13 81 1452,-17 94 476,7-52-1830,14-72-876,-27 95 1,27-141-2756,10-24 2840,1 0-1,0 0 0,-1 0 1,1 0-1,0 0 1,0-1-1,-1 1 0,1 0 1,0 0-1,-1 0 1,1-1-1,0 1 0,0 0 1,-1 0-1,1-1 0,0 1 1,0 0-1,0-1 1,-1 1-1,1 0 0,0-1 1,0 1-1,0 0 1,0-1-1,0 1 0,0 0 1,0-1-1,0 1 1,0 0-1,0-1 0,0 1 1,0 0-1,0-1 0,0 1 1,0-1-1,-2-32-6846,1 12 6321,1 20 862,0-64-4167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4.7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20 181 1153,'0'0'3849,"18"-25"-1442,57-77 181,-71 96-2130,1 0 0,0 1 0,0-1 1,0 1-1,1 0 0,-1 0 1,9-4-1,-11 8-161,-1 0 1,1 0 0,0 0-1,0 0 1,1 0 0,-1 1-1,0-1 1,0 1 0,0 0-1,0 0 1,4 1 0,-5-1-233,-1 0 0,1 1 0,-1-1 0,1 1 1,-1-1-1,1 1 0,-1 0 0,1-1 1,-1 1-1,0 0 0,1 0 0,-1 0 1,0 0-1,0 0 0,0 0 0,0 1 0,0-1 1,0 0-1,0 0 0,0 1 0,0-1 1,-1 1-1,1-1 0,0 0 0,-1 1 0,1-1 1,-1 1-1,1 1 0,1 8 122,-1-1-1,1 0 0,-1 13 1,-1-15 25,1 16 26,0-1 0,-2 1 0,-1-1 0,-5 27 0,5-40-219,-1 0 0,-1-1 1,1 1-1,-1 0 0,-1-1 1,0 0-1,0 0 0,-1 0 1,0-1-1,0 0 1,-14 13-1,14-14-24,0-1 0,-1 0 1,0 0-1,-1 0 0,1-1 1,-1 0-1,0 0 0,0-1 0,0 0 1,-1 0-1,0-1 0,1 0 1,-1-1-1,0 0 0,0-1 1,-17 2-1,25-3-111,1-1 0,-1 1 0,1 0 0,-1 0 0,0-1 0,1 1 0,-1-1 0,1 1 0,-1 0 0,1-1 0,0 1 0,-1-1 0,1 1 0,-1-1 0,1 1 0,0-1 0,0 1 0,-1-1 0,1 0 0,0 1 0,0-1 0,-1 1-1,1-1 1,0 0 0,0 1 0,0-1 0,0 0 0,0 1 0,0-1 0,0 0 0,0-1-430,0 0 0,0 0 0,0 0-1,0 1 1,0-1 0,1 0 0,-1 0-1,1 1 1,-1-1 0,1 0 0,0-1-1,14-8-5541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5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92 65 1185,'0'0'7977,"0"22"-4747,0 69-252,-1-78-2374,0-1 0,0 1 1,-1-1-1,0 1 0,-2-1 0,1 0 1,-1 0-1,-1 0 0,0-1 1,-1 1-1,0-1 0,-9 12 0,2-1 209,-8 9 78,19-25-747,2-20-185,0 0 0,1 0 1,0 0-1,1 0 0,1 0 0,0 0 1,1 1-1,0-1 0,1 1 0,10-20 1,-9 23-14,11-22-296,1 0-1,30-37 1,-48 68 331,1 1-1,-1 0 1,0-1 0,1 1-1,-1 0 1,0-1 0,1 1-1,-1 0 1,1 0 0,-1-1 0,1 1-1,-1 0 1,0 0 0,1 0-1,-1 0 1,1 0 0,-1 0-1,1 0 1,-1 0 0,1 0-1,-1 0 1,1 0 0,-1 0-1,0 0 1,1 0 0,-1 0-1,1 0 1,-1 0 0,1 1-1,-1-1 1,1 0 0,-1 0-1,0 1 1,1-1 0,-1 0-1,0 0 1,1 1 0,-1-1-1,0 0 1,1 1 0,-1-1-1,0 0 1,1 2 0,9 14-279,-10-16 299,3 5-64,0 0 0,0 1 0,0-2 0,1 1-1,0 0 1,0-1 0,0 1 0,0-1 0,0 0 0,1-1 0,0 1 0,0-1 0,0 0 0,0 0-1,10 4 1,-3-4 48,1 1 0,0-2 0,-1 1 0,1-2 0,0 0 0,16-1 0,-25 0 14,0-1-1,-1 0 1,0 0 0,1 0 0,-1 0 0,0-1 0,1 1 0,-1-1 0,0 0-1,0 0 1,0 0 0,-1-1 0,1 1 0,0 0 0,-1-1 0,1 0 0,-1 0-1,0 0 1,0 0 0,2-3 0,6-11 39,-1 0 0,9-24 1,-18 40-37,1-1 72,0 0 0,0-1-1,0 1 1,0 0 0,-1-1 0,1 1-1,-1 0 1,1-1 0,-1 1 0,0-1-1,0 1 1,0-1 0,-1 1 0,1 0-1,0-1 1,-2-2 0,2 4-19,-1-1 0,0 1 0,0-1 0,0 1 0,0-1 0,-1 1-1,1 0 1,0 0 0,0-1 0,-1 1 0,1 0 0,-1 0 0,1 0 0,-1 0 0,1 1 0,-4-2 0,-6-1 188,1 1 0,0 0 0,-1 1 0,1 0 0,-20 1 0,20 0-44,8 0-163,-1 0 0,1 0 0,0 0 0,-1 1 0,1-1 0,-1 1 0,1-1 0,0 1 0,-1 0 1,1 0-1,0 0 0,0 0 0,0 0 0,0 1 0,0-1 0,0 0 0,0 1 0,0 0 1,0-1-1,1 1 0,-1 0 0,1 0 0,-1 0 0,1 0 0,0 0 0,0 0 0,0 0 0,0 1 1,-1 3-1,-1 5-5,1 0 0,0 0 1,1 0-1,0 0 0,2 14 1,-1-18-42,0-5-13,0 0 0,0 0 0,0 0-1,0 0 1,1 0 0,-1 0 0,1 0-1,-1 0 1,1 0 0,0 0-1,0-1 1,-1 1 0,1 0 0,1 0-1,-1-1 1,0 1 0,0-1 0,1 1-1,-1-1 1,0 1 0,1-1-1,0 0 1,-1 0 0,1 0 0,0 0-1,-1 0 1,1 0 0,0 0 0,0-1-1,4 2 1,4 0-414,0-1-1,0 0 1,0 0-1,20-2 1,-11 1-267,97-1-6451,-55-6-1140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5.8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237 754 2513,'0'0'15927,"-24"1"-13016,-10 0-2008,12-1-197,1 2-1,0 0 1,0 1 0,-30 8-1,49-11-645,0 0 0,0 1-1,0 0 1,0-1-1,0 1 1,0 0-1,0 0 1,0 0 0,0 0-1,0 0 1,0 0-1,1 1 1,-1-1 0,0 1-1,1-1 1,0 1-1,-1-1 1,1 1-1,-2 3 1,2-1-54,-1 0 0,2 0 0,-1 1 0,0-1 0,1 0 0,0 1 0,0 7 0,0-2-16,0-7 10,1-1-1,-1 0 1,0-1-1,1 1 0,-1 0 1,1 0-1,0 0 1,0 0-1,0 0 1,0 0-1,0-1 0,0 1 1,0 0-1,0-1 1,1 1-1,-1-1 1,1 0-1,-1 1 0,1-1 1,-1 0-1,1 0 1,0 0-1,0 0 1,0 0-1,-1 0 0,1 0 1,0-1-1,0 1 1,0-1-1,0 1 1,4-1-1,2 1-25,0 0 0,0 0 0,0-1 0,0-1 0,0 1 0,0-1 0,11-3 0,-8 1-106,0-1 0,0 0 0,0-1 0,0 0 1,-1-1-1,12-9 0,58-49-1002,-52 40 699,19-17-478,-1-1 1,-3-3-1,-1-1 1,61-91-1,-85 111 758,-2-1-1,-1-1 1,-2 0 0,0-1-1,-2-1 1,-1 0 0,-2 0-1,-1-1 1,-1 0 0,-1 0-1,0-38 1,-5 66 259,0-1 1,0 1-1,0 0 1,0-1-1,-1 1 1,1 0-1,-1-1 1,0 1-1,0 0 1,0 0-1,0 0 0,-3-5 1,2 6 35,1 1-1,-1 0 1,0-1 0,0 1-1,1 0 1,-1 0 0,0 0-1,0 1 1,0-1 0,0 0-1,0 1 1,-1-1-1,1 1 1,0 0 0,0 0-1,0 0 1,0 0 0,0 0-1,-4 1 1,-1 0 35,1 0-1,-1 1 1,0 0 0,0 0 0,1 1-1,0 0 1,-1 0 0,1 0-1,0 1 1,0 0 0,1 0 0,-1 0-1,1 1 1,0 0 0,0 0-1,1 0 1,-7 10 0,-5 7 279,1 1 1,1 1-1,-16 35 0,15-21-60,1 1 0,2 0 0,2 1-1,2 0 1,1 1 0,2 0 0,2 0-1,1 0 1,3 0 0,1 0-1,10 55 1,-4-65-427,2-1-1,0-1 1,2 0 0,1 0-1,32 49 1,-37-65-493,1 0 1,1 0-1,0-1 1,1-1-1,19 18 0,-18-20-2057,-1 0-1,2-1 0,15 8 0,-13-9-5988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6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0 106 2385,'0'0'6934,"2"-12"2277,3 8-8722,310-47 4439,-106 20-4677,-179 24-291,-29 7-54,-4 0-463,-38 5-2157,12 7-4740,17-9-410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8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71 362 2481,'0'0'10712,"0"-3"-6028,0 10-3448,-1 34 911,-8 54 1,-32 109-67,32-164-1873,3-18-164,6-22-43,0 0 0,0 0 0,0 0 0,0 0 0,0 0 0,0 0 0,0 0 0,0 0 0,0 0 0,0-1 0,0 1 0,0 0 0,0 0 0,-1 0 0,1 0 0,0 0 0,0 0 0,0 0 0,0 0 0,0 0 0,0 0 0,0 0 0,0 0 0,0 0 0,0 0 0,0 0 0,0 0 0,0 0 0,-1 0 0,1 0 0,0 0 0,0 0 0,0 0 0,0 0 0,0 0 0,0 0 0,0 0 0,0 0 0,0 0 0,0 0 0,0 0 0,0 0 0,-1 0 0,1 0 0,0 0 1,0 0-1,0 0 0,0 0 0,0 0 0,0 0 0,0 0 0,0 0 0,-1-37 82,1 25-77,1-15-91,2 0 0,1 0 1,1 1-1,1-1 0,1 1 1,20-46-1,82-144-712,-87 176 423,51-65 1,-61 90 335,2 0 0,0 0 0,0 1-1,1 1 1,1 0 0,25-15 0,-39 27 35,1-1 1,0 1-1,0-1 0,0 1 1,0 0-1,0 0 0,0 0 1,1 1-1,-1-1 0,3 1 1,-5 0 2,-1-1 0,0 1 1,0 0-1,0 1 0,0-1 0,1 0 1,-1 0-1,0 0 0,0 0 0,0 0 1,0 0-1,1 0 0,-1 0 1,0 0-1,0 0 0,0 0 0,0 0 1,1 0-1,-1 1 0,0-1 0,0 0 1,0 0-1,0 0 0,0 0 1,0 0-1,1 1 0,-1-1 0,0 0 1,0 0-1,0 0 0,0 0 0,0 1 1,0-1-1,0 0 0,0 0 1,0 0-1,0 1 0,0-1 0,0 0 1,0 0-1,0 0 0,0 0 0,0 1 1,0-1-1,0 0 0,0 0 0,0 0 1,0 1-1,2 321 1586,-4-166-389,2 14 491,0-170-1920,-7-3-9266,-1-7 7302,5 7 418,-14-21-5730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18.5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10613,'0'0'12165,"156"-35"-10980,-101 35-289,-5-2-640,-7 2-239,-6 0-17,-4 0-961,-6 0-2048,-9 0-2386,-3 0-4833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0.4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123 424 288,'0'0'23163,"0"7"-23129,-4 44 446,-1 0 0,-3 0 0,-16 58 0,5-25-92,15-69-207,0 0 0,-1 0-1,-11 23 1,16-38-175,-1 0 0,0 0 1,1 0-1,-1 0 0,0 1 0,0-1 0,1 0 1,-1 0-1,0-1 0,1 1 0,-1 0 0,0 0 0,1 0 1,-1 0-1,0 0 0,0-1 0,1 1 0,-1 0 0,1-1 1,-1 1-1,0 0 0,1-1 0,-1 1 0,1-1 0,-1 1 1,1-1-1,-1 1 0,1-1 0,-1 1 0,1-1 1,0 0-1,-1 1 0,1-1 0,-1 0 0,-2-12-17,1 1 0,0 0 0,1-1 0,0-23 0,0 8-30,-2-36-250,3 0 0,3 0-1,2 1 1,4-1 0,25-99 0,-27 144 182,-1 0-1,2 0 1,1 1 0,0 0 0,1 1 0,1-1-1,1 2 1,0 0 0,1 0 0,0 1 0,2 1 0,22-18-1,-35 30 93,1 0 0,0 0 0,0 1-1,-1-1 1,1 1 0,0 0 0,0-1-1,1 1 1,-1 0 0,0 1 0,0-1-1,0 1 1,0-1 0,1 1 0,-1 0-1,0 0 1,1 0 0,3 2 0,-4-1 16,0 0 0,-1 0 0,1 0-1,-1 1 1,1 0 0,-1-1 0,0 1 0,0 0 0,0 0 0,0 0 0,0 0 0,0 1 0,0-1 0,-1 0 0,1 1 0,-1-1 0,1 1 0,-1 0 0,0-1 0,1 4 0,18 62 204,13 77 0,-26-112-70,9 44 731,-3 1 1,5 145-1,-18-210-2336,1-31-812,0-36-9167,-1 34 5624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0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5378,'0'0'14805,"6"-5"-13485,0 1-1134,-1 1 0,0 0 0,1 0-1,-1 0 1,1 1 0,0 0 0,0 0 0,-1 0-1,1 1 1,1 0 0,-1 0 0,0 0 0,11 1-1,13 0-40,-18-1-72,0 1-1,1 0 1,-1 1-1,19 4 1,-27-4-256,1 1 0,-1 0-1,1 0 1,-1 0 0,0 0 0,1 1 0,-1-1 0,-1 1 0,1 0 0,0 1-1,-1-1 1,1 0 0,-1 1 0,0 0 0,2 4 0,-1-1-1053,0 0-1,0 0 1,-1 0 0,3 10 0,-1-2-3177,1 0-2657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2.7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4386,'0'0'13086,"0"15"-12363,30 521 6568,-25-440-8352,-5-95 455,0-6-7632,0-10 5530,0 10 1059,0-17-2868,0 1-93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3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1 154 5330,'0'0'9682,"6"-20"-8713,24-64-289,-29 81-639,1 0 1,-1 1-1,0-1 1,1 1-1,0-1 0,-1 1 1,1 0-1,0-1 1,0 1-1,0 0 0,1 0 1,-1 1-1,0-1 1,1 0-1,-1 1 1,1-1-1,-1 1 0,1 0 1,0 0-1,0 0 1,-1 0-1,1 1 0,0-1 1,0 1-1,0-1 1,3 1-1,6-2 188,-6 1-129,-1 0-1,0 0 1,1 1-1,-1 0 0,1 0 1,-1 0-1,0 0 1,1 1-1,7 1 1,-10-1-38,0 1 1,0-1-1,0 1 1,-1-1-1,1 1 1,-1 0 0,1 0-1,-1 0 1,1 0-1,-1 0 1,0 0 0,0 1-1,0-1 1,0 1-1,-1-1 1,1 1 0,1 4-1,1 3 99,0 1 0,0-1 1,-1 1-1,0 0 0,-1 0 0,-1 0 0,1 1 0,-2 13 0,0-18-94,0 0 0,0 0 0,-1 0-1,0-1 1,-1 1 0,1 0 0,-1-1 0,-1 1-1,1-1 1,-1 0 0,0 0 0,-1 0-1,1 0 1,-7 7 0,0-2 124,-1-1 1,0 0-1,0-1 1,-1 0-1,0-1 1,-1 0-1,-19 8 0,31-16-249,7 0 43,-1-1 0,0 0 1,1 0-1,-1-1 0,8-3 1,-8 3 15,0 0 1,0 1 0,0-1 0,1 1 0,8-1-1,-10 3-2,0-1 1,0 1-1,0 0 0,0 0 0,0 0 0,0 1 0,-1 0 0,1-1 0,0 1 1,-1 1-1,0-1 0,1 0 0,-1 1 0,0-1 0,0 1 0,0 0 0,-1 0 1,1 1-1,-1-1 0,1 0 0,-1 1 0,2 4 0,3 4 8,-1 1-1,-1 0 1,0 1-1,0 0 1,2 15-1,-3-12 1,-2 0-1,1 21 1,-2-33 2,-1 0-1,-1 1 1,1-1-1,-1 0 1,1 1-1,-1-1 1,-1 0 0,1 0-1,-1 1 1,0-1-1,-3 5 1,0-3 82,-1-1 0,1 0 1,-1 0-1,0 0 1,-1-1-1,0 0 0,1 0 1,-1 0-1,-1-1 0,1-1 1,-1 1-1,1-1 1,-1 0-1,-15 3 0,-1-1 947,-1-1 0,0-1 0,-44 0 0,69-3-987,1-1-1744,1 0 1167,-1 0-1,1 1 1,-1-1-1,1 0 0,-1 1 1,1-1-1,0 1 1,-1-1-1,1 1 0,3 0 1,-1-1-1052,38-4-9896,-18 5 4369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3.5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223 1 4882,'0'0'11461,"0"150"-9588,-20-110-160,-7-7-208,-3 0-753,-1-6-464,4-7-288,2-7-80,7-1-1072,3-12-1778,0 0-2816,0-15-3154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24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362 2 4018,'0'0'11803,"-7"0"-10504,-11 0-610,5-1-99,-1 0 1,1 1-1,0 1 0,-1 1 1,1 0-1,0 0 1,0 1-1,-13 6 1,8 0-327,0 2 0,1 0 1,0 1-1,0 0 0,2 2 1,0 0-1,-21 25 0,29-31-170,1 1 1,0 0-1,1 0 0,0 0 0,0 1 0,1 0 0,-4 13 1,7-16-54,-1-1 0,1 1 1,0 0-1,1 0 1,0 0-1,0-1 1,0 1-1,1 0 1,0 0-1,0-1 1,1 1-1,3 9 0,-2-10-17,0 0-1,1 0 0,0 0 0,0-1 0,0 1 0,1-1 0,0 0 0,0-1 0,0 1 1,1-1-1,0 0 0,-1 0 0,8 3 0,8 5 59,1-2 1,33 12-1,-34-16-183,1-2-1,-1 0 1,1-1 0,0-1-1,37-2 1,-54 0-8,-1 0-268,1-1 1,-1 1 0,0-1 0,1 0-1,-1 0 1,0 0 0,0 0 0,0-1-1,5-2 1,16-12-5052,-5-1-3936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5.2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1014 0 3025,'0'0'18620,"1"9"-16846,1 16-906,-2 0-1,0 0 1,-2 0 0,-1-1 0,-9 38 0,1 3 200,-9 149 1559,21-224-2596,1 1 0,0-1-1,0 1 1,1-1-1,5-10 1,6-20-156,-8 15-158,-2-1 0,-1 0-1,-1 1 1,-2-35 0,0 54 182,-1 0 1,1 0 0,-1 1 0,0-1 0,0 0 0,-1 0 0,0 1 0,0-1 0,0 1 0,-1-1-1,0 1 1,0 0 0,0 0 0,-6-7 0,3 7-11,0-1 0,0 1 0,0 0 0,-1 0 0,1 1 0,-1 0 1,-1 0-1,1 0 0,-12-3 0,-5 0-27,0 2 0,-1 0 0,1 1 0,-1 2 0,-48 1 0,40 3 130,1 1 0,0 1 1,0 2-1,0 2 1,1 0-1,-47 21 1,36-10 90,1 1 0,0 3 0,2 1 0,-38 31 0,57-39 18,1 0 0,1 1 0,0 1-1,2 1 1,0 0 0,1 1-1,-13 23 1,20-29-40,1 0-1,1 0 1,0 0-1,1 1 1,0 0-1,2 0 1,-1 0-1,2 0 1,0 1 0,1-1-1,1 1 1,1 24-1,0-35-49,0 1 0,0-1 0,1 0 1,-1 1-1,1-1 0,0 0 0,1 0 0,-1 0 0,1 0 0,0 0 0,0-1 0,7 8 0,-3-5 12,0-1-1,0 0 1,0 0-1,1-1 0,0 0 1,16 8-1,4-2 66,1-1 1,0-2-1,50 8 0,-27-8-548,71 2-1,-5-10-5966,-111 0 5449,-1 0-1,0-1 0,1 0 1,-1 0-1,0-1 0,0 0 1,0 0-1,0 0 0,0-1 1,0 1-1,9-8 0,25-18-8686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5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336 26 3217,'0'0'12417,"9"-4"-11334,-5 2-847,20-10 327,-19 7-49,-15 3 489,-15 4-458,1 1 1,0 1-1,0 2 1,0 0-1,0 2 0,1 0 1,1 1-1,-1 2 1,1 0-1,-36 26 1,49-30-443,1 0 0,-1 0 0,1 1 1,-12 16-1,17-21-103,1 0 0,0 0 1,0 0-1,0 0 0,1 1 0,-1-1 0,1 0 1,0 1-1,0-1 0,0 1 0,0-1 1,0 1-1,1-1 0,0 1 0,-1 0 0,2-1 1,-1 1-1,1 4 0,-1-6-3,1-1 1,0 1-1,0-1 0,-1 1 1,1-1-1,0 0 0,0 1 1,1-1-1,-1 0 0,0 0 1,0 0-1,0 0 0,1 0 1,-1 0-1,1 0 1,-1-1-1,1 1 0,-1 0 1,1-1-1,-1 1 0,1-1 1,-1 1-1,1-1 0,2 0 1,47 2-33,-37-2 5,24 0-104,-13 2 34,1-2-1,-1-1 1,0-1-1,0-1 1,0-1-1,26-9 1,-34 8 58,42-18-224,-56 22 264,-1 0 0,1 0 0,-1 0 0,1-1 0,-1 0 0,0 1 0,1-1 0,-1 0 0,0 0 0,0 0 0,0 0 0,-1 0 0,1-1 0,0 1 0,-1-1 0,3-3 0,-4 102 1640,0-94-1659,0 0 1,0 1-1,0-1 0,1 0 1,-1 1-1,1-1 0,-1 0 0,1 0 1,0 0-1,0 1 0,0-1 1,0 0-1,0 0 0,1 0 1,-1-1-1,0 1 0,1 0 0,-1 0 1,3 1-1,-1-1-74,1 1 0,-1-1 0,1 0-1,0-1 1,-1 1 0,1-1 0,0 1 0,0-1 0,0 0-1,5 0 1,8 0-559,0 0-1,1-1 1,-1-1 0,19-3-1,-20 1-147,-1 0 0,1-1 0,-1-1-1,0-1 1,0 0 0,-1-1-1,1 0 1,17-14 0,1-2-2157,-1-1 0,35-37-1,12-20-2090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6.0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0 8356,'0'0'12563,"-18"23"-9978,16-21-2532,-35 45 1829,-63 101 1,43-50-251,-44 81 737,81-137-1912,1 0-1,-19 67 0,34-88-451,0-1-1,2 1 1,0 0-1,2 27 1,0-35-41,0-12-22,1 1-1,-1-1 1,0 0-1,1 0 1,-1 0 0,1 0-1,-1 1 1,1-1 0,-1 0-1,1 0 1,0 0-1,-1 0 1,1 0 0,0 0-1,0 0 1,0-1-1,0 1 1,0 0 0,0 0-1,0-1 1,0 1 0,0 0-1,0-1 1,0 1-1,0-1 1,1 0 0,-1 1-1,0-1 1,0 0-1,0 0 1,1 1 0,-1-1-1,0 0 1,0 0 0,1-1-1,-1 1 1,0 0-1,2-1 1,2 1-168,-1 0 0,0-1 0,1 0-1,-1 0 1,0 0 0,1-1 0,-1 1 0,0-1-1,0 0 1,4-3 0,7-7-1172,0 0-1,1 1 0,1 0 1,0 1-1,0 1 1,1 1-1,0 0 1,31-8-1,16 2-2661,93-25-3058,-119 27 2969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6.7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211 1 304,'2'0'25388,"-6"0"-23553,-5 0-1791,0 0-1,0 0 1,0 1 0,0 0-1,0 1 1,0 0 0,1 0-1,-1 1 1,1 0-1,0 0 1,0 1 0,0 0-1,0 1 1,0 0-1,1 0 1,0 0 0,0 1-1,0 0 1,1 0-1,0 1 1,0 0 0,1 0-1,0 0 1,0 1 0,-4 8-1,7-10-46,0 1-1,0-1 1,1 1 0,0 0-1,0-1 1,0 1-1,1 0 1,0 0 0,0-1-1,2 11 1,-1-15-9,0-1 1,0 1-1,0 0 0,0-1 1,0 1-1,0 0 0,0-1 1,0 1-1,0-1 1,1 0-1,-1 1 0,1-1 1,-1 0-1,1 0 0,0 0 1,-1 0-1,1 0 1,0 0-1,0-1 0,-1 1 1,1 0-1,0-1 0,0 0 1,2 1-1,49 5-362,-24-4-15,1-2-1,0-1 1,0-1-1,-1-2 1,1 0-1,-1-3 1,45-14-1,54-34 460,-127 55 1586,-20 1 100,18 0-1726,-1 0-1,1-1 1,-1 1 0,1 0-1,0 0 1,0 0 0,0 0-1,-1 0 1,1 0 0,0 0-1,0 0 1,1 1 0,-1-1-1,0 0 1,0 1 0,0-1-1,1 0 1,-1 1 0,1-1-1,-1 1 1,1 1 0,-3 34 551,4-27-542,-1-9-46,0 0 1,1 0 0,-1 0 0,1 0 0,-1 0 0,1 0 0,-1 0 0,1 0 0,0 0-1,-1-1 1,1 1 0,0 0 0,0 0 0,0-1 0,0 1 0,0 0 0,0-1 0,0 1 0,0-1-1,0 1 1,0-1 0,0 0 0,0 1 0,0-1 0,0 0 0,0 0 0,0 1 0,0-1-1,2 0 1,40 3-393,-36-3 301,28 1-130,108-1-1302,-127-1 1453,0-1 0,0-1 0,0 0 0,-1-1 0,0-1 0,27-12 0,-50 29 4469,4 7-3295,2 29-4083,3-48 2674,1 1 0,-1 0 1,1-1-1,0 1 0,-1-1 1,1 0-1,-1 1 0,1-1 1,0 0-1,-1 0 0,1 0 1,0 0-1,2-1 1,0 1-427,6 0-483,-1 0 1,0-1 0,1 0-1,-1 0 1,0-1-1,18-6 1,29-19-7472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6.9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290 1 9812,'0'0'16299,"-25"24"-14403,-77 84-335,90-94-1238,0 0 1,1 2-1,1-1 0,1 1 1,-15 33-1,15-28-43,-8 17-72,2 1 0,-11 43 0,21-63-450,1 0-1,0 1 1,2-1 0,0 1-1,2 0 1,1 27-1,0-45 89,-1 0 0,1 0 0,0 0 0,0 0 0,-1 1 0,1-1 0,1 0 0,-1 0 0,0 0 0,0-1 0,1 1 0,-1 0 0,1 0 0,-1-1 0,1 1 0,0-1 0,0 0 0,-1 1 0,1-1 0,0 0 0,0 0 0,1 0 0,-1 0 0,0 0-1,3 0 1,6 2-524,0-1-1,0 0 1,20 1-1,-28-2 577,161-1-8721,-66-9 1051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7.3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473 56 7860,'0'0'9559,"-24"-10"-5427,-1-1-3078,13 5-620,0 1 0,-1 0 0,1 1 0,-1 0-1,0 1 1,0 0 0,-1 1 0,1 1-1,-18-1 1,8 2 308,1 1-1,0 0 1,1 2 0,-1 0-1,-33 10 1,49-11-683,-1 1 0,1-1 1,0 1-1,0 0 0,0 1 1,1-1-1,-1 1 0,1 0 0,0 0 1,0 1-1,0 0 0,1 0 1,-1 0-1,1 0 0,0 1 0,1-1 1,-1 1-1,1 0 0,0 0 0,1 0 1,0 0-1,-3 10 0,4-11-58,0-1 0,0 1 0,0 0-1,0 0 1,1 0 0,0-1 0,0 1-1,0 0 1,1 0 0,-1 0-1,1-1 1,0 1 0,2 5 0,-1-7-26,0 0 0,0-1 0,0 0 0,0 1 0,0-1 0,0 0 0,0 0 1,1 0-1,-1 0 0,1 0 0,0-1 0,-1 1 0,1-1 0,0 0 0,0 0 1,0 0-1,0 0 0,0 0 0,0 0 0,6 0 0,14 2-280,0-1-1,0-1 0,0-1 1,30-3-1,-38 1 105,0 0-1,0-1 1,-1-1-1,1-1 1,-1 0-1,0 0 1,21-13-1,-34 18 224,-1 0 0,1 0-1,0-1 1,0 1 0,-1 0 0,1-1-1,0 1 1,-1-1 0,1 1 0,0-1-1,-1 1 1,1-1 0,0 0 0,-1 1 0,1-1-1,-1 0 1,0 1 0,1-1 0,-1 0-1,1 0 1,-1 1 0,0-1 0,1-1-1,-2 2-7,0 1-1,0-1 0,1 0 0,-1 0 0,0 1 0,1-1 0,-1 0 1,0 1-1,1-1 0,-1 0 0,1 1 0,-1-1 0,0 1 0,1-1 0,-1 1 1,1 0-1,0-1 0,-1 1 0,1-1 0,-1 1 0,1 0 0,0-1 1,-1 2-1,-1 3-14,0 1-1,0-1 1,1 0 0,-1 1 0,1 0 0,0-1-1,1 1 1,-1 0 0,1-1 0,1 9 0,-1-3-114,0-10 38,1 1 0,-1-1 0,0 0 0,1 0-1,-1 1 1,0-1 0,1 0 0,0 0 0,-1 0 0,1 0 0,0 0 0,-1 0 0,1 0 0,0 0 0,0 0 0,0 0 0,0 0 0,0 0 0,0 0 0,0-1 0,0 1 0,0 0 0,0-1 0,0 1 0,1-1 0,-1 0 0,0 1 0,0-1 0,1 0 0,-1 1 0,2-1 0,49 2-3164,-41-2 2253,5 0-344,-6 1-115,1-1-1,0-1 0,-1 0 0,1 0 1,14-4-1,25-21-6484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7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412 0 15127,'0'0'3407,"-24"15"621,15-10-3589,-5 3 22,0 0 0,0 1 1,1 1-1,1 0 0,-1 1 0,2 0 1,-1 1-1,2 0 0,0 1 0,0 0 1,-10 18-1,-1 14 278,2 1-1,2 1 1,1 0 0,-9 57 0,-21 199-331,27-154-1440,19-148 868,0 0 0,0-1 0,0 1 0,-1 0 0,1-1 0,0 1 0,0 0 0,0-1 0,-1 1 0,1-1 0,0 1 0,-1 0-1,1-1 1,-1 1 0,1-1 0,-1 1 0,1-1 0,-1 1 0,1-1 0,-1 0 0,1 1 0,-1-1 0,1 0 0,-1 1-1,0-1 1,1 0 0,-1 1 0,1-1 0,-1 0 0,0 0 0,0 0 0,-1 0-274,1 0-1,-1 0 1,1 0 0,-1-1-1,1 1 1,-1 0 0,1-1-1,0 1 1,-1-1 0,1 0 0,0 1-1,-1-1 1,1 0 0,0 0-1,0 0 1,-2-1 0,-21-29-7518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7.9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6723,'23'2'3823,"305"49"6414,-208-26-8836,0-7 1,201 7-1,-291-26-1390,-30 1-8,1 0 0,-1 0 0,0 0 0,1 0 0,-1 0 0,1 0 0,-1 0 0,0 0 0,1 0 0,-1 0 0,0 0 0,1 0 0,-1 0 0,0 0 0,1-1 0,-1 1 0,0 0 0,1 0 0,-1-1 0,0 1 0,1 0 0,-1 0 0,0-1 0,0 1 0,1 0 0,-1 0 0,0-1 0,0 1 0,0 0 0,1-1 0,-1 1 0,0-1 0,0 1 0,0 0 0,0-1 0,0 1 0,0 0 0,0-1 0,0 1 0,0-1 0,0 1 0,0 0 0,0-1 0,0 1 0,0 0 0,0-1 0,0 1 0,0-1 0,0 1 0,-1 0 0,1-1-1,0 1 1,0 0 0,0-1 0,-1 1 0,1 0 0,0 0 0,0-1 0,-1 1 0,1 0 0,0 0 0,-1-1 0,-21-18 73,-19 2 401,-1 2-1,0 2 1,-55-10-1,38 10 854,45 9-745,0 2-1,-1-1 0,-26 1 0,40 2-558,0 0-1,0 1 1,0-1-1,0 0 0,0 1 1,0-1-1,0 1 1,0-1-1,0 1 0,0-1 1,1 1-1,-1 0 0,0-1 1,0 1-1,1 0 1,-1 0-1,0 0 0,1-1 1,-1 1-1,1 0 1,-1 0-1,1 0 0,-1 0 1,1 0-1,0 0 1,-1 0-1,1 0 0,0 0 1,0 0-1,0 0 0,0 0 1,0 0-1,0 2 1,1 45 141,0-36-61,1 2-98,0 0-1,1 0 1,0 0 0,2-1 0,-1 1-1,2-1 1,-1 0 0,14 20-1,-9-16-445,1-1 0,1 0 0,0-1 0,1 0 0,29 24 0,-32-31-219,0-1 0,1-1 0,0 1 0,0-2-1,0 0 1,1 0 0,21 6 0,-8-6-1841,1 0-1,47 1 1,41-4-4222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8.2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695 1 14038,'0'0'12950,"-130"125"-10773,82-42-672,0 12-384,-9 6-273,1-4-720,11-4-128,0-10 0,5-10 0,5-16-448,2-19-1329,1-5-176,2-18-1440,-3-10-1746,0-5-1776,3-13-4002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8.8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1 530 6643,'29'-8'2889,"240"-47"3789,197-19-2342,-344 47-4147,208-75 0,-301 92-182,-1-2 1,0 0-1,-1-2 0,-1-1 0,0-1 1,32-27-1,-54 39 26,0-1 1,1 1-1,-2-1 0,1 0 1,-1 0-1,1 0 0,-1-1 1,-1 1-1,3-7 0,-4 10 33,0 0-1,-1 0 0,1 0 1,-1 0-1,1 0 0,-1 0 1,0-1-1,0 1 1,0 0-1,0 0 0,0 0 1,0 0-1,0 0 0,-1 0 1,1 0-1,-1 0 1,0 0-1,0 0 0,1 0 1,-1 0-1,0 0 0,-1 0 1,1 0-1,0 1 0,0-1 1,-1 1-1,1-1 1,-1 1-1,-2-3 0,-2 1 0,1 0-1,-1 0 1,0 0 0,0 1-1,0 0 1,-1 0-1,1 1 1,0-1-1,-9 1 1,-66-2 245,64 3-244,0 0 16,1 2-1,0 0 1,-1 0-1,1 2 1,0 0 0,0 0-1,-28 14 1,21-7 136,1 2 0,0 0 1,1 2-1,-31 26 0,17-8 160,2 2 0,1 1 0,2 1 1,2 2-1,-26 44 0,23-26 138,3 0 0,-37 106 0,-17 129 465,79-279-910,0 1 0,-2-1 0,0 0 0,0 0 1,-9 15-1,21-37-95,1 0 1,0 1-1,0 1 0,1-1 1,0 1-1,12-6 1,16-14-506,2-3-124,-19 17 288,-1-2 0,-1-1 0,26-28 0,-44 88 664,-1-40-178,0 5-491,0-1 0,0 1 1,1-1-1,0 1 0,1-1 0,2 12 1,-3-17 38,1-1 0,0 0 0,0 1 0,1-1 0,-1 0 0,0 0-1,1 0 1,-1 0 0,1 0 0,-1 0 0,1-1 0,0 1 0,0 0 0,0-1 0,0 1 0,0-1 0,0 0 0,1 0 0,-1 0 0,0 0 0,0 0 0,1 0 0,-1-1 0,1 1 0,-1-1 0,4 1 0,37 1-6931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09.1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19 229 9284,'0'0'10488,"22"6"-9306,9 2-900,95 20 369,-96-23-591,0-1-1,0-2 0,50-3 1,-79 1-58,1-1 1,0 0-1,0 1 1,-1-1-1,1 0 1,0 0-1,-1 0 1,1 0-1,-1 0 1,1-1-1,-1 1 1,0 0-1,1-1 1,-1 1-1,0-1 1,0 1-1,0-1 1,0 1-1,0-1 1,-1 0-1,1 0 1,0 1-1,-1-1 1,1 0-1,-1 0 1,0 0-1,1 1 1,-1-1-1,0 0 1,0-3-1,0-3 5,0 0 1,0 0-1,0 1 0,-1-1 0,0 0 1,-3-9-1,1 8 37,-1 0 0,-1 0 1,1 0-1,-1 1 0,-1-1 0,0 1 1,0 1-1,0-1 0,-1 1 0,0 0 1,0 0-1,-1 1 0,-11-7 1,8 5 293,-1 2 0,0-1 1,0 1-1,0 1 1,-1 0-1,0 1 1,0 0-1,0 1 1,-19-2-1,27 4-166,0 1 0,0 0 0,0 0 0,0 0-1,0 0 1,-1 1 0,1 0 0,0 0 0,0 0-1,0 0 1,1 1 0,-1 0 0,0 0 0,1 1 0,-1-1-1,1 1 1,-6 3 0,5 0-1,0 0 0,0 0 1,1 0-1,0 1 0,0 0 0,0-1 0,1 1 0,0 0 1,0 1-1,-3 13 0,1-3-8,1 0-1,0 1 1,2-1 0,0 1 0,1 0-1,1 0 1,0-1 0,2 1-1,7 36 1,-6-42-212,1 0 0,1-1 0,0 1 0,0-1 0,1-1 0,1 1 0,0-1 0,0 0-1,1 0 1,1-1 0,0 0 0,0-1 0,1 0 0,20 15 0,-19-17-508,-1-1 0,1 0 0,0-1 0,0 0 0,0-1-1,1 0 1,-1 0 0,1-1 0,0-1 0,21 2 0,59-2-5046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0.3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1001 114 4594,'0'0'15895,"-8"-18"-13395,6 13-2354,0 0 0,-1-1 0,0 1 0,0 0-1,0 0 1,0 0 0,-1 0 0,1 1 0,-1-1 0,0 1-1,-1 0 1,1 0 0,-1 1 0,0-1 0,0 1 0,0 0 0,0 0-1,0 1 1,-1 0 0,1 0 0,-1 0 0,1 0 0,-1 1-1,0 0 1,0 0 0,-9 0 0,-376-3 4230,323 5-3928,63-1-421,-135 6 651,119-3-618,-1 0 0,0 2 0,1 0 0,-27 11 0,43-14-59,0 0 1,1 0-1,-1 0 0,1 1 0,-1 0 0,1 0 0,0 0 0,0 0 1,-6 8-1,8-9-1,1 0 0,0-1 0,0 1 0,0 0 0,0 0 0,0 0 0,0 0 0,0 1-1,1-1 1,-1 0 0,1 0 0,0 0 0,0 1 0,-1-1 0,1 0 0,1 0 0,-1 0 0,0 1 0,0-1 0,1 0 0,0 0 0,-1 0 0,1 0 0,0 0 0,1 3 0,5 5-49,1 0 1,-1-1-1,2 0 1,-1 0-1,1-1 1,1 0-1,-1-1 1,1 0-1,11 6 1,-9-5-62,317 193-4109,-206-129 2262,-104-62 1629,31 21-317,-48-29 624,1 0 0,-1 0 0,0 0 0,0 0 0,0 0 0,0 0 0,0 1 1,0-1-1,-1 1 0,1-1 0,-1 1 0,1 0 0,-1 0 0,0-1 1,1 6-1,-2-7 29,0 0 0,0 0 1,0 0-1,0 0 0,0 0 1,0 0-1,0 0 0,0 0 0,-1 0 1,1 0-1,0-1 0,0 1 1,-1 0-1,1 0 0,-1 0 1,1 0-1,-1-1 0,1 1 1,-1 0-1,1 0 0,-1-1 0,0 1 1,0 0-1,1-1 0,-1 1 1,0-1-1,-1 2 0,-29 7 533,22-7-349,-64 12 1627,-1-4 1,-103 1-1,93-8-992,-127 22 1,203-23-844,-29 7 50,36-9-40,1 0 0,-1 1 1,0-1-1,0 0 0,0 1 1,0-1-1,1 1 0,-1-1 1,0 1-1,1-1 0,-1 1 0,0-1 1,1 1-1,-1 0 0,1-1 1,-1 1-1,1 0 0,-1 0 1,1-1-1,-1 1 0,1 0 1,0 0-1,-1 0 0,1 0 0,0 0 1,0-1-1,0 1 0,-1 0 1,1 0-1,0 0 0,0 0 1,1 0-1,-1 0 0,0 1 1,1-1-97,0 0 0,0 0 0,0 0 1,1 0-1,-1 1 0,0-2 0,1 1 1,-1 0-1,0 0 0,1 0 0,-1-1 1,1 1-1,-1 0 0,1-1 0,-1 0 1,1 1-1,0-1 0,-1 0 0,1 0 1,0 0-1,-1 0 0,1 0 0,2 0 1,5 0-539,191 8-11840,-194-8 11960,85 0-9165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0.7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127 0 3794,'0'0'23402,"-18"7"-20987,-57 26-500,72-31-1868,0 1-1,1-1 1,-1 1-1,1-1 1,-1 1-1,1 0 1,0 0-1,0 0 1,1 0-1,-1 0 0,0 0 1,1 0-1,0 1 1,0-1-1,0 1 1,0-1-1,0 1 1,1-1-1,0 1 1,0-1-1,0 1 0,0-1 1,0 1-1,0-1 1,2 6-1,-1 7-13,-1-15-33,0 1 0,1 0 0,-1-1 0,0 1 0,1 0 0,-1-1 0,1 1 0,0-1 0,0 1 0,-1-1 0,1 1 0,0-1 0,0 1 0,0-1 0,0 0 0,1 0 0,-1 1 0,0-1 0,0 0 0,1 0 0,-1 0 0,1 0 0,-1-1 0,1 1 0,-1 0 0,1-1 0,-1 1 0,1-1 0,0 1 0,-1-1 0,1 0 0,2 1 0,9 0 0,0 0 0,1 0 0,17-2 0,-9 0 0,-3 0-88,-1-1 1,0 0-1,0-1 0,-1-1 1,1-1-1,22-9 1,-7 0-193,-2-1 1,41-25 0,-70 39 298,1-1 48,1 0 0,0-1 0,-1 1-1,0-1 1,1 1 0,-1-1 0,0 0 0,0 0 0,-1 0 0,1-1-1,3-5 1,-6 8-54,0 1 1,0 0-1,0 0 0,0-1 0,0 1 0,0 0 0,0 0 0,0 0 0,0-1 0,0 1 0,0 0 0,0 0 0,0 0 1,0-1-1,0 1 0,0 0 0,0 0 0,-1 0 0,1-1 0,0 1 0,0 0 0,0 0 0,0 0 0,-1 0 0,1 0 0,0-1 1,0 1-1,0 0 0,0 0 0,-1 0 0,1 0 0,0 0 0,0 0 0,-1 0 0,1 0 0,0 0 0,0 0 0,0 0 1,-1 0-1,1 0 0,0 0 0,0 0 0,0 0 0,-1 0 0,1 0 0,0 0 0,0 0 0,-1 0 0,1 0 0,0 0 1,0 0-1,-11 3-64,9-1 51,1 0 0,0 0 0,0 0 0,0 0 0,0 0 0,0 1 0,0-1 0,0 0 0,1 1 0,0-1 0,-1 0 0,1 1 0,0-1 0,0 1 0,0-1 0,1 4 0,-1-2 0,0-1 0,1 1 0,-1 0 0,1-1 0,0 1 0,0 0 0,0-1 0,1 0 0,-1 1 0,5 5 0,-1-3-306,1-1-1,0 1 1,0-1-1,1 0 1,0-1 0,-1 0-1,11 5 1,7-1-4424,0-4-3736,-4-4-3276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1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9812,'0'0'14733,"22"3"-12039,4 0-1572,35 8 0,-59-10-1023,0-1 0,0 1 1,-1 0-1,1 0 0,0 0 1,-1 0-1,1 0 0,-1 0 1,1 0-1,-1 0 0,0 1 0,1-1 1,-1 0-1,0 1 0,0-1 1,0 1-1,0 0 0,0-1 0,0 1 1,-1 0-1,1-1 0,0 5 1,0 0 74,0 0 1,0-1-1,-1 1 1,0 0-1,-1 7 1,0-2-222,-3 40 47,4-48 0,-1-1 0,1 1 0,-1-1 0,0 0 0,1 0 0,-1 1 0,0-1 0,0 0 0,0 0 0,0 0 0,-1 0 0,1 0 0,-1 0 0,1 0 0,-1 0 0,0-1 0,1 1 0,-4 1 0,93-52 2,-9 3-25,-25 18-178,-13 5-147,1 2 0,1 2 0,66-19 0,-109 38 396,0 0 0,1 0 0,-1 1-1,1-1 1,-1 0 0,1 1 0,-1-1 0,0 0 0,1 1 0,-1-1-1,0 0 1,1 1 0,-1-1 0,0 1 0,0-1 0,1 0 0,-1 1 0,0-1-1,0 1 1,0-1 0,0 1 0,1-1 0,-1 1 0,0-1 0,0 1-1,0-1 1,0 1 0,0-1 0,0 1 0,0-1 0,0 1 0,-1-1 0,1 1-1,0-1 1,0 1 0,-1 0 0,-2 27-345,2-22 437,-1 52-140,2-57 0,0-1 0,0 1 0,0-1 0,0 1 0,1-1 0,-1 0 0,0 1 0,0-1 0,1 1 0,-1-1 0,0 0 0,1 1 0,-1-1 0,0 0 0,1 0 0,-1 1 0,0-1 0,1 0 0,-1 0 0,1 1 0,-1-1 0,0 0 0,1 0 0,-1 0 0,1 0 0,-1 0 0,1 0 0,-1 0 0,1 1 0,-1-1 0,1-1 0,19 2 0,-14-1 0,37 0 0,0-2 0,-1-1 0,44-10 0,-37 3 0,-1-3 0,0-1 0,78-36 0,-126 50 0,0 0 0,0 0 0,0 0 0,0 0 0,0 0 0,0 0 0,0 0 0,0 0 0,0 0 0,0 0 0,0 0 0,0 0 0,-1 0 0,1-1 0,0 1 0,0 0 0,0 0 0,0 0 0,0 0 0,0 0 0,0 0 0,0 0 0,0 0 0,0 0 0,0 0 0,0 0 0,0 0 0,0 0 0,0 0 0,0 0 0,0 0 0,0-1 0,0 1 0,0 0 0,0 0 0,0 0 0,0 0 0,-1 0 0,1 1 0,-1-1 0,1 0 0,-1 1 0,0-1 0,1 0 0,-1 1 0,1-1 0,-1 1 0,1-1 0,-1 1 0,1-1 0,0 1 0,-1-1 0,1 1 0,0-1 0,-1 1 0,1 0 0,-1 0 0,0 3-7,-1 0 1,1-1-1,0 1 0,0 0 1,1 0-1,-1 0 0,1 0 1,-1 0-1,1 0 1,1 0-1,-1 0 0,0 0 1,1 0-1,0 0 0,0 0 1,0 0-1,0-1 0,1 1 1,-1 0-1,1-1 0,0 1 1,0-1-1,3 4 0,-2-4-330,0 0 0,0 0 0,1-1-1,-1 1 1,0-1 0,1 0 0,0 0-1,-1 0 1,6 2 0,34 6-5607,6-7-3004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1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313 186 8132,'0'0'15492,"-22"-7"-13360,-73-23-235,88 28-1749,1 1 1,-1-1-1,0 1 1,0 1 0,0 0-1,0 0 1,0 0-1,0 0 1,0 1 0,1 1-1,-1-1 1,0 1-1,1 0 1,-1 0-1,1 1 1,-1 0 0,1 0-1,0 1 1,0-1-1,1 1 1,-10 8 0,11-7-132,0-1 1,0 1-1,0-1 1,1 1 0,0 0-1,0 0 1,0 1-1,0-1 1,1 1 0,0-1-1,0 1 1,0 0-1,1 0 1,0 0 0,0 0-1,0 0 1,1 0-1,0 0 1,0 0 0,1 0-1,0 0 1,2 9-1,-2-11-18,1 0-1,0-1 0,0 1 0,0-1 0,0 1 0,1-1 1,-1 0-1,1 0 0,0 0 0,0 0 0,0 0 1,1-1-1,-1 1 0,0-1 0,1 0 0,0 0 0,-1 0 1,1 0-1,0-1 0,0 0 0,0 0 0,5 1 0,12 3-90,-1-2-1,0-1 0,23 1 0,-21-2-55,-1 0 1,1-2-1,0 0 0,0-2 1,29-6-1,-46 8 138,0-1 1,-1 1-1,1-1 0,0 0 1,0-1-1,-1 1 0,0-1 1,1 0-1,-1 0 0,0 0 1,0-1-1,-1 1 0,1-1 1,-1 0-1,1 0 0,-1 0 1,0 0-1,-1-1 1,1 1-1,-1-1 0,0 0 1,0 1-1,-1-1 0,1 0 1,-1 0-1,0 0 0,0 0 1,0-9-1,-1 3 19,-1 1 1,1-1-1,-2 1 0,0-1 1,0 1-1,-1 0 0,0 0 1,0 0-1,-1 0 0,-1 0 1,0 1-1,-7-11 0,2 5-114,-1 0-1,-1 1 0,0 0 0,-1 1 1,0 0-1,-21-14 0,11 14-1771,11 12-4463,17 16-10233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2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826 472 11093,'-8'-22'3780,"1"-2"-2691,-1 0 0,-2 1 0,0 0 0,-2 1 0,0 0 0,-18-23 0,3 10 166,-2 2 1,0 1 0,-2 1-1,-2 2 1,-59-42 0,83 66-1054,-1 0 1,0 0-1,1 1 0,-2 0 1,1 1-1,0 0 1,-12-1-1,17 3-164,0 0-1,1 1 1,-1 0 0,1 0-1,-1 0 1,0 0 0,1 1-1,-1 0 1,1 0-1,-1 0 1,1 0 0,-1 1-1,1-1 1,0 1 0,0 0-1,0 1 1,0-1 0,-7 6-1,3 1-14,0 1 0,0-1 0,1 2 1,0-1-1,1 1 0,0-1 0,-8 22 0,-23 89 106,27-82-69,-12 40-45,-137 598-1,151-605-230,2 114 1,6-179 136,0-6-105,1-1 0,-1 1 0,0-1 0,0 1 0,1-1 0,-1 0 0,0 1 0,1-1 0,-1 1 0,0-1 0,1 0 0,-1 1 0,1-1 0,-1 0 0,1 0 0,-1 1 0,1-1 0,-1 0 0,1 0 0,-1 0 0,1 0 0,-1 1 0,1-1 0,-1 0 0,1 0 0,-1 0 0,1 0 0,-1 0 0,1 0 0,-1 0 0,1-1 0,-1 1 0,1 0 0,-1 0-1,1 0 1,-1 0 0,1-1 0,-1 1 0,0 0 0,1 0 0,-1-1 0,1 1 0,-1 0 0,0-1 0,1 1 0,0-1 0,7-19-6630,-7-17-4602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2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10709,'0'0'2769,"143"13"1201,-71 10-32,-1-6-1393,-11 1-1393,-7-3-959,-11-5-193,-9-8-337,-3-2-1904,-2 0-3649,7-35-6964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3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347 1 6467,'0'0'14695,"2"27"-11921,-1-18-2520,2 16 330,-1-1-1,-2 1 1,0 0-1,-2-1 0,0 1 1,-11 41-1,-114 312 3760,13-46-4193,107-307-215,4-12-78,-1 1 0,0-1 0,-1 0 1,-1-1-1,0 1 0,-9 13 1,0-12-2759,14-14 2669,1 1 1,-1-1-1,0 0 1,1 0 0,-1 0-1,1 1 1,-1-1-1,0 0 1,1 0 0,-1 0-1,1 0 1,-1 0-1,0 0 1,1 0-1,-1 0 1,1-1 0,-1 1-1,0 0 1,1 0-1,-1 0 1,1-1 0,-1 1-1,1 0 1,-1-1-1,1 1 1,-1 0 0,1-1-1,-1 1 1,1-1-1,-1 1 1,0-1-1,-11-24-8486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3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1 500 9508,'35'-2'3130,"461"-8"7053,-344 11-8864,227-4-218,-333 1-1194,0-3-1,0-1 1,87-24-1,-109 23-223,-1-2-1,1-1 0,-1 0 0,-1-2 0,0 0 1,-1-2-1,0 0 0,32-30 0,-45 37 202,-1 0-1,-1-1 0,1-1 0,-1 1 1,0-1-1,-1 0 0,0 0 0,-1 0 1,0-1-1,0 0 0,4-16 0,-7 21 114,0 0 1,-1 0-1,1 0 0,-1 0 0,0 0 1,0 0-1,-1 0 0,0 0 0,0 0 1,0 1-1,0-1 0,-1 0 0,1 0 1,-1 1-1,0-1 0,-1 1 0,1-1 1,-1 1-1,0 0 0,0 0 0,0 0 1,-1 1-1,1-1 0,-8-5 0,-3-1 243,-1 1-1,0 1 0,0 1 0,0 0 0,-1 1 0,0 0 0,0 1 0,0 1 0,-1 1 1,1 0-1,-1 1 0,0 1 0,-23 1 0,22 1 43,0 0 0,1 2 0,-1 0 0,0 1 0,1 0 0,0 1 0,0 2 0,0-1 0,1 2 0,0 0 0,0 1 0,-21 16 0,13-4 32,2 1 0,0 1-1,1 1 1,1 0-1,2 2 1,-30 52 0,-68 179 1102,116-256-1410,-68 184 547,60-155-533,1-1 1,1 2 0,1-1 0,0 46-1,5-75-19,0-1 0,0 1-1,0 0 1,0 0 0,1-1-1,-1 1 1,0-1 0,1 1-1,-1 0 1,0-1-1,1 1 1,-1-1 0,0 1-1,1 0 1,-1-1 0,1 1-1,-1-1 1,1 0 0,-1 1-1,1-1 1,0 1 0,-1-1-1,1 0 1,-1 1 0,1-1-1,0 0 1,-1 0 0,1 0-1,0 1 1,0-1 0,-1 0-1,1 0 1,0 0 0,1 0-1,30-2-27,-25 1 15,16-3-163,-1-2 0,1-1-1,-1 0 1,-1-2 0,28-14-1,1 0-175,-11 7 129,-5 2 138,33-18 0,-70 70 1505,1-23-1353,1-6-37,0 5-164,0 1-1,0-1 0,1 0 0,3 19 1,-2-29-132,-1-1 0,1 0 1,0 1-1,0-1 0,1 0 1,-1 0-1,1 1 0,-1-1 0,1 0 1,0-1-1,0 1 0,0 0 0,1 0 1,-1-1-1,0 1 0,1-1 1,0 0-1,0 0 0,-1 0 0,1 0 1,1-1-1,5 3 0,0-1-1566,1 0 0,0-1 1,-1 0-1,1-1 0,0 0 0,14-1 0,20 0-9076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4.1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99 7027,'0'0'10696,"27"14"-7722,8 4-2269,-1 1-31,0-2 0,56 19 0,-70-29-585,0-1 1,0-1-1,1-1 1,0-1-1,42 1 0,-62-4-96,0 0 0,0 0 0,1 0-1,-1-1 1,0 1 0,0 0 0,0 0 0,0-1-1,1 1 1,-1-1 0,0 1 0,0-1 0,0 1-1,0-1 1,0 0 0,0 0 0,0 1 0,-1-1-1,1 0 1,0 0 0,0 0 0,-1 0 0,1 0-1,0 0 1,0-2 0,1 0-11,-1-1-1,0 1 1,-1-1 0,1 1-1,0-1 1,-1 1 0,0-1 0,0-7-1,-1 2 9,-1-1-1,1 0 0,-2 0 1,1 1-1,-1-1 0,-5-9 0,5 12 184,-1 1-1,0-1 1,0 1-1,-1 0 1,0 0-1,0 1 1,0-1-1,-1 1 1,1 0-1,-1 0 1,0 1-1,-1 0 1,1 0-1,-1 0 1,0 1-1,0 0 1,0 1-1,0-1 1,0 1-1,-1 0 1,1 1-1,-1 0 1,1 0-1,-1 1 1,-11 0-1,17 1-134,0-1-1,1 1 0,-1 0 1,0 0-1,0 0 0,1-1 1,-1 2-1,1-1 1,-1 0-1,1 0 0,0 0 1,-1 1-1,1-1 1,0 0-1,0 1 0,0 0 1,0-1-1,0 1 0,0-1 1,0 1-1,0 0 1,1 0-1,-1-1 0,1 1 1,-1 0-1,1 0 1,0 0-1,0 3 0,-2 10 114,0 1-1,2 21 1,0-27-70,1 0-100,-1-1-1,2 1 1,0-1-1,0 1 1,1-1 0,0 0-1,0 0 1,1 0-1,0 0 1,1-1 0,0 0-1,0 0 1,1 0 0,8 10-1,3-1-726,0 0 0,1-1 0,0-1 0,37 23 0,-32-24-810,2-1 0,33 14 0,68 13-2886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4.5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1 211 15463,'0'0'9933,"16"36"-8434,-2-4-1168,15 31 529,39 131 1,-42-96-214,17 66-215,77 189 1,-119-351-430,1 6-88,2-1-1,-1 1 1,1-1 0,0 0 0,1 0-1,6 8 1,-10-14 69,0 0 1,0 0-1,0-1 0,0 1 1,0 0-1,0 0 0,0-1 1,0 1-1,1-1 0,-1 1 1,0-1-1,0 1 0,1-1 1,-1 0-1,0 1 0,1-1 1,-1 0-1,2 0 0,-1-1 24,0 1 0,1-1 0,-1 1-1,0-1 1,0 0 0,0 0-1,0 0 1,-1 0 0,1-1-1,0 1 1,0 0 0,-1-1 0,1 0-1,2-2 1,57-75 9,-5 6-15,27-24 34,-3 5 66,123-181 0,42-185 298,-243 454-381,5-9 143,0 0 0,-2 0 0,1 0 0,-2-1 0,0 1 0,4-25-1,-8 38-171,0 0 0,0-1-1,0 1 1,0 0-1,1 0 1,-1-1-1,0 1 1,0 0 0,0-1-1,0 1 1,0 0-1,-1-1 1,1 1-1,0 0 1,0-1 0,0 1-1,0 0 1,0 0-1,0-1 1,0 1-1,-1 0 1,1 0 0,0-1-1,0 1 1,0 0-1,-1 0 1,1-1-1,0 1 1,0 0 0,0 0-1,-1 0 1,1-1-1,0 1 1,-1 0-1,1 0 1,0 0 0,0 0-1,-1 0 1,1 0-1,0 0 1,-1 0-1,1 0 1,0 0 0,-1 0-1,1 0 1,0 0-1,0 0 1,-1 0-1,1 0 1,0 0 0,-1 0-1,1 0 1,0 0-1,-1 0 1,1 0-1,0 1 1,0-1 0,-1 0-1,1 0 1,0 0-1,0 0 1,-1 1-1,1-1 1,0 0 0,0 0-1,0 1 1,-1-1-1,1 0 1,0 0-23,-3 3-391,0 0 1,1 0-1,-1 0 0,0 0 1,1 0-1,0 1 0,0-1 1,-3 7-1,2-4-1027,1 1 1,0 0-1,0-1 0,-2 12 1,3 10-3291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5.1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703 33 8260,'0'0'12811,"-27"-5"-10527,2 1-1753,-16-4 607,0 3 0,-65-1 0,17 4 422,45 0-957,-1 2 0,1 1 1,-70 12-1,106-11-535,0 0-1,0 0 1,0 1 0,1 0 0,-1 1-1,1 0 1,0 0 0,0 0-1,0 1 1,0 0 0,-10 11 0,14-13-57,0 1 0,0-1 0,1 1 0,0-1 0,-1 1 0,1 0 1,1 0-1,-1 0 0,1 0 0,-1 1 0,1-1 0,0 0 0,0 1 1,1-1-1,0 0 0,-1 1 0,2-1 0,-1 0 0,0 1 0,1-1 1,0 1-1,0-1 0,0 0 0,2 5 0,-1-5-10,1 1-1,-1 0 1,1-1 0,1 1 0,-1-1-1,1 0 1,-1 0 0,1 0-1,0-1 1,0 1 0,1-1-1,-1 0 1,1 0 0,-1 0-1,1-1 1,0 0 0,8 3-1,8 2-46,0-1-1,0-1 1,23 2 0,-12-2-176,0-2 1,53-1-1,-74-3 206,0 0 0,-1 0 0,1-1 0,0 0 0,-1-1 0,1 0 0,-1-1 0,0 0 0,0-1 0,0 0 0,13-9 0,-21 12 69,0 0 0,1-1 0,-1 1-1,0 0 1,0-1 0,0 1 0,0-1-1,-1 0 1,1 0 0,-1 0 0,0 0-1,0 0 1,0 0 0,0 0 0,0 0-1,0 0 1,-1 0 0,0-1 0,1 1 0,-1 0-1,-1 0 1,0-7 0,1 6 139,0 4-191,0-1-1,0 1 1,0 0-1,0 0 1,-1 0-1,1-1 1,0 1-1,0 0 1,0 0-1,-1 0 0,1 0 1,0 0-1,0 0 1,0-1-1,-1 1 1,1 0-1,0 0 1,0 0-1,-1 0 1,1 0-1,0 0 1,0 0-1,-1 0 1,1 0-1,0 0 1,0 0-1,-1 0 0,1 0 1,0 0-1,0 0 1,0 0-1,-1 0 1,1 1-1,0-1 1,0 0-1,-1 0 1,1 0-1,0 0 1,0 0-1,0 0 1,-1 1-1,1-1 0,0 0 1,0 0-1,0 0 1,0 1-1,0-1 1,-1 0-1,1 0 1,0 0-1,0 1 1,0-1-1,0 0 1,0 0-1,0 1 1,0-1-1,-3 7 1,0 0 0,0 0 0,1 0 0,0 0 0,0 1-1,1-1 1,0 1 0,0-1 0,1 14 0,0-11-15,1 0 0,0 0 0,0 0 0,1 0-1,0 0 1,1 0 0,4 10 0,-4-13-308,1 0 0,1 0 0,-1-1 0,1 1 0,0-1 0,1 0 0,-1-1 0,1 1 0,1-1 0,11 8 0,-9-8-816,0 0 0,0-1 0,0 1 1,1-2-1,-1 0 0,1 0 0,0 0 0,12 0 1,35 0-8348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5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167 346 10213,'0'0'14502,"-12"23"-12343,-34 69-500,33-61-813,12-29-756,1 0-1,-1 0 1,0 0-1,0 0 1,0 0-1,0 0 0,0 0 1,-1 0-1,1 0 1,-3 3-1,2-5-60,0 1 0,0-1 0,0 0 0,0 1 0,0-1 0,0 0 0,1 0 0,-1-1 0,0 1 0,0 0 0,0-1 0,0 1 0,-2-1 0,2 0-10,-1 0 1,0-1 0,0 1-1,1 0 1,-1-1 0,1 0-1,-1 0 1,1 1-1,-1-2 1,1 1 0,0 0-1,0 0 1,0-1 0,1 1-1,-1 0 1,0-1-1,1 0 1,0 0 0,-1 1-1,1-1 1,0 0 0,1 0-1,-1 0 1,0 0-1,1-3 1,-2-7 49,0 1 0,1 0-1,1 0 1,0 0 0,2-13 0,0 15-41,1-1 0,0 1 0,0 0 0,1 0 0,0 0 1,1 1-1,0-1 0,1 1 0,0 0 0,0 1 0,15-15 0,8-7-43,53-41 0,-82 71 15,25-21-503,2 2 1,-1 1 0,42-20 0,-50 30-889,1 0-1,25-6 1,-28 10-714,0 1 1,0 1-1,22-1 0,10 2-7256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5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 1 9636,'0'0'19898,"-30"118"-19498,25-116-336,5 1-64,0-16-11782,10-22 1394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5.7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58 18 9636,'0'0'20986,"0"-18"-20922,0 53-64,-15 5-16,-2 3-1441,2 2-1728,5-5-2098,10-5-5345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6.6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506 21 10117,'0'0'14836,"-29"-3"-13286,-9-2-1051,-133-7 1603,171 12-2100,-22-1 281,0 1 0,0 1-1,-24 5 1,39-5-239,-1 1 0,1 1 1,-1-1-1,1 1 0,0 0 0,0 1 0,1 0 1,-1 0-1,1 0 0,0 1 0,0 0 0,-7 7 0,7-6-35,0 1 0,0-1 0,1 1 0,0 0-1,1 0 1,0 0 0,0 1 0,0-1-1,1 1 1,0 0 0,0 0 0,1 1-1,0-1 1,1 0 0,-1 1 0,2-1-1,-1 0 1,1 1 0,1-1 0,1 13 0,-1-19-7,-1 0 0,1 0 0,0 0 1,0 0-1,0 0 0,0-1 1,0 1-1,1 0 0,-1 0 1,0-1-1,1 1 0,0-1 1,-1 0-1,1 1 0,0-1 0,-1 0 1,1 0-1,0 0 0,0 0 1,0 0-1,0 0 0,0-1 1,0 1-1,0-1 0,3 1 1,7 1 5,0-1 0,0 0 0,17-1 0,-13-1-10,6 2 9,-1 0-39,0-1-1,0-1 1,0 0-1,0-2 1,-1 0-1,1-1 1,-1-2-1,24-8 1,-9-4 42,-22 11 1,1 0 1,23-7 0,-40 16 162,0 0 0,1 1 0,0-1 1,0 1-1,-1 0 0,1 0 0,1 0 0,-1 0 0,0 0 0,1 0 0,-2 4 0,-15 48-342,15-37 168,2 0 0,0 20 0,1-38 0,0 0 0,1 1 0,-1-1 0,0 1 0,1-1 0,-1 1 0,0-1 0,1 0 0,-1 1 0,1-1 0,-1 0 0,1 1 0,-1-1 0,1 0 0,-1 0 0,1 1 0,-1-1 0,1 0 0,-1 0 0,1 0 0,-1 0 0,1 0 0,-1 0 0,1 0 0,-1 0 0,1 0 0,0 0 0,0 0 0,24 0 0,-17 0 0,182-10-310,-166 7 107,1-1 0,-1-1 0,0-2-1,0 0 1,37-17 0,-59 22 237,26-14-185,-26 15 204,-1 0 0,0 0 1,0 0-1,0 0 1,1 0-1,-1 0 0,0 0 1,0 0-1,-1 0 0,1 0 1,0-1-1,0 1 0,-1 0 1,1-1-1,0 1 1,-1-1-1,1 1 0,-1-3 1,0 4-40,0-1 0,0 1 0,0 0 0,0 0 0,0 0 0,-1-1 0,1 1 0,0 0 0,0 0 0,0 0 0,0 0 0,-1 0 0,1-1 0,0 1 0,0 0 0,0 0 0,-1 0 0,1 0 0,0 0 0,0 0 0,-1 0 0,1 0 1,0 0-1,0 0 0,-1 0 0,1 0 0,0 0 0,0 0 0,0 0 0,-1 0 0,1 0 0,0 0 0,0 0 0,-1 0 0,1 0 0,0 0 0,0 0 0,-1 0 0,1 0 0,0 1 0,0-1 0,0 0 0,0 0 0,-1 0 0,1 0 0,0 1 0,0-1 0,0 0 0,-10 6-69,7-3 55,1 1 0,0-1 0,0 0 0,0 1 0,0-1 0,1 1 0,-1-1 0,1 1 0,0 0 0,0-1 0,0 1 0,0 0 0,1 0 0,0 0 0,0 0 0,0 6 0,1-10 0,0 1 0,0-1 0,0 1 0,1-1 0,-1 0 0,0 0 0,0 1 0,0-1 0,0 0 0,0 0 0,1 0 0,-1 0 0,0 0 0,2-1 0,0 1 0,69 2 0,-34 0 0,0-2 0,64-8 0,-95 7 0,0 0 0,0 0 0,0-1 0,0-1 0,0 1 0,0-1 0,11-7 0,-16 72-979,-1-61 739,-1 0 0,1 0 0,0 0-1,-1 0 1,1 0 0,0 0 0,0 0 0,-1 0 0,1-1 0,0 1 0,0 0-1,0 0 1,0-1 0,0 1 0,0-1 0,0 1 0,0-1 0,0 1 0,1-1-1,-1 1 1,0-1 0,0 0 0,0 0 0,0 0 0,1 0 0,-1 0 0,2 0 0,1 1-862,43 4-6109,11-4-1457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6.9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17 512,'0'0'16016,"-21"-3"-11308,-73-9-917,84 11-3323,1 1-1,-1 0 0,1 0 1,-1 1-1,1 0 0,-1 1 1,1 0-1,0 0 0,-1 1 0,1 1 1,-14 6-1,11-3-170,1 0 0,0 1 0,1 0 0,0 0 0,0 1 0,-14 17 0,19-21-295,1 0 1,1 1 0,-1-1 0,1 1 0,0 0-1,0 0 1,0 0 0,1 0 0,0 0 0,0 0 0,0 1-1,1-1 1,0 0 0,1 1 0,-1-1 0,1 1-1,0 0 1,2 9 0,0-13-43,-1 0 0,1-1 0,-1 1 0,1 0 0,0-1 0,0 0 0,0 1 0,0-1 0,1 0 0,-1 0 0,0 0 0,1 0 0,0 0 0,-1-1 0,1 1 0,0-1 0,0 0 0,0 0 0,4 1 0,7 3-656,0-1-1,25 3 1,-6-3-3272,51-1 0,-6-8-7252,-28-6 882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7.4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19 234 2289,'0'0'10736,"7"-2"-9346,-7 2-1383,5-2 279,-1 1 0,1 0 1,-1 0-1,1 0 1,0 0-1,-1 1 1,1 0-1,0 0 0,-1 0 1,1 1-1,-1-1 1,1 1-1,0 0 0,5 2 1,5 3 212,0-1-1,0-1 1,0 0-1,0-2 1,0 1-1,1-2 1,-1 0 0,20-1-1,-34 0-482,0 0 0,1-1 0,-1 1 0,0 0 0,1 0 0,-1-1 0,0 1 0,1-1-1,-1 1 1,0-1 0,1 1 0,-1-1 0,0 0 0,0 1 0,0-1 0,0 0 0,0 0 0,0 0 0,0 0 0,0 0-1,0 0 1,0 0 0,-1-1 0,1 1 0,0 0 0,-1 0 0,1-1 0,-1 1 0,1 0 0,-1 0 0,0-1-1,1-1 1,0-6 86,0 1 0,0-1 0,-1 0 0,-1-10 0,0 0 37,1 11-36,-1-1 0,1 0 0,-2 1 0,1-1 0,-1 1 0,0 0 0,-1-1 0,0 1 0,-1 0 0,1 0 0,-1 1 0,-1-1 0,1 1-1,-2 0 1,1 0 0,-8-8 0,11 14-34,0-1 0,-1 1 0,1 0 1,0 0-1,-1 0 0,1 0 0,-1 0 0,1 0 0,-1 1 0,0-1 0,1 1 0,-1-1 0,0 1 0,1 0 0,-1 0 0,1 1 0,-1-1 0,0 0 0,1 1 1,-1 0-1,1-1 0,-1 1 0,1 0 0,-1 0 0,1 0 0,0 1 0,-1-1 0,1 1 0,0-1 0,0 1 0,0 0 0,-2 2 0,-7 6 99,1 1 0,0 0 0,1 1 0,-10 16 0,15-23-77,-9 15-14,1 0 1,1 1 0,1 1 0,-12 34-1,17-42-175,1 1-1,1 0 0,0 1 1,1-1-1,1 0 1,1 1-1,0-1 0,2 16 1,-2-29-29,1 1-1,-1-1 1,1 0 0,0 1 0,0-1-1,0 0 1,0 0 0,0 0 0,0 0 0,0 0-1,1 0 1,-1 0 0,1 0 0,-1 0-1,1-1 1,3 3 0,0 0-202,0-2 1,0 1-1,0 0 0,0-1 0,0 0 1,0 0-1,6 0 0,10 2-3113,0-1 0,39 1 0,-57-4 2906,53 0-8839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7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391 1 10565,'0'0'16615,"-10"0"-15630,-34 4-452,43-3-522,0-1 0,0 1 0,0-1 0,0 1 0,-1 0-1,1-1 1,0 1 0,0 0 0,0 0 0,0 0 0,0-1-1,1 1 1,-1 0 0,0 0 0,0 0 0,1 1-1,-1-1 1,0 0 0,1 0 0,-1 0 0,1 0 0,0 1-1,-1-1 1,1 0 0,0 2 0,-1 35 2,1-28-3,0-2 3,-1 9-349,1 0-1,1 1 1,0-1-1,2 0 1,-1 0-1,2 0 1,8 23-1,-10-35 251,-1-1 0,1 1 0,-1 0 0,0 0 0,0 1-1,0-1 1,-1 0 0,0 0 0,0 6 0,0-9 89,0 0 0,-1 0 0,1 0-1,-1 0 1,1 0 0,-1 0 0,0 0 0,0 0 0,0-1 0,0 1-1,0 0 1,0 0 0,0-1 0,0 1 0,-1-1 0,1 1 0,-1-1-1,1 0 1,-1 1 0,0-1 0,1 0 0,-1 0 0,0 0-1,-2 1 1,-14 3 438,0-1 0,0 0-1,0-2 1,-1 0-1,1-1 1,-36-2 0,24 0 43,-40 4 0,68-2-512,-1-1 0,0 0 0,0 1 0,0 0 0,1-1 0,-1 1 0,1 0-1,-1 1 1,0-1 0,1 0 0,0 1 0,-1-1 0,1 1 0,0 0 0,-3 2 0,4-2-357,0-1-1,0 1 1,0 0 0,0 0-1,0 0 1,0 0 0,0 0-1,0 0 1,1 0-1,-1 0 1,1 0 0,-1 4-1,1 9-6102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9.0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383 20 5218,'0'0'12660,"-13"0"-11244,5-1-1226,1 2 0,0-1 1,-1 1-1,1 0 0,0 0 0,0 1 0,0 0 0,0 1 0,0-1 0,0 1 1,1 1-1,-1-1 0,1 1 0,-12 9 0,9-5 77,-121 107 2444,115-100-2432,1 1-1,0 0 1,1 1-1,1 1 1,1 0-1,-10 20 1,18-32-233,1 0-1,0 0 1,0 0 0,0 1 0,1-1 0,0 1 0,0-1-1,0 1 1,1-1 0,1 9 0,-1-13-43,0-1-1,0 0 1,1 1-1,-1-1 1,0 0 0,1 1-1,-1-1 1,1 0-1,0 0 1,-1 0 0,1 0-1,0 0 1,0 1 0,0-1-1,0 0 1,0-1-1,0 1 1,0 0 0,0 0-1,0 0 1,0-1-1,2 2 1,30 5 23,-30-7-21,24 3 15,0-2 1,0-2-1,0 0 1,0-2-1,0 0 1,-1-2 0,35-11-1,-25 4-41,0-2-1,-1-1 0,-1-2 0,52-33 1,-74 41-21,0 1 0,0-1 0,-1-1 0,0 0 0,-1-1 0,18-23 0,-25 29 39,1 0 0,-2 0-1,1 0 1,0 0 0,-1 0 0,0 0-1,-1-1 1,1 1 0,-1-1-1,0 1 1,0-1 0,0 0 0,-1 0-1,0 1 1,0-1 0,-1 0 0,1 1-1,-1-1 1,-1 0 0,1 1-1,-3-6 1,2 6 9,-1 1 0,1 0 0,-1 0 0,0 0 0,0 1 0,-1-1 0,1 1 0,-1 0 0,1 0 0,-1 0 0,0 0 0,0 1 0,-1-1 0,-4-1 0,-2-1 17,-1 0 0,1 1 0,-1 0 1,-17-3-1,4 5-16,-1 0 1,-35 2 0,21 1-95,38-1 17,1-1 0,-1 1 0,1 0 1,-1 0-1,1 0 0,-1 0 1,1 0-1,-1 0 0,1 1 0,-1-1 1,1 0-1,-1 1 0,1-1 1,-1 1-1,1-1 0,0 1 0,-1 0 1,1-1-1,0 1 0,0 0 1,-1 0-1,1 0 0,0 0 0,0 0 1,0 1-1,0-1 0,0 0 1,0 0-1,1 0 0,-1 1 0,0-1 1,1 1-1,-1-1 0,1 0 1,-1 1-1,1-1 0,0 1 1,-1-1-1,1 1 0,0-1 0,0 1 1,0-1-1,0 1 0,0-1 1,1 4-1,0-3-171,-1 0 0,1 0 0,-1 0 0,1 0 0,0 0 1,0 0-1,0 0 0,0 0 0,0-1 0,0 1 0,0 0 0,1-1 0,-1 1 1,1-1-1,-1 1 0,1-1 0,-1 1 0,1-1 0,0 0 0,0 0 1,0 0-1,2 1 0,49 17-5765,-46-17 4767,42 9-7149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9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97 63 7059,'0'0'12350,"7"18"-10632,19 58-208,-24-70-1278,0 0 0,0 0 0,-1 0 0,0 1 0,0-1 0,-1 0 0,0 0 0,0 1 0,0-1-1,-1 0 1,0 0 0,0 1 0,-1-1 0,1 0 0,-5 9 0,0-5 62,0-1 0,-1 0 0,0 0 0,0-1 0,-1 1-1,-12 9 1,7-7-71,0 2 0,1-1-1,-16 23 1,52-47-260,-2-8-131,0 0 0,-1-2 0,32-43 0,12-12-107,-52 62 238,0 1 4,1 0 1,25-21-1,-34 32 34,0-1 0,0 1 0,1 0 0,-1 1-1,1-1 1,-1 1 0,1 0 0,0 1 0,0-1 0,0 1 0,0 0 0,10 0 0,-15 1 3,0 0 1,0 0-1,0 0 0,0 1 1,0-1-1,0 0 0,0 0 1,0 1-1,-1-1 1,1 1-1,0-1 0,0 1 1,0-1-1,-1 1 0,1-1 1,0 1-1,0 0 1,-1-1-1,1 1 0,-1 0 1,1 0-1,-1-1 0,1 1 1,-1 0-1,1 0 1,-1 0-1,0 0 0,1 0 1,-1 0-1,0-1 0,0 1 1,1 0-1,-1 1 1,0 40 265,0-26-134,0 31 192,-5 104 1539,4-112-1533,2-39-330,-1 1 0,1-1 1,0 0-1,-1 1 0,1-1 0,-1 0 0,1 1 0,-1-1 1,1 0-1,0 0 0,-1 0 0,1 1 0,0-1 0,-1 0 1,1 0-1,0 0 0,-1 0 0,1 0 0,0 0 1,-1 0-1,1 0 0,0-1 0,-1 1 0,1 0 0,0 0 1,21-6 110,-15 0-100,0 0 0,0-1 1,-1 0-1,1 0 0,-1 0 0,6-12 0,30-53 15,-19 23-19,-2 0 1,-2-1-1,13-59 1,-32 108-41,0 1 0,1-1 1,-1 1-1,0-1 0,0 1 1,0-1-1,0 1 0,1 0 1,-1-1-1,0 1 0,0-1 1,1 1-1,-1 0 0,0-1 1,0 1-1,1-1 0,-1 1 1,1 0-1,-1 0 1,0-1-1,1 1 0,-1 0 1,1 0-1,-1-1 0,1 1 1,-1 0-1,0 0 0,1 0 1,-1 0-1,1 0 0,-1 0 1,1-1-1,-1 1 0,1 0 1,-1 0-1,1 1 1,-1-1-1,1 0 0,-1 0 1,1 0-1,20 11-1771,-3 2-21,1-1 1,0-1-1,0-1 0,2-1 1,-1-1-1,32 9 0,33 2-8888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19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484 1 14855,'0'0'14796,"-19"19"-13601,-65 63-368,5 15-254,66-78-664,-1 0 0,0-2 0,-31 29 0,38-41-433,1 0 0,-1-1 1,0 0-1,0 0 0,0 0 1,-1-1-1,0 0 1,1-1-1,-1 0 0,0 0 1,0 0-1,0-1 0,0 0 1,-11-1-1,16 0-120,-1 0 0,1 0 0,0 0 0,0 0 1,-1-1-1,1 1 0,0-1 0,0 0 0,0 0 0,-1 0 0,1 0 0,1-1 0,-1 1 0,0-1 1,0 0-1,0 0 0,1 0 0,-1 0 0,-2-3 0,-25-34-9961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0.1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4018,'0'0'9956,"173"-17"-5073,-95 17-1234,5 12-1920,2 6-656,-7 4-785,-11-2-288,-9-2-288,-5-3-913,-6-5-1024,-1-7-1185,-1-3-928,-5 0-1904,-5 0-481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0.3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0 5186,'0'0'11045,"-35"125"-7827,22-77-113,-7 2-816,-5-2-240,0-3-544,-3-5-721,3-5-463,5-7-273,5-10-48,8-3-353,4-13-975,36-19-10262,9-21 2674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0.5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0 144,'0'0'22122,"-135"96"-18264,94-39-1393,4 3-592,2 1-144,12-6-1153,1-8-576,1-6 0,11-9 0,3-9 0,2-6 0,-3-4-560,1-6-1457,-11-7-1169,-12 0-1376,-7-12-4770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0.7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8036,'0'0'7651,"171"-5"-3281,-98 7-1841,-3 16-1952,-2 0-577,-3-3-48,-7 0-1409,-3-10-1520,0 0-1105,-5-5-1457,-2 0-336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1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215 1 4866,'0'0'18433,"-11"21"-16406,-37 72-141,38-76-1267,-1 0-1,-1 0 1,-1-2-1,-24 26 1,25-30-215,1 1 0,0 0 0,-15 24 0,25-33-373,-1-1 0,1 0 0,-1 1 0,1 0 0,0-1-1,0 1 1,0 0 0,1-1 0,-1 1 0,0 0 0,1 0-1,0 0 1,0 0 0,0 0 0,0 3 0,1-4-22,-1 0 0,1 0 0,0-1-1,0 1 1,-1 0 0,1-1 0,0 1 0,1-1 0,-1 1 0,0-1 0,0 0 0,1 1 0,-1-1 0,0 0 0,1 0-1,-1 0 1,4 2 0,3 0 0,1 1 0,0-2-1,-1 1 1,1-1-1,0-1 1,0 1 0,16-1-1,13 0-366,0-1-1,70-9 1,-92 6-482,-1 0 1,1-1 0,0-1-1,-1-1 1,0 0 0,0 0 0,-1-2-1,0 0 1,17-12 0,-27 17 87,-1 1 0,0-1-1,0 0 1,0 0 0,0 0 0,0-1 0,-1 1 0,1-1-1,-1 1 1,0-1 0,0 0 0,0 0 0,-1 0-1,1 0 1,0-6 0,0-24-9813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1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 2673,'0'0'13879,"171"-45"-9381,-104 45-1697,-4 0-1665,-3 0-303,-17 0-833,-15 8-144,-18 2-1201,-10 0-1472,-15 2-1553,-41-2-3058,-16-5-1808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1.3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0 6259,'-140'143'2689,"160"-130"849,50-1 672,15-2-2129,13-2-945,7-3-608,-4 0-528,2-3-1152,-6-2-2962,4 0-5170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1.6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791 59 9412,'0'0'7182,"-22"-10"-2838,4 2-3495,4 1-352,-1 1 0,1 0 1,-1 1-1,0 1 0,0 0 1,0 1-1,-1 1 0,-21-1 1,-33 2 2199,-130 14 0,176-9-2586,0 0 0,1 2 0,-1 0 0,1 2 0,1 0 0,0 2 0,0 1 0,1 0 0,-24 18 0,38-24-111,0 1 0,0 0 0,1 0 0,0 0 0,1 1 0,-1 0 0,1 0 0,1 1 0,-7 12 0,9-16 0,1 0 0,-1 0 0,1 0 0,0 0 0,0 0 0,0 0 0,1 0 0,-1 0 0,1 0 0,0 0 0,0 0 0,0 0 0,1 0 0,0 0 0,-1 0 0,1 0 0,1 0 0,-1 0 0,1 0 0,-1-1 0,1 1 0,4 6 0,-2-6-4,0 0 0,0 0 0,0 0 0,1 0 0,0-1 0,-1 0 1,1 0-1,0 0 0,10 3 0,54 17-509,-33-14-919,0-2 1,46 3 0,77-5-6804,-46-5-1414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2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330 400 15047,'0'0'3655,"-23"8"1038,4-3-3592,9-3-696,-1 1 0,1 0 0,0 1 0,0 0 0,0 0 0,1 1 0,-1 0 0,1 1 0,0 0 0,1 0 0,0 1 0,0 0 0,-9 10 0,3 3 45,2 2 1,0-1-1,1 1 0,2 1 1,-10 30-1,10-27-475,0 0 0,-2-1-1,-23 40 1,34-65 25,0 0 0,0 0 0,0 0 0,0 0 0,0 0 0,0 1 0,0-1 0,-1 0 0,1 0 0,0 0 0,0 0 0,0 0 0,0 1 0,0-1 0,0 0 0,0 0 0,0 0 0,0 0 0,0 0 0,0 0 0,0 0 0,-1 1 0,1-1 0,0 0 0,0 0 0,0 0 0,0 0 0,0 0 0,0 0 0,-1 0 0,1 0 0,0 0 0,0 0 0,0 0 0,0 0 0,0 0 0,0 0 0,-1 0 0,1 0 0,0 0 0,0 0 0,0 0 0,0 0 0,0 0 0,-1 0 0,1 0 0,0 0 0,0 0 0,0 0 0,0 0 0,0 0 0,0 0 0,-1 0 0,1 0 0,0-1 0,0 1 0,0 0 0,0 0 0,0 0 0,0 0 0,0 0 0,0 0 0,0 0 0,-1-1 0,1 1 0,0 0 0,0 0 0,0-5 0,-1 1 1,1-1-1,-1 0 1,2 1-1,-1-1 1,0 0-1,1 1 1,0-1-1,0 1 0,0-1 1,1 1-1,2-7 1,29-55-119,-1 16-583,2 1 0,2 2 0,82-82-1,149-100-2773,-248 214 3187,103-73-820,-109 80 1091,1 0 0,0 0 0,0 2 0,0 0 0,1 0 0,0 2 0,16-4 0,-29 8 73,0-1 0,-1 1 1,1-1-1,0 1 0,0 0 0,0 0 0,0 0 0,-1 0 0,1 0 0,0 0 0,0 1 0,0-1 0,-1 0 0,1 1 0,3 1 0,-5-1 26,1 0-1,0 1 0,0-1 1,-1 1-1,1-1 0,-1 1 1,1-1-1,-1 1 0,0 0 1,0-1-1,0 1 0,1-1 1,-1 1-1,-1-1 0,1 4 1,0 2 125,-1 1 0,0 0-1,0-1 1,-1 1 0,0-1 0,0 0 0,-1 1 0,1-1 0,-2 0 0,-4 9 0,0-5 13,0 0 0,0 0 0,-1 0 1,-1-1-1,-13 12 0,0-4 28,-1-1-1,0-1 1,-1-1-1,-1-1 1,-27 10-1,12-10-121,0-3 1,-1-1-1,0-2 1,-85 5-1,97-10-115,23-3-11,1 1 0,-1 0 0,1 0 0,-1 1 0,1 0 0,-9 4 0,14-6 0,0 1 0,0-1 0,0 1 0,0-1 0,0 1 0,0 0 0,1 0 0,-1-1 0,0 1 0,0 0 0,1 0 0,-1 0 0,1 0 0,-1 0 0,0 0 0,1 0 0,0 0 0,-1 0 0,1 1 0,0 0 0,0-1 0,0 1 0,0-1 0,0 1 0,1 0 0,-1-1 0,0 1 0,1-1 0,0 1 0,-1-1 0,1 1 0,0-1 0,0 0 0,0 1 0,0-1 0,0 0 0,2 2 0,11 10 0,0-1 0,2-1 0,-1 0 0,2-1 0,-1-1 0,21 9 0,-9-4 0,-3-2-224,0-1 0,1-1 0,0-1 1,0-1-1,1-1 0,1-2 0,-1-1 0,0-1 0,35 0 1,-32-3-1133,66-3-5095,-25-10-1400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2.4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0 13910,'0'0'13046,"-153"88"-9684,110-43-913,13-2-2449,3-6 0,2-2 0,7-4 0,6-6 0,6-8 0,6-4 0,0-8-2913,11-5-2162,29 0-1952,17-15-5170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2.6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495 1 15175,'0'0'13158,"-130"88"-10533,85-38-816,4 2-1809,-1 4 0,2 1 0,7-2 0,-2-4 0,5-6 0,2-10 0,3-13 0,8-9 0,6-10-1633,4-3-2305,-1-10-2176,6-31-1874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2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 12774,'0'0'6947,"211"-15"-3201,-113 15-2386,12 2-719,0 13-417,-14-7-192,-14 2-32,-9-5-769,-15-5-1039,-11 0-2018,-9 0-2561,-8 0-4498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3.0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0 14054,'0'0'9557,"-50"161"-5251,30-106-1537,10-2-1248,-5-11-961,5-9-560,0-13 0,2-7 0,3-11-624,5-32-9317,15-10 97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3.5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0 13398,'0'0'11405,"19"26"-9126,62 82-502,-75-101-1509,-1 1 1,0 1 0,0-1 0,4 13 0,-8-19-176,-1 0 1,1-1-1,-1 1 0,1 0 1,-1 0-1,0 0 1,0-1-1,0 1 0,0 0 1,0 0-1,0-1 1,-1 1-1,1 0 0,0 0 1,-1-1-1,0 1 0,1 0 1,-2 1-1,1-2-49,0 0 0,0 1 0,0-1 0,0 0 0,-1 0-1,1 0 1,0-1 0,0 1 0,-1 0 0,1 0 0,-1-1-1,1 1 1,0-1 0,-1 1 0,1-1 0,-1 0 0,0 1-1,-2-1 1,-34 0-138,26 0 145,11 0-51,0 0 0,-1 0 0,1 1 0,0-1 0,-1-1 0,1 1 0,-1 0 0,1 0 0,0 0 0,-1-1 0,1 1 0,0-1 0,0 1 0,-1-1 0,1 1 0,0-1 0,0 0 0,0 0 0,0 1 0,0-1 0,-2-1 0,2-1 0,1 1 0,-1-1 0,0 0 0,1 1 0,-1-1 0,1 0 0,0 1 0,0-1 0,0-4 0,0 1 0,2-18 0,-1 12 0,-1 0 0,0 0 0,-1-14 0,0 24 0,1 0 0,0 0 0,-1 0 0,1-1 0,-1 1 0,1 0 0,-1 0 0,0 0 0,0 0 0,0 0 0,0 1 0,-1-1 0,1 0 0,0 0 0,-1 1 0,1-1 0,-1 1 0,1-1 0,-1 1 0,0 0 0,0-1 0,0 1 0,-2-1 0,-8-1-89,0 0-1,0 1 1,0 1 0,0 0-1,0 0 1,0 1-1,-1 1 1,1 0 0,0 0-1,0 1 1,0 1 0,0 0-1,0 1 1,1 0-1,-15 8 1,16-7 97,1 2 0,-1-1 0,2 1 0,-1 0 0,1 1 0,0 0 0,0 0-1,1 1 1,0-1 0,1 2 0,0-1 0,0 1 0,-4 13 0,3-8 54,2 1 0,0 0-1,1 0 1,1 0 0,1 0 0,0 1-1,1-1 1,1 22 0,0-30-50,1 0 0,0-1 0,0 1-1,1-1 1,-1 1 0,2-1 0,-1 1 0,1-1 0,0 0-1,1 0 1,0-1 0,0 1 0,0-1 0,1 1 0,0-2-1,0 1 1,0 0 0,1-1 0,0 0 0,9 6 0,-2-3-118,1-1 1,0 0 0,0-1 0,0-1 0,1 0 0,0-1-1,0 0 1,0-1 0,22 1 0,122 3-5086,-53-13-3235,-44-6 14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4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154 519 2513,'0'0'23112,"2"27"-19870,4 88-825,-6-110-2351,0-1 0,0 1 0,-1 0 0,1-1 0,-1 1 0,0-1 0,-1 1 0,1-1 0,-1 1 0,0-1 0,0 0 0,0 0 1,0 0-1,-1 0 0,1 0 0,-1 0 0,0-1 0,-1 1 0,1-1 0,0 0 0,-1 0 0,0 0 0,-6 3 0,2-2-76,0-1 0,0 0 0,-1 0-1,1-1 1,-1 0 0,1-1 0,-1 0-1,0 0 1,-10-1 0,19 0 10,-1 0 0,0 0 0,1 0 0,-1-1 0,1 1 0,-1 0 0,1 0 0,-1-1 0,1 1 0,-1 0 0,1-1 0,0 1 0,-1 0 0,1-1 0,-1 1 0,1-1 0,0 1 0,-1-1 0,1 1 0,0-1 0,0 1 0,-1-1 0,1 1 0,0-1 0,0 1 0,0-1 0,0 1 0,-1-1 0,1 1 0,0-1 0,0 0 0,0 0 0,0-24 0,0 18 0,1-8 0,0 0 0,0 0 0,2 0 0,0 0 0,1 0 0,0 1 0,1 0 0,0 0 0,2 0 0,-1 0 0,2 1 0,9-14 0,148-227-336,-135 212-324,2 2-1,2 1 1,72-63 0,-98 94 668,1 1 1,0 1 0,0-1-1,1 2 1,-1-1 0,1 1-1,21-7 1,-31 12 22,1 0 0,-1 0 0,0 0 0,1 0 1,-1 0-1,0 0 0,0 1 0,1-1 0,-1 0 0,0 0 0,1 0 0,-1 0 1,0 1-1,0-1 0,1 0 0,-1 0 0,0 1 0,0-1 0,0 0 0,1 0 1,-1 1-1,0-1 0,0 0 0,0 0 0,0 1 0,0-1 0,0 0 0,0 1 1,1-1-1,-1 0 0,0 1 0,0-1 0,0 0 0,0 1 0,0-1 0,0 0 1,-1 1-1,1-1 0,0 0 0,0 0 0,0 1 0,0-1 0,0 0 0,0 1 1,-1-1-1,1 5 244,-2 19-34,-1 0 0,-1-1 0,-2 1 0,-15 43 0,-4 19-245,14-33 16,3 0 0,-3 66-1,9 110-249,2-144-279,0-101-1723,1 4-972,-1-1-1,-1 1 1,0-1-1,-5-20 1,-9-7-7860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4.1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 3025,'0'0'23579,"105"-5"-22298,-65 18-689,-2-3-592,4 0-128,3-5-2193,6-5-2609,4 0-5843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4.6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254 8 768,'0'0'1697,"-151"-8"-1073,126 8-528,8 5 113,4 5 559,6 3-48,7-3-272,-3-3-287,-2 1-161,0-6 0,-3 1-817,-2-3-1088,0 0 48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5.0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449 13 4162,'0'0'16189,"7"-12"-8874,-5 55-3393,-1-28-3774,0 0-1,-1 0 0,0 0 1,-1-1-1,-1 1 0,0 0 1,-6 19-1,0-17-147,0-1 0,-1 0 0,-1-1 0,0 1 0,-1-2 0,-1 0 0,0 0 0,-16 13 0,-121 93 0,86-73 0,41-30 0,2-3 0,-26 25 0,42-35 0,1 0 0,-1 0 0,0 0 0,1 1 0,0-1 0,0 1 0,1 0 0,-1 0 0,1 0 0,0 0 0,0 0 0,-1 6 0,3-10 0,0 1 0,-1-1 0,1 0 0,0 0 0,0 0 0,0 0 0,1 0 0,-1 1 0,0-1 0,0 0 0,1 0 0,-1 0 0,0 0 0,1 0 0,-1 0 0,1 0 0,-1 0 0,1 0 0,0 0 0,-1 0 0,1 0 0,0 0 0,0-1 0,0 1 0,1 1 0,31 12 0,-30-13 0,42 12 0,0-2 0,1-2 0,85 5 0,149-10 0,-177-4 0,-101 0 0,34 1 0,0-2 0,0-1 0,0-2 0,58-13 0,-94 17-49,1 0-1,-1 0 1,1 0-1,-1-1 1,1 1-1,-1 0 1,1 0-1,-1 0 1,1-1-1,-1 1 1,1 0 0,-1-1-1,1 1 1,-1 0-1,0-1 1,1 1-1,-1-1 1,0 1-1,1-1 1,-1 1 0,1-1-1,-2-8-5446,-6-5-2263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6.0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83 711 8836,'0'0'15164,"12"-17"-13131,36-51-149,-43 64-519,-7 14-960,-8 17-41,-18 40 89,3 0-1,3 1 1,2 2 0,4 0-1,-7 73 1,21-49-717,7-92-1190,-1-3 1121,1 1-1,-1-2 1,0 1 0,1 0 0,-1-1-1,0 0 1,0 1 0,0-2-1,-1 1 1,1 0 0,0-1 0,-1 0-1,0 0 1,1 0 0,3-4 0,9-11-2103,20-29 0,-35 45 2304,18-25-3047,-1-2 0,20-44 0,-20 31 437,15-54 0,32-195 742,-52 210 4293,4 1 0,55-154-1,-66 220-1387,0 0 0,1 1 0,1 0-1,0 0 1,0 1 0,2 0 0,16-17 0,-18 22-279,-1 1 0,1 1 1,-1-1-1,1 1 0,1 1 1,-1-1-1,1 1 0,0 1 0,0 0 1,0 0-1,0 0 0,18-1 1,-7 1 161,1 2 0,0 0 0,-1 1 0,1 1 1,-1 1-1,25 6 0,-40-7-743,0 0-1,1 0 1,-1 1 0,0 0 0,0 0 0,0 0-1,-1 1 1,1 0 0,0 0 0,-1 0 0,0 0-1,0 1 1,0 0 0,0-1 0,0 1 0,-1 1-1,1-1 1,-1 0 0,-1 1 0,1 0 0,0 0-1,-1 0 1,0 0 0,0 0 0,-1 0 0,1 0-1,-1 1 1,0 6 0,0-8-45,-1 0 0,0-1 0,0 1 0,0 0 0,-1 0 0,0 0 0,1 0 0,-1-1 0,0 1 0,-1 0 0,1-1 0,-1 1 0,1-1 0,-1 1 0,0-1 0,-1 0 0,-2 4 0,0-2 0,0 0 0,-1 0 0,1-1 0,-1 0 0,0 0 0,0-1 0,0 1 0,-13 4 0,-7 0 0,0-1 0,-1-2 0,-48 5 0,73-9 0,-259 18 0,256-18-62,-1 0 0,1 0 0,0 0 0,0 1 0,0 0 0,-7 3-1,11-5-101,0 1 0,0 0 0,0-1 0,0 1 0,1 0 0,-1-1 0,0 1 0,0 0 0,1 0 0,-1 0 0,0 0 0,1 0 0,-1 0-1,1 0 1,-1 1 0,1-1-194,-1 0-1,1 0 0,0 0 0,0 0 1,0 0-1,1 0 0,-1 0 1,0 0-1,0 0 0,0 0 0,1 0 1,-1 0-1,0 0 0,1 0 1,-1 0-1,1 0 0,-1-1 0,1 1 1,1 1-1,19 16-8376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6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167 627 9732,'0'0'17958,"-10"29"-15122,-37 93-1043,6 10-1315,9-30-508,32-101 30,0 0 0,0 0 0,0 0 0,0-1 0,-1 1 0,1 0 0,0 0 0,-1-1 0,1 1 0,0 0 0,-1-1 0,1 1 0,0 0 0,-1-1 0,1 1 0,-1 0 0,0-1 0,1 1 0,-1-1 0,1 1 0,-1-1 0,0 0 0,1 1 0,-1-1 0,0 1 0,0-1 0,1 0 0,-1 0 0,0 1 0,0-1 0,1 0 0,-1 0 0,0 0 0,0 0 0,1 0 0,-1 0 0,-1 0 0,1-1 0,0 0 0,-1 0 0,1 0 0,1 0 0,-1-1 0,0 1 0,0 0 0,0 0 0,0-1 0,1 1 0,-1 0 0,1-1 0,-1 1 0,1-1 0,-1 1 0,1 0 0,0-1 0,0 1 0,0-3 0,-2-19 0,2 1 0,1 0 0,0-1 0,2 1 0,0 0 0,2 0 0,0 0 0,11-26 0,7-14 135,109-257-1040,-112 280 523,1 1-1,2 1 1,2 1-1,1 1 0,56-58 1,-61 72 303,41-36-174,-55 52 338,0 0 1,0 0 0,0 0 0,1 1 0,0 0 0,0 1 0,9-3-1,-16 5-42,-1 1 0,1 0 0,-1 0-1,1 0 1,-1 0 0,1 0 0,0-1-1,-1 1 1,1 0 0,-1 0 0,1 1 0,-1-1-1,1 0 1,0 0 0,-1 0 0,1 0-1,-1 0 1,1 1 0,-1-1 0,1 0-1,-1 0 1,1 1 0,-1-1 0,1 0-1,-1 1 1,1-1 0,-1 1 0,0-1-1,1 0 1,-1 1 0,0-1 0,1 2-1,4 18 280,-3-10-88,6 36 36,-2 1 0,1 55 0,-8 93-348,1-190 90,-3 65-12,-3-1 0,-30 134 0,34-196 81,0 0-1,0-1 1,-1 0 0,0 1-1,-4 6 1,6-12-179,0 0-1,0 1 1,0-1-1,0 0 1,0 1 0,-1-1-1,1 0 1,0 0 0,-1 0-1,1 0 1,-3 1 0,3-2-176,0 1 0,0-1 0,0 0 1,0 0-1,0 0 0,1 0 0,-1 0 1,0 0-1,0 0 0,0 0 0,0 0 1,0 0-1,0 0 0,0-1 0,0 1 1,0 0-1,0-1 0,1 1 0,-1-1 1,0 1-1,0-1 0,-1 0 0,-15-20-6598,-3-10-4362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6.7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8612,'0'0'7235,"161"-5"-3473,-88 5-1681,-6 5-1393,-6 7-688,1-4-448,-6-1-2065,-4-7-1937,8 0-3586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6.9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0 10037,'0'0'17912,"-22"18"-15652,-69 57-585,68-54-1533,0 2-1,2 0 1,0 1-1,1 1 1,-15 28-1,27-41-107,-5 8-65,1 1 1,2 0-1,0 1 0,1 0 1,0 1-1,2 0 0,-5 29 1,11-42-350,1-5-3267,-5-29-12634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7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0 165 7059,'0'0'10944,"20"-23"-7665,7-9-2152,33-30 0,-55 57-989,1 0 0,0 1 0,0 0-1,0 1 1,0-1 0,0 1 0,1 1 0,0-1-1,-1 1 1,1 0 0,0 0 0,0 1 0,0 0-1,1 0 1,-1 1 0,8 0 0,6-1 115,52-4 429,138 9-1,-181 1-545,-1 1 0,32 10 0,28 7-3251,-29-17-6706,-49-6 2522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7.5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197 1 7395,'0'0'17873,"-8"14"-15430,6-12-2335,-8 17 692,-1 0 0,2 0 0,1 1 1,-9 28-1,-11 65 51,7-23-1219,-55 145 0,75-233 445,-4 17-5233,5-19 4825,0 1 1,0-1 0,0 0 0,0 1 0,0-1 0,1 1-1,-1-1 1,0 1 0,0-1 0,0 0 0,1 1 0,-1-1-1,0 1 1,0-1 0,1 0 0,-1 1 0,0-1 0,1 0-1,-1 1 1,0-1 0,1 0 0,-1 0 0,1 1 0,-1-1-1,0 0 1,1 0 0,-1 0 0,1 0 0,-1 1 0,1-1-1,-1 0 1,1 0 0,-1 0 0,0 0 0,1 0 0,-1 0-1,1 0 1,-1 0 0,1-1 0,24 1-8933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7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334 0 2321,'0'0'24539,"-23"27"-21425,-78 90-823,92-103-2230,-1 0-1,2 0 1,0 0-1,0 1 1,2 0-1,0 1 1,-4 16 0,-1 2-44,-111 325-17,120-354-90,0 0-52,0 0-1,1 0 1,0 0-1,0 1 1,0-1-1,0 0 1,1 8-1,3-20-7570,1-8 481,-4-10-4126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28.18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6851,'0'0'13155,"26"0"-9753,161 0 872,-18 0-800,-169 0-3513,0-1 1,1 1 0,-1-1 0,0 1 0,0-1 0,0 1-1,1-1 1,-1 1 0,0-1 0,0 1 0,0-1-1,0 1 1,0-1 0,0 1 0,0-1 0,0 0 0,0 1-1,0-1 1,0 1 0,0-1 0,-1 1 0,1-1-1,0 1 1,0-1 0,-1 1 0,1-1 0,0 1 0,0-1-1,-1 1 1,1-1 0,0 1 0,-1 0 0,1-1-1,-1 1 1,1 0 0,-1-1 0,1 1 0,-1 0 0,1-1-1,-1 1 1,1 0 0,-1 0 0,1 0 0,-2-1-1,-10 1-1303,2 0-897,1 0-1,-1 0 0,-18 4 1,5 5-5293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43.010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19 289 448,'0'0'3882,"24"1"-3290,149 1 1076,820-16 6686,-993 13-8303,0 0-23,0 1 1,-1-1-1,1 0 0,0 0 0,0 0 0,-1 0 0,1 1 1,-1-1-1,1 0 0,0 0 0,-1 1 0,0-1 1,1 0-1,-1 1 0,1-1 0,-1 1 0,0-1 0,1 1 1,-1-1-1,0 1 0,-1-1 0,-29-8-47,0 2-1,-1 2 1,1 1 0,-57 0-1,45 2-14,-879-18-5627,922 20 5649,-1 0-1,0 0 1,0 0-1,0 0 0,1 0 1,-1 0-1,0 0 1,0 0-1,0 1 1,0-1-1,1 0 1,-1 0-1,0 1 1,0-1-1,1 0 0,-1 1 1,0-1-1,1 1 1,-1-1-1,0 1 1,1-1-1,-1 1 1,1-1-1,-2 2 0,2-1 10,1-1 0,-1 1-1,0 0 1,1-1-1,-1 1 1,0-1-1,1 1 1,-1-1-1,1 1 1,-1-1-1,0 1 1,1-1-1,-1 1 1,1-1-1,0 0 1,-1 1-1,1-1 1,-1 0-1,1 0 1,0 1-1,-1-1 1,1 0-1,-1 0 1,1 0-1,0 0 1,-1 0-1,1 0 1,0 0-1,-1 0 1,1 0-1,0 0 1,-1 0-1,2 0 1,269 4 522,-148-6-443,28 3 6,520-25 1,-670 24-76,9-1 27,1-1 0,-1 0 0,1 0-1,11-5 1,-20 6 68,-1 1-1,1-1 1,-1 1-1,1-1 1,-1 0-1,0 1 1,7-7 609,-7 6-610,0 0 1,0-1-1,0 1 1,0 0-1,0-1 1,-1 1-1,1 0 1,-1-1-1,1 1 1,-1-1-1,1 1 1,-1-1-1,0 1 1,0-1-1,0 1 1,0-1-1,0 1 1,0-1 0,0 1-1,0-1 1,-1 1-1,1-1 1,-1-1-1,0 1-61,0 0 0,0 0 0,-1 0 0,1 1 0,0-1 0,-1 0 0,1 1 0,-1-1 0,0 1 0,1 0 0,-1-1 0,0 1 0,0 0 0,0 0 0,0 0 0,0 1 0,0-1 0,0 0 0,-3 0 0,-44-6 84,46 7-111,-336-48-4,106 10-347,195 34 190,-214-18-1126,251 22 1251,1-1-1,-1 1 0,1 0 1,-1 0-1,1 0 0,-1 0 0,0 0 1,1 0-1,-1 1 0,1-1 0,-1 0 1,1 0-1,-1 0 0,1 0 0,-1 1 1,1-1-1,-1 0 0,1 0 0,-1 1 1,1-1-1,0 0 0,-1 1 0,1-1 1,-1 1-1,1-1 0,0 0 1,-1 1-1,1-1 0,0 1 0,0-1 1,-1 1-1,1-1 0,0 1 0,0-1 1,0 1-1,-1-1 0,1 1 0,0 0 1,0-1-1,0 1 0,0-1 0,0 1 1,0-1-1,0 1 0,0-1 1,1 1-1,-1-1 0,0 2 0,1-1 13,-1 1 0,1-1-1,-1 1 1,1-1 0,0 0 0,0 1-1,0-1 1,0 0 0,0 1-1,0-1 1,0 0 0,0 0-1,0 0 1,1 0 0,-1 0-1,2 1 1,26 9 65,0-2-1,1-1 1,0-1 0,1-1-1,41 2 1,-11-1 19,602 74 810,-549-77 1068,-52-33 3341,-59 23-5100,-1 3-331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45.752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64 78 3153,'-13'-3'9453,"-37"-11"-8608,97 11 727,817 18 3129,-862-15-4680,24-2 475,-25 2-460,0 0-1,0 0 0,0 0 1,0-1-1,0 1 1,0 0-1,0-1 0,0 1 1,0 0-1,-1-1 0,1 1 1,0-1-1,0 1 1,-1-1-1,1 0 0,0 1 1,-1-1-1,1 0 0,2-4 430,-12 4-185,-228-20-189,-209-10-9,387 29-83,38 0-68,0 1 0,0 1 0,0 1-1,0 1 1,-39 8 0,58-9 33,0-1 1,0 1-1,0-1 0,0 1 0,0-1 0,0 1 0,0 0 1,0 0-1,0 0 0,1 0 0,-1 0 0,0 1 1,1-1-1,-1 0 0,1 1 0,-1-1 0,1 1 0,0-1 1,0 1-1,0 0 0,0 0 0,0-1 0,0 1 1,0 0-1,0 0 0,1 0 0,-1 0 0,1 0 1,-1 0-1,1 0 0,0 0 0,0 3 0,0-4 34,0-1-1,0 1 0,0 0 1,1-1-1,-1 1 1,0-1-1,0 1 0,1-1 1,-1 0-1,0 1 0,1-1 1,-1 1-1,1-1 1,-1 1-1,0-1 0,1 0 1,-1 1-1,1-1 1,-1 0-1,1 0 0,-1 1 1,1-1-1,-1 0 0,1 0 1,-1 0-1,1 1 1,-1-1-1,1 0 0,0 0 1,20 2 54,-16-2-39,145 10 246,-58-3-81,106-5 1,-107-3 21,-46 1 311,-1-2 0,1-3 0,86-18 0,-110 15 714,-3 2-1045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2:58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1062 13 1761,'0'0'3975,"3"-2"-3671,9-9 6441,-12 14-5884,0 110 780,-14 698 3511,-1-229-4309,9-250-782,-29 453 382,32-681-431,-35 883-5,5-647 120,2-41 23,21-156-109,-37 433-169,-27-3 130,-11 172 562,85-739-565,-63 402-169,6-65 420,17-80 133,17-126-170,-8 189-1,18 31-55,-11 35-199,-29 216 575,-72 46 985,43-270-1218,14-58 342,-27 112 60,91-416-656,1 0 0,0-1 0,2 1 1,1 0-1,0 0 0,2 0 0,0 0 0,1-1 0,2 1 1,0-1-1,1 0 0,11 25 0,-11-38-14,-1-9-56,0-18-141,-2-19-692,-1 0 1,-2 0 0,-8-55-1,-16-46-7891,8 68-1753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0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1 152 480,'0'-2'15433,"0"2"-15431,0-1 0,1 1 0,-1-1 0,0 1 0,0-1 0,1 1 0,-1 0-1,0-1 1,1 1 0,-1-1 0,0 1 0,1-1 0,-1 1 0,1 0 0,-1-1 0,0 1 0,1 0 0,-1 0 0,1-1 0,-1 1 0,1 0-1,-1 0 1,2-1 0,29-9 73,2 0-1,-1 2 0,48-5 0,105-2-109,-135 12 45,1520-32-276,-804 30 103,-27-5 157,519-10 431,338 9 1761,-1157 11-1339,62 20 766,9 1 3188,-269-21-2464,-2 0-4552,-239 0 2180,0 0 0,0 0-1,0 0 1,-1 0-1,1 0 1,0 0 0,0 0-1,0 0 1,0 0-1,0 0 1,0 0-1,0 1 1,0-1 0,0 0-1,0 0 1,0 0-1,0 0 1,0 0-1,0 0 1,0 0 0,0 0-1,0 0 1,0 0-1,0 1 1,0-1 0,0 0-1,0 0 1,0 0-1,0 0 1,0 0-1,0 0 1,0 0 0,1 0-1,-1 0 1,0 0-1,0 0 1,0 0-1,0 0 1,0 1 0,0-1-1,0 0 1,0 0-1,0 0 1,0 0 0,0 0-1,0 0 1,1 0-1,-1 0 1,0 0-1,0 0 1,0 0 0,0 0-1,0 0 1,0 0-1,0 0 1,0 0-1,0 0 1,0 0 0,1 0-1,-1 0 1,0 0-1,0 0 1,0 0 0,0 0-1,0 0 1,0 0-1,0 0 1,0-1-1,-7 5-1137,-90 7-5876,68-9 5083,-80 4-6166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1.7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 2753,'0'0'2994,"-10"1"-2445,-33 3-285,41-4-257,0 0 0,-1 0 0,1 0 0,0 0 0,0 1 0,0-1 0,0 1 0,0 0 0,0-1 0,1 1 0,-1 0 0,0 0 0,0 0-1,0 0 1,1 1 0,-1-1 0,1 0 0,-1 1 0,1-1 0,-1 1 0,-1 2 0,2-1-86,0 1 1,0-1-1,0 0 1,1 1-1,-1-1 1,1 1-1,-1-1 1,1 1-1,1 3 1,-1-1 38,0-5 39,0 0 0,1-1 0,-1 1 0,0 0 1,1-1-1,-1 1 0,0 0 0,1-1 0,-1 1 0,1-1 0,-1 1 0,1-1 0,0 1 0,-1-1 1,1 1-1,-1-1 0,1 1 0,0-1 0,-1 0 0,1 1 0,0-1 0,0 0 0,-1 0 0,1 0 1,0 1-1,1-1 0,25 4 83,-22-4-36,61 5 1335,78-5-1,-52-2-168,807 0 5865,-2-1-4294,1831 28 41,-1767-13-2332,11-10 1523,-525-3-457,-447 1-1577,-3 10-2460,-2-5 2011,1 0 0,-1-1 0,0 1-1,0-1 1,0 0 0,-1-1-1,1 1 1,-1-1 0,-8 3 0,-62 20-4761,-13-5-2113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2.8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1 182 2385,'0'0'6139,"22"-12"-4437,109-58 870,-116 64-2198,0 1-1,1 1 1,-1 0-1,1 1 1,0 1 0,0 1-1,0 0 1,18 2 0,45-5-258,574-31 339,-556 33-219,1366-4 2038,-1069 7-1448,1994 9 508,-1417-29-1171,-460-1 261,-357 21 219,199 27 0,-312-22-556,312 50 319,-273-39-492,0 3-1,100 40 1,-171-56 3,-6-4 43,-1 1 0,0-1-1,0 1 1,1 0 0,-1 0 0,0 0 0,0 0 0,0 0 0,0 0 0,0 1-1,0-1 1,0 1 0,0-1 0,0 1 0,-1 0 0,3 2 0,-18 0-1257,7-3 1020,-84 17-1825,-65 12-7362,85-22 3558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7.0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194 0 400,'0'0'6987,"0"0"-6617,1 0-1,-1 0 0,1 0 0,-1 0 1,1 0-1,-1 0 0,0 0 0,1 1 1,-1-1-1,1 0 0,-1 0 0,0 0 1,1 0-1,-1 1 0,1-1 0,-1 0 1,0 1-1,1-1 0,-1 0 0,0 0 1,0 1-1,1-1 0,-1 0 1,0 1-1,0-1 0,1 1 0,-2 11 23,-1-1-1,-1 1 0,0-1 0,0 0 1,-1 0-1,0 0 0,-1-1 1,0 0-1,-1 1 0,-8 9 0,-9 21 174,20-35-508,-85 179 867,80-162-925,0 1-1,2-1 1,0 1-1,2 0 1,0 0 0,1 34-1,3-56-3,0 0 0,1 1 0,-1-1 0,1 0 0,0 0 0,0 1 0,0-1 0,0 0 0,0 0-1,0 0 1,0 0 0,1 0 0,-1-1 0,1 1 0,0 0 0,-1 0 0,1-1 0,0 0 0,0 1 0,0-1-1,0 0 1,0 0 0,0 0 0,0 0 0,0 0 0,0 0 0,1 0 0,-1-1 0,3 1 0,10 2 19,0 0 0,0-1 1,19 0-1,-30-2-4,175 2 614,-147-4-429,-1-1-1,1-1 1,48-15 0,-61 13-77,-13 4-21,1-1 0,0 1 0,0 1-1,0-1 1,12 0 0,-18 2 1165,-7 0-4869,-45 0-4183,12 0 42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7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0 196 7171,'0'0'9076,"30"-11"-7819,4-3-746,165-58 2014,191-20-914,-336 86-2125,-57 19-1858,-5-1 1527,0 0 1,-1-1 0,-1 0-1,-19 19 1,-54 38-4294,58-48 3119,-33 26-3066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7.5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1 121 2849,'0'0'13318,"153"-12"-11125,-118 1-640,0 1-897,-5 0-335,0 3-321,0-1-32,3 1-337,2-1-1471,3-2-1282,2-7-2673,2-3-2945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7.8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0 11973,'0'0'6067,"-23"173"-4562,16-113 1648,2-2-1632,5-10-496,0-8-577,0-10-352,0-10-80,0-10-16,0-5-272,0-30-6355,-13-13 2033,-7-12-1889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8.18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10517,'36'14'1054,"390"154"3847,-362-143-4312,-1 4 1,-1 2-1,95 64 1,-146-86-558,0 0 1,-1 1-1,1 0 0,-2 0 1,0 1-1,0 1 0,-1 0 1,0 0-1,-1 0 0,9 23 1,-13-27 44,0 1 0,0-1-1,-1 1 1,-1 0 0,1 0 0,-1 0 0,-1 0 0,0 0 0,0 0 0,0 0 0,-1-1 0,-1 1-1,0 0 1,0 0 0,0-1 0,-1 1 0,-1-1 0,-4 10 0,-2-3 172,0 0 0,-1-1 0,0-1 0,-1 0 0,-1 0 1,0-2-1,0 1 0,-17 10 0,-10 3 592,-77 39 0,80-46-610,0-3 1,-1 0-1,0-3 0,-1-1 0,-48 7 1,86-18-343,1 1 0,-1-1 0,1 0 0,-1 0 0,1 0 0,0 0 0,-1 0 0,1 1 1,-1-1-1,1 0 0,-1 0 0,1 0 0,-1 0 0,1 0 0,0 0 0,-1 0 1,1-1-1,-1 1 0,1 0 0,-1 0 0,1 0 0,-1 0 0,1 0 0,0-1 0,-1 1 1,1 0-1,0 0 0,-1-1 0,1 1 0,-1 0 0,1-1 0,0 1 0,0 0 0,-1-1 1,1 1-1,0-1 0,0 1 0,-1 0 0,1-1 0,0 1 0,0-1 0,0 1 0,0-1 1,0 1-1,-1 0 0,1-1 0,0 1 0,0-1 0,0 0 0,11-22-6649,10-3-1067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9.8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454 0 4034,'0'0'8686,"0"29"-7797,1 189 1467,9-51-745,2 46 129,-24 475 986,31 275-776,38 277-215,-43-784-917,-2 602 988,-12-911-1667,-64 771 355,-79-10 700,10-72-675,70 5 15,60 4-512,5-443-87,-17 469 70,4-434-58,-33 527 127,43-955-122,-18 296-1448,19-306 1381,0 1 1,0 0-1,0-1 1,-1 1-1,1 0 1,0-1-1,0 1 1,0 0-1,-1 0 1,1-1 0,0 1-1,0 0 1,-1 0-1,1-1 1,0 1-1,-1 0 1,1 0-1,0 0 1,-1 0-1,1 0 1,0-1 0,-1 1-1,1 0 1,0 0-1,-1 0 1,1 0-1,0 0 1,-1 0-1,1 0 1,-1 0-1,1 0 1,0 0 0,-1 0-1,1 1 1,0-1-1,-1 0 1,1 0-1,0 0 1,-1 0-1,1 0 1,0 1-1,0-1 1,-1 0-1,1 0 1,0 0 0,-1 1-1,1-1 1,0 0-1,0 1 1,0-1-1,-1 0 1,1 0-1,0 1 1,0-1-1,0 0 1,0 1 0,0-1-1,-1 0 1,1 1-1,0 0 1,-8-21-2796,1-1 0,-6-22-1,9 26 1349,-21-75-5711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10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1 347 3330,'0'0'7707,"0"7"-7256,2 31 2667,12 69 1,-3-37-1142,0 4 47,26 96 1,-27-136-1819,1-1 0,2 0 0,2-1 0,0 0 0,23 32 0,-15-23-134,-23-41-70,1 0 0,-1 0 0,0 0-1,0 0 1,0 1 0,0-1 0,0 0-1,0 0 1,0 0 0,0 0 0,0 1-1,1-1 1,-1 0 0,0 0 0,0 0 0,0 0-1,0 0 1,0 0 0,1 1 0,-1-1-1,0 0 1,0 0 0,0 0 0,0 0-1,1 0 1,-1 0 0,0 0 0,0 0-1,0 0 1,1 0 0,-1 0 0,0 0-1,0 0 1,0 0 0,1 0 0,-1 0-1,0 0 1,0 0 0,0 0 0,0 0-1,1 0 1,-1 0 0,0 0 0,0-1-1,0 1 1,0 0 0,1 0 0,-1 0-1,0 0 1,0 0 0,0 0 0,0-1-1,0 1 1,1 0 0,-1 0 0,4-11 32,-4 10-28,51-144 70,6 3-1,127-227 1,-58 168-172,-12 24 77,-113 175 53,1-1 0,-1 1 0,1 0 1,-1-1-1,0 1 0,0-1 0,0 1 0,-1-1 0,1 0 0,-1 1 0,1-1 0,-1-3 0,0 6 612,-1 9-622,-6 14-770,-2 0 0,0-1 0,-17 29 0,3-6-1574,-30 57-8266,26-56 2502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11.5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233 88 8260,'0'0'9700,"5"-15"-8654,15-43 67,-17 45-603,-7 11-23,-8 3-321,0 0-1,1 1 0,-1 1 0,1-1 0,0 2 0,0 0 1,0 0-1,0 1 0,1 0 0,-14 10 0,11-7-168,1 0-1,1 1 1,-1 1-1,1 0 0,1 0 1,0 1-1,1 0 1,-10 16-1,17-25 5,0 1-1,1 0 1,-1-1-1,1 1 1,0 0-1,0 0 1,0 0-1,0-1 1,0 1-1,1 0 1,-1 0-1,1 0 1,0 1-1,0-1 1,0 0-1,1 4 1,0-5-10,-1 0-1,1-1 1,0 1 0,0 0-1,0-1 1,0 1 0,1-1-1,-1 1 1,0-1 0,1 1-1,-1-1 1,1 0 0,-1 0-1,1 0 1,0 0 0,-1 0 0,1 0-1,0 0 1,0 0 0,-1-1-1,1 1 1,0-1 0,0 1-1,3-1 1,2 1 10,1 0 1,-1 0-1,1-1 0,-1 0 1,0-1-1,1 0 0,-1 0 1,0 0-1,0-1 0,0 0 1,0-1-1,0 1 0,0-1 1,7-5-1,7-5 52,-1-1 1,35-31-1,-31 24-44,-14 13 2,43-40-17,-48 43 26,-1 0-1,1 0 1,-1-1-1,0 1 0,0-1 1,-1 0-1,5-12 1,-9 40 3402,4 70-3608,-3-91 131,0 0 0,1 0 0,-1 0 0,0 0 0,1 0 0,-1 0 0,1-1 0,-1 1 0,1 0 0,-1 0 0,1-1 0,0 1 0,0 0 0,-1-1 0,1 1 0,0 0 0,0-1 0,-1 1 0,1-1 0,0 1 0,0-1 0,0 0 0,0 1 0,0-1 0,0 0 0,0 0 0,0 1 0,0-1 0,1 0 0,35 1-2547,-26-2 1593,0 1 110,-3 1-299,0-1 1,0-1-1,0 1 1,0-1-1,13-4 1,14-14-5446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11.9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20 309 10597,'0'0'11568,"1"21"-10149,2 11-936,1 80 2193,-4-111-2527,-13-6 305,11 0-472,0 0 0,0 0 0,0 0 0,0-1 0,1 1 1,0 0-1,0-1 0,0 0 0,1 1 0,0-6 0,3-62-492,-1 61 470,1-1 1,1 1-1,0 0 1,0 0-1,1 0 1,1 0-1,0 1 1,0 0-1,1 0 1,1 1-1,0 0 1,0 0-1,1 1 1,15-14-1,0 3-20,1 1 1,0 1-1,1 1 0,53-24 1,-72 37 31,4-2-23,0 1 0,0 1 0,1-1 0,-1 2 1,1 0-1,0 0 0,17-2 0,-28 5 14,-1 0 1,1 0 0,-1 0-1,0 0 1,1 1-1,-1-1 1,0 0-1,1 0 1,-1 0 0,0 0-1,1 0 1,-1 0-1,0 1 1,1-1-1,-1 0 1,0 0-1,1 0 1,-1 1 0,0-1-1,1 0 1,-1 0-1,0 1 1,0-1-1,0 0 1,1 1-1,-1-1 1,0 0 0,0 1-1,0-1 1,0 0-1,1 1 1,-1-1-1,0 1 1,0-1-1,0 0 1,0 1 0,0-1-1,0 0 1,0 1-1,0-1 1,0 1-1,0-1 1,0 0-1,-1 1 1,1-1 0,0 0-1,0 1 1,0-1-1,-1 7-546,1 1-24,-1 1-1,-1-1 1,1 0 0,-1 0-1,-1 1 1,1-2 0,-2 1-1,1 0 1,-1-1 0,-5 10-1,-30 45-4994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18.9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178 1 3618,'-1'0'15492,"-9"2"-14051,3 4-1335,-1 0 1,1 1-1,0 0 1,0 1-1,1-1 1,-7 10-1,-30 54 455,40-66-520,-6 10-18,0 0 0,1 0 0,1 1 0,0 0 0,1 1 0,1 0 0,1 0 0,0 0 0,1 0 0,1 0 0,1 1 0,1 22 0,0-37 1,1-1 0,-1 1 1,1-1-1,0 0 0,0 1 1,0-1-1,0 0 0,0 1 0,1-1 1,-1 0-1,1 0 0,-1 0 1,1 0-1,0 0 0,0-1 0,0 1 1,0 0-1,0-1 0,0 0 1,0 1-1,0-1 0,1 0 0,-1 0 1,0 0-1,1 0 0,-1-1 1,1 1-1,-1-1 0,4 1 0,11 2 254,-1-1-1,1-1 1,21-1-1,-27 0-160,-6 0-75,11 1 84,1-2 1,0 0-1,19-4 0,-30 3-93,1 1 0,-1-2 0,0 1 0,0-1 0,0 0 0,0 0-1,-1 0 1,1-1 0,-1 0 0,0 0 0,6-7 0,-3 3 77,-1-1-1,0 1 1,0-2-1,-1 1 1,0-1-1,-1 0 1,0 0-1,0 0 1,-1-1-1,2-11 1,-1 1-3,-1-1 1,-1 0-1,-1 0 1,0-25-1,-2 45-63,-1 0-1,1-1 1,0 1-1,0-1 1,-1 1-1,0 0 0,1-1 1,-1 1-1,0 0 1,0 0-1,0-1 1,0 1-1,-1 0 1,1 0-1,0 0 1,-1 1-1,0-1 0,-2-2 1,0 1 14,0 0 0,0 1 0,0-1 0,0 1 0,-1 0 0,1 0 0,-1 0-1,-8-1 1,-7-1 24,0 2 0,0 0 0,-30 1 0,37 1-97,3 0-297,13 0-2413,16 1-4027,-2 1-942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20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1 3025,'0'0'27957,"-1"0"-27981,-1 0 11,0 0 21,-6 0 1639,0 1-3,3-1-4000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21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51 4338,'0'0'9957,"18"-8"-8762,5-1-718,11-6 77,4-3 6354,-55 23-5205,-13 14-986,0 2 1,2 1-1,0 1 1,-29 32 0,26-26-651,2 2-1,1 0 1,1 2 0,2 1-1,1 1 1,-22 45 0,41-67-65,1 0 1,0 0-1,1 0 0,1 0 1,0 1-1,0-1 1,2 1-1,-1-1 1,2 1-1,0 0 1,3 15-1,-2-24 4,-1 0 0,1 0 0,0 0 0,0-1 0,0 1 0,1 0 0,0-1-1,-1 0 1,2 0 0,-1 0 0,0 0 0,1 0 0,0 0 0,0-1 0,0 0 0,0 0 0,8 4 0,-6-3 20,0-1 0,0-1 1,0 1-1,1-1 0,-1 0 1,1-1-1,0 1 0,-1-1 0,1-1 1,0 1-1,-1-1 0,1 0 1,8-2-1,-12 2-14,-1-1-1,0 0 1,0 0 0,0 0 0,-1 0-1,1 0 1,0-1 0,0 1 0,-1-1-1,1 1 1,-1-1 0,1 1 0,-1-1-1,1 0 1,-1 0 0,0 0 0,0 0-1,0 0 1,0 0 0,0 0 0,-1 0-1,1 0 1,0-3 0,2-5 25,-1-1 1,-1 1 0,2-16-1,-3 16 26,1 0-1,-1 0 1,-1 0-1,0 0 1,0 0-1,-6-19 1,6 25-34,-1 0 0,0 1 1,0-1-1,0 0 0,0 1 0,-1 0 0,1 0 1,-1-1-1,0 2 0,0-1 0,0 0 0,-1 0 1,1 1-1,0 0 0,-1 0 0,0 0 0,1 0 1,-1 0-1,-7-1 0,0 0-114,0 0 1,-1 1-1,1 0 1,-15 0-1,-5 1-5479,48 8-10630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21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305 214 3618,'0'0'15297,"3"-15"-13757,-2 11-1398,4-21 1016,-2 0 1,2-36-1,-5 58-1106,0-1 0,0 1 0,-1 0 0,1 0 0,-1 0 0,0 0 0,0 0 1,0 0-1,0 0 0,-1 0 0,1 0 0,-1 0 0,1 0 0,-1 1 0,0-1 0,0 1 0,0-1 0,-1 1 0,1 0 0,-1 0 0,1 0 0,-1 0 0,1 1 0,-1-1 0,0 1 0,0-1 0,0 1 0,0 0 0,0 0 0,-5-1 0,-8-1-16,-1 0 1,0 1-1,0 1 1,-25 1-1,29 0-38,8 0-4,1 1 0,-1 0 0,0 0 0,1 1 1,-1-1-1,1 1 0,-1 0 0,1 0 0,0 1 0,0-1 0,0 1 0,0 0 0,0 0 0,0 0 0,1 0 0,0 1 0,0 0 0,0-1 0,0 1 1,0 0-1,1 1 0,-4 7 0,-2 3 0,1 1-1,1 1 1,0-1 0,1 1 0,-3 19 0,5-13 3,0 0-1,2 1 1,1 0 0,4 41 0,-4-63 3,1 0 0,-1 0 0,1 0 0,-1-1 0,1 1 0,0 0 0,0 0 0,-1-1 0,1 1 0,1-1 0,-1 1 0,0-1 0,0 1 0,0-1 0,1 1 0,-1-1 0,1 0 0,-1 0 0,4 2 0,-1-1 11,0 0 1,1-1-1,-1 1 0,0-1 0,1 0 0,-1 0 0,1-1 0,5 1 1,4-1 30,0 0 1,-1-1 0,1-1 0,22-5 0,-16 0-23,-1 0 0,0-2 0,-1 0 0,0-1 0,0 0 0,-1-1 0,16-15 0,-38 35 4486,-9 23-3664,-1 3-558,-77 197 786,77-184-1091,2 0-1,3 1 1,-5 52-1,15-62-37,0-38-600,-2 35-18579,-4-12 8908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4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0 190 704,'0'0'5384,"22"-11"-4151,11-8-684,85-41 2052,-112 57-2359,5-3 59,0 0 1,0 2-1,1-1 1,-1 1 0,1 1-1,0 0 1,0 1 0,0 0-1,21-1 1,729-26 3071,-127 2-2275,659 25 308,135 82-1423,-277-6-40,-713-62-35,532 28-43,462 103 2560,-1218-116-2383,-39-7 351,198 50-1,-341-60-390,-24-6-64,0-1 0,0 0 0,1-1 0,-1 0-1,13 0 1,-22-1-14,0-1 0,0 0 0,1 0 0,-1 0 0,0 0 0,0 1 0,0-1 0,1 0 1,-1 0-1,0 0 0,0 1 0,0-1 0,0 0 0,0 0 0,1 1 0,-1-1 0,0 0 0,0 0 0,0 1 0,0-1 0,0 0 0,0 1 0,0-1 0,0 0 0,0 0 0,0 1 0,0-1 0,0 0 0,0 0 0,0 1 0,0-1 0,0 0 0,0 0 0,-1 1 0,1-1 1,0 0-1,0 0 0,0 1 0,0-1 0,-1 0 0,1 0 0,0 0 0,0 1 0,0-1 0,0 0 0,-1 0 0,1 0 0,0 0 0,0 1 0,-1-1 0,1 0 0,0 0 0,0 0 0,-1 0 0,-8 2-1308,0 0-1,-1-1 0,1 0 1,-10 0-1,1 0-979,-46 2-5893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13:05.2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0 175 1601,'7'0'872,"11"-5"135,0 0-1,1-1 1,-2 0-1,1-2 1,31-17 0,-21 10 135,-24 15-1030,-4 0-56,4-1 39,-1 0 1,1 0-1,-1 0 0,0 0 0,0-1 0,0 1 1,0-1-1,4-3 0,21-8 745,60-2 914,178-4 1,-185 16-1374,2251-37 2417,-1596 61-2469,-106-2-530,1490 58 959,-2054-72-760,1074 48-2717,-1139-53 2802,-28-3 2072,20 1-7283,-11 8 2186,7-2 658,-6 1-1475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33.3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208 128 64,'0'0'3239,"1"-3"-2922,5-11 25,-5 11 245,16 3 575,-7 0 5637,4-8-6693,-13 8-99,0-1-1,0 0 1,0 0-1,0 0 1,0 0-1,0 0 1,0 1-1,0-1 1,1 1-1,-1-1 1,0 1-1,1-1 1,2 1-1,-4 0 15,5-8 4367,12-5-3715,1-2-822,-14 4 1922,-16 10-73,9 1-2035,-5 1 475,-1 0 1,1 0 0,0 1-1,0 0 1,1 1 0,-1 0 0,0 0-1,1 0 1,-14 10 0,-61 46 693,79-57-818,-10 8 80,1 0 1,1 1 0,0 1 0,0 0 0,1 0 0,1 1 0,-14 22 0,19-25-83,0-1 0,0 1 0,0 0 0,1 0 0,1 0 0,0 0 0,0 0 0,1 1 0,0-1 0,1 0 0,0 1 0,3 17 0,-3-26-14,1 0 1,-1 0-1,1 0 0,0-1 0,0 1 0,0 0 0,0 0 0,0-1 0,0 1 0,0 0 1,1-1-1,-1 1 0,0-1 0,1 0 0,0 0 0,-1 1 0,1-1 0,-1 0 0,1 0 0,0 0 1,0 0-1,0-1 0,0 1 0,0-1 0,-1 1 0,1-1 0,0 1 0,3-1 0,8 2 27,0-1 0,0-1 0,18-1 0,-9 0 33,-7 1-14,0-1 0,0-1 0,0 0 0,0-1 0,0 0 0,-1-1 1,1-1-1,-1 0 0,0-1 0,0-1 0,18-11 0,-24 12-32,-1 1 0,1-1 0,-1-1 0,0 1 0,-1-1 1,0 0-1,0-1 0,0 0 0,-1 0 0,0 0 0,-1 0 0,0-1 0,0 1 0,0-1 1,-1 0-1,-1 0 0,0-1 0,0 1 0,1-14 0,-3 13-11,1-4 43,0 0 1,-3-23-1,2 34-5,-1-1 0,1 0 1,-1 0-1,0 1 0,0-1 0,-1 0 1,1 1-1,-1 0 0,0-1 0,0 1 1,0 0-1,0 0 0,-1 0 0,-3-4 0,-3-2 65,0 1-1,-1 1 1,0 0-1,0 0 0,-1 1 1,0 0-1,0 0 1,0 2-1,-1-1 0,0 1 1,0 1-1,0 0 0,0 1 1,0 0-1,-20 0 1,32 3-122,-1-1 0,0 0 1,1 1-1,-1-1 1,1 1-1,0-1 0,-1 1 1,1 0-1,-1-1 1,1 1-1,0-1 1,-1 1-1,1 0 0,0-1 1,0 1-1,0 0 1,-1-1-1,1 1 1,0 0-1,0-1 0,0 1 1,0 0-1,0-1 1,0 1-1,1 1 0,-1 25-633,1-23 348,-1-1 66,0 1 0,1-1-1,-1 0 1,1 0 0,0 0-1,0 0 1,0 0 0,1 0-1,-1-1 1,0 1 0,1 0-1,0 0 1,0-1 0,0 1-1,3 2 1,3 2-1142,-1-1 0,1 0 0,16 8 0,24 12-6155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33.6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20 17784,'0'0'13025,"-3"0"-11296,-4 0-2675,10 0-2531,16-6-8399,-3-8 951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34.3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570 33 2417,'0'0'11245,"1"-5"-9855,3-23 4610,-13 29-5826,-1 1-1,1-1 1,0 2-1,1-1 1,-1 1 0,0 0-1,1 1 1,-1 0-1,1 0 1,0 1-1,1 0 1,-11 9-1,-5 2 172,-22 15-88,1 2 1,2 2-1,2 2 0,1 2 0,2 1 0,1 2 0,3 1 0,-50 84 0,79-121-256,0 0 0,1 1 0,-1-1 0,1 1 0,1-1 0,-1 1 0,1 0 0,0 0 0,1 0 0,-1 0 0,2 0 0,-1 1 0,1-1 0,1 14 1,-1-19-1,1 0 1,0 0 0,0 0 0,0 0 0,1 0 0,-1-1 0,0 1 0,1 0 0,-1-1 0,1 1 0,-1-1 0,1 1 0,0-1 0,0 0 0,0 1-1,-1-1 1,1 0 0,0 0 0,0 0 0,1-1 0,-1 1 0,0-1 0,3 1 0,7 2 35,1-1-1,21 1 1,-32-2-31,39 1 390,0-1 0,54-5 0,-88 3-379,-1-1 1,1 1 0,-1-1-1,1 0 1,-1-1 0,0 1-1,0-1 1,0-1 0,0 1 0,0-1-1,-1 0 1,0 0 0,0 0-1,0-1 1,0 0 0,-1 0-1,1 0 1,3-6 0,-4 3 0,1 0 0,-1 0 0,-1 0 0,0 0 0,0 0 0,0-1 1,-1 0-1,0 1 0,-1-1 0,0 0 0,0 0 0,-1 0 0,-1-9 0,1 14-1,-2 0-1,1 0 1,0 0-1,-1 1 1,0-1-1,0 1 1,0-1-1,0 1 1,0 0-1,-1 0 1,1 0-1,-1 0 1,0 0-1,0 0 1,0 1-1,0 0 1,0-1-1,-1 1 1,1 0-1,-1 1 1,-6-3-1,0-1 4,-1 1 0,0 0 0,0 1-1,0 0 1,0 1 0,-17-1 0,-27 2-485,54 2 290,1 0-1,-1 0 1,1 0-1,-1 0 0,1 0 1,0 0-1,-1 0 1,1 0-1,0 0 0,0 0 1,0 0-1,0 0 1,0 0-1,0 0 0,0 0 1,0 0-1,0 0 1,0 0-1,0 0 0,1 0 1,-1 0-1,0 0 1,1 0-1,-1 0 0,1-1 1,-1 1-1,1 1 1,4 1-518,0 0 0,0-1 0,0 1 0,0-1 1,0 0-1,0-1 0,0 1 0,1-1 1,-1 0-1,9 0 0,-8 0-170,55 7-7037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34.9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384 131 6259,'0'0'15252,"-4"-16"-13704,-15-53-204,17 66-1248,0 0 0,0 0 0,0 0 0,0 0 0,-1 1 0,1-1 0,-1 1 0,0-1 0,0 1 0,0 0 0,0 0 0,0 1 0,0-1 0,-1 1 0,1-1 0,0 1 0,-1 0 0,1 0 0,-1 1 0,1-1 0,-1 1 0,1-1 0,-1 1 0,-6 1 0,3-2 103,-7 0 106,-1-1-105,-1 1 0,1 1 0,-1 1 0,-20 2 1,33-3-200,1 1 0,-1-1 0,1 1 0,-1-1 0,1 1 1,-1 0-1,1 0 0,0 0 0,-1 0 0,1 1 0,0-1 1,0 0-1,0 1 0,0 0 0,0-1 0,0 1 1,0 0-1,1 0 0,-1 0 0,1 0 0,-1 1 0,1-1 1,0 0-1,0 1 0,0-1 0,0 0 0,0 1 0,0-1 1,1 1-1,-1-1 0,1 1 0,0 4 0,-1 8-8,1-9-86,-1-1-1,2 1 1,-1-1-1,0 1 1,3 9-1,-3-13 73,1-1-1,0 1 1,-1-1-1,1 1 1,0-1-1,0 0 0,0 1 1,0-1-1,0 0 1,0 0-1,0 1 1,0-1-1,1 0 0,-1 0 1,0 0-1,1 0 1,-1-1-1,1 1 1,-1 0-1,1-1 0,-1 1 1,1-1-1,-1 1 1,4 0-1,22 2-62,0-1 0,54-3 0,-25-1 1302,-58 27-364,-11 13 225,-1-1 1,-30 54-1,-4 9-609,38-77-470,2-6 0,1 1 0,0 0 0,-7 36 0,14-53-250,0 0-1,-1 0 1,1 0-1,0 0 1,0 0-1,-1 0 1,1 0-1,-1 0 1,1 0-1,-1 0 1,1-1 0,-1 1-1,1 0 1,-1 0-1,0 0 1,1-1-1,-1 1 1,0 0-1,0-1 1,0 1 0,1-1-1,-1 1 1,0-1-1,0 1 1,0-1-1,0 1 1,0-1-1,-2 1 1,-30-1-4171,18-1 1824,-26 1-3755,-14 0-1572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35.9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152 148 1665,'0'0'5712,"-2"-3"-4629,-9-6 9830,-3 3-4335,-5 0-3091,-11 0-3903,-8-1-2168,15-2 4242,22 9-1651,0-1 1,0 0-1,0 0 1,0 0-1,0 0 1,0 0-1,0 0 1,0 0 0,1 0-1,-1 0 1,0 0-1,1-1 1,-1 1-1,1 0 1,-1 0 0,1-1-1,-1 1 1,1 0-1,0-1 1,0 1-1,0 0 1,-1-1-1,1 1 1,1-1 0,-1 1-1,0 0 1,0-1-1,0 1 1,1 0-1,-1-1 1,1 1 0,0-2-1,0-1-9,1 1-1,-1 0 1,1-1 0,0 1 0,-1 0-1,2 0 1,-1 0 0,0 0-1,1 0 1,4-4 0,-1 4 19,1 0 0,-1 0 0,1 0 0,0 1 0,0 0 1,0 0-1,0 1 0,0 0 0,1 0 0,-1 1 0,0 0 0,0 0 1,10 1-1,-14 0 2,-1-1 0,1 1 1,-1-1-1,1 1 1,-1 0-1,0 0 0,1 0 1,-1 0-1,0 0 0,0 1 1,1-1-1,-1 1 1,0-1-1,0 1 0,-1 0 1,1-1-1,0 1 0,-1 0 1,1 0-1,-1 1 1,1-1-1,-1 0 0,0 0 1,0 1-1,1 2 0,0 1 39,0 1-1,0-1 0,-1 1 0,0 0 1,0 0-1,0 0 0,-1-1 1,-1 12-1,1-16-26,-1-1-1,0 1 1,0 0 0,1 0-1,-1-1 1,0 1 0,0-1 0,0 1-1,-1-1 1,1 1 0,0-1-1,-1 0 1,1 1 0,-1-1-1,1 0 1,-1 0 0,1 0 0,-1 0-1,0-1 1,1 1 0,-1 0-1,0-1 1,0 1 0,-3 0-1,-47 8 347,50-9-371,-70 3 535,73-31 406,0 27-934,0 0 0,0 0 0,0 0 0,0 0 0,0 0-1,1 0 1,-1 0 0,0 0 0,1 1 0,-1-1 0,1 0 0,-1 1-1,1-1 1,-1 1 0,1 0 0,-1-1 0,1 1 0,2 0-1,33 0-2745,-24 0-2557,-7 1-2618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27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213 89 2145,'0'0'10519,"2"0"-9337,7-2 482,-15 2 1208,-21 2-1469,17 2-1347,0-1-1,1 2 1,-1-1-1,1 1 1,0 1-1,0-1 1,1 2-1,-11 9 1,7-6 33,1 0 0,1 1 1,0 1-1,1-1 0,-11 18 0,16-20-40,0-1-1,1 1 1,-1 0 0,2 0-1,-1 0 1,2 0 0,-1 1-1,1-1 1,0 0 0,1 1-1,0-1 1,2 10-1,-2-15-41,1 0 0,1 0 0,-1 0 0,0-1 0,1 1 0,0-1 0,0 1 0,0-1 0,0 1 0,0-1 0,1 0 0,0 0 0,-1 0 0,1-1 0,0 1 0,0-1 0,1 1 0,-1-1-1,0 0 1,1 0 0,-1-1 0,1 1 0,0-1 0,4 2 0,5 1 46,1 0 0,-1-1 0,1 0 0,0-1 0,25 1-1,-17-3 66,0-1-1,25-3 1,-38 2-49,-1 0 1,1-1-1,-1 0 0,0 0 1,0-1-1,0 0 0,0 0 1,8-6-1,-4 1 44,0 0 0,0 0-1,-1-1 1,0 0 0,-1-1 0,0 0 0,-1-1 0,0 0-1,-1 0 1,-1-1 0,1 0 0,-2 0 0,0-1 0,-1 0 0,0 0-1,-1 0 1,0-1 0,-2 1 0,3-28 0,-4 18 23,0 15-79,-1 0 1,0-1 0,-1 1-1,1 0 1,-4-10 0,4 17-39,-1 0 1,1 0 0,-1 0 0,0 0 0,0 0-1,0 0 1,0 0 0,0 0 0,-1 0 0,1 1-1,-1-1 1,1 0 0,-1 1 0,1-1 0,-1 1-1,0 0 1,0 0 0,0-1 0,1 1 0,-1 0 0,0 1-1,0-1 1,-1 0 0,1 0 0,0 1 0,-3-1-1,-15-2 61,-37 0 0,52 3-84,0 0-1,1 0 1,-1 0-1,0 1 1,1-1 0,-1 1-1,1 1 1,-1-1-1,1 1 1,0-1-1,-1 1 1,1 0 0,0 1-1,-5 3 1,8-5-102,0-1 1,1 1-1,-1 0 1,0 0 0,1 0-1,-1 0 1,0 0-1,1 0 1,-1 0 0,1 0-1,-1 0 1,1 0-1,0 1 1,-1-1 0,1 0-1,0 0 1,0 0-1,0 0 1,0 1-1,0-1 1,0 0 0,0 0-1,0 0 1,1 0-1,-1 1 1,0-1 0,1 0-1,-1 0 1,1 0-1,-1 0 1,1 0 0,-1 0-1,1 0 1,0 0-1,-1 0 1,3 1-1,2 3-1071,0 0-1,0 0 0,1-1 0,10 7 0,-13-9 774,27 13-5330,2-2-1952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27.8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1 7571,'0'0'20823,"0"3"-18486,0 0-2191,1 0-1,-1 0 1,0 0-1,0 0 0,-1 0 1,1 0-1,-1 0 1,1 0-1,-1 0 0,0 0 1,0 0-1,0 0 1,-2 3-1,3-6-212,-1 0 0,1 0 0,0 1 0,0-1 0,-1 0-1,1 0 1,0 1 0,0-1 0,-1 0 0,1 1 0,0-1 0,0 0 0,0 0 0,0 1 0,0-1-1,-1 1 1,1-1 0,0 0 0,0 1 0,0-1 0,0 0 0,0 1 0,0-1 0,0 0 0,0 1-1,0-1 1,0 0 0,0 1 0,0-1 0,1 1 0,-1-1 0,0 0 0,0 1 0,0-1 0,0 0-1,1 1 1,-1-1 0,0 0 0,0 0 0,0 1 0,1-1 0,-1 0 0,0 0 0,1 1 0,-1-1-1,0 0 1,0 0 0,1 0 0,-1 1 0,0-1 0,1 0 0,-1 0 0,1 0 0,-1 0 0,0 0-1,1 0 1,-1 0 0,0 0 0,1 0 0,15-1-3225,8-2-2615,1-11-2750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54.7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385 100 480,'0'0'3535,"-13"-7"539,13 2-3675,0 4-354,0-1 0,-1 0 0,1 1 0,0-1 0,0 0 1,0 0-1,0 1 0,0-1 0,1 0 0,-1 1 0,0-1 0,1 0 1,-1 1-1,1-1 0,0 1 0,-1-1 0,1 0 0,0 1 0,0 0 1,0-1-1,0 1 0,0 0 0,1-1 0,-1 1 0,0 0 0,0 0 1,1 0-1,-1 0 0,1 0 0,2-1 0,7-4-40,-1 1-1,1 0 0,0 1 1,1 0-1,-1 1 0,25-4 1,-1 0 674,-66 19 6666,-40 24-5374,-2 0-1248,6-4-41,1 3 0,-70 48 0,128-77-630,-1 1 0,1-1 0,1 1 0,-1 1 0,1 0 0,-9 13 0,13-16-50,0 1 0,0-1 0,0 1 1,1 0-1,0 0 0,0 0 0,0 1 0,1-1 0,0 0 1,0 1-1,0 9 0,1-9-4,0 1 1,0-1-1,1 0 1,0 1-1,0-1 0,1 0 1,0 0-1,6 14 1,-6-17 35,1 1 1,0-1 0,0 0 0,0 0-1,1-1 1,0 1 0,-1-1 0,1 0-1,1 0 1,-1 0 0,0 0 0,1-1-1,-1 1 1,6 1 0,1-1-16,-1 0 1,1 0-1,0-1 1,0 0-1,0-1 1,0-1 0,20-1-1,-8 1 6,-20 0-15,0-1 1,1 1-1,-1-1 0,0 1 0,0-1 1,0 0-1,0-1 0,0 1 0,0 0 0,0-1 1,0 0-1,-1 1 0,1-1 0,-1 0 0,1-1 1,-1 1-1,1 0 0,-1-1 0,0 1 1,0-1-1,-1 1 0,1-1 0,0 0 0,-1 0 1,0 0-1,1 0 0,-1 0 0,1-5 1,-1 5 9,0-1 1,-1 1 0,1 0 0,-1-1-1,0 1 1,0 0 0,0-1 0,0 1-1,0 0 1,-1-1 0,1 1 0,-1 0-1,0 0 1,0-1 0,0 1 0,0 0 0,-1 0-1,0 0 1,1 0 0,-1 0 0,0 1-1,0-1 1,0 1 0,-1-1 0,1 1-1,-1 0 1,-4-4 0,-4-1 12,4 2-3,-1 0 1,0 1-1,0-1 1,0 1-1,-1 1 0,1 0 1,-1 0-1,-16-3 1,24 6-101,23 0-5428,8 0-46,8 0-3311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1:55.3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372 102 4738,'0'0'12577,"1"-14"-10998,3-41-130,-4 54-1388,0-1-1,-1 1 1,1-1 0,0 1 0,-1 0 0,1-1 0,-1 1 0,0-1 0,1 1 0,-1 0 0,0 0 0,0-1 0,0 1 0,0 0-1,0 0 1,0 0 0,0 0 0,0 0 0,0 0 0,-1 0 0,1 0 0,0 1 0,-1-1 0,1 0 0,0 1 0,-1-1-1,1 1 1,-1-1 0,1 1 0,-1 0 0,1 0 0,-1 0 0,1 0 0,-1 0 0,1 0 0,-4 0 0,1 0 80,-103-2 534,59 3-627,41-1-49,0 0-1,-1 1 1,1 0-1,0 0 1,-1 0-1,1 1 1,0 0-1,0 1 1,0-1-1,1 1 1,-1 1-1,0-1 0,1 1 1,0 0-1,0 1 1,0-1-1,1 1 1,0 0-1,0 1 1,0-1-1,0 1 1,1 0-1,0 0 1,0 1-1,0-1 0,1 1 1,0 0-1,1 0 1,-1 0-1,1 0 1,1 0-1,-2 11 1,2-13-3,1 0 0,-1 0 0,1-1 0,0 1 0,1 0-1,-1 0 1,1 0 0,0-1 0,0 1 0,1-1 0,-1 1 0,1-1 0,0 1 0,4 5 0,-3-6-3,1 0 0,0-1 0,0 1 0,0-1 1,0 0-1,0 0 0,1 0 0,-1-1 0,1 0 0,0 0 0,0 0 0,0 0 0,6 1 0,7 0 7,-1 0 1,1-1-1,-1-1 0,33-1 0,-15-1-22,-28 1 32,1-1 1,-1 0-1,1 0 0,-1-1 1,1 0-1,-1 0 0,0-1 1,0 0-1,0 0 0,9-6 0,2-1 141,-27 37 2074,-49 74-943,20-36-498,-40 94-1,74-131-1869,4-26 537,-10-21-17598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51.1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337 100 3426,'0'0'11922,"6"-13"-10793,28-56 741,-34 69-1794,0-1-1,0 1 1,0-1-1,0 1 1,1 0-1,-1-1 1,0 1-1,0-1 1,0 1-1,0 0 1,0-1-1,0 1 1,0-1-1,-1 1 1,1-1-1,0 1 1,0 0-1,0-1 1,0 1-1,0 0 1,-1-1-1,1 1 1,0-1-1,0 1 1,-1 0-1,1-1 1,0 1-1,0 0 1,-1 0-1,1-1 1,0 1-1,-1 0 1,1 0-1,0-1 1,-1 1-1,1 0 1,-1 0-1,1 0 1,0 0 0,-1-1-1,1 1 1,-1 0-1,1 0 1,0 0-1,-1 0 1,1 0-1,-1 0 1,-28-1-544,22 1 753,-4-1-254,-9 0 100,-1 0 1,0 2-1,1 0 0,-29 6 0,45-7-129,-1 1 0,1 0 0,0 1 1,-1-1-1,1 1 0,0 0 0,0 0 0,0 0 0,0 1 0,0 0 0,1-1 0,-1 1 0,1 0 1,0 1-1,0-1 0,0 0 0,0 1 0,0 0 0,1 0 0,0 0 0,-1 0 0,2 0 1,-1 0-1,0 0 0,1 1 0,-2 4 0,2-4-61,0 0 0,0 0 1,1-1-1,-1 1 0,1 0 0,0 0 0,0 0 1,0 0-1,1 0 0,0-1 0,0 1 0,0 0 1,0 0-1,1-1 0,0 1 0,0-1 1,0 0-1,1 1 0,-1-1 0,1 0 0,0 0 1,0-1-1,0 1 0,1-1 0,-1 1 0,8 4 1,21 13-189,1-1 0,35 15 1,49 30-767,-114-63 1012,0 0 0,0 0 0,0 0 1,0 1-1,0-1 0,-1 1 0,1 0 0,-1 0 0,0 0 1,0 0-1,0 0 0,0 0 0,0 1 0,-1-1 0,0 1 1,1-1-1,-1 1 0,-1-1 0,1 1 0,0 0 1,-1-1-1,0 1 0,0 0 0,0 0 0,-1 5 0,1-7 37,0 0-1,-1 1 1,0-1-1,0 0 0,1 0 1,-1 0-1,0 1 0,-1-1 1,1 0-1,0 0 1,-1-1-1,1 1 0,-1 0 1,1 0-1,-1-1 0,0 1 1,0-1-1,0 1 1,0-1-1,0 0 0,0 0 1,0 0-1,0 0 1,0 0-1,0 0 0,-3 0 1,-6 3 211,1-1 1,-1-1-1,1 0 1,-17 1-1,-14-2 538,0-1 0,0-2 0,1-2 0,-64-15 0,90 16-776,-30-4-79,44 7-381,7 0-2825,0-1 1903,1 1 0,0-1 1,0-1-1,-1 1 0,15-6 1,21-11-6002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52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 22 352,'0'0'3324,"0"-3"-2184,1-5 667,3 1 7202,7 5-313,-1 2-7443,-1 0-4248,33 0 3215,-17-1-192,0 0 0,1 2 0,-1 1 0,0 1 0,-1 1 0,29 8 1,-52-11-31,0-1 1,0 1-1,0-1 1,0 1-1,0 0 1,0-1 0,0 1-1,0 0 1,0 0-1,0 0 1,0 0 0,0 0-1,0 0 1,-1 0-1,1 0 1,0 0 0,-1 0-1,1 0 1,-1 0-1,1 0 1,-1 1-1,0-1 1,1 0 0,-1 0-1,0 1 1,0-1-1,0 0 1,0 0 0,0 1-1,0-1 1,0 0-1,-1 0 1,1 0 0,0 1-1,-1 1 1,0 0 6,-1 1 1,1 0-1,-1-1 1,1 1 0,-1-1-1,0 0 1,-1 0-1,1 1 1,0-1 0,-4 3-1,-28 21 34,-67 39-1,62-42-3,-50 40 0,82-59-33,5-4-3,1 0-1,0 0 1,-1-1 0,1 1-1,0 0 1,-1 1 0,1-1 0,0 0-1,0 0 1,0 0 0,0 1 0,0-1-1,-1 3 1,2-3 5,0-1 0,0 0 0,0 1-1,0-1 1,0 1 0,0-1 0,0 1 0,0-1 0,1 1 0,-1-1-1,0 1 1,0-1 0,0 1 0,0-1 0,1 1 0,-1-1 0,0 0-1,1 1 1,-1-1 0,0 1 0,1-1 0,-1 0 0,0 1 0,1-1-1,-1 0 1,0 0 0,1 1 0,-1-1 0,1 0 0,-1 0 0,1 1-1,-1-1 1,1 0 0,-1 0 0,1 0 0,-1 0 0,1 0 0,-1 0-1,1 0 1,-1 0 0,1 0 0,0 0 0,30 3 274,-25-3-186,436 20 3609,-442-20-3680,28-3 840,-27 2-763,0 1 1,0-1 0,0 1 0,0-1 0,-1 0 0,1 1 0,0-1 0,-1 0 0,1 1 0,0-1 0,-1 0 0,1 0 0,-1 0 0,1 0 0,-1 1 0,1-1 0,-1 0-1,0 0 1,1 0 0,-1 0 0,0 0 0,0 0 0,0 0 0,0 0 0,0 0 0,0 0 0,0-1 0,0 1-136,-1 2-343,0-1 167,-1 0-1,1 1 0,0-1 0,0 0 1,-1 1-1,1 0 0,0-1 0,0 1 1,0 0-1,0-1 0,0 1 1,0 0-1,0 0 0,0 0 0,0 0 1,0 0-1,1 0 0,-1 0 0,0 0 1,1 0-1,-1 0 0,0 1 0,1-1 1,0 0-1,-1 0 0,1 1 0,0-1 1,-1 2-1,-3 24-4604,4-12-1304,0-2-3226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52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 1072,'0'0'5686,"1"-18"1328,6 17-6823,0 0 1,1 0 0,-1 1 0,1 0 0,-1 0 0,9 1 0,11 1 212,348 6 1082,-11-1 4589,-336 18-11760,-5-15-1084,-11-7 1890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53.8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3 288,'0'0'5549,"9"0"-2785,-61-2 1844,73 2-3627,506 20 856,-300 3 2777,-219-22-4322,0-1 109,0 1 0,0 0 1,-1 0-1,1 1 0,0 0 1,-1 0-1,0 1 1,1 0-1,-1 0 0,7 5 1,3-1 2149,-14-5-5305,-12 8-7247,9-10 9474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9:54.9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 36 688,'0'0'4015,"-1"-3"-3486,0-1-169,-1-3-135,1-2 12188,38 11-9530,-26-1-2771,-1 0-1,1-1 1,-1 0-1,1 0 1,-1-1-1,0-1 1,1 1-1,15-6 1,-22 2 845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17.2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40 944,'0'0'7156,"4"0"-6449,40-6 4590,3-6-3406,-28 6-1753,1 2-1,36-5 1,-41 8-136,-7 0-2,0 0 0,0 1 0,0 0 0,0 1-1,12 1 1,-19-1-2,1 0-1,0-1 1,0 1-1,0 0 1,0 0-1,0 0 1,-1 0-1,1 0 1,0 0-1,-1 0 0,1 1 1,-1-1-1,0 0 1,1 1-1,-1 0 1,0-1-1,0 1 1,0 0-1,0-1 1,0 1-1,0 0 1,0 0-1,-1 0 0,1 0 1,-1 0-1,1 3 1,2 10 12,-1-1-1,-1 1 1,-1-1 0,0 1 0,0 0 0,-1-1 0,-1 1 0,-1-1-1,0 1 1,-1-1 0,0 0 0,-1 0 0,-1-1 0,0 0-1,-16 24 1,1-8 13,-1-1 1,-30 28-1,-23 27 70,75-82-74,-1 0-1,0-1 1,1 1-1,-1 0 1,0 0-1,1 0 1,0 0 0,-1 0-1,1 0 1,-1 0-1,1 0 1,0 0-1,0 0 1,0 0 0,-1 1-1,1-1 25,1-1-1,-1 1 1,0-1-1,0 1 0,0-1 1,1 1-1,-1-1 1,0 0-1,0 1 1,1-1-1,-1 1 0,0-1 1,1 0-1,-1 1 1,0-1-1,1 0 1,-1 0-1,1 1 1,-1-1-1,1 0 0,-1 0 1,0 0-1,2 1 1,35 2 2112,-23-3-1979,321 5 2524,-334-5-2641,-4 7-5595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17.7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6995,'0'0'12849,"7"0"-11769,22 0 19,-22 0 3853,5-13-5205,-12 13 450,0 32 1484,-15-4-217,15-28-1408,7-1-6029,7-7 748,-3 0-1251,10-2-3217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19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66 3458,'0'0'6824,"6"-1"-6485,0-2-140,19-3 1147,-30 6 601,-15 1 1599,17-1-3553,0 1 0,0-1-1,0 1 1,0 0-1,1 0 1,-1 0-1,0 0 1,0 1-1,1-1 1,-1 1-1,0-1 1,1 1-1,-5 4 1,-12 11 152,1 1 1,0 0 0,1 1-1,-20 30 1,30-38-53,1 1 0,0-1 0,0 1 0,1 0 0,1 1-1,0-1 1,0 1 0,2 0 0,-1 0 0,0 19 0,3-18-17,-2 2 24,2 0 1,1 0 0,0 0-1,3 18 1,-3-29-39,1-1 0,-1 1 0,1 0 0,0-1 0,0 1 0,0-1 0,1 0 0,-1 0 0,1 0-1,0 0 1,0 0 0,1-1 0,-1 1 0,1-1 0,0 0 0,0 0 0,7 5 0,4-2 65,0 0 0,0-1 0,0 0 0,0-1 0,1-1 0,0 0 0,0-1 0,0-1-1,0 0 1,0-2 0,18-1 0,-29 1-102,-1 0-1,1 0 1,0-1-1,-1 1 1,0-1-1,1 0 1,-1 0-1,0-1 1,0 1-1,0-1 1,0 0-1,0 0 1,-1 0-1,0 0 1,1-1-1,-1 0 1,0 1-1,-1-1 1,1 0-1,-1 0 1,3-5-1,5-11 128,-1-1-1,14-43 0,-11 26 26,-3-1 0,0 0 0,-3 0 0,-1-1 0,-1-48 0,-4 86-158,0-1 0,-1 1 1,1-1-1,-1 1 1,0-1-1,1 0 0,-1 1 1,0 0-1,0-1 1,-1 1-1,1 0 0,0 0 1,-1-1-1,0 1 1,1 0-1,-1 0 0,0 1 1,0-1-1,0 0 1,0 1-1,-3-3 1,-7-3 29,0 1 1,-1 0 0,-14-5 0,17 7 84,0 0-1,0 0 1,-18-12-1,25 14-66,0 0 1,-1 1-1,1-1 1,-1 1-1,0 0 0,1 0 1,-1 0-1,0 0 0,0 1 1,1-1-1,-1 1 0,0 0 1,0 0-1,-5 1 1,7-1-66,0 0 0,0 1 0,-1-1 0,1 1 0,0-1 0,0 1 0,0 0 0,-1-1 0,1 1 0,0 0 0,0 0 1,0 1-1,1-1 0,-1 0 0,0 1 0,0-1 0,1 1 0,-1 0 0,1-1 0,-1 1 0,1 0 0,0 0 0,-1 0 0,1 0 1,-1 4-1,1-5-105,1 0 0,0 0 0,0-1 0,0 1 1,0 0-1,0 0 0,0-1 0,0 1 1,0 0-1,0 0 0,0 0 0,1-1 0,-1 1 1,0 0-1,1 0 0,-1-1 0,0 1 1,1 0-1,-1-1 0,1 1 0,-1 0 0,1-1 1,-1 1-1,1-1 0,-1 1 0,1-1 1,-1 1-1,1-1 0,0 1 0,-1-1 0,1 1 1,0-1-1,0 0 0,-1 0 0,1 1 0,0-1 1,1 0-1,35 4-3133,-31-4 2297,32 1-3722,6-1-1924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19.9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59 2401,'0'0'9439,"3"-4"-8409,0 2-809,1-1 0,0 0 0,-1 1-1,1 0 1,0 0 0,0 0 0,0 1 0,1-1 0,-1 1 0,8-2 0,54-5 970,-37 5-938,-6 0-22,203-14 527,-226 17-339,0 2 214,1 15-211,-2-1 0,0 1 0,-1-1 0,-1 0 0,0 1 0,-2-1 0,1 0 1,-9 17-1,-99 240 1792,98-228-1894,1 1 1,2 1 0,3 0 0,-4 56-1,3-8 6,9-94-353,12-29-6478,0 3-2709,-9 13 2763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20.7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18 3458,'0'0'8910,"-3"-2"-7512,-9-6 4442,21 3-4023,224 3 991,-123 4-2009,4-2 746,-39 0 2617,-75 0-3653,29 0 1012,-13-1-440,-3 3-5808,-27 13-8317,6-6 3818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26.37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16 85 448,'0'0'5072,"2"-6"-4328,-1 2-473,0 0-1,0 0 1,1 1 0,0-1-1,-1 0 1,1 1 0,1 0-1,-1-1 1,0 1-1,1 0 1,-1 0 0,1 0-1,0 1 1,0-1 0,6-3-1,7-10 3298,-7 9 473,-6 27-2811,-2 63 550,-3 99-292,-5-139-1350,0 13 340,22-68-462,-3 4-124,1 0 0,1 1-1,-1 0 1,1 1-1,0 1 1,1 0-1,-1 1 1,1 0 0,21-2-1,16 2-567,74 2 0,-79 2 650,-45 0 22,0 0-1,1 0 1,-1 1 0,0-1 0,0 0 0,0 1-1,0 0 1,0-1 0,0 1 0,0 0-1,0 0 1,0 0 0,-1 0 0,1 1 0,0-1-1,0 0 1,-1 1 0,1-1 0,-1 1 0,0 0-1,1-1 1,-1 1 0,0 0 0,0 0-1,0 0 1,0 0 0,0 0 0,0 0 0,-1 0-1,1 0 1,-1 0 0,1 4 0,0 3 43,0 0 0,-1 0 0,0 0-1,0 0 1,-1 0 0,-3 18 0,-3-10 116,0-1 0,0 0 0,-2 0 0,0 0 0,-14 19 0,11-18-76,4-5-20,-1 0 1,-1 0-1,0-1 0,0 0 1,-1-1-1,0 0 1,-1-1-1,0 0 1,-1-1-1,0 0 0,0-1 1,0 0-1,-1-2 1,0 1-1,0-2 0,-1 1 1,1-2-1,-1 0 1,0-1-1,0-1 1,-21 0-1,-109-1 667,144 0-862,8-3-9017,0 0 7578,11-12-3128,2-9-751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26.9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18 43 480,'0'0'8260,"-2"-2"-6843,1 1-913,-9-7-56,6 0 3191,9 7 1998,16 1-4152,1 0-1254,48-7 967,15-1-171,218 1 368,-302 7-1446,-3 17-15134,-6-12 7645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32.66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357 105 720,'0'0'5240,"13"-7"-3999,2-1-809,-5 2 139,1 1 0,0 0 0,10-5 7130,-46 6-6967,-8 3-174,0 2-1,-1 2 0,1 0 0,-42 11 0,51-7-302,12-5-122,-1 1-1,1 1 1,0 0-1,-1 0 1,2 1-1,-1 1 1,1 0-1,-20 14 1,30-18-130,-1-1 1,1 1-1,0 0 1,-1 0-1,1 0 1,0 0 0,0 0-1,0 0 1,1 0-1,-1 0 1,0 1-1,1-1 1,0 0-1,-1 0 1,1 1-1,0-1 1,0 0 0,0 0-1,0 1 1,1-1-1,0 3 1,-1-1 2,1 0 0,1-1 0,-1 1 0,0 0 0,1 0 0,0-1 0,-1 1 0,1-1 0,1 0 0,-1 1 0,3 2 1,94 78 121,-30-28-135,193 182-128,-254-231 105,-5-5 19,0 0-1,0 0 1,0 0-1,0 0 0,-1 1 1,1-1-1,-1 1 1,0 0-1,0 0 1,0 0-1,0 0 0,0 0 1,0 0-1,2 7 1,-5-8 15,1-1-1,-1 0 1,0 0 0,1 0 0,-1 0 0,0 0 0,1-1 0,-1 1-1,0 0 1,0 0 0,0 0 0,0-1 0,0 1 0,0 0-1,0-1 1,0 1 0,0-1 0,0 1 0,0-1 0,0 0-1,0 1 1,-3-1 0,-32 9 207,30-8-165,-43 9 286,0-1 0,-1-3 0,0-2 0,-90-4 0,133-1-322,1 0 0,-1 0-1,1 0 1,0-1 0,0 0 0,0 0 0,0-1 0,0 0 0,0 0 0,1 0 0,-1 0-1,1-1 1,0 0 0,0 0 0,0-1 0,1 0 0,0 1 0,-1-1 0,2-1 0,-1 1-1,1 0 1,-1-1 0,1 0 0,1 0 0,-1 0 0,1 0 0,0 0 0,1 0 0,-1-1-1,1 1 1,1 0 0,-1-1 0,1 1 0,1-10 0,-1 11-16,1 0 0,0 0 1,0 0-1,0 0 0,1 1 1,0-1-1,0 0 0,0 1 0,0-1 1,1 1-1,0 0 0,0 0 1,0 0-1,0 0 0,1 0 0,5-4 1,8-6-1,0 2 1,31-18-1,-34 22 3,46-23-14,1 2 1,1 4-1,94-27 0,11-3 42,-157 52-16,-1-1 0,1 0 0,-1-1 0,0 0-1,0 0 1,-1-1 0,16-14 0,-20 16 9,-1 0 0,1 0 0,-1-1 0,0 1 0,-1-1 0,1 0 0,-1 0 0,0 0 0,0 0 0,0 0 0,-1 0 0,1 0 0,-2-1 0,1 1 0,0 0 0,-1-9 0,0 11-1,-1 1 0,1-1 0,0 0 0,-1 1 0,0-1 0,0 0 0,0 1 0,0-1 0,0 1 0,0 0 0,-1-1 0,1 1 0,-1 0 0,1 0 0,-1 0 0,0 0 0,0 0 0,0 0 0,0 0 0,0 0 0,-1 1 0,1 0 0,0-1 1,-1 1-1,1 0 0,-5-2 0,-5-1 56,0 1 0,-1-1 0,1 2-1,-20-2 1,1 0 119,0 2 0,0 2 0,-1 0-1,-54 10 1,76-8-176,0 0-1,0 1 1,1 0 0,0 1 0,-11 6 0,19-10-77,1 0 0,-1 1 0,1-1 0,0 0 0,-1 1 1,1-1-1,0 0 0,-1 1 0,1-1 0,0 1 1,-1-1-1,1 0 0,0 1 0,0-1 0,-1 1 0,1-1 1,0 1-1,0-1 0,0 1 0,0-1 0,-1 1 0,1-1 1,0 1-1,0-1 0,0 1 0,0-1 0,0 1 0,1-1 1,-1 1-1,0-1 0,0 1 0,0-1 0,0 1 0,0-1 1,1 1-1,-1-1 0,0 1 0,0-1 0,1 0 0,-1 1 1,0-1-1,1 1 0,-1-1 0,0 0 0,1 1 1,-1-1-1,1 0 0,-1 0 0,1 1 0,-1-1 0,1 0 1,-1 0-1,0 0 0,1 1 0,-1-1 0,1 0 0,-1 0 1,2 0-1,12 3-2102,0-1 0,0 0 1,0-1-1,24-1 0,-23 0-287,33 0-6831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34.9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387 134 2257,'0'0'9314,"2"-6"-8263,0 0-1001,0 0 357,0 0 0,-1 0 0,1-1-1,-1 1 1,0 0 0,-1-10 0,0 14-346,0 0 0,0 0 0,-1 0 0,1-1 0,-1 1 0,0 0 0,0 0 0,0 0 0,0 0 0,0 0 0,0 1 0,0-1 0,0 0 0,-1 0 0,1 1 0,-1-1 0,1 1 0,-1-1 0,0 1 0,0-1 0,1 1 0,-1 0 0,0 0 0,0 0 0,-3-1 1,-14-4 8,-1 1 0,1 1 0,-1 1 0,0 0 1,1 2-1,-1 0 0,-36 3 0,48-1-39,-1-1 10,1 1-1,-1 0 1,1 1 0,0 0 0,0 0 0,0 1-1,0 0 1,-13 8 0,16-9-24,0 1-1,1 0 0,-1 1 1,1-1-1,-1 1 1,1 0-1,1 0 1,-1 0-1,0 0 1,1 1-1,0 0 0,0-1 1,-4 11-1,3-6-13,1 0 0,0 0 0,1 0 0,0 1 0,0-1 0,1 0 0,0 1-1,1-1 1,0 1 0,1-1 0,2 17 0,-1-23 7,-1 0 0,1 0 0,0-1 1,0 1-1,0 0 0,1-1 0,-1 1 0,1-1 0,-1 0 0,1 0 0,0 0 1,0 0-1,0 0 0,0 0 0,0-1 0,6 2 0,3 2 92,0-1 0,0-1-1,15 2 1,-7-1-57,1-2-1,-1-1 1,1 0-1,0-1 1,-1-2 0,1 0-1,-1-1 1,0-1 0,0-1-1,31-11 1,-43 12 49,1 0 0,-1-1 0,0 0 1,-1-1-1,1 1 0,-1-1 0,0-1 0,-1 1 1,1-1-1,-1-1 0,0 1 0,7-15 0,-14 52 4076,-3 34-4010,-12 34 860,-26 183 1351,34-220-1838,-2 0-1,-3-1 0,-27 79 0,33-120-444,1 1-1,1 1 1,1-1 0,0 1-1,0 39 1,4-60-35,0-35-3908,1 8-1168,0-2-3992,-1 12 1889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29.8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49 1281,'0'0'5431,"33"0"-2261,334-26 1460,-113 4-3922,-225 22 2835,-32 0-3521,1 0 0,-1 0 0,1 0 0,0 1-1,-1-1 1,1 1 0,0 0 0,-1-1 0,1 1 0,-3 2-1,-2 2 33,0 1 1,1 0-1,-1 0 0,1 1 0,1 0 0,-11 14 0,-27 55 292,25-41-225,-152 337 2227,163-345-2189,7-24-288,0-1 1,-1 1 0,1 0 0,-1-1 0,0 1 0,1-1-1,-2 1 1,1-1 0,0 1 0,0-1 0,-1 0 0,1 1 0,-3 1-1,4-2-171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30.3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3 2145,'0'0'5637,"26"-2"-2878,165 2 1355,194 0-2356,-385 12-10354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37.92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253 33 496,'0'0'6931,"0"-4"-5959,0 2-136,2-17-484,3 14 3724,3 3 5202,-12 14-8101,-11 28-674,5-18-234,-10 44-1,-24 87-163,29-104-76,14-48-54,1 0 0,-1 0 1,1 0-1,-1 1 0,1-1 1,-1 0-1,1 0 1,0 0-1,0 1 0,0-1 1,0 0-1,0 0 0,0 1 1,0-1-1,0 0 1,0 0-1,0 0 0,1 1 1,-1-1-1,0 0 0,2 2 1,0-2 11,-1-1 0,1 0 0,0 1 0,-1-1 0,1 0 0,0 0 0,0 0 0,-1 0 0,1 0 0,0-1 0,0 1 0,-1 0 0,1-1 0,0 1 0,-1-1 0,3-1 0,26-5-144,0 1 1,0 1-1,0 1 0,1 2 1,51 3-1,-68 0 114,-1 1-1,1 1 0,-1 0 0,1 1 1,-1 1-1,0 0 0,-1 0 0,1 1 1,-1 1-1,0 0 0,0 1 0,-1 0 1,0 1-1,-1 0 0,0 1 0,0 0 1,-1 0-1,0 1 0,7 13 0,-13-21 49,-1 1-1,-1-1 0,1 0 0,0 1 0,-1 0 0,0-1 0,0 1 1,0 0-1,0 0 0,0-1 0,-1 1 0,0 0 0,0 0 1,0 0-1,0 0 0,-1 0 0,1 0 0,-1-1 0,0 1 0,0 0 1,0 0-1,-1-1 0,1 1 0,-1-1 0,0 1 0,0-1 0,0 0 1,0 0-1,-1 0 0,0 0 0,1 0 0,-1 0 0,0-1 1,0 1-1,-6 3 0,-26 11 389,-1 0-1,0-3 1,-1-1 0,-49 11 0,38-11-138,-13 5 35,4-1 7,-1-2 1,-93 12-1,150-26-401,0-1 1,-1 0-1,1 0 0,0 1 0,0-1 0,-1 0 0,1 0 0,0-1 0,0 1 0,-1 0 0,1 0 0,0 0 0,0-1 1,0 1-1,-1-1 0,1 1 0,0-1 0,0 1 0,0-1 0,-2-1 0,3 0-302,-1 1 0,1-1 0,-1 0 0,1 1 0,-1-1 0,1 0 0,0 1-1,0-1 1,0 0 0,0 1 0,0-5 0,1-6-521,0-15-3219,5-7-2323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38.4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93 2417,'0'0'11768,"23"-13"-11173,76-42-88,-92 52-375,0-1 0,0 1 0,0 0-1,1 0 1,-1 1 0,1 0 0,0 1 0,-1-1 0,1 1 0,0 1-1,10 0 1,3 0 164,248-1 5510,-272 3-6035,-1 0 1,1-1-1,0 1 1,1 0-1,-1 1 1,0-1 0,0 0-1,1 1 1,0 0-1,-1-1 1,1 1 0,0 0-1,-3 6 1,-3 2-2791,-10 11-8279,13-18 6114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0.11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355 0 864,'0'0'15285,"-5"13"-13556,-15 39 460,-24 88 0,39-122-1907,-1-1 0,-1 1 0,-16 27 1,8-17-63,14-26-229,0-1-1,0 1 1,0 0 0,0 0-1,0-1 1,1 1-1,-1 0 1,1 0-1,-1 0 1,1 0-1,0-1 1,-1 1-1,1 0 1,0 0-1,0 0 1,1 0-1,0 3 1,0-3-13,0-1-1,1 1 1,-1-1 0,1 0 0,-1 0 0,1 0-1,-1 0 1,1 0 0,0 0 0,0 0 0,-1 0-1,1-1 1,0 1 0,0-1 0,0 1 0,0-1 0,0 0-1,3 1 1,53 4-181,-42-5 145,1 1 0,-1 1 0,22 6 0,-13 0 18,1 1 0,36 18 0,-50-20 40,-1-1 0,1 1 0,-1 1 0,-1 0 0,0 0 0,0 1 0,10 11 0,-18-17 0,1 1 1,-1-1-1,0 0 0,0 1 0,0 0 0,-1-1 0,1 1 1,-1 0-1,0 0 0,0 0 0,0 0 0,0 0 0,-1 0 0,0 0 1,0 7-1,0-5 16,-2 0 0,1 1 0,-1-1 0,1 0 0,-1 0 0,-1-1 0,0 1 0,1 0 0,-7 7 0,2-2 89,-1-1 0,-1 0 0,0-1-1,0 1 1,-1-2 0,0 1 0,-1-2 0,0 1 0,-18 8-1,6-6 83,-1-1 0,0-1-1,-1-1 1,1-1-1,-1-2 1,-31 3 0,-159-3 711,137-5-789,78 1-328,12-22-17723,6-6 10120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0.36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 5683,'0'0'12950,"138"-55"-11670,-90 55-431,7 0-161,3 0-224,-3 0-368,-7 0-96,-6 0-16,-4 2-544,-16 6-1233,-6 2-672,-16 2-2673,0 3-3250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4.19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2049 2881,'0'0'5936,"19"-11"-4978,7-5-541,38-24 186,-12 7 2547,104-66 2589,84-41-4408,1464-762 1460,-1368 737-2270,95-49-74,218-112 428,-580 294-531,82-27 0,-132 50 405,-26 6-1143,-33 11-4296,36-7 3580,1 0 0,0 0 0,0 0-1,-1 0 1,1 0 0,0-1 0,-7 1 0,-8-1-6601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4.5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2161,'0'0'16640,"0"-4"-15525,0 4-1072,-1-1 0,1 1 0,0-1 0,0 1 0,0-1 0,0 1 0,0-1 0,0 1 0,1-1 0,-1 1 1,0-1-1,0 1 0,0-1 0,0 1 0,1-1 0,-1 1 0,0-1 0,0 1 0,1-1 0,-1 1 0,0-1 0,1 1 0,-1 0 0,1-1 1,-1 1-1,0 0 0,1-1 0,-1 1 0,1 0 0,-1 0 0,1-1 0,-1 1 0,1 0 0,-1 0 0,1 0 0,-1 0 0,2-1 0,32-1 984,-15 4-361,37 8 1,110 46 1079,-68-20-1309,-36-17-228,-14-4-62,-2 1 0,51 26 1,-94-41-99,0 0 0,-1 0 1,1 1-1,0 0 1,0-1-1,-1 1 0,1 0 1,-1 0-1,0 1 0,0-1 1,0 0-1,0 1 1,0-1-1,0 1 0,0 0 1,-1 0-1,1 0 1,-1-1-1,0 1 0,0 0 1,0 1-1,-1-1 1,1 0-1,0 0 0,-1 0 1,0 0-1,0 0 0,0 1 1,0-1-1,-1 0 1,1 0-1,-1 0 0,0 0 1,0 0-1,0 0 1,0 0-1,0 0 0,-1 0 1,1 0-1,-4 4 1,-9 12 297,-2-1 0,0-1 0,0 0 0,-2-1 0,0-1 1,-25 16-1,14-10-191,-50 49-1,71-62-531,1 0 0,0 1 0,0 0 0,1 0 0,0 0 0,1 1 0,0 0 0,0 0-1,1 1 1,-4 15 0,6-17-556,2-6 89,-1 0 0,1 1 0,-1-1 0,0 0 0,-1 1 0,1-1 0,0 0 1,-1 0-1,-3 5 0,-9 6-5550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2.15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52 79 416,'0'0'6302,"16"-12"-4963,71-55 1721,-104 91 6135,-41 89-6651,33-63-1695,12-25-664,1 0 0,1 0 1,-8 29-1,19-54-183,0 1 0,0 0 1,0-1-1,1 1 0,-1 0 1,0-1-1,0 1 0,0-1 1,0 1-1,1 0 0,-1-1 1,0 1-1,1-1 0,-1 1 0,0-1 1,1 1-1,-1-1 0,1 1 1,-1-1-1,1 1 0,-1-1 1,1 1-1,-1-1 0,1 0 1,-1 1-1,1-1 0,0 0 0,-1 0 1,1 1-1,0-1 0,-1 0 1,1 0-1,-1 0 0,1 0 1,0 0-1,-1 0 0,1 0 1,0 0-1,-1 0 0,2 0 0,37-1 116,-29 0-106,24-1-20,45-10-1,-48 6-183,0 2-1,36-1 0,-62 5 145,0-1-5,-1 1-1,1 0 0,0 1 1,0-1-1,0 1 0,-1 0 1,9 2-1,-11-1 50,0-1 0,0 1 0,0-1 0,0 1 0,0 0 0,0 0 0,-1 0 0,1 0 0,-1 0 0,1 0 0,-1 0 1,0 1-1,0-1 0,0 1 0,0-1 0,1 4 0,2 11 36,0 0 0,-1 0 0,0 0 0,-2 0 0,-1 32 0,0-44-3,0-2 17,-1-1-1,0 1 1,1 0-1,-1 0 1,-1-1-1,1 1 1,0 0-1,-1-1 1,1 1-1,-1-1 1,0 0-1,1 0 0,-1 1 1,0-1-1,-1 0 1,1-1-1,0 1 1,0 0-1,-5 2 1,-56 29 987,50-26-780,-166 75 1070,148-73-1445,30-9-10,0 1 0,-1-1 0,1 0 0,0 0-1,-1 0 1,1 0 0,-1 0 0,1 0 0,0 0 0,-1 0 0,1 0 0,0 0 0,-1-1 0,1 1 0,0-1 0,-1 1-1,1-1 1,0 0 0,-2 0 0,0-6-893,1 1 0,0-1 0,0 0 0,0 0-1,1 0 1,0 0 0,1 0 0,-1 0 0,1 0 0,2-11 0,-2-1-2065,0-25-4058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2.34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 7027,'0'0'10773,"153"-15"-9492,-128 15 79,-2 0-623,2 0-657,-5 0-80,5 3-929,-8-3-1488,-2 0-3121,0-20-2402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6.1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17 2865,'0'0'9538,"-1"-3"-8175,-5-10 927,8 16 1767,8 15-804,3-3-4307,58 48 2457,155 106 1,-193-146-951,71 49 61,563 387 1754,22-30-1377,-256-213-699,-323-172 101,1-5 1,127 27 0,36-29 878,-187-30-708,110 25 0,-175-25-402,-1 0 0,26 13 1,-27-11-9,0-1 0,34 9 0,41 2-54,-32-7 0,66 22 0,-105-28 0,-18-5 0,-1 0 0,0 0 0,1 1 0,-1-1 0,0 1 0,0 1 0,0-1 0,0 1 0,5 3 0,3 7 0,2 0 0,0-1 0,0-1 0,30 17 0,-38-25 0,13 7 0,-19-6-101,-2-4-250,0 0 0,0 0 0,1 0 0,-1 0 0,0 0 0,0 0 0,0 0 0,0 0 1,0 0-1,0 0 0,0 0 0,1 0 0,-1-1 0,0 1 0,0 0 0,0-1 0,0 1 0,-1-2 1,-10-20-4650,-3-9-2841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6.51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277 0 3522,'0'0'13747,"-2"22"-9974,0-8-3081,1-6-438,0-1 1,0 1-1,1-1 1,-1 1 0,2 0-1,-1-1 1,1 1-1,0-1 1,1 1-1,0-1 1,0 0 0,0 1-1,1-1 1,0 0-1,1-1 1,-1 1 0,7 9-1,187 190 4570,-50-59-4371,-138-137-445,-1 0 0,0 1 0,0-1 0,-1 1 0,-1 1 0,7 13 0,-12-22 8,0-1-1,0 1 1,0 0-1,0 0 1,0 0 0,0 0-1,-1 0 1,0 0-1,0 0 1,1 0 0,-2 1-1,1-1 1,0 0-1,-1 0 1,1 0 0,-1 0-1,0 0 1,0 0-1,0-1 1,0 1 0,-1 0-1,1 0 1,-1-1-1,1 1 1,-1-1 0,0 1-1,0-1 1,0 0-1,-1 0 1,1 0-1,-5 4 1,-30 15 124,-1-2 1,-1-1-1,-56 18 1,25-10-84,-4 2-57,18-8 0,2 2 0,-103 58 0,150-76-178,0 1 0,1 0 1,0 0-1,-10 11 0,14-14 7,0 1 0,0-1 0,0 1 0,1 0 0,-1-1 0,1 1 0,0 0-1,0 0 1,0 0 0,0 0 0,0 0 0,1 0 0,-1 0 0,1 4 0,4-5-4090,18-3-2646,9-1-4818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9.43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0 880,'0'0'13369,"14"9"-9946,41 28-787,-53-36-2514,-1-1-1,0 1 1,0 0-1,0 0 1,0 0-1,0-1 1,0 1 0,0 0-1,0 0 1,0 1-1,0-1 1,0 0-1,0 0 1,-1 0 0,1 0-1,-1 1 1,1-1-1,-1 0 1,1 1-1,-1-1 1,1 0 0,-1 1-1,0-1 1,0 1-1,0-1 1,0 0-1,0 3 1,-1 3 510,1 127 4118,-2-77-3845,9 94 1,-5-135-1204,1 1 0,1-1 0,0 1 0,1-1 0,1 0 1,0-1-1,1 1 0,1-1 0,0-1 0,11 15 1,-17-26-195,0-1 1,0 1 0,0-1 0,0 0 0,0 1-1,1-1 1,0 0 0,-1 0 0,1-1 0,0 1-1,0 0 1,-1-1 0,1 0 0,0 0 0,1 0-1,4 1 1,27 0-6621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49.82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52 10981,'0'0'12841,"17"-9"-12479,-4 3-283,-4 0-24,1 1 0,-1 1 0,1 0 0,0 0 1,0 1-1,0 0 0,1 0 0,-1 1 1,1 1-1,20-1 0,-22 3-6,-1 0-1,1 0 1,0 0 0,-1 1-1,1 1 1,-1-1-1,0 2 1,14 6 0,-18-8-30,1 1 1,-1 0-1,0 0 1,-1 0-1,1 0 1,-1 1 0,1-1-1,-1 1 1,0 0-1,0 0 1,0 0-1,-1 0 1,0 1-1,1-1 1,-2 1 0,1-1-1,1 8 1,0-1-8,-1 1 0,-1 1 1,0-1-1,0 0 0,-1 0 1,-1 0-1,0 0 0,-1 0 0,0 0 1,-1 0-1,0 0 0,-1 0 1,0-1-1,-1 0 0,-10 18 1,-7 4 4,-1-1 1,-1-2 0,-44 43-1,35-38 40,-46 62 0,77-95-54,0 0 0,1 1 0,-1 0 0,0-1 0,1 1 0,0 0 0,0 0 0,0 0 0,0 0 0,0 0 0,0 0 0,1 0 0,-1 0 0,1 0 0,0 0 0,0 0 0,0 0 0,0 0-1,2 5 1,-1-5 4,1 0-1,0 0 0,0 0 1,0-1-1,0 1 0,0-1 0,0 1 1,0-1-1,1 0 0,-1 0 1,1 0-1,0 0 0,0-1 1,-1 1-1,1-1 0,0 0 0,0 1 1,5 0-1,34 11 406,1-2 0,0-2 0,61 5 0,137-2-504,-171-10-701,-63-2 239,14 1-208,-12 5-2820,-9-6 3466,0 0 1,0 1-1,0-1 1,0 0-1,0 0 1,0 0-1,0 0 1,0 1-1,0-1 1,0 0-1,0 0 1,0 0 0,0 0-1,0 1 1,0-1-1,0 0 1,0 0-1,0 0 1,0 0-1,0 0 1,0 1-1,0-1 1,-1 0-1,1 0 1,0 0-1,0 0 1,0 0-1,0 0 1,0 1-1,0-1 1,-1 0-1,1 0 1,0 0-1,0 0 1,0 0-1,0 0 1,0 0 0,-1 0-1,1 0 1,0 0-1,0 0 1,0 0-1,0 0 1,-1 0-1,1 0 1,0 0-1,0 0 1,0 0-1,-28 5-8755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2.57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78 51 0,'0'0'6766,"0"-5"-5624,0-19 967,0 3 8545,-1 26-9918,-9 40-107,-3 12 257,-6 59 0,13-51-306,-18 143 163,20-183-697,4-24-62,2-29-12062,10 13 6991,9-3-764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3.33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94 40 1489,'0'0'9081,"-2"-4"-7595,0 0-937,-2-15 2675,5 18-3149,-1 0 0,0 1 0,1-1 1,-1 1-1,1-1 0,-1 1 1,1-1-1,-1 1 0,1 0 1,0-1-1,-1 1 0,1 0 0,-1-1 1,1 1-1,0 0 0,-1 0 1,1-1-1,0 1 0,-1 0 0,1 0 1,0 0-1,0 0 0,0 0 1,22-2 220,-22 2-201,228-2 2290,-218 3-2321,0 0-1,0 1 1,0 1-1,0-1 1,-1 2-1,1 0 1,-1 0-1,14 8 1,-16-8-56,-1 0 0,0 1 0,-1 0 0,1 0 0,-1 1 1,0 0-1,0 0 0,-1 0 0,0 0 0,0 1 0,7 14 1,-10-18-5,-1 0-1,0 0 1,0 0 0,0 0 0,0 0 0,-1 0 0,1 0 0,-1 0 0,0 0-1,1 1 1,-2-1 0,1 0 0,0 0 0,-1 0 0,1 0 0,-1 0 0,0 0-1,0 0 1,0 0 0,0 0 0,-1 0 0,1 0 0,-1-1 0,0 1 0,1 0-1,-1-1 1,0 0 0,-1 1 0,-3 3 0,-7 3 147,1 1 0,-2-2 0,1 0-1,-26 12 1,20-11 137,-125 53 1531,142-62-1819,1 0 1,0 1-1,0 0 1,0-1-1,0 1 1,0-1-1,0 1 0,1 0 1,-1 0-1,0-1 1,0 1-1,0 0 1,1 0-1,-1 0 1,0 0-1,1 0 0,-1 0 1,1 0-1,-1 0 1,1 0-1,0 0 1,-1 1-1,1-1 0,0 0 1,0 0-1,0 0 1,0 0-1,0 0 1,0 1-1,0-1 1,0 0-1,0 0 0,0 0 1,1 0-1,0 2 1,0 0-11,0-1 0,1 0 0,-1 0 0,1 0 1,-1 0-1,1 0 0,0 0 0,0 0 0,0-1 1,0 1-1,0-1 0,0 1 0,0-1 0,1 0 0,1 1 1,40 15-34,90 41-713,-118-50 627,1 2 1,-1 0-1,-1 0 0,0 2 0,22 21 0,-33-28 103,1 0 1,-1 0-1,0 1 0,0-1 0,-1 1 0,5 12 0,-7-16 29,0 0 0,0 0 0,0 1 0,-1-1 0,1 0 0,-1 1 0,0-1 0,1 0 0,-1 1 0,0-1 0,-1 0 0,1 1 0,0-1 0,-1 0 0,1 1 0,-1-1 0,1 0 0,-1 0 0,0 0 0,0 1 0,0-1 0,-3 3 0,-2 1 80,1-2-1,-2 1 0,1-1 1,0 1-1,-1-2 0,0 1 1,0-1-1,0 0 1,0 0-1,0-1 0,-10 2 1,-89 14 1161,-276-3 3943,375-15-5078,5 0-202,-11 4-10691,6-3 4240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4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98 1418 1697,'0'0'8513,"-16"-8"-7011,-51-28-107,66 36-1335,0-1 0,0 1 0,0-1 0,0 0-1,0 1 1,0-1 0,0 0 0,0 0 0,0 0-1,1 0 1,-1 0 0,0 1 0,1-1 0,-2-3-1,2 4-41,0 0-1,0-1 1,0 1-1,0-1 1,0 1-1,0-1 1,0 1-1,0-1 1,0 1-1,0-1 1,0 1-1,1-1 0,-1 1 1,0-1-1,0 1 1,0-1-1,1 1 1,-1 0-1,0-1 1,1 1-1,-1-1 1,0 1-1,1-1 1,26-12 319,-23 11-155,454-205 3441,450-182-1165,60-28-1517,-768 325 1130,386-120 1,-564 207-1686,1 0 0,28-2 0,-164 55-1261,97-43-211,-43 11-2257,40-15-1268,2-3-3586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4.8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28 6 5218,'0'0'15239,"-7"-2"-14473,-10-1-395,14 5 6,24 12 374,67 28 582,-69-33-1022,29 15 423,67 43 1,-93-52-597,-1 0 0,-1 2 0,0 0 0,-2 2 0,18 21 0,-31-33-102,0-1-1,-1 2 1,0-1 0,-1 0-1,1 1 1,-2-1-1,1 1 1,-1 0 0,0 0-1,0 0 1,-1 0 0,-1 0-1,1 1 1,-1-1 0,0 0-1,-1 0 1,0 0 0,0 1-1,-1-1 1,0 0 0,0-1-1,-1 1 1,0 0 0,-1-1-1,1 1 1,-1-1 0,-1 0-1,1-1 1,-8 9 0,-17 15 488,-2-1 0,-2-2 0,-51 35 0,37-28-425,42-31-303,-36 32 758,27-14-1597,9 4-3407,10-24 354,19-6-2645,10-20-1604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6.0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2961,'-1'1'16110,"1"15"-15825,3-8-136,-1 1 0,1-1 0,1 0 0,-1 0 0,2 0 1,-1 0-1,8 9 0,44 50 1206,-42-51-1068,617 615 4334,-351-393-3547,507 330 0,-127-170-741,-655-395-172,28 18 65,-17-1 2840,36 40-3045,-49-56-21,23 29 0,1-1 0,50 44 0,-35-38 0,-27-24 0,1 0 0,0 0 0,1-2 0,29 17 0,-54-32-564,7 3 344,0 0-1,-1-1 1,1 1 0,0 0 0,0-1-1,0 1 1,0-1 0,0 1-1,0-1 1,0 0 0,0 1-1,0-1 1,1 0 0,-3-1 0,-2-5-1231,-1 0 0,1 0 1,0 0-1,1 0 1,0-1-1,-5-10 1,-5-30-7354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6.45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279 1 14118,'0'0'9375,"8"23"-6499,-6-16-2627,5 14 351,1-1 0,0 1-1,2-1 1,0-1 0,2 0 0,25 34 0,95 87 515,46 55-280,-172-186-835,-1 0 0,1 0 0,-2 0 0,1 0 0,-1 1 0,-1 0 0,0 0 0,0 0 0,-1 0 0,0 1 0,-1-1 0,0 0 0,0 1 0,-2 15 0,0-24 0,1 1 0,-1 0 0,1-1 0,-1 1 0,0-1 0,0 1 0,0-1 0,0 1 0,0-1 0,0 0 0,-1 1 0,1-1 0,-1 0 0,0 0 0,1 0 0,-1 0 0,0 0 0,0-1 0,-1 1 0,1-1 0,0 1 0,0-1 0,-1 0 0,1 0 0,-5 2 0,-6 2 0,-1 0 0,0-2 0,-21 4 0,27-5 0,-92 12-199,-196 1 0,136-12-374,147-2-354,-11 1-1469,10-5-3720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8.02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74 12 4898,'0'0'12515,"-1"-4"-11346,-5-4-405,3 10 317,1 19 877,1-3-1727,-5 52 281,-33 380 4549,38-435-5093,1 3-361,-2 0 1,0-1 0,-9 34 0,14-57-6514,6-5 3803,7-9 811,15-37-5368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58.60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105 33 2849,'0'0'18539,"0"-5"-17370,0 4-1145,0 0 0,0 0 0,0 0 0,0 0-1,0 0 1,1 0 0,-1 0 0,0 0 0,0 0 0,1 0 0,-1 0 0,0 0 0,1 0 0,-1 0-1,1 1 1,-1-1 0,1 0 0,0 0 0,-1 0 0,1 1 0,0-1 0,-1 0 0,1 1 0,0-1-1,0 1 1,0-1 0,0 1 0,0-1 0,-1 1 0,3-1 0,37-2 494,-23 4-374,-15-1-121,19-1 89,-1 1 1,0 1 0,0 2 0,0-1-1,25 8 1,-40-8-109,-1-1 0,1 1 0,-1 0 1,0 0-1,0 0 0,0 1 0,0-1 0,0 1 0,0 0 0,-1 0 0,0 0 0,1 1 0,-1-1 0,0 1 1,-1-1-1,1 1 0,-1 0 0,1 0 0,-1 1 0,0-1 0,-1 0 0,1 1 0,-1-1 0,0 1 1,0-1-1,0 1 0,-1 0 0,1-1 0,-1 7 0,-1-6 6,1 0 0,-1 0 0,0 0-1,-1 0 1,1-1 0,-1 1 0,1-1 0,-2 1 0,1-1 0,0 1-1,-1-1 1,0 0 0,0 0 0,0-1 0,0 1 0,0 0 0,-1-1 0,0 0-1,0 0 1,0 0 0,-4 2 0,-11 7 132,-1-2 1,0-1-1,-27 10 1,39-16-58,-44 14 426,-20 9 683,70-25-1188,1 0 0,0-1 0,-1 1 0,1 0 0,-1 0 0,1 0 0,0 0 0,0 0 0,0 0 0,0 1 0,0-1 1,0 0-1,0 1 0,0-1 0,0 0 0,0 1 0,1-1 0,-1 1 0,0-1 0,1 1 0,0 0 0,-1-1 0,1 1 0,0-1 0,0 1 0,0 0 0,0-1 0,0 1 0,0 0 0,0-1 0,1 1 0,-1-1 0,0 1 0,1-1 0,1 4 0,1 2-36,0 0-1,1 0 0,0-1 1,0 1-1,0-1 0,7 7 1,15 18-138,0 2 1,33 58-1,-50-76 122,-1 1 0,-1 0 0,-1 0 0,0 0 0,-1 1-1,-1 0 1,0 0 0,2 33 0,-6-40 95,1-1 0,-1 1-1,-1 0 1,0 0 0,-4 17-1,4-24 20,0 0-1,-1-1 0,1 1 1,-1 0-1,0 0 1,1-1-1,-1 1 0,0-1 1,0 1-1,-1-1 0,1 0 1,-1 0-1,1 0 0,-1 0 1,1-1-1,-1 1 0,0-1 1,0 1-1,0-1 1,0 0-1,-3 1 0,-12 2 451,1-1 0,-1-1 1,0-1-1,0 0 0,-32-4 0,0 2 468,6 1-1223,56 17-2994,-8-14 2441,1 1 0,-1-1 0,1 0 0,-1 0 0,1 0 0,10 3 0,16 3-5691,-3-8-2589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0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 4882,'0'0'6147,"30"-1"-5301,99-4 120,-83 3-496,-7 1 427,66 4 1,-98-2-796,1 0 0,-1 0-1,0 1 1,0 0 0,10 4 0,-15-5-52,-1-1-1,1 1 0,0 0 1,-1 0-1,1 0 0,-1 0 1,0 0-1,1 1 0,-1-1 1,0 0-1,1 1 0,-1-1 1,0 1-1,0-1 0,0 1 1,0 0-1,-1-1 0,1 1 1,0 0-1,-1-1 0,1 1 1,-1 0-1,1 0 0,-1 0 0,0 3 1,0 1 165,0 0 0,-1 1 0,0-1 0,0 0 0,0 1 0,-1-1 0,0 0 0,0 0 0,-1 0 0,0-1 0,0 1 1,0 0-1,0-1 0,-1 0 0,0 0 0,0 0 0,-7 6 0,-25 23 380,0-2 1,-2-2-1,-1-1 0,-54 29 0,44-27-39,47-30-529,0 0-1,0 1 0,0-1 0,-1 1 1,1 0-1,1-1 0,-1 1 1,0 0-1,0 0 0,1 0 1,-1 1-1,1-1 0,0 0 1,0 1-1,-1-1 0,1 0 1,1 1-1,-1-1 0,0 1 1,1 0-1,-1 2 0,1-3-13,0 1 0,1-1 0,-1 1-1,1-1 1,0 0 0,0 0 0,-1 1-1,1-1 1,1 0 0,-1 0 0,0 0-1,0 0 1,1 0 0,-1 0 0,1 0-1,0-1 1,-1 1 0,1-1 0,0 1-1,0-1 1,0 1 0,3 0 0,12 8 293,1-2 0,1 0 0,-1-1 0,1-1 0,27 5 0,100 12 1424,-136-22-1647,59 5 164,0-2 1,70-7-1,-134 3-298,24-4 234,-29 3-210,1 1 0,0 0 0,0-1 0,-1 1 0,1 0 0,0-1 0,-1 1 0,1-1 0,-1 1 0,1-1 0,0 0 0,-1 1 0,1-1 0,-1 1 0,0-1 0,1 0 0,-1 0 0,0 1 0,1-1 0,-1 0 0,0 0 0,1 1 0,-1-1 0,0 0 0,0 0 0,0 1 0,0-1 0,0-1 0,-5 1-4428,-1 1 1508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02.4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254 22 7475,'0'0'13681,"-1"-3"-12221,1 2-1369,0 0 0,-1 1 0,1-1-1,0 1 1,0-1 0,-1 0 0,1 0 0,0 1 0,0-1 0,0 0 0,0 1 0,0-1 0,0 0 0,0 1 0,0-1 0,0 0 0,1 0 0,-1 1 0,0-1 0,0 0 0,1 1 0,-1-1 0,1-1 0,25 2 266,-17 1-355,0 0 0,0 1 0,-1 0 0,1 1 0,-1-1 0,0 2 0,0-1 0,0 1 0,0 1 0,7 5 0,-10-7-1,-1 0 1,0 0 0,0 1 0,0-1-1,0 1 1,-1 0 0,0 0 0,0 1 0,0-1-1,0 1 1,-1-1 0,1 1 0,-1 0 0,0 0-1,-1 0 1,1 0 0,-1 0 0,1 6 0,-2-3 4,1 0 1,-1 0 0,-1 0 0,1 0 0,-2 0-1,1 0 1,-1 0 0,0-1 0,0 1 0,-1-1-1,0 1 1,-1-1 0,1 0 0,-1 0 0,-1-1-1,1 1 1,-1-1 0,-1 0 0,-9 10 0,-44 39 336,-2-2 0,-122 81 0,175-128-302,-33 25 228,39-29-259,1 0-1,-1 0 0,0 0 0,1 0 1,-1 0-1,1 0 0,-1 0 0,1 1 0,0-1 1,0 0-1,0 1 0,0-1 0,0 1 1,1-1-1,-1 1 0,1 3 0,0-5-9,0 0-1,1 0 0,-1 1 0,1-1 1,-1 0-1,1 0 0,0 0 0,0 0 1,-1 0-1,1 0 0,0 0 0,0 0 1,0 0-1,0 0 0,0 0 1,0 0-1,0 0 0,0-1 0,0 1 1,1-1-1,-1 1 0,0-1 0,0 1 1,1-1-1,-1 1 0,0-1 0,2 0 1,44 8 141,-38-7-46,434 15 3448,-373-16-2179,-69 0-585,-1 1-1164,1 1 1,-1 0 0,1-1 0,-1 1-1,0 0 1,0 0 0,1-1 0,-1 1-1,-1 0 1,1 0 0,0 2 0,-1-3-39,1 0 1,0 0 0,-1 1 0,1-1 0,0 0 0,0 0-1,0 0 1,0 0 0,0 0 0,0 0 0,1 1 0,-1-1-1,0 0 1,0 0 0,1 0 0,-1 0 0,1 0 0,-1 0 0,1 0-1,-1 0 1,1 0 0,0 0 0,-1 0 0,1-1 0,0 1-1,0 0 1,1 1 0,14 2-10065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2.2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187 274 4402,'0'0'9060,"5"-8"-7913,7-11 638,2 1-1,0 0 0,30-28 1,-23 28-1337,1 0 0,0 1 0,25-14 0,-26 19-501,-1 1 0,2 1 0,-1 1 0,1 0 1,1 2-1,-1 1 0,1 1 0,0 0 0,0 2 0,26 0 0,-46 2 48,-1 1 0,0 0-1,1 0 1,-1 0 0,0 1-1,1-1 1,-1 0 0,0 1-1,1 0 1,-1-1 0,0 1 0,0 0-1,0 0 1,0 0 0,0 1-1,0-1 1,0 0 0,0 1-1,0-1 1,-1 1 0,3 2-1,-1 1-8,-1-1-1,-1 1 0,1-1 0,-1 1 1,1 0-1,-1 0 0,0-1 1,-1 1-1,1 9 0,-1 11 18,0 1 0,-2 0 1,-1-1-1,0 0 0,-2 0 0,-1 0 0,-2 0 0,0-1 0,-20 42 1,5-22 25,-2-2 0,-2 0 1,-2-2-1,-38 42 1,47-60-10,-1-1 1,0 0 0,-2-2-1,0 0 1,-39 23-1,46-33-12,-1-1 0,1 0 0,-1-1 0,0-1 0,-1-1 0,1 0 0,-1-2 0,0 0 0,0 0 0,-21-1 0,35-2-10,0 0 0,0 0 0,0-1 0,0 1 0,0-1 0,-1 0 0,2 0 0,-1-1 0,0 1 0,0-1 0,0 1 0,1-1 0,-1 0 0,1-1 0,-1 1 0,1-1 0,0 1 0,0-1 0,-5-6 0,4 3 2,1 1 1,0 0-1,1-1 1,-1 0 0,1 0-1,0 1 1,0-1-1,1-1 1,0 1 0,0 0-1,0 0 1,1-11 0,0 14 21,-1-1 1,1 1-1,0 0 1,0 0-1,0 0 1,1-1-1,-1 1 1,1 0-1,0 0 1,0 0-1,0 0 1,0 0 0,0 0-1,1 0 1,0 0-1,-1 0 1,1 1-1,0-1 1,0 1-1,0-1 1,1 1-1,-1 0 1,0 0-1,1 0 1,0 0 0,-1 0-1,1 1 1,4-3-1,9-3 177,0 0 0,0 2 1,0 0-1,1 0 0,0 2 0,33-4 0,-17 5 504,0 2 0,57 6 0,-62 0-440,0 1-1,-1 1 1,0 1 0,-1 2-1,0 1 1,46 28 0,4 1-312,-71-38-368,1-1-1,0 0 0,-1 1 1,1-2-1,0 1 0,7 1 1,-11-3-76,1 0 0,-1 0 0,0 0 1,1 0-1,-1-1 0,0 1 0,0 0 0,1-1 1,-1 0-1,0 1 0,0-1 0,0 0 1,0 0-1,0 0 0,0 0 0,0-1 0,0 1 1,0 0-1,3-4 0,22-31-3800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2.7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2 12662,'0'0'11024,"19"-1"-10400,-14 1-581,21-1 177,1 2 0,-1 0 0,40 9 0,-34-4 4,-2-1-106,-1 2 1,0 1-1,0 1 1,45 20 0,-67-25-117,1 1-1,-1-1 1,0 1 0,0 1 0,-1-1 0,0 1 0,1 0 0,-2 0 0,1 1 0,-1 0 0,0 0 0,-1 0 0,1 1 0,-1-1-1,-1 1 1,0 0 0,0 0 0,0 0 0,-1 0 0,0 1 0,0 9 0,0-7-9,-1 1 0,-1-1 0,0 0 0,0 0-1,-1 1 1,-1-1 0,1 0 0,-2 0 0,0 0 0,0-1 0,-7 15 0,4-14-7,-1 1-1,0-1 1,-1 0 0,0-1 0,-1 0 0,0 0 0,0-1 0,-1 0-1,-14 10 1,-8 1 14,0 0-1,-1-2 1,-1-2 0,0-1-1,-1-1 1,-1-2-1,0-1 1,0-3-1,-1 0 1,0-3 0,-1-1-1,-57-1 1,68-2 7,-31-3 23,57 2-23,0 0-1,0-1 1,0 1-1,0 0 1,1 0-1,-1-1 1,0 1-1,0-1 1,0 1-1,0-1 1,1 1-1,-1-1 1,0 1-1,1-1 1,-1 1-1,0-1 1,1 0-1,-1 0 1,1 1-1,-1-1 1,1 0-1,-1 0 1,1 0-1,-1 1 1,1-1-1,0 0 1,0 0-1,-1 0 1,1 0-1,0 0 1,0 0 0,0 0-1,0 0 1,0 0-1,0 0 1,0 1-1,0-1 1,1 0-1,-1 0 1,0 0-1,0 0 1,1 0-1,-1 0 1,1 1-1,-1-1 1,1 0-1,-1 0 1,1 0-1,0 0 1,4-3 63,-1 1 1,1 0 0,0 0 0,0 0 0,0 1-1,0-1 1,0 1 0,1 0 0,9-1 0,54-8 1102,-37 7-739,-1 2 0,1 1 0,-1 2 1,1 1-1,-1 2 0,0 0 0,0 3 1,35 11-1,-4 6-750,55 17 351,-57-30-3867,-48-10 1559,0 0-1,0-1 1,14-2 0,15-7-9906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3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146 1 19209,'0'0'10116,"-75"165"-8227,60-120-944,0-4-561,7-11-256,-2-8-128,5-9-96,3-8-897,-6-5-943,1 0-1314,7-38-2272,0-14-5764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3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0 13846,'0'0'14663,"-100"158"-14663,100-115-1313,0-3-1264,5-5-1809,15-2-3185,2-11-3410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3.4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510 1 12198,'0'0'8246,"-28"10"-4113,-93 36-1020,48-14-506,67-29-2311,1 0 0,0 1 0,0 0 0,0 0 0,1 0 0,-8 9 0,10-11-275,0 0-1,1 1 0,-1-1 0,1 1 0,0-1 0,-1 1 0,1 0 0,0 0 0,1-1 0,-1 1 0,0 0 0,1 0 0,0 0 0,-1 0 0,1 0 0,0 0 0,1-1 0,-1 1 0,0 0 0,1 0 0,1 5 0,2 3-41,1 0-1,0 0 1,0-1 0,7 10-1,-5-9 25,-2-1-105,0-1 0,0 1 0,-1 0 0,0 1-1,3 19 1,-6-28 89,0 1 0,-1-1 0,1 1 0,-1-1 0,0 1 0,0-1 0,0 1 0,0 0 0,0-1 0,0 1 0,-1-1 0,1 1 0,-1-1 0,0 1 0,0-1 0,0 1 0,0-1 0,0 0 0,0 0 0,-1 1 0,1-1 0,-1 0-1,1 0 1,-1 0 0,0-1 0,0 1 0,0 0 0,0-1 0,0 1 0,-3 1 0,-12 2 8,0 0 0,0-2 0,0 0 0,0 0 0,-1-2 0,1 0 0,-32-3-1,10 1-142,37 1 117,-3 1-85,-1-1 0,1-1-1,-1 1 1,1-1 0,-11-2-1,15 2-20,-1 1 0,1-1 0,0 0 0,0 1 0,0-1 0,0 0 0,0 0 1,0 0-1,0 0 0,0 0 0,0 0 0,0 0 0,0 0 0,0 0 0,1 0 0,-1 0 0,0-1 0,1 1 0,-1 0 0,1 0 0,0-1 0,-1 1 0,1 0 0,0-1 0,0 1 0,0-1 0,0 1 0,0-2 0,0 1-132,0 1-1,0 0 1,0 0 0,0 0 0,1-1-1,-1 1 1,0 0 0,1 0 0,-1 0-1,1-1 1,-1 1 0,1 0 0,-1 0-1,1 0 1,0 0 0,0 0-1,-1 0 1,1 0 0,0 1 0,0-1-1,1-1 1,26-10-4534,-18 9 2729,50-17-9347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3.8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826 1 12278,'0'0'16535,"-206"178"-14774,121-71-320,4 14-689,4-3-752,6 2 0,11-12 0,10-15 0,10-18 0,7-22-1153,1-23-1552,4-18-1505,-5-12-2513,3-35-6787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4.3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1 395 400,'31'-4'11958,"254"-19"-3386,-174 23-5685,287-10 1688,-305 3-4472,-1-4 0,113-28 0,-158 26-479,-1-2 1,-1-2-1,79-42 0,-93 42 287,-1-2 0,-1-1-1,-1-1 1,-1-2 0,46-49 0,-63 56 866,-10 15-743,-1 0-1,1 1 0,-1-1 0,1 1 0,0-1 1,-1 1-1,1-1 0,-1 1 0,1 0 0,-1-1 0,0 1 1,1-1-1,-1 1 0,1 0 0,-1 0 0,0-1 1,1 1-1,-1 0 0,0 0 0,1 0 0,-1 0 0,0 0 1,1 0-1,-1 0 0,0 0 0,1 0 0,-1 0 0,0 0 1,1 0-1,-2 1 0,-22 0 46,1 2 1,0 0-1,0 1 0,0 2 1,1 0-1,0 2 0,0 0 1,-36 20-1,-12 12 433,-78 58-1,-73 72 495,171-125-715,1 1-1,-47 60 1,76-81-210,1 1 0,-21 37 0,35-54-71,1-1 0,0 1 0,0 1 0,1-1 0,0 0 0,1 1 0,0 0 0,0-1 0,1 1 0,0 0 0,1 14 0,1-23-8,-1 0 0,1 0 1,-1-1-1,1 1 0,0 0 0,-1-1 1,1 1-1,0 0 0,0-1 0,-1 1 0,1-1 1,0 1-1,0-1 0,0 1 0,0-1 1,-1 0-1,1 1 0,0-1 0,0 0 1,0 0-1,0 0 0,0 0 0,0 1 1,0-1-1,0-1 0,0 1 0,0 0 1,0 0-1,0 0 0,0 0 0,1-1 1,5 0 16,18 0-31,1-1 1,-1-1 0,0-2 0,0 0 0,0-2 0,-1 0 0,0-2 0,0-1 0,-1-1-1,0 0 1,34-25 0,-45 25 75,-18 9 139,4 2-196,0 0 1,0 1-1,0 0 0,0 0 1,0-1-1,0 1 1,0 0-1,0 1 0,0-1 1,0 0-1,1 0 1,-4 4-1,2 0-1,0 0-1,0 1 1,1-1-1,0 1 1,0 0 0,0 0-1,0 0 1,1 0-1,0 0 1,1 0-1,-1 0 1,1 0 0,1 10-1,-1-10-127,1 1 0,0 0 0,0-1 0,0 1 0,1-1-1,0 1 1,0-1 0,1 0 0,-1 0 0,2 0 0,5 10 0,-6-12-268,1-1 0,-1 0 0,0 0 1,1 0-1,-1 0 0,1 0 0,0-1 0,0 0 1,0 1-1,0-2 0,9 4 0,-4-3-1925,1 0 0,-1-1 0,1 0 0,14-1 0,7 0-8522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4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9989,'0'0'14894,"17"13"-13744,54 41-379,-65-49-745,0 0-1,1 0 1,0-1-1,0 0 0,0 0 1,1-1-1,-1 0 1,1 0-1,0-1 0,0 0 1,-1 0-1,1-1 1,1 0-1,-1 0 0,0-1 1,0 0-1,0-1 1,12-1-1,-19 1-36,0 1 0,1-1 0,-1 1 0,0-1 0,1 0 1,-1 1-1,0-1 0,0 0 0,0 0 0,1 0 0,-1 0 0,0 0 0,0 0 0,-1 0 0,1 0 0,0 0 0,0-1 0,0 1 0,-1 0 0,1-1 0,-1 1 0,1 0 1,-1-1-1,1 1 0,-1 0 0,0-2 0,2-44-101,-2 33 98,0 9 57,-1 1-1,1-1 1,-1 1 0,0-1 0,0 1 0,0-1 0,-1 1 0,1 0 0,-1-1-1,0 1 1,0 0 0,-1 0 0,1 1 0,-1-1 0,0 0 0,0 1 0,0 0 0,0-1-1,-1 1 1,1 0 0,-1 1 0,0-1 0,-7-3 0,4 3 167,0 0-1,1 0 1,-1 1-1,0 0 1,0 0 0,-1 1-1,1 0 1,0 0 0,0 1-1,-1 0 1,1 0-1,0 1 1,-1 0 0,1 0-1,-7 3 1,9-2-134,0 0 0,1 0-1,-1 1 1,1-1 0,-1 1 0,1 0-1,0 1 1,0-1 0,0 1 0,1 0 0,-1 0-1,1 0 1,0 0 0,0 0 0,0 1 0,1-1-1,-3 8 1,3-9-73,0 1 0,1 0-1,0 0 1,0 1 0,0-1 0,0 0-1,0 0 1,1 1 0,0-1 0,0 0-1,0 0 1,0 1 0,1-1 0,-1 0-1,1 0 1,0 0 0,1 1 0,-1-1-1,1 0 1,0-1 0,-1 1 0,6 6-1,-1-3-159,1 0 0,0 0 0,1-1-1,-1 0 1,1-1 0,0 0 0,1 0-1,-1 0 1,1-1 0,17 5 0,-2-2-947,0 0 0,0-2 1,32 3-1,66-3-5312,11-5-2703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5.4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5603,'0'0'11738,"21"4"-8614,68 18-784,-86-21-2196,1 0 0,-1 0 0,0 1 0,0-1 0,0 1 0,0 0 0,0 0 0,0 0-1,-1 0 1,1 1 0,-1-1 0,1 1 0,-1-1 0,0 1 0,0 0 0,0 0 0,0 0 0,-1 0 0,1 0 0,-1 0 0,0 0 0,0 1-1,1 5 1,0-3 81,3 13 267,-1 1-1,-1 0 0,-1 0 1,-1 0-1,0 0 1,-2 0-1,0 0 1,-1 0-1,-9 34 0,7-41-399,-1 0-1,0-1 0,-1 1 0,-1-1 1,0 0-1,0-1 0,-1 0 0,-1 0 1,0-1-1,0 0 0,-1 0 0,0-1 1,-1-1-1,-17 12 0,28-20-91,-1 0 0,1 1 0,0-1 0,-1 0 0,1 1 0,0-1 0,-1 0 0,1 0 0,-1 0 0,1 0 0,0 1 0,-1-1 0,1 0 0,-1 0 0,1 0 0,-1 0 0,1 0 0,0 0 0,-1 0 0,1 0 0,-1 0 0,1 0 0,-1 0 0,1 0 0,0 0 0,-1 0 0,1-1 0,-1 1 0,1 0 0,-1 0 0,1 0 0,0-1 0,-1 1 0,1 0 0,0-1 0,-1 1 0,1 0 0,0 0 0,-1-1 0,1-4 0,1 0 0,-1 0-1,1 1 1,0-1 0,1 0 0,-1 1 0,1-1 0,0 1-1,0-1 1,0 1 0,1 0 0,-1 0 0,1 0 0,0 0-1,0 1 1,0-1 0,5-3 0,10-11-100,0 2-1,22-16 1,-12 12-213,1 1 0,56-27 1,-70 39 302,1 0 1,0 2 0,0 0 0,0 0 0,1 2 0,-1 0 0,29-1 0,-43 9 409,-12 111 530,8-100-945,1 22 15,2-38 0,-1 1 0,1-1 0,-1 0 0,1 1 0,-1-1 0,1 0 0,-1 1 0,1-1 0,0 0 0,-1 0 0,1 1 0,0-1 0,-1 0 0,1 0 0,-1 0 0,1 0 0,0 0 0,-1 0 0,1 0 0,0 0 0,-1 0 0,1 0 0,0-1 0,1 1 0,21-2 0,-1-1 0,1-2 0,-1 0 0,0-1 0,-1-1 0,0-1 0,22-12 0,1 1 0,156-63-459,-218 119 918,13-24-459,1 0 0,0 0 0,1 0 0,1 0 0,0 1 0,1-1 0,1 27 0,0-39-50,0 0-1,0 0 1,1 0-1,-1 0 1,0 0-1,1 0 1,-1 0 0,0 0-1,1 0 1,-1 0-1,1 0 1,0 0 0,-1 0-1,1 0 1,0 0-1,0-1 1,-1 1-1,1 0 1,0 0 0,0-1-1,0 1 1,0-1-1,0 1 1,0-1-1,0 1 1,0-1 0,0 1-1,0-1 1,0 0-1,0 0 1,2 1 0,40 1-6137,-34-2 4060,30 0-6675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5.8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1 209 12358,'0'0'10471,"26"-2"-7851,10-1-1874,-8 0-146,1 1 1,0 1-1,43 5 1,-9 6 242,-45-6-755,0-1 1,0-1-1,0 0 1,0-2-1,0 0 1,21-3-1,-38 3-96,0-1 1,0 0-1,0 1 1,-1-1-1,1 0 0,0 0 1,0 0-1,0 0 0,-1 1 1,1-1-1,0 0 0,-1 0 1,1 0-1,-1-1 1,1 1-1,-1 0 0,0 0 1,1 0-1,-1 0 0,0 0 1,0 0-1,0-1 0,0 1 1,0 0-1,0 0 1,0 0-1,-1-2 0,-3-35-282,1 29 334,-1 0 1,0 0-1,0 0 0,-1 1 1,0 0-1,0 0 0,-1 0 0,0 1 1,-1-1-1,1 1 0,-1 1 1,0 0-1,-1 0 0,0 0 1,0 1-1,0 0 0,-1 0 1,1 1-1,-1 0 0,0 1 1,0 0-1,0 0 0,-1 1 1,1 0-1,-14-1 0,20 3 52,1 0 1,0 0-1,0 0 0,-1 0 0,1 0 0,0 1 0,0-1 0,0 1 0,0-1 0,-1 1 0,1 0 0,0 0 0,0 0 1,0 0-1,0 0 0,1 0 0,-1 1 0,0-1 0,-2 3 0,2 0-81,-1 0 1,1 0-1,1 0 0,-1 0 1,1 1-1,-1-1 0,1 0 1,-1 9-1,-4 20-15,1-13 0,1 1 0,1-1 0,1 1 0,0-1 0,2 1 0,2 26 0,-1-43 0,0-1 1,0 0-1,0 1 1,0-1-1,1 0 1,-1 1-1,1-1 1,0 0-1,0 0 1,0-1-1,0 1 0,0 0 1,1-1-1,5 5 1,-3-2-148,1-1-1,1-1 1,-1 1 0,0-1-1,1 0 1,13 3-1,2-1-1258,-1-1-1,1-1 1,39 1-1,-25-3-850,-5 0-1508,1-1 0,0-1 0,47-8 0,-11-13-2009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6.2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327 21 9444,'0'0'21002,"-22"-5"-19180,-72-9-1355,91 13-466,1 1 1,-1-1-1,1 1 1,-1 0-1,1 0 0,-1 0 1,1 0-1,-1 1 0,1-1 1,0 1-1,-1-1 1,1 1-1,-1 0 0,1 0 1,0 0-1,0 0 1,-1 0-1,1 1 0,0-1 1,0 1-1,-2 2 1,-5 3-1,-13 8-1,0 2 0,-30 29 0,47-41 0,0 0 0,0 0 0,1 0 0,0 1 0,0 0 0,1 0 0,-1 0 0,1 0 0,0 1 0,1-1 0,0 1 0,0-1 0,0 1 0,1 0 0,-1 11 0,2-17 0,0 0 0,0 0 0,1 0 0,-1 0 0,0 0 0,0 0 0,1 0 0,-1 0 0,1 0 0,-1-1 0,1 1 0,-1 0 0,1 0 0,0 0 0,-1 0 0,1-1 0,0 1 0,-1 0 0,1-1 0,0 1 0,0-1 0,0 1 0,0-1 0,0 1 0,0-1 0,0 1 0,0-1 0,-1 0 0,1 0 0,0 1 0,0-1 0,0 0 0,2 0 0,41 0 0,-28-1 0,0 1 0,1-1 0,-1 0 0,0-1 0,1-1 0,-1-1 0,0 0 0,0-1 0,-1-1 0,0 0 0,0-1 0,0-1 0,-1 0 0,22-17 0,-34 24 0,-1 0 0,1 0 0,0 0 0,-1-1 0,0 1 0,1-1 0,-1 1 0,0-1 0,1 0 0,-1 1 0,0-1 0,0 0 0,-1 0 0,1 0 0,0 0 0,-1 0 0,1 0 0,-1 0 0,1 0 0,-1 0 0,0 0 0,0-3 0,0 5 0,0 0 0,-1-1 0,1 1 0,0 0 0,0-1 0,-1 1 0,1 0 0,0 0 0,-1-1 0,1 1 0,0 0 0,-1 0 0,1 0 0,0-1 0,-1 1 0,1 0 0,-1 0 0,1 0 0,0 0 0,-1 0 0,1 0 0,-1 0 0,1 0 0,0 0 0,-1 0 0,1 0 0,-1 0 0,1 0 0,0 0 0,-1 0 0,1 0 0,-1 1 0,1-1 0,-17 5 0,13-1 11,-1 1 0,1-1 1,-1 1-1,1-1 0,1 1 0,-1 1 1,1-1-1,0 0 0,0 1 0,0-1 1,1 1-1,0 0 0,0 0 0,-1 7 0,-1 5-533,1 0 0,1 0-1,0 29 1,2-46 324,0 0 1,0-1-1,0 1 1,0 0-1,0-1 0,0 1 1,0 0-1,0-1 0,1 1 1,-1-1-1,0 1 0,0 0 1,1-1-1,-1 1 0,1-1 1,-1 1-1,0-1 1,1 1-1,-1-1 0,1 1 1,-1-1-1,1 1 0,-1-1 1,1 0-1,-1 1 0,1-1 1,-1 0-1,1 1 0,0-1 1,-1 0-1,1 0 1,0 1-1,24-1-6571,-20 0 4658,16-2-6578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6.6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35 7491,'0'0'20455,"22"2"-18192,70 12-660,-90-14-1568,1 0 1,-1 1-1,0-1 0,0 1 1,1 0-1,-1 0 0,0-1 1,0 1-1,0 1 0,0-1 1,0 0-1,0 0 0,0 1 1,0-1-1,-1 1 0,1 0 1,0 0-1,-1-1 0,1 1 1,-1 0-1,0 0 0,0 0 1,0 0-1,0 1 0,0-1 1,1 2-1,1 5-34,1 0-1,0 0 0,-1 1 0,0-1 0,0 1 0,-1 0 0,0 0 0,-1 0 0,0 14 0,3-30 0,0 0 1,1 0-1,-1 0 1,2 0-1,-1 1 1,0 0-1,1 0 1,0 0-1,0 1 1,10-6-1,14-6-137,31-13 1,-42 21-34,30-14-233,0 2-1,83-20 0,-132 40 438,1 0 0,-1 0 0,0 0 0,0 0 0,1 0-1,-1 0 1,0 0 0,0 0 0,1 0 0,-1 0 0,0 0 0,0 0-1,1 0 1,-1 0 0,0 0 0,0 1 0,1-1 0,-1 0 0,0 0-1,0 0 1,0 0 0,0 1 0,1-1 0,-1 0 0,0 0 0,0 0-1,0 1 1,0-1 0,0 0 0,0 0 0,1 1 0,-1-1 0,0 0-1,0 0 1,0 1 0,0-1 0,0 0 0,0 0 0,0 1 0,0-1-1,0 0 1,0 0 0,0 1 0,0-1 0,0 0 0,0 0-1,-1 1 1,1-1 0,0 0 0,0 0 0,0 1 0,0-1 0,-5 15-188,5-15 162,-15 29-8,12-23 0,-1 0 0,1 0 0,1 0 0,-1 0 0,1 1 0,0-1 0,1 1 0,-1-1 0,1 1 0,0 7 0,1-11-43,0 1-1,0-1 1,0 1 0,0-1 0,1 0-1,-1 1 1,1-1 0,0 0 0,0 0-1,0 1 1,0-1 0,1 0-1,0 0 1,3 5 0,-3-6-456,1 0-1,0 0 1,0 0 0,-1 0 0,1-1 0,0 1 0,0-1-1,1 0 1,-1 0 0,0 0 0,0 0 0,0 0 0,1-1-1,-1 0 1,6 1 0,35-1-9273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7.4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228 161 8964,'0'0'16786,"8"0"-13099,-30 0-2696,5 0-542,-1 0-1,1 1 1,0 0-1,-22 6 0,34-6-442,-1 1-1,1 0 1,-1 0-1,1 0 0,0 1 1,0 0-1,0 0 0,1 0 1,-1 1-1,1 0 0,0-1 1,0 1-1,0 1 1,0-1-1,0 1 0,1-1 1,-4 9-1,3-5-5,1 1 0,0 0 0,0 0 0,1 0 0,0 0 0,0 1 0,1-1 0,1 0 0,-1 1 0,2-1 0,1 16 0,-2-23 0,1 0 0,-1 0 0,1 0 0,-1 0 0,1 0 0,0 0 0,0 0 0,0 0 0,0 0 0,0-1 0,0 1 0,0 0 0,1-1 0,-1 1 0,1 0 0,-1-1 0,1 0 0,0 1 0,-1-1 0,1 0 0,0 0 0,0 0 0,0 0 0,0 0 0,0-1 0,0 1 0,0 0 0,0-1 0,3 1 0,5 0 0,0 0 0,1 0 0,-1-1 0,19-2 0,-25 2-9,-1-1 1,1 0-1,0 0 0,0-1 1,0 1-1,-1-1 1,1 0-1,-1 0 0,0 0 1,1 0-1,-1-1 0,0 1 1,0-1-1,0 0 1,-1 0-1,5-5 0,3-7-103,1 0-1,10-24 1,-7 14 9,19-35 41,-12 21 52,37-54-1,-54 89 13,0-1-1,0 1 0,0-1 0,0 1 0,1 1 0,0-1 1,-1 1-1,1-1 0,1 1 0,-1 1 0,9-4 0,-5 3 29,1 0 1,0 1-1,0 1 0,0-1 0,19 1 0,-27 2-15,1-1 1,-1 0-1,0 1 0,0 0 0,0-1 0,0 1 1,0 0-1,0 0 0,-1 0 0,1 0 0,0 0 1,0 1-1,-1-1 0,1 0 0,0 1 0,-1-1 1,0 1-1,1 0 0,-1-1 0,0 1 1,0 0-1,0 0 0,0 0 0,0 0 0,0 0 1,0 3-1,4 8 1,-2 1 1,0-1-1,2 15 0,-4-19-17,5 45 1,-3 95 0,-4-97 0,3-65 0,0 0 0,0 0 0,1 0 0,1 0 0,0 0 0,1 0 0,1 1 0,-1 0 0,2 0 0,0 1 0,14-19 0,8-8 0,2 2 0,36-32 0,-47 48 0,-9 8 0,1 0 0,1 1 0,22-15 0,-30 25-411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8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624 43 6739,'0'0'13596,"-22"-7"-11521,-3-2-1499,10 4-232,1 0 1,-1 1-1,0 0 0,0 1 0,0 1 0,-1 0 1,-21 1-1,-2 1 698,0 1-1,0 2 1,-66 15 0,91-15-882,1 1 0,-1 1 0,1 0 0,0 1 0,0 0 0,0 1 0,1 0 1,0 1-1,1 0 0,0 1 0,0 0 0,0 1 0,-14 19 0,21-25-130,1 1 1,0 0-1,1 0 1,-1 1-1,1-1 0,0 0 1,0 1-1,-2 10 1,4-14-28,-1 0 0,1 0 1,0 0-1,0 0 0,0 0 1,0 0-1,0 0 1,0 0-1,1 0 0,-1 0 1,1 0-1,-1 0 0,1-1 1,0 1-1,0 0 0,0 0 1,0 0-1,0-1 0,0 1 1,0 0-1,1-1 0,-1 1 1,0-1-1,1 0 0,-1 1 1,1-1-1,0 0 1,2 2-1,9 1 2,0 0 1,0-1-1,0 0 1,0-1-1,0 0 1,0-1-1,0-1 0,25-2 1,-1 1-34,-17 1-78,0-1-1,-1-1 0,1-1 1,-1-1-1,0 0 1,0-1-1,30-14 1,-38 15 71,-1-2 1,0 1 0,0-2 0,0 1-1,-1-1 1,0-1 0,0 0 0,0 0 0,-1 0-1,-1-1 1,1 0 0,-2-1 0,1 0 0,5-12-1,-10 17 144,0 0 1,0 0-1,0 0 0,-1 0 0,0 0 0,0-1 0,-1 1 0,1 0 0,-1-9 0,-20 23 393,17-5-502,1 1 0,-1-1 0,1 0 0,0 1 0,0-1 0,0 1 0,0-1 0,1 1 0,0 0 0,0 0 0,0 0 0,0 0 0,1 5 0,-1 3 0,1 0 0,1 0 0,0 0 0,3 13 0,-3-21-56,1 0 0,-1 0-1,1 0 1,0 0 0,1 0 0,-1-1 0,1 1 0,0-1-1,0 0 1,7 8 0,-5-7-380,0-1 0,0 0 0,0 0 0,0-1 0,1 1 0,0-1 0,0 0 0,8 3 0,-8-4-382,0 0 0,0-1 0,0 0 0,0 0 1,1 0-1,-1-1 0,0 0 0,11-1 0,-12 0-93,0 1 0,-1-2 0,1 1 0,-1 0 0,1-1 0,-1 0 0,1 0 0,-1 0 0,0-1 0,0 1 0,7-7 1,17-20-5998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9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1 254 2113,'0'0'17771,"20"-3"-15397,2-1-1320,40 0 0,-60 5-963,0-1 0,0 0 0,-1 1-1,1-1 1,0 1 0,0-1 0,-1 1 0,1 0 0,-1 0 0,1 0 0,0 0 0,-1 0 0,0 0 0,1 0 0,-1 0-1,0 1 1,1-1 0,-1 0 0,0 1 0,0-1 0,0 1 0,0-1 0,0 1 0,-1 0 0,1-1 0,0 1 0,-1 0-1,1 0 1,-1-1 0,0 1 0,1 0 0,-1 2 0,3 7 505,43 108 2656,-45-118-3267,-1-1-1,0 1 0,0-1 1,1 1-1,-1-1 0,0 1 1,1-1-1,-1 1 1,0-1-1,1 1 0,-1-1 1,1 0-1,-1 1 0,1-1 1,-1 0-1,1 1 0,-1-1 1,1 0-1,-1 0 0,1 0 1,-1 1-1,1-1 1,0 0-1,-1 0 0,1 0 1,-1 0-1,1 0 0,-1 0 1,1 0-1,0 0 0,-1 0 1,1 0-1,-1 0 1,1-1-1,-1 1 0,1 0 1,-1 0-1,1 0 0,-1-1 1,1 1-1,-1 0 0,1-1 1,-1 1-1,1 0 0,-1-1 1,1 1-1,-1-1 1,0 1-1,1-1 0,-1 0 1,21-23-1154,-8 4 440,-2-1 1,0 0-1,-1 0 0,-1-1 0,9-35 0,-16 47 511,12-29-412,-13 38 627,0-1-1,0 1 1,-1 0 0,1 0-1,0 0 1,0-1 0,1 1-1,-1 0 1,0 0 0,0 1-1,0-1 1,1 0 0,-1 0-1,0 1 1,1-1 0,-1 0-1,1 1 1,-1-1 0,1 1-1,-1 0 1,1 0 0,-1-1-1,3 1 1,7 1 91,0 1 0,1 0 0,-1 0 0,0 1 0,0 0 0,-1 1 1,1 1-1,10 5 0,43 15 336,-38-17-332,1-1 0,0-2 1,0-1-1,0 0 0,0-3 1,1 0-1,37-4 1,-62 2-88,0 1 0,-1-1 0,1 0 0,0 0 1,0 0-1,-1 0 0,1 0 0,-1-1 0,1 1 1,-1-1-1,0 0 0,1 1 0,-1-1 0,0 0 1,0 0-1,0-1 0,2-2 0,-2 0-3,1 1 0,-1-1 0,0 0 0,0 0-1,0 1 1,-1-1 0,1 0 0,-1-1 0,0-6 0,0 5 72,-1 0-1,0-1 1,0 1 0,-1 0-1,0-1 1,0 1 0,0 0 0,-1 0-1,0 0 1,-1 0 0,0 0 0,0 0-1,-7-10 1,6 12 73,0 0 0,-1 1 1,0 0-1,0 0 0,0 0 0,0 1 0,-1-1 1,1 1-1,-1 1 0,0-1 0,0 1 0,0 0 1,0 0-1,0 1 0,0 0 0,0 0 0,-1 0 1,1 1-1,0 0 0,-1 0 0,1 0 0,-9 3 1,13-3-109,-1 1 0,0 0 0,1 0 0,-1 0 0,1 0 0,-1 0 0,1 1 0,-1-1 0,1 1 0,0-1 0,0 1 0,0 0 0,0 0 0,0 0 0,0 0 0,1 0 1,-1 1-1,0-1 0,1 0 0,0 1 0,0-1 0,0 1 0,-2 4 0,-1 6 50,1-1 0,0 0 0,1 1 0,-2 12 0,1 10 99,2 67 0,2-92-311,0 0 0,0 0-1,1 0 1,0 0 0,0 0 0,2 0 0,-1-1-1,1 0 1,0 1 0,1-1 0,8 12 0,-9-16-306,1 0 0,0 0 1,0-1-1,0 0 0,1 1 1,-1-2-1,1 1 0,0-1 1,0 0-1,0 0 0,1 0 1,-1-1-1,13 3 0,-8-3-1287,0-1 0,0 0 0,0 0-1,18-2 1,19-5-7771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9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74 262 9204,'0'0'18219,"-2"23"-16301,-8 75-589,9-92-1167,1 0 0,-1 0 0,-1 0-1,1 0 1,-1 0 0,0-1 0,-3 7 0,4-11-134,0 0 1,1 0 0,-1 0-1,0-1 1,0 1 0,0 0-1,0 0 1,1-1 0,-1 1-1,0 0 1,0-1 0,-1 1-1,1-1 1,0 0 0,0 1-1,0-1 1,0 0-1,0 1 1,0-1 0,0 0-1,-1 0 1,1 0 0,0 0-1,0 0 1,0 0 0,0 0-1,-2-1 1,2 0-29,0 1 0,0-1 0,0 1 0,1-1 0,-1 0 0,0 1 0,0-1 0,0 0 0,1 0 0,-1 0 0,0 0 0,1 0 0,-1 0 0,1 0 0,-1 0 0,1 0 0,-1 0 0,1 0 0,0 0 0,-1 0 0,1 0 0,0 0 0,0 0 0,0 0 0,0-2 0,-2-35 0,2 30 0,-1-11 5,1 0 0,1 0 0,1 0-1,1 0 1,7-29 0,-5 35-64,-1 1 0,2 0 0,0 0 0,0 1 0,1 0 0,0 0 1,1 0-1,0 1 0,10-10 0,-6 9-285,-1 1 1,1 0-1,1 1 1,0 1-1,0 0 1,1 0-1,0 2 1,0-1-1,0 2 1,1 0 0,23-5-1,-14 6-1132,1 0-1,30 0 1,-20 4-2502,36 4 1,-23 4-3752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29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339 12 7892,'0'0'14652,"-26"-2"-11995,-84-7-72,101 9-2274,0-1-1,1 1 0,-1 1 1,0 0-1,0 0 1,0 0-1,1 1 1,-1 1-1,1-1 1,-1 1-1,-11 7 1,13-6-197,1 0 0,-1 1 0,1 0 0,1 1 0,-1-1 0,1 1 1,-1 0-1,2 0 0,-1 0 0,-7 14 0,10-15-114,-1 0 0,1 0 0,0 0 0,0 0 0,1 0 0,-1 0 0,1 1 0,0-1 0,1 1 0,-1-1 0,1 0 0,0 1 0,0-1 0,2 9 0,-1-10 0,0-1 0,1 1 0,-1 0 0,1-1 0,-1 1 0,1-1 0,0 0 0,0 0 0,1 0 0,-1 0 0,1 0 0,-1 0 0,1 0 0,0-1 0,0 1 0,0-1 0,1 0 0,-1 0 0,0 0 0,6 1 0,0 1-34,1-1 1,-1 0-1,1-1 1,0 0-1,0-1 1,0 0-1,0-1 0,0 1 1,0-2-1,0 0 1,0 0-1,0-1 0,0 0 1,-1 0-1,1-1 1,-1-1-1,1 1 1,-1-1-1,0-1 0,0 0 1,-1 0-1,0-1 1,0 0-1,0-1 1,-1 1-1,1-1 0,-2-1 1,10-12-1,-14 18 37,-1 0 39,1 1 0,-1-1 0,0 0 1,0 1-1,0-1 0,-1 0 0,1 0 1,0 0-1,-1 1 0,1-1 0,-1 0 0,1 0 1,-1 0-1,0 0 0,0 0 0,0 0 1,0 0-1,0 0 0,0 0 0,-1 0 1,1 0-1,-1-2 0,0 4-42,1 0 0,-1 0 0,0 0 0,1 1 0,-1-1 0,1 0 0,-1 0 0,0 0 0,1 0 0,-1 1 0,1-1 0,-1 0 0,1 0 0,-1 1 0,1-1 0,-1 0 0,1 1 0,-1-1 0,1 1 0,0-1 0,-1 0 0,0 2 0,-3 3 0,0 1 0,1 0 0,-1 1 0,1-1 0,0 0 0,1 1 0,-1 0 0,1 0 0,1-1 0,-2 12 0,0 3 0,2 0 0,0 28 0,2-46-7,-1 0-1,0 0 1,1 0 0,-1-1-1,1 1 1,0 0 0,0 0 0,0-1-1,0 1 1,1-1 0,-1 1-1,1-1 1,-1 1 0,1-1-1,0 0 1,0 0 0,4 4-1,-1-3-296,0 1-1,0-1 0,1 0 0,-1 0 0,1-1 0,0 0 0,11 3 0,6 0-2011,0-1 1,1-2-1,29 0 1,-50-2 2017,67 1-8044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0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647 225 9396,'0'0'14676,"-24"-2"-11517,3 1-2439,0 0 1,-35 3-1,54-1-638,-1-1 0,0 1 0,1 0-1,-1 0 1,1 0 0,0 0 0,-1 0 0,1 1 0,0-1-1,-1 1 1,1-1 0,0 1 0,0 0 0,0 0 0,1 0-1,-1 0 1,0 0 0,-2 4 0,1 1 126,0 0-1,0 0 1,1 0 0,-3 13-1,2-7 28,-9 36-38,2 0-1,-5 86 1,11 101-268,3-68 99,1-154-28,-1 4 0,0 0 0,0 0 0,-6 24 0,6-39 0,0 1 0,0-1 0,0 0 0,0 0 0,0 1 0,0-1 0,-1 0 0,0 0 0,1-1 0,-1 1 0,0 0 0,-1 0 0,1-1 0,0 0 0,-1 1 0,1-1 0,-1 0 0,0 0 0,0 0 0,0 0 0,0-1 0,0 1 0,0-1 0,-5 2 0,-3-1-167,-1-1-1,1 0 1,-1-1-1,0 0 1,1 0 0,-1-1-1,1-1 1,-1 0-1,1 0 1,0-1-1,-22-9 1,16 4-171,1-1-1,-1 0 1,1-1-1,1-1 1,0 0-1,-21-21 1,30 25 240,0 0 1,0 0-1,0 0 1,1 0-1,0-1 1,0 0-1,1 0 1,0-1-1,1 1 1,-3-10-1,4 14 73,1-1 0,0 1 0,1-1 0,-1 0-1,1 0 1,0 1 0,0-1 0,1 0-1,-1 0 1,1 1 0,0-1 0,0 0 0,0 1-1,1-1 1,0 1 0,0 0 0,0-1-1,0 1 1,1 0 0,0 0 0,4-6 0,3 1 3,0 0 0,0 0 1,1 1-1,0 0 1,1 1-1,0 0 1,19-8-1,99-31 36,-91 34-15,115-35 29,121-42-86,-218 67 310,-1-3 1,89-52 0,-130 67-25,0 0 0,-1 0-1,-1-1 1,1-1 0,-2 0 0,0-1 0,0-1 0,15-22-1,-21 24 0,0 1 0,-1-1-1,0 0 1,0 0 0,-1-1-1,-1 1 1,0-1 0,-1 0-1,0 0 1,-1 0 0,-1 0-1,-1-16 1,1 24-208,-1 0 0,0 1 0,-1-1 0,1 0 0,-1 1 0,0-1 0,0 1 0,-1 0 0,1 0 0,-1 0 0,0 0 0,0 0 0,0 0 1,0 1-1,-1-1 0,0 1 0,1 0 0,-1 0 0,0 0 0,0 1 0,-1 0 0,1-1 0,-1 1 0,-5-1 0,-6-3-25,-1 0 0,0 2 0,0 0 0,-1 1 0,-25-2 0,24 3 6,0 2 0,0 0 0,-25 3 0,42-2 0,-1-1 0,1 1 0,0 0 0,0 0 0,-1-1 0,1 2 0,0-1 0,0 0 0,0 0 0,0 1 0,0-1 0,0 1 0,0-1 0,1 1 0,-1 0 0,1 0 0,-1 0 0,-1 3 0,1-1 0,0 0 0,0 1 0,1-1 0,-1 1 0,1 0 0,0-1 0,1 1 0,-1 0 0,1 4 0,0 5 0,1-1 0,0 0 0,1 0 0,1-1 0,0 1 0,6 16 0,1-5 11,2-1-1,0 0 1,2-1-1,0 0 1,1-1 0,24 25-1,-11-17-331,0-2 1,2 0-1,50 33 0,-56-44-1869,51 23 0,27-1-3714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0.8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1712 2 10293,'0'0'3967,"-22"-1"-77,-8 0-2803,1 2 1,-1 0 0,0 2 0,1 2-1,0 0 1,-36 12 0,-22 15 866,-84 43-1,-81 57-6,210-110-1732,-266 156 624,221-121-791,-111 95-1,164-122-34,2 2-1,0 0 1,3 2 0,-50 74-1,65-85-117,1 1-1,1 0 1,1 1-1,1 1 0,2 0 1,0 0-1,2 0 1,0 1-1,-1 36 1,6-48-192,1 0 0,0 0 0,1 0 0,1-1 1,0 1-1,1 0 0,1-1 0,0 1 1,1-1-1,7 14 0,-3-12-475,0 0 0,1-1 0,1 0-1,0-1 1,1 0 0,1-1 0,26 22 0,-19-19-1161,1 0 0,1-2 0,26 13 0,80 26-7959,-127-52 9777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1.6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1190 3810,'0'0'11357,"4"3"-9474,-3-3-1750,1 1-1,-1-1 1,0 1-1,1-1 1,0 1-1,-1-1 1,1 0-1,-1 0 0,1 0 1,-1 0-1,1 0 1,-1 0-1,1 0 1,-1-1-1,1 1 1,-1 0-1,1-1 0,-1 1 1,1-1-1,-1 0 1,1 1-1,-1-1 1,0 0-1,0 0 0,1 0 1,-1 0-1,0 0 1,0 0-1,0 0 1,0-1-1,1-1 1,9-9 802,-1-1 0,12-19 0,-3 4 1,63-69 1371,175-159 1,-19 22-2054,-111 87 117,130-200 0,-257 346-303,1 1 0,-1-1 1,0 0-1,0 1 0,1-1 1,-1 1-1,0-1 0,1 0 1,-1 1-1,0-1 1,1 1-1,-1-1 0,1 1 1,-1 0-1,1-1 0,-1 1 1,1-1-1,-1 1 0,1 0 1,-1-1-1,1 1 0,0 0 1,-1 0-1,1-1 0,0 1 1,-1 0-1,1 0 0,0 0 1,0 18 253,-12 32-500,-17 32 178,-57 111 0,11-25 0,74-168 0,0 0 0,1 1 0,-1-1 0,0 0 0,1 1 0,-1-1 0,1 0 0,-1 1 0,0-1 0,1 0 0,-1 0 0,1 0 0,-1 1 0,1-1 0,-1 0 0,1 0 0,-1 0 0,1 0 0,-1 0 0,1 0 0,-1 0 0,1 0 0,-1 0 0,1 0 0,-1 0 0,1 0 0,-1 0 0,1-1 0,1 1 0,16-1 0,0-1 0,0-1 0,0-1 0,0 0 0,32-13 0,83-45 0,-99 44 0,-2-2 0,0-1 0,-1-2 0,-1-1 0,-1-1 0,42-48 0,-62 57 0,-4 8 0,-7 15 0,-14 39 0,9-31 0,2-1 0,0 1 0,1 0 0,-3 22 0,4-14 4,2 1 0,0 0 0,4 37 0,-2-54-16,1 0 1,-1 0-1,1 0 0,0 0 1,0 0-1,1-1 1,0 1-1,0-1 0,1 0 1,-1 0-1,2 0 1,-1 0-1,0 0 0,1-1 1,0 0-1,8 6 1,-3-4-636,1 0 0,0-1 1,0 0-1,1-1 0,-1 0 0,1-1 1,0 0-1,1-1 0,19 3 1,50-3-4808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2.0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419 4 9284,'0'0'15850,"10"-2"-14487,-7 2-1282,1-1 0,0 1-1,-1 0 1,1 0 0,0 0-1,-1 0 1,1 0-1,-1 1 1,1 0 0,-1 0-1,1 0 1,-1 0-1,1 0 1,-1 1 0,0-1-1,0 1 1,0 0-1,0 0 1,0 0 0,0 1-1,0-1 1,-1 0-1,1 1 1,-1 0 0,0 0-1,1 0 1,0 3-1,25 32 421,-2 1-1,-1 1 0,-3 1 1,-1 1-1,-2 1 0,22 74 0,-24-54-397,-4 1-1,-2 1 0,-3-1 0,0 80 0,-7-105-102,-2 1 0,-2-1 0,-2 0 0,-1 0 0,-2-1 0,-2 0 0,-1 0 0,-2-1 0,-1 0 0,-2-1 0,-2-1 0,-39 59 0,45-78 2,0-1 1,-1 0-1,-1-1 0,-1 0 0,1-1 1,-2-1-1,0 0 0,0-1 0,-1-1 1,-22 10-1,14-10-715,0-1 1,-1-1-1,0-1 1,0-1 0,-1-1-1,-51 1 1,-12-5-4667,1-3-944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3.4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1011 1361,'0'0'10898,"27"-14"-8564,87-47-261,186-115 4728,-57 32-5355,-78 51-1838,-5-7-1,259-215 1,-304 215 459,-103 92 741,-9 10 167,-7 7-525,-10 13-89,-1-2 1,-34 37-1,31-38-90,1 1-1,1 0 1,-21 34-1,31-42-166,1 0 0,0 0 0,-5 20 0,8-27-83,1 0 1,0 0 0,0 0-1,1 0 1,0 1 0,-1-1-1,2 0 1,-1 0-1,1 0 1,-1 1 0,4 7-1,-4-12-23,1 0 1,0 0-1,0 1 0,0-1 0,0 0 0,0 0 0,0 0 1,0 0-1,1 0 0,-1 0 0,0 0 0,1-1 0,-1 1 1,0 0-1,1-1 0,-1 1 0,1-1 0,-1 1 1,1-1-1,-1 0 0,1 0 0,1 1 0,41 0-105,-31-2 56,6 0-106,1 0 0,-2-2 0,1 0 0,0-1 0,-1-1 0,1-1 0,24-11 0,119-71-1169,-108 56 1086,177-110 432,-211 130 218,-20 11-351,0 1 0,0 0 0,0 0 0,0 0 0,0 0 0,0-1 0,0 1 0,1 0 0,-1 0 0,0 0 0,0 0 0,0 0 0,0-1 0,0 1 0,1 0 0,-1 0 0,0 0 0,0 0 0,0 0 0,0 0 0,1 0 0,-1 0 0,0 0 0,0 0 0,0 0 0,0 0 0,1 0 0,-1 0-1,0 0 1,0 0 0,0 0 0,1 0 0,-1 0 0,0 0 0,0 0 0,0 0 0,0 0 0,1 0 0,-1 0 0,0 0 0,0 0 0,0 0 0,0 1 0,1-1 0,-1 0 0,0 0 0,0 0 0,0 0 0,0 0 0,0 1 0,0-1 0,0 0 0,1 0 0,-1 0 0,0 1 0,-4 13 766,-14 18-422,12-21-206,0 0 0,0 0 0,1 0 0,0 0 1,-3 15-1,7-23-205,0 0 1,0 1-1,0-1 0,0 0 1,1 0-1,0 1 0,0-1 1,0 0-1,0 0 1,0 1-1,0-1 0,1 0 1,0 1-1,0-1 0,0 0 1,0 0-1,0 0 0,0 0 1,1 0-1,-1 0 1,1 0-1,0-1 0,0 1 1,4 4-1,3-1-326,0-1-1,0 0 1,1 0-1,0-1 1,0 0-1,0 0 1,0-1-1,20 3 1,8-1-2507,41 2 0,-6-6-3615,0-1-4869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3.8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9508,'0'0'12299,"34"0"-10479,-2-1-1385,201 10 1928,135 30-1442,-341-35-3326,-49-5-1838,-10 1 2570,-108 2-8564,59 6 3370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3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4834,'0'0'13863,"136"60"-11158,-64-50-368,6 0-144,-3-2-144,-9-1-945,-16-2-671,-10-2-401,-13 7-32,-9-7-161,2-1-991,-7-2-1377,12 0-1697,5 0-4290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5.7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1 265 1313,'0'0'17122,"7"-11"-15417,11-4-1423,1 1 1,1 1 0,0 0-1,0 2 1,41-17-1,-26 12-123,191-80 119,-195 85-266,0 2 0,0 1 0,1 1 0,0 2 0,50-2 0,-81 7-2,0 0 0,1 0 0,-1 0 0,0 0 0,1 0 0,-1 0 0,1 0 0,-1 0 0,0 1 0,1-1 0,-1 1 0,0-1 0,0 1 1,1-1-1,-1 1 0,0 0 0,0-1 0,0 1 0,0 0 0,0 0 0,0 0 0,0 0 0,2 2 0,-2-1 24,-1 1-1,1 0 1,0 0-1,-1 0 1,1 0-1,-1 0 1,0 0-1,0 6 1,0-4-9,-1 20 163,-2 0 0,0 0 0,-1 0 0,-2-1 0,0 0 0,-2 0-1,0-1 1,-16 31 0,-2-6 157,-2-1-1,-59 76 0,66-96-299,-2-1 0,0 0 0,-2-2 0,0-2 1,-33 23-1,43-35-30,-1 0-1,0-1 1,0-1 0,-1 0 0,0-1-1,-1-1 1,1-1 0,-1 0 0,0-2-1,-1 0 1,-18 1 0,31-4-1,1 1-58,0-1-1,0 0 1,0 0-1,0 0 1,0-1-1,0 1 1,0-1 0,-6-3-1,9 3 24,1 0 1,0 0-1,0 0 0,-1 0 1,1 0-1,0-1 0,0 1 0,0 0 1,1-1-1,-1 1 0,0-1 0,0 1 1,1-1-1,-1 1 0,1-1 0,-1 1 1,1-1-1,0 0 0,0 1 0,0-1 1,-1 0-1,2 1 0,-1-1 1,0 0-1,0 1 0,0-1 0,1 1 1,0-4-1,1 1 16,-1 0 0,1 0 0,0 0 0,0 0 0,0 0 1,0 0-1,1 1 0,-1-1 0,1 1 0,0 0 0,0 0 0,1 0 0,-1 0 0,1 0 1,-1 1-1,7-4 0,8-5 17,1 1 1,21-8-1,-10 7 178,-1 1-1,1 2 0,1 1 0,0 1 0,0 1 0,0 2 1,0 1-1,1 2 0,34 3 0,-48 1 274,1 0 0,-1 1 0,0 0 0,0 2 1,-1 0-1,23 12 0,-16-6 54,51 16 1,-49-22-624,1-2 0,0-1 1,0-1-1,43-1 0,-68-2-263,0-1 0,-1 1-1,1-1 1,0 1 0,0-1 0,0 0-1,0 0 1,-1 0 0,1 0-1,0 0 1,-1 0 0,1 0-1,-1-1 1,0 1 0,1 0-1,-1-1 1,0 1 0,0-1-1,1 0 1,-1 1 0,-1-1 0,1 0-1,0 1 1,0-1 0,0-3-1,6-9-3941,10-8-6240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7:36.4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141 105 7283,'0'0'13292,"7"-12"-11982,28-39-355,-32 47-859,1 1 0,0-1 0,-1 1 0,2 1 1,-1-1-1,0 0 0,0 1 0,1 0 0,-1 0 0,1 0 0,0 1 1,0 0-1,-1 0 0,1 0 0,0 0 0,10 0 0,-4 0 25,53-4 330,120 6 0,-178-1-442,0 1 1,1 0-1,-1 0 0,0 0 0,0 1 1,0 0-1,0 0 0,0 0 1,-1 1-1,1 0 0,7 5 1,-10-5-8,1 0 1,-1 0 0,0 0-1,0 1 1,0-1 0,0 1-1,0 0 1,-1 0 0,0 0-1,1 0 1,-2 0 0,1 0 0,0 1-1,-1-1 1,0 1 0,1 5-1,0 10 58,-1 0 0,-1 1-1,0-1 1,-2 0 0,0 0-1,-1 1 1,-2-1 0,0-1-1,0 1 1,-2-1 0,-1 0-1,-11 21 1,1-6 45,-2-1-1,-1-1 1,-2 0-1,-1-2 1,-42 42 0,52-59-97,0 0 0,-2-1 1,0 0-1,0-1 0,-1-1 1,0-1-1,0 0 0,-1-1 0,0-1 1,-1-1-1,0 0 0,0-2 1,0 0-1,0-1 0,-1-1 1,1 0-1,-35-3 0,51 0-5,0 1-1,0-1 0,0 0 1,1 0-1,-1 0 1,0 0-1,0-1 1,1 1-1,-1-1 1,1 0-1,-1 1 1,1-1-1,0 0 0,0 0 1,-1-1-1,1 1 1,1 0-1,-1-1 1,0 1-1,1-1 1,-1 1-1,1-1 1,0 0-1,0 0 0,0 0 1,0 0-1,-1-5 1,-1-6 4,0-1 1,1 0 0,0 1-1,1-20 1,1 32-5,0 0 0,0 0 1,1 0-1,-1 0 0,0 0 0,1 0 0,-1 0 1,1 0-1,0 0 0,0 0 0,0 0 1,0 0-1,0 0 0,0 0 0,0 1 0,0-1 1,1 1-1,-1-1 0,1 1 0,-1-1 1,1 1-1,0 0 0,-1-1 0,1 1 1,0 0-1,0 0 0,0 0 0,0 1 0,0-1 1,0 0-1,2 0 0,8-1 70,0 1 0,-1 0 0,1 0 0,19 2 0,-9-1 174,0 0 104,0 1-1,1 0 1,-1 2 0,0 0 0,39 12 0,102 47 1479,59 18-991,-186-70-847,-1-2 1,1-1 0,1-2 0,54 1 0,4-6 7,-133 1-47,-5 1-4588,16-2-1616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6.5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 0 5859,'0'0'8025,"-5"35"-6862,-7 66 583,2 125 0,28 205 1977,0 16-1568,-14-68-1303,12 471 569,-11-382-632,-5-452-798,-1 0 0,-1 1 1,-1-1-1,0 0 0,-7 20 0,11-38-271,-1-1 0,1 0 0,-1 0 1,0 0-1,0 0 0,0 0 0,0 0 0,0 0 0,-1-4 0,-1-9-509,-20-186-11614,16 162 9505,-11-76-5639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7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0 156 3826,'0'0'3719,"10"-7"-2753,-5 4-826,1-2 75,1 0 0,-1 1 0,1 0 0,0 0 0,0 1 0,1 0 0,-1 0 0,1 0 0,0 1 0,11-1 0,263-15 4882,-207 15-4354,834-31 2548,1215-7-3167,-274 30 649,-1034 26 2602,-749-12-1545,-69 21-725,-5-9-850,-2 0 0,-11 15 0,-15 29 154,-56 125 513,-118 353 1,168-398-806,6 2 0,5 1 0,-14 207 0,33 233 190,12-424-185,70 925 28,-57-954-148,-6 0 1,-8 133 0,-2-245 22,0 0 1,-1 0 0,-1 0-1,0 0 1,-2-1 0,0 0-1,-15 31 1,17-40 5,0 0 0,0-1 1,-1 1-1,1-1 0,-1 0 0,-1-1 0,1 1 1,-1-1-1,0 0 0,0 0 0,-1-1 1,1 0-1,-1 0 0,0 0 0,0-1 1,0 0-1,0-1 0,-1 1 0,-13 1 0,-68 2-25,0-4-1,-130-15 0,-1016-59-796,-4 38 393,-222 30 350,484 59 570,934-50-410,19-3-22,-1 1-1,0 1 1,-40 12-1,61-14-1563,2 3 4507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7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2449,'0'0'0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8.2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126 178 3057,'-67'-102'1004,"64"97"-787,1 1 0,0-1 0,0 0 0,0 0 0,1 1 0,-1-1 0,0-9 0,3-3 2891,6 5 10341,-3 16-11915,1 10-1216,4 49 1476,-3 1 0,-3 93 0,-3-90-1227,30 857 2045,-15-163-2612,-15-747-16,-5 87-150,3-91-53,0 1 1,0 0 0,-1-1 0,0 1-1,-1-1 1,-10 20 0,12-27-36,0-1 1,0 1-1,1-1 1,-2 1-1,1-1 1,0 0-1,0 0 1,-1 1-1,1-2 1,-1 1-1,0 0 1,-4 1-1,6-2 12,0-1 0,0 1 1,0-1-1,-1 0 0,1 1 0,0-1 0,0 0 0,-1 0 0,1 0 0,0 0 1,0 0-1,-1-1 0,1 1 0,0 0 0,0 0 0,0-1 0,-1 1 1,1-1-1,0 1 0,0-1 0,0 1 0,0-1 0,0 0 0,0 0 1,0 1-1,0-1 0,0 0 0,0 0 0,1 0 0,-1 0 0,0 0 1,1 0-1,-1 0 0,0 0 0,0-2 0,-15-43-7207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9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248 738 7732,'30'-14'253,"35"-16"-85,1 3 0,98-27 0,514-84 5302,10 36-2272,1741-120-730,-708 101-1545,-1457 96 1572,-255 24-2391,10-1 618,-1 1 0,1 1 0,27 3 0,-41-2-559,0 0 1,0 0 0,0 0 0,0 1-1,0 0 1,-1 0 0,1 0 0,0 1-1,-1 0 1,0-1 0,1 2 0,-1-1-1,-1 0 1,1 1 0,0 0 0,3 5 0,3 5 24,-1 1 1,-1 0-1,-1 0 1,0 1-1,-1 0 1,-1 0-1,0 1 1,-1-1-1,3 26 1,-2 20 220,-1 76 0,-4-121-327,-5 241 412,1-184-437,-23 110 0,-134 559 376,69-323-311,-40 313-122,19-84 0,64-457 0,41-169 0,-1 0 0,-1 0 0,-1-1 0,-1-1 0,-27 38 0,36-54 0,-1-1 0,0 1 0,0-1 0,0 1 0,-1-1 0,1-1 0,-1 1 0,0-1 0,0 1 0,0-1 0,0-1 0,-1 1 0,1-1 0,-1 0 0,1 0 0,-1-1 0,0 1 0,0-1 0,0-1 0,0 1 0,1-1 0,-1 0 0,0 0 0,0-1 0,0 1 0,0-1 0,0-1 0,-6-1 0,-14-9 2,1 0 0,-33-22 0,27 15-48,-50-22 1,9 12-381,-131-31 0,-90 0-155,-27 9 234,-86 2 150,-85 2 183,-69 5 102,-1707 6 1078,1863 52-974,111 5-82,114 0 18,168-20-100,0 1-1,0 1 1,0 0 0,-18 7 0,22-2-19,18-1-120,25-1-434,1-1 0,-1-2 1,49-2-1,-42-1-109,390-16-9810,-192-24-2565,-238 39 12866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9.9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552 933 2369,'0'0'3970,"5"-21"-2287,17-72-303,-18 72-359,0 1 0,-2-1 0,0 1 0,-2-42 1,-1 18 763,-7-211 2009,9 199-3496,3 0 0,1 0 0,20-80 0,-22 123-224,0 3 201,-1-1 1,0 1 0,1-15 0,-3 22 340,-3 12-224,-69 150 227,14-17 600,7 2 1,6 3-1,-47 272 0,57-167-275,-2 385 1,43-341-688,52 349 1,-37-471-308,-2 222 1,-19-371-33,-1 0 1,-2 0-1,0 0 0,-2-1 0,-8 28 1,9-42-45,1 0 0,-1 0 0,-1-1 0,0 1 0,0-1 0,-1 0 0,0-1 0,0 1 0,-1-1 0,0 0 0,-1-1 0,0 0 0,0 0 0,-12 7 0,12-10-212,1 0 0,0-1-1,-1 0 1,1-1 0,-1 1 0,-15 1 0,18-3-11,1-1 0,-1 1 0,0-1 0,1 0 0,-1 0 1,0-1-1,1 1 0,-1-1 0,1 0 0,-1 0 0,1-1 1,0 1-1,-6-4 0,6 2-295,0-1 1,0 0-1,0 0 1,0 0-1,1-1 1,-1 1-1,1-1 0,-4-9 1,-33-66-8332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0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366 63 4610,'485'-41'1486,"1"28"483,-329 10-1030,1017-3 3183,0 55-3450,-686-10-649,203 14 122,-327-38 669,180-14 5553,-274-2-2673,-168 4-1988,161 25 0,98 45-399,-361-73-1312,1 0-1,-1 0 0,1 0 0,-1 0 1,0 0-1,1 0 0,-1 0 1,1 0-1,-1 0 0,1 1 1,-1-1-1,0 0 0,1 0 1,-1 0-1,1 0 0,-1 1 1,0-1-1,1 0 0,-1 0 1,0 0-1,1 1 0,-1-1 0,0 0 1,1 1-1,-1-1 0,0 0 1,0 1-1,1-1 0,-1 0 1,0 1-1,0-1 0,0 1 1,0-1-1,1 0 0,-1 1 1,0-1-1,0 1 0,0-1 1,0 1-1,0-1 0,0 0 1,0 1-1,0-1 0,0 1 0,0-1 1,0 0-1,-1 1 0,-15 16-218,16-16 233,-114 93-118,-68 60 277,109-82-24,3 4 1,3 2 0,4 3 0,-92 156 0,91-119 90,5 3 0,6 2 1,-44 151-1,46-90 224,-46 317-1,42 190 193,67 345-413,-12-1034-238,16 785 109,-16-782-106,-1 20 18,-6 35 0,6-54-20,-1 0 0,1 0 0,-1-1 0,0 1 0,0 0 0,-1-1 0,1 0-1,-1 1 1,-1-1 0,1 0 0,-6 6 0,7-10-1,-1 1 0,1 0 0,-1-1 0,0 0 0,1 1 0,-1-1 0,0 0 0,0-1 0,0 1 0,0 0 0,0-1 0,1 0 0,-1 1 0,0-1 0,0 0 0,0-1 0,-4 0 0,0 1 0,0-1 0,0-1 0,0 0 0,0 0 0,0 0 0,-8-4 0,-9-9 0,-42-30 0,-8-8 0,11 18 0,-2 2 0,-1 4 0,-131-41 0,-218-27 0,-448-28 0,-11 65 0,-653 38 0,1256 23 0,-105 1 0,72 14 0,281-14 0,-62 3 0,-148 31 0,225-35 0,0 2 0,0-1 0,0 1 0,0 0 0,-11 7 0,18-10-12,1 1 1,-1-1-1,0 0 0,1 1 0,-1-1 1,1 1-1,-1-1 0,1 1 0,-1-1 1,1 1-1,0-1 0,-1 1 0,1-1 1,0 1-1,-1-1 0,1 1 1,0 0-1,0-1 0,-1 1 0,1-1 1,0 1-1,0 0 0,0-1 0,0 1 1,0 0-1,0-1 0,0 1 1,0 0-1,0-1 0,0 1 0,0 0 1,1 0-1,-1 1-99,1-1 0,0 0 0,0 0 0,0 1 0,0-1 0,1 0 0,-1 0 0,0 0 0,0 0 0,1 0 0,-1 0 0,3 1 0,17 6-1440,-1-1 1,2-1-1,-1 0 1,26 2-1,29-1-5802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6.9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129 1 5651,'0'0'6435,"4"23"-4800,24 261 2740,-27-111-1407,-36 276 0,6-253-1906,-60 564 1467,81-493-1714,47 478 0,15 27-212,-47-1-141,-8-731-1341,-11 70 0,10-120-9129,4-23 7221,17-27-4350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7.5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389 119 2769,'0'0'6811,"3"-20"-4916,9-58 15,-9 58-32,-3 25-232,-2 31-504,-2 1 0,-1-1-1,-19 65 1,15-68-531,-68 308 2956,-50 534 0,79 7-2395,48-859-1153,4 337 309,28-5 85,15-87-227,10 65 56,-27-1-128,-30-114-168,0-209-22,-1-1 1,1 1-1,-1-1 0,-1 0 1,0 1-1,0-1 0,0 0 1,-1 0-1,-1 0 0,-4 9 1,6-14-78,0 0-1,-1 0 1,1-1 0,-1 1-1,0 0 1,1-1 0,-1 0-1,0 0 1,0 0 0,-1 0-1,1 0 1,0-1 0,-1 1 0,1-1-1,-1 0 1,1 0 0,-1 0-1,1-1 1,-1 1 0,0-1-1,1 0 1,-1 0 0,0 0 0,1 0-1,-6-2 1,5 2-206,0-1 1,-1 0-1,1 0 0,0 0 1,0-1-1,0 0 0,0 1 0,0-2 1,0 1-1,1 0 0,-4-3 1,-34-37-4659,33 33 3824,-59-72-10618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8.2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112 228 1953,'0'0'3852,"-4"-7"-3537,-3-6 84,-2 1 1,1 1-1,-2 0 0,1 0 0,-2 1 0,1 0 0,-22-15 1,20 12 1511,12 13-1847,0-1 1,0 1-1,0 0 0,0 0 0,0-1 1,0 1-1,0 0 0,0-1 0,0 1 1,0 0-1,0 0 0,0-1 0,0 1 1,1 0-1,-1-1 0,0 1 0,0 0 0,0 0 1,0-1-1,0 1 0,0 0 0,1 0 1,-1 0-1,0-1 0,0 1 0,0 0 1,1 0-1,-1 0 0,0-1 0,0 1 1,1 0-1,30-7 1253,-29 6-1460,1065-81 2898,3 75-1279,550 54-705,-5 44-760,-1343-74-31,887 33 4914,-1039-49-3740,126-2 1261,-189-2-1389,0-3 1,71-17-1,-118 21-857,-5 1-46,0 0 1,0 0 0,0 0 0,0-1-1,0 1 1,0-1 0,-1 0-1,1-1 1,-1 1 0,1-1 0,-1 0-1,6-6 1,-9 9-124,-1 0 0,0 0 0,0 0 0,1-1 0,-1 1 0,0 0 0,0 0 0,1-1 0,-1 1 0,0 0 0,0-1 0,0 1 0,1 0 0,-1-1 0,0 1 0,0 0 0,0-1 0,0 1 0,0 0 0,0-1 0,0 1 0,0-1 0,0 1 0,0 0 0,0-1 0,0 1 0,0 0 0,0-1 0,0 1 0,0 0 0,0-1 0,-1 1 0,1 0 0,0-1 0,0 1 0,0 0 0,0-1 0,-1 1 0,1 0 0,0-1 0,0 1 0,-1 0 0,1 0 0,0-1 0,-1 1 0,1 0 0,-1 0 0,-14-3 0,0 4-252,0 1 0,1 0 0,-1 2-1,1 0 1,0 0 0,0 1 0,-15 8 0,-43 15-3064,9-11-1478,-82 12 0,1-11-3352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9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107 103 464,'0'0'3871,"-19"9"-2699,-58 24 84,67-27-195,11-3-605,15-3-75,-13 0-83,144-5 3854,79-12-2061,-20 1-968,913-26 2940,1178 69-838,448 12-493,-2445-51-1615,-252 7-500,0-2 1,-1-2-1,91-31 0,-129 37-333,1-1-1,-1 0 1,-1-1-1,1 0 1,0 0 0,-1-1-1,0 0 1,-1-1-1,13-13 1,-20 19-284,13 1 0,-12 1 21,1 0 0,-1-1 1,0 1-1,0 0 0,0 0 0,0 0 0,-1 0 0,1 1 1,0-1-1,0 0 0,-1 0 0,1 0 0,0 1 1,-1-1-1,1 0 0,-1 2 0,1 14-1120,-9-12-2404,-27-2-1817,-1-1 0,-57-5-1,89 2 4789,-71-5-8715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0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 1008,'0'0'11094,"9"-14"-8928,28-39-192,-28 40-248,-9 18-162,-2 33-56,-1-1 0,-11 44 0,6-41-414,-4 78 0,12 102-21,0-211-1063,0 0 0,1 0 1,0 0-1,1 0 1,0 0-1,1 0 1,5 15-1,14 6-2607,-22-34-3411,0-22 1548,0-19-2640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0.4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1 112 6675,'0'0'4981,"25"-17"-2158,88-53-484,-106 66-2119,1 0-1,0 1 1,0 0-1,0 0 0,0 1 1,1 0-1,-1 1 1,1 0-1,-1 0 1,1 0-1,15 2 0,-3 0 235,-12-2-299,-1 2 0,0-1 0,1 1-1,-1 0 1,0 1 0,0 0 0,0 1 0,0-1 0,11 7-1,-14-7-96,-1 1-1,0 0 0,0 0 0,-1 0 0,1 0 0,0 1 1,-1-1-1,0 1 0,0 0 0,0 0 0,0 1 0,-1-1 1,0 0-1,0 1 0,0-1 0,0 1 0,1 6 0,-1-4 46,-1 0-1,1 0 0,-1-1 1,-1 1-1,1 0 0,-1 0 1,-1 0-1,1 0 0,-2 7 1,1-11-32,0 1 0,-1 0 1,1-1-1,0 0 1,-1 1-1,0-1 0,0 0 1,0 0-1,0 0 1,-1 0-1,1 0 0,-1 0 1,0-1-1,0 1 0,0-1 1,0 0-1,0 0 1,-3 2-1,-11 4 183,-1-1 1,1-1-1,-1 0 0,0-1 1,-1-1-1,1-1 0,-1-1 1,-33 0-1,52-2-256,0 0-1,0 0 1,0 0-1,0 0 0,0 0 1,-1 0-1,1 0 1,0 0-1,0 0 1,0 0-1,0 0 1,0 1-1,0-1 1,-1 0-1,1 0 1,0 0-1,0 0 1,0 0-1,0 0 1,0 0-1,0 0 1,0 0-1,-1 0 1,1 0-1,0 0 1,0 1-1,0-1 1,0 0-1,0 0 1,0 0-1,0 0 0,0 0 1,0 0-1,0 0 1,0 1-1,0-1 1,0 0-1,0 0 1,0 0-1,0 0 1,0 0-1,0 1 1,0-1-1,0 0 1,0 0-1,0 0 1,0 0-1,0 0 1,0 0-1,0 1 1,0-1-1,0 0 1,0 0-1,0 0 1,0 0-1,0 0 0,0 0 1,0 0-1,0 1 1,1-1-1,-1 0 1,0 0-1,0 0 1,0 0-1,0 0 1,0 0-1,0 0 1,0 0-1,1 0 1,7 8-142,20 8-131,7 4 149,-1 1-1,-1 1 0,38 34 0,-54-40 63,-2 0 0,0 2 0,-1-1 0,23 38 0,-30-43 53,-1 0 0,-1 0 0,0 0 0,0 1-1,-1-1 1,-1 1 0,0 0 0,-1 0-1,1 24 1,-3-33 22,-1 0 1,1 0-1,-1 0 0,0-1 1,0 1-1,0 0 0,0-1 1,-1 1-1,1-1 0,-1 1 1,0-1-1,0 0 0,0 0 1,-1 0-1,1 0 0,-1 0 1,0 0-1,0-1 0,1 1 1,-2-1-1,1 0 0,0 0 1,0 0-1,-1 0 0,-6 2 1,-7 3 199,0-2 0,0 0 0,0-1 0,-24 3 0,-37 0 867,-104-3 0,140-4-1684,53 3-11717,18 11 355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1.4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4466,'0'0'5138,"3"23"-2931,42 260 3833,14 519 763,-48-576-5893,96 1284 1776,-10-566-2315,-86-668-1134,-11-273 730,-2 41-74,1-42 68,1 1 0,-1-1 0,0 0-1,1 1 1,-1-1 0,0 0 0,0 0-1,-1 0 1,1 0 0,0 0 0,-1 0-1,1 0 1,-1 0 0,-2 1 0,4-3-40,0 0 0,0 1 0,0-1 1,0 0-1,0 0 0,0 0 0,-1 0 1,1 0-1,0 0 0,0 0 0,0 0 0,0 1 1,0-1-1,-1 0 0,1 0 0,0 0 1,0 0-1,0 0 0,0 0 0,0 0 1,-1 0-1,1 0 0,0 0 0,0 0 0,0 0 1,0 0-1,-1 0 0,1 0 0,0 0 1,0 0-1,0-1 0,0 1 0,0 0 0,-1 0 1,1 0-1,0 0 0,0 0 0,0 0 1,0 0-1,0 0 0,0 0 0,0-1 1,-1 1-1,1 0 0,-2-10-1844,1-15-588,2 22 1840,-1-5-408,0 0-1,1 1 0,0-1 0,4-10 0,22-48-5182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1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497 1 2321,'0'0'8532,"-16"38"-5683,-186 535 4701,146-349-4944,-48 422-1,73 241-767,67-491-1394,29-7-43,-21-135-254,-21-90 27,-9 1-1,-6 205 1,-9-335-147,-9 52 1,9-77-103,-1 0 1,-1 0-1,0 0 0,0 0 1,-1-1-1,0 1 1,0-1-1,-1 0 0,-10 14 1,12-21-183,1 0 0,-1 1 0,0-1-1,0 0 1,1 0 0,-1 0 0,0-1 0,-1 1 0,1-1 0,0 1 0,0-1 0,-1 0 0,1 0 0,-1-1 0,1 1 0,0-1 0,-1 0 0,1 1 0,-5-2 0,-2 0-1041,0 0-1,0-1 1,0 0 0,1 0 0,-1-1 0,-9-4 0,-59-31-9307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2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465 477 320,'0'0'5499,"-24"-10"-4662,-75-31-7,86 35-544,0 0 1,1-1-1,0 0 0,0-1 0,1 0 1,-20-19-1,-2-2 223,-10-4-304,-2 1-1,-51-26 1,80 52 171,11 4 845,18 1-612,486-39 972,-77 4-1206,2635-77 2968,-1870 106-2937,-908 7-41,1491 113 4880,-1415-67-4242,-320-42-916,542 63 2134,-3-36 2517,-556-30-4512,17-2 78,-35 1-302,1 0 0,0 0-1,0 0 1,0 0 0,-1-1 0,1 1-1,0 0 1,0-1 0,-1 1 0,1 0-1,0-1 1,-1 1 0,1-1 0,0 1-1,-1-1 1,1 1 0,-1-1-1,1 0 1,-1 1 0,1-1 0,-1 0-1,1 1 1,-1-1 0,0 0 0,1 0-1,-1 1 1,0-1 0,0 0 0,1 0-1,-1-1 1,0 1-2,0 0 0,0-1 0,-1 1 0,1 0 0,0 0 0,0 0 0,-1 0 0,1-1 0,-1 1 0,1 0 0,-1 0 0,0 0 0,1 0 0,-1 0 0,0 0 0,0 0 0,1 0 0,-1 1 0,0-1 0,0 0 0,0 0 0,0 1 0,0-1 0,0 1 0,0-1 0,-1 1 0,1-1 0,0 1 0,0-1 0,-2 1 0,-44-7 0,38 6 0,-329-6-4266,209 8-149,-13-1-2370,-22 0-4705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3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136 173 2417,'0'0'5256,"-16"-23"-4192,-52-70 94,39 62 218,28 30-1209,0 1-1,1-1 0,-1 1 0,0-1 0,0 1 0,0 0 0,0-1 1,1 1-1,-1 0 0,0 0 0,0 0 0,0 0 0,0 0 1,0 0-1,0 0 0,-1 0 0,-5 1 1657,10 8-1572,3-7-107,1 0 0,-1 0 0,1-1 0,0 0 0,0 0 0,-1-1 0,1 0 0,9-1 0,2 1 131,704-20 2593,-434 7-2043,64 7 271,67 6-5,1014 67 674,-806-28-1739,524 13 82,-4-45-59,-267-84 2684,-596 44-77,-34 4-847,-378 30-1964,-124 13-6597,0-19-6868,102-12 3045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4.1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261 21 464,'0'0'7171,"17"-4"-5023,52-9-88,-52 10-38,-21 3-64,-86 2 2999,71-1-4407,0 1 0,1 1 0,-1 1 0,0 1 0,-21 9 0,23-8-135,2 1 0,-1 1-1,-18 12 1,30-17-293,0 0 0,0 0 0,0 0 1,0 1-1,1-1 0,-1 1 0,1 0 0,0 0 0,0 1 0,0-1 0,0 0 0,1 1 0,0 0 1,0-1-1,-2 8 0,4-10-93,-1 1 1,1-1 0,0 0-1,0 0 1,0 0 0,0 1-1,0-1 1,1 0 0,-1 0-1,1 0 1,-1 1 0,1-1-1,0 0 1,0 0 0,0 0-1,0 0 1,3 3 0,-1-1 4,0-1 1,0 1 0,1-1-1,-1 0 1,1 0-1,0-1 1,0 1 0,5 2-1,9 3 48,0-1 1,1-1-1,24 5 0,-29-7-16,353 109-2069,-363-112 1434,22 7-1699,-12-9-1024,-3-6-3313,8-26-3637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5.1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6755,'0'0'2297,"-4"43"-584,1-5-1120,-29 350 3776,35 1008 2042,58-552-5477,-3-62-741,-27-1-109,-63 342 10,-9-761-32,-4 43 391,42-367-438,-1 3-99,1 0 0,7 81-1,-4-120 5,0 0 1,0-1-1,1 1 0,-1-1 0,0 1 0,1-1 1,-1 1-1,1-1 0,0 0 0,0 1 1,-1-1-1,1 0 0,0 1 0,0-1 0,0 0 1,0 0-1,1 0 0,-1 0 0,0 0 0,0 0 1,1 0-1,-1-1 0,0 1 0,1 0 1,-1-1-1,1 1 0,-1-1 0,4 1 0,-2 0-202,0-1 0,0 0 0,1 0 0,-1 0 1,0 0-1,0-1 0,0 1 0,1-1 0,-1 0 0,0 0 0,0 0 0,0 0 0,5-3 0,-2-1-518,0 1 0,-1-1 0,1 0 0,-1-1 0,0 1 0,7-11 0,35-53-7457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5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487 3 768,'0'0'8626,"-3"-2"-7791,2 2-827,1 0 1,0 0-1,0 0 1,-1 0-1,1 0 1,0 0 0,0 0-1,0 0 1,-1 1-1,1-1 1,0 0-1,0 0 1,0 0-1,-1 0 1,1 1-1,0-1 1,0 0 0,0 0-1,0 0 1,0 1-1,-1-1 1,1 0-1,0 0 1,0 0-1,0 1 1,0-1 0,0 0-1,0 0 1,0 1-1,0-1 1,0 0-1,0 0 1,0 1-1,0-1 1,0 0 0,0 0-1,0 1 1,0-1-1,1 66 1603,1-13-735,-5 23 450,-3-1 1,-22 108-1,-53 154 1010,56-240-1824,-163 703 2370,66 14-1338,101-519-1279,13 0 0,55 535 0,41-282-256,-6-48 6,-39 1 46,-67 58 1641,18-486-2748,6-74 888,-1 1 0,0 0-1,0 0 1,0 0 0,0-1-1,1 1 1,-1 0 0,0-1-1,0 1 1,0-1 0,1 1-1,-1-1 1,0 1 0,1-1-1,-1 1 1,1-1 0,-1 0 0,0 1-1,1-1 1,-1 0 0,1 1-1,-1-2 1,-67-109-10743,0 25 2518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6.4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0 406 368,'0'0'5352,"2"-20"-4891,-1 6-358,-1 8-52,0-1 0,1 1 0,0 0 0,0-1 0,0 1 0,1 0 0,4-10 0,-5 13-19,1 0-1,0 0 1,0 0-1,0 0 1,1 1 0,-1-1-1,1 1 1,-1 0-1,1 0 1,0 0 0,0 0-1,0 0 1,0 1-1,0-1 1,0 1 0,0 0-1,1 0 1,-1 0 0,0 0-1,1 0 1,3 1-1,1929-215 5094,-1421 188-4500,77 9-265,65 8-304,1532 30-2713,-1484 18 2054,-72 5 157,-99-8 577,-104-18 1240,-95-9 1145,-295-8-2032,308-6 3127,-299 2-2185,-1-3 0,0-1-1,0-3 1,86-31 0,-128 39-1067,24-11 1322,-29 14-1534,0-1 1,0 1-1,0-1 0,0 0 0,0 0 1,0 1-1,0-1 0,0 0 0,0 0 1,0 0-1,-1 0 0,1 0 0,0 0 1,-1 0-1,1-1 0,-1 1 0,1 0 1,-1 0-1,0 0 0,1 0 0,-1-2 1,0 2-137,-1 0 1,1 0 0,-1 0 0,0 0 0,1 0 0,-1 1 0,0-1 0,0 0 0,1 0 0,-1 1-1,0-1 1,0 1 0,0-1 0,0 1 0,0-1 0,0 1 0,0-1 0,0 1 0,0 0 0,0-1-1,0 1 1,0 0 0,0 0 0,0 0 0,0 0 0,0 0 0,-1 0 0,1 0 0,-1 1-1,0-2 1,-27-1-544,0 0 0,0 2 0,1 1 0,-1 1 0,0 2 0,1 1 0,-46 13 0,12 4-4126,-77 16 0,11-14-4247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7.1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1 307 3426,'0'0'549,"23"-7"14,1 0-201,19-5 1075,65-10 0,282-2 6204,-90 11-6507,205-39-464,142-12 621,-181 31-528,75 2-352,72 7-342,716 6-1052,1 64-2644,-775-7 2488,-88-8 683,-92-11 818,-90-15 1567,-187-4-1212,152-5 2696,-227 3-2462,1-2 0,-1 0 0,0-1 0,0-2 0,-1 0 0,1-1 0,-1-2 0,22-11 0,-43 20-814,0-1 1,0 1-1,0 0 0,0-1 1,0 1-1,0-1 1,0 1-1,-1-1 1,1 0-1,0 1 0,0-1 1,-1 0-1,1 0 1,0 1-1,-1-1 1,1 0-1,-1 0 0,1 0 1,-1 0-1,1-1 1,-1 1-94,-1 1 0,1-1 0,0 1 1,-1-1-1,1 1 0,-1-1 0,1 1 1,-1-1-1,1 1 0,-1 0 0,1-1 1,-1 1-1,1 0 0,-1-1 0,1 1 1,-1 0-1,0 0 0,1-1 0,-1 1 1,1 0-1,-1 0 0,-1 0 0,-45-3-403,44 3 334,-5 1-243,1 0 0,0 1 0,-1 0 1,1 0-1,0 0 0,0 1 0,0 0 1,1 1-1,-13 7 0,-28 13-1953,24-16 798,-1-2 0,0-1-1,-1-1 1,1 0-1,-1-2 1,-33-2 0,43 1 549,-99-1-6729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7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58 2785,'0'0'13017,"0"-10"-11160,0-37 1563,-1 136-1122,2 116 457,2-186-2768,0 0 0,0 0 1,2-1-1,7 20 0,-12-38-135,1 0 1,-1 0 0,0 0-1,0-1 1,0 1-1,0 0 1,0 0-1,0 0 1,1 0-1,-1 0 1,0 0 0,0 0-1,0 0 1,0 0-1,0-1 1,1 1-1,-1 0 1,0 0-1,0 0 1,0 0 0,0 0-1,1 0 1,-1 0-1,0 0 1,0 0-1,0 0 1,0 0-1,1 0 1,-1 0-1,0 0 1,0 0 0,0 1-1,0-1 1,0 0-1,1 0 1,-1 0-1,0 0 1,0 0-1,0 0 1,0 0 0,0 0-1,1 0 1,-1 1-1,0-1 1,0 0-1,0 0 1,0 0-1,0 0 1,0 0 0,0 1-1,0-1 1,0 0-1,0 0 1,0 0-1,0 0 1,0 1-1,0-1 1,1 0-1,-1 0 1,0 0 0,-1 0-1,1 1 1,0-1-1,0 0 1,0 0-1,0 0 1,4-15-5837,-4-15-1372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8.2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166 8 3826,'0'0'6312,"23"-2"-3815,-4 0-2022,-10 1-299,0-1 1,1 2-1,-1-1 1,0 1-1,1 1 0,-1-1 1,0 1-1,0 1 1,0 0-1,0 0 1,0 1-1,0 0 0,0 1 1,-1 0-1,10 6 1,20 17 491,-2 2 1,0 2 0,-3 1 0,0 1-1,52 71 1,-78-95-549,-1 0-1,0 0 1,-1 0 0,0 0 0,-1 1-1,1 0 1,-2 0 0,0 0-1,0 1 1,0-1 0,-2 1-1,1-1 1,-1 22 0,-1-29-48,0 1 0,-1-1 0,0 0 0,1 0 0,-1 1 0,0-1 0,-1 0 0,1 0 0,-1 0 0,1 0 0,-1 0 0,0-1 0,0 1 0,0 0 0,0-1 0,-1 0 0,1 1 0,-1-1 0,-3 3 0,-7 4 295,0-1 1,-28 13-1,35-19-306,-34 16 621,0-2-1,-2-2 1,0-2-1,-67 11 0,-33-7-1046,-3-12-6959,135-6-7400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2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11 5090,'0'0'9762,"2"-7"-8315,-2 7-1440,0 0 0,0 0 0,0 0 0,0-1 1,0 1-1,0 0 0,0 0 0,0 0 1,0 0-1,0 0 0,0 0 0,0 0 1,0-1-1,0 1 0,0 0 0,0 0 1,0 0-1,0 0 0,0 0 0,0 0 0,0 0 1,1 0-1,-1-1 0,0 1 0,0 0 1,0 0-1,0 0 0,0 0 0,0 0 1,0 0-1,0 0 0,0 0 0,1 0 1,-1 0-1,0 0 0,0 0 0,0 0 0,0 0 1,0 0-1,0 0 0,0 0 0,0 0 1,1 0-1,-1 0 0,0 0 0,0 0 1,0 0-1,0 0 0,0 0 0,0 0 1,0 0-1,1 0 0,-1 0 0,0 0 0,0 0 1,0 0-1,0 0 0,0 0 0,0 0 1,0 0-1,0 1 0,1-1 0,0 8 408,1-1 0,-1 1 0,0 0-1,-1 16 1,0-2 225,7 893 5704,-20-535-5076,-1 71-178,14-323-848,-24 907 1384,8-416-1282,17-670-1878,0 12-2313,-1-1 1,-10-64 0,-9 30-4451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44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724 190 256,'0'0'4797,"-9"1"-4325,-24 5 59,29-5 4128,10 1-1828,25-1-944,44 1-1294,420-5 2680,248-15-2795,-18-25-417,499-11 265,-1121 54-307,313-4 60,3-25-38,293-21 265,-650 49-153,-5 0 8,-1 2 0,79 12-1,-58-2-26,-44-9 3646,-34 29-3348,-5-15-382,1 0 0,-2 0 0,-9 15 0,-7 17 20,-41 116 981,-73 300 0,15 185 563,98-432-1299,9 1 0,10 0 0,33 320-1,3 189-204,-32-594 229,-1 0 40,19 177-1,-1-160-223,-6 175 0,-10-324-54,-12-2-97,-1 0-1,1-1 0,0 0 1,1-1-1,-1 0 1,0-1-1,-18-9 0,-6-1-131,-33-9-487,-129-25 0,-78 8-236,-679-14 653,761 49 198,-125-5-80,-1421-53 398,1490 49-261,-230-8 75,155 10-42,-49 0 410,368 12-453,0 0 0,0 1 1,0 0-1,0 0 0,0 0 1,0 1-1,0 0 0,1 0 0,-1 1 1,1-1-1,0 1 0,-1 0 1,1 1-1,1-1 0,-1 1 0,0 0 1,-5 6-1,5-6-31,0 0 0,-1-1 0,1 0 1,-1 0-1,0 0 0,1-1 0,-1 0 0,-9 2 0,-53 7 240,35-6-121,5 0-143,-1-2 0,-41 0 0,264 4-6155,-167-8 4587,-6 2-920,0-2 1,23-4 0,-12-2-5310,34-13 0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2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 1 1105,'0'0'5658,"-3"0"-5060,-8 0-134,8 0 2764,22 0-886,1190 1 1984,602 5-3985,-703-1-157,-634-5 3193,-317-5 1874,-131 31-5102,-20-23-148,0 1 1,0-1-1,0 0 0,1 0 0,-1-1 1,1 0-1,-1 0 0,1-1 0,11 2 1,69 2-507,-58-5 79,12 4-610,1 1 1,-1 2-1,53 15 0,-92-21 917,0-1-69,0 1 0,-1-1 0,1 0 0,0 1 0,0 0 0,0-1 0,0 1 0,0 0 0,-1 0 0,1 0 0,0 0 0,-1 0 0,1 0 0,-1 1 0,1-1 0,-1 1 0,0-1 0,0 1 0,2 1 0,-3-2 122,0-1 1,0 0-1,0 0 0,0 1 1,0-1-1,0 0 0,0 1 1,0-1-1,0 0 0,0 1 1,0-1-1,0 0 0,0 1 1,0-1-1,0 0 0,0 0 1,-1 1-1,1-1 1,0 0-1,0 1 0,0-1 1,0 0-1,-1 0 0,1 0 1,0 1-1,0-1 0,-1 0 1,1 0-1,0 0 0,0 1 1,-1-1-1,1 0 0,0 0 1,0 0-1,-1 0 0,1 0 1,0 0-1,-1 0 0,1 1 1,0-1-1,-1 0 0,1 0 1,0 0-1,-1 0 1,1-1-1,-55 12-4523,-36-2-2860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3.2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1153,'0'0'5506,"3"-6"-4428,-2 4-932,0 0 0,1 0-1,-1 0 1,0 0 0,1 0 0,-1 0 0,1 0 0,-1 0 0,1 1-1,4-3 1,-3 2 137,0 1 1,0 0-1,1 0 0,-1 0 0,0 0 0,1 0 1,-1 1-1,1-1 0,-1 1 0,5 1 0,38-1 1023,0 2 0,0 2 0,58 13 0,713 118 145,10-66-477,605-46-1125,-990-25 139,-148 1 84,354 3 553,-465 9 902,212 40 0,-281-33-38,-85-16-662,-22-2-596,-1 0-1,1 1 1,-1 0 0,1 0-1,-1 0 1,11 4-1,-16-4-118,-10-1 265,-43 0-324,-80-2-2108,65-7-2882,1-11-4527,18 1 940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4.4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17 222 4210,'0'0'10191,"0"0"-10102,1 0-1,-1 0 0,0 0 1,0-1-1,1 1 1,-1 0-1,0 0 0,1 0 1,-1 0-1,0 0 1,1-1-1,-1 1 0,0 0 1,1 0-1,-1 0 0,1 0 1,-1 0-1,0 0 1,1 0-1,-1 0 0,0 0 1,1 0-1,-1 1 1,0-1-1,1 0 0,-1 0 1,0 0-1,1 0 1,-1 0-1,0 1 0,0-1 1,1 0-1,-1 0 0,0 1 1,1-1-1,-1 0 1,0 0-1,0 1 0,0-1 1,1 0-1,-1 0 1,0 1-1,0-1 0,0 0 1,0 1-1,6 27 663,-2-1 0,0 1 0,-3 0 0,0 0 0,-3 32 0,0 5-81,2-64-642,1 0 1,-1 0 0,0 0-1,0 0 1,0 0-1,0 0 1,0 0 0,0 0-1,0 0 1,-1 0-1,1 1 1,0-1-1,0 0 1,-1 0 0,1 0-1,-1 0 1,1 0-1,-1 0 1,0-1 0,1 1-1,-1 0 1,0 0-1,1 0 1,-1 0-1,0-1 1,0 1 0,0 0-1,-1 0 1,1-1-19,0 0 1,-1-1 0,1 1-1,1 0 1,-1-1-1,0 1 1,0-1 0,0 0-1,0 1 1,0-1-1,0 0 1,1 1 0,-1-1-1,0 0 1,0 0 0,1 0-1,-1 0 1,1 0-1,-1 1 1,1-1 0,-1 0-1,1 0 1,-1 0-1,1 0 1,0-1 0,0 1-1,0 0 1,-1-1-1,-2-14-38,0-1-1,1 0 0,1 1 1,1-1-1,0 0 1,1 0-1,1 1 0,0-1 1,1 0-1,10-27 1,-3 22-159,1 0 1,2 1-1,0 1 1,1 0 0,20-22-1,-1 6-626,59-50-1,-91 85 820,0 0-1,1-1 0,-1 1 0,1 0 1,0 0-1,-1 0 0,1 0 1,0 0-1,-1 0 0,1 0 1,0 1-1,0-1 0,0 1 0,0-1 1,0 1-1,0 0 0,0-1 1,0 1-1,0 0 0,2 1 0,-2-1 23,-1 1-1,1 0 0,0 0 1,-1 0-1,1 0 1,-1 0-1,0 0 0,1 0 1,-1 1-1,0-1 0,0 0 1,1 1-1,-1-1 0,0 1 1,0-1-1,-1 1 0,2 2 1,3 10 219,-1 0 1,0 0 0,-1 0-1,2 22 1,-2-17-27,16 91 972,19 129 1245,-31-191-1953,-7-48-432,-7 5-12455,-2-7 10806,-12-13-5154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4.6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36 3762,'0'0'12902,"133"-23"-11878,-88 23-768,0 0-256,-10 0-384,-2 0-2017,-13 0-3170,-12-13-2608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5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0 880,'0'0'9162,"0"31"-6817,0 382 4226,-1-329-5458,7 201 1738,50 191 114,0 0-1741,-42 258-297,-15-513-541,0 124 309,4 391 165,37-313-758,-14-211-92,-24-191-27,-2-9-26,1 0 1,1-1-1,0 1 1,1-1-1,4 14 1,-7-25 15,1 0 0,-1 1 0,0-1-1,0 0 1,1 0 0,-1 1 0,0-1 0,1 0 0,-1 0 0,0 0 0,0 0-1,1 0 1,-1 1 0,0-1 0,1 0 0,-1 0 0,0 0 0,1 0 0,-1 0 0,0 0-1,1 0 1,-1 0 0,0 0 0,1 0 0,-1 0 0,0 0 0,1 0 0,-1-1-1,0 1 1,1 0 0,-1 0 0,0 0 0,1 0 0,-1 0 0,0-1 0,0 1-1,1 0 1,-1 0 0,0-1 0,0 1 0,0 0 0,1 0 0,-1-1 0,0 1-1,0 0 1,0-1 0,0 1 0,1 0 0,-1 0 0,0-1 0,0 1 0,0 0-1,0-1 1,6-12-525,-1 0-1,0 0 0,6-27 1,-2 4-410,47-187-9333,-31 79 354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5:55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161 1 7171,'0'0'2722,"-5"28"-911,-1 0-1118,-2 5 366,3 0 0,1 0-1,-1 53 1,6 116 2422,-19 530 2815,-22-346-4437,-27 429 1122,64-212-1796,37-147-843,-6-157-351,-4-70-815,-9-168-984,-13-57 1168,-1 1-1,1-1 0,-1 0 0,1 0 0,0 0 0,1 0 0,-1 0 0,1-1 1,0 1-1,0-1 0,5 5 0,5-5-6541,-4-3-3743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6:09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183 262 0,'0'0'3831,"5"-5"-2900,0 1-564,-1 2-174,-1-1 0,1-1 0,-1 1 0,1 0 0,4-8 1,-7 9 356,0 1 0,0-1 0,0 0 0,0-1 0,0 1 0,0 0 0,-1 0 0,1 0 0,-1 0 0,1-1 0,-1-2 1,0 4-420,0 1 0,0-1 0,0 0 0,0 1 1,0-1-1,0 0 0,0 1 0,0-1 0,0 1 1,0-1-1,0 0 0,0 1 0,-1-1 0,1 0 1,0 1-1,0-1 0,-1 1 0,1-1 0,0 1 1,-1-1-1,1 1 0,0-1 0,-1 1 0,1-1 1,-1 1-1,1-1 0,-1 1 0,1 0 0,-1-1 1,0 1-1,1 0 0,-1-1 0,1 1 0,-2 0 1,0 0-65,0 0 1,0 0-1,1 0 1,-1 1-1,0-1 1,0 1-1,0 0 1,0-1-1,1 1 1,-1 0 0,-3 2-1,-5 4-161,0 1 0,-17 16-1,10-7 179,2 0 0,0 1 0,2 1 0,0 0-1,0 1 1,-17 40 0,24-46-41,1-1 0,1 1 0,0 0 0,1 1 0,1-1-1,0 0 1,0 1 0,2-1 0,0 1 0,0-1 0,2 1 0,3 18 0,-3-27-16,1 1 1,0-1 0,0 0-1,0 0 1,1-1-1,0 1 1,0-1 0,0 0-1,1 0 1,0 0-1,0 0 1,0-1 0,0 0-1,1 0 1,0-1-1,9 5 1,-1 0 105,1-1 1,0-1-1,0 0 1,1-1-1,29 5 1,-28-7-62,0-1 0,0-1 0,0-1 0,0 0 0,0-1 0,25-5 0,-32 4-39,-1-1 0,1 0-1,-1-1 1,0 0 0,0 0 0,-1-1 0,1 0 0,-1 0-1,0-1 1,0 0 0,-1-1 0,10-10 0,-9 8 35,0-2 0,-1 1 1,0-1-1,-1 0 0,0 0 0,0 0 1,-1-1-1,-1 0 0,0 0 0,4-25 1,-3-2 287,-1 0 0,-3-47 1,-1 72-283,-1-4 24,0-1 0,-2 1 0,0 0 0,-1 0 0,0 0 0,-2 0 1,-15-33-1,15 38-21,0 0 0,-2 1 0,1 0 0,-2 0 0,0 1 0,0 0 0,-1 0 0,0 1 1,-1 1-1,-21-16 0,27 22 20,-1 0 1,1 1 0,-1 0-1,1 0 1,-1 0 0,0 1-1,-9-2 1,13 3-89,1-1 0,-1 1 0,0 0 0,0 0 0,0 0 0,0 0 0,0 0 0,0 0 0,0 1 0,0-1 0,1 1 0,-1-1 0,0 1 0,0 0 0,0-1 0,1 1 0,-1 0 0,0 0 0,1 0 0,-1 0 0,1 1 0,-1-1 0,1 0 0,-2 3 0,1-1-23,0 1 0,0-1 1,1 1-1,0-1 1,0 1-1,0 0 1,0-1-1,0 1 1,1 0-1,-1 0 0,1-1 1,0 1-1,0 0 1,1 0-1,0 3 1,-1-4-502,1-1 1,0 0 0,0 0-1,0 0 1,0 0 0,0 0-1,0 0 1,1-1 0,-1 1-1,2 2 1,5 6-7519,-7-5 2153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1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298 20 2017,'0'0'10242,"1"-3"-9271,2-10-139,-2 9 3704,-1 7-4467,-2 10-45,-1-1 0,0 0 0,0-1 0,-1 1-1,-1 0 1,0-1 0,-1 0 0,-8 12 0,-4 12 129,-41 80 277,19-40-379,4 1 1,3 1-1,-24 84 0,52-146-601,-4 15-492,10-14-5343,7-18-170,12-8 2922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2.1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3794,'0'0'12694,"0"2"-12076,0 7-308,1 10-40,-1 1-1,-1-1 1,0 0-1,-2 0 0,0 0 1,-1 0-1,-1 0 1,-10 26-1,-50 91 9,3-8-1239,24-39-2673,23-52-266,2-6-1257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3.6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49 1281,'0'0'5794,"2"-10"-4865,4-28-4,-3 43 2598,5 37-1640,-3-19-1447,1 1 0,1-1 0,1 0 1,1 0-1,1-1 0,1-1 0,1 1 1,1-2-1,26 33 0,14 8 368,93 84 0,-81-84-286,152 154-318,-174-163-157,-43-52-53,0 0 1,1 1-1,-1-1 1,0 0-1,0 0 1,0 0-1,1 0 1,-1 0-1,0 1 1,0-1-1,0 0 1,0 0-1,0 0 1,0 1-1,1-1 1,-1 0-1,0 0 1,0 1-1,0-1 1,0 0-1,0 0 1,0 1-1,0-1 1,0 0-1,0 0 1,0 1-1,0-1 1,0 0-1,0 0 1,0 0-1,0 1 1,0-1-1,-1 0 1,1 0-1,0 1 1,0-1-1,-10 1-810,-13-10-815,20 5 1050,-1 0 0,1 0-1,0 0 1,0 0 0,0-1 0,0 1-1,1-1 1,0 0 0,0 0 0,0 1-1,1-1 1,-1 0 0,1-1 0,0 1-1,1 0 1,-1 0 0,1 0 0,1-10-1,-1-21-3159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4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1489,'0'0'10858,"6"8"-8945,-1-1-1550,0 0 0,-1 1 0,0 0 0,0 0 0,0 0 1,4 16-1,12 64 1474,-6-26-712,6 10-360,4 0 0,2-1-1,4-2 1,2-1 0,4-1 0,55 77 0,-33-63-423,44 70 311,-94-143-61,-9-21-393,0-1-1635,1 11 1190,0 2-114,1 0 0,-1 1 0,0-1 0,0 0 1,0 0-1,0 0 0,0 0 0,0 0 0,0 0 1,0 0-1,0 0 0,0 0 0,-1 1 0,1-1 0,0 0 1,0 0-1,-1 0 0,1 0 0,-1 1 0,1-1 1,-1 0-1,1 0 0,-1 1 0,1-1 0,-1 0 0,0 1 1,1-1-1,-1 0 0,0 1 0,0-1 0,1 1 1,-1-1-1,0 1 0,0 0 0,0-1 0,0 1 0,0 0 1,1 0-1,-3-1 0,-12-3-6003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7.1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 1028 2497,'0'0'10368,"-3"5"-6068,3-5-4225,0 0 0,0 0 0,0-1 0,0 1 1,0 0-1,0 0 0,0 0 0,0 0 0,0 0 1,0 0-1,0 0 0,0 0 0,0 0 1,-1 0-1,1 0 0,0-1 0,0 1 0,0 0 1,0 0-1,0 0 0,0 0 0,0 0 0,0 0 1,0 0-1,0 0 0,0 0 0,0 0 0,0 0 1,-1 0-1,1 0 0,0 0 0,0 0 1,0 0-1,0 0 0,0 0 0,0 0 0,0 0 1,0 0-1,0 0 0,0 0 0,-1 0 0,1 0 1,0 0-1,0 0 0,0 0 0,0 0 0,0 0 1,0 0-1,0 0 0,0 0 0,0 0 1,0 0-1,0 0 0,-1 0 0,1 0 0,0 0 1,0 0-1,0 0 0,0 0 0,0 1 0,0-1 1,0 0-1,0 0 0,0-15 100,-1-2-114,1 0 1,1-1-1,1 1 1,0 0 0,9-31-1,18-24-113,62-110 1,-58 120-91,12-24-295,75-136-1248,-82 158 1232,61-79 0,-93 135 598,1 1 0,-1 0 0,1 0 0,1 0 0,12-9 0,-20 16-127,1 0 1,-1 0 0,0 0 0,1 0-1,-1 0 1,0 0 0,1 0 0,-1 0-1,0 0 1,1 0 0,-1 0 0,0 0-1,1 0 1,-1 1 0,0-1 0,1 0-1,-1 0 1,0 0 0,0 0 0,1 0 0,-1 1-1,0-1 1,1 0 0,-1 0 0,0 1-1,0-1 1,1 0 0,-1 0 0,0 1-1,0-1 1,0 0 0,0 1 0,1-1-1,-1 0 1,0 1 0,0-1 0,0 0-1,0 1 1,0-1 0,0 0 0,0 1 0,0-1-1,0 0 1,0 1 0,0-1 0,0 0-1,0 1 1,0-1 0,0 0 0,0 1-1,0 24 124,0-22-53,-2 717 3694,2-713-3783,0 0-1,1 0 1,0 0 0,0 0-1,0 0 1,1-1 0,0 1-1,4 8 1,0-11-2375,-6-27-17919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7.3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42 3089,'0'0'11899,"22"-6"-10522,74-19-289,-77 21-774,1 1 0,0 1 0,0 1 0,0 1 0,20 2 0,9 0-178,45-2-1640,-2 0-6818,-49 0 1828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8.5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771 25 1169,'0'0'9372,"9"0"-7849,32 0 1177,-43-9 408,-1 7-3025,0 0 1,0 0-1,-1 1 0,1 0 0,-1-1 0,1 1 0,0 0 1,-1 1-1,0-1 0,-4 0 0,-45 0 329,33 0-191,-195 6 898,184-2-870,1 2-1,-1 1 0,1 1 0,-56 22 1,56-16-177,1 2 1,1 0 0,-31 23 0,45-28-67,0 1 0,1 0 1,0 1-1,1 0 0,0 1 0,1 1 1,-13 20-1,21-28 0,0 0 0,0 0 0,0 0 0,1 0 0,0 0 0,1 0 0,-1 0 1,1 1-1,0-1 0,0 1 0,1-1 0,0 1 0,0-1 0,1 1 0,0-1 0,1 7 0,0-5 82,1-1-1,0 1 1,0-1 0,1 0 0,0 0-1,0 0 1,0-1 0,1 1-1,0-1 1,0 0 0,1-1 0,9 9-1,10 4 228,0 0 0,1-2 0,1-2 0,0 0-1,49 17 1,153 36 720,-218-65-971,83 20 465,0-4 0,2-5 0,169 3 0,-244-15-311,20-2 850,-41 1-1023,0-1 0,1 1 0,-1 0 0,0 0 0,0 0 0,1 0-1,-1 0 1,0 0 0,0 0 0,0 0 0,1 0 0,-1-1 0,0 1 0,0 0 0,0 0 0,1 0 0,-1-1 0,0 1 0,0 0-1,0 0 1,0 0 0,1-1 0,-1 1 0,0 0 0,0 0 0,0-1 0,0 1 0,0 0 0,0 0 0,0-1 0,0 1 0,0 0-1,0 0 1,0-1 0,0 1 0,0 0 0,0 0 0,0-1 0,0 1 0,0 0 0,0 0 0,0-1 0,0 1 0,0 0 0,0 0-1,-1-1 1,1 1 0,0 0 0,0 0 0,0 0 0,0-1 0,-1 1 0,1 0 0,-1-1-30,1 0-1,-1 1 1,1-1 0,-1 0 0,0 1 0,1-1-1,-1 1 1,0-1 0,0 1 0,0-1-1,1 1 1,-1-1 0,0 1 0,0 0 0,0 0-1,0-1 1,-1 1 0,-52 0-4513,84 0-11192,12 0 7721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8.9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71 3410,'0'0'12277,"-3"-11"-10716,-1 0-1107,2 7-228,0 0 1,1 0-1,0 0 1,-1-1-1,2 1 0,-1 0 1,0 0-1,1-9 1,-6 10 3538,-17 8-2435,10 7-1071,0 0-1,0 2 1,2-1 0,-1 1-1,-11 21 1,13-22-47,-21 35 74,1 0 0,3 2 0,2 1 0,2 1 1,3 1-1,2 1 0,-17 82 0,32-116-1094,0 0 1,1 32-1,4-71-5412,-1 6 4554,5-34-5681,-3-16-3101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49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 5635,'0'0'3644,"24"0"-1310,2-2-1745,-6 1-213,0 0 1,0 2-1,0 0 0,-1 1 1,1 1-1,23 6 0,-1 4 262,0 3 0,47 23 0,78 52 182,-84-46-585,12 8-173,171 123 0,-236-153-63,-1 2-1,-1 1 0,-1 1 0,-2 1 1,0 2-1,-2 0 0,-2 1 1,0 2-1,17 37 0,-34-58 1,1-1 0,-2 1-1,0 0 1,0 0 0,-1 0 0,0 0-1,0 15 1,-2-21 17,0-1 0,0 1 0,-1-1-1,0 1 1,0 0 0,0-1 0,0 1 0,-1-1 0,0 0-1,0 1 1,-1-1 0,1 0 0,-1 0 0,0-1 0,0 1-1,-1-1 1,-4 6 0,-6 1 355,-1-1 1,0 0-1,-1 0 0,0-2 0,0 0 1,-1-1-1,0 0 0,0-1 1,-32 6-1,0-4 648,0-1 1,-68 0-1,-632-18 5939,702 10-6512,29 1-200,15 0-151,4 0-31,46 0-2268,-46 0 1313,3 0-1314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2.4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881 159 2321,'0'0'9108,"0"-23"-7899,0-102 941,0 125-2107,0-1 1,0 1-1,0 0 0,0-1 1,0 1-1,-1-1 0,1 1 1,0-1-1,0 1 0,-1 0 1,1-1-1,0 1 0,0-1 0,-1 1 1,1 0-1,0 0 0,-1-1 1,1 1-1,-1 0 0,1-1 1,0 1-1,-1 0 0,1 0 1,-1 0-1,1 0 0,-1-1 1,1 1-1,0 0 0,-1 0 0,1 0 1,-2 0-1,-19-1 201,14 1-44,-28-1 164,1 2-1,-1 2 1,1 1-1,-1 1 1,1 2-1,1 1 1,0 2-1,0 2 1,0 0-1,2 2 1,-38 23-1,34-16-46,2 2 1,0 1-1,2 1 0,1 1 0,1 2 1,1 1-1,-36 50 0,48-57-236,2 0 0,1 1 1,0 1-1,2 0 0,1 1 0,1 0 1,0 0-1,3 1 0,0 0 0,1 0 0,2 1 1,-1 34-1,3-53-80,1 1-1,0-1 1,1 0-1,0 1 1,0-1 0,0 0-1,1 0 1,1 0-1,-1 0 1,1 0 0,1 0-1,-1 0 1,1-1-1,1 0 1,-1 0 0,1 0-1,1-1 1,-1 1-1,1-1 1,0 0 0,11 8-1,3 0-173,1-2 0,0 0 0,1-1 0,0-1 0,1-1 1,0-1-1,47 10 0,54 0-2949,-4-13-3714,-50-8 460,-9-9-494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2.7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71 213 6947,'0'0'15882,"-11"26"-14708,-35 82-443,44-103-674,0 0 0,0 0 0,0 1 0,1-1 1,-1 0-1,1 1 0,0-1 0,1 0 0,-1 8 0,2-5 290,0-24-282,0 0 0,1 1 0,1-1 1,1 1-1,0 0 0,1 0 0,0 0 1,2 1-1,7-15 0,7-7-317,1 1 0,34-40 0,-47 64-566,1-1 0,0 2 0,20-16 0,-23 20-459,1 1-1,-1 0 1,1 1-1,0 0 1,0 0-1,1 1 1,10-3-1,14-1-5255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2.9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66 0 7123,'0'0'13735,"-61"141"-12327,59-121-687,-1-10-497,3-5-224,3-10-2706,14-23-463,8-12-3010,-2-10-2097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3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8308,'0'0'15703,"25"31"-15703,-7-19-752,7-9-1329,8-3-1681,12 0-2401,10-15-1440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3.2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0 4946,'0'0'11526,"-173"183"-6548,93-87-1329,7 12-1071,8 4-1154,15-4-943,15-15-401,10-15-80,10-25-160,5-21-577,2-12-575,3-10-593,-3-7-208,1-3-1137,-6 0-688,-2-20-3297,-2-18 528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3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3602,'0'0'3767,"29"-1"677,7-2-2958,14 0 1365,92 5 0,-67 9-33,133 36 0,-19-3-1107,-119-30-1308,-70-14-400,0 0 1,0 0-1,0 0 1,0 1-1,1-1 0,-1 0 1,0 0-1,0 0 1,0 0-1,0 1 1,0-1-1,0 0 0,0 0 1,0 0-1,0 1 1,0-1-1,0 0 1,0 0-1,0 0 0,0 0 1,0 1-1,0-1 1,0 0-1,0 0 1,0 0-1,0 1 0,0-1 1,0 0-1,0 0 1,0 0-1,0 0 0,-1 1 1,1-1-1,0 0 1,0 0-1,0 0 1,0 0-1,0 0 0,-1 1 1,1-1-1,0 0 1,0 0-1,0 0 1,0 0-1,-1 0 0,1 0 1,0 0-1,0 0 1,0 0-1,0 0 1,-1 0-1,1 0 0,-31 14 46,20-10-83,1 1 1,0-1-1,0 2 0,1-1 1,-1 2-1,-10 8 1,-23 31-2148,2-2-3607,9-20-5047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3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 0 8836,'0'0'13190,"-28"26"-13190,41 14-720,-3-5-1425,2 2-32,3-1-3234,3-4-944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4.0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 6051,'0'0'14646,"-151"43"-12965,121-13-432,5 2-689,8 3-400,2 6-112,5-6-32,7-3-16,3-7-64,0-5-320,30-7-448,20-6-673,18-1-1376,10-6-1858,5 0-3152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4.6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316 816 5683,'0'0'7915,"-22"-9"-4020,-70-24-1048,86 31-2550,-1 0 1,1 0-1,0 1 0,-1 0 1,1 0-1,0 0 0,-1 1 1,-8 1-1,-1-1 258,11 1-445,-1 0 0,1 0 0,-1 0 0,1 1 1,0 0-1,-1 0 0,1 0 0,0 1 0,0-1 0,0 1 0,1 0 1,-1 1-1,1-1 0,0 1 0,0 0 0,-6 7 0,6-8-130,1 1-1,1 0 0,-1-1 1,0 1-1,1 0 0,0 0 0,0 0 1,0 0-1,0 1 0,1-1 0,0 0 1,0 1-1,0-1 0,0 1 1,1 0-1,-1-1 0,1 1 0,0-1 1,1 1-1,-1-1 0,2 7 0,-1-10-10,0 0-1,-1 0 1,1 0-1,0 0 1,0 0-1,0 0 1,0 0-1,0 0 1,0-1-1,0 1 0,0 0 1,0-1-1,0 1 1,0 0-1,0-1 1,1 0-1,-1 1 1,0-1-1,0 0 1,0 1-1,1-1 0,1 0 1,34 1-398,-28-2 263,115 1-2902,-113-2 2887,-10 0 754,-20-1-7,16 4-541,1-1 1,-1 1 0,1-1 0,-1 1 0,1 0 0,0 0 0,-1 0 0,1 0 0,0 0-1,0 0 1,0 1 0,0-1 0,0 1 0,0 0 0,0-1 0,1 1 0,-1 0 0,0 0-1,1 0 1,0 0 0,-1 0 0,1 1 0,-1 2 0,-1 1-15,1 1 0,0-1 0,0 1 0,0-1 0,1 1 0,0 0 0,0 12 0,1-19-16,0 1 0,0-1 0,0 1 1,0 0-1,0-1 0,1 1 0,-1 0 0,0-1 0,0 1 0,0-1 0,1 1 0,-1 0 1,0-1-1,1 1 0,-1-1 0,1 1 0,-1-1 0,0 1 0,1-1 0,-1 0 0,1 1 0,-1-1 1,1 1-1,-1-1 0,1 0 0,0 1 0,-1-1 0,1 0 0,-1 0 0,1 0 0,1 1 0,22 0-256,-16-1 178,15-1-286,-1-2 1,0 0-1,0-1 0,0-1 1,-1-1-1,1-1 1,34-17-1,139-85-3302,-177 98 3309,56-36-1586,-2-4 1,-2-2-1,100-100 1,-131 113 1732,-3-1 0,-1-3 1,-2 0-1,-2-2 1,-2-1-1,41-93 1,-65 130 1025,-1-2 1,0 1-1,-1 0 1,0-1 0,0 1-1,-1-1 1,-1 0 0,0-20-1,-1 30-555,0 1 1,0-1-1,0 1 0,-1-1 1,1 1-1,-1 0 0,1-1 1,-1 1-1,1 0 0,-1-1 0,0 1 1,1 0-1,-1 0 0,0-1 1,0 1-1,0 0 0,0 0 1,0 0-1,0 0 0,0 0 0,-1 0 1,1 1-1,-2-2 0,0 1 36,0 0 0,-1 0 0,1 0 0,0 0 0,-1 1-1,1-1 1,0 1 0,-1 0 0,1 0 0,-4 1 0,-2 0 25,0 0 1,1 1-1,0 0 1,-1 0-1,1 1 1,0 0-1,0 1 1,-9 5-1,3 2 30,0 0 0,1 1 0,0 0-1,1 1 1,1 1 0,-16 22 0,1 5 321,-25 54 1,23-36-382,3 1 0,3 1 0,2 1 0,3 1 0,2 0 0,4 1 0,-7 130 1,17-160-713,0 3 445,1 0 1,2 0-1,8 43 0,-8-68-659,1-1 0,1 0 0,0 0 0,0 0 0,11 18 0,-10-22-429,0 0 0,0 0 1,0-1-1,1 0 0,0 0 0,0 0 1,0-1-1,1 0 0,8 5 1,-1-3-8655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5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159 1 6435,'0'0'16047,"-6"28"-13550,-73 397 2711,68-364-5183,2-7-545,-2-1 1,-30 89-1,43-153-3157,-4-9 2575,1 1 36,0-75-4760,4 1 0,22-129 0,6 84 1873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5.2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114 56 4066,'21'-9'4306,"-6"2"-3388,-1 0-126,0 1 0,0 0 0,1 1 0,0 1 0,-1 1 0,1 0 0,1 0 0,20 1 0,-24 1 112,0 2-1,0 0 0,0 0 1,17 5-1,-24-5-622,1 1 0,-1 0 0,0 1 1,-1-1-1,1 1 0,0 0 0,-1 0 0,0 0 0,1 1 1,-1-1-1,-1 1 0,5 5 0,-2-1 49,0 1 1,0 0-1,-1 0 0,0 1 1,-1 0-1,0 0 0,0 0 1,-1 0-1,3 17 0,-3-1 302,0 0 1,-2 44-1,-1-61-588,0-1 0,-1 0 0,-1 1 0,1-1 0,-1 0 0,-1 0 0,1 0 0,-1 0 0,-1 0 0,1-1 0,-2 1 0,1-1 1,-1 0-1,0-1 0,0 1 0,0-1 0,-1 0 0,0 0 0,-1 0 0,1-1 0,-1 0 0,0 0 0,0-1 0,-1 0 0,1 0 0,-13 4 1,-3 0-21,1-1 0,-1 0 0,0-2 0,-39 4 0,-95-3-3095,155-6 2806,-31-3-1976,17-3-1341,16 6 3136,-1 0-1,1-1 1,-1 1 0,1-1 0,-1 1 0,1-1 0,0 1 0,-1-1 0,1 1 0,0-1 0,-1 1 0,1-1 0,0 1 0,0-1 0,-1 1 0,1-1 0,0 0 0,0 1 0,0-1 0,0-1 0,0-5-7950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5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267 0 4290,'0'0'18360,"-11"12"-16639,8-9-1641,-14 15 824,-1-1 0,-1 0-1,-41 27 1,51-39-646,-64 42 1038,67-43-1249,0 0 0,1 1 0,-1 0 0,1 0 0,1 0 1,-1 1-1,1 0 0,0 0 0,-5 10 0,8-16-51,1 0 0,0 1-1,0-1 1,0 1 0,-1-1 0,1 0-1,0 1 1,0-1 0,0 1 0,0-1-1,0 1 1,0-1 0,0 0 0,0 1-1,0-1 1,0 1 0,0-1-1,0 1 1,0-1 0,0 1 0,1-1-1,-1 0 1,0 1 0,0-1 0,0 1-1,1-1 1,-1 0 0,0 1 0,0-1-1,1 0 1,-1 1 0,0-1 0,1 0-1,-1 1 1,1-1 0,-1 0 0,0 0-1,1 1 1,-1-1 0,1 0 0,-1 0-1,0 0 1,1 0 0,-1 0 0,1 0-1,-1 0 1,1 1 0,24-1-96,-19 0 60,41 1-213,-23 0 53,-1-1-1,32-3 1,-42-4 152,-12 7 61,-1 0 1,0 0 0,0 0-1,0 0 1,0-1 0,0 1-1,0 0 1,0 0 0,0 0 0,0 0-1,0 0 1,0-1 0,0 1-1,0 0 1,1 0 0,-1 0-1,0 0 1,0 0 0,0 0 0,0 0-1,0-1 1,1 1 0,-1 0-1,0 0 1,0 0 0,0 0 0,0 0-1,0 0 1,1 0 0,-1 0-1,0 0 1,0 0 0,0 0-1,0 0 1,1 0 0,-1 0 0,0 0-1,0 0 1,0 0 0,0 0-1,1 0 1,-1 0 0,0 0-1,0 0 1,0 0 0,0 1 0,0-1-1,1 0 1,-1 0 0,0 0-1,0 0 1,0 0 0,0 0-1,0 0 1,0 1 0,0-1 0,1 0-1,-1 0 1,0 0 0,0 0-1,0 0 1,0 1 0,0-1 0,0 0-1,0 0 1,0 0 0,0 1-1,-1 30-288,0 30-530,1-56 527,0 0-1,1 0 0,-1-1 1,1 1-1,0 0 1,1-1-1,-1 1 1,1-1-1,4 8 0,-5-10 1,1 0 0,0 0 0,0-1-1,0 1 1,0 0 0,0-1 0,0 1-1,0-1 1,0 0 0,1 1 0,-1-1-1,0 0 1,1 0 0,-1-1 0,1 1-1,-1 0 1,6-1 0,0 1-897,0-1 0,0 0 1,0 0-1,15-3 0,37-14-5817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5.9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642 1 4674,'0'0'8308,"-22"10"-3303,15-7-4572,-9 4 383,0 0 1,1 1 0,0 1 0,1 0 0,0 1 0,0 0 0,1 1-1,1 1 1,-19 21 0,-5 16 988,2 2 0,-36 73-1,-43 118-1004,60-123-835,43-95-97,-1-1 1,-1 0-1,-1-1 1,-1-1-1,-29 35 0,33-48-1402,10-8 1246,-1 0-1,1 1 1,-1-1-1,0 0 1,1 0-1,-1 0 1,0 0 0,1 1-1,-1-1 1,0 0-1,1 0 1,-1 0-1,0-1 1,1 1-1,-1 0 1,0 0-1,1 0 1,-1 0 0,1-1-1,-1 1 1,0 0-1,1 0 1,-1-1-1,1 1 1,-1 0-1,1-1 1,-1 1-1,1-1 1,-1 1 0,1-1-1,-1 1 1,1-1-1,0 1 1,-1-1-1,1 1 1,0-1-1,-1 0 1,1 1-1,0-1 1,-1-1 0,-11-30-8501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6.4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1 296 5683,'25'-2'3361,"342"-6"6777,-315 8-9305,399-18 2774,-400 12-3703,0-2-1,-1-2 1,-1-3 0,0-2 0,-1-2 0,84-41 0,-126 55 41,10-6-94,0-1 0,16-12 0,-28 19 149,-1 0-1,1 0 1,-1 0-1,0 0 1,0-1-1,0 1 1,0-1-1,-1 0 0,1 0 1,-1 0-1,0 0 1,0 0-1,2-8 1,-4 10 18,0 1 0,0 0 0,0 0 0,0 0 0,0 0 0,0 0 0,0-1 0,0 1 0,0 0 0,-1 0 0,1 0 1,0 0-1,-1 0 0,1 0 0,-1 0 0,1 0 0,-1 0 0,0 0 0,1 0 0,-1 0 0,0 0 0,1 0 0,-1 0 1,0 0-1,0 1 0,0-1 0,0 0 0,0 1 0,0-1 0,0 1 0,0-1 0,0 1 0,0-1 0,0 1 0,0 0 0,-2-1 1,-5 0 63,0-1 0,-1 1 0,1 0 0,-9 1 1,9 0-38,-118 1 795,108 0-653,1 2 1,0 0-1,0 1 0,0 1 1,-20 8-1,-3 6 285,1 1 1,1 2-1,1 2 0,0 1 1,2 2-1,-40 40 0,35-26-227,2 0 1,1 3-1,3 1 0,-40 70 1,66-104-246,1 1 1,1 0-1,0 1 1,0-1-1,1 1 0,1 0 1,0 1-1,1-1 1,1 1-1,0-1 1,0 15-1,2-27-4,0 1 0,0-1 0,1 0 0,-1 0 0,1 1 0,-1-1 0,1 0 1,-1 0-1,1 0 0,0 0 0,-1 0 0,1 0 0,0 0 0,0 0 0,0 0 0,0 0 0,0 0 0,0 0 0,0-1 0,0 1 0,0 0 0,0-1 0,0 1 0,1-1 1,-1 1-1,0-1 0,0 0 0,1 1 0,1-1 0,43 6-91,-38-6 79,-7 0 17,39 3-297,53-4 0,-82 0 209,-1 0 0,1 0 0,0-1 0,-1-1 0,1 0 0,-1 0 0,0-1 0,0-1 0,0 1 0,10-7 0,-18 9 201,0 1-1,0 0 1,0-1-1,-1 1 1,1-1-1,0 0 0,-1 1 1,1-1-1,-1 0 1,1 0-1,-1 0 1,0 0-1,0 0 1,0 0-1,0 0 1,0-1-1,0 1 0,0-3 1,-1 5 313,1 0-423,-1 0 0,0 0 0,1 0 0,-1 0 0,0 0 1,1 1-1,-1-1 0,0 0 0,0 0 0,1 0 0,-1 0 0,0 1 1,1-1-1,-1 0 0,0 0 0,0 1 0,0-1 0,1 0 0,-1 0 1,0 1-1,0-1 0,0 0 0,1 1 0,-1-1 0,0 0 0,0 0 1,0 1-1,0-1 0,0 1 0,1 1-3,5 15-646,2 1 0,0-1-1,16 24 1,-20-35-112,-1-1 0,2 0 0,-1 0 0,1 0 0,0 0 0,0-1 0,0 0-1,0 0 1,1 0 0,0-1 0,-1 0 0,1 0 0,0 0 0,9 2 0,29 2-8300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28:56.7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103 1 15175,'0'0'17592,"0"7"-17592,0 1-816,-8-3-1890,-14-5-1007,-11 0-1522,-7-5-3313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3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 53 2545,'0'0'8871,"-2"3"-8151,0-1-447,1-2-149,1 1-1,-1 0 1,0-1 0,0 1 0,1 0 0,-1 0 0,1 0 0,-1-1-1,1 1 1,-1 0 0,1 0 0,-1 0 0,1 0 0,0 0 0,-3 4 8316,3-5-8278,40-2-129,0-2 0,68-17 0,-20 3 15,-6 5 231,154-4-1,-236 35 320,1 4-105,-1-11-335,1-1-1,-1 1 1,-1 0-1,0-1 1,-1 1-1,0-1 0,0 0 1,-8 20-1,-16 18 77,-3-1 0,-61 76-1,11-16-203,56-76-9,12-17 4,0 2-1,1-1 1,0 1 0,-12 30-1,20-28-59,3-4 28,20-11 127,177-2 296,-104-2-384,-63 2 147,0-2 1,-1-2-1,1 0 0,-1-2 1,0-2-1,0 0 0,0-2 1,30-14-1,-59 23 315,-20 0-5427,-36-2-3124,21-4-715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3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69 160,'0'0'13027,"1"-4"-9737,8-7-2482,9 5-610,1 0-1,0 1 1,1 1-1,-1 1 1,1 1-1,37 0 1,-28 0-15,98 3 907,-92 1-352,0-1 0,0-2 1,-1-1-1,67-14 0,-74 14-8777,-6 2 3720,22-6-2649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4.4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 2465,'0'0'7521,"13"2"-5331,276 0 3453,-151-4-4787,65 2 1073,-174-5-1746,-50 9-2233,-70 29-8510,58-22 4848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4.9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30 1281,'0'0'7093,"-4"0"-6052,68 0 9338,169-10-8000,-175 5-1985,172-10 3923,-253 20-3823,22-4-857,-1 0 1,1 0 0,-1 0-1,0 0 1,1 0-1,-1 0 1,0 0-1,0 0 1,1-1 0,-1 1-1,0-1 1,0 1-1,0-1 1,-3 0-1,-15 2-8353,7-2 53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6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632 11 1601,'0'0'7363,"0"-7"-5951,0 4-1064,0 4 1763,0 7-1777,0 0 0,-1 0 0,0-1 0,-1 1 0,1 0 1,-2-1-1,1 1 0,-1-1 0,0 0 0,0 0 0,-1 0 0,0 0 0,-7 9 0,-82 118 1785,-209 290-177,250-349-1796,-84 162 1,134-234-156,0 0 0,1 1 0,-1 0-1,1-1 1,0 1 0,-1 7 0,2-11-66,0-4-1907,1-4 1326,1-1 0,-1 1 0,2-1 0,-1 1 0,1 0 0,0 0 0,9-14 0,8-26-3575,-4-3-203,1-4-181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7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19 2609,'0'0'10184,"-1"-1"-10029,1 1 1,0-1 0,0 1-1,0-1 1,0 1 0,0-1-1,0 0 1,0 1 0,0-1 0,0 1-1,0-1 1,0 1 0,0-1-1,1 1 1,-1-1 0,0 0 0,0 1-1,1-1 1,-1 1 0,0-1-1,1 0 1,-1 1-69,1-1-1,-1 1 1,1 0-1,-1-1 1,1 1-1,-1-1 1,1 1 0,-1 0-1,1-1 1,-1 1-1,1 0 1,-1 0-1,1-1 1,0 1-1,-1 0 1,1 0 0,-1 0-1,1 0 1,0 0-1,-1 0 1,1 0-1,0 0 1,-1 0 0,1 0-1,-1 0 1,1 0-1,0 0 1,-1 0-1,1 1 1,0-1-1,14 18 1519,2 27-176,-1 24-271,20 64 1159,-30-118-2061,0 0 0,1 0-1,1 0 1,0-1-1,1-1 1,16 20-1,41 31 221,-51-52-280,0 1-1,-1 1 1,-1 1 0,21 28-1,-31-39 9,-1 0 0,0 0 0,-1 0-1,1 0 1,-1 1 0,1-1 0,-1 0 0,-1 1 0,2 7-1,-2-12-298,0 0 0,0 0 0,0 0 0,0 0 0,0-1 0,0 1 0,0 0 0,0 0 0,0 0 0,0 0 0,0 0 0,0 0 0,0 0 0,0 0-1,0 0 1,1 0 0,-1 0 0,0 0 0,0 0 0,0-1 0,0 1 0,0 0 0,0 0 0,0 0 0,0 0 0,0 0 0,1 0 0,-1 0 0,0 0 0,0 0-1,0 0 1,0 0 0,0 0 0,0 0 0,0 0 0,0 0 0,0 0 0,1 0 0,-1 0 0,0 0 0,0 1 0,0-1 0,0 0 0,0 0 0,0 0 0,0 0-1,0 0 1,0 0 0,4-12-5742,-4-3-2105,0-4-3416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7.9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 2625,'0'0'7529,"4"0"-6803,510-21 3553,-165 12-2345,-323 8-1847,249-23 1971,-268 23-1577,1 0 1,-1 0-1,1-1 0,-1 0 1,0 0-1,0-1 0,0 0 0,0 0 1,9-7 3718,-26 11-8566,-15-2-5333,17-1 3501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2:59.5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1 861 2257,'0'0'7657,"15"-11"-6782,98-69 806,111-107 834,-103 81-2429,22-7-45,90-81 187,-179 131 390,-45 50-269,1 1 1,1-1 0,0 1 0,1 1-1,0 0 1,16-10 0,-24 19-623,17-10 2131,-16 13-546,-9 10-901,-36 43 489,24-33-302,-28 46 0,40-58-550,0 0-1,0 0 0,1 0 1,0 0-1,1 1 0,-1-1 0,2 1 1,0-1-1,-1 13 0,3-17-46,-1-1 0,1 0-1,0 1 1,0-1 0,1 0-1,-1 0 1,1 0 0,0 0 0,0 0-1,0 0 1,1 0 0,-1-1-1,1 1 1,0-1 0,0 0-1,0 0 1,1 0 0,-1 0 0,1 0-1,-1-1 1,1 1 0,0-1-1,0 0 1,0 0 0,0-1 0,0 1-1,0-1 1,1 0 0,7 1-1,0-2-54,0-1-1,-1-1 0,1 0 0,-1 0 1,0-1-1,1-1 0,-1 0 0,-1 0 1,1-1-1,-1 0 0,0-1 0,19-14 1,2-6-430,-1-1 0,38-45 0,21-20-482,-33 36 3837,-59 57-2811,-1 1-1,1 0 1,-1 0 0,1 0 0,0 0 0,0 1 0,0-1 0,0 1 0,0 0 0,1 0-1,-1 0 1,1 0 0,-2 4 0,-1-2 83,-6 9 121,0 1 0,0-1 0,2 2 0,0-1 0,0 1 0,2 1 0,0-1 0,1 1 0,0 1 0,1-1 0,2 1 0,-1 0 0,2 0 0,0 21 0,2-35-250,1 0 1,0-1-1,0 1 1,0-1-1,1 1 1,-1 0-1,1-1 1,0 0-1,0 1 1,0-1-1,0 0 0,0 0 1,1 0-1,0-1 1,-1 1-1,1 0 1,0-1-1,0 0 1,0 0-1,1 0 1,-1 0-1,7 2 1,8 5 50,1-1 0,35 10 0,-38-15-101,1-1 0,-1 0 1,1-1-1,-1-1 0,20-1 1,4-1-509,-9 4-408,24-2-1855,-23-8-2833,-16-6-3377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01.24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0 345 16,'0'0'6966,"9"-5"-6070,30-15-125,-33 18-446,-1 0-1,1 1 0,0-1 0,0 1 1,-1 1-1,1-1 0,0 1 1,0 0-1,0 0 0,7 2 0,14-1 479,311-10 3030,285-23-3128,-486 16-691,446-43 20,-325 47 20,141-12 84,168-39 353,-379 48-405,-68 7-100,144-7 7,38-4 62,143-4 346,-319 21-43,174-11 751,-235 10 662,-86 3 2116,0-1-5080,0 1 0,-1 2 0,-20 3 0,-69 13-6851,36-12 849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02.7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404 31 256,'0'0'7838,"6"1"-6592,16 4 104,-17-4 4141,-7-2-4752,-13-5-372,-1 0 1,1 1-1,-1 0 1,1 1-1,-1 1 1,-23-1-1,-104 0 1206,96 5-1194,39-1-305,0 0 0,-1 1 0,1 0 0,0 1 0,-14 4 0,19-5-38,1 0-1,-1 0 0,0 0 1,0 0-1,0 1 0,1 0 1,-1 0-1,1-1 0,-1 1 1,1 1-1,0-1 0,-1 0 1,1 0-1,0 1 0,1-1 1,-1 1-1,0 0 0,-1 3 1,2-1-11,0 0 0,0 1 0,1-1 0,0 0 0,0 1 1,0-1-1,1 6 0,0 9 86,0-19-107,-1 0 1,1 1-1,-1-1 1,1 0-1,0 1 1,-1-1-1,1 0 0,0 0 1,0 0-1,0 0 1,0 0-1,0 0 1,0 0-1,1 0 1,1 1-1,27 17 17,-18-11-1,10 5-7,0-1 0,0-1 1,1 0-1,48 13 0,101 14-72,-59-14 39,-108-23 21,0 0 0,0 0 0,0 1 0,0 0 0,0 0 0,0 0 0,0 1 0,-1 0 0,0 0 0,6 4 0,-8-5 6,0 1 0,0-1 1,0 1-1,0 0 1,0 0-1,-1 0 0,1 0 1,-1 0-1,0 0 1,0 0-1,0 0 0,0 0 1,-1 0-1,1 1 0,-1-1 1,0 0-1,0 4 1,0 5 11,0-6 87,1 1-1,-2-1 0,1 0 0,-1 1 0,-2 10 1,2-15-69,0 1 0,0-1 0,-1 0 0,1 0 0,0 0 0,-1 0 0,1 0 0,-1 0 0,0-1 0,1 1 0,-1 0 1,0-1-1,0 1 0,0-1 0,0 0 0,0 0 0,0 0 0,-1 0 0,-2 1 0,-10 3 44,-1-1-1,1 0 1,-1-2-1,0 0 1,-1 0 0,-29-2-1,-98-16 410,137 15-472,-24-3 422,1-1 1,0-2-1,0-1 0,-47-19 1,69 20 1035,17 7-714,5 1-3783,-5 1-6852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03.8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0 592,'0'0'11211,"21"1"-9357,107 23 611,-106-22-848,2 1-237,-9-3-8550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20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2785,'0'0'4904,"8"-9"-4472,24-28-85,-32 36-336,1 0 1,0 0-1,0 1 0,0-1 1,0 0-1,-1 0 0,1 0 1,0 1-1,1-1 0,-1 1 1,0-1-1,0 1 1,0-1-1,0 1 0,0-1 1,0 1-1,1 0 0,-1 0 1,0 0-1,0 0 0,0 0 1,1 0-1,-1 0 0,0 0 1,0 0-1,0 0 0,3 1 1,0 0 17,42 2 19,0 1 1,49 12-1,11 1-73,309 12-82,1-29 114,-194-1-6,433 11 19,-2 0 1110,-480-12-427,293 11 275,672 31-720,-995-39-258,348-8 0,-61-1 15,-91 3 2,-33 2 66,41-2-69,-153-5 0,142-6 484,561 7 582,-22 9-1165,-627-18 104,-25 1 23,-164 16-37,314 3-84,-174 18-480,89 4-433,208-14 1035,-476-11-13,38-7 0,-38 5 210,39-3-1,58 8 647,131-4 3785,-205-1-4144,-20 1-294,-1 0 1,1 2-1,-1 1 1,40 5-1,-40-1-115,-8-1-51,0-1 0,0 0-1,20 0 1,-34-3-36,0 1-1,0-1 1,0 0 0,0 1 0,0-1 0,0 0 0,0 1 0,0-1 0,0 0 0,0 1 0,0-1 0,0 1 0,0-1-1,0 0 1,0 1 0,-1-1 0,1 0 0,0 0 0,0 1 0,0-1 0,-1 0 0,1 1 0,0-1 0,0 0 0,-1 0-1,1 1 1,0-1 0,0 0 0,-1 0 0,1 0 0,0 0 0,-1 1 0,0-1 0,-48 17-798,34-11-592,1-1-1,-1-1 0,0 0 1,0-1-1,-24 3 1,-3-6-4148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24.6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813 1 944,'0'0'1948,"0"22"-1516,-1 72 59,0-82-300,0 0 0,-1 0 0,0 0 0,-1-1 0,0 1 1,-1-1-1,-9 21 0,-2 6 478,-5 35-203,3 0 0,-8 77 0,12-61-185,-23 234 127,24-198-387,-11 447 757,13-185-361,-5-128-364,-15 490 134,30-645-179,-9 893 313,12-67-530,-2-610 129,-5-255 738,-3-1-1,-3 0 1,-32 112-1,21-95 381,-18 131 1,12 101-703,9-109 563,11-100-702,-3 324 1283,10-212-1444,-1-173-11,0 41 269,-14 99 0,-35 222 1486,25 0-901,22-320-595,-17 178-36,17-184-212,3-54-28,-1 1 1,-9 46-1,5-49 4,-79 304 291,74-297-281,2 0 0,1 1 0,2 0-1,1 0 1,-1 37 0,6-3 49,-8 195 21,1-201-88,-2 0 1,-19 63-1,16-82 49,-32 74 1,31-69 187,7-24-492,4-19-827,0-10-993,1-76-2574,0 24-1152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5.4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1 774 1313,'0'0'6819,"2"4"-5725,0-2-896,0 0 216,0 0 0,-1 0 0,1 0 0,-1 0 0,0 0 1,1 1-1,-1-1 0,0 0 0,0 1 0,-1-1 0,2 6 0,17-8 1683,-13-1-1944,-1 0 0,1-1 0,0 0-1,-1 0 1,0 0 0,0-1 0,0 0 0,0 0-1,0 0 1,0-1 0,-1 1 0,1-1 0,4-5-1,5-3 84,318-295 902,-23-25-1243,-290 311 131,4-6 453,29-43 0,-56 90 1031,-12 10-1325,-33 45 0,32-50 4,0 0 0,2 2 0,-13 28-1,22-42-172,1 1-1,1 0 0,0 0 1,1 0-1,1 0 0,0 1 1,0 19-1,2-33-17,1-1 0,-1 1 1,1 0-1,-1-1 0,1 1 0,-1-1 0,1 1 0,-1-1 0,1 1 0,0-1 0,-1 1 1,1-1-1,0 1 0,0-1 0,-1 0 0,1 1 0,0-1 0,0 0 0,-1 0 0,1 1 1,0-1-1,0 0 0,0 0 0,0 0 0,-1 0 0,1 0 0,0 0 0,0 0 1,1-1-1,30-2-1,-19 0 1,-1 0 0,1-1 0,-1-1 0,0 0 0,-1-1 0,1 0 0,-1-1 0,10-9 0,9-3-36,-28 18 38,160-106-384,-140 91 319,-1-2 0,0 0 0,-1-2 0,33-42 0,-45 50-110,1 1 1097,-7 27-247,-3-6-597,-1-1 0,0 1-1,0-1 1,-5 13 0,3-14-18,1 1 0,1 0 0,0 0 0,0 0 0,-1 16 0,3-21-97,0 0 0,0 0-1,1 0 1,-1-1 0,1 1-1,0 0 1,0 0 0,0-1-1,1 1 1,-1 0 0,1-1-1,0 1 1,0-1 0,0 0-1,0 0 1,0 0-1,1 0 1,-1 0 0,1 0-1,0-1 1,0 1 0,0-1-1,7 4 1,3 4-790,1 0 1,1-1-1,0-1 1,15 6-1,-13-7-1234,-1-2 0,0 0 1,31 5-1,12-5-5492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5.6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6515,'0'0'8948,"181"7"-8660,-126-7-144,0 0-144,-7 0 0,-8 0-128,-13 0-624,-9 0-1169,-13 0-1457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5.9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6467,'0'0'7219,"163"0"-6867,-120 0-79,-6 0-273,1 0-96,2 0-1313,3 0-1777,2 0-943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6.3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31 6451,'0'0'9780,"-26"7"-8648,-88 28-52,94-28-726,2 1-1,-1 0 1,1 1-1,1 1 1,0 1-1,-23 19 0,11-9 86,20-14-313,0 0-1,1 1 0,0 0 0,0 0 1,1 1-1,0 0 0,0 1 1,1-1-1,-8 18 0,12-23-112,0 0-1,0 0 1,1 1 0,-1-1 0,1 0-1,0 1 1,1-1 0,-1 1 0,1 0-1,0-1 1,0 1 0,0-1-1,0 1 1,1-1 0,0 1 0,0-1-1,0 1 1,1-1 0,-1 1-1,1-1 1,0 0 0,0 0 0,1 0-1,-1 0 1,1-1 0,0 1-1,3 3 1,3 1-8,0-1 0,0 0 0,1-1 0,-1 0 0,2 0 0,-1-1 0,0 0 0,1-1-1,0 0 1,0-1 0,18 3 0,1-1-14,0-2-1,1-1 1,37-2 0,-54-1-3,1-1 0,-1-1 0,0 0 0,0-1 0,0 0 0,0-1 1,0-1-1,-1 0 0,0 0 0,-1-2 0,1 0 0,-1 0 0,-1-1 1,1 0-1,-2-1 0,1 0 0,-1-1 0,-1 0 0,0-1 1,-1 0-1,0 0 0,-1-1 0,0 0 0,-1 0 0,0-1 0,-1 1 1,-1-1-1,0 0 0,-1-1 0,0 1 0,-1 0 0,-1-1 1,-1-27-1,-1 35 31,-1 0 0,0 1 1,-1 0-1,1-1 0,-1 1 1,0 0-1,0 1 0,-1-1 1,0 0-1,0 1 0,0 0 1,-1 0-1,0 0 0,0 1 1,0-1-1,0 1 1,-1 0-1,1 1 0,-1-1 1,0 1-1,0 0 0,-1 1 1,1-1-1,0 1 0,-1 1 1,0-1-1,-9 0 0,15 19-3147,13-12-16373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29.1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4801 2 384,'0'0'3146,"4"0"-2658,11 0 67,-11 0 5127,-37 0-5167,24-1-420,-1 1 0,1 0 0,0 1 0,-1 0-1,1 0 1,0 1 0,0 0 0,0 1 0,0 0 0,-9 5-1,13-6 51,1 0 0,-1 0 0,0-1 0,1 1-1,-1-1 1,0 0 0,0 0 0,0-1 0,0 0-1,-7 0 1,7 1-96,1-1-1,0 1 1,0 0 0,0 0-1,0 1 1,0-1 0,0 1-1,-5 4 1,-21 6-60,4-7 105,1 2 1,-39 15-1,38-12-84,0 2 0,1 0 0,1 2 0,0 0 0,1 2 1,0 0-1,1 2 0,1 0 0,-20 24 0,10-13 110,24-23-100,1 0-1,-1 0 1,1 0 0,-7 10 0,-13 20 53,-1-1-1,-2 0 1,-48 43 0,-25 23 146,-10 17-102,77-80-88,22-23 13,-1 0 0,-22 17 0,3-4 72,2 2 1,-47 54-1,-2 5 76,56-63-163,1 0-1,2 2 0,0 1 1,2 0-1,2 1 0,0 1 1,-14 40-1,3-8 99,-19 58-74,28-73-33,10-29-9,1 1-1,1 1 1,1-1 0,-5 29-1,5-17 26,-1-1 0,-2-1 0,-12 32 0,-4 11 23,-40 182 548,11-87-205,-35 125-253,23-67-144,30-115 26,-75 156 0,107-257-18,-1-1 0,-1 1-1,1-1 1,-2 0 0,1 0-1,-1-1 1,0 0 0,-1 0-1,-15 12 1,-58 40 206,60-42-21,-2-1-1,0-1 1,-1 0 0,-36 16-1,-82 14 766,51-19-361,57-18-583,25-7 117,0 0 0,0 1 0,1 0 0,-1 0 1,-12 7-1,18-9-132,-16 0 2,1 0-1,0 2 0,0 0 1,-30 10-1,-21 3-6,0-9-22,53-7 23,0 1 0,1 1 0,-1 1 0,-29 8 0,-110 39-26,127-44 10,0 0-1,0-2 1,-51 2 0,67-7-11,1-1 1,-1 0 0,-19-5 0,-17-4-25,-12 1 30,27 4 19,0 2-1,-34-1 0,-157 5 24,223 0-46,1 0-42,-110 8 23,93-7 45,1 0 0,0 2 0,0 0 0,-29 10 0,26-6-13,14-5 19,0 0 0,0 0 1,0-1-1,0 1 0,-1-1 0,1 0 0,0-1 0,-6 1 0,-20 1-25,-1 1 0,1 2 0,-53 14 1,53-10 18,0-2 1,-1-1 0,-57 3 0,81-8-2,1 0 0,-1 0-1,0 1 1,1 0 0,-13 5 0,-20 6 10,34-10-1867,21-1 210,34-1-2913,-44-1 3297,33 0-6024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0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85 384,'0'0'2225,"58"-35"-1985,-51 33-64,-2-3-128,0-3-48,3 1-16,-1-1-128,1 3-192,-5 0-144,4 0 160,1 3-176,-6-1-321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2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0 292 768,'130'-97'1065,"-102"74"108,-28 23-1153,0 0 1,0 0 0,0-1 0,0 1 0,0 0-1,1 0 1,-1 0 0,0 0 0,0 0 0,0 0-1,0 0 1,0 0 0,0-1 0,0 1 0,0 0 0,0 0-1,1 0 1,-1 0 0,0 0 0,0-1 0,0 1-1,0 0 1,0 0 0,0 0 0,0 0 0,0-1-1,0 1 1,0 0 0,0 0 0,0 0 0,0 0 0,0 0-1,0-1 1,0 1 0,0 0 0,-1 0 0,1 0-1,0 0 1,0 0 0,0-1 0,0 1 0,0 0-1,0 0 1,0 0 0,0 0 0,0 0 0,-1 0 0,1-1-1,-2-3 685,-46-16 221,42 14-746,4 3-172,-1 0 1,0 0 0,0 0-1,0 0 1,-1 1-1,1-1 1,-1 1-1,1 0 1,-1 0 0,0 0-1,-4-1 1,3 2 225,-20-5 4537,33 3-1472,14-3-3502,-17 5 519,6-2-172,14-3 134,0-1 1,27-12-1,41-28 1109,-86 46-1372,0-1 0,0 1 0,1 1 0,-1-1 0,0 1 0,0 1 0,10 0 0,8 1 36,28 1 127,-2 3 0,1 1 0,73 22 0,-104-24-162,-7-1-5,0 0 1,0-2 0,0 1 0,16-1 0,-21-2 23,-1 1-1,1 0 1,-1 0 0,0 0-1,1 1 1,-1 1-1,15 6 1,-3 0 45,33 24 1,-36-23-29,1-1 0,0 0 0,1-2 0,-1 0 1,39 7-1,-33-8 101,0 1 1,45 19-1,-57-19-146,-1-1 0,0 2 0,0-1 1,-1 2-1,0-1 0,-1 1 0,0 1 0,0 0 0,9 12 0,4 12 304,29 60 0,-1-1 554,-34-64-556,-2 1 0,-1 1-1,15 52 1,7 19 188,-19-57-240,-2 2 0,12 72 0,-19-77 30,2-1 0,2 0-1,26 65 1,-24-75-213,-1 1-1,-2 0 1,-1 0-1,-1 1 1,-2 0-1,-2 0 1,-1 1-1,-2 53 1,-2 2-3,4 112 218,0-174-143,2 0 1,12 40-1,2 10-22,-3 6-68,-3 0 0,3 119 0,-16-170-47,1-10 5,-1 0-1,-1 0 1,-1 0 0,-9 40-1,10-57-12,-35 133 24,32-116-15,1 0 0,0 0 1,2 0-1,2 32 1,2-43 14,-1 0 0,1 1 0,1-1 0,0 0 0,1-1 1,8 16-1,5 12 7,-2 1-43,-1 0 0,12 60 1,-24-92-3,0 0 1,0 0 0,1 0-1,0 0 1,0-1-1,1 1 1,-1-1 0,1 0-1,9 8 1,18 24 45,-19-21-38,0-1 0,1 0 0,0-1 0,1-1 0,1 0 0,27 18 0,-9-1-34,-12-9 44,67 49 96,-80-66-101,0 0 1,0-1-1,1 1 1,-1-2-1,1 1 1,0-1-1,0-1 1,10 2-1,14 4 87,-2-1-56,-22-5-20,0 0 1,0 1-1,0 0 0,15 7 1,-8-2 35,1-1 0,0-1 0,1-1 0,-1-1 0,1 0 1,-1-1-1,1-1 0,21-1 0,3 4 16,54 12-1,-14-1-30,-45-8-2,-29-6-31,1 1 0,0-2 0,0 1 0,10-1-1,13 1 16,1 2-1,-1 2 0,0 0 0,0 2 0,47 19 0,-77-26-14,12 3-1,1-1 0,0-1 1,0 0-1,0-1 1,0-1-1,20-2 0,7 1 3,38-7-1,-59 5 5,0 2 1,0 0-1,0 2 0,0 0 1,0 1-1,30 8 0,199 41-314,-182-51 378,-68 4-201,-1-1 0,1 0 0,-1 0-1,0 0 1,0 1 0,0-1 0,0 0 0,-2 7-1,-2-5-642,-1 1-1,-1-1 0,1 0 0,-1-1 1,0 1-1,0-1 0,0 0 0,0-1 1,-1 1-1,1-1 0,-1 0 0,-10 2 1,-17 1-4801,-4-3-2585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8.2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295 235 1088,'0'0'9778,"0"0"-9724,0 0 1,0 0-1,-1 0 0,1 0 0,0 0 0,0 0 0,-1-1 0,1 1 0,0 0 1,0 0-1,0 0 0,-1 0 0,1 0 0,0 0 0,0 0 0,-1 0 0,1 0 0,0 1 1,0-1-1,-1 0 0,1 0 0,0 0 0,0 0 0,-1 0 0,1 0 0,0 0 1,0 1-1,0-1 0,0 0 0,-1 0 0,1 0 0,0 0 0,0 1 0,0-1 1,0 0-1,-1 0 0,1 0 0,0 1 0,0-1 0,0 0 0,0 1 0,-8 37 1893,-3 59-1,7-54-1634,-11 51 0,14-89-288,0 0 0,-1 0 0,0-1 0,0 1-1,0 0 1,-1-1 0,1 0 0,-1 1 0,0-1 0,0 0 0,-1 0-1,1 0 1,-1-1 0,0 0 0,0 1 0,0-1 0,0 0 0,-1-1-1,1 1 1,-7 2 0,-1-1 96,0 0 0,0-1 0,0 0 1,-1-1-1,1 0 0,-1-1 0,-15-1 0,26 0-104,1-1 1,-1 1-1,1 0 0,-1-1 1,1 0-1,-1 1 0,1-1 0,-1 0 1,1 0-1,-1 0 0,1 1 1,0-2-1,0 1 0,-1 0 0,1 0 1,0 0-1,0 0 0,0-1 1,0 1-1,1-1 0,-1 1 1,0 0-1,0-1 0,1 1 0,-1-3 1,-14-48 120,11 36-148,0-7 0,0-1 1,1 1 0,2-1 0,0 1-1,1-1 1,5-28 0,-2 39 1,0 1 1,1 0-1,0-1 1,1 2 0,0-1-1,1 1 1,0-1-1,1 2 1,1-1 0,-1 1-1,13-12 1,5-4-21,1 1 1,51-37-1,-63 53 52,0 0 0,1 1 1,0 0-1,0 2 0,1 0 0,30-8 1,-44 13-5,1 1 0,-1-1 0,0 1 0,1 0 0,-1 0 0,0 0 0,1 0 0,-1 0 0,0 0 0,1 1 0,-1-1 0,0 1 0,1-1 0,-1 1 0,0 0 0,0 0 0,0 0 0,0 0 0,0 1 0,0-1 0,3 3 0,1 2 146,0 1 1,0 0-1,-1 0 1,7 14-1,-7-13 23,0-1 0,0 1 0,0-1 0,10 10 0,-9-12 24,0-1 0,0 0 0,1 0 0,0 0-1,0-1 1,0 0 0,0 0 0,0-1 0,1 1 0,-1-2 0,16 3 0,-9-3-2,0 0-1,1-1 0,-1-1 0,0 0 0,24-5 1,-28 2-70,1 1 0,-1-2 1,0 1-1,-1-1 0,1-1 0,-1 0 1,0 0-1,0-1 0,-1 0 1,0 0-1,14-17 0,-22 27-655,-6 42-5153,6-43 4620,0 0 0,0 1 0,0-1 0,0 0 1,0 0-1,1 1 0,-1-1 0,1 0 0,-1 0 1,3 5-1,12 3-8466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8.6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4930,'0'0'9546,"8"0"-8129,182-8 2785,17-1-3688,-206 9-1138,-3 0-726,-7 0 120,1 2 0,0-1 0,0 1 0,0 0 0,0 1 0,0 0 1,-12 6-1,8-4-147,-37 15-3929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8.8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3073,'0'0'14423,"136"-3"-13126,-91-2-321,2 3-496,-6-3-400,-1 5-80,-5-5-48,5 5-928,0-8-1873,3 1-3266,2-11-3346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39.0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164 1 13526,'0'0'9204,"-55"140"-7475,44-92-304,1 0-129,3-3-463,2 3-545,2-8-192,1-5-96,-1-3 0,-2-2-336,0-4-1201,-2-4-1104,-11-2-1601,-14-5-3297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0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88 1169,'0'0'5282,"8"0"-4044,317-25 7675,449-11-6762,-324 22 4198,-461 15-8959,9-1 1854,-1 1 0,1-1 0,-1 0-1,1 0 1,-1 0 0,1 0 0,-1 0 0,1 0 0,-1-1-1,1 1 1,-1-1 0,-2-1 0,-8-9-6736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0.6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143 0 4306,'0'0'10285,"-3"4"-9117,-12 13 470,14-16-1558,1-1 0,0 1 0,0-1 0,0 0 0,0 1 0,0-1 0,0 1 0,0-1 0,0 0 0,0 1 0,0-1 0,0 1 0,0-1 0,0 1 0,0-1 0,0 0 0,0 1 0,0-1 0,1 0 0,-1 1 0,0-1 0,0 1 0,0-1 0,1 0 0,-1 1 0,0-1 0,0 0 0,1 0 0,-1 1 0,0-1 0,1 0 0,-1 0 0,0 1 0,1-1 0,-1 0 0,1 0 0,-1 1 0,18 8 981,-15-7-565,137 65 2720,-57-29-2764,-75-34-364,1 1 0,-1-1 1,0 2-1,0-1 0,-1 1 0,0 0 0,0 1 0,0-1 0,-1 1 0,0 1 0,0-1 0,-1 1 0,0 0 0,0 1 0,-1-1 0,0 1 0,0-1 0,-1 1 0,0 0 0,-1 1 0,0-1 0,0 0 0,0 18 0,-2-25-83,-1-1-1,1 0 0,-1 0 1,1 0-1,-1 0 0,1 0 1,-1 0-1,0 0 0,1 0 1,-1 0-1,0 0 0,0 0 1,0 0-1,0-1 0,0 1 1,0 0-1,0-1 0,0 1 1,0 0-1,0-1 0,0 1 0,0-1 1,0 0-1,-2 1 0,-36 10 78,26-9-72,-51 18-2732,0 2 0,-105 53 0,154-67 616,-1-1-1,1 0 1,-25 5 0,-5-5-4780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1.8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169 0 352,'0'0'5293,"11"1"-4482,-5 0-514,84 5 3050,-24-4 7933,-74 7-9836,-18 13-371,-49 30-1,-14 10 48,65-43-816,6-5-132,0 1 0,-17 19-1,-7 11 91,37-41 158,3-1 994,8 4-1383,20 16 488,51 35 1,-65-49-329,1-1-6,1 0 1,0-1 0,0-1-1,0 0 1,1-1 0,30 7-1,2 0 108,-46-11-293,2-1 5,0 1-1,1 1 0,-1-1 1,0 0-1,0 1 0,0-1 1,4 4-1,-7-5-247,9 2-7680,-3-1-1781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6.5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610 29 1265,'0'0'3772,"8"0"-3180,25-1 19,-18-3 2608,-16-4 1674,-10-1-1246,4 6-5086,-14 1 1506,0 1 0,0 0 1,-23 3-1,-5-1-16,27 0-26,-1 1-1,0 1 1,-40 11 0,-66 27 162,96-30-28,22-7-81,-85 33 246,87-33-287,1 0 0,0 1 0,-1 0 0,1 0-1,1 1 1,-1 0 0,1 1 0,-6 7 0,11-11-42,0 0 0,0 0 0,1 1 0,0-1 0,-1 0-1,1 1 1,1-1 0,-1 1 0,0 0 0,1-1 0,0 1 0,0 0 0,0-1 0,0 1 0,0 0 0,1-1-1,0 1 1,0-1 0,0 1 0,0-1 0,0 1 0,1-1 0,-1 0 0,1 0 0,0 1 0,0-1 0,0 0 0,0-1-1,1 1 1,-1 0 0,5 3 0,68 46-29,115 60 1,-62-39-1503,-120-68 1443,34 24-314,-40-27 414,-1 0 0,1-1 0,0 1 0,-1 0 0,1 1 0,-1-1 0,1 0 0,-1 0 0,0 1 0,0-1 0,0 0 0,-1 1 0,1-1 0,0 1 0,-1-1 0,0 1 0,1 2 0,-1 1 164,-1-1-1,1 0 0,-1 0 1,0 0-1,0 1 0,0-1 1,-1 0-1,0 0 0,0-1 1,0 1-1,-1 0 0,1-1 1,-1 1-1,-4 4 0,1-3 49,0 0 0,0 0-1,0-1 1,-1 0 0,0 0-1,0 0 1,0-1 0,-10 4-1,-2 0 114,-1-1 0,0-1 0,0-1 0,0 0-1,-1-2 1,-30 2 0,-157-3 1480,207-2-1898,12-2-7808,12-13 2062,8-11-1780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6.9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494 0 7876,'0'0'7728,"-20"24"-5569,2-3-1708,-113 141 1939,81-97-1247,-108 152 1635,141-188-2654,0 0 1,2 1 0,1 1-1,1 0 1,-15 62 0,17-23-179,10-65 42,1-1-1,0 1 1,0-1 0,0 0-1,1 1 1,-1-1-1,1 1 1,0-1-1,0 0 1,1 0 0,-1 0-1,1 0 1,0 0-1,3 4 1,1-2-10,0 0-1,0-1 1,1 0 0,0 0 0,0 0 0,0-1 0,1-1-1,0 1 1,-1-1 0,17 4 0,3 0-159,-1-1 0,31 2 0,90-3-2709,-106-5 1207,-32 0 894,-1 0-1,0-1 1,1 0-1,8-2 1,-15 2 468,0 1 1,0-1 0,0 1-1,-1-1 1,1 0 0,0 0-1,0 0 1,0 0 0,-1 0-1,1-1 1,-1 1 0,1 0-1,-1-1 1,1 1 0,-1-1 0,0 0-1,1 1 1,-1-1 0,0 0-1,0 0 1,0-2 0,2-24-4053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7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7796,'0'0'8916,"169"-17"-8212,-87 17-176,6 0-192,5 0-272,-5 0-64,-3 2-128,0 3-576,1-5-1617,-4 0-2337,-1 0-2065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7.7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645 13 2721,'0'0'11952,"-23"-2"-10546,0 0-1071,-122-6 1606,105 8-1130,0 2 0,0 2 0,-52 11 0,73-10-646,0 0 1,0 2 0,1 0 0,0 1 0,0 0-1,1 2 1,0 0 0,-28 22 0,40-27-164,-1 0 0,1 0 0,0 1 0,1 0 0,-1 0 1,1 0-1,-4 7 0,7-10-28,-1 0 0,1 0 0,0 0 1,0 0-1,0 1 0,0-1 0,0 0 0,1 1 0,0-1 0,-1 0 0,1 1 1,0-1-1,1 1 0,-1-1 0,1 0 0,-1 1 0,3 5 0,-2-8 4,0 0-1,-1 1 0,1-1 1,0 0-1,0 0 0,0 0 1,1 1-1,-1-1 0,0 0 1,0-1-1,1 1 0,-1 0 1,0 0-1,1 0 0,-1-1 1,0 1-1,1-1 0,-1 1 0,1-1 1,3 1-1,34 1-308,-30-2 226,6 0 22,1 0-1,-1-1 1,0-1 0,0 0 0,0-1-1,-1 0 1,1-1 0,-1-1-1,0-1 1,0 0 0,0 0 0,-1-1-1,22-16 1,-10 3 561,0-1 1,-2-1-1,33-41 0,-54 61 2401,-2 5-2223,-1 9-526,-1-1 1,0 0-1,0 0 1,-7 17-1,-7 36 344,16-61-479,-3 13 56,2 0-1,0 1 1,1-1 0,2 26-1,-1-38-144,0 0 0,0 0 0,0-1 1,0 1-1,0 0 0,1-1 0,-1 1 0,1-1 0,0 0 0,0 1 0,0-1 0,1 0 0,-1 0 0,1 0 0,0-1 0,0 1 1,0-1-1,0 1 0,0-1 0,0 0 0,1 0 0,-1 0 0,1-1 0,5 3 0,2-1-1052,0-1 0,0 1 0,0-2 0,20 1 1,-23-2-553,0 0 1,0-1-1,0 0 0,9-3 1,16-12-8516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8.23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9588,'0'0'9768,"8"13"-7821,14 22-770,-2 1 0,-1 1 1,20 57-1,-35-74-1077,-3-15-90,-1-1 1,1 1 0,0 0 0,1-1 0,-1 1 0,4 5 0,-3-7-54,-2-3 5,1 0 0,-1 0 0,1 0-1,-1 0 1,1 0 0,-1 1 0,1-1-1,-1 0 1,1 0 0,-1 0 0,1 0 0,-1 0-1,1 0 1,-1-1 0,1 1 0,-1 0-1,0 0 1,1 0 0,-1 0 0,1 0-1,-1-1 1,1 1 0,-1 0 0,0 0-1,1-1 1,-1 1 0,1 0 0,-1-1 0,0 1-1,1 0 1,-1-1 0,0 1 0,1-1-1,13-17-510,-10 13 267,17-16-10,1 1 0,1 1 1,1 1-1,43-24 0,-1 0 347,-63 40 96,0-1 0,0 1 0,0 1 0,1-1 0,-1 0-1,1 1 1,-1 0 0,1-1 0,-1 2 0,7-2 0,-10 16 70,0-3-755,1 1 1,0-1-1,1 1 0,0-1 0,1 0 1,7 19-1,-8-25 141,0-1 0,0 1 0,0-1 0,1 1 0,-1-1 0,1 0 0,0 0 0,1 0 0,-1 0 0,1-1 0,0 1 0,-1-1 0,1 0 0,1 0 0,-1-1 0,0 1 0,9 3 0,14 0-7349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8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359 700 9764,'0'0'12972,"-19"-8"-12049,-63-28-168,75 34-708,1 0 0,0 0 0,-1 1 0,1 0 0,-1 0 0,1 0 0,-1 1 0,0 0 0,1 0 0,-1 1 0,1 0 0,-1 0 0,1 0 0,-1 1 0,1 0 0,0 0 0,0 1 0,-12 5 0,7 0-47,0 0 0,1 0 0,0 1 0,0 0 0,0 1 0,2 0 0,-10 12 1,14-15-33,-1 1 0,1-1 0,0 1 0,1 0 0,0 0 0,0 0 1,0 0-1,1 0 0,1 1 0,-1-1 0,1 0 0,1 1 0,0 0 1,0-1-1,0 1 0,3 10 0,-2-18 0,0 0 1,-1 0-1,1 0 0,0 0 0,0 0 1,0 0-1,1 0 0,-1-1 1,0 1-1,0 0 0,0-1 0,1 1 1,-1 0-1,0-1 0,1 0 1,-1 1-1,0-1 0,1 0 0,-1 0 1,0 1-1,1-1 0,-1 0 0,1-1 1,-1 1-1,3 0 0,39-6-594,-22 0 489,-1-2 0,-1 0 0,1-1 0,-1 0 0,18-14 0,93-69-922,-112 79 795,49-40-89,-2-2 0,-3-3 1,58-70-1,-82 83 472,-2-3 1,-2 0-1,-2-3 1,-3 0 0,28-67-1,-42 69 1235,-12 14 3183,-7 39-3435,-27 24-882,1 1 1,2 1-1,1 2 1,1 1-1,1 1 1,2 1-1,2 1 1,1 0-1,2 2 1,2 1-1,1 0 0,2 0 1,2 2-1,1-1 1,2 1-1,-3 61 1,10 108-2305,1-208 1890,0-1-1,0 1 0,0-1 0,0 1 0,1-1 1,-1 1-1,1-1 0,-1 1 0,1-1 0,-1 1 1,1-1-1,0 0 0,0 0 0,0 1 1,0-1-1,0 0 0,0 0 0,0 0 0,0 0 1,0 0-1,0 0 0,1 0 0,-1 0 0,0-1 1,1 1-1,-1 0 0,0-1 0,1 1 1,-1-1-1,1 1 0,-1-1 0,1 0 0,-1 0 1,1 0-1,-1 0 0,3 0 0,4 0-1215,-1 0 0,1 0 0,0-1 0,0-1 0,-1 1 0,11-4 0,33-19-8021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9.2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455 46 11445,'0'0'11157,"-23"-7"-10204,-3-3-665,11 5-110,0-1 1,0 2-1,-1 0 0,1 1 1,-1 0-1,0 2 1,-23-1-1,24 2 47,-8-1 62,0 2 1,0 0-1,1 1 1,-44 11 0,61-12-285,0 0 0,1 1 0,-1-1 0,1 1 0,0 1 0,-1-1 0,1 0 0,0 1 1,0 0-1,1 0 0,-1 0 0,1 1 0,-1-1 0,1 1 0,0 0 0,0 0 0,1 0 0,-1 0 1,1 0-1,0 0 0,0 1 0,0-1 0,1 1 0,-1 0 0,1-1 0,0 1 0,1 0 1,-1 0-1,1 8 0,0-8-50,0-1 0,0 1 0,0-1 0,0 1 0,1-1 0,0 0 0,0 1 0,0-1 0,4 8 0,-4-10 4,1 0 0,0 0 0,-1 0 0,1 0 0,0-1 0,1 1 0,-1-1 0,0 1 0,0-1 0,1 1 0,-1-1 0,0 0 0,1 0 0,-1-1 0,1 1 0,0 0 0,4 0 0,5 1-170,-1 1-1,1-2 1,0 0-1,0 0 1,0-1-1,0-1 1,0 0-1,21-5 1,-24 3 160,-1 0 1,0 0 0,1-1-1,-1 0 1,0 0-1,-1-1 1,1 0-1,-1-1 1,0 0-1,0 0 1,-1 0-1,7-8 1,-4 2 420,-1 0 1,0-1-1,12-26 1,-13 26 1105,-9 25 2744,4 18-4217,-1-8 8,-1-3-424,0 1 1,2-1-1,0 0 0,8 27 1,-8-37-366,1-1 0,1 0 1,-1 0-1,10 15 0,-9-18-158,0 0 0,0 1 0,1-1-1,-1-1 1,1 1 0,0-1-1,8 5 1,17 4-7487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49.6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80 181 13414,'0'0'8337,"-9"23"-7403,-26 71 72,33-89-885,0 0 0,1 0 0,-1 1 0,1-1 0,1 1 1,-1 7-1,-3 5 522,1-18 1568,-1-8-1653,-1-9-475,1-3-103,1 0 1,1 0-1,1 0 0,0 0 1,2 0-1,3-21 0,-3 32-214,0 0 0,1 1-1,0-1 1,1 1-1,0 0 1,0 0 0,0 0-1,1 0 1,1 1 0,-1-1-1,1 1 1,1 0 0,-1 0-1,1 1 1,0 0 0,11-9-1,-11 11-442,0 0 0,1 1 0,-1 0-1,0 1 1,1-1 0,0 1 0,7-1 0,29-4-6653,-3 2-1242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0.4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413 993 9828,'0'0'12014,"-29"-11"-10811,-96-32-237,115 40-807,-1 0 0,1 1 0,-1 0 0,0 0-1,0 1 1,0 1 0,0 0 0,-14 2 0,10-1 62,8 0-144,1-1 0,-1 1 0,0 1 0,1-1 0,-1 1 0,1 0 0,0 1 0,-1-1 0,1 1 0,0 0 0,1 1 0,-1 0 0,-7 5 0,10-5-80,-1 0 0,1 0-1,0 0 1,0 0-1,0 1 1,0-1 0,1 1-1,-1-1 1,2 1-1,-1 0 1,0 0-1,1 0 1,0 0 0,0 0-1,0 0 1,1 1-1,-1 6 1,1-9-19,0-1 1,0 1-1,0 0 0,0-1 1,0 1-1,1-1 0,-1 1 1,1 0-1,0-1 1,0 1-1,0-1 0,0 0 1,0 1-1,0-1 0,0 0 1,1 0-1,-1 1 0,3 1 1,-1-2-11,0 0-1,0-1 1,1 1 0,-1-1 0,0 0 0,0 0-1,1 0 1,-1 0 0,1-1 0,-1 1 0,1-1 0,-1 0-1,7 0 1,-2 0-37,0 0 0,0 0 0,0 0-1,0-1 1,0-1 0,0 1 0,0-1 0,-1 0 0,1-1-1,0 0 1,-1 0 0,0-1 0,8-4 0,78-51-1211,-3-4 0,-3-3 1,97-96-1,-127 104 887,-3-2 0,-2-2-1,-3-2 1,-3-3 0,39-77 0,-65 106 348,19-51 0,-34 73 700,0-1 0,0 0 1,-1 0-1,-2 0 0,3-32 0,-5 48-567,0 0-1,0 0 1,0 0-1,0 0 0,0 0 1,-1 0-1,1 0 0,0 0 1,0 0-1,0 1 1,-1-1-1,1 0 0,0 0 1,-1 0-1,1 0 0,-1 1 1,1-1-1,-1 0 1,0 1-1,1-1 0,-1 0 1,1 1-1,-1-1 0,0 1 1,0-1-1,1 0 1,-1 1-1,0 0 0,0-1 1,0 1-1,0 0 1,1-1-1,-1 1 0,0 0 1,0 0-1,0 0 0,0 0 1,0 0-1,0 0 1,0 0-1,0 0 0,0 0 1,1 0-1,-1 0 0,0 0 1,0 1-1,0-1 1,-1 1-1,-4 1-47,0 0 0,-1 0 0,1 1 0,0 0 0,-9 7 0,-6 5 268,0 2-1,1 1 1,1 1-1,1 0 1,1 1-1,-29 44 1,22-25 37,2 0 0,2 2 0,-20 54 0,17-24-258,3 0 0,3 1 0,3 1 0,4 1 0,-3 138 1,13-210-98,0 0 1,-1 1 0,1-1-1,0 0 1,1 0 0,-1 1-1,0-1 1,1 0 0,-1 0 0,1 0-1,0 1 1,0-1 0,0 0-1,2 3 1,-1-3-22,0-1 1,0 0-1,0 0 0,0 0 0,0-1 1,0 1-1,0 0 0,1-1 1,-1 0-1,0 1 0,0-1 1,1 0-1,-1 0 0,5-1 0,8 0-243,0 0-1,0-2 0,0 0 1,-1 0-1,1-1 0,-1-1 1,0-1-1,0 0 1,0-1-1,17-11 0,16-14-879,61-52 0,-82 63 1009,-19 15 198,-4 5 16,-1-1 0,1 1-1,-1-1 1,0 0 0,0 0-1,1 0 1,-1-1 0,0 1 0,-1 0-1,1-1 1,2-3 2878,-4 8-2741,-4 72 4,1-50-247,2 0 1,0 0-1,2 0 0,4 26 0,-4-45-149,0-1-1,0 1 1,1-1-1,-1 0 1,1 0 0,0 0-1,0 0 1,1 0-1,-1 0 1,1 0-1,0-1 1,0 1-1,0-1 1,0 0-1,0 0 1,1 0-1,0-1 1,-1 1-1,1-1 1,4 3 0,-1-2-799,0-1 0,1 0 0,-1 0 1,1 0-1,-1-1 0,1 0 0,-1 0 1,1 0-1,0-1 0,-1-1 1,9 0-1,34-10-8793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0.6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 1 13574,'0'0'8516,"-38"85"-8564,55-45-848,11-2-1954,-3-8-3072,5-10-4147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2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5202,'0'0'8410,"24"0"-6017,196 0-6,-178-1-1943,-18 0 163,46 4-1,-70-3-590,1 0 1,-1 0-1,0 0 0,1 1 0,-1-1 1,1 0-1,-1 1 0,0-1 0,1 0 1,-1 1-1,0-1 0,1 0 0,-1 1 1,0-1-1,1 0 0,-1 1 0,0-1 1,0 1-1,0-1 0,0 1 0,1-1 1,-1 1-1,0-1 0,0 1 0,0-1 0,0 1 1,0-1-1,0 1 0,0-1 0,0 0 1,0 2-1,-3 16 286,-2-7-57,0 0-1,0-1 1,-2 1 0,1-1-1,-1-1 1,0 1 0,-17 15-1,-10 16 437,26-30-616,1 1-1,0 0 0,0 0 0,1 1 1,1 0-1,0 0 0,1 0 0,1 1 0,0-1 1,0 1-1,1 0 0,1 0 0,1 21 1,0-34-66,0 0 1,0 0 0,0 0 0,1 0 0,-1 0 0,0 0 0,1 0 0,-1 0-1,0 0 1,1 0 0,-1 0 0,1 0 0,0 0 0,-1 0 0,1 0 0,0-1 0,0 1-1,-1 0 1,1-1 0,0 1 0,0 0 0,0-1 0,0 1 0,0-1 0,0 1 0,0-1-1,0 1 1,1-1 0,35 7-9,-28-6 8,99 5-1844,59-7-5103,-51-1 1753,-85 2-2987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2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8964,'0'0'4466,"190"0"-3681,-109 8-753,-1-3-32,-2 2-1489,-6-7-3746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2.7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0 133 8308,'0'0'7611,"28"6"-6810,87 16-497,-102-18-274,0-1 0,1-1 0,-1 0 0,1-1 0,-1 0 0,1-2 0,24-2 0,-36 2-17,-1 1 0,1-1 0,-1 0 0,1 0 0,-1 0 0,0-1 0,0 1-1,1 0 1,-1 0 0,0-1 0,0 1 0,-1-1 0,1 1 0,0 0 0,0-1 0,-1 0 0,1 1 0,0-1 0,-1 1 0,0-1 0,1 0 0,-1 1 0,0-1 0,0 0 0,0 1 0,0-1 0,0 0-1,-1-1 1,1-3 52,0 0-1,0 1 1,-1-1-1,0 1 0,0 0 1,0-1-1,-1 1 1,-2-6-1,1 6 43,0 0-1,-1 1 1,0-1 0,0 1 0,0 0-1,0 0 1,-1 0 0,1 1 0,-1-1-1,0 1 1,0 0 0,-1 1-1,1-1 1,0 1 0,-1 0 0,-8-2-1,-3 0 437,-1 1 1,0 1-1,0 0 0,-20 1 0,36 1-509,1 0 1,-1 1-1,0-1 1,0 0-1,0 0 0,1 1 1,-1-1-1,0 1 1,1 0-1,-1-1 0,0 1 1,1 0-1,-1 0 0,1 0 1,-1 0-1,1 0 1,0 0-1,-1 1 0,1-1 1,-1 2-1,0 0-14,0 0 1,0 1-1,0-1 0,1 1 0,-1 0 1,1-1-1,0 1 0,0 0 1,0 4-1,-1 7-29,1 0 0,1 1 0,3 27-1,-1-32-84,1 0-1,0-1 0,0 1 1,1-1-1,0 0 0,1 0 0,0 0 1,1 0-1,0-1 0,0 0 0,15 15 1,-5-7-1081,0-1 0,2 0 0,0-2 0,34 22 0,14-3-4662,7-9-1542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3.2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340 738 10869,'0'0'5885,"-26"-6"-2955,-86-20-927,103 24-1846,0 0-1,-1 1 0,1 0 1,-1 0-1,1 1 0,-1 0 0,0 1 1,1 0-1,-1 0 0,1 1 1,0 0-1,-1 1 0,-12 5 1,18-5-97,0 0 1,0 0 0,0 0 0,0 1 0,0-1 0,1 1 0,0 0 0,0 0-1,0 0 1,0 0 0,0 1 0,1-1 0,0 1 0,0 0 0,0-1-1,1 1 1,-1 0 0,1 0 0,0 0 0,1 0 0,-1 0 0,1 9 0,0-8-74,-1 1 1,1 0-1,1-1 1,-1 1 0,1 0-1,3 10 1,-3-14 6,0-1 0,0 0 0,0-1 0,0 1 0,0 0 0,1 0 0,-1 0 0,1-1 0,0 1 0,-1-1 0,1 1 1,0-1-1,0 0 0,0 0 0,0 0 0,0 0 0,0 0 0,0 0 0,0 0 0,0 0 0,0-1 0,0 0 0,4 1 0,9 2-41,-1-1 1,1-1-1,-1-1 0,1 0 0,-1 0 1,1-2-1,-1 0 0,1 0 0,-1-1 0,0-1 1,0 0-1,-1-2 0,1 1 0,-1-1 1,0-1-1,13-9 0,26-22-8,-3-2-1,-1-1 1,-2-3 0,61-76-1,-73 77 39,-3-2 0,-1 0 0,-2-2 0,-3-2 0,31-79 0,-50 112 150,-1 0 0,0 0 1,-1-1-1,-1 1 0,0-1 0,-2 0 0,0 0 0,-2-29 0,1 44-32,-1 0-1,1 0 0,-1 0 1,1 0-1,-1 0 0,0 0 1,0 0-1,0 0 0,0 1 1,0-1-1,0 0 1,-1 1-1,1-1 0,0 1 1,-1-1-1,1 1 0,-1 0 1,0-1-1,1 1 1,-1 0-1,0 0 0,0 0 1,0 0-1,0 1 0,1-1 1,-1 0-1,0 1 1,0 0-1,0-1 0,0 1 1,-3 0-1,-7-1 300,-1 1-1,1 0 1,-24 4-1,26-2-262,0 0 1,0 0-1,1 1 0,-1 0 0,1 1 0,0 0 0,0 0 1,0 1-1,1 0 0,0 1 0,-1 0 0,-8 9 0,6-5-24,1 2-1,1-1 1,0 1-1,0 1 1,1 0-1,1 0 1,-9 20-1,3 2-78,2 0 0,2 0 0,1 1 0,1 0 0,-2 71 0,5 4-159,5 0 0,17 119 0,-3-134-3741,5-2-3818,-14-74-608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3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299 0 4114,'0'0'11907,"-19"28"-10179,-58 88-572,21-25-48,45-71-1047,0-2-1,-1 1 0,-1-2 1,0 1-1,-2-2 1,-23 22-1,14-14-316,15-15-2964,8-29-10314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4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0 454 6611,'0'0'12595,"3"25"-10575,0 0-1572,1 19 728,19 75 1,-13-81-511,2 0 1,1-2-1,35 68 0,-21-67-484,-27-36-169,1 0-1,0 0 0,-1-1 0,1 1 0,0 0 0,-1 0 0,1 0 0,0-1 0,0 1 1,0-1-1,0 1 0,0-1 0,0 1 0,0-1 0,0 1 0,0-1 0,0 0 1,0 1-1,0-1 0,0 0 0,0 0 0,0 0 0,0 0 0,0 0 0,0 0 1,1 0-1,-1 0 0,0-1 0,0 1 0,0 0 0,0 0 0,0-1 0,0 1 0,0-1 1,0 1-1,0-1 0,-1 0 0,1 1 0,1-2 0,10-13 205,-1-1-1,-1 0 0,15-30 1,1-2-133,217-388-103,-143 256-29,-14 13 211,-86 207-6588,1-16 4166,-1 78-8719,0-54 3500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4.5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212 89 10709,'0'0'6446,"-21"1"-2909,-67 8-1405,83-8-2043,0 0 1,0 0-1,1 1 1,-1 0-1,1 0 0,-1 0 1,1 1-1,0 0 1,0-1-1,0 1 1,0 1-1,0-1 0,1 0 1,-1 1-1,1 0 1,0 0-1,0 0 1,0 0-1,1 0 0,0 1 1,-1-1-1,-2 10 1,2-3-46,0 1 0,0-1 0,1 1 0,0-1 1,1 1-1,0 0 0,1 0 0,2 15 0,-2-26-43,1 1 0,0-1 0,-1 0 0,1 0 0,0 1 0,0-1-1,0 0 1,0 0 0,0 0 0,0 0 0,0 0 0,0 0 0,0 0 0,0-1 0,1 1 0,-1 0-1,0 0 1,1-1 0,-1 1 0,0-1 0,1 0 0,-1 1 0,1-1 0,-1 0 0,1 0-1,-1 0 1,1 0 0,-1 0 0,0 0 0,3 0 0,48-4 19,-41 2 34,-1-1 1,1-1-1,-1 1 0,-1-2 0,1 1 0,0-1 0,-1-1 0,0 0 0,0 0 0,-1-1 1,0 0-1,12-13 0,-11 11 52,-1 0 0,-1-1 1,1 0-1,-2 0 0,1-1 1,-1 0-1,-1 0 0,0 0 1,-1-1-1,6-21 0,-8 22-17,-1 1 1,0-1-1,0 0 1,-1 0-1,-2-15 0,2 25-84,-1 0-1,1 0 1,0 0-1,-1 0 1,1 0-1,-1 0 1,1 1-1,-1-1 1,1 0-1,-1 0 1,0 0-1,1 1 1,-1-1-1,0 0 1,0 1-1,0-1 1,1 0-1,-1 1 1,0-1-1,0 1 1,0 0-1,0-1 1,0 1-1,0 0 1,0-1-1,0 1 1,-2 0-1,-31-1-950,24 1 80,9 0 698,0 0-1,-1 0 0,1 0 0,0 0 1,0 1-1,0-1 0,0 0 0,0 1 1,0-1-1,0 0 0,0 1 0,0-1 1,0 1-1,0 0 0,0-1 0,0 1 1,0 0-1,0-1 0,0 1 0,1 0 1,-1 0-1,0 0 0,0 0 0,0 1 1,-7 28-7278,7-11-840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4.9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3 362 12005,'0'0'14034,"1"22"-12708,0 10-885,-1-7 112,1-1-1,8 37 1,-16-103 118,3-1-1,1-43 1,3 66-701,1 0-1,1 0 1,0 0 0,2 1-1,0-1 1,2 1-1,8-21 1,-6 20 60,2 0-1,0 1 1,2 0-1,16-20 1,-25 34-225,2 0-1,-1 0 1,1 1-1,-1-1 1,1 1 0,0 0-1,1 1 1,-1-1 0,1 1-1,-1 0 1,1 0-1,0 1 1,0 0 0,0 0-1,0 0 1,1 1-1,-1 0 1,11 0 0,-13 1-258,-1 1 1,0-1-1,1 1 1,-1 0-1,0 0 0,0 1 1,0-1-1,0 1 1,0 0-1,0-1 1,0 1-1,-1 0 1,1 1-1,0-1 1,-1 0-1,0 1 1,0 0-1,0-1 1,0 1-1,2 4 0,7 7-2244,14 16-4383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5.6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3714,'0'0'19027,"16"8"-17354,-1 0-1124,1 0-1,17 13 1,-30-17-420,-1-1-1,1 0 1,-1 0 0,0 1 0,0-1 0,0 1-1,-1 0 1,1 0 0,-1-1 0,0 1-1,0 0 1,0 0 0,0 0 0,-1 0-1,0 0 1,0 1 0,0-1 0,0 0 0,0 0-1,-3 7 1,2 9 440,1-9-245,0 24 617,0-34-903,0 0 0,0 0 0,-1 0 0,1 0-1,0 0 1,0 0 0,-1 0 0,1 0 0,0 0 0,-1 0 0,1 0 0,-1 0 0,0 0 0,1 0 0,-1 0-1,0 0 1,1-1 0,-1 1 0,0 0 0,0 0 0,0-1 0,0 1 0,-1 0 0,1 0 76,1-7-247,1 0-1,-1 0 1,1 0-1,1 0 1,-1 0-1,1 0 1,0 0-1,0 1 1,0-1-1,1 1 1,0-1-1,0 1 1,5-5-1,-1 2-62,0-1 0,1 1 0,0 1 0,0 0 0,1 0-1,16-10 1,-5 7-9,-1 0 0,2 1-1,-1 1 1,1 1 0,0 1-1,39-6 1,1 8 266,-60 12 604,-1 98 2176,0-104-2769,8-3-96,-1 0-1,1 0 1,-1 0-1,1-1 1,-1-1-1,0 1 1,1-1-1,7-4 1,18-7-9,132-32-355,-13 4 133,-150 42 1087,-9 6 94,-7 9-613,1 1 1,-18 28-1,26-37-296,2 0-1,-1 1 0,1-1 1,0 1-1,1-1 0,-1 1 1,2 0-1,-1 0 1,1 0-1,0 10 0,1-16-108,0-1-1,0 0 1,1 1-1,-1-1 1,0 0 0,1 0-1,-1 1 1,1-1-1,-1 0 1,1 0-1,0 0 1,-1 0 0,1 0-1,0 0 1,0 0-1,0 0 1,0 0-1,0 0 1,0 0-1,0 0 1,0-1 0,0 1-1,0 0 1,1-1-1,-1 1 1,0-1-1,0 1 1,1-1-1,-1 0 1,3 1 0,46 3-3224,-38-4 2305,47 0-4445,5 0-3511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6.2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367 464 9957,'0'0'5317,"-28"-4"-2351,-7-2-1755,2 0 686,-1 2 0,-62-1 0,89 5-1599,1 0 0,-1 1 0,1-1 0,-1 1 0,1 1 0,-1-1 0,1 1 0,0 0 0,0 1 0,0-1 0,-10 7 0,12-6-193,0 0 0,0 1 0,0 0 0,0-1 0,1 2 0,-1-1 0,1 0 0,0 1 0,1-1 1,-1 1-1,1 0 0,0 0 0,0 0 0,-2 9 0,2-10-91,1 1-1,0-1 1,0 1 0,0 0-1,1-1 1,0 1 0,0 0-1,0-1 1,0 1 0,1 0-1,-1-1 1,4 10 0,-3-12-22,1 1 1,-1-1-1,1 0 1,-1 1-1,1-1 1,0 0-1,0 0 1,0 0-1,0 0 1,1-1-1,-1 1 0,0-1 1,1 1-1,-1-1 1,1 0-1,-1 0 1,1 0-1,0 0 1,-1 0-1,1-1 1,0 1-1,-1-1 1,4 1-1,12 1-375,0 0 0,0-1 0,29-2 1,-41 0 270,0 0 1,0 0-1,0-1 1,1 0-1,-1 0 1,-1 0-1,1-1 1,0 1-1,-1-1 1,1-1 0,-1 1-1,0-1 1,9-8 765,-14 22-950,0-3 314,-1 2-174,1-1 0,1 1-1,-1 0 1,1-1 0,1 1 0,3 12-1,-4-18 31,0-1-1,1 0 1,-1 0-1,0 0 0,1 0 1,0 0-1,-1 0 0,1 0 1,0 0-1,0 0 1,0-1-1,0 1 0,0-1 1,0 0-1,0 1 0,1-1 1,-1 0-1,0 0 1,1 0-1,-1-1 0,1 1 1,-1-1-1,1 1 0,-1-1 1,1 0-1,0 0 1,4 0-1,3 0-244,0 0 1,0 0-1,0-1 0,0 0 1,0-1-1,0 0 1,0-1-1,0 0 0,-1-1 1,1 1-1,11-8 1,43-28-1477,-2-3 0,-2-2 0,96-92 0,131-182 785,-278 307 1548,0 1-119,-2 1 0,1-2 0,10-19 0,-11 8 3236,-4-2 3467,-7 22-3425,-16 6-2389,-1 3-897,1 1-1,1 1 0,0 1 1,0 1-1,-29 22 1,9-2 429,-51 52 0,70-62-703,1 1 0,0 1 0,2 1 1,1 0-1,1 1 0,1 1 0,1 1 0,1-1 0,2 2 0,1 0 0,1 0 0,1 0 0,1 1 0,2 0 0,-1 35 0,4-36-84,0 0 1,3-1-1,4 30 0,-5-48-5,2 0-1,-1 0 0,1 0 1,0-1-1,1 0 1,0 1-1,0-1 1,1 0-1,0-1 1,1 1-1,-1-1 0,1 0 1,8 6-1,-4-4-279,1-1 0,0 0 0,0 0 0,0-1 0,1-1 0,19 8 0,-15-8-882,1 0 1,1-2-1,-1 0 0,27 2 0,51-3-5605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6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183 0 9652,'0'0'14935,"-77"73"-13734,57-23-65,-1 5-527,4-2-433,2-8-176,7-7 0,-2-13-352,3-8-1121,7-14-1024,-8-21-9429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7.1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112 0 3458,'0'0'13094,"22"19"-11488,29 24-641,96 61 1,140 93 640,-254-170-1627,0 2 0,-2 1-1,-1 1 1,-2 2 0,-1 0-1,25 42 1,-46-65-39,-1 1 0,0-1 0,-1 1 0,0 0 0,-1 0 0,0 0 0,2 21 0,-4-25 71,0-1 0,-1 1 0,0 0 0,-1-1 0,1 1 0,-1 0 0,-1-1 0,1 1 0,-1-1 0,0 0 0,0 1 0,-1-1 0,0 0 0,-7 10 0,1-6 231,0 1 0,-1-2 0,0 1 0,-1-2 0,0 1 0,-1-2 0,0 1 0,-17 7 0,-109 41 2513,10-12-770,-111 42 196,193-66-2050,1 1 0,1 2 0,-41 30 0,79-49-195,-13 13-1067,34-17-4437,25-9 331,15-19-2236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7.4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174 1 14983,'0'0'11317,"-93"148"-10805,80-121-64,8-9-223,-2 0-161,2-11-64,-5-7-208,-3 0-1153,3-10-688,-5-23-1537,13-4-960,2-8-2785,0-10 128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7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 0 11221,'0'0'11942,"-3"48"-12407,-4-10-1103,4 2-1698,3 0-1600,0-3-2177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7.9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306 11 12182,'0'0'8086,"-24"-1"-3564,-8-2-3243,-79-3 2007,108 6-3207,0 0-1,0 0 1,1 0 0,-1 0 0,0 0 0,1 1 0,-1-1-1,0 1 1,1 0 0,-1 0 0,0 0 0,-3 2 0,5-1-98,-1-1 0,1 1 1,0-1-1,0 1 1,0-1-1,0 1 1,0 0-1,1 0 1,-1 0-1,0-1 1,1 1-1,-1 0 0,1 0 1,0 0-1,0 0 1,0 0-1,0 0 1,0 3-1,0-1-88,-1-1 0,1 1 0,0-1-1,1 1 1,-1-1 0,1 0 0,-1 1 0,1-1-1,0 0 1,0 1 0,0-1 0,1 0 0,-1 0 0,1 0-1,0 0 1,0 0 0,0 0 0,0 0 0,0-1-1,0 1 1,1-1 0,3 3 0,114 120-2988,-119-124 3065,0 0 0,0 0 0,1 0 0,-2 1 0,1-1 0,0 0-1,0 1 1,0-1 0,0 0 0,-1 1 0,1-1 0,-1 1 0,1-1 0,-1 1-1,0 0 1,1-1 0,-1 1 0,0-1 0,0 2 0,0-1 49,-1-1-1,1 0 1,-1 0 0,1 0 0,-1-1-1,0 1 1,1 0 0,-1 0-1,0 0 1,0 0 0,1 0 0,-1-1-1,0 1 1,0 0 0,0-1 0,0 1-1,0-1 1,0 1 0,0-1-1,-1 1 1,-7 2 361,0-1 1,-1 0-1,1-1 0,-17 1 0,20-2-202,-44 4 1158,-57 12-1,105-15-1918,-5 0 908,8-2-3167,4-4-4548,24-20-2068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8.1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600 1 17176,'0'0'12390,"-163"198"-10390,97-98-799,1 3-1201,0 0 0,5-10 0,10-10 0,7-13 0,13-12 0,7-13 0,8-13-1217,8-14-2384,2-16-2178,-3-2-3793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8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21 15495,'0'0'11597,"19"30"-10036,63 103-251,-67-105-1106,-1 0-1,-1 1 0,-2 0 1,0 1-1,-3 0 1,0 0-1,4 38 1,-12-66-205,3 12 3,2 33-52,-8-284-611,4 222 642,0 0 0,1-1-1,1 1 1,0 0 0,2 0 0,-1 1 0,2-1 0,0 1-1,0 0 1,1 0 0,1 1 0,1 0 0,-1 0 0,2 1 0,0 0-1,19-16 1,-26 24-132,1 1 0,0 1 0,0-1-1,0 1 1,1-1 0,-1 1 0,1 0 0,-1 1-1,1-1 1,0 1 0,-1 0 0,1 0 0,0 0-1,0 1 1,0-1 0,0 1 0,0 1-1,7 0 1,-7 0-514,-1 0 0,1 0 0,-1 1-1,1 0 1,-1 0 0,0 0 0,0 0 0,0 0-1,0 1 1,0 0 0,6 6 0,15 16-6024,-2-3-2816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8.70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108 46 16103,'0'0'16232,"-108"125"-16232,108-120-16,5-17-5363,18-28 1426,5-16-4307,4-11-3137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8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11749,'0'0'13415,"0"81"-13415,0-54-897,0-7-1904,8-12-2306,17-8-4065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3:59.7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496 1 18248,'0'0'2300,"-22"18"1256,4-4-2613,-1 0-41,0 2-1,0 0 1,2 1 0,0 1-1,1 1 1,-20 30-1,15-13-522,2 1-1,2 1 0,-24 71 0,-18 126-554,53-204 248,-12 39-72,19-70 0,-1 1 0,1-1 0,0 1 0,-1-1 0,1 1 0,-1-1 0,1 1 0,0-1 0,-1 1 0,1-1 0,0 0 0,-1 1 0,1-1 0,0 0 0,0 0 0,-1 0 0,1 1 0,0-1 0,0 0 0,-1 0 0,1 0 0,0 0 0,0 0 0,-1-1 0,1 1 0,0 0 0,1 0 0,0-1 0,48 0-362,52 0-902,-94 1 1156,0 1-1,0 0 0,0 1 0,0 0 1,0 0-1,0 0 0,-1 1 0,1 1 1,10 5-1,-14-6 104,-1 0 0,0 0 0,1 1 0,-1-1 0,0 1 0,-1 0 0,1 0 0,-1 0 0,1 0 0,-1 1 0,0-1 0,-1 0 0,1 1 0,-1-1 0,0 1 0,0 0 0,0 8 0,0 1 56,0-1 0,-1 1 0,-1-1 0,-5 27 0,4-29 55,-1 0-1,-1-1 1,0 1 0,0-1-1,-1 1 1,0-1 0,-1 0-1,0-1 1,0 0 0,-1 0-1,-1 0 1,1-1 0,-1 0-1,-1 0 1,1-1 0,-1 0-1,-1-1 1,1 0-1,-1 0 1,-12 5 0,-1-2-65,-1 0 0,0-2 0,0 0 0,-1-2 1,0 0-1,0-2 0,-50 0 0,74-2-44,-1-1-1,1 0 1,-1 0-1,1 0 1,-1 0-1,1 0 1,-1 0-1,1-1 1,-1 1-1,1 0 1,-1-1-1,1 1 1,-1-1-1,1 1 1,0-1-1,-1 0 1,1 0-1,0 0 1,0 0-1,-2-1 1,2 0-126,0-1 0,1 1 1,-1 0-1,1-1 0,0 1 0,-1 0 1,1-1-1,0 1 0,1-1 0,-1 1 1,0 0-1,1-1 0,0-3 0,1 2-274,-1-1-1,1 0 0,0 1 1,0-1-1,1 1 1,-1 0-1,1 0 0,0 0 1,0 0-1,0 0 0,1 1 1,-1-1-1,1 1 0,0 0 1,0 0-1,8-4 0,6-4-1751,1 2-1,33-13 1,-4 6-1728,1 2 0,50-7 0,37-1 1495,8-2 9053,-93 19 15911,-56 16-22692,1 1 0,0-1 0,1 1 1,0 0-1,1 0 0,-2 19 0,4-30 63,1-1 0,-1 1 0,0 0 0,0-1 0,0 1 0,1 0 0,-1-1-1,0 1 1,1 0 0,-1-1 0,0 1 0,1-1 0,-1 1 0,1-1 0,-1 1 0,1-1 0,-1 1 0,1-1 0,-1 0 0,1 1 0,0-1 0,-1 1 0,1-1 0,-1 0-1,1 0 1,0 0 0,-1 1 0,1-1 0,0 0 0,1 0 0,25 2-594,-20-2 426,10 1-156,19 0-1182,54-5-1,-80 3 1413,-1 0-1,0-1 0,0 0 0,0 0 0,0-1 1,0 0-1,0-1 0,-1 0 0,1 0 0,-1-1 1,8-6-1,-16 11 242,0 0-1,0 0 1,1-1 0,-1 1 0,0 0 0,0 0 0,0 0-1,0 0 1,0 0 0,0 0 0,0 0 0,0 0 0,0 0-1,0-1 1,0 1 0,0 0 0,1 0 0,-1 0 0,0 0 0,0 0-1,0 0 1,0 0 0,0 0 0,0-1 0,0 1 0,0 0-1,0 0 1,0 0 0,0 0 0,0 0 0,0 0 0,0 0-1,-1-1 1,1 1 0,0 0 0,0 0 0,0 0 0,0 0-1,0 0 1,0 0 0,0 0 0,0 0 0,0-1 0,0 1-1,0 0 1,0 0 0,0 0 0,-1 0 0,1 0 0,0 0 0,0 0-1,0 0 1,0 0 0,0 0 0,0 0 0,0 0 0,-1 0-1,-11-2 1375,11 1-1453,-1 1 1,1 0 0,-1 0-1,0 1 1,1-1 0,-1 0-1,1 0 1,-1 1 0,1-1-1,-1 1 1,1-1 0,-1 1 0,1 0-1,0 0 1,-1-1 0,-1 3-1,2 1-10,-1 0-1,0 0 0,1 0 0,0 1 1,0-1-1,0 1 0,0-1 0,1 1 1,0-1-1,0 1 0,0-1 0,1 7 1,0 5-210,-1-15 71,0 1 0,0 0 0,0 0 0,1 0 0,-1-1 0,1 1 0,-1 0-1,1 0 1,0-1 0,-1 1 0,1 0 0,0-1 0,0 1 0,0-1 0,1 1 0,-1-1 0,0 0 0,0 1 0,1-1 0,-1 0 0,1 0 0,-1 0-1,1 0 1,-1 0 0,1 0 0,0-1 0,-1 1 0,1 0 0,0-1 0,2 1 0,6 1-1261,0 0-1,-1-1 1,1 0-1,14-1 1,23 0-6748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00.0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550 0 15751,'0'0'6384,"-24"13"-3137,9-6-2582,2-1-270,1 1 1,-1 0-1,2 0 0,-1 1 0,1 0 1,0 1-1,0 1 0,1 0 0,1 0 1,0 0-1,-16 24 0,-15 47 295,3 2-1,-36 118 1,-37 84-782,102-268 34,-3 7-439,-23 36 1,19-45-2846,14-14 3037,1-1-1,-1 0 0,0 0 0,0 1 0,0-1 0,1 0 1,-1 0-1,0 0 0,0 0 0,0 0 0,1 0 0,-1 0 1,0 0-1,0 0 0,0 0 0,0 0 0,1 0 0,-1-1 1,0 1-1,0 0 0,1-1 0,-1 1 0,0-1 0,1 1 1,-2-1-1,-13-16-6911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00.37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10389,'0'0'2924,"28"0"747,-11 0-3019,184 8 4963,215 12-122,-396-17-4732,-19-3-690,-1 0-1,0 1 1,1-1 0,-1 0-1,1 1 1,-1-1 0,0 0 0,1 1-1,-1-1 1,0 0 0,1 1-1,-1-1 1,0 0 0,0 1 0,1-1-1,-1 1 1,0-1 0,0 1 0,0-1-1,0 0 1,0 1 0,0-1-1,1 2 1,-2 0 49,0 1 1,1 0-1,-1-1 0,0 1 0,0 0 0,0-1 0,-1 1 1,1-1-1,0 0 0,-4 4 0,-18 31-97,1 2 0,-32 78 1,43-98-2681,5-15-3248,3-14-6375,3-15 2721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00.56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14679,'0'0'9668,"25"96"-12293,-17-56-1505,2-5-2273,2-5-4370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01.4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289 272 15351,'0'0'14524,"-24"1"-13163,-81 5-617,96-6-711,1 1 0,-1 1-1,0-1 1,1 1 0,-1 1 0,1 0 0,0 0-1,0 0 1,0 1 0,0 1 0,1-1 0,0 1-1,0 0 1,0 1 0,0 0 0,-6 8 0,11-13-49,0 1 0,0 0 1,1 0-1,-1-1 0,1 1 1,0 1-1,0-1 0,-1 0 1,1 0-1,1 0 0,-1 1 1,0-1-1,0 0 0,1 1 1,0-1-1,-1 0 0,1 1 1,0 2-1,0-3 3,1 0 0,-1-1 0,1 1 0,-1 0 0,1-1 0,0 1 0,0 0 0,-1-1-1,1 1 1,0-1 0,1 1 0,-1-1 0,0 1 0,0-1 0,1 0 0,-1 0 0,0 1 0,1-1 0,-1 0 0,1-1 0,0 1 0,-1 0-1,1 0 1,2 0 0,20 7-50,0-2 1,0-1-1,1-1 0,0-1 0,0-1 0,-1-1 0,1-2 1,42-5-1,-60 5 25,1-1 0,-1 0 0,0 0 0,0 0 0,0-1 0,0-1 1,0 1-1,-1-1 0,1 0 0,-1 0 0,0-1 0,0 0 0,-1 0 0,0 0 0,1-1 1,-2 0-1,1 0 0,-1 0 0,0-1 0,7-13 0,-6 8 0,0 0-1,-1-1 1,-1 1-1,0-1 1,0 0 0,-1 0-1,-1-1 1,0 1-1,-1 0 1,0 0 0,-3-17-1,1 23 31,0 0 0,0-1 0,-1 1 0,0 0 0,0 0 1,0 0-1,-1 1 0,0-1 0,0 1 0,-1 0 0,0 0 0,0 0 0,0 1 0,-1 0 0,0 0 0,0 0 0,-9-5 0,2 2-34,0 1 0,0 0 0,-1 1 0,-1 0-1,1 1 1,-1 1 0,-26-5 0,40 8-86,-1 1 1,1-1-1,-1 1 1,1 0-1,0 0 1,-1 0-1,1 0 0,-1 0 1,1 0-1,-1 0 1,1 0-1,0 0 1,-1 1-1,1-1 1,-1 1-1,1-1 0,0 1 1,-1-1-1,-1 2 1,3-1 50,0 0 0,0-1-1,-1 1 1,1 0 0,0 0 0,0-1 0,0 1 0,0 0 0,0 0-1,0-1 1,0 1 0,1 0 0,-1 0 0,0-1 0,0 1 0,0 0 0,1-1-1,-1 1 1,0 0 0,1-1 0,-1 1 0,1 0 0,-1-1 0,2 2-1,2 4-171,1-1-1,1 1 0,-1-1 0,1 0 0,10 7 0,7 1-441,1-1 0,1-2-1,0 0 1,1-1 0,-1-2-1,2 0 1,37 3 0,88 0 206,-50-10 7275,-43 0 932,-59 23-7084,-1 1-636,-6 38 0,3-37-28,-1 39 0,5-64-225,51-2 81,0-3 0,0-2 0,-1-3-1,85-26 1,-135 36 200,0 0 0,1 0 0,-1 0 0,1 0 0,-1 0 0,0 0 0,1 0 0,-1 0 0,1 0 1,-1 0-1,0 1 0,1-1 0,-1 0 0,0 0 0,1 0 0,-1 0 0,0 1 0,1-1 0,-1 0 0,0 0 0,1 1 0,-1-1 0,0 0 0,0 0 0,1 1 0,-1-1 0,0 0 0,0 1 0,1-1 0,-1 0 0,0 1 0,0-1 0,0 0 0,0 1 0,0 0 1,4 23 138,-6 26-270,1-47 54,1-1 0,0 0 0,-1 0 0,0 1 1,0-1-1,0 0 0,0 0 0,0 0 0,0 0 0,0 0 0,-1 0 0,1 0 0,-1 0 0,1 0 1,-1-1-1,0 1 0,1-1 0,-1 1 0,0-1 0,0 0 0,-2 1 0,1 0-791,0-1 0,1-1 0,-1 1 0,0 0 0,1-1 0,-1 1 0,0-1 0,0 0 0,0 0 0,-5 0 0,-10-5-11450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50.6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1 816,'0'0'9266,"-6"0"-6192,4 0-480,4 0-1624,48 3-952,0 3 0,-1 2 1,0 2-1,57 20 1,-37-10-26,-25-10-14,-24-6 27,-1 1 0,21 8 0,-39-13 9,-1 1-1,1-1 1,-1 0 0,0 1-1,1-1 1,-1 1-1,0-1 1,1 0-1,-1 1 1,0-1-1,0 1 1,1-1-1,-1 1 1,0-1-1,0 1 1,0-1 0,0 1-1,0-1 1,1 1-1,-1-1 1,0 1-1,0 0 1,0-1-1,0 1 1,-1-1-1,1 1 1,0-1-1,0 1 1,0-1 0,0 1-1,0-1 1,-1 1-1,1-1 1,0 1-1,0-1 1,-1 0-1,1 1 1,0-1-1,-1 1 1,0 0-1,-16 21 514,16-21-467,-234 250 2118,93-100-1503,79-77-410,56-65-218,0 1 1,1-1-1,1 1 1,0 0-1,0 1 1,-5 17-1,10-27-21,-1 1-1,1 0 1,-1-1-1,1 1 1,0 0-1,0-1 1,0 1 0,0 0-1,0 0 1,0-1-1,1 1 1,-1 0-1,1 0 1,-1-1-1,1 1 1,-1-1 0,1 1-1,0 0 1,0-1-1,0 1 1,1 1-1,0-1 31,1 0 0,-1 0 0,0-1-1,1 1 1,-1 0 0,1-1 0,0 0-1,-1 1 1,1-1 0,0 0 0,5 1-1,8 0 170,1 0 1,0 0-1,29-2 0,-29-1-230,74 3 206,-25 0-175,103-11 1,-150 6 63,1 0-763,-13 2-3572,1 1-3433,-8-8-2474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4:51.4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39 688,'0'0'5443,"13"-18"-1391,-9 15-3812,0 1 0,1-1 0,-1 1-1,0 0 1,1 0 0,-1 1-1,1 0 1,0-1 0,-1 2 0,1-1-1,0 0 1,0 1 0,5 0 0,9 2-111,1 0 0,-1 1 0,0 1 1,0 1-1,0 1 0,-1 0 1,32 16-1,-23-10 45,-1-2 90,0 0 0,1-2 1,42 7-1,-42-11 1757,48 0 3796,-76-4-5988,1 1-1,-1 0 1,1-1 0,-1 1 0,0 0 0,1-1 0,-1 1-1,1 0 1,-1 0 0,1-1 0,0 1 0,-1 0 0,1 0-1,0 0 1,0 0 0,-1-1 0,1 3 0,-1 4-4980,0-1-3878,1 1 2647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3.700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1510 108 3009,'0'0'6219,"4"-12"-5170,24-69 3898,-31 77-4589,2 3-319,1 1 1,-1 0 0,1-1 0,-1 1 0,1 0-1,-1 0 1,1 0 0,-1-1 0,1 1-1,-1 0 1,0 0 0,1 0 0,-1 0 0,1 0-1,-2 0 1,-26-4 32,-1 2 1,1 1-1,-34 3 0,-1 0-14,34-2-44,1 1 0,-41 7 0,60-6-35,-1 0 0,1 1 0,-1 0 1,1 0-1,0 1 0,0 1 0,0-1 0,1 1 1,0 1-1,-13 10 0,20-16-24,-1 1 0,1 0 0,0 0 0,0 0 1,0 0-1,0 0 0,0 0 0,0 0 0,0 1 0,0-1 0,0 0 0,1 0 0,-1 1 0,0-1 0,1 1 0,-1-1 0,1 0 1,0 1-1,-1-1 0,1 1 0,0-1 0,0 1 0,0-1 0,0 1 0,0 1 0,1-1 17,0-1 1,0 1-1,1-1 0,-1 1 1,0-1-1,1 0 0,-1 0 0,0 0 1,1 0-1,0 0 0,-1 0 1,1 0-1,-1 0 0,1 0 0,0-1 1,0 1-1,2 0 0,12 2-6,0 0 0,0-1 0,23 1 0,-37-3 28,224 1-1197,-128-1 349,-89 0 852,30-3-226,-38 3 254,0 0 1,0 0 0,0 0-1,0-1 1,0 1-1,-1 0 1,1-1-1,0 1 1,0-1-1,0 1 1,0-1-1,-1 0 1,1 1 0,0-1-1,0 1 1,-1-1-1,1 0 1,-1 0-1,1 0 1,0 1-1,-1-1 1,0 0-1,1 0 1,-1 0 0,1 0-1,-1 0 1,0 0-1,0 0 1,1 0-1,-1 0 1,0-1-1,-2 1 62,1 1 0,-1-1 1,1 1-1,-1-1 0,1 1 0,-1 0 0,1-1 0,-1 1 0,1 0 0,-1 0 0,0 0 0,1 0 0,-3 1 0,-1-1 99,-25 0 242,4-1-31,0 1 1,-1 2 0,1 0-1,-44 11 1,40-5-169,-1 3 0,-30 14 0,54-22-219,-1 1-1,1 0 1,0 0 0,1 1 0,-1-1-1,1 1 1,0 1 0,0-1 0,0 1-1,1 0 1,0 1 0,0-1 0,-7 14-1,10-17-22,1-1 0,0 0 0,0 1 0,0-1 0,1 1 0,-1-1-1,0 1 1,1-1 0,0 1 0,-1 0 0,1-1 0,0 1 0,1 0-1,-1-1 1,0 1 0,1-1 0,-1 1 0,1 0 0,0-1-1,0 1 1,0-1 0,0 0 0,0 1 0,0-1 0,1 0 0,-1 0-1,1 0 1,0 0 0,3 4 0,3-1-77,1 1-1,0-1 1,0-1 0,0 1 0,0-1-1,14 3 1,-12-3 35,44 15-1042,1-2-1,62 10 1,-92-19 1934,-62-2 754,-47 3-343,-30 4-421,-125 30 1,230-41-824,-1 1 0,1-1 1,0 2-1,0-1 1,0 1-1,0 0 0,-9 7 1,15-9-34,-1 0 1,1 0-1,0 0 1,0 0-1,0 1 1,0-1-1,0 1 1,1-1-1,-1 1 1,1 0-1,-1 0 1,1-1 0,0 1-1,0 0 1,0 0-1,1 0 1,-1 0-1,1 0 1,0 0-1,0 0 1,0 1-1,0-1 1,1 5-1,0-5-25,0 0-1,0 0 1,0-1-1,0 1 1,0 0-1,1 0 1,0-1-1,-1 1 1,1-1-1,0 0 1,0 1-1,1-1 0,-1 0 1,0 0-1,1 0 1,-1-1-1,1 1 1,4 2-1,8 3-120,0 0-1,20 6 0,-17-6-15,205 65-2433,-11-3 385,-198-65 2208,-12-3 33,1 0 0,0 0-1,0 0 1,0 0 0,0 0 0,-1 0-1,1 1 1,-1-1 0,1 1-1,-6 23 2127,-62-17 914,-106-3 0,114-5-2310,0 2 1,0 2 0,-65 14-1,116-17-726,-1 1 0,1-1 0,-1 2 1,1-1-1,0 1 0,0 0 0,0 0 0,0 0 0,-6 6 0,10-7-69,-1 1 1,1 0-1,0-1 0,0 1 1,0 0-1,1 0 1,-1 0-1,0 0 1,1 0-1,0 0 1,0 0-1,0 1 1,0-1-1,0 0 1,1 1-1,0-1 1,-1 0-1,1 1 0,1 4 1,-1-4-47,1-1 1,0 1-1,0-1 0,1 1 0,-1-1 1,0 0-1,1 1 0,0-1 1,0 0-1,0 0 0,0 0 1,1-1-1,-1 1 0,1 0 1,-1-1-1,1 0 0,0 1 1,5 2-1,9 6-286,1-1 0,23 10 0,-14-8-172,43 22-549,-39-21 849,-1 2 0,0 2 0,51 36-1,-80-53 280,-1 0-1,1 1 1,-1-1-1,1 1 1,-1-1-1,1 0 0,-1 1 1,1-1-1,-1 1 1,1-1-1,-1 1 1,0-1-1,1 1 0,-1 0 1,0-1-1,1 1 1,-1-1-1,0 1 0,0 0 1,0-1-1,0 1 1,0 0-1,1-1 1,-1 1-1,0 0 0,0-1 1,-1 1-1,1-1 1,0 2-1,-1-1 47,1 0-1,-1 0 1,0 0-1,0 0 1,0 0 0,0 0-1,0-1 1,0 1-1,0 0 1,0-1 0,0 1-1,0 0 1,0-1-1,-2 1 1,-45 11 1707,45-11-1665,-432 73 3117,393-68-3256,-54 9-56,85-13-46,0 1 0,1 0 0,-1 1 0,1 0 0,-20 12 1,28-15 69,1 0 0,-1 0 0,1 0 0,-1 0 0,1 0 0,0 1 1,-1-1-1,1 0 0,0 1 0,0-1 0,0 1 0,0 0 0,0-1 1,-1 3-1,2-2 25,0-1 1,0 0 0,0 0-1,0 1 1,0-1-1,1 0 1,-1 0 0,0 0-1,0 1 1,1-1-1,-1 0 1,1 0 0,-1 0-1,1 0 1,-1 0-1,1 0 1,0 0 0,-1 0-1,1 0 1,0 0 0,0 0-1,0 0 1,0-1-1,0 1 1,0 0 0,2 1-1,17 9-120,0 0-1,1-1 1,0-1-1,1-1 1,32 8-1,18 6-204,32 16-11,-1 3 1,142 81-1,-234-116 382,-8-5 5,-1 0-1,0 1 1,0-1-1,0 0 1,0 1-1,0-1 1,0 1-1,0 0 1,0 0-1,2 3 0,-32-2 1735,-346-16 3710,352 12-5352,-16-3 28,0 3-1,-49 3 1,85-2-157,1 0-1,-1 1 1,1-1-1,-1 0 0,1 0 1,0 1-1,-1-1 1,1 1-1,0 0 0,-1-1 1,1 1-1,0 0 1,0 0-1,0-1 0,0 1 1,0 0-1,0 0 1,0 0-1,0 1 0,0-1 1,0 0-1,0 0 1,1 0-1,-1 1 0,0-1 1,1 0-1,-1 1 1,1-1-1,0 0 0,-1 1 1,1-1-1,0 1 1,0-1-1,0 1 0,0-1 1,0 0-1,0 1 1,0-1-1,0 1 0,1-1 1,-1 0-1,1 3 1,0 0-75,1 0 0,-1 0 0,1 0 0,0 0 0,-1 0 0,2 0 0,-1 0 0,0-1 1,1 1-1,0-1 0,0 1 0,0-1 0,4 3 0,32 17-836,0-1 1,44 16-1,29 16-662,-98-46 1473,20 10-611,-1 1-1,44 35 1,-76-54 709,0 1 1,0 0-1,0 0 1,0 0-1,0 0 1,0 0-1,0 0 1,-1 0-1,1 0 1,0 0-1,0 0 1,-1 0-1,1 1 1,-1-1-1,1 0 1,-1 0-1,1 1 1,-1-1-1,0 3 1,0-3 87,0 0 0,0-1 1,-1 1-1,1 0 1,-1 0-1,1 0 0,-1 0 1,1 0-1,-1 0 0,1-1 1,-1 1-1,0 0 0,1 0 1,-1-1-1,0 1 0,0-1 1,1 1-1,-1 0 0,-2 0 1,-4 2 357,0 0 1,0-1-1,-1 1 0,1-2 1,-9 2-1,-53 6 2327,-138-2 0,201-7-2678,0 0-43,1 0 0,-1 0 0,0 0 0,0 1 1,1 0-1,-1 0 0,0 0 0,1 1 0,-10 3 1,15-5-36,-1 0 1,1 1-1,-1-1 1,1 0 0,-1 0-1,1 1 1,0-1 0,-1 0-1,1 1 1,-1-1 0,1 1-1,0-1 1,-1 0 0,1 1-1,0-1 1,0 1 0,-1-1-1,1 1 1,0-1 0,0 1-1,0-1 1,0 1-1,-1-1 1,1 1 0,0-1-1,0 1 1,0-1 0,0 1-1,0-1 1,0 2 0,12 13-521,21 5-147,-2-5 295,138 70-2230,-142-70 2138,-1 2 0,-1 0 1,-1 2-1,24 23 0,-35-24 551,-12-18-59,-1 1-1,0-1 1,0 0-1,0 1 1,0-1 0,0 0-1,0 1 1,0-1-1,0 0 1,0 1-1,0-1 1,0 0-1,0 1 1,-1-1 0,1 0-1,0 1 1,0-1-1,0 0 1,0 0-1,0 1 1,-1-1-1,1 0 1,0 1-1,0-1 1,-1 0 0,1 0-1,0 0 1,0 1-1,-1-1 1,1 0-1,0 0 1,-1 0-1,-3 2 152,1-1 0,-1-1 0,0 1 0,0-1 0,0 1 0,0-1 0,-4-1 0,1 1 64,-38-2 1902,-86-17 1,0 0-149,-226 6 1036,355 13-3028,-1 0 1,1 0-1,-1 0 1,1 0-1,-1 1 0,1-1 1,0 1-1,-1-1 0,1 1 1,-1 0-1,1 0 1,0 0-1,0 0 0,0 0 1,-3 3-1,4-3-61,-1 1 1,1-1-1,0 1 0,0 0 1,1 0-1,-1-1 0,0 1 1,1 0-1,-1 0 0,1 0 1,-1 0-1,1 0 0,0 0 1,0 0-1,0 0 0,0 0 1,0 0-1,0 0 0,1 2 1,0-1-34,0 0 0,0 0 1,0 0-1,1 0 0,-1-1 1,1 1-1,-1-1 0,1 1 0,0-1 1,0 1-1,0-1 0,1 0 1,-1 0-1,0 0 0,1 0 1,0 0-1,-1-1 0,1 1 1,0-1-1,4 2 0,10 4-441,0 0 0,22 4 0,-31-9 319,6 2-107,1-1 0,0 0-1,0-1 1,1 0 0,27-2-1,-40 0 442,-22 0 1136,-15-3-499,-1-1 0,1-2 0,-62-18 0,-31-6 287,67 23-789,-103 1-1,161 5-340,1 1 0,0 0 0,-1 0 0,1 0 0,-1 0-1,1 0 1,0 1 0,-1-1 0,1 0 0,0 1 0,-1-1 0,1 0 0,0 1-1,-1 0 1,1-1 0,0 1 0,0 0 0,0 0 0,-11 16-1388,12-16 1388,-1 0 0,1 1 0,0-1-1,0 0 1,0 1 0,0-1 0,0 1 0,0-1 0,0 0 0,1 3 0,0-3-21,-1 1 0,1-1 1,0 1-1,23 15-2033,22-2 391,-38-13 1217,77 27-5087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5.688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66 0 1409,'0'0'5026,"10"33"-4738,-10-15-176,0-8-64,0-3 112,-8 3-16,-2 5-144,-5 3 0,0 7-128,0 5-1184,3 3-577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5.910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13 0 3362,'0'0'7347,"-12"131"-6803,12-104-240,0-2-176,0 3-32,10 2-96,0-2-48,-3 2-240,-4-3-1056,-3 1-753,0-1-224,0 1 16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6.116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18 1 2305,'-3'12'10415,"-2"13"-9279,1 0 0,-1 43-1,5-53-823,3 93-3213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6.324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 1249,'15'7'12467,"4"0"-11800,-9-4-261,-1 0 1,0 1-1,0 0 0,-1 1 1,12 7-1,-15-9-268,-1 0 1,0 1-1,0-1 1,0 1-1,0 0 0,0 0 1,-1 0-1,0 1 0,0-1 1,0 1-1,0-1 1,3 10-1,5 63-6008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6.484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1 1 1457,'32'35'16151,"-27"-32"-16151,5 2-240,3 10-801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36.659"/>
    </inkml:context>
    <inkml:brush xml:id="br0">
      <inkml:brushProperty name="width" value="0.5" units="cm"/>
      <inkml:brushProperty name="height" value="1" units="cm"/>
      <inkml:brushProperty name="color" value="#FFACD5"/>
      <inkml:brushProperty name="tip" value="rectangle"/>
      <inkml:brushProperty name="rasterOp" value="maskPen"/>
    </inkml:brush>
  </inkml:definitions>
  <inkml:trace contextRef="#ctx0" brushRef="#br0">0 1 9300,'0'0'10805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1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246 204 416,'0'0'18486,"-6"0"-16082,1 0-2353,0 1 1,1 0 0,-1 1-1,1-1 1,0 1 0,-1 0-1,1 0 1,0 0 0,0 0-1,0 1 1,0-1 0,1 1-1,-1 0 1,1 1 0,-1-1-1,-4 7 1,-7 10-72,-25 38 1,37-53 52,-12 18-26,2 1 0,0 1 0,1 0-1,1 0 1,2 1 0,0 0 0,2 1-1,1-1 1,1 2 0,-3 48 0,8-73-11,1 0 1,-1 0-1,0 0 1,1 0-1,-1 0 1,1 0-1,0-1 1,0 1 0,0 0-1,0 0 1,0-1-1,1 1 1,-1-1-1,1 1 1,0-1-1,0 1 1,3 2-1,-1-2 5,0 0 0,0 0 1,0 0-1,0-1 0,1 0 0,0 0 0,-1 0 0,1 0 0,7 1 1,4 0 7,0 0 1,0-2 0,0 0 0,0-1 0,24-2 0,-30 0-9,0 0 0,0-1 1,0 0-1,-1-1 0,1 0 1,-1 0-1,0-1 0,-1 0 1,1-1-1,-1 0 0,0 0 1,0 0-1,-1-1 0,1-1 0,-2 1 1,9-12-1,0-2 12,0 0 0,-2-1-1,-1-1 1,0 0 0,10-32 0,-14 28 16,-1-1 0,-1 0 1,-1 0-1,-2-1 0,0 1 1,-2-1-1,-4-42 0,2 60 36,-1 0-1,0-1 1,-1 1-1,0 0 1,0 0-1,-1 1 1,-1-1-1,1 1 1,-14-20-1,13 23-3,0 0 0,0 0 0,-1 1 0,0 0-1,0 0 1,-1 0 0,0 0 0,0 1 0,0 0 0,0 1 0,-1 0-1,0 0 1,-14-5 0,20 8-62,0 1 0,-1-1 0,1 1 0,-1-1 0,1 1 0,-1 0 0,1 0 0,-1 0 0,1 0-1,-1 0 1,-4 1 0,6 0-40,0-1 0,0 1-1,-1 0 1,1-1 0,0 1-1,0 0 1,0-1 0,0 1 0,0 0-1,0 0 1,0 0 0,1 0-1,-1 0 1,0 0 0,0 0-1,1 0 1,-1 2 0,-1 3-355,0 0 1,1 1-1,-1-1 0,2 0 1,-1 1-1,1-1 0,0 9 1,0-9 45,0 76-8668,0-39 1530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1.4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21 10549,'0'0'18059,"-1"-4"-16683,-9-9-250,10 12-1141,0 1-1,0 0 1,-1 0-1,1-1 1,0 1-1,0 0 0,-1 0 1,1 0-1,0-1 1,-1 1-1,1 0 1,0 0-1,-1 0 1,1 0-1,0 0 0,-1 0 1,1 0-1,-1 0 1,1 0-1,0 0 1,-1 0-1,1 0 0,0 0 1,-1 0-1,1 0 1,0 0-1,-1 0 1,1 0-1,0 0 1,-1 1-1,1-1 0,0 0 1,-1 0-1,1 0 1,0 1-1,0-1 1,-1 0-1,1 0 1,0 1-1,0-1 0,-1 0 1,1 0-1,0 1 1,0-1-1,0 0 1,0 1-1,-1-1 1,1 0-1,0 1 0,0-1 1,0 0-1,0 1 1,0-1-1,0 1 1,0-1-1,0 0 1,0 1-1,0-1 0,0 2-1946,27-8-25356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1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25 7507,'0'0'14869,"-3"-4"-13730,2 2-1088,-1 0 0,1 1-1,0-1 1,-1 1 0,1 0 0,-1-1 0,0 1 0,1 0 0,-1 0 0,0 0 0,0 0 0,1 0-1,-1 0 1,0 1 0,0-1 0,0 1 0,0-1 0,0 1 0,-3-1 0,0 2-19,0-1-1,-1 0 1,1 1 0,0 0 0,-1 1 0,1-1 0,-8 4-1,2-1-12,0 1-1,1 0 1,0 0-1,0 1 1,0 1-1,-17 14 1,23-18-26,1 0 0,0 1 0,0-1 0,0 1 0,0 0 0,1 0 1,0 0-1,-1 1 0,1-1 0,1 0 0,-1 1 0,1-1 0,0 1 0,0-1 1,0 1-1,0 0 0,1 0 0,0-1 0,0 8 0,1-8-15,0 0 0,0-1 0,1 1 0,-1-1 0,1 1 0,0-1 0,0 0-1,0 0 1,0 1 0,1-1 0,-1-1 0,1 1 0,0 0 0,-1-1 0,1 1 0,1-1-1,-1 0 1,6 3 0,10 6-277,1-1-1,23 7 1,-25-9-50,41 13-737,-38-15 410,-1 2 1,0 0-1,37 21 1,-55-28 671,0 1 0,0-1 0,-1 0 0,1 0 0,-1 1 1,1-1-1,-1 1 0,0 0 0,1-1 0,-1 1 1,0 0-1,0 0 0,0 0 0,0-1 0,-1 1 1,1 0-1,-1 0 0,1 0 0,-1 0 0,1 1 1,-1-1-1,0 0 0,0 0 0,0 0 0,0 0 0,0 0 1,-1 0-1,1 0 0,-1 0 0,1 0 0,-1 0 1,-1 3-1,0-1 128,0 1-1,-1-1 1,0 0 0,0 0 0,0 0 0,0 0 0,0 0 0,-1-1 0,0 1-1,0-1 1,-7 5 0,-14 4 604,0-1-1,-1-1 1,0-1-1,-35 7 1,-33 11-9,83-23-792,0 0 0,0 0 0,0 1 1,0 1-1,1 0 0,-18 13 0,24-13-1357,9-2-5222,8-6 660,-6-1 5734,17-23-5507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2.1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3730,'0'0'19209,"138"-38"-18953,-100 38-240,0 18-16,-1 9-481,-2 3-2080,-2 11-2673,2 9-4531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3.3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0 704,'0'0'8303,"9"7"-6585,-7-2-1427,0-1-1,0 1 1,-1 0 0,0-1 0,0 1-1,0 0 1,0 0 0,-1 0-1,0 8 1,2 10 460,4 50 687,-6-58-1318,1 1 0,1 0 0,0-1 0,1 1 0,1-1 0,10 29 0,1-15-11,2 0 1,1-1-1,1 0 0,1-2 1,2 0-1,0-2 0,2 0 1,36 28-1,21 9-21,125 71 1,-40-31-53,304 164 517,-284-170-275,31 13-238,-33-35 3345,-159-62-3214,-1 1 0,0 1-1,-1 1 1,30 23 0,-41-28 520,0-1-1,1-1 1,0 0 0,0-1 0,16 5-1,20 10-147,-30-11-460,-15-7-48,0 0 0,0-1 0,0 0 0,0 0 0,0 0 0,1 0 0,-1-1 0,9 2 0,-11-2 133,0 0-1,0 0 1,-1 0 0,1 0-1,0 0 1,-1 0 0,1 0 0,0 1-1,-1-1 1,3 4 0,7 4 412,-2-3 785,11 5-5395,-19-11 3492,0 0 0,0 0 1,-1 1-1,1-1 0,0 0 0,0 0 1,0 0-1,0 0 0,0-1 0,-1 1 1,1 0-1,0 0 0,0 0 0,0-1 1,-1 1-1,1 0 0,0-1 0,0 1 1,-1 0-1,1-1 0,0 1 0,-1-1 1,1 0-1,0 0 0,12-15-8581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5:44.29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302 97 4082,'0'0'10100,"-4"1"-8736,-1 1-984,1 0 1,-1-1-1,0 0 0,1 0 1,-1-1-1,0 1 0,0-1 1,0 0-1,0 0 1,0-1-1,1 0 0,-11-2 1,6 0 30,0 0 1,1-1 0,-1 0 0,1 0 0,0-1 0,-9-6-1,17 11-387,0 0-1,1 0 0,-1 0 1,0 0-1,0 0 0,0 0 0,1 0 1,-1 0-1,0 0 0,0 0 0,0 0 1,1 0-1,-1 0 0,0 0 1,0 0-1,0 0 0,0 0 0,1-1 1,-1 1-1,0 0 0,0 0 1,0 0-1,0 0 0,0 0 0,1-1 1,-1 1-1,0 0 0,0 0 1,0 0-1,0 0 0,0-1 0,0 1 1,0 0-1,0 0 0,0 0 1,0-1-1,0 1 0,1 0 0,-1 0 1,0 0-1,0-1 0,0 1 1,-1 0-1,1 0 0,0 0 0,0 0 1,0-1-1,0 1 0,0 0 1,0 0-1,0 0 0,0-1 0,0 1 1,0 0-1,0 0 0,-1 0 0,1 0 1,0-1-1,0 1 0,0 0 1,23 0-239,-19 0 325,14-1-96,-9 1-6,0-1-1,0 1 0,16 3 0,-23-3-5,-1 0-1,0 0 1,0 0-1,1 1 0,-1-1 1,0 1-1,0-1 1,0 1-1,1-1 1,-1 1-1,0-1 0,0 1 1,0 0-1,0 0 1,0 0-1,0 0 1,0 0-1,0 0 0,-1 0 1,1 0-1,0 0 1,-1 0-1,1 0 1,0 0-1,-1 0 0,1 1 1,-1-1-1,0 0 1,1 0-1,-1 1 1,0-1-1,0 2 0,0 1 26,0-1-1,0 0 0,0 0 1,-1 1-1,1-1 0,-1 0 1,0 0-1,0 1 0,0-1 1,0 0-1,-1 0 0,1 0 1,-1-1-1,0 1 0,0 0 1,0 0-1,0-1 0,-4 4 1,2-3 55,-1 0 1,0 0-1,0 0 1,0 0 0,0-1-1,0 0 1,-1 0-1,1 0 1,-1-1-1,-5 1 1,-13 1 375,0-1-1,0-1 1,-39-4-1,62 3-436,-1 0-1,1 0 0,-1 0 1,1-1-1,-1 1 0,1 0 1,-1-1-1,1 1 1,0-1-1,-1 0 0,1 1 1,0-1-1,-1 0 0,1 0 1,0 0-1,0 0 1,0 0-1,0 0 0,0 0 1,0 0-1,0-1 0,-1-1 1,1 0 12,-1 1 0,2-1 0,-1 0 0,0 0 1,0 0-1,1 0 0,0 0 0,0 0 0,-1 0 0,2-5 0,0 0-15,0 1-1,1 0 0,0-1 0,0 1 0,0 0 0,1 1 0,0-1 0,6-10 0,-5 13-19,-1 0 0,0 0 0,1 0-1,0 1 1,0-1 0,0 1 0,1 0 0,-1 0-1,1 1 1,-1-1 0,1 1 0,0 0 0,0 0-1,0 0 1,0 1 0,0 0 0,0 0 0,0 0-1,1 1 1,-1 0 0,0 0 0,7 0 0,-11 0 1,0 0-1,0 1 1,0-1 0,0 0 0,0 0 0,0 0 0,0 1 0,0-1 0,0 0 0,0 1 0,0-1 0,0 1 0,-1-1 0,1 1 0,0 0-1,0-1 1,0 1 0,-1 0 0,1 0 0,0-1 0,-1 1 0,1 0 0,1 1 0,-1 1 0,0 0 1,0 0-1,0 0 1,0 0-1,-1-1 1,1 1-1,-1 0 0,1 5 1,-1 1 11,-1-1 0,1 0 0,-1 0-1,-1 1 1,-4 13 0,5-17 50,-1 0 0,0 0 0,0-1 0,0 1 0,-1-1-1,1 1 1,-1-1 0,0 0 0,0 0 0,-1 0 0,1-1-1,-1 1 1,0-1 0,0 0 0,0 0 0,0 0 0,0 0-1,-1-1 1,1 1 0,-1-1 0,0-1 0,1 1 0,-1 0 0,0-1-1,0 0 1,0-1 0,0 1 0,0-1 0,0 0 0,-9 0-1,11 0-34,0 0 0,1 0 0,-1 0 0,0-1 0,0 1 0,0 0 0,1-1 0,-1 0 0,0 0 0,1 0 0,-1 0 0,1 0 0,-1 0 0,-3-3 0,5 2-14,-1 0-1,1 0 0,0 0 0,-1 0 1,1 0-1,0 0 0,0 0 0,0 0 1,0 0-1,1-1 0,-1 1 0,1 0 1,-1-1-1,1 1 0,0-1 0,0 1 1,0-5-1,0 6-11,0-1 0,-1 0 0,1 0 1,0 1-1,0-1 0,1 0 0,-1 0 0,0 1 1,0-1-1,1 0 0,-1 1 0,1-1 0,0 0 1,-1 1-1,1-1 0,0 1 0,0-1 0,0 1 1,0-1-1,0 1 0,0 0 0,0-1 0,1 1 1,-1 0-1,0 0 0,1 0 0,-1 0 0,1 0 1,-1 0-1,1 1 0,-1-1 0,1 0 1,0 1-1,-1-1 0,1 1 0,0-1 0,0 1 1,2 0-1,16-2-1,1 1 0,31 1 1,-14 1 2,-35-1-1,1 1 0,-1-1-1,0 1 1,1-1 0,-1 1 0,1 0 0,-1 0 0,0 1 0,0-1 0,1 1-1,4 2 1,-7-3-1,0 0 0,0 0-1,0 0 1,0 0-1,0 0 1,0 0 0,0 0-1,0 0 1,-1 0-1,1 1 1,0-1 0,-1 0-1,1 0 1,-1 1 0,1-1-1,-1 0 1,0 1-1,1-1 1,-1 0 0,0 1-1,0-1 1,0 1-1,0-1 1,0 0 0,0 1-1,0-1 1,-1 0-1,1 1 1,-1-1 0,1 0-1,-1 1 1,1-1-1,-2 2 1,1-1 11,-1-1-1,0 1 1,0-1-1,0 1 1,0-1-1,0 0 1,0 1-1,0-1 1,-1 0 0,1-1-1,0 1 1,-1 0-1,1-1 1,0 1-1,-1-1 1,1 0-1,-4 1 1,-46 1 388,48-2-350,3 0-139,-1 0 0,1 0 1,-1 0-1,0 1 1,1-1-1,-1 0 0,1 1 1,-1-1-1,1 1 1,-1 0-1,1-1 0,-3 3 1,4-3-65,-1 0 0,1 1 1,0-1-1,-1 1 0,1-1 1,0 1-1,0-1 1,-1 1-1,1-1 0,0 1 1,0-1-1,0 1 0,0-1 1,0 1-1,0-1 0,0 1 1,0 0-1,0-1 1,0 1-1,0-1 0,0 1 1,0-1-1,0 1 0,0-1 1,0 1-1,1-1 0,-1 1 1,0-1-1,0 1 0,1-1 1,-1 1-1,0-1 1,1 0-1,-1 1 0,0-1 1,1 1-1,-1-1 0,1 0 1,-1 1-1,1-1 0,-1 0 1,2 1-1,15 7-5873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5.8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99 38 208,'0'0'18614,"3"0"-19959,10-1 1363,-1-1-1,0 0 0,23-7 1,15-4 11,-8 8-33,-1 1 0,1 3 0,54 4 0,-94-3 13,1 0 1,-1 1-1,1-1 1,-1 1-1,1-1 1,-1 1-1,1 0 0,-1 0 1,0 0-1,1 0 1,-1 1-1,0-1 0,0 0 1,0 1-1,0 0 1,0-1-1,0 1 0,-1 0 1,1 0-1,2 4 1,-2-2 29,-1 0 0,1 0 0,-1 0 1,1 0-1,-1 0 0,0 0 0,-1 1 0,1-1 1,-1 0-1,0 1 0,-1 5 0,0 1 64,0 0 0,-1-1 0,-1 1 0,0 0 0,0-1-1,-1 0 1,0 0 0,-1 0 0,-6 10 0,-44 52 635,-4-1 0,-68 63 1,26-29-313,79-82-212,1 1 1,-26 40-1,42-57-173,1 0 1,0 0-1,1 1 0,0-1 1,0 1-1,0-1 0,1 1 1,0 0-1,0 0 1,1 0-1,0 0 0,1 0 1,0 1-1,0-1 0,1 8 1,0-13-17,0-1 0,0 1 0,0-1 0,1 1 0,-1-1 0,1 0 0,-1 0 1,1 1-1,-1-1 0,1 0 0,0-1 0,0 1 0,0 0 0,0 0 0,1-1 1,-1 0-1,0 1 0,1-1 0,-1 0 0,1 0 0,-1 0 0,4 1 0,8 1 162,-1 1-1,27 2 0,252 4 460,-262-10-628,-18 0-107,1-1 0,-1-1-1,0 0 1,0-1 0,15-6-1,-27 9-35,1 0-1,-1 0 0,0 0 1,0 0-1,0 0 1,1 0-1,-1 0 0,0 0 1,0 0-1,0 0 1,1 0-1,-1-1 0,0 1 1,0 0-1,0 0 1,0 0-1,1 0 0,-1-1 1,0 1-1,0 0 1,0 0-1,0 0 0,0 0 1,1-1-1,-1 1 1,0 0-1,0 0 0,0-1 1,0 1-1,0 0 1,0 0-1,0 0 0,0-1 1,0 1-1,0 0 1,0 0-1,0-1 0,0 1 1,0 0-1,0 0 1,0 0-1,0-1 1,-1 1-1,-8-11-3191,-18-6-1393,26 17 4179,-26-15-5018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6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53 3698,'0'0'8772,"43"-30"-7828,0 30 257,7 0-97,13 0-175,4 0-577,9 0-240,6 0-112,4 0-16,4 0-769,0 0-1376,-7-5-1888,-10-13-2963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6.4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18 3089,'0'0'14215,"-1"-2"-13089,12-2-857,22 1 496,42 1 0,-18 2-441,160-6-23,-123 6-5945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6.7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10 3025,'0'0'15479,"166"13"-14326,-123-11-673,-11-2-480,-4 0-16,-3 0-1024,8 0-1265,4-2-3218,6-21-4577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8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1 108 3730,'0'0'8185,"18"-11"-7393,1-2-531,-10 6-149,0 1 0,1 0 1,-1 0-1,1 1 0,1 0 0,-1 1 0,1 0 0,-1 1 0,22-4 0,59-7 1009,134-3-1,-224 18-1102,0-1 1,-1 0-1,1 1 0,0-1 0,0 0 1,-1 1-1,1-1 0,0 1 0,-1 0 1,1-1-1,0 1 0,-1-1 0,1 1 0,-1 0 1,1 0-1,-1-1 0,1 1 0,-1 0 1,0 0-1,1-1 0,-1 1 0,0 0 1,0 0-1,0 0 0,1 0 0,-1 0 1,0-1-1,0 1 0,0 0 0,0 0 0,-1 1 1,0 38 310,0-33-180,-2 13 136,0 0 0,-1-1-1,-1 0 1,-1 0 0,-1 0 0,-13 25 0,-66 107 682,60-109-833,2-2-49,-2 0 0,-2-3 0,-2 0 0,0-2 0,-3-1 0,-38 31 0,69-63-13,-1 0 0,1 0 0,-1 0 0,0 0 0,0-1 0,0 1 0,0-1 0,0 0 0,0 0 0,0 0 0,0 0 0,0-1 0,0 1 0,-1-1 0,1 0 0,-6 0 0,9 0-43,-1-1 0,0 0 0,1 1-1,0-1 1,-1 0 0,1 1 0,-1-1-1,1 0 1,0 1 0,-1-1 0,1 0-1,0 0 1,0 1 0,0-1 0,-1 0 0,1 0-1,0 0 1,0 1 0,0-1 0,0 0-1,1-1 1,-1-27 57,0 21-42,0-4-37,0 0 0,1 1 0,1-1-1,-1 0 1,2 0 0,0 1 0,7-20 0,-7 26-7,0-1 1,0 1 0,0-1-1,1 1 1,0 0 0,0 0 0,1 0-1,-1 1 1,1 0 0,0-1 0,0 2-1,0-1 1,1 1 0,-1-1-1,1 1 1,8-2 0,-3 1 112,0 1-1,0 0 1,0 1-1,0 1 1,1 0 0,-1 0-1,0 1 1,1 0-1,-1 1 1,0 1 0,1 0-1,-1 0 1,0 1 0,0 0-1,-1 1 1,1 0-1,-1 1 1,19 11 0,81 68 2292,-74-54-1904,1-2 0,51 29 0,-83-55-612,1 0-1,-1 0 1,1 0 0,0-1-1,-1 1 1,1-1 0,0-1-1,0 1 1,9-1-1,0-1-4753,0-1-4472,-1 0-497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8.9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185 95 7059,'0'0'10880,"25"-16"-10403,-4 1-363,-12 8-74,0 0 0,1 1 0,0 0 0,0 0 1,0 1-1,1 0 0,0 1 0,0 0 0,0 1 0,0 0 0,1 1 0,-1 0 0,21 0 0,25 1 197,79 3 201,-132-1-434,0 0-1,-1-1 0,1 1 0,0 0 1,0 1-1,-1-1 0,1 1 0,-1-1 1,1 1-1,-1 0 0,0 1 0,1-1 1,-1 0-1,-1 1 0,1 0 0,0 0 1,0 0-1,-1 0 0,0 0 0,0 0 1,0 1-1,0-1 0,0 1 0,0-1 0,-1 1 1,0-1-1,0 1 0,0 0 0,0 0 1,-1 0-1,1 0 0,-1 4 0,1 5 20,-1 1-1,0 0 0,-1 0 0,-1-1 0,0 1 1,-1 0-1,0-1 0,-7 16 0,0-5 18,-2-1 0,0 0 1,-1-1-1,-21 26 0,-72 80 79,62-80-93,-2-1 0,-59 46-1,84-76 4,-2 0-1,1-2 1,-2-1-1,0-1 0,-1-1 1,0-2-1,-48 15 0,72-25-19,0 1-1,0-1 0,0 0 0,0 1 1,0-1-1,-1 0 0,1 0 0,0 0 1,0 1-1,-1-1 0,1-1 0,0 1 1,0 0-1,0 0 0,-1 0 0,1-1 1,0 1-1,0 0 0,0-1 0,0 1 1,0-1-1,0 0 0,0 1 0,0-1 1,-2-1-1,3 1-2,-1-1 1,1 1 0,-1 0-1,1-1 1,0 1 0,-1-1-1,1 1 1,0-1-1,0 1 1,0 0 0,0-1-1,0 1 1,1-1-1,-1 1 1,0-1 0,1 1-1,0-3 1,2-5 26,1 0 1,0 0-1,1 1 0,0-1 1,7-8-1,-4 6 182,2 1 0,-1-1 0,1 2 0,1-1 0,0 1-1,0 1 1,1 0 0,0 1 0,0 0 0,0 1 0,19-7 0,-14 8 140,1 0 0,0 2 1,0-1-1,0 2 0,0 1 0,0 0 1,0 1-1,22 3 0,-32-2-136,-1 0 0,0 1 0,0 0-1,1 1 1,-1-1 0,0 1 0,-1 1 0,1-1-1,8 7 1,5 5 534,27 26 0,-31-26-317,1 0 0,19 12 0,-25-21-377,-1 0-1,1-1 0,0 0 0,0-1 1,1 0-1,-1-1 0,1 0 1,0-1-1,0-1 0,0 1 0,0-2 1,19-1-1,45-2-3093,-1-9-11586,-39 5 3640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6:59.4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73 4402,'0'0'10367,"17"0"-8947,515-6 6488,-330 7-6852,-197-1-1037,74-3 602,-72 2-516,0 0 0,-1 0-1,1-1 1,-1 1-1,1-2 1,-1 1-1,0-1 1,0 0-1,7-4 1,-12 6-93,0 1-1,0-1 1,-1 1 0,1-1-1,0 0 1,-1 1 0,1-1 0,-1 0-1,1 0 1,-1 1 0,1-1-1,-1 0 1,1 0 0,-1 0-1,0 1 1,1-1 0,-1 0-1,0 0 1,0 0 0,0 0 0,0 0-1,1 0 1,-1 0 0,-1 0-1,1 0 1,0 0 0,0 1-1,0-1 1,0 0 0,-1 0 0,1 0-1,0 0 1,-1 0 0,1 0-1,-1 1 1,1-1 0,-1 0-1,1 0 1,-1 1 0,1-1-1,-1 0 1,0 1 0,1-1 0,-1 1-1,0-1 1,0 1 0,0-1-1,1 1 1,-1-1 0,0 1-1,0 0 1,0-1 0,0 1-1,0 0 1,0 0 0,1 0 0,-1-1-1,0 1 1,-2 1 0,-33-2-2497,23 1-4315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0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128 224 2881,'0'0'8943,"18"-20"-7075,57-67-318,-70 81-1352,0 0 0,0 1 1,0 0-1,1 0 0,0 1 0,0 0 1,0 0-1,0 0 0,10-4 1,-1 1 184,5-3 39,1 2-1,1 0 1,-1 1 0,1 1 0,0 1-1,32-3 1,136 2 864,-138 6-989,-48 0-274,-1 0 0,0 0 0,1 0 0,-1 0 0,0 1 0,0-1-1,1 1 1,-1 0 0,0 0 0,0 0 0,6 3 0,-8-3-17,1 1 0,-1 0 1,0-1-1,1 1 0,-1 0 1,0 0-1,0 0 0,0 0 0,-1 0 1,1 0-1,0 0 0,-1 0 1,1 0-1,-1 0 0,0 0 0,1 0 1,-1 1-1,0-1 0,-1 2 1,1 6 50,-1 0 0,0-1 0,-1 1 1,0 0-1,-1-1 0,0 1 0,0-1 1,-1 0-1,0 0 0,-1 0 0,0-1 1,-6 9-1,-13 15 402,-45 48 0,42-50-297,-146 151 331,138-148-474,-2-3 0,-1-1 0,-50 30 0,74-51-40,0-2 0,-1 0 0,1 0 0,-1-1 0,0-1 0,-1-1 0,1 0 1,0-1-1,-1 0 0,0-2 0,-25-1 0,39 1 7,0-1 1,0 1 0,0-1-1,0 0 1,0 0-1,0 0 1,0 0-1,0 0 1,0 0-1,1-1 1,-1 1-1,0-1 1,1 1-1,-1-1 1,1 1-1,0-1 1,-1 0-1,1 0 1,0 1-1,0-1 1,0 0-1,0 0 1,0 0-1,1 0 1,-1-1-1,1 1 1,-1 0 0,1 0-1,0-4 1,-2-8-33,1-1 0,0 1 1,2-16-1,-1 28 46,0-1 0,1 1 0,0-1 0,-1 1 0,1-1 0,0 1 0,0 0 0,0 0 0,0-1 0,1 1 0,-1 0 0,1 0 0,-1 0 1,1 0-1,0 1 0,-1-1 0,1 0 0,0 1 0,0-1 0,0 1 0,1 0 0,-1-1 0,0 1 0,0 0 0,1 1 0,-1-1 0,0 0 0,1 1 0,4-1 0,8-3 42,2 2 0,-1 0-1,20 1 1,-36 1-39,69-2 604,-1 3 1,130 18-1,-157-11-224,223 50 912,-211-47-3269,-26-8-2554,0-5-3323,-7-2-172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1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101 193 5843,'0'0'10938,"25"-21"-10092,81-65 10,-95 77-655,-1 0 1,1 1-1,1 1 0,0 0 1,0 1-1,0 0 0,1 1 0,-1 0 1,1 1-1,0 0 0,1 1 0,-1 1 1,1 0-1,17 0 0,-19 1-122,19-2 115,-1 1 1,62 5 0,-91-3-185,0 0 1,1 1-1,-1 0 0,0-1 1,1 1-1,-1 0 1,0 0-1,0 0 1,0-1-1,1 1 0,-1 0 1,0 1-1,0-1 1,-1 0-1,1 0 0,0 0 1,0 0-1,0 1 1,-1-1-1,1 0 1,-1 1-1,1-1 0,-1 1 1,0-1-1,1 1 1,-1-1-1,0 3 0,2 50 255,-2-38-144,-2-2-19,1 0 0,-2 0-1,0-1 1,-1 1-1,0-1 1,0 0-1,-2 0 1,0 0 0,0-1-1,-1 1 1,-14 16-1,-4 4 35,-1-1-1,-52 49 0,53-58-106,0-1 0,-2-1 0,0-2 1,-50 28-1,58-39 16,0 1 1,0-2 0,-1-1 0,1 0 0,-2-1-1,1-2 1,0 0 0,-37 1 0,55-4-38,1 0 0,0 0-1,-1 0 1,1 0 0,-1 0 0,1 0 0,-1 0 0,1 0-1,0-1 1,-1 1 0,1-1 0,0 1 0,-1-1 0,1 1 0,0-1-1,-1 0 1,1 1 0,0-1 0,-2-2 0,2 1 12,0-1 0,0 1 0,1 0-1,-1-1 1,0 1 0,1-1 0,0 1 0,0-1 0,0 1 0,0-5 0,0 2 30,0-1 0,0 1 0,0 0 0,1 0-1,0 0 1,0 0 0,3-8 0,-2 10-32,-1 0-1,1 1 1,0-1-1,-1 1 1,1 0-1,0 0 1,1 0-1,-1 0 1,0 0-1,1 0 1,-1 0-1,1 1 1,-1-1-1,6-1 1,5-2 70,0 0 0,0 1 1,0 1-1,0 0 0,1 1 1,16-1-1,87 3 1037,-57 1-286,-46 0-575,0 0 0,0 1 0,0 0 0,-1 1 0,1 1 0,16 6-1,78 40 1436,-77-33-1411,67 23 0,-75-34-288,1-1 0,-1-2 0,1 0 0,44-2 0,-68-1 0,1 0 0,-1 0 0,1 0 1,-1 0-1,0 0 0,1 0 0,-1 0 0,1-1 0,-1 1 0,0 0 0,1 0 1,-1 0-1,0-1 0,1 1 0,-1 0 0,0-1 0,1 1 0,-1 0 0,0 0 1,1-1-1,-1 1 0,0-1 0,0 1 0,0 0 0,1-1 0,-1 1 0,0 0 1,0-1-1,0 1 0,0-1 0,0 1 0,0-1 0,0 1 0,0 0 0,0-1 1,0 1-1,0-1 0,0 1 0,0 0 0,0-1 0,0 0 0,-1 0-30,1 1-1,0-1 1,0 0-1,-1 0 1,1 1-1,-1-1 0,1 0 1,-1 0-1,1 1 1,-1-1-1,1 1 1,-1-1-1,0 1 1,1-1-1,-1 0 1,0 1-1,1 0 1,-1-1-1,0 1 0,1 0 1,-1-1-1,0 1 1,0 0-1,0 0 1,1-1-1,-1 1 1,0 0-1,-1 0 1,-166 0-11002,76 0 2951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2.7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0 801 848,'0'0'5643,"29"-9"-3522,93-30-512,-74 25-307,1 3 1,63-7 0,-44 8-252,453-59 3522,-411 56-3965,1093-90 2949,-886 82-3440,412-23 47,436-35 27,-818 35 458,545-141 1,-830 168-384,59-12 922,-119 28-1037,22-5 461,-23 6-512,0 0 0,0-1 1,-1 1-1,1 0 0,0 0 0,-1-1 0,1 1 1,0 0-1,-1-1 0,1 1 0,0-1 0,-1 1 1,1-1-1,-1 1 0,1-1 0,-1 1 1,1-1-1,-1 0 0,1 1 0,-1-1 0,0 0 1,1 1-1,-1-1 0,0-1 0,41 2 2157,127 2-2234,186-5 53,-236-9-153,-104 9 66,0 0 0,-1 0 0,1-2 0,-1 1-1,0-2 1,17-9 0,-30 15 12,0 0 0,1 0-1,-1 0 1,0 0-1,1 0 1,-1 0 0,0 0-1,1 0 1,-1-1 0,0 1-1,1 0 1,-1 0 0,0-1-1,1 1 1,-1 0-1,0 0 1,0-1 0,1 1-1,-1 0 1,0 0 0,0-1-1,1 1 1,-1 0 0,0-1-1,0 1 1,0-1-1,0 1 1,0 0 0,0-1-1,0 1 1,1 0 0,-1-1-1,0 1 1,0-1-1,0 1 1,-1 0 0,1-1-1,0 1 1,0 0 0,0-1-1,0 1 1,0-1 0,0 1-1,0 0 1,-1-1-1,1 1 1,0 0 0,0-1-1,0 1 1,-1 0 0,1 0-1,0-1 1,-1 1 0,1 0-1,0 0 1,0-1-1,-1 1 1,1 0 0,0 0-1,-1 0 1,1 0 0,0-1-1,-1 1 1,1 0 0,-1 0-1,0 0 1,-25-6-60,-89 6-1720,110 0 1027,-1 1 0,0 0 0,1 0 0,-1 1 0,1 0 0,0 0 1,-8 4-1,-26 8-3270,10-9-1124,-35 2-1,1-6-2459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8.1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137 1 992,'0'0'1292,"-22"6"98,-6 1-795,-59 19 14585,99-25-12927,21-3-3159,51-7 1129,147-10-67,-175 17-152,-32 0 4,0 2-1,0 0 1,42 6 0,-63-5-9,-1 0 0,0 0 0,1 0 0,-1 0 0,0 1 1,0-1-1,0 0 0,0 1 0,0 0 0,0-1 0,-1 1 0,1 0 1,0 0-1,-1 0 0,1 0 0,-1 0 0,0 0 0,0 0 0,0 1 1,0-1-1,0 0 0,0 1 0,-1-1 0,1 1 0,-1-1 0,0 1 1,1-1-1,-1 4 0,0 2 6,0-1 1,0 1-1,-1 0 1,0-1-1,0 1 0,0-1 1,-1 1-1,-4 9 1,0-5-2,-1-1 1,0 0-1,-1 0 1,0 0-1,-17 17 0,-56 44 26,41-42-10,-69 38 0,6-4 17,101-63-37,0 0 1,0 1-1,1-1 0,-1 1 1,0-1-1,1 1 0,-1 0 1,1-1-1,0 1 0,-1 0 1,0 2-1,2-3 0,-1 0 1,1 0 0,0 0-1,0 0 1,0 0-1,-1 0 1,1 0-1,0 0 1,0 0-1,0 0 1,0 0-1,1 0 1,-1 0 0,0 0-1,0-1 1,1 1-1,-1 0 1,0 0-1,1 1 1,1 0 10,0 1-1,0-1 1,0 0 0,0 0 0,1 0-1,-1 0 1,1 0 0,-1-1 0,1 1-1,0-1 1,-1 1 0,1-1 0,0 0-1,5 1 1,41 11 487,2-2-1,96 7 0,22-12-3064,-165-6 1942,0 0 0,1 0 1,-1 0-1,0-1 0,0 1 0,0-1 0,-1 0 0,1 0 1,0-1-1,0 1 0,0-1 0,-1 0 0,1 0 1,3-2-1,19-22-8054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8.3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 1 13958,'0'0'11798,"-72"10"-11750,69-5-48,1 2-384,2-2-1041,0 3-1392,35-8-16504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8.8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134 131 8564,'0'0'10106,"-15"5"-9191,-46 19-125,57-22-723,1 0 1,0 1-1,-1-1 1,1 1-1,0-1 1,0 1-1,1 0 1,-1 0-1,1 0 1,-1 1-1,1-1 1,0 1-1,0-1 1,0 1-1,1 0 1,-1 0-1,1-1 1,0 1-1,0 0 1,0 7-1,-1-4-9,0 2-24,0 1-1,0 0 1,1-1-1,0 1 1,1 0-1,0 0 1,1 0-1,0-1 1,0 1 0,6 18-1,-5-23-28,0 0-1,0 0 0,1 0 1,0-1-1,0 1 1,0-1-1,1 1 1,-1-1-1,1 0 1,0 0-1,0-1 0,1 1 1,-1-1-1,1 0 1,-1 0-1,1-1 1,0 1-1,0-1 1,0 0-1,1 0 0,4 1 1,5 0-2,-1-1-1,0-1 1,1 0-1,25-1 1,-12-1-5,-16 0-9,0 0 0,-1-1 0,1 0 0,-1-1 0,1 0 1,-1-1-1,0-1 0,0 1 0,-1-2 0,0 1 1,1-2-1,10-8 0,-2 1-5,-2-1 1,0-1-1,0-1 0,-2 0 0,19-26 1,-28 33 35,0-1 0,0 1-1,-1-1 1,0 0 0,-1-1 0,6-21 0,-9 29 35,0 0 0,0-1 0,0 1 0,-1-1 1,0 1-1,0-1 0,0 1 0,0-1 0,0 1 0,-1-1 1,0 1-1,0 0 0,0-1 0,-1 1 0,1 0 0,-1 0 1,0 0-1,0 0 0,-1 0 0,1 0 0,-6-6 0,-2 3 99,0 0-1,-1 0 0,0 1 1,0 0-1,0 1 0,0 0 1,-1 1-1,-17-4 0,7 2-17,0 2-1,-1 0 0,-38 0 0,48 3-277,-27 2 461,39-1-378,0 0 0,1 0 0,-1 0 0,1 0 0,-1 0 0,1 1 0,-1-1 0,0 0 0,1 0 0,-1 0 0,1 1 0,-1-1 0,1 0 0,-1 1 0,1-1 0,0 0 0,-1 1 0,1-1 0,-1 1 0,1-1 0,0 1 0,-1-1 0,1 1 0,0-1 0,-1 1 0,1-1 0,0 1 0,0-1 0,0 1 0,-1-1 0,1 1 0,0 0 0,0-1 0,0 1 0,0-1 0,0 1 0,0 0 0,0-1 0,0 1 0,0-1 0,0 1 0,1-1 0,-1 1 0,0 0 0,0-1 0,1 1 0,-1-1 0,0 1 0,0-1 0,1 1 0,-1-1 0,1 1 0,2 2-412,0 0 1,0 0-1,0-1 1,0 1 0,0-1-1,1 0 1,-1 0 0,1 0-1,-1 0 1,1-1-1,0 0 1,0 1 0,-1-1-1,1 0 1,5 0-1,44 8-6014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9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40 5747,'0'0'12589,"15"-6"-11623,-1 0-797,-1 0-1,1 2 0,1 0 1,-1 0-1,1 1 1,-1 1-1,22-1 0,97 2 727,181 5-87,-313-4-802,1 0-1,0 0 1,0 0 0,0 0 0,-1 1 0,1-1 0,0 0 0,0 1 0,0 0 0,-1-1 0,1 1 0,-1 0 0,1 0 0,0 0 0,-1 0-1,1 0 1,-1 0 0,0 0 0,1 1 0,0 0 0,-1 0 22,-1-1-1,1 1 1,-1 0-1,1-1 1,-1 1-1,0-1 1,1 1-1,-1 0 1,0-1-1,0 1 1,0-1-1,-1 1 1,1 0-1,0-1 1,0 1-1,-1-1 1,-1 4-1,-2 4 203,0 1 0,-2-1 0,1 0-1,-1-1 1,-10 13 0,-22 25 676,2 2 1,3 1-1,-36 71 0,54-89-787,1 1 1,2 0-1,1 1 0,2 0 0,1 0 0,1 1 0,-2 43 0,8 109-903,1-185-137,3-1-4430,-2 0 4978,-1 0 0,0 0 1,1 0-1,-1 0 0,1 0 0,-1 0 1,0 0-1,1 0 0,-1-1 0,1 1 1,-1 0-1,0 0 0,1 0 0,-1-1 0,0 1 1,1 0-1,-1-1 0,0 1 0,0 0 1,1 0-1,-1-1 0,0 1 0,0 0 1,0-1-1,1 1 0,-1-1 0,0 0 1,3-20-7781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09.5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8868,'0'0'5507,"185"0"-1826,-102 0-1568,-5 0-896,-8 7-817,-10 1-384,-12-6-16,-15-2-512,-13 0-1313,-15 0-1088,-25 0-11478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10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 28 368,'0'0'5088,"-2"4"-4146,1 0-500,-2-1 0,1 0 1,0 1-1,-1-1 0,1 0 1,-1 0-1,0-1 1,0 1-1,0 0 0,-1-1 1,1 0-1,0 0 1,-1 0-1,0 0 0,-6 2 1,2 0 850,8-4-1198,0 0 0,0 0 0,0 0-1,0 1 948,1-1-947,-1 0 0,0 0-1,0 0 1,0 0 0,0 0-1,0 0 1,0 0 0,0 0 0,0 0-1,0 0 1,0 0 0,0 0-1,0 1 1,0-1 0,0 0 0,0 0-1,0 0 1,0 0 0,0 0-1,0 0 1,0 0 0,0 0 0,0 0-1,0 0 1,-1 1 947,1-1-947,0 0-1,0 0 1,0 0 0,0 0-1,0 0 1,0 0 0,0 0 0,0 0-1,0 0 1,-1 0 0,7 1 3044,-1-1-3995,72-3 2042,1-3-1,130-29 0,25-5-1793,-277 47-14641,9 5 7010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10.6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60 6099,'0'0'10869,"198"0"-8676,-107-2-336,-1-16-65,-7 8-607,-16-2-769,-14 4-304,-13 3-80,-5 0-32,-10 5-176,-7 0-1216,-8 0-1570,0 0-1680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18.7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344 141 96,'0'0'13339,"0"6"-7912,0 9-2274,0-11-2899,0 1 0,-1-1 0,0 1 0,0-1 0,0 0-1,0 0 1,-1 0 0,0 0 0,0 0 0,0 0 0,0 0-1,0 0 1,-4 4 0,-6 5 94,-1 1 0,-14 11 0,-9 9 129,-3 9-100,2 1 1,-41 62-1,67-88-276,1-1 0,1 2 0,0-1-1,1 1 1,1 0 0,1 1 0,1 0-1,0 0 1,2 0 0,-2 22 0,4-28 6,1 0-1,1 1 1,0-1 0,5 25 0,-4-32-79,0-1 1,1 0 0,-1 0 0,1 0 0,0 0 0,1-1 0,-1 1 0,1-1 0,0 0 0,1 0 0,-1 0 0,8 5 0,-3-3 4,0-1 0,0-1 0,0 1 1,0-2-1,1 1 0,0-1 0,0 0 1,0-1-1,1-1 0,-1 1 1,12 0-1,17 0 75,68-2 0,-51-2-57,-36-1-12,0 0-1,0-1 0,0-1 0,0 0 0,0-2 0,-1 0 1,0-2-1,26-13 0,141-92 127,-171 103-164,12-8 8,0-1-1,-2-1 1,0-2 0,32-37-1,-47 48 3,-1-1-1,0 0 0,-1-1 0,-1 0 0,0 0 1,0-1-1,-2 0 0,0 0 0,0 0 0,-1-1 1,-1 1-1,2-17 0,-4 14 10,1 0-1,-2-1 1,0 1 0,-2 0-1,-4-26 1,4 34-7,-1 0 0,0 0-1,-1 0 1,0 1 0,0 0 0,0 0 0,-1 0 0,-1 0 0,1 1 0,-1 0-1,-13-12 1,7 8 34,-2 1-1,1 0 0,-1 1 1,-1 0-1,1 1 0,-31-11 1,-99-23 119,101 32-137,-78-30 1,100 31-54,7 2 66,0 1 0,0 0-1,-1 1 1,0 0 0,0 1 0,0 1-1,-1 1 1,-20-2 0,21 4-42,1 1 0,-1 0 0,1 1 0,-1 1 0,1 0 0,-24 9 0,1 1 0,36-12 0,0-1 0,1 0 0,-1 1 0,1-1 0,-1 1 0,1-1 0,-1 1 0,1-1 0,0 1 0,-1-1 0,1 1 0,0-1 0,-1 1 0,1 0 0,0-1 0,-1 1 0,1-1 0,0 1 0,0 0 0,0-1 0,0 1 0,0 0 0,0-1 0,0 1 0,0 0 0,0-1 0,0 1 0,0 0 0,0-1 0,0 1 0,0 0 0,1-1 0,-1 1 0,0 0 0,1-1 0,-1 1 0,0-1 0,1 1 0,27 19-881,-5-3-5455,-11-12 400,-2-4-3161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4.0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121 131 3410,'0'0'12725,"18"-22"-10609,54-65 154,-54 65 5211,-20 48-5016,-29 91-837,6-29-1047,7 9-552,5 0-1,-2 141 1,8-96-24,2-87-435,-2 0-1,-20 76 1,25-126-23,0 0 1,0 1 0,0-2-1,-1 1 1,1 0-1,-1-1 1,0 1 0,-6 5-1,8-9 133,1 0-1,-1 0 0,0-1 1,0 1-1,0 0 0,1-1 1,-1 1-1,0-1 0,0 1 0,0-1 1,0 1-1,0-1 0,0 0 1,0 1-1,0-1 0,0 0 1,0 0-1,0 0 0,-2 0 1,1 0-174,1-1-1,0 0 1,0 1 0,0-1 0,-1 0 0,1 1 0,0-1 0,0 0 0,0 0 0,0 0 0,0 0 0,1 0 0,-1 0 0,0 0 0,0 0 0,1-1 0,-1 1 0,0 0 0,1 0 0,-1-2 0,-9-31-7721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4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 78 8084,'0'0'3060,"25"-13"-616,84-37-676,-102 47-1644,1 0-1,0 1 1,0 0 0,0 0-1,0 1 1,0 0-1,0 0 1,0 1-1,12 1 1,2 0 84,-18-1-154,1 0 0,0 1 0,0-1 0,0 1 0,0 0 0,0 0 0,-1 1 0,1-1 0,0 1 0,-1 0 0,1 0 1,-1 1-1,0-1 0,0 1 0,0 0 0,0 0 0,0 1 0,-1-1 0,1 1 0,-1-1 0,0 1 0,0 0 0,-1 0 0,1 1 1,-1-1-1,0 0 0,0 1 0,0 0 0,0-1 0,1 10 0,2 11 222,-1 0 0,-2 0 0,0 0 0,-3 44 0,0-50-160,1-11-87,0-1 0,-1 1 0,-1-1 0,1 1 0,-1-1 1,0 1-1,0-1 0,-1 0 0,0 0 0,-1 0 0,1-1 0,-1 1 1,-1-1-1,1 0 0,-1 0 0,0 0 0,-6 5 0,4-6 88,0 1 0,0-1-1,-1 0 1,0-1 0,0 0 0,0 0-1,-1 0 1,1-1 0,-1-1 0,1 1-1,-1-1 1,0-1 0,0 0 0,-10 0 0,7 0-29,0-1 0,0-1 1,-1 0-1,-21-4 1,27 3-152,0-1 0,1 1 1,-1-1-1,1 0 1,0-1-1,0 0 0,0 1 1,0-2-1,-7-7 0,6 6-426,-21-23-1112,22 12-1698,10-2-3613,13 2-1057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4.8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625 18 5683,'0'0'13563,"-3"-4"-11866,2 2-1647,0 1 0,1 0 0,-1 1-1,0-1 1,0 0 0,0 0 0,0 0 0,0 0 0,0 1 0,0-1-1,-1 1 1,1-1 0,0 1 0,0-1 0,0 1 0,-1-1 0,1 1-1,0 0 1,0 0 0,-1 0 0,1 0 0,0 0 0,0 0 0,-1 0-1,1 0 1,-2 1 0,-39 16 475,31-12-352,-35 18 569,1 1 1,1 3-1,1 1 1,2 2 0,-63 59-1,83-68-505,1 2-1,0 0 1,2 1-1,1 1 1,1 1-1,1 0 1,2 1-1,0 0 1,2 1-1,1 1 1,-7 29 0,10-24-149,1 1 1,1-1 0,2 1-1,2 0 1,1 0 0,9 65-1,-5-77-144,1-1 0,1 0-1,0 0 1,2 0-1,1-1 1,0 0 0,2 0-1,0-1 1,2-1-1,0 0 1,21 23 0,-28-35-121,1-1 0,0 1 0,0-2 0,1 1 0,0-1 0,0 0 0,0 0 0,0-1 1,1 0-1,0-1 0,0 0 0,0 0 0,0-1 0,18 2 0,-20-3-321,0-1-1,1 0 1,-1-1-1,1 0 1,-1 0-1,0 0 1,0-1-1,9-3 1,-10 3-367,1-1 1,-2 0 0,1 0-1,0-1 1,-1 0 0,1 0-1,-1 0 1,0-1 0,8-9-1,21-34-8550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5.37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31 4882,'0'0'11624,"15"-10"-6984,23 2-4061,0 3 0,0 1-1,43 0 1,-79 4-582,-1 0 0,1 0 0,-1 0 0,1 0 0,-1 0 0,1 1 0,-1-1 0,0 0 0,1 1 0,-1-1 0,1 1 0,-1-1 0,0 1 0,1-1 0,-1 1 0,0 0 0,0 0 0,0 0 0,1 0 0,0 1 0,-1 0-1,0 0 1,0 1 0,0-1-1,0 1 1,0-1-1,-1 1 1,1-1-1,-1 1 1,0-1-1,0 5 1,1 10 19,-1 0 1,-1 0-1,0 0 1,-2 0-1,0-1 0,-1 1 1,-10 27-1,0-8 29,-3-1 1,-27 43-1,10-24 98,-28 52 359,60-103-483,1 0-1,-1 0 0,1 0 1,0 0-1,0 0 0,0 0 0,0 0 1,1 1-1,-1-1 0,1 0 0,0 0 1,0 1-1,0-1 0,1 5 1,0-6-2,-1-1 0,1 1 1,0 0-1,0 0 0,0-1 1,1 1-1,-1-1 1,0 1-1,0-1 0,1 1 1,-1-1-1,1 0 0,0 0 1,-1 1-1,1-1 0,0 0 1,-1-1-1,1 1 1,0 0-1,0 0 0,0-1 1,0 1-1,3 0 0,31 4-103,-1 0 0,1-3 0,44-1 0,-52-1-901,-27 0 841,0 0-1,0 0 1,0 0 0,0 0 0,-1 0-1,1 0 1,0 0 0,0 0-1,0-1 1,0 1 0,-1 0-1,1 0 1,0-1 0,0 1-1,-1-1 1,1 1 0,0 0-1,0-1 1,-1 1 0,1-1-1,0 0 1,-1 1 0,1-2-1,2-19-7188,-3 16 5622,0-19-7054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5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9108,'0'0'13478,"138"-10"-12741,-82 10-465,1 0-144,-4 0-128,-3 0-336,-2 0-1297,0 0-1456,-8-8-2882,0-12-3826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5.99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5170,'0'0'14967,"21"3"-13041,3 0-1390,112 13 1511,-97-14-1488,188 19-43,-212-15-2945,-16 5-1889,-1-10 3636,0 1 0,1 0 0,-1 0 1,0-1-1,0 1 0,0-1 0,1 0 1,-2 1-1,1-1 0,-4 2 1,-31 7-6840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6.1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7235,'0'0'15495,"173"15"-14070,-125-15-481,2 0-527,-10 0-257,-5 0-160,3 0-112,-8 0-1057,0 0-1552,-2 0-2802,-3-3-6674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7.4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338 51 1153,'0'0'7366,"5"-2"-5483,9-5-2087,-10 3 2198,-9 2 6501,-10 3-8290,1 1 1,0 0-1,-1 1 1,1 1 0,1 0-1,-1 1 1,0 0-1,1 1 1,0 0-1,1 1 1,0 1-1,0 0 1,0 1-1,1 0 1,0 1-1,-10 11 1,8-7-95,1 0 1,0 1-1,1 0 1,0 0-1,2 1 1,0 1-1,1 0 1,0 0-1,1 0 1,1 1-1,1 0 1,-4 23-1,6-12-83,1 0-1,2 0 0,3 40 1,-3-65-26,1 0 1,0 0-1,0 0 1,0 0-1,0 0 1,1-1-1,0 1 1,-1 0-1,1-1 1,1 1-1,-1-1 0,0 1 1,1-1-1,0 0 1,0 0-1,0-1 1,0 1-1,0 0 1,0-1-1,1 0 1,-1 0-1,1 0 1,-1 0-1,1 0 1,0-1-1,0 0 1,0 1-1,4-1 0,10 2 38,0 0 0,0-2-1,0 0 1,34-4-1,-36 2-36,0-1 0,0-1 0,0-1 0,0 0 0,-1-1 0,0-1-1,0 0 1,0-1 0,0 0 0,-1-2 0,-1 1 0,1-2 0,-2 0 0,1 0 0,-1-1 0,-1-1-1,14-17 1,-11 10-24,0 0 0,-2-1 0,-1 0-1,0-1 1,-2-1 0,0 1 0,-1-1-1,-1-1 1,-2 1 0,0-1 0,3-34-1,-8 52 22,2-11 3,-2-1 0,1 0 0,-4-21 0,3 33 2,-1 1 0,0 0-1,0 0 1,0 0-1,0 1 1,-1-1-1,0 0 1,1 0 0,-1 1-1,-1-1 1,1 1-1,0 0 1,-1-1-1,0 1 1,0 1-1,0-1 1,0 0 0,-5-3-1,0 2-18,0 0 0,0 0 1,-1 1-1,1 0 0,-1 0 0,1 1 0,-1 0 0,0 1 0,0 0 0,0 1 0,-16 0 0,21 0-154,0 1 0,0 0 0,0-1 0,0 1 0,0 1 0,1-1 0,-1 1 0,0-1 0,1 1 0,-1 0 0,1 0 0,-4 3 0,5-2-198,0-1 0,0 0 0,0 0 0,0 1 0,1-1 1,-1 1-1,1-1 0,-1 1 0,1 0 0,0 0 0,0-1 0,0 1 0,1 0 0,-1 0 0,1 0 1,0 0-1,-1 6 0,4 8-5714,12-8-1735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7.8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1 6275,'0'0'10511,"17"18"-8624,-1-2-1403,8 7 326,-2 1 0,0 1 0,27 42 0,-29-33-319,-2 2 1,-1 0-1,-1 1 0,-3 0 0,-1 1 1,8 42-1,-8-13-86,-3 0-1,0 118 1,-9-167-262,-1 1 0,0 0 1,-2-1-1,0 0 0,-1 1 0,-1-1 1,0 0-1,-2-1 0,0 1 1,-1-2-1,0 1 0,-2-1 0,0 0 1,0-1-1,-2 0 0,-25 27 0,23-28 97,-1-1-1,1 0 1,-2-1-1,0 0 0,0-2 1,-1 0-1,-1 0 1,1-2-1,-1 0 0,-33 9 1,51-17-283,0 0 1,0-1-1,0 1 1,0 0-1,1 0 1,-1 0-1,0-1 1,0 1 0,0 0-1,0 0 1,0-1-1,0 1 1,0 0-1,0 0 1,0-1-1,0 1 1,0 0-1,0 0 1,0-1-1,0 1 1,0 0 0,0-1-1,0 1 1,0 0-1,0 0 1,0-1-1,0 1 1,0 0-1,-1 0 1,1 0-1,0-1 1,0 1-1,0 0 1,0 0 0,0 0-1,-1-1 1,1 1-1,0 0 1,0 0-1,-1 0 1,1 0-1,0-1 1,0 1-1,0 0 1,-1 0-1,1 0 1,0 0 0,0 0-1,-1 0 1,1 0-1,0 0 1,0 0-1,-1 0 1,1 0-1,0 0 1,-1 0-1,1 0 1,0 0-1,0 0 1,-1 0 0,1 0-1,17-18-1737,6 1-904,0 1 1,33-16-1,-1 1-3189,23-15-4211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8.3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 1697,'0'0'12117,"13"-5"-9497,-10 4-2505,25-10 1627,1 2-1,0 1 0,37-6 1,172-1 3063,-78 13-10008,-162 14-2630,-14-3 1988,-16 0-1801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8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6307,'0'0'18328,"160"30"-17303,-117-30-289,-6 0-384,-7 0-352,-2 0-16,-5 0-1168,-1 0-1201,-2-5-2722,3-8-7346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9.5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574 229 1665,'0'0'13614,"-10"-17"-11213,4 4-1928,3 6-296,0 1-1,-1-1 1,0 0 0,0 1-1,-7-8 1,8 12-76,1-1 0,-1 1 0,0 0 1,1 0-1,-1 0 0,0 0 0,-1 0 0,1 1 0,0-1 0,0 1 1,-1 0-1,1 0 0,-1 0 0,1 0 0,-1 1 0,1-1 0,-6 1 1,-11 1 96,0 1 0,0 1 0,1 0 0,-1 2 0,1 0 0,0 1 0,1 1 0,-1 1 0,1 0 1,1 2-1,0 0 0,0 1 0,1 0 0,0 1 0,-21 22 0,22-19-34,0 0 1,1 2-1,1 0 0,1 0 1,0 1-1,1 0 0,1 1 1,1 0-1,1 1 0,0 0 1,2 1-1,0-1 1,1 1-1,-2 28 0,5-34-170,1-1-1,1 0 1,0 1-1,1-1 0,3 15 1,-3-25 4,0 0 0,0 0 0,1-1 0,-1 1 0,1 0 1,0-1-1,0 1 0,0-1 0,0 0 0,1 1 0,0-1 0,-1 0 0,1-1 0,0 1 1,0 0-1,1-1 0,-1 0 0,0 0 0,1 0 0,-1 0 0,1 0 0,4 1 0,5 0-2,-1 0 0,0 0 0,1-2 0,-1 1 0,1-2 0,0 1-1,-1-2 1,1 0 0,-1 0 0,1-1 0,-1-1 0,1 0 0,-1-1-1,0 0 1,-1 0 0,1-2 0,15-8 0,5-8-8,-1-1 1,-2-2 0,0-1-1,-1-1 1,-2-1-1,0-2 1,-3 0-1,0-2 1,-2 0-1,-1-2 1,-2 0 0,-1-1-1,20-62 1,-31 74 14,-1 0 1,4-37-1,-9 53 17,1 1 0,-1-1 1,0 0-1,0 0 0,-1 0 0,0 1 1,0-1-1,-1 0 0,0 1 0,0-1 0,0 1 1,-1-1-1,-4-5 0,6 9-9,-1 1-1,0 0 1,0 0 0,-1 0-1,1 0 1,0 0 0,-1 0-1,1 1 1,-1-1 0,0 1-1,1 0 1,-1 0 0,0 0-1,0 0 1,0 0-1,0 0 1,0 1 0,1-1-1,-1 1 1,0 0 0,0 0-1,0 0 1,0 1 0,0-1-1,0 0 1,0 1-1,-4 1 1,-1 1-55,1-1 1,0 1-1,0 0 0,0 1 1,1 0-1,-1 0 0,1 0 1,0 1-1,-8 8 0,1 0-727,1 1 0,1 0 0,1 1 0,-13 22 0,18-27-876,1 0 0,-1 0 0,2 1 0,-5 19 0,3 8-7486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29.8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63 105 12998,'0'0'16864,"-6"-17"-14341,-18-51-2141,14 51-382,1 16 0,2 9 0,2 2 1371,4-3-4953,6-5-2176,8-8 598,13-17-4537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30.47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408 4 6147,'0'0'16888,"1"-4"-14030,-1 7-1096,-8 12-1285,-1-1 0,0 0 0,-1-1 1,-1 0-1,0 0 0,0-1 0,-16 12 0,5-2-102,-13 12 27,-150 163-111,184-195-288,-15 22-549,16-24 508,0 1-1,0-1 1,0 1 0,-1-1 0,1 1 0,0 0 0,0-1 0,0 1 0,0-1 0,0 1 0,0 0-1,1-1 1,-1 1 0,0-1 0,0 1 0,0-1 0,0 1 0,1 0 0,-1-1 0,0 1-1,1-1 1,-1 1 0,0-1 0,1 0 0,-1 1 0,1-1 0,-1 1 0,0-1 0,1 0 0,-1 1-1,1-1 1,-1 0 0,1 1 0,-1-1 0,1 0 0,0 0 0,-1 1 0,1-1 0,-1 0 0,1 0-1,-1 0 1,1 0 0,0 0 0,-1 0 0,1 0 0,0 0 0,236 13-1567,-131-10 1126,-46-1 159,89 6-127,-126-6 440,0 2 0,0 0 0,-1 2-1,28 10 1,-45-14 42,-1 0 0,1 0 0,-1 0 0,0 1 0,0-1-1,0 1 1,0 0 0,0 0 0,-1 1 0,1-1 0,-1 1 0,0-1-1,0 1 1,0 0 0,-1 0 0,1 1 0,-1-1 0,0 0 0,2 7-1,-1 2 140,-1-1 0,0 1-1,-1-1 1,-1 1 0,0 0-1,-2 15 1,2-23-115,-2 1-1,1 0 1,0 0-1,-1-1 0,0 1 1,-1-1-1,1 0 1,-1 1-1,0-1 1,0 0-1,-1-1 1,1 1-1,-1 0 1,0-1-1,0 0 1,-1 0-1,1 0 1,-1-1-1,0 1 1,0-1-1,0 0 1,0-1-1,-11 5 1,-5 1 125,-1-1 1,0 0-1,-1-2 1,-40 5-1,-5-4 300,-79-5-1,76-2-465,46 1-382,0-2 0,0 0 1,0-2-1,0-1 0,0-1 1,1-1-1,0-1 0,-43-21 0,64 28-12,0-1 0,0 0 0,0 0 0,0 0-1,0 0 1,1 0 0,-1-1 0,1 1 0,0-1-1,-1 1 1,1-1 0,0 0 0,-2-5 0,3 4-635,0 0-1,-1 0 1,2 0 0,-1 0 0,0-1 0,1 1 0,0 0 0,0 0 0,0-1 0,2-7 0,6-25-8508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7:31.0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23 2257,'0'0'10031,"5"-3"-7824,-2 0-1245,1 1 0,0 0 0,0 0 0,0 0 0,0 1-1,0-1 1,0 1 0,0 0 0,9-1 0,14 0 162,376 13 3377,-168-4-1865,-235-6-2619,0 0 1,0 0 0,0 0-1,0 0 1,0 0-1,0-1 1,0 1-1,0 0 1,0 0 0,-1 0-1,1 0 1,0 0-1,-1 0 1,1-1 0,-1 1-1,1 0 1,-1 0-1,1 0 1,-1-1-1,-1 2 1,1 2-150,-22 18-4040,8-7-1244,-1-2-4986,8-6 757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4.3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51 8020,'0'0'9866,"18"-5"-9234,42-9-31,0 2 0,109-7 0,-101 19-465,-67 0-133,0 0 0,0 0-1,0 0 1,0 0 0,0 0-1,0 0 1,0 1 0,0-1-1,0 0 1,0 1-1,0-1 1,0 1 0,0-1-1,-1 1 1,1-1 0,0 1-1,0 0 1,0-1 0,-1 1-1,1 0 1,0-1 0,-1 1-1,1 0 1,-1 0-1,1 1 1,0 1 6,0-1 0,0 1 0,0 0 0,-1 0 0,1 0-1,-1 0 1,0 0 0,0 5 0,0 1 44,-1 0 0,-1 0 0,1 0 0,-2-1 0,-3 13 0,-7 3 163,-2 0 0,0-1 0,-1 0 0,-1-1 0,-23 21-1,15-14 43,17-19-193,-99 119 825,91-107-638,0 2 0,2-1 0,-22 50 1,33-64-195,0 0 0,1 0 0,1 1 0,-1-1 0,2 1 0,-1-1 0,2 11 0,-1-5-2,0-13-49,0 1 1,1-1 0,-1 0-1,1 1 1,0-1 0,-1 0-1,1 1 1,0-1 0,0 0-1,1 0 1,-1 0 0,0 0-1,1 0 1,-1 0 0,1 0-1,0 0 1,-1 0-1,1-1 1,0 1 0,0-1-1,0 1 1,0-1 0,0 0-1,1 0 1,2 1 0,6 3 53,0-2 0,0 0 0,0 0 0,14 1 0,22 1 98,0-2 1,52-5-1,-76 2-143,-10-1-53,-1 0 1,1-1-1,-1-1 1,1 0-1,-1-1 1,20-8-1,-27 10-190,1-1-1,-1 0 0,0 0 1,1-1-1,-2 0 0,1 0 1,4-4-1,-7 5-112,0 1 0,0 0 1,0-1-1,-1 1 0,1-1 0,-1 1 1,0-1-1,1 0 0,-1 1 0,0-1 1,-1 0-1,1 0 0,-1 0 0,1 0 1,-1-4-1,-4-17-5383,-14-1-2518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4.5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 12230,'0'0'7379,"183"-2"-5250,-108 2-1329,3 0-672,10 0-128,-3 0-640,3 0-1841,2 0-2321,3-3-4418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4.8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10757,'0'0'10709,"131"5"-7764,-89 0-1392,14 5-577,-9-2-591,-2-1-353,-2 1-32,-10-3-129,-8 2-831,-13 1-673,-12-1-736,0 1-2033,-37-1-2337,-14 1-3442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4.9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7203,'0'0'15255,"145"115"-13462,-92-107-929,-8-6-864,3-2-16,5 0-1488,-3-5-2930,2-25-5715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5.9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783 1 5715,'0'0'12285,"-28"25"-10012,-5 4-1611,-145 137 2249,-275 344 362,427-476-3547,19-24-343,0 0 0,0-1 0,-1 0 0,-11 9 0,19-17 410,-1-1 0,1 0 0,0 1 0,0-1 0,-1 0 0,1 0 0,0 1 0,-1-1 0,1 0 0,0 0 0,-1 1 0,1-1 0,0 0 0,-1 0 0,1 0 0,0 1 0,-1-1 0,1 0 0,-1 0 0,1 0 0,0 0 0,-1 0 0,1 0 0,-1 0 0,1 0 0,-1 0 0,1 0 0,0 0 0,-1 0 0,1 0 0,-1 0 0,1-1 0,0 1 0,-1 0 0,1 0 0,0 0 0,-1-1 0,1 1 0,0 0 0,-1 0 0,0-1 0,0-16-8200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6.12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12278,'0'0'11077,"85"151"-8212,-42-71-1168,7 0-561,5-5-495,10-9-641,3-9-209,5-6-1183,2-14-1185,0-7-1153,-4-17-3841,-4-13 239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6.3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30 13414,'0'0'9941,"150"-30"-7428,-72 30-1377,10 0-639,2 0-385,-5 0-112,-4 5-481,-9 5-1023,-1 0-1234,-9-2-1616,-4-3-3185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7.3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1 829 1617,'0'0'7214,"22"-29"-4488,72-93-87,-47 64 484,98-92 1,51-12-1012,-176 146-1961,17-13-2,46-37 398,150-92 1,-233 158-524,0 0 1,0 0-1,0 0 1,1-1-1,-1 1 1,0 0 0,0 0-1,1 0 1,-1 0-1,0 0 1,0 0-1,0 0 1,1 0-1,-1 0 1,0 0-1,0 0 1,1 0 0,-1 0-1,0 0 1,0 0-1,1 0 1,-1 0-1,0 0 1,0 0-1,0 1 1,1-1 0,-1 0-1,0 0 1,0 0-1,0 0 1,1 0-1,-1 1 1,0-1-1,0 0 1,0 0 0,0 0-1,0 0 1,1 1-1,-1-1 1,3 15 432,-3 25-65,0-27-33,-1 25 221,2 46 0,0-83-575,-1 0-1,1 0 0,-1 0 0,1 0 1,-1 0-1,1 0 0,-1 0 0,1 0 1,0 0-1,0-1 0,0 1 0,-1 0 1,1 0-1,0-1 0,0 1 0,0-1 1,0 1-1,0 0 0,0-1 0,0 0 0,0 1 1,0-1-1,0 0 0,0 1 0,1-1 1,-1 0-1,0 0 0,2 0 0,40 1 106,-32-2-73,-3 0-35,1 0 0,0 0-1,0-2 1,-1 1 0,0-1 0,1 0 0,-1 0-1,0-1 1,0 0 0,-1-1 0,1 0 0,-1 0 0,11-10-1,4-6-103,0 0 1,30-39-1,10-30-5,-61 89 406,-2 8 573,-6 33-70,1-15-212,2 0-1,0 27 0,3-45-539,1 0 0,1 0 0,-1-1 0,1 1-1,1 0 1,-1 0 0,1 0 0,0-1 0,0 1-1,1-1 1,0 1 0,6 8 0,-1-5-161,1 0 1,1 0 0,0 0-1,0-1 1,1-1-1,0 0 1,0 0 0,1-1-1,19 8 1,45 16-2921,-4-10-3330,-15-9-3142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8.1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1 372 4610,'0'0'6291,"23"-3"-3650,344-17 1839,-225 16-3292,680-21 3170,416-1-3056,-1040 24-1177,596-17-904,-536 2 201,267-52 1,-146-25 2566,-21 6 4261,-342 83-5304,-29 10-425,-13 9-550,-32 20-1,-11 7-586,5-7-761,12-5-4135,-91 35 1,61-38-2336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8.7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489 0 7988,'0'0'17031,"4"0"-15515,2 1-773,-9 1-182,-19 5 152,-41 6 82,-32 5 98,47-11-378,0 2 0,0 3 0,-68 25 0,111-35-477,0 0-1,1 1 1,0 0-1,-1-1 1,1 1 0,0 1-1,1-1 1,-1 0-1,-6 8 1,9-9-36,0-1 1,1 1-1,-1-1 1,0 1-1,0-1 0,1 1 1,-1-1-1,1 1 1,-1 0-1,1-1 1,0 1-1,-1 0 1,1 0-1,0-1 0,0 1 1,0 0-1,1 0 1,-1-1-1,0 1 1,1 0-1,-1-1 0,1 1 1,-1 0-1,1-1 1,0 1-1,-1-1 1,1 1-1,0-1 1,0 1-1,0-1 0,1 0 1,1 3-1,10 6-38,0-1-1,0 0 0,1-1 1,0 0-1,19 7 0,-21-9-9,108 47-622,-59-28-95,-2 3 0,93 58 1,-145-82 664,-1 1 0,1 0 1,-1 1-1,5 6 0,-9-10 88,0 0-1,0 1 0,-1-1 1,1 0-1,-1 1 0,0 0 1,0-1-1,0 1 0,0 0 1,0-1-1,-1 1 0,1 0 1,-1 0-1,1 4 0,-2-6 28,1 1 0,0-1 0,-1 0 0,1 1 0,-1-1 1,0 0-1,1 0 0,-1 1 0,0-1 0,0 0 0,1 0 0,-1 0 0,0 0 0,0 0 0,0 0 0,-1 0 0,1 0 0,0 0 0,0-1 0,0 1 0,-1 0 0,1-1 0,0 1 0,-1-1 0,1 1 1,0-1-1,-1 0 0,1 0 0,-2 1 0,-49 4 727,45-5-612,-78 4 699,0-5 1,-143-19-1,307 18-5049,-35 2-2401,0 0-4698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39.9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361 359 5987,'0'0'13286,"4"-1"-11501,-3 1-1714,0-1 1,-1 1 0,1 0-1,0 0 1,-1 0 0,1-1-1,0 1 1,-1 0 0,1 0-1,0 0 1,-1 0 0,1 0-1,0 0 1,-1 0 0,1 1-1,0-1 1,-1 0 0,1 0-1,-1 0 1,1 1 0,0-1-1,-1 0 1,1 1 0,-1-1-1,1 1 1,-1-1 0,1 0-1,-1 1 1,1-1 0,-1 1-1,1-1 1,0 2 0,-1 0 53,1 0-1,-1-1 1,0 1 0,0 0 0,0 0 0,0 0 0,0 0-1,0-1 1,0 1 0,0 0 0,-1 0 0,1 0 0,-1 0 0,1-1-1,-1 1 1,-1 2 0,-2 3 143,-1 0 0,0 0 0,0-1 0,-1 0 0,0 0 0,0 0 0,0 0 0,-12 7 0,14-10-185,-11 8 19,-1 0 1,0-2 0,-1 0-1,0 0 1,-1-2 0,0 0-1,0-1 1,0-1 0,-1 0 0,1-2-1,-1 0 1,0-1 0,-24-1-1,41-1-113,0 0 0,0 0 0,0 0-1,1 0 1,-1 0 0,0-1 0,0 1-1,1-1 1,-1 1 0,0-1 0,1 0-1,-1 1 1,0-1 0,1 0-1,-1 0 1,1 0 0,0 0 0,-1-1-1,1 1 1,0 0 0,-1 0 0,1-1-1,0 1 1,0-1 0,0 1 0,0-1-1,1 0 1,-1 1 0,0-1-1,1 0 1,-1 1 0,1-1 0,-1 0-1,1 0 1,0 1 0,0-1 0,0 0-1,0 0 1,0-2 0,1-5-155,0 0 1,0 0 0,1 0-1,0 0 1,1 0-1,0 0 1,4-8-1,5-6-179,0 1 0,2 0 0,1 1 1,0 1-1,27-27 0,1 3-225,57-44 0,-64 60 407,47-28 0,-69 48 153,0 0-1,1 1 0,0 0 1,0 1-1,0 1 0,28-6 1,-42 11 17,1-1 0,-1 1 0,0 0 0,0 0 1,1 0-1,-1 0 0,0 0 0,0 0 0,1 0 0,-1 0 1,0 1-1,0-1 0,0 0 0,1 1 0,-1-1 0,0 1 1,0-1-1,0 1 0,0 0 0,0-1 0,0 1 0,0 0 1,0 0-1,0-1 0,0 1 0,-1 0 0,1 0 0,0 0 1,0 0-1,-1 0 0,1 0 0,-1 1 0,1-1 0,-1 0 1,1 0-1,-1 2 0,1 4 89,0 1-1,0-1 1,-1 1-1,0-1 1,-2 10-1,1-4 48,-5 31 317,-1 0-1,-3-1 0,-1 0 0,-3-1 0,-19 42 0,9-19-52,-217 544 967,229-579-1478,7-15-331,-1 0-1,-1 0 1,0-1 0,-1 0-1,-11 15 1,12-26-1495,4-34-20970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0.3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640 476 11445,'0'-22'2959,"1"-157"3612,10 49-3367,0-14-157,-17 143-2530,3 1-494,1 1 0,-1-1 0,0 1-1,0 0 1,1 0 0,-1 0 0,0 0-1,1 0 1,-1 1 0,1-1 0,-1 1 0,-2 2-1,-28 31 3,28-30-17,-51 61 176,3 3 0,4 2 1,2 2-1,3 2 1,4 2-1,3 2 0,-51 162 1,-20 240 407,92-412-727,10-51-661,2 0 1,0 1-1,1 0 0,-1 20 0,4-39 707,0 0 0,0 0 0,0 0 0,0 0 0,0 0 1,0 0-1,0 0 0,0 0 0,1 1 0,-1-1 0,0 0 0,0 0 0,0 0 0,0 0 0,0 0 0,0 0 0,0 0 0,0 1 0,0-1 0,-1 0 0,1 0 0,0 0 0,0 0 0,0 0 1,0 0-1,0 0 0,0 0 0,0 1 0,0-1 0,0 0 0,0 0 0,0 0 0,0 0 0,0 0 0,0 0 0,-1 0 0,1 0 0,0 0 0,0 0 0,0 0 0,0 0 0,0 0 0,0 0 1,0 0-1,0 1 0,-1-1 0,1 0 0,0 0 0,0 0 0,0 0 0,0 0 0,0 0 0,0 0 0,0 0 0,0-1 0,-1 1 0,1 0 0,0 0 0,0 0 0,0 0 0,0 0 0,0 0 0,0 0 1,-1 0-1,-6-11-5199,-5-22-3521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0.4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6675,'0'0'10837,"156"-13"-6723,-86 13-2625,8 0-865,17 10-624,8 0-704,2-10-3154,8 0-5474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0.82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981 1 4802,'0'0'20815,"-21"29"-18046,-150 200 1222,97-135-3913,-5-3 0,-3-3 0,-4-4 0,-180 134 0,244-202-318,-50 33 653,66-45-886,-1 0 1,0 0-1,0-1 0,-1 0 0,1-1 1,-1 0-1,1 0 0,-10 1 0,16-3 204,0 0-1,0 0 0,0 0 1,0 0-1,0 0 0,0 0 1,0 0-1,1-1 0,-1 1 1,0 0-1,0-1 1,0 1-1,0-1 0,0 1 1,1-1-1,-1 1 0,0-1 1,0 1-1,1-1 1,-1 0-1,0 1 0,1-1 1,-1 0-1,1 0 0,-1 0 1,1 1-1,-1-1 1,1 0-1,-1 0 0,1 0 1,0-1-1,-5-34-6279,4 24 4420,-4-50-8033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0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9124,'0'0'14903,"145"40"-11830,-80 18-335,-2 5-609,5 14-1329,-13-1-800,5-4 0,-7 1 0,2-8-304,-5-14-2033,6-14-1377,-6-17-2177,-8-20-4209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1.26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0 131 6755,'0'0'2545,"141"-30"721,-63 10-401,-1 2-2001,-11 1-623,-9-3-241,-12 10-689,-14 0-1104,-14 5-1360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1.4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21 2369,'0'0'11862,"156"5"-7845,-78-5-1744,-3 0-1248,-10 0-577,-10-3-448,-10-4-48,-7 7-1729,-8-5-2801,-10-5-5715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2.8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155 106 5010,'0'0'13084,"28"-14"-11897,96-44-416,-111 52-642,0 0-1,0 1 1,0 1 0,1 0 0,0 1-1,0 1 1,0 0 0,0 1 0,28 1-1,-16 0 95,-25 0-213,1 0 0,-1 0-1,1 0 1,-1 1 0,1-1 0,-1 0 0,1 1 0,-1-1 0,1 1-1,-1 0 1,0-1 0,1 1 0,-1 0 0,0 0 0,0 0-1,1 0 1,-1 0 0,0 0 0,0 0 0,0 0 0,1 2 0,0 0 15,0 1 1,0 0 0,-1-1-1,1 1 1,-1 0 0,0 0 0,0 0-1,1 4 1,0 11 167,-1 0 0,-3 33 0,2-48-148,-3 23 60,0 0 0,-3-1-1,0 1 1,-1-1-1,-2-1 1,0 0 0,-2 0-1,-19 32 1,12-26-97,-2-1 1,0-1-1,-3-1 1,0-1-1,-51 47 1,55-59-6,0 0-1,-1-2 1,-1 0 0,-22 10 0,33-18-7,-1 0 1,1-1 0,-1-1 0,0 0 0,-1 0-1,1-1 1,0 0 0,-1-1 0,1 0 0,-17-2-1,26 1 0,1-1-1,0 1 1,0-1-1,0 1 1,0-1-1,0 1 1,0-1-1,0 0 1,0 0-1,0 1 1,1-1-1,-1 0 1,0 0-1,0 0 1,1 0-1,-1 0 1,1 0-1,-1 0 1,1 0-1,-1 0 1,1 0-1,-1-1 1,1 1-1,0 0 1,0 0-1,-1 0 1,1 0-1,0-1 1,0 1-1,0 0 1,1 0-1,-1 0 1,0 0-1,0-1 1,1 0-1,-1-5-22,0-2 20,0-1 1,0 1-1,1 0 1,1 0-1,0-1 0,0 1 1,0 0-1,1 1 0,1-1 1,-1 0-1,7-9 1,-3 7 13,0 1 1,1 1-1,0-1 1,0 1 0,1 1-1,0-1 1,1 1 0,10-6-1,-11 8 26,1 1 0,-1 0-1,1 1 1,0-1 0,0 2-1,0 0 1,14-3 0,-18 5 128,0 0-1,0 0 1,0 1 0,0 0 0,0 0 0,0 0-1,0 1 1,0-1 0,0 2 0,0-1-1,0 1 1,0 0 0,-1 0 0,10 5 0,0 4 521,-1 0 0,25 26 0,7 5-167,-31-29-668,0-1 1,1-1 0,1-1-1,0 0 1,26 10 0,-32-16-697,0 0 0,1-1 1,22 3-1,-22-5-528,-1-1 0,1 0 0,0 0-1,16-4 1,24-10-8032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3.45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41 5106,'0'0'7713,"22"-4"-4711,-1-1-2283,23-5 1721,62-5 0,127 9 1158,-189 6-2492,-43 0-1092,-1 0 1,1 0-1,-1 0 1,1 0-1,-1 0 1,1 1-1,-1-1 1,0 0-1,1 0 0,-1 0 1,1 1-1,-1-1 1,0 0-1,1 0 1,-1 1-1,1-1 1,-1 0-1,0 1 0,1-1 1,-1 1-1,0-1 1,0 0-1,1 1 1,-1-1-1,0 1 1,0-1-1,0 1 0,0-1 1,1 0-1,-1 1 1,0-1-1,0 1 1,0-1-1,0 1 1,0-1-1,0 1 0,0-1 1,0 1-1,0-1 1,-1 1-1,1-1 1,0 1-1,0-1 1,0 0-1,0 1 1,-1-1-1,1 1 0,-1 0 1,1 1 9,-1 0 1,0 0 0,0 0-1,0 0 1,-1 0-1,1 0 1,0 0 0,-1 0-1,0 0 1,1-1-1,-3 3 1,-13 5 223,-1 0 0,-1-1 0,1 0 0,-1-2 0,-29 7 0,-41 14 689,81-23-823,-1-1 0,1 1 0,0 1 0,0 0 0,1 0 0,-1 0 0,1 1 0,-9 9 0,14-13-109,0 1 0,0-1 0,1 1 0,-1-1 0,1 1 0,-1 0 0,1-1 0,0 1 0,0 0 0,0 0 0,1 0 0,-1 0 0,1 0 0,-1 0 0,1 0 0,0 0 0,0 0 0,0 0 0,1 0 1,-1 0-1,1 0 0,0 0 0,0 0 0,0 0 0,0 0 0,0-1 0,0 1 0,1 0 0,-1-1 0,3 3 0,9 10-54,0 0 1,1-1-1,0 0 0,1-1 1,1-1-1,0-1 0,18 10 0,28 21-447,-54-36 436,12 9-80,-1 1-1,0 0 1,16 20 0,-30-31 168,-1 0 1,0 1 0,0 0-1,0 0 1,-1 0 0,0 0-1,0 0 1,-1 1 0,1-1-1,-1 1 1,-1 0 0,1-1 0,-1 1-1,0 0 1,-1 12 0,0-16 69,-1 1 1,0-1 0,0 1 0,0-1 0,0 1-1,-1-1 1,1 0 0,-1 1 0,0-1 0,0 0-1,0 0 1,0 0 0,0-1 0,-1 1-1,0 0 1,1-1 0,-1 0 0,-5 4 0,-6 3 269,-1 0 0,-27 12 0,29-15-319,-26 12-39,-2-3 1,1 0-1,-2-3 0,-54 9 0,92-19-1106,10-2 245,3 0-2053,-3-2-4347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5.1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 2 6499,'0'0'12766,"29"0"-11659,95 0-291,-49-1-257,-50 0-225,49 5 1,-71-4-328,0 0 1,0 1 0,0-1 0,0 1 0,0 0-1,0 0 1,0 0 0,-1 0 0,1 1 0,0-1-1,-1 1 1,1-1 0,-1 1 0,1 0-1,-1 0 1,0 0 0,1 0 0,-1 0 0,-1 1-1,1-1 1,0 1 0,0-1 0,1 6 0,-2-4-4,0 0 0,0 0 0,0 0 0,-1 0 0,0 0 0,0 0 0,0 0 0,0 0 0,-1 0 0,1 0 0,-1 0 0,0 0 0,0-1 0,-1 1 0,1 0 1,-1 0-1,0-1 0,-2 5 0,-15 19 142,0-1 0,-2 0 1,-31 30-1,9-11 130,30-31-179,-49 53 487,-81 116 0,137-174-563,1 0 0,0 1-1,0-1 1,1 1 0,0 0 0,1 0 0,1 0-1,-1 0 1,1 1 0,1-1 0,0 1 0,1-1 0,0 1-1,2 19 1,-1-27-18,0-1-1,0 1 0,0 0 1,0-1-1,1 1 0,-1-1 1,1 1-1,0-1 0,-1 0 1,1 0-1,0 0 0,1 0 1,-1 0-1,0 0 0,0 0 1,1-1-1,-1 1 0,1-1 1,-1 0-1,1 0 0,0 0 1,-1 0-1,1 0 0,0 0 1,0-1-1,3 1 0,12 2 0,0 0-1,33-1 1,-46-2-6,3 1-46,49 0-530,72-8 0,-109 4-336,1 0 0,27-10 0,-34 9-298,-1-2-1,0 1 0,0-2 1,16-10-1,13-20-7021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5.34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9332,'0'0'5731,"140"-8"-2017,-30 8-1425,18 0-1761,18 0-528,4 8-592,11-1-2850,-6-7-4930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5.5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12966,'0'0'12934,"150"0"-10693,-77 0-1745,-3 5-352,-7 2-144,-13-2-96,-10 0-784,-15-2-1169,-15 2-833,-20 0-9843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5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6323,'0'0'16455,"161"30"-14662,-84-23-832,-9-7-673,-5 0-288,2 0-1009,-5 0-2192,6 0-3762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6.4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258 78 4834,'0'0'17077,"9"-9"-15367,-3 3-1439,-2 2-133,0 0 0,0 0-1,0 0 1,0 1 0,1-1 0,-1 1-1,1 0 1,0 0 0,0 1 0,0 0-1,0 0 1,1 0 0,-1 0 0,10-1 0,80-7 977,115 3 0,-209 7-1116,0 0 1,1 0-1,-1 0 1,0 0 0,1 0-1,-1 0 1,1 1-1,-1-1 1,0 1-1,0-1 1,1 1-1,-1-1 1,0 1-1,0 0 1,0-1-1,1 1 1,-1 0-1,0 0 1,0 0-1,0 0 1,0 0 0,-1 0-1,1 0 1,0 0-1,0 1 1,-1-1-1,1 0 1,-1 0-1,1 1 1,-1-1-1,1 0 1,-1 1-1,0-1 1,1 2-1,-1 6-4,1-1 0,-1 0 0,-1 1 0,-2 14-1,3-23 6,-3 18 2,-2 0-1,0-1 0,-2 1 1,1-1-1,-2-1 1,0 1-1,-1-1 0,-1-1 1,-16 21-1,-13 11 3,-66 64 0,74-82-99,-2-1 0,0-1 0,-46 26 0,61-41 49,-1-2 0,-1-1 1,1 0-1,-1-1 0,-1-1 0,1-1 0,-1-1 0,-30 3 0,48-7 44,-1-1 0,0 0 0,0 0 0,0 0 0,0 0 0,0 0 0,0-1 0,0 0-1,0 0 1,-5-2 0,7 2-1,1 0-1,-1 0 0,1-1 1,-1 1-1,1 0 0,0-1 0,-1 1 1,1-1-1,0 0 0,0 1 1,0-1-1,0 0 0,0 0 1,1 0-1,-1 1 0,1-1 1,-1 0-1,1 0 0,-1 0 1,1 0-1,0-2 0,-1-6-9,0 1 0,0-1 0,1 0 0,0 0 0,1 1 0,0-1 1,0 0-1,1 1 0,3-11 0,-2 15 38,-1 0 1,1 0 0,0 0-1,0 0 1,0 0 0,1 1-1,-1-1 1,1 1 0,0 0-1,1 0 1,-1 1 0,1-1-1,-1 1 1,1 0 0,0 0-1,10-4 1,1 1 156,0 1 0,0 1 0,0 0 0,1 1 1,-1 0-1,1 2 0,0 0 0,21 1 0,-18 1 187,1 1 0,-1 1-1,-1 1 1,1 1 0,0 0 0,29 13 0,29 21 196,57 24-330,-118-57-1202,0 0 0,0-1 0,0-1 0,1-1 0,-1 0 0,24 0 0,3-3-4160,-1 0-2738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6.9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81 11141,'0'0'15244,"29"-13"-14208,99-41-495,-119 51-509,-1 0 0,1 1-1,0 0 1,0 1 0,0-1 0,1 2-1,-1-1 1,0 1 0,0 1-1,0 0 1,0 0 0,0 1 0,0 0-1,0 0 1,0 1 0,0 0 0,-1 1-1,16 8 1,-18-8-25,1-1-1,-2 1 1,1 0-1,0 0 1,-1 1-1,1-1 1,-1 1-1,7 10 1,-11-14-8,0 1 0,0-1-1,0 1 1,0 0 0,0 0 0,0 0 0,0-1 0,0 1 0,-1 0 0,1 0 0,-1 0-1,0 0 1,1 0 0,-1 0 0,0 0 0,0 0 0,0 0 0,-1 0 0,1 0 0,0 0-1,-1 0 1,1 0 0,-1 0 0,0 0 0,0 0 0,1 0 0,-1-1 0,0 1 0,-1 0-1,1-1 1,0 1 0,0 0 0,-1-1 0,1 0 0,-3 2 0,-1 2 0,-1-1 0,0 0 0,-1 0 0,1-1 0,-1 0 0,1 0 1,-1 0-1,-8 1 0,-63 13 33,26-7-14,38-7-9,2-1 6,0 1 0,1 0 0,-1 1 1,-17 9-1,28-13-15,-1 1-1,0 0 1,1 0 0,-1 0-1,0 0 1,1 0 0,-1 1-1,1-1 1,0 0 0,-1 1-1,1-1 1,0 1 0,0-1-1,0 1 1,0 0 0,0-1-1,0 1 1,0 0 0,1 0-1,-1 0 1,1 0 0,-1 0-1,1-1 1,0 1 0,-1 0-1,1 0 1,0 0 0,0 0-1,1 0 1,-1 0 0,0 0-1,1 0 1,-1 0 0,1-1-1,0 1 1,0 2-1,5 5-15,0 1 0,1-2 0,0 1 0,0-1 0,1 0 0,0 0 0,0-1 0,14 10 0,11 10-157,-16-12 23,90 87-1055,-93-87 1070,0 0 0,-1 2 0,-1-1 0,19 35 0,-29-47 131,0 1 1,0 0-1,-1-1 1,1 1-1,-1 0 1,0 0-1,0 0 1,-1 0 0,1 5-1,-2-9 26,1 0 0,-1-1 0,1 1 0,0 0 0,-1 0 0,1-1 0,-1 1 0,0 0 0,1-1 0,-1 1 0,1-1 0,-1 1 0,0-1 0,0 1 0,1-1 0,-1 1 0,0-1 0,0 0 0,1 1 0,-1-1 0,0 0 0,0 0 0,0 1 0,0-1 0,1 0 0,-1 0 0,0 0 0,0 0 0,0 0 0,-1-1 0,-38 1 814,28 0-508,-61-2 1128,-81-13-1,92 10-2294,54 4-2841,35 1-1058,-21 0 4217,44 0-7328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7.1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69 13430,'0'0'11013,"193"-30"-8788,-112 30-1168,1-3-433,-9-2-528,-5 5-96,-13-2-288,-7-4-1217,-11-1-1472,-9-8-2882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7.9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149 37 6835,'0'0'11728,"23"-7"-10397,0 0-990,-7 2-116,0 0 0,0 1 0,1 1 0,0 0 0,0 1-1,-1 1 1,21 1 0,-12 2 286,49 11-1,-65-11-425,0 0-1,0 1 1,0 0-1,0 1 1,-1 0 0,1 0-1,-1 1 1,11 8-1,-18-12-59,0 0-1,1 0 1,-1 1-1,0-1 1,0 0 0,0 1-1,0-1 1,0 1-1,0-1 1,-1 1-1,1 0 1,0-1-1,-1 1 1,0 0 0,1 0-1,-1-1 1,0 1-1,0 0 1,1 0-1,-1-1 1,-1 1-1,1 0 1,0 0 0,0-1-1,-1 1 1,1 0-1,-1-1 1,1 1-1,-1 0 1,0-1-1,0 1 1,0-1 0,0 1-1,0-1 1,0 1-1,0-1 1,-2 2-1,-4 5 173,0-1-1,0-1 0,0 1 0,-1-1 0,-10 6 1,-160 87 2614,115-67-2026,2 2 1,-67 51-1,126-84-766,-35 32 234,36-31-241,0-1-1,0 1 0,0-1 0,0 1 1,0-1-1,0 1 0,0 0 1,0-1-1,0 1 0,1 0 0,-1 0 1,1 0-1,-1-1 0,1 1 1,0 0-1,0 0 0,0 0 0,0 0 1,0 0-1,0 0 0,1 3 0,-1-4-7,1-1-1,-1 1 0,0 0 0,1-1 0,-1 1 0,1 0 0,-1-1 0,1 1 0,0-1 0,-1 1 0,1-1 1,-1 1-1,1-1 0,0 1 0,0-1 0,-1 1 0,1-1 0,1 1 0,18 5 43,0 0-1,1-1 1,-1-1 0,1-1-1,26 1 1,-12-1-16,64 6-650,196-9 0,-273-2-515,0 0 0,0-2 0,-1-1 0,36-12 1,-40 10-1394,-1-1 0,0 0 0,22-15 0,10-12-5492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8.40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81 7123,'0'0'13513,"25"-13"-11883,84-39-475,-102 49-1043,1 0-1,0 1 0,-1 0 0,1 0 0,0 1 1,0 0-1,0 0 0,0 1 0,1 0 1,7 1-1,9 0 197,-5-1-42,0 2 1,25 3-1,-38-3-188,0-1 0,0 1-1,0 0 1,-1 0 0,1 1-1,-1 0 1,1 0 0,-1 0-1,0 1 1,5 5 0,-9-8-64,-1 0-1,0 0 1,0 0 0,0 0 0,0 1-1,0-1 1,-1 0 0,1 1 0,0-1 0,-1 1-1,1-1 1,0 1 0,-1-1 0,0 1-1,1 0 1,-1-1 0,0 1 0,0-1-1,0 1 1,0 0 0,0-1 0,0 1 0,-1-1-1,1 1 1,0-1 0,-1 1 0,1-1-1,-1 1 1,0-1 0,1 1 0,-1-1-1,0 1 1,-1 0 0,-2 3 94,0 1 0,0-2 0,0 1 0,-1 0 0,1-1 0,-11 7 0,-49 31 1154,42-30-1024,1 1 0,0 1 1,1 1-1,1 1 0,0 1 0,-31 36 1,47-48-233,0 0 1,0 1-1,0-1 1,1 1-1,-1-1 1,2 1-1,-1 0 1,0 0-1,1 0 1,0 0-1,1 0 1,-1 1-1,1 8 0,1-12-3,-1 0 0,1-1 0,0 1 0,-1-1-1,1 1 1,0-1 0,0 0 0,1 1 0,-1-1-1,0 0 1,1 0 0,0 0 0,-1 0 0,1 0-1,0 0 1,0 0 0,0-1 0,0 1 0,0-1 0,0 1-1,1-1 1,-1 0 0,0 0 0,1 0 0,2 1-1,12 4 20,0 0-1,29 5 0,-32-8-11,59 8-458,-1-3-1,143-3 0,-176-5-376,-28 1 164,29-2-796,-39 1 1194,0 0 1,0 0 0,1-1-1,-1 1 1,0 0 0,0 0-1,0-1 1,1 1-1,-1-1 1,0 1 0,0-1-1,0 1 1,0-1 0,0 0-1,0 1 1,0-1 0,0 0-1,0 0 1,0 0-1,0 0 1,-1 0 0,1 0-1,1-2 1,-2 3 54,0-1 0,0 1 0,0-1 0,0 1 0,0-1 0,0 0 0,0 1 0,0-1 0,0 1 0,0-1 0,0 1 0,0-1 0,0 1 0,0-1 0,0 1 0,-1-1 0,1 1 0,0-1 0,0 1 0,-1-1 0,1 1 0,0-1 0,-1 1 0,1-1 0,-1 1 0,1-1 0,-28-14-6408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49.46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0 397 2305,'0'0'10885,"25"-3"-9767,372-35 2094,875-54 1945,-292 26-6902,-215-6 437,183-14-1010,0 46 1099,-865 40 1267,576 18 2303,-192 14 2468,-155-24 3824,-312-8-8626,0 0 1,0 0-1,-1 0 1,1-1-1,0 1 1,0 0-1,0 0 1,0 0-1,0 0 1,0 0-1,0 0 1,0 0-1,0 0 1,0-1-1,0 1 0,0 0 1,0 0-1,0 0 1,0 0-1,0 0 1,0 0-1,0 0 1,0-1-1,0 1 1,0 0-1,0 0 1,0 0-1,0 0 1,0 0-1,0 0 0,0 0 1,0-1-1,0 1 1,0 0-1,0 0 1,0 0-1,1 0 1,-1 0-1,0 0 1,0 0-1,0 0 1,0 0-1,0 0 1,0-1-1,0 1 0,0 0 1,1 0-1,-1 0 1,0 0-1,0 0 1,-11-6-90,11 6 72,-64-21 0,58 19 0,-1 0 0,0 1 0,0 0 0,0 0 0,0 1 0,-1 0 0,-12 2 0,-12 7-786,25-6 178,1-1 1,-1 0-1,1 0 1,-1-1-1,-7 1 1,-93-1-11084,40-1 633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0.8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 4786,'0'0'8794,"32"-2"-7194,-2 0-1186,180-6 2080,-171 8-1954,2-2 222,0 3 0,-1 1-1,1 2 1,43 11 0,-81-15-725,0 1 0,0 0 0,0 0 0,-1 0 0,1 0 0,0 1 0,-1-1 0,1 1 0,-1 0 0,1-1 0,3 5 0,-6-5-30,1 0 1,0 0 0,0 0 0,-1 1-1,1-1 1,-1 0 0,1 1-1,-1-1 1,0 0 0,0 1-1,1-1 1,-1 1 0,0-1-1,0 0 1,0 1 0,0-1-1,-1 1 1,1-1 0,0 0-1,0 1 1,-1-1 0,1 0 0,-1 1-1,1-1 1,-1 0 0,0 0-1,0 2 1,-6 5 56,1 0 1,-1-1-1,0 0 1,-1 0-1,0 0 1,0-1-1,0 0 1,-1-1-1,-15 8 0,9-4 47,-129 68 728,75-43-253,-88 61 1,146-87-499,0 0 1,1 1-1,0 0 1,-16 20-1,24-27-77,0 0-1,0 0 1,0 1 0,1-1-1,-1 1 1,1-1-1,-1 1 1,1-1 0,0 1-1,0 0 1,1 0-1,-1 0 1,0 0-1,1-1 1,0 1 0,-1 0-1,1 0 1,0 0-1,1 0 1,-1 0 0,0 0-1,1 0 1,0 0-1,0-1 1,0 1-1,0 0 1,0 0 0,2 2-1,-1-2 10,1-1-1,-1 1 0,1-1 1,0 1-1,0-1 1,0 0-1,0 0 1,0-1-1,0 1 1,1-1-1,5 3 0,43 9 236,32-2-751,0-4 0,141-7 0,-100-1-4832,-60-3-1518,-8-12-4191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1.0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 13 3890,'0'0'28877,"-32"-13"-28877,47 18-3201,7-5-2546,11 0-2545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1.4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158 53 12310,'0'0'11680,"-22"5"-8690,2-1-2332,1 1-1,-30 11 0,46-14-569,0 0 0,0 0 1,1-1-1,-1 2 0,0-1 1,1 0-1,-1 0 0,1 1 0,0 0 1,0-1-1,0 1 0,0 0 1,0 0-1,1 0 0,0 0 0,-1 0 1,1 0-1,0 0 0,-1 4 1,0 4 59,1 0 1,0 0-1,0 1 1,2 10 0,-1-7-76,0-5-44,-1-2-17,1 0 0,0 0 0,0 1 0,1-1 0,-1 0 0,2 0 0,-1 0 0,1 0 0,1 0 0,-1 0 0,2-1 0,-1 1 0,1-1 0,6 11 0,-4-11-56,-1 0 1,1-1-1,0 1 1,0-2 0,1 1-1,0-1 1,0 0 0,0 0-1,1-1 1,-1 1 0,1-2-1,0 1 1,0-1 0,0-1-1,1 1 1,-1-1 0,1-1-1,-1 0 1,18 1-1,-14-2-162,0 1-1,0-2 0,-1 1 0,23-6 0,-30 5 152,1-1-1,-1 0 1,1 0-1,-1 0 1,0 0-1,0-1 0,0 0 1,0 0-1,-1 0 1,1 0-1,-1-1 1,1 1-1,-1-1 1,4-7-1,-1 1 63,0-1 0,-2 1 0,1-1 0,-1 0 0,-1 0 0,0-1 0,0 1 0,-1-1 0,-1 1 0,0-1 0,0 0 0,-1 1 1,-1-1-1,0 0 0,-1 1 0,0-1 0,0 1 0,-1-1 0,-1 1 0,0 0 0,0 0 0,-1 1 0,-1 0 0,-9-15 0,3 12 164,0 0 0,-27-23 0,35 33-214,-1-1 1,0 1-1,0 0 0,0 0 0,0 0 0,-1 0 0,1 1 0,-1 0 0,1 0 0,-1 1 0,0 0 0,-9-1 0,14 2-145,1 0 0,-1 0 1,1 0-1,-1 0 1,1 0-1,0 0 0,-1 1 1,1-1-1,-1 0 0,1 0 1,0 1-1,-1-1 1,1 0-1,0 0 0,-1 1 1,1-1-1,0 0 0,-1 1 1,1-1-1,0 1 1,0-1-1,-1 0 0,1 1 1,0-1-1,0 1 0,0-1 1,0 0-1,0 1 0,-1-1 1,1 1-1,0-1 1,0 1-1,0-1 0,0 1 1,0-1-1,0 0 0,1 1 1,-1-1-1,0 1 1,0-1-1,0 1 0,0-1 1,0 0-1,1 1 0,-1-1 1,0 1-1,0-1 1,1 0-1,-1 1 0,0-1 1,0 0-1,1 1 0,-1-1 1,1 0-1,-1 1 1,0-1-1,1 0 0,24 13-7503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1.8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60 4018,'0'0'17520,"31"-9"-15698,105-30-632,-121 35-957,1 2 0,0-1 1,-1 2-1,1 0 0,22 2 0,-9-1 94,-10 1-122,0 0 1,1 1-1,-1 0 1,0 2-1,0 0 1,-1 1-1,1 1 0,25 13 1,-43-19-171,1 1 1,-1 0 0,0 0-1,0 1 1,0-1-1,0 0 1,0 0-1,0 0 1,0 1 0,-1-1-1,1 0 1,0 1-1,-1-1 1,1 1-1,-1-1 1,1 1 0,-1-1-1,0 1 1,0-1-1,0 1 1,0 2-1,-4 36 546,-2-25-353,-1 0 0,0-1 0,-1 0 0,-1-1 0,0 1 0,-18 19 0,-22 33 540,39-47-654,1 0 1,0 1 0,1 0-1,2 0 1,0 0-1,1 1 1,-4 35-1,3 9-142,5 76-1,1-79 13,0-58-99,2 14-786,-2-18 613,0 0 1,1 1-1,-1-1 1,0 1-1,1-1 1,-1 1-1,0-1 1,1 0-1,-1 1 1,0-1-1,1 0 1,-1 1-1,1-1 1,-1 0-1,0 0 1,1 1-1,-1-1 1,1 0-1,-1 0 1,1 0-1,-1 1 1,1-1-1,-1 0 1,1 0-1,-1 0 1,1 0-1,-1 0 1,2 0-1,1-5-5290,-3-20-3445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2.0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 5410,'0'0'10517,"135"-3"-5891,-42 13-1632,5 11-1666,-3-1-1088,-7 0-240,-5-5-1872,0-8-3555,-3-7-7011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2.9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3298,'0'0'13182,"24"0"-11726,164 0 1023,193 0-777,-380 0-3119,-20 2-10567,-17 6 5141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8:53.20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4514,'0'0'13462,"135"22"-11637,-77-19-176,5-3-433,-3 0-383,-7 0-625,-3 0-208,-15 5-80,-5-3-1041,-7 6-1840,-11-6-2466,-7 8-4113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9:02.0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282 184 2177,'0'0'8118,"-4"0"-7187,-17-1 151,1 2 0,-1 0 0,1 2 0,0 0 0,-38 11 0,51-12-1032,1 1 1,-1 0-1,1 0 1,-1 1-1,1 0 0,0 0 1,0 0-1,1 1 1,-1 0-1,1 0 0,0 0 1,0 0-1,1 1 1,0 0-1,0 0 1,0 0-1,1 1 0,-1-1 1,2 1-1,-5 11 1,5-7-27,-1 1 1,1-1 0,1 0-1,0 1 1,1 19 0,0-26-20,0 0 0,1-1 0,0 1 0,0 0 0,0-1 0,0 1 0,0-1 0,1 1 1,0-1-1,0 0 0,0 0 0,1 0 0,-1 0 0,1 0 0,0 0 0,4 3 0,5 2 14,0-1-1,1-1 1,0 0-1,0 0 1,0-1-1,1-1 1,0-1-1,0 0 1,28 4-1,-3-3 42,1-2-1,56-3 0,-80-2-52,0 0 0,1 0 0,-1-2 0,-1 0 0,1-1 0,-1-1 0,1 0 0,-2-1 0,1 0-1,-1-1 1,0-1 0,20-17 0,-23 17 7,0 0 0,-1-1-1,0 0 1,0-1 0,-1-1 0,-1 1-1,0-1 1,-1-1 0,0 1 0,-1-1-1,0 0 1,-1-1 0,0 1 0,4-24-1,-6 19 117,-1 0 0,-1 1-1,-1-24 1,0 36-20,0 0 0,-1 0 0,0 0 0,0 0 0,0 0 0,-1 0 0,0 0 0,0 1 0,0-1-1,0 1 1,-1-1 0,0 1 0,0 0 0,0 0 0,0 0 0,-5-4 0,-6-3-45,0 1 1,-1 0-1,0 1 0,-1 0 0,0 1 1,0 1-1,-1 1 0,0 1 1,0 0-1,0 1 0,0 0 0,-1 2 1,0 0-1,-30 1 0,48 1-96,-1 0 0,0 1 0,1-1 0,-1 1 0,1-1 0,-1 0 1,1 1-1,0-1 0,-1 1 0,1 0 0,-1-1 0,1 1 0,0-1 0,-1 1 0,1-1 0,0 1 0,0 0 0,0-1 0,-1 1 0,1 0 0,0-1 0,0 1 0,0 0 0,0-1 0,0 1 0,0 0 0,0-1 0,0 1 0,1 1 1,2 24-1950,-1-22 1345,0 1 0,1-1-1,-1 0 1,1 0 0,0 0-1,0 0 1,0 0 0,1 0-1,0-1 1,-1 0-1,1 1 1,0-1 0,7 3-1,33 24-6932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9:02.24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14983,'0'0'17784,"0"15"-17784,0-13 0,20-2-7571,13-17 2016,7-8-3921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9:02.7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192 70 1825,'0'0'10706,"10"-14"-8310,34-41 29,-91 113 7150,-53 71-6146,82-104-3330,1 1 0,1 1 0,-15 37 1,27-55-107,1 0 0,1 0 0,0 0 0,0 0 0,1 1 0,0-1 0,0 16 0,1-24 5,0 0 1,1 0 0,-1 0 0,0 0-1,1 0 1,-1 0 0,0 0 0,1 0-1,0 0 1,-1 0 0,1 0-1,-1 0 1,1-1 0,0 1 0,0 0-1,-1 0 1,1-1 0,0 1-1,0 0 1,0-1 0,0 1 0,0-1-1,0 1 1,0-1 0,2 1 0,34 9-28,-25-8 19,136 26-118,160 8 0,-87-30-261,-172-6 364,-48 0 14,-5-7-957,-4-2-499,3 7 297,1-1 0,0 0 0,0 0 0,0 0 0,0-1 0,0 1 1,1-1-1,0 0 0,0 0 0,0 0 0,0 0 0,0-1 0,-1-4 0,-13-18-7463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9:03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216 1 4114,'0'0'18648,"-113"166"-16407,93-109-976,-3-2 768,1-4-1649,7-1-304,2-3-80,3-4-48,10-3-944,0-7 79,10-11-2320,28-2-193,27-15-3649,15-5-2738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39:03.59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519 102 5539,'0'0'8897,"-31"-14"-6531,-107-46-613,122 54-1270,-1 1 0,0 0 0,0 1-1,0 1 1,0 1 0,-1 0 0,1 2 0,-20 0 0,5 1 232,27-1-575,0 0 1,0 0-1,0 0 0,0 1 0,0 0 1,0 0-1,-8 2 0,11-2-128,1 0 0,0 0 0,-1 0 0,1 0 0,-1 0 0,1 1-1,0-1 1,0 0 0,0 1 0,0-1 0,0 1 0,0-1 0,0 1 0,0-1 0,1 1-1,-1-1 1,0 1 0,1 0 0,0 0 0,-1-1 0,1 1 0,0 0 0,0 0 0,0 1-1,-1 11-10,1 0 0,0 0 0,1 0 0,0 0 0,1 0 0,1 0 0,0-1 0,1 1 0,1-1 0,0 0 0,0 0 0,1-1 0,13 20 0,158 222 0,-43-65-157,-122-173 125,32 56-318,-41-66 303,-1 0 0,1 0 1,-1 0-1,0 0 0,-1 1 1,1-1-1,-1 0 0,0 1 0,-1-1 1,0 9-1,0-14 45,0 0 0,0 1 0,0-1 0,0 0 0,-1 0 0,1 0-1,0 0 1,0 0 0,-1 0 0,1 0 0,-1 0 0,1-1 0,-1 1 0,0 0 0,1 0 0,-1 0 0,0 0 0,1-1 0,-1 1 0,0 0-1,0-1 1,0 1 0,0-1 0,-1 2 0,-27 2 48,22-4-30,-16 0 72,0 0 0,0-2-1,0-1 1,1 0 0,-1-2 0,1 0-1,0-2 1,1 0 0,-1-2-1,2 0 1,-1-2 0,1 0 0,1-1-1,0-1 1,-20-17 0,28 20-82,0 0 1,1 0 0,0-1-1,1-1 1,1 1-1,-1-2 1,-11-23 0,18 31-11,0-1 0,0 1 0,0 0 0,1-1 0,0 1 1,0-1-1,0 0 0,1 1 0,0-1 0,0-7 0,1 9-4,0 0 0,0 1 0,0-1 0,0 0 0,0 1 0,1-1 0,0 1 0,0-1 0,0 1-1,0 0 1,0 0 0,1 0 0,-1 0 0,1 0 0,0 0 0,4-3 0,8-4-39,0 1 1,0 1-1,1 0 0,0 1 1,0 0-1,1 2 1,-1 0-1,20-3 0,150-17-11,-131 19 58,-19 3 1,-9 1 22,0-1-1,0-1 1,-1-1 0,46-16-1,-69 20 1,0-1 1,-1 1-1,1-1 0,0 1 0,-1-1 1,1 0-1,-1 0 0,1 0 0,-1 0 0,0-1 1,0 1-1,0 0 0,0-1 0,-1 0 1,1 1-1,-1-1 0,1 0 0,-1 0 1,0 0-1,0 0 0,0 0 0,-1 0 1,1 0-1,-1 0 0,1 0 0,-1 0 0,0-5 1,-1 3 39,1 0 0,-1 0 0,0 0 0,0 0 0,-1 1 0,1-1 1,-1 0-1,0 0 0,-1 1 0,1 0 0,-1-1 0,0 1 0,0 0 1,0 0-1,-5-5 0,-2 1-29,-1 0 1,0 0 0,0 1-1,-1 0 1,0 1-1,0 0 1,0 1-1,-1 0 1,0 1 0,0 1-1,0 0 1,0 0-1,0 1 1,-20 1-1,31 0-145,0 1-1,1 0 0,-1 0 0,0 1 0,0-1 0,1 0 0,-1 1 0,0-1 0,0 1 0,1-1 0,-1 1 0,1 0 0,-1 0 0,0 0 0,1 0 0,-1 0 0,1 0 0,0 0 0,-1 0 0,0 3 0,0-2-780,0 1-1,1 0 1,0-1-1,0 1 1,0 0 0,0 0-1,0 0 1,1 0-1,-1 0 1,1 5-1,-1 6-9422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5.0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0 149 416,'0'0'5008,"20"-6"-4328,6-1-399,-11 3 24,1-1-1,-1 0 1,-1-1-1,17-9 1,-32 13 309,-11 0-599,-14 1-188,-11 1 2833,39 0-1393,30 2 1685,-19-1-2507,-1 0-1,1-1 1,0 0 0,21-4 0,-28 2-497,-1-1-1,1 1 1,-1-1 0,0 0 0,0-1 0,0 1 0,0-1 0,-1 0 0,1 0 0,-1 0-1,0-1 1,0 1 0,5-10 0,17-17 72,-26 30-22,0 1-1,1 0 1,-1 0 0,0 0-1,0 0 1,0 0 0,0 0-1,0-1 1,0 1 0,0 0-1,0 0 1,0 0 0,0 0-1,0 0 1,0-1-1,0 1 1,0 0 0,0 0-1,0 0 1,0 0 0,-1 0-1,1-1 1,0 1 0,0 0-1,0 0 1,0 0 0,0 0-1,0 0 1,0 0 0,0 0-1,0-1 1,-1 1 0,1 0-1,0 0 1,0 0 0,0 0-1,0 0 1,0 0 0,0 0-1,-1 0 1,1 0-1,0 0 1,0 0 0,0 0-1,0 0 1,0 0 0,0 0-1,-1 0 1,1 0 0,0 0-1,0 0 1,0 0 0,0 0-1,0 0 1,-1 0 0,1 0-1,0 0 1,0 0 0,0 0-1,0 0 1,-15 0-2189,12 0 1726,-32 0-5377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5.6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68 43 1697,'0'0'13430,"-3"-7"-11434,-10-21-105,9 21 1529,4 20-968,0 279 2817,0 151-5010,1-440-407,-1 1-1,0-1 1,0 0 0,0 0-1,-1 0 1,1 1 0,-1-1-1,0 0 1,0 0-1,-1 4 1,-10 1-3164,-10-6-3536,21-1 6676,1-1 0,0-1 0,-1 1 1,1 0-1,0 0 0,-1 0 0,1 0 1,0 0-1,-1 0 0,1 0 0,0 0 0,-1-1 1,1 1-1,0 0 0,0 0 0,-1 0 0,1-1 1,0 1-1,0 0 0,-1 0 0,1-1 0,0 1 1,0 0-1,0 0 0,-1-1 0,1 1 1,0 0-1,0-1 0,0 1 0,0 0 0,0-1 1,0 1-1,-1 0 0,1-1 0,0 1 0,0 0 1,0-1-1,0 1 0,0 0 0,1-1 1,-1 1-1,0 0 0,0-1 0,0 1 0,0-1 1,0-25-5171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5.9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1 162 6611,'22'-18'3314,"-4"3"-2548,0-1 134,1 0 0,0 1 1,1 2-1,1 0 0,41-19 1,-50 27-496,-1 1 0,1 0 1,0 1-1,1 1 0,-1 0 0,0 0 1,1 1-1,-1 1 0,1 0 0,21 3 1,-31-3-307,0 1 0,0 0-1,0 0 1,0 1 0,-1-1 0,1 1 0,0-1 0,-1 1 0,1 0 0,0 0-1,-1 0 1,0 0 0,0 1 0,0-1 0,0 1 0,0-1 0,0 1 0,0-1 0,-1 1-1,1 0 1,-1 0 0,0 0 0,0 0 0,0 0 0,0 0 0,0 5 0,2 9 269,-1 0-1,0 0 1,-1 26 0,-1-42-339,0 11 27,0-1 0,-1 1 0,0-1 0,-1 1 0,0-1 0,-1 0 0,0 0 0,-1 0 0,0 0 0,-1-1 0,0 0 0,0 0 0,-1 0 0,-1 0 0,0-1 0,0 0 0,0 0 0,-1-1 0,-1 0 0,1-1 0,-1 0 0,-1 0 0,1 0 0,-1-2 0,0 1 0,0-1 0,-22 7 0,21-8-66,-1-2 0,1 1 0,-1-1 0,0-1 0,0 0 0,1-1 0,-1 0 0,-19-3 0,29 2-96,0 0-1,0 0 1,0 0 0,0-1 0,0 1 0,0-1 0,0 1 0,1-1-1,-1 0 1,1 0 0,-1 0 0,1 0 0,0 0 0,-1 0 0,1 0-1,0 0 1,0 0 0,1 0 0,-1-1 0,0 1 0,1 0 0,0-1-1,-1-3 1,0-1-577,0 0 0,1 0 0,0-1 0,0 1 0,0 0 0,3-13 0,-1 15 134,0 1 1,0-1-1,0 1 0,0 0 0,1 0 1,0 0-1,0 0 0,0 0 1,0 0-1,1 1 0,-1 0 1,1-1-1,0 1 0,4-2 1,40-25-5418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6.2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630 69 5603,'0'0'10426,"-21"-14"-7582,9 6-2513,3 1-123,-1 0 1,0 1 0,0 1-1,0 0 1,-13-5-1,17 8-95,1 1 1,0 0-1,-1 0 0,1 0 0,-1 1 1,1 0-1,-1 0 0,1 0 0,-1 0 0,1 1 1,-1 0-1,1 0 0,0 1 0,-1-1 0,1 1 1,0 0-1,-5 3 0,-19 12 401,1 1 1,1 2-1,1 0 1,0 2-1,2 0 0,-35 42 1,33-32-159,2 0 0,2 1-1,1 1 1,1 1 0,-17 45 0,25-46-298,2 0 1,1 1-1,1 1 1,2-1-1,2 1 0,1 0 1,2 0-1,4 53 0,-2-83-180,-1 0-1,1 0 1,0 0-1,1 0 0,0 0 1,-1 0-1,2 0 0,-1-1 1,1 1-1,0-1 1,0 0-1,0 1 0,1-1 1,0-1-1,0 1 0,0-1 1,0 1-1,1-1 1,-1 0-1,1-1 0,0 1 1,1-1-1,-1 0 0,0 0 1,8 2-1,5 1-1569,1-1 1,0-1-1,0 0 0,0-2 0,0 0 0,33-1 1,10-1-6751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6.5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 7155,'0'0'7238,"21"-4"-4274,2-1-2067,-6 0-417,0 2 0,0 0 1,0 1-1,0 0 0,1 2 0,18 1 0,-26 0-293,0 0-1,0 1 1,0 1-1,0 0 0,0 0 1,-1 1-1,10 5 1,-15-7-169,0 0 1,0 0-1,0 1 0,-1-1 1,1 1-1,-1 0 1,1 0-1,-1 1 0,0-1 1,0 1-1,-1 0 0,1-1 1,-1 1-1,1 0 1,-1 0-1,0 1 0,-1-1 1,2 6-1,-1-2-14,-1-1-1,0 1 1,-1 0-1,0 0 1,0-1-1,-1 1 1,0 0-1,0 0 1,0-1-1,-1 1 1,-1-1-1,1 0 1,-1 1-1,0-1 1,-1 0-1,0-1 1,0 1-1,0-1 1,-7 9-1,-9 6 30,-1-1 0,-1-1 0,-48 33 0,45-35 7,2 1 1,0 0-1,-24 26 0,45-42-41,0 1-1,0-1 1,0 0 0,0 1 0,1-1 0,-1 1-1,1 0 1,-1-1 0,1 1 0,0 0 0,0 0-1,0 0 1,0 0 0,1 0 0,-1 0-1,1 0 1,0 0 0,0 0 0,0 0 0,0 0-1,0 0 1,2 5 0,0-4-3,0 0 1,0 0-1,0 0 1,1 0 0,0 0-1,-1-1 1,1 1-1,1-1 1,-1 0-1,0 0 1,1 0-1,0-1 1,-1 1-1,6 2 1,12 7-917,1-2 1,42 17 0,-41-20-624,0-1 1,1-1-1,0-1 0,-1-1 1,33 0-1,-29-3-7381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6.7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10629,'0'0'7315,"191"0"-6530,-108 0-337,5 8-448,-8 2-753,0-5-2320,-10-5-3378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6.9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 2625,'0'0'12022,"160"-5"-9269,-109 5-864,-1 0-561,-5 2-783,-10 3-321,-10-5-192,-12 0-32,-6 3-368,-7 4-3986,-7-4 192,-21 4-1281,-15 1-1232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7.1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1345,'0'0'15975,"176"28"-13958,-126-25-1105,0-3-576,0 0-288,-5 0-48,0-3-1040,-2-5-1457,0 1-2161,4-6-3282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7.5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369 146 9492,'0'0'7655,"-25"-1"-4755,-83-4-926,97 6-1739,0 0-1,0 0 1,0 1 0,0 1 0,0-1-1,0 2 1,0 0 0,1 0 0,-1 1-1,1 0 1,1 0 0,-1 2 0,1-1 0,0 1-1,-9 8 1,13-10-146,0-1 0,0 1 0,0 0 0,1 0 0,0 1 0,0-1 0,0 1 0,1 0 0,0 0 0,0 0 0,-3 9 0,3-4-44,0 1-1,1-1 1,1 1 0,0-1 0,1 23 0,0-30-43,0 1 0,1-1 0,0 1 0,-1-1 0,2 1 0,-1-1 0,0 0 0,1 1 0,0-1 0,0 0 0,0 0 0,1 0 0,-1 0 0,6 5 0,-3-4 2,1 0 1,-1 0 0,1-1 0,0 1 0,1-1 0,-1-1 0,1 1 0,9 3-1,4-1 3,1 0-1,0-1 1,0-1-1,1 0 0,28-1 1,-22-1-80,0-2-1,1 0 1,30-6 0,-49 4 27,-1 0 0,0 0 1,0-1-1,0 0 0,-1-1 0,1 0 1,-1 0-1,0-1 0,0 0 0,0 0 0,-1-1 1,0 0-1,9-9 0,-8 6 27,-1-1 0,0 0 0,-1 0 1,0-1-1,0 0 0,-1 0 0,-1 0 0,0-1 0,0 1 0,-1-1 1,-1 0-1,0 0 0,-1 0 0,1-17 0,-2 17 26,0 1 0,-1-1 0,0 1 1,-1-1-1,0 1 0,-1 0 0,0 0 0,-1 0 0,0 0 0,-1 1 0,0 0 1,-1 0-1,0 0 0,-13-17 0,7 14 80,0 2 0,-24-19-1,32 27-67,-1-1-1,0 1 1,0 0 0,0 1-1,0-1 1,-1 1-1,1 0 1,-1 0-1,1 1 1,-1 0-1,-9-1 1,17 17-2335,1-10 1780,0 0-1,0 0 1,0 0-1,1-1 1,-1 1-1,1-1 1,0 0-1,0 0 1,8 5-1,48 29-5613,-46-30 4307,52 29-7081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7.76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81 144 10853,'0'0'21914,"-78"-63"-21914,76 63 0,19-5-3970,18 0 417,16-10-881,9-8-3154,8-9-2240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8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1 6819,'0'0'20172,"-14"5"-18160,6-3-1712,-2 1-14,0 0 0,1 0 0,-1 1 0,1 0 0,0 1 1,0 0-1,0 0 0,1 1 0,-11 10 0,10-7-256,1 0 0,0 1 0,0 0 1,1 0-1,1 1 0,0 0 0,0 0 0,1 0 0,1 1 1,0 0-1,0 0 0,1 0 0,0 0 0,2 0 0,-1 1 0,1-1 1,1 1-1,0-1 0,3 18 0,-2-26-30,1 1 0,-1-1 0,1 1 0,0-1 1,0 0-1,1 0 0,-1 0 0,1 0 0,0 0 0,0-1 0,1 1 0,-1-1 1,0 0-1,1 0 0,0 0 0,0 0 0,0 0 0,0-1 0,0 0 0,1 0 1,-1 0-1,8 1 0,5 3-7,1-1 0,0 0 0,0-2 0,27 3 0,171-6-2914,-204-1 2422,0 0 0,1-1 1,-1-1-1,-1 0 0,1 0 1,21-10-1,-28 11 4,-1 0 0,1-1 0,-1 1 0,1-1 0,-1 0 0,0 0 1,0 0-1,-1-1 0,1 1 0,-1-1 0,0 0 0,1 0 0,-2 0 0,1-1 0,0 1 0,-1-1 1,0 1-1,3-11 0,-2-22-6548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8.2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76 1 7860,'0'0'14918,"-73"150"-11156,70-90-1153,3 0-1216,0 1-1025,0-6-352,20-5-16,3-12-880,7-13-1009,10-15-976,8-10-641,12 0-2017,5-13-3745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8.6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352 134 9957,'0'0'4500,"-28"-18"-274,-94-53-448,112 66-3260,0-1-1,-1 2 1,1-1 0,-19-4 0,22 8-212,1 0-1,-1 1 1,0 0 0,0 0 0,-8 2 0,10-2-149,4 0-152,0 1 1,0-1-1,0 1 0,0-1 1,1 1-1,-1 0 1,0-1-1,0 1 1,1-1-1,-1 1 1,1 0-1,-1 0 0,0-1 1,1 1-1,0 0 1,-1 0-1,1 0 1,-1 0-1,1 0 0,0 0 1,0-1-1,-1 1 1,1 0-1,0 0 1,0 0-1,0 0 1,0 0-1,0 0 0,0 0 1,0 0-1,1 0 1,-1 0-1,0 0 1,1 1-1,-1 5-9,2 15-7,0-1 0,1 0-1,1 1 1,1-1 0,1-1-1,1 1 1,13 26 0,-4-8-45,-4-7-198,-2 1-1,-1 0 1,-1 0 0,-2 1 0,-1 0-1,1 45 1,-6-76 221,0 0 1,0 1-1,0-1 0,0 0 0,-1 0 0,1 0 0,-1 0 1,0 0-1,0 0 0,0 0 0,0 0 0,0-1 0,-1 1 1,1 0-1,-1-1 0,0 1 0,-3 3 0,2-4 31,1 0-1,-1 0 1,0-1-1,0 1 0,-1-1 1,1 0-1,0 0 1,0 0-1,-1 0 1,1 0-1,0-1 0,-1 0 1,1 1-1,-7-2 1,4 2 6,0-1 1,0-1 0,0 1-1,0-1 1,0 0 0,0 0 0,0 0-1,0-1 1,0 0 0,-10-5-1,13 4-14,0 1-1,1-1 0,-1 0 0,0 1 1,1-1-1,0 0 0,-1-1 1,1 1-1,0 0 0,1-1 0,-1 1 1,1-1-1,-1 1 0,1-1 1,0 0-1,0 1 0,1-1 0,-1 0 1,1-4-1,-1-3-45,0-1-1,1 0 1,0 0 0,1 0 0,0 0-1,1 1 1,1-1 0,0 1 0,0-1-1,1 1 1,5-11 0,0 6 46,0-1 1,1 2-1,1-1 1,0 1-1,1 1 1,19-17-1,16-9 90,2 2 0,1 2 0,69-36-1,-92 56-96,-23 14-54,71-39-692,-21 23-7279,-36 13 1929,-3-2-1847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8.89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3121,'0'0'14058,"22"20"-10046,56 51-148,116 136 1,-176-185-3554,-2 1 1,0 1-1,-2 1 1,0 0-1,-2 1 0,-1 0 1,-1 1-1,-1 0 1,-2 1-1,7 38 0,-11-39-235,-1-1-1,-1 1 0,-1 0 1,-8 52-1,6-68-72,-1 1 0,0-1 1,0 0-1,-1-1 0,-1 1 0,0 0 0,-1-1 1,1 0-1,-2-1 0,0 1 0,0-1 1,0-1-1,-17 16 0,4-10-25,0 0 0,-1-1 1,0-1-1,-34 13 0,-20 12-1416,72-35 1151,1-2 86,1 1 1,0-1-1,0 0 1,0 1-1,0 0 0,0-1 1,0 1-1,0-1 0,0 1 1,0 0-1,0 0 1,1 0-1,-1 0 0,0 0 1,0-1-1,1 1 0,-1 0 1,1 1-1,-1-1 1,1 0-1,-1 0 0,0 2 1,7-1-4677,26-2-2895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9.1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9845,'0'0'15519,"25"6"-13318,-4 0-1754,151 27 1573,26-22-540,-124-11-6196,-47 0-491,-118 0-7866,34 0 4557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39.3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2465,'0'0'18232,"132"113"-15510,-81-100-817,-6-6-1121,-13 1-640,-4-6-144,-8 1-1313,-5-3-2112,-2 0-4195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0.24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276 311 2689,'0'0'11584,"12"-9"-9647,40-31 55,-2-3 0,56-62 0,-103 102-1944,-1 0 0,0 0 0,0 0 0,0 0 0,0 0-1,0 0 1,0-1 0,-1 1 0,0-1 0,0 1 0,0-1 0,0 1 0,0-1-1,-1 1 1,1-1 0,-1 0 0,0 1 0,-1-6 0,1 9-9,-1-1 0,1 0 0,-1 0 0,0 0 0,0 0 1,1 1-1,-1-1 0,0 0 0,0 0 0,0 1 0,1-1 0,-1 1 0,0-1 1,0 1-1,0-1 0,0 1 0,0 0 0,0-1 0,0 1 0,0 0 0,0 0 1,0 0-1,0 0 0,-1 0 0,1 0 0,-1 0 0,-40 0 316,28 0-195,-11 2 86,-1 1-1,1 1 0,0 1 0,0 1 1,1 1-1,0 1 0,0 2 0,1 0 1,0 1-1,1 2 0,0 0 0,1 1 1,-24 21-1,37-27-191,0-1 0,0 2 0,1-1 1,1 1-1,-1 0 0,1 0 0,1 0 1,-1 1-1,2 0 0,-1 0 0,-2 12 0,5-17-51,1 1 0,0-1 0,0 1 0,0-1-1,1 1 1,-1 0 0,2-1 0,-1 1 0,0 0-1,1-1 1,0 1 0,0-1 0,1 1 0,0-1-1,0 0 1,0 1 0,0-1 0,1 0 0,0 0-1,0-1 1,0 1 0,1 0 0,4 4 0,0-2 3,1 1 0,1-1 0,-1-1 0,1 0 0,0 0 0,0-1 0,1 0 0,0-1 0,0 0 0,0-1 0,0 0 0,13 2 0,18 0-3,0-2-1,42-1 0,-82-2-2,28-1-40,1 0 0,-1-2 1,0-1-1,0-1 0,0-2 1,44-16-1,-62 19 19,-1-1 0,0 0 0,0-1 0,0 0 0,0-1 0,-1 0 1,0-1-1,-1 0 0,0 0 0,0-1 0,0-1 0,-1 1 0,-1-1 0,0 0 0,0-1 1,-1 0-1,0 0 0,7-21 0,-10 23 22,0-1 1,-1 1-1,0-1 0,-1 1 1,0-1-1,-1 0 0,0 0 1,0 1-1,-3-15 0,2 17 1,-1 0 0,0 0 0,-1 1-1,1-1 1,-1 0 0,0 1-1,-1 0 1,0 0 0,0 0-1,0 0 1,-1 0 0,0 1 0,-5-5-1,-8-6 58,-29-21 0,42 34-198,-1-1 0,1 1 1,-1 0-1,1 0 0,-1 1 0,0-1 1,0 1-1,-1 0 0,1 1 0,-12-2 1,18 3 36,0 1 1,-1-1 0,1 0 0,0 0 0,0 0 0,-1 0-1,1 0 1,0 1 0,0-1 0,-1 0 0,1 0 0,0 1-1,0-1 1,0 0 0,-1 0 0,1 1 0,0-1 0,0 0-1,0 0 1,0 1 0,0-1 0,0 0 0,0 1 0,0-1-1,0 0 1,0 0 0,-1 1 0,1-1 0,1 0 0,-1 1-1,0-1 1,0 0 0,0 1 0,0-1 0,0 0-1,0 0 1,0 1 0,0-1 0,0 0 0,0 0 0,1 1-1,-1-1 1,1 3-559,0 2-98,1 0 1,1 1-1,-1-1 0,1 0 0,0 0 0,0-1 0,0 1 0,1-1 0,-1 1 1,1-1-1,0 0 0,1 0 0,4 3 0,46 39-5645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0.4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181 121 608,'0'0'32159,"-128"-98"-32159,98 83 0,12 10 0,13 3 0,15 2 0,18 0-1553,17 2-2609,3-2-1872,9 0-6020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1.2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471 18 960,'0'0'12302,"2"-3"-9610,2-9-235,-12 10 431,-26 17-590,6 4-1612,0 1-1,2 2 1,-25 26-1,-67 79 146,97-102-726,0 1-1,2 0 1,1 1 0,-16 33 0,26-43-115,1 1 0,0-1 0,1 1 0,1 1 0,1-1 0,0 1 0,2 0 1,-1 28-1,3-43-6,0 0 1,1 0-1,-1-1 1,1 1-1,0 0 1,0 0-1,0-1 1,0 1-1,1-1 1,0 1-1,0-1 1,0 1 0,0-1-1,0 0 1,0 0-1,1 0 1,0 0-1,-1-1 1,1 1-1,0-1 1,0 0-1,1 1 1,-1-1-1,0-1 1,1 1-1,5 2 1,1 0 1,1-1 0,-1 0 1,1-1-1,-1 0 0,1-1 0,0 0 1,0-1-1,16-1 0,-23 1 9,0-1 0,0 0 1,-1 0-1,1 0 0,0 0 0,0 0 0,-1-1 1,1 0-1,-1 0 0,0 0 0,1 0 0,-1-1 1,0 1-1,0-1 0,-1 1 0,1-1 0,0 0 0,-1 0 1,0-1-1,1 1 0,-1 0 0,-1-1 0,1 1 1,0-1-1,-1 0 0,0 1 0,1-6 0,1-4 13,0 1-1,-1-1 1,-1 0-1,0 0 1,-1 0-1,0 0 1,-2-15-1,-1 18-1,1 1-1,-2-1 1,1 1 0,-1 0-1,-1 0 1,1 0-1,-1 0 1,-1 1-1,0 0 1,0 0-1,-1 0 1,0 1-1,0 0 1,-13-10-1,3 4 89,0 0-1,-1 1 0,0 1 1,-1 1-1,-38-15 0,51 23-73,1 1 0,-1 0 0,1 0 0,-1 0 0,-8 0 0,14 2-31,-1 0 0,0 0 0,1 0 0,-1 0 0,1 0 0,-1 0 0,1 0 0,-1-1 0,1 1 0,0 1 0,-1-1 0,1 0 0,0 0 0,0 0-1,0 0 1,0 0 0,0 0 0,0 0 0,0 0 0,0 0 0,0 0 0,1 2 0,-1 0-65,1 0-85,0 1 0,0-1 0,0 1 0,1-1 0,-1 0 0,1 0 1,0 1-1,0-1 0,0 0 0,0-1 0,0 1 0,1 0 1,-1-1-1,1 1 0,0-1 0,-1 0 0,1 0 0,0 0 0,1 0 1,4 2-1,12 7-2395,41 14 0,-59-24 2359,70 21-5555,7-6-3308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2.5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307 69 1489,'0'0'6264,"8"-2"-4711,0 1-973,-5 1-341,0 0 0,0-1 0,0 1 0,-1-1 0,1 0 0,0 0 1,0 0-1,-1 0 0,1 0 0,-1-1 0,4-1 0,-5 2 76,0 0 0,0 0 0,0 0 0,-1 0 0,1 1 1,0-1-1,-1 0 0,1-1 0,-1 1 0,1 0 0,-1 0 0,1 0 0,-1 0 0,0 0 0,1 0 0,-1-1 0,0 1 0,0 0 0,0 0 0,0 0 0,0-1 1,0 1-1,0 0 0,-1 0 0,1-2 0,-1 2-204,1 0 0,0 0 0,-1 0 0,1 0 0,-1 1 0,1-1 0,-1 0 0,1 0 0,-1 1 0,1-1 0,-1 0 0,0 1 0,1-1-1,-1 0 1,0 1 0,0-1 0,0 1 0,1-1 0,-1 1 0,-2-1 0,-13-2 137,0 0 1,-1 1-1,1 1 0,-1 1 0,-22 2 0,38-2-249,-1 1 0,0-1 1,0 1-1,1-1 0,-1 1 0,0 0 0,1-1 1,-1 1-1,1 0 0,-1 0 0,1 0 0,-1 0 1,1 1-1,0-1 0,-1 0 0,1 1 0,0-1 1,0 1-1,0-1 0,0 1 0,0-1 0,0 1 1,1 0-1,-1-1 0,1 1 0,-1 0 0,1-1 1,-1 1-1,1 4 0,-2 6-5,1 1 1,0-1-1,2 17 0,-1-12 2,0 10 0,0 0 0,2 0 0,1 0 0,1 0 0,1-1 0,1 0 0,14 35 0,9 8-71,-14-39-11,-2 0-1,-1 1 1,-2 1-1,-1 0 1,-1 0-1,4 36 1,-12-66 82,0 0 0,1 0 0,-1-1 0,0 1 0,0 0 0,0 0 1,-1 0-1,1 0 0,0 0 0,-1 0 0,1 0 0,-1 0 0,1 0 0,-1-1 0,0 1 0,0 0 0,0-1 0,0 1 0,0 0 0,0-1 1,0 1-1,-1-1 0,1 0 0,-1 1 0,-1 1 0,-2-2 6,0 1 1,1-1-1,-1 0 1,0 0-1,0 0 1,0 0-1,1-1 1,-11 0-1,-1 0 27,1-1 0,-1 0 0,1-1 0,0-1 1,-1 0-1,-28-11 0,35 10-8,1 0 0,-1-1 0,1 0 0,0 0 0,0-1 0,0 0 0,1 0 0,0-1 0,0 0 0,1 0 0,0 0 0,-9-14 1,11 14-15,0-1 0,1 0 0,0 1 0,0-1 1,0 0-1,1-1 0,0 1 0,1 0 1,0 0-1,0-1 0,1 1 0,0-1 1,0 1-1,1 0 0,0-1 0,1 1 1,0 0-1,0 0 0,1 0 0,-1 0 1,2 0-1,-1 0 0,1 1 0,0 0 1,1 0-1,0 0 0,10-11 0,3 1-10,0 0 0,2 2 0,0 0 0,22-12 0,90-42 26,-79 43 47,-51 26-31,-1-1 1,1 1 0,-1-1 0,0 1 0,1-1-1,-1 0 1,0 0 0,1 0 0,-1 0-1,0 0 1,0 0 0,0 0 0,0 0 0,0 0-1,0 0 1,0 0 0,-1-1 0,1 1 0,0 0-1,-1-1 1,1 1 0,-1 0 0,1-1-1,0-1 1,-2 2-49,0 0 0,1 0 0,-1 0 0,0 0 0,1 0 0,-1 1 0,0-1 0,0 0 0,0 0 0,0 1 0,0-1 0,0 0 0,0 1-1,0-1 1,0 1 0,0-1 0,0 1 0,0 0 0,0-1 0,0 1 0,0 0 0,0 0 0,0 0 0,-1 0 0,1 0 0,0 0 0,0 0 0,0 0 0,-2 1 0,-17-1-1927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3.5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384 0 2193,'0'0'14463,"-3"9"-12174,-15 30-699,-1-1-1,-2-1 1,-2-1 0,-36 46 0,-126 130-42,176-202-1420,-1 0-121,7-7-14,0 0-1,0 0 0,0 0 1,0 0-1,0 0 1,1 1-1,-1 0 0,1-1 1,0 1-1,0 0 1,1 0-1,-1 0 0,1 0 1,0 0-1,-2 8 1,4-11-10,-1 0 0,0 0 0,1 0 1,-1 0-1,1 0 0,0 0 0,-1 0 1,1-1-1,0 1 0,-1 0 0,1 0 1,0 0-1,0 0 0,0-1 0,0 1 1,-1-1-1,1 1 0,0 0 0,0-1 1,0 1-1,1-1 0,-1 0 0,0 1 1,2-1-1,36 10-97,-26-8 62,89 18 24,2-4-1,0-6 0,137-2 1,-240-8-22,0-1-1,0 1 1,0-1 0,-1 0 0,1 1 0,0-1-1,0 0 1,-1 0 0,1 0 0,-1 1 0,1-1 0,-1 0-1,1 0 1,-1 0 0,1 0 0,-1 0 0,0 0 0,0 0-1,1 0 1,-1 0 0,0 0 0,0 0 0,0 0-1,0 0 1,0 0 0,-1-2 0,-2-31-7437,-8 17 2125,-1-4-2893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3.7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256 0 8404,'0'0'16760,"-108"156"-14696,83-109-1103,-5 6-385,2-5-288,3-6-288,3 4 0,12-11-976,2 0-193,8-10-1536,10-3-576,28-7-1137,14-9-2161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4.2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28 1361,'0'0'24240,"1"-8"-22268,3-11-907,-4 22 271,-3 5-842,1 0-1,-2 0 0,-7 15 1,-26 38-289,-2-2-1,-3-2 1,-54 58 0,92-112-205,1 1 0,-1 0 0,0 1 0,1-1 0,0 1 0,0-1 0,0 1 0,1 0 0,-1 0 0,1 0 0,0 0 0,1 0 0,-1 1 0,1-1 0,-1 11 0,3-15 0,-1 0 0,0 0 0,1-1 0,-1 1 0,1 0 0,-1 0 0,1 0 0,0-1 0,-1 1 0,1 0 0,0-1 0,-1 1 0,1-1 0,0 1 0,0-1 0,0 1 0,-1-1 0,1 1 0,0-1 0,0 0 0,0 1 0,0-1 0,0 0 0,1 0 0,31 7 0,-25-6 0,226 55 0,-12-3 8,-171-43-65,1-3 0,73 0 0,-124-7-124,-1-17-2178,-1 0-1035,-4-9-6236,-1 9 418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4.4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314 0 12086,'0'0'10869,"-138"143"-6227,95-85-2962,16-3-863,-3 5 79,4-5-736,6-2-160,3 2-112,7-2-1553,7-3-1408,3-5 864,0-7-9028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5.5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144 0 112,'0'0'9620,"9"5"-7731,-5-3-1402,38 15 1741,-39-16-1496,0 0 0,0-1 0,1 1 0,-1-1 0,0 0 0,0 0-1,0 0 1,1 0 0,3-2 0,-11 8 2347,-65 22-2133,56-25-867,1 1-1,0 1 1,0 0 0,0 0-1,1 1 1,0 1 0,0 0-1,0 0 1,1 1 0,-15 15-1,22-20-52,1 1-1,-1 0 0,1 0 0,0 0 0,0 1 0,1-1 0,-1 0 1,1 1-1,-1 7 0,1-9-21,1-1 1,0 0 0,0 0 0,0 1-1,0-1 1,0 0 0,0 0-1,0 1 1,1-1 0,-1 0 0,1 0-1,0 1 1,0-1 0,0 0-1,0 0 1,0 0 0,0 0-1,0 0 1,0 0 0,1-1 0,2 3-1,3 1 11,0-1 0,0 0 0,0 0-1,0-1 1,1 0 0,0 0 0,10 2-1,63 10 47,-77-15-58,44 7 5,0-3 0,89-2 0,-135-3-25,1 1 1,-1 0 0,1-1-1,-1 0 1,0 1 0,1-1-1,-1 0 1,1 0-1,-1-1 1,0 1 0,0 0-1,0-1 1,0 1 0,0-1-1,0 0 1,0 1-1,0-1 1,-1 0 0,1 0-1,-1 0 1,1 0 0,-1-1-1,0 1 1,0 0-1,0-1 1,0 1 0,0 0-1,-1-1 1,1 1 0,-1-1-1,1-3 1,0 1-16,-1-1-1,0 0 1,0 1 0,0-1-1,-1 1 1,0-1 0,0 1-1,0-1 1,-1 1 0,1-1 0,-1 1-1,-1 0 1,1 0 0,-4-6-1,-2 2 22,0 0-1,0 0 1,-1 1-1,0 0 1,-1 0-1,0 1 1,0 1-1,0-1 1,-1 2-1,-12-6 1,0 1-3,-1 2 0,0 0 1,-46-8-1,23 12 3,44 4-69,8 1-101,115 29-1230,-30-6-2729,-69-19 336,0-2 0,30 2 0,-8-5-4877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5.9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0 136 2753,'0'0'17205,"5"22"-14246,11 73-795,-12-71-1212,-2-1 1,-1 1 0,-2 29-1,0-8-120,1-45-765,-8-8 95,5 1-155,1 0 1,0 0-1,1 0 0,-1 0 0,1-1 0,0 1 0,1-11 0,4-54-48,-2 60 39,1-1 0,1 1 0,0 0 0,0 0 0,1 1 0,1 0 0,0-1-1,1 2 1,0-1 0,0 1 0,1 0 0,1 0 0,-1 1 0,18-14 0,-13 12-89,0 1 1,0 0-1,1 1 1,1 1-1,0 0 1,0 0-1,0 2 1,1 0-1,-1 1 1,31-6-1,-26 9-1218,-1 1-1,1 0 1,0 2-1,-1 0 0,1 2 1,28 6-1,20 8-5754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7.26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598 0 2401,'0'0'9530,"2"2"-8111,-1-1-1286,0 0-1,1 0 0,-1 0 1,-1 0-1,1 0 1,0 0-1,0 0 1,0 0-1,0 0 0,-1 1 1,1-1-1,-1 0 1,1 1-1,-1-1 1,1 0-1,-1 1 1,0-1-1,1 0 0,-1 1 1,0-1-1,0 0 1,0 1-1,0-1 1,-1 1-1,1-1 0,0 0 1,0 1-1,-1-1 1,1 0-1,-1 1 1,1-1-1,-1 0 0,0 0 1,1 1-1,-1-1 1,0 0-1,-1 1 1,-5 6 173,0 0 0,0-1 0,-1 0 1,-11 8-1,6-4 232,-223 196 2679,172-146-2881,-86 108 1,140-156-334,0 0 0,0 0-1,1 1 1,1 1 0,1-1 0,0 1 0,0 1 0,2-1 0,0 1-1,0 0 1,2 0 0,0 0 0,-1 33 0,4-46-5,0 0 0,0-1 1,0 1-1,1 0 0,-1-1 1,1 1-1,0 0 0,0-1 1,0 1-1,0-1 0,0 1 1,1-1-1,-1 0 0,1 1 1,-1-1-1,1 0 0,0 0 1,3 3-1,-1-2 0,1 0 1,0 0-1,0 0 1,0-1 0,0 1-1,0-1 1,0 0-1,10 2 1,10 0-5,0-1 0,0-1 0,33-2 0,-41 0-3,-1 0-6,0 0-1,1-2 0,-1 0 0,0-1 0,0 0 0,23-9 0,-33 10 18,0 0 0,-1-1 0,1 0 0,-1 0 0,1-1 0,-1 0 0,0 1 0,0-2 0,0 1 0,-1 0 0,0-1 0,0 0 0,0 0 0,0 0 0,-1-1 0,0 1-1,0-1 1,0 0 0,3-10 0,-4 8 2,-1 0-1,1 0 1,-1 0-1,-1 1 1,1-1-1,-2 0 0,1 0 1,-1 0-1,0 0 1,0 0-1,-1 0 1,0 1-1,-1-1 0,0 0 1,0 1-1,0 0 1,-1 0-1,0 0 0,0 0 1,-1 1-1,0 0 1,0 0-1,-12-11 1,5 6-9,-1 1-1,-1 0 1,1 1 0,-1 0 0,-1 1 0,0 0 0,0 2 0,-1 0 0,1 0 0,-27-5 0,28 10-684,13 3-2088,23 9-1200,30 5-1034,17-3-1864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7.8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522 269 6339,'0'0'6304,"-28"-25"-2395,-94-75-1044,115 94-2616,-1 1-1,0 0 1,0 0 0,-1 0 0,1 1-1,-1 0 1,0 1 0,0 0 0,0 0-1,-1 1 1,1 0 0,-1 1 0,1 0-1,-1 1 1,-16 0 0,7 0 168,16 0-373,1 0 0,-1 0 1,0 0-1,0 0 0,0 1 1,0-1-1,0 1 0,1-1 1,-1 1-1,0 0 0,1 0 1,-1 1-1,0-1 0,1 0 1,-1 1-1,-3 2 1,4-1-42,0 0 0,1 0 0,-1 0 0,0 0 0,1 0 0,0 0 0,0 1 1,0-1-1,0 0 0,0 1 0,1-1 0,-1 0 0,1 7 0,0 8-5,0 1 0,1 0 0,1 0 1,1-1-1,1 0 0,0 1 0,1-1 0,14 30 0,8 9 11,43 67-1,-36-67-45,0 0-7,33 63-399,-59-104 302,-1 0 0,0 0 0,-2 1-1,0 0 1,4 23 0,-9-38 133,0-1 1,1 0-1,-1 0 0,0 1 1,0-1-1,0 0 1,0 0-1,0 1 0,0-1 1,0 0-1,-1 1 0,1-1 1,0 0-1,-1 0 0,1 0 1,-1 1-1,1-1 0,-1 0 1,0 0-1,1 0 1,-1 0-1,0 0 0,0 0 1,0 0-1,1 0 0,-1 0 1,0-1-1,0 1 0,-1 0 1,1-1-1,0 1 0,0 0 1,-2 0-1,-3 0 9,1 0-1,-1 0 1,0-1-1,1 0 1,-1 0-1,-7-1 1,1 0 2,-4 0 37,0-1 1,0 0-1,0-2 1,1 0-1,0-1 1,-1 0-1,-18-10 1,6 0 217,1-1 0,-46-34 1,64 43-181,1 0-1,0-1 1,0 0 0,0-1 0,1 1 0,0-1 0,1-1 0,0 1-1,-6-15 1,10 21-48,0-1-1,1 0 0,0 0 1,-1 0-1,2 0 0,-1 0 1,0 0-1,1 0 1,0 0-1,0-1 0,0 1 1,0 0-1,1 0 0,0 0 1,-1 0-1,2 0 0,-1 0 1,0 0-1,1 0 1,-1 1-1,1-1 0,0 1 1,1-1-1,-1 1 0,1-1 1,-1 1-1,1 0 0,5-4 1,9-6-21,-1 0 0,2 2 0,0 0 1,0 1-1,39-14 0,107-28-1,-152 49-5,41-11 34,77-25-22,-118 34 5,-1 1 1,0-2 0,0 0-1,0 0 1,-1-1 0,0 0 0,0-1-1,13-13 1,-19 16 76,0 0 0,0 0 0,-1-1 0,1 1 0,-1-1 0,-1 0 0,1 0 0,-1 0-1,0 0 1,0-1 0,-1 1 0,0 0 0,0-1 0,0 1 0,-1-1 0,0 1 0,0-1 0,-1 1 0,-1-8 0,1 6 16,-1-1 0,-1 1 1,0-1-1,0 1 0,0 0 0,-1 0 1,0 0-1,-1 1 0,0-1 0,0 1 1,0 0-1,-1 1 0,-8-8 0,-1 1 33,-1 0 0,0 1 0,-1 1 0,-23-11 0,31 17-143,-1 1 1,1 1-1,-1-1 0,0 2 0,0-1 1,0 1-1,-1 1 0,1 0 0,0 0 1,-16 2-1,25-1-40,-1 0 1,0 1-1,1-1 1,-1 1-1,1-1 0,-1 1 1,1-1-1,-1 1 1,1 0-1,0 0 1,-1 0-1,1 0 0,0 0 1,-1 0-1,1 0 1,0 0-1,0 0 0,0 0 1,-1 2-1,0 1-134,0 0 0,0-1 0,1 1 0,-1 0-1,1 0 1,0 0 0,-1 6 0,1 4-942,0 0 0,1 1 0,2 24 1,-1-31 206,1 0 0,-1 0 0,1 0 1,1 0-1,4 12 0,32 42-7086,-38-60 7778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8.0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48 36 1377,'0'0'31390,"-47"-35"-31390,47 40 0,0 10-1681,5 0-1696,7-5-1570,3-10-4401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9.0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414 18 176,'0'0'7881,"-7"-3"-6715,-32-7 1947,-17 6 9048,56 4-12159,60 0 769,-61 4-299,-2 4-258,-1 0-1,1 0 0,-1 0 0,0-1 1,-1 0-1,-10 13 0,-43 45 1059,26-31-811,-4 6-165,1 1 0,1 2 0,3 2 0,-48 90 1,74-124-287,0 1 0,1 0 1,1 0-1,0 0 1,0 1-1,0 16 1,2-25-11,1 1 0,0-1-1,0 1 1,0-1 0,1 1 0,0-1 0,0 1 0,0-1 0,0 0 0,1 1 0,-1-1 0,1 0 0,0 0 0,1 0 0,-1 0 0,1 0 0,-1-1 0,1 1 0,0-1 0,4 4 0,12 6-9,0 0 0,1-1 0,1-1 0,0-1 0,0-1 0,45 12 0,-14-7-81,101 10 0,33-18-409,-143-6-149,-43 0 506,1 0 1,-1 0 0,1 0-1,0 0 1,-1 0-1,1-1 1,-1 1 0,1 0-1,-1 0 1,0-1 0,1 1-1,-1 0 1,1-1-1,-1 1 1,0-1 0,1 1-1,-1 0 1,1-1-1,-1 1 1,0-1 0,0 1-1,1-1 1,-1 1 0,0-1-1,0 1 1,0-1-1,0 1 1,1-2 0,2-20-7453,-1 8 2176,3-11-4824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9.2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141 1 6819,'0'0'18136,"-88"168"-16247,81-101-272,-1 4-769,-4-4-655,4-9-161,-2-8-32,5-12-449,3-13-991,2-10-769,0-10-801,7-5-2304,16 0-3010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9.7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224 0 6355,'0'0'17880,"-9"16"-15895,-63 105 509,54-93-2186,-106 178 166,124-206-495,0 1-1,0 0 1,0 0 0,-1-1-1,1 1 1,0 0 0,0 0-1,0-1 1,0 1 0,0 0-1,0 0 1,1-1 0,-1 1-1,0 0 1,0 0 0,0-1-1,1 1 1,-1 0-1,0-1 1,1 1 0,-1 0-1,1-1 1,-1 1 0,1-1-1,-1 1 1,1 0 0,-1-1-1,1 1 1,-1-1 0,1 0-1,0 1 1,-1-1 0,1 1-1,0-1 1,-1 0 0,1 0-1,0 1 1,0-1-1,0 0 1,37 11 8,-29-9-32,51 14 4,27 8-77,1-3 0,159 16 0,-202-32 725,-11-1-3171,-11-3-7943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49.9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239 0 6643,'0'0'18104,"-141"143"-16151,126-92-752,-3 4-849,1 0-320,-3 3-32,5-3-64,5 0-881,7-5-1039,3-5-353,0-10-2242,28-7-2784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50.7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427 347 2721,'0'0'4544,"-26"-15"-959,-87-46-698,97 52-1883,-1 2 0,-28-11 0,36 16-486,1 1-1,-1 0 1,0 0-1,-14 0 1,19 2-393,0-1-1,0 0 1,0 1 0,0-1-1,1 1 1,-1 0 0,0 1-1,1-1 1,-1 0 0,1 1-1,-1 0 1,1 0 0,0 0-1,0 0 1,0 1 0,-3 2-1,0 1 27,2 0-1,-1-1 1,0 2-1,1-1 1,1 1 0,-1-1-1,-4 14 1,0 3 115,2 0 0,0 0 1,2 1-1,-2 30 0,5-49-222,-1 11 77,1 0-1,1 1 1,0 0-1,1-1 1,4 26-1,-4-38-107,0-1 0,0 0 0,0 1 1,1-1-1,-1 0 0,1 0 0,0 0 0,0 0 0,0 0 0,0 0 1,0 0-1,1-1 0,-1 1 0,1-1 0,0 0 0,0 1 0,0-1 1,0 0-1,0-1 0,0 1 0,0-1 0,0 1 0,1-1 0,-1 0 1,1 0-1,-1-1 0,1 1 0,-1-1 0,1 1 0,-1-1 0,7-1 1,-8 1-18,0 0 0,1 0 0,-1-1 0,1 1 0,-1-1 1,0 0-1,0 0 0,1 0 0,-1 0 0,0 0 0,0 0 0,0-1 1,0 1-1,0-1 0,0 1 0,-1-1 0,1 0 0,0 0 1,-1 1-1,1-1 0,-1 0 0,0-1 0,0 1 0,0 0 1,0 0-1,1-4 0,2-5-184,0-1 1,-1-1-1,3-23 1,0-32-884,-7-129 1,1 189 1012,-3-28-557,-11-51-1,8 55 386,1 0-1,-1-42 0,6 74 225,0-1 0,0 0-1,1 1 1,-1-1 0,0 0 0,1 1 0,-1-1-1,0 0 1,1 1 0,-1-1 0,1 1-1,-1-1 1,1 1 0,-1-1 0,1 1 0,0-1-1,-1 1 1,1 0 0,0-1 0,-1 1 0,1 0-1,0-1 1,-1 1 0,1 0 0,0 0 0,0 0-1,-1 0 1,1-1 0,0 1 0,1 0 0,30 0-42,-25 0 42,626 51 455,-588-45-364,102 4 996,-146-10-1005,0 0 1,-1 0 0,1 0-1,0-1 1,-1 1 0,1 0-1,0 0 1,-1 0-1,1 0 1,0 0 0,0 0-1,-1 0 1,1 1 0,0-1-1,-1 0 1,1 0 0,0 0-1,-1 1 1,1-1 0,0 0-1,-1 1 1,1-1 0,-1 1-1,1-1 1,-1 0 0,1 1-1,-1-1 1,1 1 0,-1-1-1,1 1 1,-1 0 0,1 0-1,-2 1 46,0-1 0,1 0 0,-1 1 0,0-1 0,0 0-1,-1 1 1,1-1 0,0 0 0,0 0 0,0 0 0,-1 0 0,1 0-1,-1 0 1,1-1 0,-2 2 0,-48 26 714,13-8 131,-64 48-1,35-12-484,2 4-1,3 2 1,3 3-1,-69 98 1,-171 306-79,225-346-415,60-99-123,3-5-165,0-1 1,-1 0-1,-26 29 0,38-47-20,3 0-1924,28 0-1486,0-2 1,43-7-1,-20-2-3263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0:51.1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196 50 544,'0'0'22152,"-22"27"-20445,-69 85-520,45-60-463,41-48-605,1 1 1,-1 1-1,1-1 1,1 1-1,-7 9 1,10-14-111,-1-1 1,1 1-1,-1 0 1,1-1-1,-1 1 0,1 0 1,-1 0-1,1-1 1,0 1-1,-1 0 0,1 0 1,0 0-1,0-1 1,-1 1-1,1 0 0,0 0 1,0 0-1,0 0 1,0-1-1,0 1 0,0 0 1,1 0-1,-1 0 1,0 0-1,0-1 0,0 1 1,1 0-1,-1 0 1,0-1-1,1 1 0,-1 0 1,1 0-1,-1-1 1,1 1-1,-1 0 0,1-1 1,0 1-1,-1-1 0,1 1 1,-1-1-1,1 1 1,0-1-1,0 1 0,-1-1 1,1 0-1,0 1 1,0-1-1,0 0 0,0 1 1,7 0 7,-1 0 0,1-1 0,-1 0 0,14-1 0,-4 0 15,121 1 11,-134 0-44,0 0 1,0 0-1,-1-1 1,1 1-1,0-1 1,0 0-1,-1 0 0,1 0 1,0-1-1,-1 1 1,0-1-1,1 0 1,-1 0-1,0 0 1,0-1-1,0 1 1,4-5-1,-3 3 37,-1-1 0,1 0 0,-1 0 0,0 0 0,-1 0 0,1 0 0,-1-1 0,0 1 0,0-1 0,1-10 0,-1 7 35,-1-1-1,0 0 1,-1 0-1,0 0 1,-1 0-1,0 1 1,0-1-1,-1 0 1,0 0-1,-1 1 1,0-1 0,0 1-1,-8-13 1,9 17-55,-2-1 0,1 2 1,-1-1-1,1 0 0,-1 1 1,0-1-1,-1 1 1,1 0-1,-1 1 0,0-1 1,0 1-1,0 0 0,0 0 1,-1 0-1,1 1 1,-1 0-1,1 0 0,-1 0 1,0 1-1,0 0 0,-9-1 1,13 2-61,0 1 1,1-1 0,-1 0-1,1 1 1,-1 0-1,0-1 1,1 1 0,-1 0-1,1 0 1,0 0-1,-1 0 1,1 0 0,0 0-1,-1 0 1,1 0-1,0 0 1,0 1 0,0-1-1,0 0 1,0 1-1,1-1 1,-1 1 0,0-1-1,1 1 1,-1 0-1,0-1 1,1 1 0,0-1-1,-1 1 1,1 0-1,0-1 1,0 3 0,-1 9-1307,0 0 0,2 26 0,-1-37 1032,0 4-517,1-1 0,-1 0 1,1 0-1,0 0 0,1 0 1,2 8-1,24 29-8913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3.3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234 1 2449,'0'0'20532,"7"20"-19059,0-2-1035,-2-8-199,-1 0-1,0 0 0,-1 1 0,0-1 1,0 1-1,-1 0 0,-1 0 0,0 0 1,0 0-1,-1 0 0,-2 14 0,-6 12 434,-2-1-1,-1 0 1,-19 39-1,8-20-128,-124 372 126,136-391-1067,-9 33-517,3-24-3332,16-51-2365,0-7 3422,0-31-5702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3.5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1 234 2193,'44'-7'5410,"546"-81"3440,165 29-5627,-673 55-3135,-1-4 1,0-3 0,133-37 0,-183 41-294,-11 6-3600,-19 4-699,-1 14-978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4.0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117 1 7603,'0'0'12966,"-16"24"-9689,-53 81-1130,64-97-1890,1 1 0,0 0 0,0 0 0,1 0 0,0 0 0,1 1 0,0-1 0,0 1 0,1-1-1,0 1 1,1 0 0,0-1 0,2 17 0,-1 9 143,-1-33-397,0 0 1,0 0-1,0 1 0,1-1 1,-1 0-1,0 1 1,1-1-1,0 0 0,-1 0 1,1 0-1,0 0 1,0 0-1,0 0 1,0 0-1,0 0 0,1 0 1,-1 0-1,1-1 1,-1 1-1,1 0 0,0-1 1,-1 1-1,1-1 1,0 0-1,0 0 0,0 1 1,0-1-1,0 0 1,0-1-1,0 1 1,1 0-1,-1-1 0,0 1 1,0-1-1,1 0 1,-1 1-1,0-1 0,0 0 1,1-1-1,-1 1 1,0 0-1,0-1 0,1 1 1,-1-1-1,0 1 1,0-1-1,0 0 1,0 0-1,0 0 0,0 0 1,0-1-1,0 1 1,0 0-1,-1-1 0,1 0 1,0 1-1,-1-1 1,1 0-1,-1 1 0,1-3 1,2-4-17,-1 1 0,0-1-1,0 0 1,-1 1 0,0-1 0,-1 0 0,1 0 0,-1-1 0,-1 1-1,0 0 1,0 0 0,-1 0 0,-2-13 0,3 16 21,-1 0-1,0 1 1,0-1 0,-1 0 0,0 1-1,1-1 1,-1 0 0,-1 1 0,1 0 0,-1 0-1,0 0 1,0 0 0,0 0 0,0 0 0,0 1-1,-1-1 1,0 1 0,0 0 0,0 0-1,0 0 1,0 1 0,-1 0 0,-4-2-1,-10 1-337,14 2-1913,19 1-1557,28 0-3838,21 0-5974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4.4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1112 246 5619,'0'0'2147,"5"-23"879,15-72 695,-18 84-2835,0 1 0,-1-1-1,0 0 1,-1 0 0,-2-18-1,2 27-741,0 0 0,-1 0-1,1 0 1,-1 0 0,1 0 0,-1 0-1,0 0 1,0 0 0,0 1-1,0-1 1,0 0 0,-1 1 0,1-1-1,0 1 1,-1-1 0,1 1 0,-1 0-1,1 0 1,-1-1 0,0 1-1,0 0 1,1 0 0,-1 1 0,0-1-1,0 0 1,0 1 0,0-1 0,0 1-1,-3-1 1,-13-1 318,1 1-1,-1 0 1,1 2-1,0 0 1,-1 1-1,1 0 1,0 1-1,-33 12 1,28-7-153,0 2-1,1 0 1,0 2 0,1 0-1,0 1 1,-18 17 0,8-3-72,1 1 0,2 1 0,1 1 0,1 2 0,2 0 1,1 2-1,-29 60 0,21-26-110,2 2 0,-26 108 1,-17 153-919,24-98-721,37-188 977,-3 0 0,-21 51 0,28-80 228,-2 0 0,0-1 1,-1 1-1,-1-1 1,0-1-1,-1 0 0,0-1 1,-23 22-1,31-33 0,0 0 1,-1 0-1,1 0 0,-1 0 0,1 0 0,-1-1 0,1 1 0,-1-1 0,0 0 1,0 0-1,0 0 0,-4 0 0,5-1-238,0 0 0,1 0 0,-1-1 1,0 1-1,1 0 0,-1-1 0,0 0 0,1 1 0,-1-1 0,1 0 1,-5-2-1,2-2-1330,0 1 1,-1-1-1,2 0 0,-8-8 1,12 13 1840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4.74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26 6979,'31'-3'2572,"333"-16"6603,17 16-1886,-380 3-7209,-1 1 0,1-1 0,-1 1 0,0-1 0,1 0 0,-1 1 0,0-1 0,0 1 0,1-1 0,-1 1 0,0-1 0,0 1 0,0-1 0,1 1 1,-1-1-1,0 1 0,0 0 0,0-1 0,0 1 0,0-1 0,0 1 0,0-1 0,0 1 0,0-1 0,-1 1 0,1-1 0,0 1 0,0-1 0,-1 1 1,1 0 176,-1 4-50,-1 0-1,0 0 1,0-1-1,0 1 0,-1-1 1,0 0-1,0 0 0,0 0 1,0 0-1,-1 0 1,1 0-1,-1-1 0,-7 5 1,-11 13 329,15-14-433,1 1 0,0-1 0,0 1-1,1 1 1,0-1 0,0 0 0,-7 19 0,10-18-628,0 0 0,0-1 0,1 1 0,0 0 0,0 12 1,1-20 342,0 0 0,0-1 1,0 1-1,0-1 0,0 1 1,0-1-1,1 1 0,-1-1 1,0 1-1,0-1 0,1 1 1,-1-1-1,0 1 0,1-1 1,-1 1-1,0-1 0,1 0 1,-1 1-1,1-1 1,-1 0-1,1 1 0,-1-1 1,1 0-1,-1 1 0,1-1 1,-1 0-1,1 0 0,-1 0 1,1 0-1,-1 1 0,2-1 1,19 1-5633,-16-1 3701,22 0-8991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4.91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0 10053,'0'0'13798,"-30"53"-14839,38-23-1888,7 3-2978,0-11-4449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5.2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2145,'0'0'26327,"1"14"-24705,-1-9-1560,1 8 203,0 0-1,0 0 0,1 0 1,1-1-1,0 1 0,1-1 0,8 20 1,-10-30-343,-1 0 0,1 0 0,0 0-1,0 0 1,1-1 0,-1 1 0,0 0 0,0-1 0,1 0 0,-1 1 0,1-1 0,-1 0 0,1 0 0,0-1 0,-1 1 0,1 0-1,0-1 1,0 0 0,-1 1 0,1-1 0,0 0 0,0-1 0,-1 1 0,6-1 0,1-1-386,0 1 1,-1-1-1,1-1 0,-1 1 1,1-1-1,11-7 1,7-6-1090,-16 8 1522,1 1-1,0 0 1,0 1 0,1 0 0,22-6 0,-33 11 382,0 1-1,0 0 0,0 0 0,0 0 1,0 0-1,0 0 0,0 0 0,0 1 1,0-1-1,0 1 0,0-1 1,-1 1-1,4 1 0,19 14-1956,-20-12 523,0-1-1,0 0 0,1 0 1,-1-1-1,1 1 1,4 1-1,16 4-6933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45.7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333 832 11621,'0'0'12390,"-22"0"-9968,-72-2-829,83 2-1334,-1 1 0,1 1 0,-1 0 0,1 0 0,0 1 0,0 0 0,0 1 0,-11 5 0,0 1 123,16-8-297,0 1 0,0-1 0,0 2 0,1-1 0,-1 1 0,1 0 0,0 0 0,0 0 0,-8 9 0,10-10-97,1 0 0,0 0-1,1 0 1,-1 0 0,0 1-1,1-1 1,0 0-1,-1 1 1,1-1 0,1 1-1,-1-1 1,0 1 0,1-1-1,0 1 1,0-1 0,0 1-1,0 0 1,1-1 0,0 6-1,0-8-20,-1 0 0,1 0-1,-1 0 1,1 0 0,-1 0 0,1 0-1,0 0 1,-1 0 0,1-1-1,0 1 1,0 0 0,0 0-1,0-1 1,-1 1 0,1 0-1,0-1 1,0 1 0,0-1 0,0 1-1,1-1 1,-1 0 0,0 1-1,0-1 1,0 0 0,2 1-1,34 0-450,-27-1 303,3-1-76,0-1 0,0 0 0,0-1 0,0 0 0,0 0-1,-1-2 1,0 0 0,1 0 0,-2-1 0,20-12 0,10-11-947,55-48 0,-85 67 1083,33-30-534,-1-3 1,-3-2-1,-1-1 0,39-63 1,-18 14-434,61-135 1,-108 203 1246,28-66-463,-36 82 945,-2-1-1,1 1 0,-2-1 1,0 0-1,2-24 1,-5 35-547,1 1 0,0-1 1,0 1-1,-1-1 0,1 1 1,0-1-1,-1 1 0,1-1 1,0 1-1,-1 0 0,1-1 1,-1 1-1,1-1 0,-1 1 1,1 0-1,-1 0 0,1-1 1,-1 1-1,1 0 0,-1 0 1,1-1-1,-1 1 0,1 0 1,-1 0-1,1 0 0,-1 0 1,1 0-1,-1 0 0,0 0 1,1 0-1,-1 0 0,1 0 1,-1 0-1,1 0 0,-1 1 1,1-1-1,-1 0 0,0 0 1,1 1-1,-1-1 0,1 0 1,0 0-1,-1 1 0,-1 0 160,-4 1-11,1 0-1,-1 1 1,0 0 0,1 0-1,0 0 1,0 1-1,0-1 1,0 1-1,1 0 1,-1 1-1,1-1 1,-5 8-1,-6 9 558,-21 38 1,32-50-616,-19 35-73,3 1-1,1 1 1,3 0 0,2 1 0,1 1 0,-5 50 0,7-16-133,5 1 0,6 150 0,0-232 5,0 0 0,0 0 0,1 0 0,-1 0 0,1 0 1,-1 0-1,1 0 0,-1 0 0,1 0 0,-1-1 0,1 1 0,0 0 0,0 0 0,-1 0 0,1-1 0,0 1 0,0 0 0,0-1 1,0 1-1,0-1 0,0 1 0,0-1 0,0 0 0,0 1 0,0-1 0,0 0 0,0 1 0,0-1 0,0 0 0,0 0 1,0 0-1,0 0 0,1 0 0,3 0-593,1 0 1,-1-1 0,0 1-1,-1-1 1,1 0 0,8-2-1,19-17-5348,3-9-798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0.1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312 0 6883,'0'0'15463,"0"7"-14249,-3 19-510,-1 1 1,-2-1-1,-1 0 0,0 0 0,-12 26 0,3-8-153,-16 51 73,-157 444-333,165-482-2396,21-53-80,2-13-1404,1-25-2504,0-16-2767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0.7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0 512 6835,'23'-3'3919,"332"-55"5768,-226 35-8759,164-53 0,-248 62-1073,-1-3 0,-1-1-1,-1-2 1,-1-3 0,0 0 0,-2-3-1,45-37 1,-72 52-32,0-1 0,-1 0 1,11-14-1,-19 22 167,0 1 0,-1-1 0,0 0 0,0 0 0,0 0 0,0 0 1,0 0-1,-1 0 0,0 0 0,0-1 0,0 1 0,0 0 0,-1-1 1,0 1-1,0 0 0,0-6 0,0 10 24,0-1 1,-1 1-1,1-1 0,0 0 1,0 1-1,-1-1 0,1 1 1,0-1-1,-1 1 0,1-1 1,-1 1-1,1-1 1,0 1-1,-1-1 0,1 1 1,-1-1-1,1 1 0,-1 0 1,1-1-1,-1 1 0,0 0 1,1 0-1,-1-1 0,1 1 1,-1 0-1,0 0 1,1 0-1,-2 0 0,-20-1 260,13 2-110,-6 0-48,0 1 0,0 0 1,1 1-1,-1 1 1,0 1-1,1 0 0,0 0 1,0 2-1,1 0 0,0 0 1,0 1-1,-16 13 1,-3 5 286,1 1 1,1 1-1,-35 44 0,21-14 81,2 2-1,2 2 0,4 2 1,2 1-1,-43 118 0,60-138-475,5-10-190,-2 0 0,-1-1 0,-28 46 0,150-149-1551,-48 33 788,-28 15 395,-21 13 460,1 0-1,0 1 0,1 0 0,0 1 1,0 1-1,22-8 0,-33 13 116,0 0 1,0 0-1,-1 0 0,1 0 1,0 1-1,0-1 0,0 0 1,0 1-1,0-1 0,0 0 1,-1 1-1,1-1 0,0 1 1,0 0-1,-1-1 1,1 1-1,0-1 0,-1 1 1,1 0-1,-1 0 0,1-1 1,-1 1-1,1 0 0,-1 0 1,1 0-1,-1 0 0,0-1 1,0 1-1,1 0 0,-1 0 1,0 0-1,0 0 0,0 0 1,0 0-1,0 0 0,0 0 1,0 1-1,-1 52 1323,1-37-1133,-2 0-1117,0 16-3459,2-32 4191,0 0 0,0-1 0,1 1-1,-1 0 1,0 0 0,0-1-1,0 1 1,0 0 0,1-1 0,-1 1-1,0 0 1,1-1 0,-1 1 0,0 0-1,1-1 1,-1 1 0,1-1-1,-1 1 1,1-1 0,-1 1 0,1-1-1,-1 1 1,1-1 0,0 1-1,-1-1 1,1 0 0,0 1 0,-1-1-1,1 0 1,0 0 0,0 1-1,1-1 1,21 0-8012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1.0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0 132 10853,'0'0'9852,"24"2"-9678,7 3-166,-2-1-96,-1-2 0,33 0 0,-58-2 14,-1 0-1,1 0 1,0 0 0,-1 0 0,1 0 0,-1-1-1,1 1 1,0-1 0,-1 0 0,1 1 0,-1-1 0,0-1-1,1 1 1,2-2 0,-3 1 17,-1 0 0,0 1 1,0-1-1,1 0 0,-1 0 0,0-1 1,-1 1-1,1 0 0,0 0 0,-1 0 1,1 0-1,-1-1 0,0 1 0,1 0 1,-1 0-1,0-1 0,-1-2 0,1 1 96,0 0-1,0 1 0,-1-1 0,0 0 0,0 0 1,0 1-1,0-1 0,0 0 0,-1 1 0,0-1 1,0 1-1,1 0 0,-2-1 0,1 1 0,0 0 0,-1 0 1,1 1-1,-1-1 0,0 0 0,0 1 0,0 0 1,0 0-1,-1 0 0,1 0 0,-1 0 0,-3-1 1,1 1 237,-1-1 1,0 1-1,-1 0 1,1 1 0,0 0-1,0 0 1,-1 1-1,1 0 1,0 0 0,0 0-1,-1 1 1,1 0-1,-9 3 1,13-3-191,0 0 1,1 0-1,-1 1 1,0-1-1,1 1 0,-1-1 1,1 1-1,-1 0 1,1 0-1,0 0 0,0 0 1,0 1-1,0-1 1,0 0-1,0 1 0,1 0 1,-1-1-1,1 1 1,0 0-1,0 0 0,0-1 1,0 1-1,-1 4 1,0 7 34,0 0 1,1 0 0,0 26 0,1-26-119,1-7-82,0-1 0,0 0 0,0 0 0,0 1 0,1-1 1,0 0-1,1 0 0,-1-1 0,1 1 0,0 0 0,0-1 0,1 0 0,0 0 0,0 0 0,0 0 1,0 0-1,1-1 0,7 6 0,-3-3-616,1 0 0,1 0 0,-1-1 0,1 0 0,0-1 0,1 0 0,-1-1 0,1 0 0,12 2 0,51 3-6135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1.3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653 1 14535,'0'0'7219,"-131"113"-4626,76-23 977,3 8-481,6 2-2000,14 0-721,-1-4-368,3-16-16,0-10-416,-8-22-321,1-13-463,-3-12-721,0-11-1441,-3-12-1824,-2 0-4034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1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 8420,'27'-1'4295,"-5"1"-3661,259 3 8918,-159 10-8047,-78-6-1220,159 31 153,-202-38-399,1 1 0,-1-1 1,1 0-1,-1 1 0,1-1 1,-1 1-1,1-1 0,-1 1 0,0 0 1,1 0-1,-1-1 0,0 1 1,0 0-1,1 0 0,-1 0 1,0 0-1,0 1 0,0-1 0,0 0 1,0 0-1,-1 1 0,1-1 1,0 0-1,-1 1 0,1-1 0,-1 0 1,1 1-1,-1-1 0,1 1 1,-1-1-1,0 1 0,0 0 1,0-1-1,0 1 0,0-1 0,0 1 1,0-1-1,-1 1 0,1-1 1,0 1-1,-1-1 0,1 1 0,-1-1 1,0 0-1,0 2 0,-5 8 453,1-1 0,-1 1 0,-1-2 0,-11 15 0,12-17-416,-17 23 362,0 1-1,-26 49 1,53-88-7140,7-21 1628,8-18-4715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1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14551,'0'0'6755,"0"165"-6851,22-120-2321,-4-4-2754,-6-6-3841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2.4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64 9476,'0'0'17696,"10"13"-16081,30 46-506,-38-55-1033,1 0 0,-1 0-1,0 0 1,0 0 0,-1 0-1,1 1 1,-1-1 0,0 0-1,0 1 1,-1-1-1,1 1 1,-1-1 0,0 1-1,0-1 1,-1 8 0,0 10-646,2-25 391,0 0 1,0 0 0,0 0-1,0 0 1,1 0-1,0 0 1,-1 0 0,1 1-1,0-1 1,1 0-1,-1 1 1,0 0 0,4-3-1,1-2-245,9-10-9,2 0 1,-1 2-1,2 0 0,0 1 0,1 1 0,0 1 0,1 1 0,0 1 1,1 0-1,0 2 0,33-9 0,-54 17 582,0 0-1,0 0 1,0 0 0,-1 0-1,1 0 1,0 1-1,0-1 1,0 0 0,-1 0-1,1 1 1,0-1 0,-1 0-1,1 1 1,0-1 0,0 0-1,-1 1 1,1-1 0,-1 1-1,1-1 1,0 1 0,-1 0-1,1-1 1,-1 1 0,0-1-1,1 1 1,-1 0-1,1 0 1,-1-1 0,0 1-1,1 0 1,-1 0 0,0-1-1,0 1 1,0 0 0,0 0-1,0-1 1,0 1 0,0 0-1,0 1 1,0 48 2157,-1-27-1212,1-23-1113,3 0-181,7 0-229,0-1 1,-1 0 0,1-1-1,-1 0 1,1-1 0,-1 0-1,11-5 1,63-35-2861,-21 10 2167,-48 25 1084,-10 5 219,0 1 0,0 0-1,0 0 1,0 0 0,0 1 0,0-1-1,5 0 5009,-9 4-3842,-5 166-53,5-167-1435,1-1-1,-1 1 1,0 0 0,1-1 0,-1 1-1,1-1 1,-1 1 0,0-1 0,1 1-1,-1-1 1,1 1 0,-1-1-1,1 0 1,0 1 0,-1-1 0,1 0-1,-1 1 1,1-1 0,0 0 0,-1 0-1,1 1 1,0-1 0,-1 0-1,1 0 1,0 0 0,-1 0 0,1 0-1,0 0 1,-1 0 0,1 0 0,0 0-1,-1 0 1,1 0 0,0-1-1,-1 1 1,2-1 0,1 1-754,0-1 1,0 1 0,0-1-1,0 0 1,0 0-1,0-1 1,0 1-1,-1-1 1,4-1-1,20-28-10577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2.7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26 22 10341,'0'0'14089,"2"13"-13259,8 42-182,-10-53-604,1 0 1,-1 0-1,1-1 1,0 1-1,0 0 1,0 0-1,0-1 0,0 1 1,0-1-1,0 1 1,0-1-1,1 1 1,-1-1-1,1 0 0,-1 1 1,1-1-1,-1 0 1,1 0-1,0 0 1,-1 0-1,1-1 1,3 2-1,1-1-13,-1 0 0,1 0-1,-1 0 1,1-1 0,7 0 0,-7 0-6,0 0-105,1 0 0,-1 0 0,1 0-1,-1-1 1,1 0 0,-1-1 0,0 1 0,12-6-1,-16 6 36,0-1 0,1 1-1,-1-1 1,0 0 0,0 0 0,0 0-1,0 0 1,-1 0 0,1 0-1,-1-1 1,1 1 0,-1 0 0,0-1-1,0 1 1,0-1 0,0 0 0,0 1-1,0-1 1,-1 0 0,1 0-1,-1 1 1,0-1 0,0-3 0,0 5 36,0-3 27,1 0-1,-1 0 1,0 0 0,0 1 0,-1-1 0,1 0-1,-3-6 1,3 9 21,-1-1-1,0 1 1,0 0-1,0 0 0,0 0 1,1 0-1,-2 0 1,1 0-1,0 0 0,0 1 1,0-1-1,0 0 1,0 1-1,-1-1 0,1 0 1,0 1-1,0 0 1,-1-1-1,1 1 0,-1 0 1,1-1-1,0 1 1,-1 0-1,-1 0 0,-9-1 292,1 1 0,-1 0 0,1 0 0,-1 1 0,1 0 0,0 1 0,-1 1 0,-15 4 0,23-5-236,1 0 0,-1-1 0,0 2 0,1-1 0,-1 0 0,1 1 0,-1-1 0,1 1 0,0 0 0,0 0-1,1 0 1,-1 0 0,0 1 0,1-1 0,0 1 0,0-1 0,0 1 0,0 0 0,1 0 0,-1 0 0,1 0 0,0 0 0,0 0 0,1 0 0,-1 0 0,1 5 0,0-3-56,-1 0-1,1 0 1,1 0-1,-1 0 1,1 0 0,0 0-1,1 0 1,3 11-1,-3-13-88,0-1-1,1 1 1,-1 0-1,1-1 1,0 1 0,0-1-1,0 0 1,0 0-1,1 0 1,0 0-1,-1 0 1,7 2-1,-2 0-353,0-1 0,1-1 0,-1 0 0,0 0-1,1-1 1,0 0 0,11 2 0,68-1-5156,-67-3 4078,93 0-7635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3.3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596 1 13382,'0'0'9095,"-15"23"-5568,-100 174 1243,-166 328-2777,251-474-1993,19-34 0,1 1 0,0 0 0,-9 24 0,19-41 0,0-1 0,0 1 0,0-1 0,0 0 0,0 1 0,0-1 0,0 1 0,0-1 0,0 1 0,0-1 0,0 0 0,0 1 0,0-1 0,0 1 0,0-1 0,1 0 0,-1 1 0,0-1 0,0 0 0,0 1 0,1-1 0,-1 0 0,0 1 0,1-1 0,-1 0 0,0 1 0,1-1 0,-1 0 0,0 0 0,1 1 0,-1-1 0,0 0 0,1 0 0,-1 0 0,0 0 0,1 0 0,-1 1 0,1-1 0,-1 0 0,1 0 0,-1 0 0,0 0 0,1 0 0,-1 0 0,1 0 0,-1 0 0,1-1 0,25 0 0,-22 0 0,75-13-254,-49 8-603,0 1 0,44-1 0,-61 6 572,-7 0 188,1-1-1,-1 1 1,0 1 0,0-1 0,0 1 0,0 1-1,7 1 1,-11-2 96,0 0 0,-1 0-1,1 0 1,0 1-1,0-1 1,-1 1 0,1-1-1,-1 1 1,1-1 0,-1 1-1,0 0 1,0 0 0,0 0-1,0-1 1,0 1-1,0 0 1,0 0 0,-1 0-1,1 1 1,-1-1 0,1 0-1,-1 0 1,0 0 0,0 2-1,1 3 93,0 0-1,-1 0 0,0 0 1,0 0-1,0 0 0,-1 0 1,0 0-1,-1 0 0,0-1 1,0 1-1,0 0 1,0-1-1,-1 1 0,-7 9 1,6-10 57,-1-1 0,0 0 0,0 0 0,0 0-1,-1-1 1,1 1 0,-1-1 0,0-1 0,-1 1 0,1-1 0,0 0 0,-1-1 0,0 1 0,-13 2 0,-26 2-68,-1-1 0,1-3 0,-71-3 0,57 0-53,43-4-320,20-1-128,-3 5 284,2-3-278,0 1 0,0-1 0,0 1 0,1-1-1,-1 1 1,1 0 0,-1 0 0,1 0 0,0 0 0,0 0 0,-1 1 0,5-2 0,40-14-4785,-28 11 2523,43-16-7306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3.51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2273,'0'0'30494,"-2"42"-30494,14-24 0,11-5 0,-1-3 0,6-8-496,2-2-1265,8 0-1088,4 0-1697,-1-10-3746,-1-5-3666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3.6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881 0 10741,'0'0'10261,"-155"68"-5267,84 0-1585,-1 17-559,-4 15-2338,-1 8-512,6-5 0,4-5 0,4-8 0,8-12 0,2-5-1105,5-13-2848,6 5-2130,12-17-5266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4.9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69 1073 272,'0'0'15194,"-11"3"-13073,-35 7-3,35-7 7994,12 8-9584,9 26-247,-1 0 1,-2 1-1,2 47 1,-4-35-189,-5-46-94,0 0 0,1 0 0,-1 0 1,1 0-1,0 0 0,0 0 0,1-1 1,-1 1-1,1 0 0,2 3 0,-3-6-34,0 1 0,1-1-1,-1 0 1,1 0 0,-1 0-1,1 0 1,-1-1 0,1 1-1,0 0 1,-1-1 0,1 1-1,0-1 1,0 1 0,-1-1-1,1 0 1,0 0 0,0 0-1,-1 0 1,1 0 0,0 0-1,0 0 1,0-1 0,2 0-1,6-2-196,-1-1-1,1 0 0,-1-1 0,0 0 1,0 0-1,-1-1 0,1 0 0,-1 0 0,14-15 1,4-2-338,-13 13 445,0-1-1,-1 0 1,0-1 0,18-24-1,-29 35 2183,0 4-2012,-1 0 0,1-1 0,0 1 0,0 0-1,0 0 1,0-1 0,0 1 0,1-1 0,2 5 0,0 0-8,1 1-61,0 1 0,1-1 1,0-1-1,0 1 1,0-1-1,1 0 0,0-1 1,9 7-1,-12-10-39,1 0-1,0 0 1,0-1 0,0 1-1,0-1 1,0 0-1,1 0 1,-1-1-1,1 0 1,-1 0 0,1 0-1,-1 0 1,1-1-1,0 0 1,6-1-1,-11 1 74,0-1 0,1 1 0,-1-1 0,-1 1-1,1-1 1,0 1 0,0-1 0,0 1 0,0-1 0,0 0-1,0 1 1,-1-1 0,1 0 0,0 0 0,-1 0 0,1 0-1,0 0 1,-1 0 0,1 0 0,-1 0 0,1 0-1,-1 0 1,0 0 0,0 0 0,1 0 0,-1 0 0,0-1-1,2-35 751,-2 31-594,-1-22-39,-2-1 1,-8-33 0,5 31-154,-2-48 0,7-59-2471,2 137 2181,-1-1 1,1 0 0,-1 1 0,1-1-1,0 0 1,0 1 0,0-1 0,0 1-1,0 0 1,0-1 0,0 1 0,0 0-1,0-1 1,1 1 0,-1 0 0,0 0-1,1 0 1,-1 0 0,1 0 0,-1 1-1,1-1 1,0 0 0,-1 1 0,1-1-1,2 0 1,51-11-5521,-46 10 4712,215-49-4200,-141 27 5684,-1-4 0,81-40 0,-115 45 267,0-3 0,-2-1 0,-1-2 0,-1-3 0,-2-1 0,-1-2-1,-2-2 1,58-69 0,-80 84 86,-1-1-1,-1-1 1,20-42-1,-31 56-187,1-1 0,-2 1 0,1-1 0,-2 0 1,1 0-1,-2 0 0,1 0 0,-1 0 0,-1 0 0,0 0 0,-3-20 0,2 27-363,-1 0-1,1 0 1,-1 0-1,1 0 1,-1 0-1,-1 1 1,1-1-1,0 1 1,-1-1-1,0 1 1,1 0-1,-1 0 1,-1 0 0,1 1-1,0-1 1,-1 1-1,1-1 1,-1 1-1,0 0 1,0 1-1,1-1 1,-1 1-1,-8-2 1,-6-2 250,-1 1 0,0 1 0,-37 0 0,38 2-306,0 2 0,0 0 0,0 1 0,1 0 0,-1 2 0,1 0 0,-1 1 0,-20 9 0,17-4-55,1 1-1,0 0 1,1 2-1,1 0 1,0 1-1,-20 20 1,0 6 44,2 1 0,2 2 0,1 1 1,3 2-1,1 1 0,-31 72 1,9 3-485,-55 192 1,100-296 319,-5 17-66,2 0 0,1 0 0,1 1 0,-2 47 0,9-83 137,0 0-1,0 0 1,0 0 0,0 0-1,0 1 1,0-1 0,0 0 0,0 0-1,0 0 1,0 0 0,0 0-1,0 1 1,0-1 0,0 0 0,0 0-1,0 0 1,0 0 0,0 0-1,0 1 1,0-1 0,0 0 0,0 0-1,0 0 1,0 0 0,0 0-1,0 1 1,0-1 0,0 0 0,1 0-1,-1 0 1,0 0 0,0 0-1,0 0 1,0 0 0,0 0-1,0 0 1,1 1 0,-1-1 0,0 0-1,0 0 1,0 0 0,0 0-1,0 0 1,1 0 0,-1 0 0,0 0-1,0 0 1,0 0 0,0 0-1,1 0 1,-1 0 0,0 0 0,0 0-1,0 0 1,0 0 0,1-1-1,2 1 19,6 0 13,0-1-1,1-1 1,-2 1-1,1-1 0,0-1 1,0 0-1,-1 0 1,13-7-1,69-45-65,-63 37-26,29-14 1,-52 30 94,2-1 29,0 0 0,0 0 0,0 1 0,1-1 0,-1 1 0,1 1-1,-1 0 1,1-1 0,6 1 0,-10 5 64,-1-1-1,0 1 1,-1 0-1,1 0 0,-1 0 1,0 0-1,0 0 1,0 0-1,1 6 0,1 4 157,6 38 347,-8-42-645,0 0 1,0-1-1,1 1 1,0 0-1,1-1 1,0 0-1,0 0 0,1 0 1,1 0-1,7 12 1,-11-20-265,1 1 1,0-1 0,0 0 0,0 0 0,0 0-1,0 0 1,0 0 0,0 0 0,0-1 0,1 1 0,-1-1-1,0 1 1,0-1 0,1 0 0,-1 0 0,0 0-1,3 0 1,1-1-1301,1 1 0,0-1 0,-1-1 0,0 1 0,8-3 0,22-14-9033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5.0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85 0 8196,'0'0'23883,"-60"53"-23195,50-33-688,-2 0 0,9 0 0,3-10-288,0-2-1393,10-11-11845,18-25 1761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5.2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31 5250,'0'0'21242,"25"-31"-21434,-10 59-1041,8 5-1664,7 2-2161,13 0-3714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5.82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282 863 9108,'0'0'5485,"-22"0"-1512,0 0-2693,6-2-344,0 2 0,0 0 0,0 1-1,0 1 1,1 0 0,-1 1 0,-16 6 0,26-7-694,1 0 1,0 0 0,0 1-1,0-1 1,0 1 0,0 1 0,1-1-1,-1 1 1,1 0 0,0 0 0,0 0-1,1 0 1,-1 1 0,1-1 0,0 1-1,0 0 1,0 0 0,-2 7 0,2-1-162,0-1 0,0 1 0,1-1 0,1 1 0,0 0 0,0 0 0,1-1 0,2 18 0,-2-27-109,1 1 1,-1 0-1,0-1 1,1 1-1,-1-1 1,1 1-1,0 0 1,-1-1-1,1 0 1,0 1-1,0-1 1,0 1-1,0-1 1,0 0-1,0 0 1,0 0-1,0 1 0,1-1 1,-1 0-1,3 1 1,-1 0-28,1-1 0,0 1 1,0-1-1,0 1 0,0-1 0,0 0 0,1-1 0,3 1 1,6 0-125,-1-1 1,1-1-1,0 0 1,17-4-1,-13 0-103,-1 0 1,0-2-1,0 0 0,-1-1 1,0 0-1,0-1 0,15-12 1,100-86-1969,-15-6-578,-4-6 0,159-219 0,-247 305 2306,74-110-1842,-88 127 2992,-2-1 0,0 0 0,0 0 0,-2 0 0,0-1 0,6-37 0,-11 55-442,-1-1-1,0 0 1,0 1 0,0-1 0,1 0 0,-1 0-1,0 1 1,0-1 0,0 0 0,0 0 0,-1 1-1,1-1 1,0 0 0,0 0 0,0 1 0,0-1-1,-1 0 1,1 1 0,0-1 0,-1 0 0,1 1-1,-1-1 1,1 0 0,0 1 0,-1-1 0,1 1-1,-1-1 1,0 1 0,1-1 0,-1 1 0,1-1 0,-1 1-1,0 0 1,1-1 0,-1 1 0,0 0 0,0-1-1,-32 4 2671,30-2-2986,-10 2 371,0 2-1,1-1 1,-1 1 0,1 1 0,0 0 0,1 1 0,-1 1 0,1-1 0,1 2-1,0-1 1,-16 18 0,1 2-26,1 1-1,2 1 1,-21 37-1,22-30-214,2 2 0,1 0 0,2 1 0,2 1 0,2 0 0,-11 63 0,11-13 0,3 0 0,4 93 0,9-170 0,4-16 0,3-9 0,18-23 0,-21 23 0,0 1 0,0 0 0,1 1 0,21-17 0,-30 26 0,0 0 0,0-1 0,1 1 0,-1 0 0,0 0 0,1 0 0,-1-1 0,0 1 0,1 0 0,-1 0 0,1 0 0,-1 0 0,0 0 0,1 0 0,-1 0 0,0 0 0,1 0 0,-1 0 0,1 0 0,-1 0 0,0 0 0,1 0 0,-1 0 0,0 0 0,1 0 0,-1 0 0,1 1 0,-1-1 0,0 0 0,0 0 0,1 0 0,-1 1 0,0-1 0,1 0 0,-1 0 0,0 1 0,0-1 0,1 0 0,-1 1 0,7 16 0,-5-10 0,5 10-262,1 1-1,1-1 1,0-1-1,15 22 1,-19-31-299,1-1 0,0 0 0,-1 0-1,2 0 1,-1-1 0,1 0 0,-1 0 0,1-1 0,1 0 0,-1 0 0,1 0 0,13 4-1,-8-5-1929,0 0-1,26 1 0,37-2-10703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6.5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29 0 14086,'0'0'12556,"-5"2"-9976,2 1 930,-2 10-3515,1 0 0,1 0 0,0 1 0,1-1 0,0 1 0,1 0 0,0 0 0,3 18 0,-2-12-104,0-18 59,0-1 0,1 1 1,-1 0-1,1 0 0,-1 0 1,1 0-1,0-1 1,-1 1-1,1 0 0,0-1 1,0 1-1,0-1 0,1 1 1,-1-1-1,0 1 0,1-1 1,-1 0-1,0 0 1,1 1-1,0-1 0,-1 0 1,1 0-1,0-1 0,-1 1 1,1 0-1,0-1 0,0 1 1,-1-1-1,1 1 1,0-1-1,0 0 0,2 1 1,11 0-122,1 1 0,-1-2 0,18-1 0,-12 0 228,-15 2-160,1 0 0,-1 1 0,1 0 0,-1 0 0,0 0 0,0 1 0,0 0 0,0 0 0,0 0 0,0 1 0,-1 0 0,0 0 0,0 0 0,7 9 0,23 15-463,-26-22 332,-1-1 0,1 0 0,1 0 0,-1-1 0,1 0-1,-1 0 1,1-1 0,0-1 0,1 1 0,-1-2 0,0 1-1,0-2 1,1 1 0,-1-1 0,1-1 0,9-1 0,-15 0 227,0 1 1,-1-1-1,1 0 1,-1-1-1,0 1 0,0-1 1,0 0-1,0 0 1,0 0-1,-1 0 1,1-1-1,-1 1 1,0-1-1,0 0 1,0 0-1,0 0 0,-1 0 1,0-1-1,2-5 1,1 0 159,-1-1-1,-1 1 1,0-1 0,0 0 0,-1 0-1,0 0 1,0-16 0,-2 17 254,0-2 96,0 0-1,-1 0 1,0 0 0,-3-11 0,3 20-375,1 1 1,-1-1 0,0 1 0,1 0 0,-1-1 0,-1 1 0,1 0 0,0 0 0,0 0 0,-1 0 0,1 0-1,-1 0 1,0 0 0,0 0 0,1 1 0,-1-1 0,0 1 0,0-1 0,-1 1 0,1 0 0,0 0 0,0 0-1,-1 0 1,1 0 0,-3-1 0,4 5-465,0-1 0,0 1 0,0 0 0,0-1 0,0 1 0,1 0 0,-1-1 0,1 1 0,0 0 0,0 4 0,0 7-3513,3-5-3426,8-6-3231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6.88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52 102 8724,'0'0'15922,"8"1"-15020,2-1-857,-1 0 0,0 0 0,0-1 0,1 0 0,-1-1 0,0 0 1,0 0-1,-1-1 0,1 0 0,0 0 0,8-6 0,15-16-181,-31 25 153,-1 0 1,1-1 0,-1 1 0,1-1-1,-1 1 1,1-1 0,-1 0 0,1 1 0,-1-1-1,1 1 1,-1-1 0,0 0 0,1 1-1,-1-1 1,0 0 0,1 0 0,-1 1 0,0-1-1,0 0 1,0 1 0,0-1 0,0 0 0,0 0-1,0 0 1,0 1 0,0-1 0,0 0-1,0 0 1,-1 1 0,1-1 0,0 0 0,0 1-1,-1-1 1,1 0 0,0 1 0,-1-1-1,1 0 1,-1 1 0,1-1 0,-1 1 0,1-1-1,-1 1 1,1-1 0,-1 1 0,0-1 0,1 1-1,-1-1 1,0 1 0,-1-1 0,-9-3 395,-1 0 1,1 1 0,-1 0 0,0 1 0,0 0-1,-1 1 1,1 0 0,0 1 0,-16 1 0,25 0-351,0-1 0,0 1 1,0 0-1,0 0 1,1 0-1,-1 0 0,0 1 1,0-1-1,1 1 1,-1-1-1,0 1 0,1 0 1,0 0-1,-1 0 0,1 0 1,0 1-1,0-1 1,0 1-1,1-1 0,-1 1 1,1-1-1,-1 1 1,1 0-1,0 0 0,0 0 1,0 0-1,0 0 1,0 3-1,-2 6-85,1 0 0,0 0 1,1 0-1,0 0 0,2 23 0,0-29-120,0 0 1,0-1-1,0 1 1,0-1-1,1 0 1,0 1-1,0-1 1,0 0-1,1 0 1,0 0-1,0 0 1,0-1-1,0 1 1,1-1-1,0 0 1,0 0-1,0 0 1,0 0-1,1-1 0,7 5 1,5 2-1326,35 14-1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7.9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529 1 912,'0'0'27103,"-23"18"-25248,-75 61-503,88-70-1170,1 0-1,-1 0 1,2 1 0,-1 0-1,2 0 1,-1 1-1,-7 16 1,-1 0-127,-55 86-22,-55 90-28,99-153-5,2 1-1,-21 59 1,40-90 0,0 1 0,-2 24 0,8-45 0,-1 1 0,1-1 0,0 1 0,0-1 0,0 1 0,0 0 0,0-1 0,0 1 0,0-1 0,0 1 0,0 0 0,0-1 0,1 1 0,-1-1 0,0 1 0,0-1 0,0 1 0,1-1 0,-1 1 0,0-1 0,1 1 0,-1-1 0,0 1 0,1-1 0,-1 1 0,1-1 0,-1 0 0,1 1 0,-1-1 0,1 0 0,-1 1 0,1-1 0,-1 0 0,1 0 0,-1 1 0,1-1 0,-1 0 0,1 0 0,-1 0 0,1 0 0,0 0 0,0 0 0,29-3 0,-23 2 0,11-4-43,0 0 1,0-1-1,-1-1 0,0-1 0,0 0 1,19-13-1,92-71-1943,-112 80 1579,25-20-367,43-44 1,-84 76 826,1-1 0,0 0 0,0 1 0,-1-1 0,1 0 0,0 0 0,-1 1 0,1-1 0,-1 0 0,1 0 1,-1 0-1,1 0 0,-1 0 0,0 1 0,1-1 0,-1 0 0,0 0 0,0 0 0,0 0 0,0 0 0,0 0 0,0 0 0,0 0 1,0 0-1,0-1 0,-6 1 2233,-2 11-1713,4 3-573,1-1 0,1 1 0,0 0 0,0-1 0,2 1 0,-1 0 0,1 0 0,1 0 0,1 0 0,0-1 0,4 17 0,-5-26 11,1 0 0,-1 0 1,0 0-1,1-1 0,0 1 0,0-1 0,-1 1 1,1-1-1,1 0 0,-1 1 0,0-1 0,1 0 0,-1 0 1,1-1-1,-1 1 0,6 2 0,-3-2-209,1 0-1,-1-1 0,1 1 0,0-1 1,-1 0-1,1-1 0,0 0 0,8 0 1,2-1-1632,-1-1 1,1-1 0,-1 0 0,0-1-1,27-12 1,3-2-5510,2-2-1257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8.33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394 74 9668,'0'0'19943,"-14"-10"-18561,2 0-1059,6 5-217,0 0 0,-1 0 0,1 1 0,-1-1 0,0 2 0,0-1 0,0 1 1,-1 0-1,1 0 0,-1 1 0,0 0 0,-11-1 0,-5-1-90,-1 2-1,0 1 1,-1 2 0,-36 4-1,56-4-16,-1 0 0,1 1 0,0 0 0,0 0 1,0 0-1,0 1 0,0 0 0,1 0 0,-1 1 0,-4 4 0,6-6 1,2 1 0,-1 1 0,0-1 1,1 0-1,-1 1 0,1-1 0,0 1 1,0 0-1,0-1 0,1 1 0,-1 0 1,1 0-1,0 0 0,0 0 0,1 0 1,-1 1-1,1 3 0,-1-5 0,1 0 0,0 0 0,0 0 0,0 0 0,1 0 0,-1-1 0,1 1 0,-1 0 0,1 0 0,0 0 0,0-1 0,0 1 0,1 0 0,-1-1 0,0 1 0,1-1 0,2 3 0,-1-2 0,0-1 0,0 0 0,0 0 0,0 0 0,1 0 0,-1-1 0,1 1 0,-1-1 0,1 0 0,-1 0 0,1 0 0,0 0 0,4 0 0,24 2 0,0-2 0,0-1 0,39-4 0,-30-7 0,-40 11 0,1-1 0,0 1 0,-1-1 0,1 1 0,-1-1 0,0 0 0,1 0 0,-1 0 0,1 1 0,-1-1 0,0-1 0,0 1 0,0 0 0,0 0 0,1 0 0,-2-1 0,1 1 0,0 0 0,0-1 0,0 1 0,-1-1 0,2-1 0,-2 11-17,0 1 0,1 0 0,0 0 0,0-1 0,1 1 0,5 15 0,-5-21-262,-1 0-1,1 0 0,-1 0 1,1 0-1,0 0 0,0 0 0,0 0 1,0-1-1,1 1 0,-1-1 1,1 0-1,0 0 0,-1 0 0,1 0 1,0 0-1,0 0 0,0-1 1,1 1-1,-1-1 0,0 0 1,7 1-1,4 0-2776,1-1 0,0 0 0,19-2 0,11-3-7261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2:58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14 134 9204,'0'0'20682,"-1"4"-19522,-3 11-969,1 0 1,1 0-1,0 0 0,1 1 0,1-1 0,0 1 1,1-1-1,3 16 0,-3-28-192,-1 1 1,1-1-1,0 1 1,0-1-1,0 1 0,1-1 1,-1 1-1,1-1 1,0 0-1,0 0 0,0 0 1,0 0-1,0 0 0,0 0 1,1-1-1,0 1 1,-1-1-1,1 1 0,0-1 1,0 0-1,0 0 1,1-1-1,-1 1 0,0-1 1,1 1-1,-1-1 1,1 0-1,-1 0 0,1-1 1,0 1-1,-1-1 1,1 1-1,-1-1 0,6-1 1,-7 0-73,1 0 1,-1 0 0,0 0-1,1 0 1,-1-1-1,0 1 1,0-1 0,0 0-1,0 1 1,0-1 0,0 0-1,-1 0 1,1 0 0,0 0-1,-1-1 1,2-2-1,20-44-1185,-20 43 1140,34-93-1995,22-46 216,-59 144 1958,1-1 0,0 1 0,0 0 0,0 0 0,0 0 0,0 0 0,0 0 0,0 0 0,0 0 0,1 0 0,-1 0 0,0 0 0,0 1 0,1-1-1,-1 0 1,1 1 0,-1-1 0,0 1 0,1 0 0,-1-1 0,1 1 0,-1 0 0,1 0 0,-1 0 0,1 0 0,-1 0 0,1 0 0,-1 0 0,1 1 0,-1-1 0,1 1 0,-1-1 0,3 2-1,5 1-150,1 2 0,0-1 0,14 11-1,-14-9 269,19 11-199,0-2 0,1-1 0,1-2 0,0-1 0,1-1 0,0-1-1,0-2 1,1-2 0,0 0 0,56-1 0,-65-4-135,-3 1 11,0-1 0,35-5 1,-52 4 145,1 0 1,-1 0-1,0 0 1,1 0 0,-1-1-1,0 1 1,0-1-1,0 0 1,0 0-1,0-1 1,-1 1 0,1-1-1,-1 0 1,1 0-1,-1 0 1,0 0 0,0-1-1,3-4 1,-4 5 70,-1 1 0,0-1 1,0 1-1,1-1 0,-2 0 1,1 1-1,0-1 0,0 0 1,-1 0-1,0 0 0,1 1 1,-1-1-1,0 0 0,0 0 1,-1 0-1,1 0 0,-1 1 1,1-1-1,-1 0 0,0 0 1,0 1-1,0-1 0,0 1 1,-1-1-1,1 1 0,-1-1 1,-2-3-1,1 3 64,0 0-1,-1 0 1,1 0-1,-1 0 1,0 1-1,0-1 1,0 1 0,0 0-1,0 0 1,0 1-1,0-1 1,-1 1-1,1 0 1,0 0 0,-1 0-1,-5 0 1,2 0 41,-1 1 0,1 0 0,-1 0 0,1 1 0,-1 0 0,-12 4 0,17-4-179,1 1 0,0-1 1,-1 1-1,1 0 1,0 0-1,0 0 1,0 1-1,1-1 1,-1 1-1,0 0 1,1-1-1,0 1 1,-1 0-1,1 1 1,0-1-1,1 0 1,-3 5-1,-1 3 20,0 1-1,1-1 1,1 1 0,0 0 0,0 0-1,1 0 1,0 0 0,1 1-1,1-1 1,0 0 0,1 1-1,3 22 1,-2-28-178,0 0-1,0 0 0,1 0 1,0 0-1,0 0 1,1-1-1,-1 1 1,1-1-1,1 0 0,-1 0 1,1 0-1,0-1 1,0 0-1,1 0 1,0 0-1,0 0 1,0-1-1,0 0 0,1 0 1,-1-1-1,1 0 1,9 3-1,8 1-2702,39 5 1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0.2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310 20 4130,'0'0'14289,"0"-3"-11992,0 2-2088,0 1-1,-1-1 0,1 1 1,0-1-1,0 0 0,-1 1 1,1-1-1,0 1 1,-1-1-1,1 0 0,0 1 1,-1-1-1,1 1 0,-1-1 1,1 1-1,-1 0 1,1-1-1,-1 1 0,1 0 1,-1-1-1,0 1 0,1 0 1,-1-1-1,1 1 1,-1 0-1,0 0 0,-1 0 1,-29-5 1782,-35 9-1656,54-3-303,1 1 0,0 1-1,0 0 1,0 0 0,1 1 0,-1 0-1,1 1 1,0 0 0,0 0-1,1 1 1,-1 1 0,1 0 0,0 0-1,1 0 1,0 1 0,0 1-1,-7 10 1,12-16-42,1 1 0,1-1-1,-1 1 1,0 0 0,1-1 0,0 1 0,0 0-1,0 0 1,0 0 0,1 0 0,0 0-1,-1 0 1,2 0 0,-1 4 0,0 5-114,1-12 103,-1 1 1,0-1-1,1 1 1,-1-1 0,1 1-1,-1-1 1,1 1-1,0-1 1,-1 0 0,1 1-1,0-1 1,0 0-1,0 1 1,0-1 0,0 0-1,0 0 1,1 0-1,-1 0 1,0 0 0,0 0-1,1-1 1,-1 1-1,1 0 1,-1-1 0,1 1-1,-1-1 1,1 1-1,-1-1 1,1 0 0,-1 1-1,1-1 1,2 0-1,9 1-65,1 0 1,25-2-1,-20 1 56,-7 0 10,-1 0-1,0 0 0,1-1 1,-1-1-1,0 0 0,0 0 1,17-6-1,-21 5 27,0-1 42,0 1 0,0 0 0,1 0 0,-1 1 0,1 0 0,12-1 1539,-21 20-1189,-2 0 1,0 0-1,-2 0 1,1 0-1,-2-1 1,-8 17-1,-52 92-429,36-72 114,-69 106-83,98-157 0,-3 2-3965,8-16 1899,13-21-1035,-1 11-863,2 2 1,40-37-1,10-3-4258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1.1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323 69 896,'0'0'23625,"-3"-10"-21774,-12-31-130,14 39-1644,0 1 1,-1-1 0,1 1-1,0 0 1,0 0-1,-1 0 1,1 0 0,-1 0-1,1 0 1,-1 0-1,1 0 1,-1 0 0,0 1-1,1-1 1,-1 1-1,0-1 1,1 1 0,-1-1-1,-2 1 1,-35 0 460,27 1-352,-3-1-92,-4-1 80,1 2-1,-1 0 0,-17 4 1,29-4-148,1 1 0,0 0 0,0 0 0,0 1 1,0 0-1,0 0 0,1 0 0,-1 0 0,1 1 1,0 0-1,0 0 0,-5 6 0,6-6-95,1 0 0,0 0-1,-1 1 1,1-1 0,0 1 0,1 0-1,-1 0 1,1 0 0,0 0 0,1 0-1,-1 0 1,1 1 0,0-1 0,0 0-1,0 1 1,1-1 0,0 1 0,0-1-1,1 1 1,-1-1 0,3 8 0,-2-11 13,0-1 0,0 1 0,0-1 0,0 0 0,1 1 0,-1-1 1,0 0-1,1 0 0,0 0 0,-1 0 0,1 0 0,-1 0 0,1 0 0,0-1 1,0 1-1,-1 0 0,1-1 0,0 1 0,0-1 0,0 0 0,3 0 0,48 1-373,-36-2 194,-2 1 154,0 0 0,0-1 1,0-1-1,-1 0 0,1-1 1,-1-1-1,0 0 0,0-1 1,0 0-1,0-1 0,-1-1 1,15-9-1,0-2-52,1-3-1,32-29 1,-52 40 808,-11 6 1587,1 5-2143,-1-1 0,1 1 1,-1 0-1,1-1 0,0 1 0,-1 0 1,1 0-1,0 0 0,0 0 0,-1 0 1,1 0-1,-1 2 0,-8 9 20,1 1 1,1-1-1,0 2 0,1-1 0,1 1 0,-8 22 1,-22 91 565,34-116-736,-44 225 31,32-209 0,-12 46 0,19-59 0,-2 2 0,8-14 0,3-7 0,1 0-237,-1 0 0,1 0 0,0 1 0,0-1 0,1 1 0,-1 0 0,1 0 0,0 0 0,6-4 0,-3 3-1516,1 1 1,-1 0-1,0 0 1,1 0 0,0 1-1,0 1 1,0-1-1,0 1 1,14-1 0,31-1-9344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1.80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467 89 6979,'0'0'17011,"-19"-3"-15861,-59-7-302,75 10-790,0-1-1,1 1 1,-1 1-1,1-1 1,-1 0 0,0 0-1,1 1 1,-1 0-1,1-1 1,-1 1 0,1 0-1,0 0 1,-1 1 0,1-1-1,0 0 1,0 1-1,-1-1 1,1 1 0,0 0-1,1 0 1,-1 0-1,0 0 1,1 0 0,-1 0-1,1 0 1,-1 0 0,-1 4-1,-2 3 125,0-1-155,0-1 0,1 1-1,0 0 1,1 0 0,0 0-1,0 0 1,1 1 0,0-1 0,0 1-1,1-1 1,0 1 0,0 0-1,1-1 1,0 1 0,3 16-1,-2-23-66,0-1 1,0 1-1,0-1 0,0 1 0,0-1 1,0 0-1,0 1 0,0-1 0,1 0 1,-1 0-1,0 0 0,1 0 0,-1 0 1,1 0-1,-1 0 0,1 0 0,0-1 0,-1 1 1,1-1-1,0 1 0,-1-1 0,1 0 1,0 1-1,0-1 0,-1 0 0,1 0 1,2-1-1,4 2-153,-1-1 1,1 0-1,-1-1 1,15-3 0,-18 3 78,0-1 1,0 0-1,0 0 1,-1 0-1,1-1 1,-1 0-1,0 1 1,0-1-1,0 0 1,0 0-1,0-1 1,-1 1-1,1-1 1,-1 1-1,0-1 1,0 0-1,0 0 0,0 1 1,-1-1-1,0-1 1,0 1-1,1-7 1,1-6-95,0 1 0,-2-1 1,0 0-1,-2-25 0,0 37 273,1 1 0,-1-1 0,0 0 0,-1 0 0,1 1 0,-1-1 0,0 1 0,0-1 0,0 1-1,-1 0 1,0-1 0,1 1 0,-1 1 0,-1-1 0,1 0 0,0 1 0,-1 0 0,0 0 0,0 0 0,0 0 0,0 0 0,0 1 0,-1 0 0,1 0 0,-9-3 0,5 4 183,7 1-400,4 3-350,10 10 136,0 0-1,1-1 0,1-1 1,0 0-1,27 14 1,93 40 457,-85-43-184,-15-7 65,-24-11 1,1 0 0,-1 2 0,0-1 0,0 1 1,20 15-1,-31-20 55,1-1 0,0 1 0,0 0 0,-1-1 0,1 1 1,0 0-1,-1 0 0,1 0 0,-1-1 0,1 1 0,-1 0 0,1 0 1,-1 0-1,0 0 0,1 0 0,-1 0 0,0 0 0,0 0 0,0 0 0,0 0 1,1 0-1,-1 0 0,-1 0 0,1 0 0,0 0 0,0 0 0,0 0 0,0-1 1,-1 1-1,1 0 0,0 0 0,-1 0 0,1 0 0,-1 0 0,1 0 1,-1-1-1,0 1 0,1 0 0,-2 0 0,-2 4 315,-1-1 1,0 0-1,0 0 0,0-1 0,-6 4 1,1-1-74,-251 169 5685,-119 114-3976,370-280-2130,-36 33 466,44-40-460,0 1 1,-1 0-1,1 0 0,0-1 1,1 2-1,-1-1 0,0 0 1,1 0-1,0 0 0,0 1 0,0-1 1,0 1-1,0-1 0,0 5 1,1-8 59,1 1 0,-1-1 1,0 1-1,1-1 0,-1 1 1,0-1-1,1 1 0,-1-1 1,1 1-1,-1-1 0,1 1 1,-1-1-1,1 0 0,-1 1 1,1-1-1,-1 0 0,1 0 1,0 1-1,-1-1 0,1 0 1,-1 0-1,1 0 0,0 0 1,-1 0-1,1 0 0,-1 1 1,1-2-1,0 1 0,-1 0 0,1 0 1,1 0-1,4 0-484,219 8-9620,-175-9 6273,40 1-3090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2.0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210 53 416,'0'0'20036,"-25"-1"-15951,-80-1-1257,101 2-2618,-1 0 1,0 0-1,0 1 1,1 0-1,-1 0 0,1 0 1,-1 0-1,-6 4 1,9-4-134,0 0 0,0 0-1,0 0 1,0 1 0,1-1 0,-1 1 0,0-1 0,1 1-1,-1 0 1,1 0 0,0 0 0,0-1 0,-2 4-1,1 0-7,1 1 0,-1-1-1,1 1 1,0 0-1,1 0 1,-1 0-1,1 0 1,0-1-1,2 9 1,-2 1-24,1-8-50,0 0 0,0-1-1,1 1 1,-1 0 0,1-1 0,1 0 0,-1 1 0,1-1-1,0 0 1,0-1 0,1 1 0,0 0 0,0-1 0,0 0-1,1 0 1,0 0 0,0-1 0,0 1 0,0-1 0,10 6-1,-5-4-25,0-1 0,0 0 0,0-1 0,1 0 0,-1 0 0,1-1 0,0-1 0,0 1 0,0-2 0,0 0 0,0 0 0,12-1 0,-17-1 19,0 0 0,1-1 0,-1 0 0,0 0 1,-1 0-1,1-1 0,0 0 0,-1 0 0,1 0 1,-1-1-1,0 0 0,0 0 0,0 0 0,-1 0 1,1-1-1,-1 0 0,0 0 0,-1 0 0,1 0 1,-1-1-1,0 1 0,2-7 0,2-1 2,-1-1-1,-1-1 1,-1 1-1,0-1 1,0 1-1,-1-1 1,-1 0 0,0-19-1,-2 31-76,0 0 0,0 1 0,-1-1 0,1 0-1,0 0 1,-1 0 0,0 0 0,0 1 0,0-1 0,0 0 0,0 1-1,-1-1 1,1 1 0,-1-1 0,1 1 0,-1 0 0,0-1 0,0 1 0,0 0-1,0 0 1,0 0 0,-1 1 0,1-1 0,0 1 0,-1-1 0,0 1-1,-4-2 1,-6-1-1288,0 0 0,-1 2 0,1-1 0,-26 0 0,17 2-1043,-57-5-5199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3.0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249 54 3522,'0'0'15521,"16"-3"-13925,49-12 29,-64 15-1544,0 0 1,0 0-1,0 0 1,-1 0 0,1 0-1,0-1 1,0 1-1,0 0 1,-1-1 0,1 1-1,0 0 1,0-1-1,-1 1 1,1-1 0,0 1-1,-1-1 1,1 0-1,-1 1 1,1-1 0,-1 0-1,1 1 1,-1-1-1,1 0 1,-1 1 0,0-1-1,1 0 1,-1 0-1,0 0 1,0 1 0,1-2-1,-6-10 1421,2 11-1389,1 0 0,-1 0 1,1 0-1,-1 0 0,1 0 1,-1 1-1,0-1 0,1 1 1,-1 0-1,0-1 0,1 1 0,-1 1 1,-4 0-1,-4-1 78,-1 1-117,0 0 0,0 1 0,0 0-1,0 1 1,0 0 0,0 1 0,1 0 0,0 1 0,0 1 0,0-1 0,1 2 0,-1-1 0,2 1 0,-1 1 0,1 0 0,0 0 0,1 1 0,-1 0 0,-8 14 0,8-11-53,1 1 0,0 0 0,1 0-1,0 0 1,1 1 0,1 0-1,0 0 1,1 1 0,0-1 0,1 1-1,1 0 1,0 0 0,1 0 0,1 0-1,2 23 1,-1-33-29,0-1 0,0 1 0,0-1 0,0 1 0,1-1 0,0 0 0,0 0 0,0 0 0,0 0 0,1 0 0,-1 0 0,1-1 0,0 1 0,0-1-1,1 0 1,-1 0 0,1 0 0,-1 0 0,1-1 0,0 1 0,0-1 0,0 0 0,0 0 0,0-1 0,5 2 0,7 1-115,0 0 0,0-2 0,0 0 0,0 0 0,31-2 0,-20-2-264,0-2 1,0 0-1,0-2 0,-1 0 1,0-2-1,46-20 0,-15 0-3144,96-63-1,-43 13-4413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3.5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509 1 12470,'0'0'4628,"-20"35"-839,11-20-3350,-134 262 5106,-102 195-1392,194-378-3813,44-81-303,2-6-31,1 0-1,0 1 0,0-1 1,1 1-1,0 0 0,0 1 1,1-1-1,0 0 0,-2 14 0,5-21-27,-1-1 0,0 1 0,1-1 0,-1 0 0,0 1 0,1-1-1,-1 1 1,0-1 0,1 0 0,-1 1 0,1-1 0,-1 0 0,1 0 0,-1 1-1,1-1 1,-1 0 0,1 0 0,-1 0 0,1 0 0,0 1 0,-1-1-1,1 0 1,-1 0 0,1 0 0,-1 0 0,1 0 0,-1-1 0,1 1 0,0 0-1,-1 0 1,1 0 0,0-1 0,5 1-133,7-1-17,0 0 1,1-1 0,-1 0 0,0-2-1,24-8 1,64-33-760,-74 32 686,-4 3 64,64-34-380,-78 38 551,1 0 0,-1 0 0,0-1 0,0 0 1,-1-1-1,9-10 0,-20 21 2237,1 0-2101,0-1 0,0 1 0,0 0 0,1-1-1,-1 1 1,0 0 0,1 0 0,0 0 0,0 0 0,0 0-1,0 1 1,-1 3 0,1-1-199,1 0 0,-1 0 0,1 1 0,0-1 0,1 1-1,-1-1 1,1 0 0,0 0 0,1 1 0,0-1 0,3 9 0,-2-11-164,-1-1 1,1 1 0,0 0-1,-1-1 1,2 0-1,-1 0 1,0 0-1,1 0 1,-1 0-1,1-1 1,0 0 0,0 1-1,0-1 1,0-1-1,0 1 1,0-1-1,8 2 1,2 1-1033,0-2-1,1 0 1,23 1-1,48-6-7234,-86 3 8485,69-6-8230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4.31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442 19 8852,'0'0'8228,"-23"-3"-4160,-76-10-1352,87 11-2217,0 1 0,0 1 0,0 0 0,0 1 0,0 0 0,0 1 0,0 1 0,0-1 0,1 2 0,-16 6 0,13-3-96,0 0-1,0 2 0,1 0 0,0 0 1,1 1-1,-14 14 0,19-16-370,0-1-1,1 1 1,0 0-1,0 1 1,1-1-1,0 1 1,1 0-1,0 1 0,0-1 1,1 1-1,0-1 1,1 1-1,0 0 1,0 0-1,1 0 1,0 0-1,1 0 1,1 14-1,-1-22-31,1-1 0,-1 1 0,0-1 0,0 1 0,1-1 0,-1 0 0,1 1 0,-1-1 0,1 0 0,0 1 0,-1-1 0,1 0 0,0 0 0,0 1 0,0-1 0,0 0 0,0 0 0,0 0 0,0 0 0,0 0 0,0-1 0,1 1 0,-1 0 0,0 0 0,1-1 0,-1 1 0,0-1 0,1 1 0,-1-1 0,2 1 0,6 0 0,0 0 0,-1-1 0,1 1 0,10-2 0,0 0 0,-7 1-56,0-1 0,0 0 0,-1-1-1,1-1 1,0 0 0,-1 0 0,1-1 0,-1-1 0,0 0 0,0 0-1,-1-1 1,1 0 0,-1-1 0,-1 0 0,1-1 0,-1 0 0,-1 0-1,0-1 1,0 0 0,0-1 0,-1 1 0,11-22 0,-11 41-61,-1-1 0,1 1 0,1-1 0,13 13 0,-14-16-236,0 0-1,1 0 1,0 0-1,0-1 1,0-1-1,0 1 1,1-1-1,0-1 1,12 4-1,-6-3-616,0-2 0,0 1 0,0-2 0,1 0-1,15-2 1,-23 0 548,0 0 1,0 0-1,0-1 0,-1 0 0,1-1 0,-1 0 0,1 0 1,-1 0-1,0-1 0,0 0 0,-1 0 0,1-1 1,9-9-1,29-33-393,-9-2 4184,-32 48 3882,0 7-4632,1 10-2439,-5-13 690,0-3-870,2 7 329,1 1 0,0-1-1,0 0 1,8 12-1,-10-17-345,1 0-1,-1 0 0,1 0 1,0-1-1,-1 1 1,1 0-1,0-1 0,0 0 1,0 1-1,1-1 1,-1 0-1,0 0 0,0 0 1,0-1-1,1 1 1,-1 0-1,1-1 0,-1 1 1,5-1-1,11 1-431,0-1 1,0-1-1,1-1 0,-1-1 0,0 0 1,27-9-1,-12 0-380,-1-2 1,46-26 0,-73 37 847,1 0 23,1 0 0,-1-1 0,-1 1 0,1-1 0,-1 0 0,1-1 0,-1 1 0,0-1 0,-1 0 0,1 0 0,3-7 0,-10 15 2612,-10 20 2513,8-16-5206,1 1 1,-1 0 0,1-1-1,1 1 1,-1 1-1,2-1 1,-1 0-1,0 11 1,2-18 46,0 0 0,0 0 0,0 0-1,1 0 1,-1 0 0,0 0 0,0-1 0,1 1 0,-1 0 0,0 0-1,1 0 1,-1-1 0,1 1 0,-1 0 0,1 0 0,-1-1-1,1 1 1,0-1 0,-1 1 0,1 0 0,0-1 0,0 1 0,0 0-1,27 7-693,42-8-2959,-49-1 1377,23 1-3692,0 0-4095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4.6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389 14 2065,'0'0'27701,"-11"-2"-26282,-10-2-1243,0 0 0,0 2-1,0 1 1,0 0 0,0 2 0,0 0-1,0 1 1,-34 9 0,41-7-176,1 1 0,-1 1 0,1 0 0,0 1 0,1 0 0,-23 18 0,32-22 0,-1 0 0,1 0 0,0 0 0,0 1 0,0-1 0,0 1 0,1 0 0,-1 0 0,1 0 0,0 0 0,0 0 0,0 1 0,1-1 0,0 1 0,0-1 0,0 1 0,0-1 0,1 1 0,-1 0 0,1-1 0,0 1 0,1-1 0,-1 1 0,1 0 0,2 6 0,-1-6-1,0-1-1,0 0 1,1 0-1,0 0 1,-1 0-1,1-1 1,1 1 0,-1-1-1,0 0 1,1 1-1,0-2 1,0 1 0,0 0-1,0-1 1,0 0-1,0 0 1,8 3-1,9 3-527,0-1-1,29 5 1,-21-6-1497,1-2 0,34 1 0,19-5-6305,-17-4-2762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4.9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120 74 9012,'0'0'19126,"-20"7"-18136,-60 23-259,79-30-719,0 1 0,0-1 0,0 0 0,0 1 1,0-1-1,0 1 0,0-1 0,0 1 0,0-1 0,1 1 0,-1-1 0,0 1 0,0 0 0,1 0 1,-1-1-1,0 1 0,1 0 0,-1 0 0,1 0 0,-1 0 0,1-1 0,-1 1 0,1 0 0,0 0 1,-1 0-1,1 0 0,0 0 0,0 0 0,0 0 0,0 0 0,0 2 0,1-1 4,-1-1-1,1 1 1,0 0-1,0-1 1,0 1-1,1-1 1,-1 1-1,0-1 1,1 0 0,2 3-1,-4-4-13,8 6 16,1-1-1,0 1 0,0-1 1,1-1-1,0 0 0,-1 0 1,1-1-1,0 0 0,1-1 1,15 2-1,16 0-538,51-2 0,-83-2 316,-7 1 120,0-1 0,0 0 0,0-1 0,0 1-1,1-1 1,-1 1 0,0-1 0,0 0 0,0 0 0,-1 0 0,1 0 0,0-1 0,0 1 0,-1-1 0,1 0 0,0 0 0,-1 0 0,0 0 0,1 0 0,1-3 0,-1 1 50,-1 0 1,0 0 0,-1 0 0,1 0 0,-1 0 0,0 0 0,1 0 0,-2-1 0,1 1 0,-1 0 0,1-1 0,-1 1 0,0 0 0,-1-7 0,0 7 97,0 1 0,0-1 1,0 1-1,-1-1 1,1 1-1,-1 0 0,0-1 1,0 1-1,0 0 0,0 0 1,0 1-1,-1-1 0,1 0 1,-1 1-1,0-1 1,1 1-1,-1 0 0,0 0 1,-6-3-1,-6-2 420,0-1 0,-30-8 0,29 11-187,1 1 0,-1 0 1,0 1-1,0 1 1,0 1-1,-1 0 1,1 1-1,-23 3 1,37-3-291,1 1 1,-1-1 0,1 1 0,-1 0 0,1 0 0,-1-1 0,1 1 0,0 0 0,-1 0 0,1 0 0,0 0 0,0 1-1,0-1 1,0 0 0,0 0 0,0 1 0,0-1 0,0 1 0,0-1 0,0 1 0,1-1 0,-1 1 0,1-1 0,-1 1 0,1-1-1,0 1 1,-1 0 0,1-1 0,0 1 0,0 0 0,0-1 0,0 1 0,1 3 0,0-1-29,-1 1 0,1 0 0,0-1 0,0 1 0,0 0-1,1-1 1,-1 0 0,1 1 0,0-1 0,1 0 0,5 8 0,3-1-243,0 0 1,1 0-1,0-2 0,1 1 0,27 13 1,77 31-2643,-14-19-1674,10-6-3188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5.31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165 23 14375,'0'0'8636,"-23"0"-4368,-74 3-1525,95-3-2681,0 0 1,0 0 0,0 1-1,0-1 1,0 0 0,0 1-1,0 0 1,1-1 0,-1 1-1,0 0 1,0 0 0,0 0-1,1 0 1,-1 0 0,1 0-1,-1 0 1,1 1 0,-1-1-1,1 1 1,0-1-1,-1 1 1,1-1 0,-1 3-1,1-1 10,0 0-1,1 1 1,-1-1-1,1 0 0,0 0 1,-1 1-1,1-1 0,1 0 1,0 5-1,0 3 62,-1-8-126,0-1 0,1 1 0,-1-1 0,1 1 0,0-1 0,-1 0 0,1 1-1,0-1 1,0 0 0,1 1 0,-1-1 0,0 0 0,1 0 0,0 0 0,-1 0 0,1 0 0,4 3-1,-1-2-30,0 1 0,0-1 0,0 0 0,1-1 0,-1 1 0,1-1 0,8 2 0,4 0-225,1-1 0,0 0 0,34-1 0,-29-1 4,-16 0 81,-1-1 1,1 0 0,0 0 0,-1-1 0,1 0 0,12-3 0,-18 3 154,0 0 0,-1 0 0,1 0 0,-1 0 0,1 0 0,-1 0 0,1 0 0,-1 0 0,0-1 0,0 1 0,1-1 0,-1 1 0,0-1 0,0 1 0,-1-1 0,1 0 0,0 1 0,0-1 0,-1 0 0,1 1 0,-1-1 0,1 0 0,-1 0 0,0 0 0,0 0 0,0 1 0,0-1 0,0 0 0,0 0 0,-1 0 0,1 0 0,-1-2 0,0 1 42,0 0 0,0 0 0,0 0-1,0 0 1,-1 0 0,1 0 0,-1 1 0,0-1-1,1 1 1,-1-1 0,0 1 0,-1 0 0,1 0-1,0 0 1,-1 0 0,1 0 0,-5-2-1,-6-4 100,-1 1-1,-19-8 0,6 4-72,14 4-94,-44-16-962,78 20-10512,26 3 2267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5.6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1109 197 13222,'-25'-23'4415,"2"3"-3206,7 3-259,-1 2 1,0 0-1,-1 1 0,-1 1 1,0 1-1,-1 0 0,0 2 1,-29-11-1,27 14-150,1 2 1,-1 0-1,0 2 0,-1 0 0,-41 1 1,51 2-754,0 1 0,0 1 0,0 0 0,1 1 1,-1 0-1,0 0 0,1 2 0,0 0 0,0 0 1,0 1-1,-14 9 0,2 5-47,1 1 0,0 0 0,2 2 0,1 1 0,0 0 0,2 2 0,1 0 0,-22 45 0,-5 24 0,-38 118 0,-30 141 0,83-245 0,-17 143 0,37-108 144,9-107-8612,0-82 2452,0-22-3239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11909,'0'0'3586,"146"-12"-336,-46 12 1024,5 0-3202,1 0-1072,4 12-448,0-2-3106,1-5-4834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6.11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1268 254 3458,'0'0'10559,"-10"-26"-5946,-33-84-571,39 102-3731,1 1 0,-1 0 1,0 0-1,-1 0 0,0 0 1,0 1-1,0 0 0,0 0 1,-1 0-1,0 1 0,-1 0 0,1 0 1,-1 0-1,0 1 0,0 0 1,0 1-1,-1-1 0,1 1 1,-1 1-1,0-1 0,0 1 1,-10-1-1,1 2-193,1 0-1,0 1 1,-1 1 0,1 0-1,0 1 1,0 1 0,0 1-1,0 0 1,-19 9 0,1 1 98,1 2-1,0 2 1,1 1 0,1 1-1,-28 25 1,12-6-61,2 3-1,-51 61 1,56-55-155,3 3 0,2 0 0,2 3 0,2 0 0,3 3 0,3 0 0,2 1 0,2 1 0,3 1 0,-11 72 0,-10 152-1123,39-278 842,-1-1-1,-1 1 1,1 0 0,-1-1-1,0 1 1,0-1 0,-1 0 0,0 1-1,-4 5 1,6-10-41,0 1-1,-1-1 0,1 1 1,-1-1-1,0 0 1,1 0-1,-1 0 0,0 0 1,0 0-1,0 0 1,0 0-1,1 0 0,-1-1 1,0 1-1,0-1 1,-1 1-1,1-1 0,0 0 1,0 0-1,0 0 1,0 0-1,0 0 0,0 0 1,0-1-1,0 1 1,0-1-1,-3-1 0,-31-14-7117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6.4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58 12630,'27'-6'3559,"71"-14"1723,143-10 1,89 29-1890,-326 1-3359,-1 0 0,0 1 0,0-1 0,0 1 0,0-1 0,0 1 0,0 0 0,0 1 0,0-1 0,0 0-1,0 1 1,2 1 0,-4-2-15,-1-1 0,1 1 1,-1 0-1,1-1 0,-1 1 0,1-1 0,-1 1 0,1 0 0,-1-1 0,0 1 0,0 0 0,1-1 1,-1 1-1,0 0 0,0-1 0,0 1 0,0 0 0,0 0 0,0-1 0,0 1 0,0 1 0,0-1 31,-1 1 1,1-1-1,-1 1 0,1-1 0,-1 1 0,0-1 0,0 1 1,0-1-1,0 0 0,0 0 0,0 1 0,0-1 0,-2 1 1,-6 6 209,0-1 0,-1-1 0,-11 7 0,12-8-255,-1 1-1,1 0 1,-16 14-1,22-17-4,1-1 0,-1 1 0,1 0 0,0 0-1,0 1 1,0-1 0,0 0 0,1 1 0,-1-1 0,1 1 0,0-1-1,0 1 1,0 0 0,0 0 0,0 5 0,1-5 7,-1 0 0,1-1 0,0 1 0,0 0 0,1 0 0,-1-1 0,1 1 0,-1 0 0,1-1 0,0 1 0,1-1 0,2 7 0,-2-8-111,0 0-1,-1-1 0,1 1 1,0-1-1,1 0 0,-1 1 0,0-1 1,0 0-1,1 0 0,-1 0 1,0-1-1,1 1 0,-1 0 0,1-1 1,-1 0-1,0 1 0,1-1 1,-1 0-1,1 0 0,2-1 0,-4 1-2,6 0-1029,0 0 0,0 0-1,0 0 1,0-1 0,0 0 0,-1-1 0,1 0 0,11-4 0,22-22-9747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6.5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17576,'0'0'10293,"5"128"-13303,5-85-2000,3-8-7027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6.9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 19 14407,'0'0'17608,"-1"11"-16912,-1 35-640,2-45-56,0 0 0,1 0 0,-1 0 0,1 0 0,-1-1 0,1 1 0,-1 0 0,1 0 0,-1 0 0,1-1 0,0 1 0,-1 0 0,1-1 0,0 1 0,0-1 0,-1 1 0,1-1 0,0 1 0,0-1 0,0 1 0,0-1 0,0 0 0,0 1 0,0-1 0,0 0 0,-1 0 0,1 0 0,2 0 0,30 0 0,-22-1 0,-8 1 1,19 1-12,1-2 0,30-4-1,-45 3-60,0 0-1,0 0 1,-1-1 0,1 0-1,-1 0 1,1-1-1,-1 0 1,0 0-1,-1-1 1,8-5-1,1-4 25,-12 10 135,0 1 0,1-1 0,0 1 1,-1 0-1,2 0 0,-1 0 0,6-2 0,-9 4-78,1 1-1,-1 0 1,1-1 0,-1 1 0,0 0 0,1 0 0,-1 0 0,1 0 0,-1 0 0,1 1 0,-1-1 0,0 0 0,1 1 0,-1-1 0,1 1 0,-1-1 0,0 1-1,0 0 1,1-1 0,-1 1 0,2 1 0,21 24-35,-12-12 37,-4-6-144,-2-2 110,1 0 0,0 0 0,0 0-1,1-1 1,11 7 0,-15-10-527,1-1 0,-1 1 0,1-1 0,-1 0 0,1 0 1,0 0-1,0-1 0,5 1 0,23-1-6288,8 0-3865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7.14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 19689,'0'0'13078,"-93"133"-13078,93-123 0,10-10-3522,8-3-1872,2-34-1825,7-6-4643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7.26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38 7123,'0'0'21706,"17"-38"-21930,-17 83-1297,0 5-1648,8 1-2145,9-11-5844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8.01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332 701 7988,'0'0'15303,"-22"-3"-10789,-72-9-1211,88 12-3239,0-1 0,0 1 0,0 0 0,0 0-1,0 1 1,0 0 0,0 0 0,0 0 0,1 1 0,-1-1 0,0 1 0,1 1 0,-1-1 0,1 1 0,0 0 0,0 0 0,0 1 0,0 0 0,1-1 0,-1 1 0,1 1 0,0-1 0,0 1 0,1-1 0,-1 1 0,1 0 0,0 1 0,-2 5 0,0 0-291,1-1 0,0 1-1,1 0 1,1 0 0,0 0-1,0 0 1,1 0 0,0 1 0,1-1-1,0 0 1,1 1 0,4 19-1,-1-19-176,1-1 0,0 0 0,1 0 1,0-1-1,1 1 0,0-1 0,0-1 0,18 17 0,0 4-1232,-24-29 1545,0 0 1,0 0 0,0 0 0,0 0 0,0 1-1,-1-1 1,1 0 0,0 0 0,-1 1 0,1-1-1,-1 0 1,1 1 0,-1-1 0,0 0 0,0 1-1,1 1 1,-2-2 100,1 0 0,0-1-1,0 1 1,-1-1 0,1 1-1,0-1 1,-1 1 0,1-1 0,0 1-1,-1-1 1,1 1 0,-1-1 0,1 1-1,-1-1 1,1 1 0,-1-1-1,0 0 1,1 1 0,-1-1 0,1 0-1,-1 0 1,0 0 0,1 1 0,-2-1-1,-5 1 479,-1 0 1,0-1-1,0 1 0,-13-3 0,5 1 16,-59 1 1886,75 0-2380,-1 0 0,1 0-1,0 0 1,0 0 0,0 0 0,-1-1-1,1 1 1,0 0 0,0 0 0,0 0-1,0 0 1,-1-1 0,1 1 0,0 0-1,0 0 1,0 0 0,0-1-1,0 1 1,0 0 0,0 0 0,0-1-1,0 1 1,0 0 0,0 0 0,0 0-1,0-1 1,0 1 0,0 0 0,0 0-1,0-1 1,0 1 0,0 0 0,0 0-1,0-1 1,0 1 0,0 0 0,0 0-1,0 0 1,0-1 0,1 1 0,-1 0-1,0 0 1,0-1 0,1 0 25,0-3-38,1 1-1,0-1 0,0 0 0,1 1 1,-1-1-1,1 1 0,0 0 1,0-1-1,0 2 0,0-1 0,5-3 1,45-28-127,-27 19 64,891-638-8252,-913 649 8292,65-49 469,-2-3-1,82-91 1,-143 141 159,0 0 1,-1-1 0,0 0-1,0 0 1,-1 0 0,0 0-1,0-1 1,5-14 0,-8 21-517,-1 1 1,0-1 0,0 1 0,0 0 0,0-1 0,0 1 0,0-1-1,1 1 1,-1 0 0,0-1 0,0 1 0,0-1 0,0 1 0,-1 0 0,1-1-1,0 1 1,0-1 0,0 1 0,0 0 0,0-1 0,0 1 0,-1 0-1,1-1 1,0 1 0,0 0 0,0-1 0,-1 1 0,1 0 0,0-1-1,-1 1 1,1 0 0,0 0 0,0-1 0,-1 1 0,0 0 0,-15-1 995,8 1-609,-12 1-407,1 2 1,-1-1-1,1 2 1,0 1-1,1 0 0,-1 2 1,1 0-1,0 0 1,1 2-1,-29 19 1,13-6-79,2 1 0,1 2 1,0 1-1,-37 44 0,44-42 12,1 0 0,2 2 0,1 0 0,2 2 0,0 0 0,3 1 0,0 0 0,-10 41 0,14-35 0,2 0 0,1 1 0,3 1 0,0-1 0,3 0 0,8 81 0,-6-112-15,0-1 0,1 1 0,0-1 0,1 0 0,-1 0 0,2 0-1,-1 0 1,1 0 0,0-1 0,1 0 0,0 0 0,0 0 0,0 0 0,12 9 0,-13-12-19,0-1 1,1 0 0,-1 0-1,1-1 1,0 1 0,-1-1 0,1 0-1,1 0 1,-1-1 0,0 1-1,0-1 1,0 0 0,1-1-1,-1 1 1,0-1 0,1 0-1,-1-1 1,1 1 0,-1-1-1,0 0 1,0 0 0,0-1-1,1 1 1,8-6 0,-2 1 22,0-1 1,-1 0-1,0-1 0,0 0 1,-1-1-1,18-19 1,-6 2 281,31-45 1,-52 71-261,-1 0 0,0 0 0,0-1-1,0 1 1,0 0 0,1 0 0,-1 0-1,0 0 1,0 0 0,0 0 0,1 0-1,-1 0 1,0 0 0,0 0 0,0 0-1,1 0 1,-1 0 0,0 0 0,0 0 0,0 0-1,0 1 1,1-1 0,-1 0 0,0 0-1,0 0 1,0 0 0,0 0 0,1 0-1,-1 0 1,0 0 0,0 1 0,0-1-1,0 0 1,0 0 0,0 0 0,0 0-1,1 1 1,-1-1 0,0 0 0,0 0-1,0 0 1,0 0 0,0 1 0,0-1-1,0 0 1,0 0 0,0 0 0,0 1-1,0-1 1,0 0 0,0 0 0,0 0-1,0 0 1,0 1 0,0-1 0,0 0-1,0 0 1,0 1 0,4 20-84,-1-10 101,2 3 37,0 0 0,2-1 0,-1 0 0,12 16 0,-16-25-309,1 0 1,0 0 0,0 0 0,0-1 0,0 1-1,0-1 1,1 0 0,-1 0 0,1 0 0,0-1-1,0 1 1,0-1 0,1 0 0,-1 0 0,0 0-1,10 2 1,10-3-5309,7-1-2662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8.20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10 19561,'0'0'13206,"0"-10"-14198,10 25-1522,-5 3-1920,0-8-4242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8.5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 0 17816,'0'0'9922,"-1"10"-5741,1 31-3333,0-40-848,0-1 0,0 1 0,0-1 0,0 1 0,1 0 0,-1-1 0,0 1 0,1-1 0,-1 1 0,0 0 0,1-1 0,-1 1 0,1-1 0,-1 1 0,1-1 0,-1 0 0,1 1 0,-1-1 0,1 1 0,0-1 0,-1 0 0,1 0 0,-1 1 0,1-1 0,0 0 0,-1 0 0,1 0 0,1 1 0,21-1 0,-15-1 0,4 0 0,-1 0 0,0-1 0,0 0 0,1-1 0,-1 0 0,-1 0 0,1-1 0,0-1 0,-1 0 0,16-11 0,-25 16 0,-1-1 0,1 1 0,-1 0 0,1-1 0,0 1 0,-1 0 0,1 0 0,-1-1 0,1 1 0,0 0 0,-1 0 0,1 0 0,0 0 0,-1 0 1,1 0-1,-1 0 0,1 0 0,0 0 0,-1 0 0,1 0 0,0 0 0,-1 0 0,1 1 0,-1-1 0,1 0 0,0 0 0,-1 1 0,1-1 0,-1 0 0,1 1 0,-1-1 0,1 1 0,0 0 0,9 23-39,1 0-985,-8-22 321,-1 1 0,1-1 0,-1 1 0,1-1 0,0 0 0,0 0 0,0 0 0,1 0 0,-1 0 0,0-1 0,1 0 0,-1 1 0,7 0 0,30 0-8322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08.91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792 20 7700,'0'0'23792,"-21"-6"-22920,9 3-787,4 0-51,1 1 1,-1 0-1,0 1 1,0-1 0,0 2-1,-10-1 1,14 2-31,-1-1 1,0 1-1,0 0 1,1 0-1,-1 1 1,1 0-1,-1 0 1,1 0-1,0 0 1,0 0-1,-1 1 1,2 0-1,-1 0 1,0 0-1,1 0 1,-4 4-1,-30 36-3,2 1 0,2 2 0,2 1 0,-47 98 0,-71 221-35,96-226-44,38-101-434,-1-1-1,-2 0 0,-2-1 0,-34 49 0,51-82 401,-1 0 0,1 0 0,-1 0 0,0-1-1,0 0 1,0 1 0,-8 3 0,12-6 95,-1-1 0,0 1 0,0-1 0,0 0 0,0 1 0,1-1 0,-1 0 0,0 0 1,0 1-1,0-1 0,0 0 0,0 0 0,0 0 0,0 0 0,0 0 0,1 0 0,-1 0 0,0-1 0,0 1 0,0 0 0,0 0 1,0-1-1,0 1 0,1 0 0,-1-1 0,0 1 0,0-1 0,1 1 0,-1-1 0,0 0 0,0 1 0,1-1 0,-1 0 0,1 1 0,-1-1 1,1 0-1,-1 0 0,1 1 0,-1-1 0,1 0 0,0 0 0,-1 0 0,1 0 0,0 0 0,0 1 0,0-1 0,-1 0 0,1 0 1,0 0-1,1-1 0,-5-19-140,1-1 1,1 1 0,2-1-1,0 1 1,5-42 0,-2 49 168,-1 0 0,2 1 1,0-1-1,1 1 0,0 0 0,1 0 1,0 1-1,1-1 0,0 2 0,13-17 1,0 7 189,1 1 0,1 0 1,0 1-1,2 2 0,0 0 1,1 2-1,1 1 0,29-13 0,38-10 921,99-26-1,-115 39-940,0 0-154,132-45-2342,-174 51-805,-14-2-526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0.78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153 58 1905,'0'0'16199,"118"-57"-12693,-118 69-2177,-5 31-337,-25 10-32,-12 7-639,-9-3-321,-4-4-417,15-8-1760,7-15-2769,18-20-4674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1.40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1 177 11493,'0'0'11947,"15"-15"-11448,47-49 45,-40 50 126,-22 14-654,0-1-1,1 1 1,-1 0-1,0 0 1,1 0-1,-1 0 1,0 0-1,1 0 1,-1 0-1,0 0 1,1 1-1,-1-1 1,0 0-1,1 0 1,-1 0-1,0 0 1,1 0-1,-1 0 1,0 1-1,0-1 1,1 0-1,-1 0 1,0 0-1,0 1 1,1-1-1,-1 0 1,0 0-1,0 1 1,0-1 0,1 0-1,-1 1 1,0-1-1,0 0 1,0 1-1,1 2 67,-1 0 0,1 0-1,-1 0 1,0 0 0,0 0 0,-1 0-1,0 6 1,0-4-9,0 12 241,-1 1 0,-1-1 0,-1 0 0,-1 0 0,0 0 0,-1-1 0,-12 24 0,10-23-346,1-1 0,0 1 0,1 1 0,1-1 0,1 1 1,1-1-1,-3 30 0,7-46-16,-1-1-1,1 1 1,-1-1 0,1 1-1,-1-1 1,1 1 0,-1-1 0,1 1-1,0-1 1,-1 0 0,1 1 0,0-1-1,-1 0 1,1 0 0,0 1 0,-1-1-1,1 0 1,0 0 0,0 0 0,-1 0-1,1 0 1,0 0 0,-1 0-1,1 0 1,1-1 0,26 0-309,-24 1 280,4-1 40,1-1-1,0 0 1,-1 0 0,1-1-1,-1 0 1,0 0-1,0-1 1,12-8 0,62-46-53,-46 30 81,-20 15 66,-12 10-27,-1-1 0,1 1-1,0 0 1,0 0 0,0 0-1,1 1 1,-1 0 0,0 0-1,1 0 1,0 0 0,-1 0-1,10-1 1,-12 4-33,1 0-1,0 0 1,-1 0-1,1 1 1,-1-1-1,0 1 1,1-1-1,-1 1 1,0 0-1,0 0 0,0 0 1,0 0-1,3 4 1,8 7-12,0-4-96,0 0-1,1-1 1,0 0 0,0-1-1,1-1 1,0 0 0,0-1-1,0 0 1,1-2 0,-1 1-1,1-2 1,0 0 0,0-1-1,21-2 1,-31 1 48,-1 0 0,0-1 0,0 1 0,1-1 0,-1 0 0,0-1 0,0 1 0,0-1 0,0 0 0,-1 0 0,1-1 0,0 0 0,-1 1 0,8-8 0,-6 4 23,0 0-1,-1 0 1,0 0 0,0-1 0,-1 1 0,1-1 0,-1-1 0,-1 1 0,3-8 0,0-2 275,-1 0 0,-1 0 1,-1-1-1,-1 1 0,0 0 0,-1-1 0,0 0 1,-4-26-1,1 36-137,0 1 0,0 0 0,-1 0 0,1 0 0,-1 0 0,-1 0 0,0 1 0,0 0 0,0-1 0,0 1 0,-1 1 0,0-1 0,0 1-1,-1 0 1,0 0 0,1 0 0,-10-5 0,14 10-264,1 0-1,0 0 0,-1 1 0,1-1 1,0 0-1,-1 0 0,1 0 0,0 0 0,-1 1 1,1-1-1,0 0 0,0 0 0,-1 1 1,1-1-1,0 0 0,0 0 0,0 1 1,-1-1-1,1 0 0,0 0 0,0 1 1,0-1-1,0 0 0,0 1 0,0-1 0,0 0 1,-1 1-1,1-1 0,0 0 0,0 1 1,0-1-1,0 0 0,0 1 0,1-1 1,-1 0-1,0 1 0,0-1 0,0 0 1,0 1-1,0 0 0,2 17-4353,4 7-4014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1.73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45 112 7123,'0'0'14860,"23"0"-13707,148 2-145,-152-2-980,1 1-16,41-5 1,-57 4-27,0-1 0,0 1 0,0-1 0,-1 0 0,1-1 0,0 1 0,0-1 0,-1 1 0,1-1 1,-1 0-1,1 0 0,-1-1 0,0 1 0,0-1 0,0 0 0,4-3 0,-7 5 21,1 0 0,0 0 1,-1 0-1,1-1 0,0 1 0,-1 0 0,1 0 0,-1 0 0,0 0 0,1-1 0,-1 1 0,0 0 0,0 0 1,0 0-1,0-1 0,0 1 0,0 0 0,0 0 0,0-1 0,0 1 0,-1 0 0,1 0 0,-1 0 0,1-1 0,-1 1 1,1 0-1,-1 0 0,1 0 0,-1 0 0,0 0 0,0 0 0,1 0 0,-1 0 0,0 0 0,0 1 0,0-1 1,0 0-1,0 0 0,0 1 0,-2-2 0,-3-1 94,0 0 0,-1 0 0,1 0 0,-1 1 0,-12-3 0,-12-1 276,-1 2 1,1 1-1,-1 2 1,0 0-1,-49 7 1,76-5-366,0-1-1,1 1 1,-1 0 0,1 0 0,-1 0-1,1 1 1,-1 0 0,1 0 0,0 0-1,0 0 1,0 1 0,0-1 0,0 1 0,1 0-1,-1 0 1,1 0 0,0 1 0,-1-1-1,2 1 1,-1 0 0,0 0 0,1 0-1,0 0 1,0 0 0,0 0 0,0 1 0,1-1-1,-1 1 1,1-1 0,0 1 0,1-1-1,-1 1 1,1 7 0,0-8-122,0 0 1,1 0-1,0-1 0,-1 1 1,1 0-1,0 0 1,1-1-1,-1 1 0,1-1 1,-1 1-1,1-1 0,0 1 1,0-1-1,5 5 1,-1-2-186,0 0 0,0-1 0,1 0 0,0 0 0,0 0-1,11 5 1,8 2-1505,1-1-1,0-2 1,33 7-1,59 10-7862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2.0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1227 427 13814,'2'-32'3439,"3"-15"-2064,7-141 4918,-11 175-5551,0-15 1535,-3-37 0,2 63-2190,-1 0 1,1 0 0,-1 0-1,1 0 1,-1 0 0,0 0-1,0 0 1,0 0 0,0 0-1,0 0 1,0 0 0,0 1-1,0-1 1,-1 0 0,1 1-1,-1-1 1,1 1 0,-1 0 0,-3-3-1,1 2-12,-1 0 0,1 0 0,-1 0-1,0 0 1,0 1 0,0 0 0,0 0 0,-6 0-1,-9 0-43,0 1 0,0 0 0,-30 6 0,26-1-31,0 1 0,0 2 0,0 0 0,1 1 0,1 1 0,-1 2 0,2 0 0,-1 1 0,2 1 0,0 1 0,-29 28 0,6-1 0,3 2 0,1 2 0,-58 89 0,46-51 20,4 3 0,3 2 0,-42 125 1,-60 293-1791,138-474 1439,4-11-196,-1 0 0,-1 0 0,-2 0 0,0 0 0,-1-1 0,-14 23 0,21-41 275,0 0-1,0-1 1,0 0 0,0 1 0,0-1 0,0 0 0,-1 0-1,1 0 1,-1 0 0,1-1 0,-4 2 0,4-2-134,0 0 1,0-1-1,0 1 1,0-1-1,0 1 0,0-1 1,0 0-1,0 0 1,-1 0-1,1 0 1,0 0-1,0 0 1,0-1-1,0 1 1,0-1-1,0 1 0,0-1 1,-2-1-1,-28-21-7436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2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9412,'26'0'4218,"33"0"-1937,294 6 7671,-236 4-8639,88 4 1928,-208 18-1811,-21 12-1448,17-34-94,0 1 1,1 0-1,0 1 0,1-1 0,1 1 0,0 0 0,0 0 0,-3 24 0,7-33-90,-1 1 0,1-1 0,0 1 0,0 0 1,0-1-1,1 1 0,-1-1 0,1 1 0,0 0 0,0-1 0,0 0 0,0 1 0,4 5 0,-3-7-83,0 0-1,0 0 0,0 0 1,0 0-1,1-1 0,-1 1 1,0-1-1,1 0 0,0 1 1,-1-1-1,1 0 0,0 0 1,-1-1-1,1 1 0,0-1 0,0 1 1,5-1-1,32 1-5946,10-1-4738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2.5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13558,'0'0'11541,"65"80"-14534,-37-45-2081,-3-7-6259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2.8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16472,'0'0'13937,"0"15"-13350,0 47-206,0-60-372,0 0-1,0 0 0,1 0 1,-1-1-1,1 1 1,-1 0-1,1 0 1,-1-1-1,1 1 1,0 0-1,0-1 1,0 1-1,0-1 1,0 1-1,0-1 1,0 0-1,1 1 1,-1-1-1,0 0 1,1 0-1,-1 0 1,1 0-1,-1 0 0,1 0 1,0 0-1,3 1 1,0-1-62,1 0-1,0 0 1,0 0 0,0-1-1,0 0 1,7-1 0,-2 1-192,-5 0 95,0 0 0,0-1 0,0 1 1,0-1-1,0 0 0,-1-1 1,1 0-1,6-2 0,42-30-880,21-30 1415,-75 64-268,1 0 0,-1 0-1,1 0 1,-1 0 0,1 0 0,-1 0 0,1 0 0,-1 0 0,1 0 0,-1 0 0,1 0 0,-1 0 0,1 0 0,-1 0 0,1 0 0,-1 0 0,1 1 0,-1-1 0,0 0 0,1 0 0,-1 1 0,1-1 0,-1 0 0,0 1 0,1-1 0,-1 0 0,0 1 0,1-1 0,-1 0 0,0 1-1,1 0 1,10 16-772,-9-14 948,3 4-625,1 0 1,-1 0 0,1-1-1,1 0 1,-1 0 0,1 0-1,0-1 1,0 0 0,1 0-1,11 4 1,-11-5-1254,0-1 1,0 0-1,1-1 0,0 0 1,-1 0-1,12 0 0,15-1-10145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3.3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240 881 11909,'0'0'14628,"-23"-6"-12979,-74-18-475,91 23-1040,-1-1 0,1 2 1,-1-1-1,0 0 0,1 1 0,-1 0 0,1 1 1,-11 1-1,15-1-123,0 0 0,-1-1 0,1 1 0,0 0 0,0 0 0,-1 1 1,1-1-1,0 0 0,0 1 0,0-1 0,1 1 0,-1 0 0,0-1 0,1 1 0,-1 0 0,-1 2 1,0 4-61,0 0 1,1-1 0,0 1-1,0 0 1,1 0 0,-1 0 0,2 0-1,-1 0 1,2 15 0,-1-21 49,0 0-24,1 0-1,-1-1 1,0 1 0,1 0-1,-1-1 1,0 1 0,1-1-1,0 1 1,-1-1 0,1 1-1,0-1 1,0 1 0,0-1-1,0 0 1,0 1 0,0-1-1,0 0 1,1 0-1,-1 0 1,0 0 0,1 0-1,-1 0 1,0 0 0,1-1-1,-1 1 1,1 0 0,-1-1-1,1 1 1,0-1 0,-1 1-1,1-1 1,0 0 0,1 0-1,9 2-111,0-2 0,0 1 0,20-3 0,-26 1 87,9-1-182,0-1 0,0 0 0,-1-1-1,0 0 1,1-2 0,-2 0 0,1 0 0,19-13-1,101-78-2053,-125 90 2153,69-56-1028,-4-3 0,86-100 0,-111 108 804,-2-1 1,-4-3-1,59-109 0,-94 155 523,-1 1-1,0-1 0,-1 0 1,-1 0-1,-1-1 1,0 1-1,2-20 1,-6 34 11,0 0 1,0 0 0,0 0 0,0 0 0,0 0 0,0 0 0,-1 0 0,1 0 0,-1 1-1,1-1 1,-1 0 0,0 0 0,1 0 0,-1 0 0,0 1 0,0-1 0,0 1-1,-1-1 1,1 0 0,0 1 0,-1 0 0,-2-3 0,1 2 29,0 0 1,-1 1 0,1-1-1,0 1 1,-1 0-1,0 0 1,1 0-1,-1 0 1,0 1-1,1-1 1,-6 1 0,-4 0 71,1 1 0,0 0 0,0 1 0,0 0 0,0 1 0,0 1 0,-11 4 0,6 1-62,2 0 0,-1 1 1,1 0-1,0 1 1,1 1-1,1 1 1,0 0-1,0 0 0,1 1 1,1 1-1,-10 16 1,2 0-143,1 1-1,2 0 1,1 1 0,-18 61 0,21-44-77,1 1 0,3 1 0,-2 67 0,10 157 0,0-257-104,1 8 90,5 42-1,-5-63-241,0 0 1,0 0-1,1 0 0,0 0 0,0 0 1,0 0-1,1-1 0,0 1 0,0-1 1,0 0-1,1 0 0,5 7 0,-7-10-51,0-1-1,0 1 1,1-1-1,-1 1 0,0-1 1,0 0-1,1 0 0,-1 0 1,1 0-1,-1-1 1,0 1-1,4 0 0,32 1-4144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4.4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1240 526 4674,'0'0'10917,"7"-16"-9337,1-2-1149,5-9 786,-1-1 0,13-44-1,-19 34-694,0 0 0,-3-1 0,-1 0 0,-5-68 0,3 103-467,-1-1 1,0 1-1,1 0 1,-1 0-1,0 0 1,-1-1-1,1 1 1,-1 0 0,0 0-1,0 1 1,0-1-1,0 0 1,-1 1-1,0-1 1,1 1-1,-1 0 1,-1 0 0,1 0-1,0 0 1,-1 1-1,1-1 1,-1 1-1,0 0 1,1 0-1,-1 0 1,0 1 0,0-1-1,-9-1 1,-5 0 122,0 0-1,-1 1 1,1 1 0,-1 1 0,-27 3 0,25 0-66,1 1 0,-1 1 0,1 1-1,1 0 1,-1 2 0,1 0 0,0 1 0,1 1-1,0 1 1,1 0 0,0 1 0,-17 17 0,-2 3 128,1 2 1,2 2 0,2 1 0,-32 48-1,17-12-50,3 3 0,4 1 0,-39 107 0,-66 256-307,120-360 45,11-33-589,-2 0-1,-3-1 0,-1-1 1,-40 68-1,54-106 131,0 0 0,0 0 0,-1-1 0,0 1 0,0-2 0,-8 7 0,10-9-338,0 0 1,-1 0 0,1-1-1,0 0 1,-1 0 0,1 0-1,-1-1 1,0 1 0,0-1 0,1 0-1,-10 0 1,-16 0-6877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4.8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1 228 4498,'0'0'15140,"24"-8"-11845,83-21-1011,-100 28-2063,0-1 0,0 2 0,0-1 0,0 1 0,0 0 0,0 1 0,0-1 0,0 2 0,0-1 0,0 1 0,0 0 0,-1 0 0,1 0 0,-1 1 0,1 0 1,-1 1-1,0-1 0,10 9 0,5 2 237,-6-7-308,-2 2 0,1 0 0,-1 0 0,0 1 0,-1 1 0,0 0 0,-1 1 0,0 0 0,-1 0 0,0 1 0,-1 1 0,-1-1 0,10 22 0,-18-34-166,0 0 0,0 0 1,0 0-1,1 0 1,-1 0-1,0 0 1,1 0-1,-1 0 0,1 0 1,-1 0-1,1 0 1,0 0-1,-1 0 0,1 0 1,0 0-1,0 0 1,-1 0-1,1-1 1,2 2-1,-2-24-500,-2 6 557,1-32-171,2 0 1,9-54-1,-9 88 113,1 0 1,0 1-1,1-1 0,1 1 1,0 0-1,1 0 0,1 0 0,0 1 1,0 0-1,1 1 0,1-1 1,9-9-1,-16 19-6,1-1 1,-1 1-1,1 0 1,0 0-1,0 0 1,0 0-1,0 0 1,0 1-1,0-1 1,6-1-1,-7 3-20,0-1-1,-1 1 0,1 0 1,-1 0-1,1 0 1,-1 0-1,1 1 0,0-1 1,-1 0-1,1 1 0,-1-1 1,1 1-1,-1-1 1,0 1-1,1 0 0,-1 0 1,1 0-1,-1-1 0,0 1 1,0 0-1,0 1 1,1-1-1,-1 0 0,0 0 1,1 2-1,11 13-1147,0-1 1,2-1-1,0 0 0,0-1 1,1 0-1,1-1 1,0-1-1,1-1 0,0 0 1,0-2-1,1 0 0,0-1 1,23 6-1,43 6-6762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5.63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250 150 11845,'0'0'4482,"-22"-7"435,-68-22-984,83 27-3505,1 1 0,-1 0 0,1 0 0,-1 0 1,0 0-1,1 1 0,-1 0 0,-11 2 0,16-1-318,-1 0-1,0 0 1,0 0 0,0 0-1,0 0 1,0 0-1,1 1 1,-1 0-1,1-1 1,-1 1 0,1 0-1,0 0 1,-1 0-1,-1 3 1,0 1-75,1 0 1,0 1-1,0-1 1,0 1-1,1 0 0,0 0 1,1 0-1,-1 0 1,1 0-1,0 0 0,1 0 1,0 13-1,0-16-56,0 0-1,0 1 1,0-1 0,0 1-1,1-1 1,0 0-1,0 0 1,0 1 0,0-1-1,1 0 1,2 5-1,-2-7-30,0 0-1,-1-1 1,1 1 0,0 0-1,1-1 1,-1 0-1,0 1 1,0-1-1,0 0 1,1 0 0,-1 0-1,1 0 1,-1-1-1,1 1 1,-1-1-1,1 1 1,-1-1 0,1 0-1,-1 0 1,6-1-1,-2 1-27,-3 1-20,0-1 1,-1 0-1,1 1 1,0-1-1,0-1 1,0 1 0,0 0-1,-1-1 1,1 1-1,0-1 1,0 0-1,-1 0 1,1 0 0,0 0-1,-1 0 1,1-1-1,-1 1 1,0-1-1,1 0 1,-1 0 0,0 1-1,0-1 1,0-1-1,2-2 1,46-85-3692,-43 72 2453,2 1-1,0 0 1,1 0-1,0 1 1,2 1 0,0-1-1,0 2 1,21-19-1,-26 29 949,-1 0-1,1 0 0,-1 1 1,1 0-1,0 1 1,0-1-1,0 1 0,1 1 1,8-2-1,-11 2 482,0 1 0,-1-1-1,1 1 1,0 0 0,0 0 0,-1 1-1,1-1 1,0 1 0,-1 0-1,1 1 1,0-1 0,-1 1 0,1 0-1,-1 0 1,8 4 0,1 6 994,0 0 1,-1 0-1,-1 2 1,0-1-1,0 1 1,-1 1-1,12 25 1,-18-29-300,-2 0-1,0 0 1,0 1 0,-1-1 0,0 1 0,-1-1 0,-2 17 0,1 4 181,1-31-1045,11-11-1923,14-11 1822,2 1 0,1 1-1,0 2 1,1 1-1,1 1 1,0 1 0,36-11-1,-65 25 200,-1 0 0,0 0 0,1 0 0,-1 0 0,1 0 1,-1 0-1,0 0 0,1 0 0,-1 0 0,1 0 0,-1 0 0,1 0 0,-1 0 0,0 0 0,1 0 0,-1 0 0,1 1 0,-1-1 0,0 0 0,1 0 1,-1 0-1,0 1 0,1-1 0,-1 0 0,0 1 0,1-1 0,-1 0 0,0 0 0,0 1 0,1-1 0,-1 1 0,0-1 0,1 1 0,4 21 1400,-5 35 1465,-1-40-2483,1-17-414,1 0-1,-1 1 1,0-1-1,1 1 1,-1-1 0,0 0-1,1 1 1,-1-1-1,0 0 1,1 1-1,-1-1 1,1 0-1,-1 0 1,1 1-1,-1-1 1,0 0-1,1 0 1,-1 0 0,1 0-1,-1 1 1,1-1-1,-1 0 1,1 0-1,-1 0 1,1 0-1,-1 0 1,2-1-1,20 1-545,-15 0 435,21-2-84,1-2-1,-1 0 0,0-2 0,0-1 0,0-2 1,39-17-1,14-4 5021,-83 32-2321,-3 14-2639,4-8-185,0-1 0,1 0 0,0 1-1,1-1 1,1 11 0,-1-16 120,0 1-1,-1-1 1,1 0 0,0 0-1,0 0 1,1 0 0,-1 0-1,0 0 1,1-1 0,-1 1-1,1 0 1,0-1 0,-1 1-1,1-1 1,0 1 0,0-1 0,0 0-1,0 0 1,0 0 0,0 0-1,3 1 1,40 9-5086,10-6-3741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5.8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776 0 15351,'0'0'6339,"-138"163"-1985,80-55-1713,0 15-1216,3 2-241,5-2-783,0-7-401,2-16-401,0-17-655,-2-20-785,-5-23-1008,2-25-577,-4-15-2609,1-15-4193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6.43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0 202 10549,'31'-6'2999,"-26"5"-2816,74-14 4038,106-5 0,4 15-469,-48 3-2022,204-30-1,-317 27-1651,46-14 1,-65 16-46,0-1 0,0 1 0,-1-1 0,0-1 1,0 0-1,0 0 0,0 0 0,-1-1 0,7-7 0,-12 12-6,-1 0-1,0-1 0,1 1 1,-1-1-1,0 1 0,0-1 1,0 1-1,0-1 0,0 0 1,0 1-1,0-1 0,-1 0 1,1 0-1,-1 0 0,1-2 0,-1 4-7,0-1-1,0 0 1,-1 1-1,1-1 0,0 0 1,-1 1-1,1-1 0,0 1 1,-1-1-1,1 1 1,0-1-1,-1 1 0,1-1 1,-1 1-1,1-1 0,-1 1 1,1-1-1,-1 1 1,0 0-1,1-1 0,-1 1 1,1 0-1,-1-1 0,0 1 1,1 0-1,-1 0 1,-1 0-1,-7-2 3,0 1 0,0 1 1,0 0-1,-17 1 0,25-1-54,-18 3 9,0 0 0,1 1 0,0 1 0,0 1 0,0 1 0,0 0 0,1 1 0,0 1 0,-22 15 0,11-5 60,1 2-1,1 1 0,0 1 0,-30 37 0,36-35 45,0 1 0,2 1 1,1 0-1,1 1 0,1 1 0,2 1 1,1 0-1,1 0 0,2 1 0,1 1 1,-7 59-1,14-54-32,15-37 115,-4-2-126,-1 1 0,1-2 0,-1 1 0,1-2 0,-1 1 1,0-1-1,0 0 0,12-9 0,12-4-38,-4 5-37,-19 8 19,0 0 0,0 0-1,0-1 1,-1 0-1,0-1 1,11-9 0,-19 15 507,-1 26-467,-2 8-80,0 26-699,2-56 345,0 1 0,1 0 1,0-1-1,-1 1 0,2 0 0,-1-1 0,0 1 0,1-1 0,2 5 0,-3-7-51,0-1 0,0 1 0,0 0 0,1-1 0,-1 0 1,0 1-1,1-1 0,-1 0 0,1 0 0,-1 1 0,1-1 0,0 0 0,-1-1 0,1 1 0,0 0 0,0 0 0,3 0 1,17 0-7120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6.8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0 139 8132,'0'0'8260,"28"1"-6108,91 4-623,1 8 422,-88-8-1705,52 1 1,-63-5-248,23-3-500,-43 2 477,-1 0 1,1-1-1,0 1 0,-1 0 0,1-1 0,0 1 0,-1-1 0,1 1 0,-1-1 0,1 0 0,-1 1 0,1-1 0,-1 1 0,1-1 0,-1 0 0,0 1 0,1-1 0,-1 0 0,0 1 0,0-1 0,1 0 1,-1 0-1,0 1 0,0-1 0,0-1 0,1-24-209,-2 18 120,1 3 163,0 1 1,0-1-1,0 1 1,-1 0-1,0-1 1,0 1-1,0 0 1,-1 0-1,1 0 0,-1 0 1,0 0-1,0 0 1,-1 0-1,1 0 1,-1 1-1,1-1 1,-1 1-1,0 0 0,-1 0 1,1 0-1,0 0 1,-1 0-1,0 1 1,1 0-1,-1 0 1,0 0-1,0 0 0,-8-2 1,-3 0 635,-1 0 0,0 1 0,-1 1-1,1 0 1,0 1 0,-26 2 0,39 0-606,1-1-1,-1 1 0,0 0 1,0 0-1,0 0 0,0 0 1,1 0-1,-1 1 0,1-1 1,-1 1-1,1 0 0,-1 0 1,1-1-1,0 2 0,0-1 1,0 0-1,0 0 0,0 1 1,1-1-1,-1 1 0,1-1 1,-1 1-1,1-1 0,0 1 1,0 0-1,0 0 0,0 0 1,0 3-1,-1 1-29,1 1 0,0-1 0,0 0 0,1 1-1,0-1 1,0 0 0,0 1 0,1-1 0,0 0 0,5 14-1,-3-13-54,1 0 0,1-1-1,0 0 1,0 0-1,0 0 1,1 0-1,0-1 1,0 0-1,8 6 1,69 49-1475,-72-54 1024,14 10-3370,34 17 1,-25-20-4160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8.2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437 11 1697,'0'0'12800,"1"-5"-10612,2-1-664,-4 18-704,-9 36 494,-9 34 209,-87 335 2019,84-349-3849,-3-2 0,-3 0 0,-3-1-1,-42 63 1,56-99-676,5-8-1102,-23 28-1,31-44 749,0 0-1,-1-1 1,1 0 0,-1 0-1,0 0 1,-7 4-1,-10 1-6033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8.74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1 251 3986,'30'-11'2726,"371"-108"4510,-356 107-6737,104-27 1970,240-30 0,-374 71-1932,-16 6 255,-18 11-47,19-19-746,-31 23 473,-50 27 0,58-37-445,1 0 1,0 2 0,1 0-1,0 1 1,-29 32 0,48-47-31,1 0 1,0 0-1,0 0 0,-1 1 1,1-1-1,0 0 1,0 1-1,1-1 1,-1 1-1,0-1 1,0 1-1,1 0 1,-1-1-1,1 1 0,-1 0 1,1-1-1,0 1 1,0 0-1,0-1 1,-1 1-1,2 0 1,-1-1-1,0 1 1,0 0-1,1 0 0,0 1 1,0-1-11,0-1 1,1 1-1,-1-1 1,1 0-1,0 1 0,0-1 1,-1 0-1,1 0 0,0 0 1,0 0-1,0-1 1,0 1-1,0 0 0,0-1 1,0 0-1,0 1 1,0-1-1,0 0 0,0 0 1,3 0-1,17 1-253,1-1 0,-1-1 0,1-1-1,34-8 1,-48 8 83,1-1-1,-1 0 1,0-1 0,0 0-1,0 0 1,-1-1 0,1 0-1,-1 0 1,0-1 0,-1 0-1,1-1 1,-1 0 0,6-7-1,-12 12 184,0 1 0,0-1 0,0 1 0,0-1 0,-1 0 0,1 1 0,-1-1 0,1 0 0,-1 1 0,1-1 0,-1 0 0,0 0 0,0 1 0,0-1 0,-1-3-1,1-3 50,-25 10-147,23 0 89,0 0 0,0 0 0,0 0 0,1-1 0,-1 2 1,0-1-1,1 0 0,-1 0 0,1 0 0,0 1 0,0-1 0,0 1 0,0-1 1,0 1-1,1-1 0,-1 1 0,1-1 0,-1 1 0,1 0 0,0 3 0,2 57-2216,-2-61 1965,1-1 0,-1 1-1,0-1 1,0 1 0,1-1 0,-1 1 0,1-1 0,0 1-1,-1-1 1,1 1 0,0-1 0,0 0 0,0 1 0,-1-1-1,2 0 1,-1 0 0,0 0 0,0 0 0,0 0 0,0 0-1,1 0 1,-1 0 0,0 0 0,1-1 0,-1 1 0,3 0-1,22 2-5274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9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435 1 416,'0'0'10544,"-26"8"-5809,9-3-3964,3-1-162,1 0 0,0 1 0,-22 11 1,29-12-327,0 0 0,0 0 0,0 0-1,1 1 1,-1-1 0,1 1 0,1 1 0,-1-1 0,1 1 0,0 0 0,0 0 0,-4 9 0,-10 27 1099,2 1 0,-15 66 0,-8 92 1334,12 100-996,21-199-1591,-4-49-324,10-52-24,17-20-979,-7 10 991,1 0 0,0 1 1,0 0-1,1 1 0,0 0 0,0 0 0,1 2 0,24-9 0,-16 8-91,0 1 1,0 1-1,1 1 0,42-1 0,-59 3 275,0 1 0,1 1 0,-1-1 0,0 1 0,1 0 0,-1 0 0,0 0 0,0 1 0,0 0 0,0 0 0,0 0 0,0 0 0,-1 1 0,1 0 0,-1 0 0,1 0 0,-1 1 0,0-1-1,-1 1 1,1 0 0,-1 0 0,1 0 0,-1 1 0,0-1 0,-1 1 0,1 0 0,-1 0 0,0 0 0,0 0 0,0 0 0,-1 0 0,0 0 0,0 0 0,0 1 0,0 5 0,-1-8 26,1 0 1,-1 0-1,0 0 0,0 0 1,0 0-1,0 0 1,-1 0-1,1 0 1,-1 0-1,1 0 1,-1 0-1,0 0 1,0-1-1,-1 1 0,1 0 1,0 0-1,-1-1 1,-2 4-1,0-3 32,-1 0 0,1 0 0,0-1-1,-1 1 1,0-1 0,1-1 0,-1 1 0,0 0-1,0-1 1,-9 1 0,-25 4 389,-1-2 1,-72-3 0,69-1-98,20 0-83,-1-2 0,-30-5 0,44 5-216,-1 0 0,1-1 1,0 0-1,0-1 0,1 0 0,-1-1 0,-13-8 0,21 11-78,0 1 0,0-1 0,0 0 0,1 0 0,-1 0 0,0 0 0,1 0 0,-1 0 0,1-1 0,0 1 0,0 0 0,0-1 0,0 1-1,0 0 1,0-1 0,1 0 0,-1 1 0,1-1 0,0 1 0,0-1 0,-1 1 0,2-1 0,-1 0 0,1-3 0,0 1-351,0 0 1,0 0 0,1 0-1,0 0 1,0 0-1,0 0 1,1 0 0,-1 1-1,1-1 1,7-7-1,15-13-5701,55-42 0,-75 63 5570,73-57-9182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9.51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453 0 11381,'0'0'4506,"-18"35"-162,7-15-3633,-31 61 2325,-34 93 1,-68 133 1122,12-31-2846,126-260-1556,1-1 1,0 1 0,1-1-1,1 1 1,1 0-1,0 1 1,0 17-1,2-33 51,0 0 0,0 0-1,0 0 1,0 0-1,0 0 1,0 0 0,0 0-1,1 0 1,-1 0-1,0 0 1,1 0 0,-1 0-1,0 0 1,1 0-1,-1 0 1,1-1 0,0 1-1,-1 0 1,1 0-1,0 0 1,-1-1 0,1 1-1,0 0 1,0-1-1,0 1 1,-1-1 0,1 1-1,0-1 1,0 1-1,2-1 1,32 2-6122,-18-3 3308,22 1-4734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19.85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46 136 512,'0'0'18710,"32"3"-16645,193 18-232,-74-17-1675,-118-4-297,-32 0 128,0 0 0,-1 0 1,1-1-1,0 1 0,0 0 1,-1 0-1,1 0 1,0 0-1,0-1 0,-1 1 1,1 0-1,0-1 0,-1 1 1,1 0-1,-1-1 1,1 1-1,0-1 0,-1 1 1,1-1-1,-1 1 0,1-1 1,-1 1-1,1-1 1,-1 0-1,0 1 0,1-1 1,-1 0-1,0 1 0,1-1 1,-1 0-1,0 0 1,0 1-1,0-1 0,0 0 1,0 1-1,0-1 0,0 0 1,0 0-1,0 1 1,0-1-1,0 0 0,0 0 1,0 1-1,-1-1 0,1 0 1,0 1-1,0-1 1,-1 0-1,1 1 0,-1-1 1,1 0-1,0 1 0,-1-1 1,1 1-1,-1-1 1,1 1-1,-1-1 0,0 0 1,-8-7-15,-1 1 1,1-1-1,-1 2 1,0-1 0,-1 1-1,0 1 1,0 0-1,-23-7 1,14 5 49,-14-6 582,-1 1-1,0 3 1,-1 0 0,0 3 0,-1 0-1,-52 1 1,85 4-482,0 1 0,0 0 0,0 1 0,-1-1 0,1 1 0,0 0 0,-7 2-1,10-2-110,-1 0 0,1 0 0,0-1 0,0 1 0,0 1 0,-1-1-1,1 0 1,0 0 0,0 0 0,0 0 0,1 1 0,-1-1 0,0 1-1,0-1 1,1 0 0,-1 1 0,1-1 0,-1 1 0,1-1 0,0 1-1,0 0 1,-1 2 0,0 5-42,1-1 0,0 1-1,0 0 1,0 0 0,1 0 0,1 0-1,0 0 1,0-1 0,0 1-1,1-1 1,0 0 0,1 1 0,0-1-1,0-1 1,1 1 0,6 7 0,3 2-362,1-1 1,0-1-1,1 0 1,1-2-1,30 21 1,-10-11-1563,2-1-1,0-2 1,70 25 0,22-4-6404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0.1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986 1 17528,'0'0'2113,"-140"125"2401,75-32-224,-3 17-2497,5 11-961,-2 4-175,5 6-481,0-8-176,-1-16-545,6-21-511,-5-24-529,-5-26-800,-6-9-768,-6-19-2194,1-8-3441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0.6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1 653 8212,'423'-171'9429,"2"13"-5471,-285 107-3726,-90 32-115,152-60-49,-169 64 106,-1-1 1,0-2 0,51-38-1,-80 54-49,0-1 1,0 1-1,0-1 0,0 1 0,0-1 0,-1 0 0,1 0 0,-1-1 0,0 1 0,0 0 0,0-1 0,0 1 0,-1-1 0,1 1 1,-1-1-1,1-4 0,-2 8-80,0 0 1,0-1 0,0 1-1,0-1 1,1 1-1,-1 0 1,0-1-1,0 1 1,0-1 0,-1 1-1,1-1 1,0 1-1,0 0 1,0-1 0,0 1-1,0 0 1,0-1-1,-1 1 1,1-1 0,0 1-1,0 0 1,0-1-1,-1 1 1,1 0 0,0-1-1,-1 1 1,1 0-1,0 0 1,0-1 0,-1 1-1,1 0 1,-1 0-1,1 0 1,-1-1 0,-16 0 523,7 2-256,-10 0-166,1 1-1,-1 1 0,1 1 1,0 0-1,0 2 1,1 0-1,0 1 1,-24 12-1,-8 8 656,-77 56 0,83-50-542,3 2 1,0 2 0,3 2-1,1 1 1,2 2 0,-43 68-1,24-22-157,4 2-1,-56 142 0,98-214-149,0 1 0,2-1 0,0 1 0,1 0 0,1 0 0,1 1 0,-1 19 0,4-38 35,0 0-1,0-1 1,0 1-1,0 0 1,0 0-1,0-1 1,1 1-1,-1 0 1,0-1 0,0 1-1,1 0 1,-1-1-1,1 1 1,-1-1-1,0 1 1,1-1-1,-1 1 1,1-1 0,-1 1-1,1-1 1,0 1-1,-1-1 1,1 1-1,-1-1 1,1 0-1,0 1 1,-1-1 0,1 0-1,0 0 1,0 0-1,-1 1 1,2-1-1,28 0-167,-19 0 149,2-1-26,0-1-1,0 0 0,0-1 0,0 0 0,-1-1 1,1-1-1,-1 0 0,0 0 0,-1-1 1,1-1-1,-1 0 0,0-1 0,-1 0 0,11-10 1,-10 8-105,-1 0 0,0-1 1,-1-1-1,0 1 0,8-16 0,-13 20-99,0 0-1,-1 0 0,0 0 0,0 0 0,-1 0 0,0-1 1,0 1-1,-1-1 0,1-12 0,-2 25-294,0 1 0,1 0 0,-1 0-1,1 0 1,0 0 0,1-1 0,-1 1 0,1 0 0,0-1 0,1 0-1,-1 1 1,1-1 0,5 8 0,-4-10-272,-1 1 0,0-1 0,1 0 1,-1 0-1,1 0 0,0 0 0,0-1 0,0 1 0,1-1 1,-1 0-1,8 2 0,36 7-7090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1.00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257 11 7780,'0'0'11247,"-26"-2"-6783,-82-6-1153,104 8-3168,0-1 0,0 1 0,0 0 0,0 0 0,0 1 0,0-1 0,0 1 0,0 0 0,0 0 0,0 0 0,0 1 0,1-1 0,-1 1 0,0 0 0,1 0 0,-1 0 0,1 0 0,0 1 0,0-1 0,0 1 0,0 0 0,0 0 0,1 0 0,-1 0 0,1 1 0,0-1 0,-1 1 0,2-1 0,-3 5 0,-1 1 73,2-2-173,0 0 0,1 1 1,0-1-1,0 1 0,0-1 1,1 1-1,0 0 0,1-1 1,0 1-1,0 8 0,0-8-55,1-7-3,-1 1 0,1-1 0,-1 1 0,1-1 0,-1 1 0,1-1 1,0 1-1,0-1 0,0 0 0,-1 1 0,2-1 0,-1 0 0,0 0 0,0 0 0,0 0 0,0 0 0,1 0 1,-1 0-1,0 0 0,1 0 0,-1-1 0,1 1 0,-1 0 0,1-1 0,-1 1 0,1-1 0,-1 0 1,1 1-1,0-1 0,-1 0 0,3 0 0,11 1-207,0 0 1,21-1 0,-21-1 28,-5 1-10,-1-1-1,1 0 1,-1 0-1,1-1 1,13-4-1,-21 5 167,0 0 0,1 1-1,-1-1 1,0 0-1,0 0 1,0 0 0,0 0-1,0-1 1,0 1-1,0-1 1,0 1 0,0-1-1,-1 1 1,1-1-1,-1 0 1,1 0 0,-1 0-1,0 0 1,1 0-1,-1 0 1,0 0 0,-1 0-1,1-1 1,0 1-1,0 0 1,-1 0 0,1-3-1,-1 4 214,0 35-3612,-1-32 3165,1-1-1,0 1 1,0-1 0,0 1 0,1-1-1,-1 1 1,0-1 0,0 0-1,1 1 1,-1-1 0,1 1 0,-1-1-1,1 0 1,0 1 0,0-1-1,-1 0 1,1 0 0,0 1 0,0-1-1,0 0 1,0 0 0,0 0-1,1 0 1,-1 0 0,0-1-1,0 1 1,3 1 0,1 0-808,1-1 0,-1 0 1,0 0-1,1-1 0,-1 0 1,9 0-1,-8 0 299,40 0-5802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1.2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369 1 14118,'0'0'11723,"-25"20"-9167,5-5-2086,4-4-180,2 0 0,0 1 0,0 0 0,1 1 0,1 0 0,0 1 0,0 1 0,2 0 0,-16 30 0,-10 31 72,3 3 1,-35 128 0,55-151-381,2 1 1,2 1-1,3-1 1,2 98-1,4-148 0,1 1-1,-1-1 1,2 0 0,-1 1-1,1-1 1,0 0 0,0 0 0,1 0-1,0 0 1,1 0 0,-1-1-1,1 1 1,0-1 0,6 6-1,-7-8-272,1-1 0,0 1 0,0-1 0,0 0 0,1 0 0,-1-1 0,0 1 0,1-1 0,0 0 0,0 0 0,0 0 0,0-1 0,0 0 0,0 0-1,0 0 1,0-1 0,0 1 0,0-1 0,0 0 0,10-2 0,-12 2-41,-1-1-1,0 1 1,0-1 0,1 1-1,-1-1 1,0 0 0,0 0-1,0 0 1,0 0 0,0 0-1,0 0 1,0 0 0,3-3-1,-1-2-1188,0 1-1,0-1 0,-1 0 0,6-11 0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1.45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14215,'0'0'10628,"141"18"-9603,-74-5-337,6-1-688,13-4-320,9-8-2481,15 0-3602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2.2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1 156 1857,'0'0'13064,"13"-18"-11108,43-59-289,-52 73-1495,-1-1 0,1 1-1,0 0 1,1 0-1,-1 1 1,1-1-1,-1 1 1,1 0-1,0 0 1,0 0 0,1 1-1,-1 0 1,0 0-1,1 0 1,-1 1-1,1 0 1,0 0-1,6 0 1,0-1 117,3-1 93,0 1 1,-1 1-1,1 1 1,27 1-1,-39 0-351,0-1 0,1 0-1,-1 1 1,0 0 0,-1 0-1,1 0 1,0 0 0,0 0 0,0 0-1,-1 1 1,1 0 0,0-1-1,-1 1 1,1 0 0,-1 0-1,0 0 1,0 0 0,0 1-1,0-1 1,0 1 0,0-1 0,-1 1-1,1 0 1,-1-1 0,0 1-1,0 0 1,0 0 0,0 0-1,1 4 1,-1 2 24,1 0-1,-1 1 1,0-1-1,-1 0 1,0 0-1,-1 1 1,0-1 0,0 0-1,-1 0 1,0 0-1,-1 0 1,0 0-1,0 0 1,-1-1-1,0 1 1,0-1 0,-1 0-1,0-1 1,-10 12-1,-16 17 33,14-17-42,1 0 1,0 1 0,2 1-1,-21 37 1,33-53-44,0 0-1,0 0 0,0-1 1,1 2-1,0-1 1,0 0-1,0 0 1,1 0-1,-1 0 1,1 1-1,1-1 1,-1 0-1,2 8 1,-1-10-1,0 0 0,0 1 0,1-1 0,-1 0 1,1 0-1,0 1 0,0-2 0,0 1 0,0 0 0,1 0 1,-1-1-1,1 1 0,0-1 0,-1 1 0,1-1 1,0 0-1,0 0 0,0-1 0,1 1 0,3 1 0,7 2-1,1 0-1,0-1 1,1-1-1,-1 0 1,22 0-1,81-2-715,-60-2-320,-39 1-39,-1-1-1,30-4 1,-43 4 461,0 0 0,0 0 0,-1 0 0,1-1-1,-1 0 1,1 0 0,-1 0 0,0 0 0,0-1 0,1 0 0,-2 0 0,1 0 0,0 0 0,-1 0 0,4-5 0,-6 6-244,1-1 1,-1 1-1,0-1 1,0 1-1,0-1 1,0 0-1,0 0 1,-1 1-1,1-4 1,-1 6 838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2.4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55 6227,'0'0'12277,"130"-30"-10516,-50 25-480,11 3-433,12-3-736,4 2-112,1 3-384,-2-2-2545,-11-6-4098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2.76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15 9508,'0'0'18089,"191"-15"-17673,-123 15-256,-6 0-160,-6 0-32,-19 0-800,-19 0-897,-26 3-5955,-44 4 1601,-14 1-2753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2.9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33 2897,'0'0'10517,"158"0"-6147,-83 0-1985,0 0-1216,-2-7-993,-5 2-176,-11 0-1601,-1 0-3217,-4-5-6147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3.53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271 169 7123,'0'0'12355,"26"-24"-11490,85-74-246,-104 92-567,1 1-1,0-1 1,0 1 0,0 0 0,0 1 0,17-7 0,-18 10-3,0-1-1,0 1 0,0 1 1,0-1-1,12 2 1,-2-1 36,-16 0-83,-1 0 1,1 1 0,0-1-1,-1 0 1,1 0 0,-1 1-1,1-1 1,0 1 0,-1-1 0,1 0-1,-1 1 1,1-1 0,-1 1-1,1-1 1,-1 1 0,0-1-1,1 1 1,-1 0 0,0-1-1,1 1 1,-1 0 0,0-1 0,0 1-1,1-1 1,-1 1 0,0 0-1,0 0 1,0-1 0,0 1-1,0 0 1,0-1 0,0 2-1,0 30 117,-1-20-36,1 22 10,-2 0 0,-2 0 0,-1-1 0,-1 1 0,-2-2 0,-2 1 0,0-1-1,-23 45 1,21-53-264,-1-1 0,-1-1 0,-1 0-1,0-1 1,-2-1 0,-1-1-1,0 0 1,-1-1 0,-1-1 0,-1-1-1,-34 21 1,27-21-43,0-1 1,-1-1-1,-1-2 0,0-1 0,0-1 0,-36 6 0,66-16 231,0 0-1,-1 0 0,1 0 1,0 0-1,0 0 0,0 0 1,0 0-1,0 0 0,0 0 1,-1 0-1,1 0 0,0 0 1,0 0-1,0 0 0,0 0 1,0 0-1,-1 0 0,1 0 1,0 0-1,0 0 0,0 0 1,0 0-1,0 0 0,0 0 1,-1 0-1,1 0 0,0 0 1,0 0-1,0 0 0,0 0 1,0 0-1,0 0 0,0-1 1,-1 1-1,1 0 0,0 0 1,0 0-1,0 0 0,0 0 1,0 0-1,0 0 0,0-1 1,0 1-1,0 0 0,0 0 1,0 0-1,0 0 0,0 0 1,0 0-1,0-1 0,0 1 1,0 0-1,0 0 0,0 0 1,0 0-1,0 0 0,0-1 1,0 1-1,0 0 0,0 0 1,0 0-1,0 0 0,0 0 1,0 0-1,0-1 0,1 1 1,9-13 494,17-12-1,-12 14 116,2 0-1,-1 1 1,1 0 0,1 2-1,0 0 1,0 1-1,0 0 1,1 2 0,0 0-1,0 2 1,0 0 0,1 0-1,36 2 1,-4 1 786,-1-1-809,84 9-1,-50-2-1826,-29-6-2484,-16 0-1794,-7 0-2616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3.75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5795,'0'0'26972,"3"-17"-26972,-1 17 0,6 0 0,2 0 0,7 7 0,3 8 0,5 0-3602,0-7-2785,0-8-4578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4.4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91 48,'0'0'16992,"10"-13"-14837,-5 6-1876,-1 2-134,-1 0 1,1 0 0,0 0 0,1 0 0,-1 1 0,1-1 0,0 1-1,0 0 1,0 1 0,0-1 0,1 1 0,-1 0 0,1 0 0,0 1-1,0 0 1,0 0 0,0 0 0,8 0 0,148-1 2584,-94 4-1800,-63-1-871,-1 0 1,1 0-1,0 1 0,-1-1 1,1 1-1,0 0 0,-1 1 0,1-1 1,-1 1-1,0 0 0,1 0 1,-1 0-1,0 1 0,0-1 0,7 7 1,-7-5-49,-1 1 0,1-1 1,-1 1-1,0 0 1,0 0-1,0 0 0,-1 0 1,1 1-1,-1-1 1,-1 1-1,1-1 0,1 10 1,-1-3-8,-1 0-1,0 0 1,0 0 0,-2 20 0,1-28-4,-1 0 1,0-1-1,0 1 0,0 0 0,0 0 1,0 0-1,-1-1 0,0 1 1,0 0-1,0-1 0,0 0 0,0 1 1,-1-1-1,1 0 0,-1 0 0,-6 4 1,-6 3 4,0 0 1,-1-2 0,-1 0 0,-27 10 0,-5 2 2,28-6-407,21-13 385,0-1-1,-1 1 1,1-1 0,0 1-1,-1-1 1,1 0-1,0 1 1,0-1-1,-1 1 1,1-1 0,0 1-1,0-1 1,0 1-1,0 0 1,0-1 0,0 1-1,0-1 1,0 1-1,0-1 1,0 1 0,0-1-1,0 1 1,0-1-1,0 1 1,0-1-1,1 1 1,-1-1 0,0 1-1,0-1 1,1 1-1,-1-1 1,0 1 0,1-1-1,-1 1 1,0-1-1,1 0 1,-1 1 0,1-1-1,-1 0 1,0 1-1,1-1 1,-1 0-1,1 0 1,-1 1 0,2-1-1,13 7-229,1 0 0,1-1-1,-1-1 1,20 3 0,-13-3-219,36 14 0,-45-13 308,-1 0 1,1 2-1,-1-1 1,0 2-1,-1 0 1,0 0-1,11 12 1,-17-15 159,-1-1 0,0 1 1,-1 0-1,1 0 1,-1 0-1,0 1 0,-1 0 1,1-1-1,-1 1 0,-1 0 1,1 1-1,-1-1 1,-1 0-1,1 1 0,0 14 1,-2-20 90,-1 1 0,1-1 0,-1 0 0,1 1 0,-1-1 0,0 1 0,0-1 0,0 0 0,0 0 0,0 1 0,0-1 0,-1 0 0,1 0 0,-1 0 0,1-1 0,-1 1 0,0 0 0,0 0 0,0-1 0,0 1 0,0-1 0,0 0 0,0 0 0,0 0 0,-1 0 0,1 0 0,0 0 0,-5 1 0,-8 1 382,0 1 0,-1-2 1,-23 2-1,20-2-53,-198 18 1114,214-20-2243,5 0-1329,4 0 912,0 0 0,1-1 1,-1 1-1,0-1 0,0-1 0,7-2 0,32-15-6680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25.1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94 11365,'0'0'15036,"9"-13"-14267,-5 6-669,-2 2-61,1 0 0,0 1 0,0 0-1,0 0 1,0 0 0,0 0 0,1 0 0,0 0 0,-1 1 0,2 0 0,-1 0-1,0 0 1,0 0 0,1 1 0,0-1 0,-1 1 0,1 0 0,0 1 0,9-3 0,27 0 255,-1 1 0,58 5 1,-91-1-245,-1 1 0,0 0 1,0 0-1,0 0 0,0 1 1,0 0-1,0 0 0,-1 0 1,0 1-1,1 0 0,-1 0 1,0 1-1,-1-1 0,1 1 1,-1 0-1,6 9 0,-2-3-17,-1 0 0,0 0 0,-1 0-1,0 0 1,-1 1 0,-1 0 0,6 20-1,-4 24-19,-6-52-11,0-1 0,0 1-1,0 0 1,-1 0 0,1 0 0,-1 0 0,0-1 0,0 1 0,0 0 0,-1-1 0,1 1 0,-4 4 0,0-2 32,-1-1 0,0 0 1,0-1-1,-1 1 0,1-1 0,-1-1 1,0 1-1,0-1 0,-14 4 1,-75 19 517,79-22-423,0-1-17,12-3-99,1 0 0,0 1-1,0 0 1,0 0 0,0 0-1,0 0 1,0 1 0,0-1-1,1 1 1,-1 0 0,-6 4-1,10-5-39,-1 0 0,1-1 0,-1 1 0,1 0 0,0-1-1,-1 1 1,1 0 0,0 0 0,0 0 0,-1-1 0,1 1 0,0 0-1,0 0 1,0 0 0,0 0 0,0-1 0,0 1 0,0 0 0,1 0-1,-1 0 1,0-1 0,0 1 0,1 0 0,-1 0 0,0 0 0,1-1-1,-1 1 1,1 0 0,-1-1 0,1 1 0,-1 0 0,1-1 0,-1 1-1,1-1 1,0 1 0,-1-1 0,2 2 0,30 17-808,-26-17 679,27 15-926,-1 1 0,-1 1 0,47 38 0,-69-49 1056,0 1 0,-1-1 1,0 1-1,0 0 1,-1 1-1,0 0 0,-1 0 1,0 1-1,-1 0 1,0-1-1,-1 2 0,0-1 1,0 1-1,-1-1 1,1 15-1,-3-19 175,0 1 1,0 0-1,-1-1 1,0 1-1,-1 0 1,0 0 0,-3 12-1,3-16-9,0-1 1,-1 0-1,1 0 0,-1 0 1,0 0-1,0 0 1,0 0-1,0 0 0,-1-1 1,1 1-1,-1-1 0,0 0 1,1 0-1,-1 0 1,0 0-1,0 0 0,0 0 1,-6 2-1,-7 1 378,1 0 0,-1-1 0,0 0 0,0-2 0,-23 2 0,-85-3 754,62-3-1362,0 2 90,61 2-2680,8 1 695,10 2-1866,6-5-4419,0 0-7103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0.26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 23 352,'0'0'12953,"-3"-3"-10768,-11-10-83,11 9 2986,6 4-3970,306-1 1632,2 0-3390,-311 1 638,0 0-1,0 0 1,0 0 0,1 0 0,-1 0 0,0 0-1,0 0 1,0 0 0,0 0 0,0 0-1,0 1 1,0-1 0,0 0 0,0 0 0,0 0-1,1 0 1,-1 0 0,0 0 0,0 0 0,0 0-1,0 0 1,0 1 0,0-1 0,0 0-1,0 0 1,0 0 0,0 0 0,0 0 0,0 0-1,0 0 1,0 1 0,0-1 0,0 0-1,0 0 1,0 0 0,0 0 0,0 0 0,0 0-1,0 0 1,0 0 0,0 1 0,0-1 0,0 0-1,-1 0 1,1 0 0,0 0 0,0 0-1,0 0 1,0 0 0,0 0 0,0 0 0,0 0-1,0 1 1,0-1 0,0 0 0,-1 0 0,1 0-1,-1 2-10,-7 10 94,-1 0-1,-1 0 0,0 0 0,-1-1 1,0-1-1,0 0 0,-23 15 0,8-5 55,0 0-35,-21 16 212,1 3 0,2 1 0,-52 60 1,86-87-273,0-1 1,1 1 0,1 1-1,-1 0 1,2 0 0,0 1-1,1-1 1,1 1 0,0 1-1,1-1 1,0 1 0,1 0-1,1 0 1,1 0 0,0 0-1,1 0 1,3 24 0,-1-35-34,-1 1 1,1-1-1,0 0 1,0 0-1,1 0 1,0 0-1,-1-1 1,2 1-1,-1-1 1,0 1-1,1-1 1,0 0-1,0 0 1,0-1-1,1 1 1,-1-1-1,1 0 1,-1 0-1,1-1 1,0 1-1,10 2 1,2 1-28,0 0-1,0-2 1,0 0-1,1-1 1,26 2-1,97-5-3708,-140 0 3527,0 0 1,-1 0 0,1-1-1,-1 1 1,1 0-1,0-1 1,-1 1 0,1-1-1,-1 1 1,1-1-1,-1 1 1,1-1 0,-1 1-1,1-1 1,-1 0-1,1 1 1,-1-1 0,0 1-1,0-1 1,1 0-1,-1 0 1,0 1 0,0-1-1,0 0 1,1 1-1,-1-1 1,0 0 0,0 0-1,0 1 1,0-1-1,-1 0 1,1 1 0,0-1-1,0-1 1,-6-28-6418,-17-6-1096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0.4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6931,'0'0'5763,"130"-7"-2418,-57 7-1200,10 0-1296,2 0-177,-2 0-592,-8 0-80,-2 0-1601,0 0-3153,4 0-4722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0.74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3474,'0'0'17496,"145"0"-16264,-72 2-95,2 3-353,-10-2-608,-4-3-64,-19 5-112,-9-5-96,-18 0-304,-5 0-336,-25 0-9077,-23 0 1217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0.8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2625,'0'0'14871,"158"45"-12454,-88-40-96,1-5-1312,-6 0-753,-17 0-256,-11 0-496,-9 0-2178,-13-8-3809,-5-12 4819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2.1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1012 1 3506,'0'0'4847,"-26"19"-2390,3-3-1718,-8 6 865,0 2 0,2 1 0,-43 46 1,-143 180 3789,-206 218-3948,351-397-1941,-13 10-3465,76-76 3424,3-5-1416,10-31-12934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2.35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7411,'0'0'19705,"68"178"-18008,-33-107-592,3 1-561,7-1-304,3-6-240,-1-7-64,11-13-880,5-5-1169,2-13-1505,5-14-2225,1-13-4561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2.5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29 3922,'0'0'14118,"156"-26"-11268,-76 26-2050,3 0-576,0 0-224,-3 0-64,-7 0-1281,-10 0-1728,-16 0-3474,-9-2-4338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4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0 751 896,'0'0'11099,"13"-7"-9506,26-17-28,-1-1 0,40-35 0,23-20-514,153-89-1,-139 97-1245,108-90-1,-61 11 1037,-164 151 1867,1 0-2656,0 0-1,0 0 1,0 0 0,0 1-1,0-1 1,0 0 0,0 0-1,0 1 1,0-1 0,0 0-1,1 1 1,-1-1 0,0 1-1,0-1 1,0 1 0,1 0 0,-1-1-1,0 1 1,1 0 0,-2 0-1,-6 14 302,1-1 0,1 1 0,0 1 0,1-1 0,0 1 0,-4 27 0,4-6-7,0 68-1,5-105-345,1 1 0,-1 0 0,0 0 0,0-1 0,1 1 0,-1 0 0,1-1 0,-1 1 0,1 0 0,-1-1 0,1 1-1,-1 0 1,1-1 0,-1 1 0,1-1 0,0 1 0,-1-1 0,1 1 0,0-1 0,-1 0 0,1 1 0,0-1 0,0 0 0,0 0 0,-1 1 0,1-1 0,0 0 0,0 0 0,0 0 0,-1 0 0,3 0 0,34 0-6,-26-1 2,25 0-87,-1-2 0,-1-1 0,1-2 0,-1-1 0,0-2 0,0-1 0,-1-2 0,-1-1 0,44-25 0,-65 32 59,0 0-1,0-1 1,-1 0-1,12-13 1,-19 17 113,0 0-1,0 0 1,0 0-1,-1 0 1,1-1 0,-1 1-1,0-1 1,0 0 0,0 0-1,-1 0 1,1 0 0,-1 0-1,0 0 1,0 0 0,0 0-1,-1-6 1,-1 10 78,-1 0 0,0-1 0,0 1 0,0 0 0,0 0 0,0 0 0,0 1 0,0-1 0,0 0-1,0 1 1,-2 0 0,1 1-90,0 0-1,0 0 1,0 0 0,0 1-1,1-1 1,-1 1-1,1-1 1,-1 1-1,1 0 1,0 0-1,0 0 1,0 0 0,1 1-1,-1-1 1,1 0-1,0 1 1,0-1-1,0 1 1,-1 5-1,0 9 114,0-1-1,1 32 0,1-38-164,0-3-96,1 0 0,1 0 0,-1 1 0,1-1 0,1 0 0,0-1 0,0 1 0,0 0 0,1-1 0,0 0 0,0 1 0,1-2 0,0 1 0,9 9 0,1-1-1216,0 0 0,1 0 0,1-2 0,25 16 0,-1-6-5401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5.76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21 286 368,'0'0'7489,"-4"-1"-6395,1 1-1003,-9-3 701,10 0-124,9 0 158,82-17 3422,51 3-2238,-17 3-1102,380-47 1608,635 3-1,100 70-1298,-412-7 586,-482-36-357,-271 19-96,1-4 0,110-38 0,-178 50-914,-9 2-189,-24-2-140,-38 6-171,53 0-59,1 2-1,-1-1 1,1 2 0,-1-1-1,1 1 1,-11 8 0,-27 11-3766,42-21 2394,-1 0-1,0 0 1,0-1-1,-14 2 0,-29-3-7180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36.3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242 52 3650,'0'0'12571,"12"-7"-10493,36-26-69,-40 26 3133,-10 4-3470,-12 3-1898,11 0 908,-36 0 250,16-2-504,1 2 1,-1 1 0,1 0-1,-1 2 1,1 1 0,-22 6-1,41-9-397,0 0-1,0 1 0,0-1 1,0 1-1,1 0 0,-1 0 0,0 0 1,1 0-1,0 0 0,-1 1 1,1-1-1,0 1 0,0 0 0,-2 3 1,3-4-34,0-1 0,1 1 0,-1 0 0,0 0 1,1 0-1,-1 0 0,1 0 0,0 0 1,0 0-1,-1-1 0,1 1 0,0 0 0,1 0 1,-1 0-1,0 0 0,0 0 0,1 0 0,0 0 1,-1 0-1,1 0 0,0-1 0,0 1 0,0 0 1,0-1-1,0 1 0,2 2 0,9 7-82,1 0 0,1-1-1,-1 0 1,2-2 0,-1 1 0,1-2-1,21 8 1,11 7-343,-43-19 372,81 44-771,-77-41 717,1-1 1,-1 2-1,-1-1 0,1 1 1,-1 0-1,0 1 0,8 11 1,-14-18 107,-1-1 1,1 1-1,0 0 1,-1 0-1,1 0 1,-1 0-1,1 0 1,-1 0-1,1 0 1,-1-1-1,0 1 1,0 0-1,1 0 1,-1 0-1,0 1 1,0-1-1,0 0 1,0 0-1,0 0 1,0 0-1,0 0 1,0 0-1,-1 0 1,1 0-1,0 0 1,-1 0-1,1 0 1,0-1-1,-1 1 1,1 0-1,-1 0 1,0 0-1,1 0 1,-1 0-1,0-1 1,1 1-1,-1 0 1,0-1-1,0 1 1,0 0 0,1-1-1,-3 1 1,-3 2 93,0-1 0,-1 1 1,1-2-1,-1 1 0,-9 1 1,3-1 73,-287 49 2926,294-50-3279,5-1-875,13 0-10490,8 0 1655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0.09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10 0 1521,'0'0'7035,"3"0"-6216,8 1 938,-13 2 2507,-10 0 116,2-2-3168,13-1-1012,395 0 2471,-408 18-1721,-16 14-253,8-8 21,-28 46 1,-95 205 1511,94-179-1864,29-49-228,17-44-130,0-1 0,1 0 1,-1 1-1,1-1 0,0 0 0,0 1 1,0-1-1,0 0 0,0 1 1,0-1-1,1 0 0,-1 1 1,1-1-1,-1 0 0,1 1 0,0-1 1,0 0-1,0 0 0,0 0 1,2 2-1,2 0 20,0 1 0,0-2 0,1 1 0,0-1 0,-1 0 0,1 0 0,0 0 0,0-1 0,1 0 0,10 2 0,71 11 143,-74-14-146,258 12-518,-271-13 414,-1 0 0,1 0 0,0 1 0,0-1 0,-1 0 0,1 0 0,0 0 1,0-1-1,-1 1 0,1 0 0,0 0 0,0 0 0,-1 0 0,1-1 0,0 1 0,0 0 1,-1-1-1,1 1 0,0-1 0,-1 1 0,1 0 0,-1-1 0,1 1 0,0-1 0,-1 0 1,1 1-1,-1-1 0,0 1 0,1-1 0,-1 0 0,1 0 0,-1 1 0,0-1 0,0 0 1,1 1-1,-1-3 0,0 2-267,0 0 0,-1-1 0,1 1 0,0 0 1,-1 0-1,0-1 0,1 1 0,-1 0 0,1 0 0,-1 0 0,0 0 1,0 0-1,0 0 0,0 0 0,0 0 0,0 0 0,0 0 1,0 0-1,0 1 0,0-1 0,-2 0 0,-25-15-6822,-9-3-2837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0.30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 8436,'0'0'5554,"174"-12"-2576,-97 12-1858,1 0-543,0 0-353,-8 0-224,-2 0-369,0 12-1663,-1-7-3027,1-2-4001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0.92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432 72 1024,'0'0'18059,"-22"-12"-16186,12 7-1626,-3-3 83,-1 1-1,1 0 0,-2 1 1,1 1-1,0 0 0,-1 1 1,0 0-1,0 1 0,-30-1 1,14 3 318,13 0-125,0 1 1,0 1 0,0 0-1,-28 6 1,42-6-454,0 0 0,0 1 0,0-1 0,0 1 1,0 0-1,1 0 0,-1 0 0,0 0 0,1 1 0,0-1 0,0 1 0,-1 0 0,2 0 0,-1 0 0,0 0 0,1 1 0,-1-1 0,1 1 0,0-1 1,0 1-1,0 0 0,1 0 0,-1 0 0,-1 8 0,2-6-65,1 0 1,-1 0-1,1 0 1,0 0-1,0 0 1,1-1-1,0 1 1,0 0-1,0 0 1,1 0-1,0-1 1,0 1-1,0-1 1,1 1-1,0-1 1,0 0 0,0 0-1,1 0 1,-1 0-1,8 6 1,7 6-25,0 0 0,1-2 0,36 22 0,158 83-966,7 5-701,-220-125 1683,1 0 0,-1 0-1,1 0 1,0 0-1,-1 1 1,1-1 0,-1 0-1,1 1 1,-1-1 0,1 0-1,-1 1 1,1-1-1,-1 1 1,1-1 0,-1 1-1,1-1 1,-1 1 0,0-1-1,1 1 1,-1-1 0,0 1-1,1-1 1,-1 1-1,0 0 1,0-1 0,0 1-1,0-1 1,1 1 0,-1 0-1,-21 2 265,-337-14 4472,312 10-4485,46 1-307,-1 0 0,1 0 0,-1 1 0,1-1 0,0 0 0,-1 0 0,1 1 0,0-1 0,0 0 0,-1 1 0,1-1 0,0 0-1,0 1 1,-1-1 0,1 1 0,0-1 0,0 0 0,0 1 0,0-1 0,0 1 0,-1-1 0,1 1 0,0-1 0,0 0 0,0 1 0,0-1 0,0 1 0,0-1-1,0 1 1,1-1 0,-1 1 0,2 15-1719,-1-14 1313,0 0 0,-1 0-1,2 0 1,-1 1 0,0-1 0,0 0-1,0-1 1,1 1 0,-1 0 0,1 0-1,0-1 1,-1 1 0,1-1 0,0 1 0,0-1-1,0 0 1,0 1 0,0-1 0,0 0-1,4 1 1,22 7-9862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2.22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 5170,'0'0'9781,"30"0"-8490,181 0 387,-118 2-888,-33 0-465,107-10 1,-156 6-2015,-15 2-3066,-13 1 1594,-14-1-2193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2.45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5891,'0'0'9876,"163"22"-7315,-98-19-656,-2-1-64,0-2-592,-3 0-433,-12 0-208,-11 0-240,-12 0-207,-15 0-113,-5-2-48,-5-8-225,-7 10-8531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3.83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915 11 3298,'0'0'6864,"-23"-3"-5952,-76-5 582,92 8-1258,0 1 0,1-1-1,-1 1 1,1 1-1,0-1 1,-1 1-1,1 0 1,0 1 0,0-1-1,0 1 1,0 0-1,1 1 1,-1 0-1,-7 6 1,-3 2 456,-37 25 2531,-87 83 0,90-70-2293,-65 84 0,90-100-1008,-74 90 392,81-104-1177,0-1-1,-2-1 1,-39 29-1,12-20-2617,44-26 2518,-1 1 1,1-1-1,-1 0 1,1 0-1,-1 0 1,1 0-1,-5 0 1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4.0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6723,'0'0'18184,"20"118"-17015,17-71-465,6 1-368,2 0-304,-2-8-32,5 0-736,-3 0-737,2-10-832,14 0-1296,-4-12-2162,1-8-2705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4.3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66 11189,'0'0'6323,"178"-48"-2945,-95 38-2466,2 7-704,1-2-208,-11 5 0,-5 0-16,-10 0-624,1 0-1057,-14 0-704,-7 0-1777,-10 0-3650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45.17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1166 3490,'0'0'3049,"22"-16"-725,156-111 421,-34 22-66,195-185-1,-221 181-2327,-4 5-151,164-191 1,-266 279 310,1 0-1,30-26 1,-37 37-153,0 1 0,0 0 1,0 0-1,1 0 1,-1 1-1,1 0 0,0 0 1,0 0-1,0 1 1,0 0-1,9 0 0,-9 5 3376,-6 13-2380,-9 14-1317,-8 11 334,10-27-326,1 0 1,0 0 0,1 0 0,0 1 0,1-1 0,-1 22-1,4-35-50,0-1 0,1 1 0,-1 0 0,0 0 0,1 0 0,-1-1 0,0 1 0,1 0 0,-1 0 0,1-1 0,-1 1 0,1 0 0,-1-1 0,1 1 0,0-1 0,-1 1 0,1-1 0,0 1 0,-1-1 0,1 1 0,0-1 0,0 0 0,-1 1 0,1-1 0,0 0 0,0 0 0,0 1 0,0-1 0,-1 0 0,2 0 0,35 3-56,-26-3 45,22 2-321,0-1-1,60-7 0,-79 4 182,-1-1 0,0 0 0,0-1 0,0 0 0,0-1-1,-1-1 1,1 0 0,-1 0 0,19-15 0,12-15 731,-2-1 1,52-63-1,-90 113 3707,-2 65-4082,0-73-302,-1-1 1,1 0-1,0 0 0,0 0 0,1 0 1,-1 0-1,1 0 0,-1 0 0,1 0 1,1-1-1,-1 1 0,0-1 1,1 1-1,0-1 0,0 0 0,0 0 1,0 0-1,0-1 0,0 1 0,1-1 1,-1 1-1,7 2 0,5 2-870,-1 0 0,1-1 0,0-1 0,27 7-1,34 0-3880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0.00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329 142 192,'0'0'9055,"23"-20"-7927,71-62 265,-46 42 3265,-75 69-1542,1 1-1,-41 64 0,-32 77-1508,60-99-1724,-81 111 1,104-163-497,-2 0 0,0-1 0,-1-2-1,-21 17 1,36-52-10615,3-13 7263,1 28 3012,0-38-4964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0.22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8612,'0'0'12166,"158"66"-10598,-113-14-79,-2 6-529,-3 2-63,-5-5-481,-7-4-240,-10-14-176,-3-4-64,-5-8-464,0-5-49,7-3-1103,6-6-993,14-1-561,11-8-3345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0.57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 6547,'0'0'12846,"18"0"-11091,241-2 2796,-106 0-5016,-5 1-8401,-162 1 3991,-13-2-1143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0.78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0 6707,'0'0'11333,"138"28"-8900,-75-23-576,2 0-432,8 0-497,-6 0-704,-4-3-224,-8 1-256,-2-3-1328,-3 0-2434,0 0-5106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1.76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93 1 4402,'0'0'13828,"-24"2"-3432,369-4-9878,-345 2-518,0 0-1,0 0 1,0 0 0,0-1-1,1 1 1,-1 0 0,0 0-1,0 0 1,0 0 0,1 0-1,-1 0 1,0 0 0,0 0-1,0 0 1,0 1 0,1-1-1,-1 0 1,0 0 0,0 0-1,0 0 1,1 0 0,-1 0 0,0 0-1,0 0 1,0 0 0,0 1-1,0-1 1,1 0 0,-1 0-1,0 0 1,0 0 0,0 0-1,0 1 1,0-1 0,0 0-1,0 0 1,0 0 0,0 0-1,1 1 1,-1-1 0,0 0-1,0 0 1,0 0 0,0 1-1,0-1 1,0 0 0,0 0-1,0 0 1,0 0 0,0 1-1,-1-1 1,1 0 0,0 1-1,0 0-2,-1 4 16,1-1 0,-1 0-1,0 1 1,-1-1 0,1 0 0,-1 0 0,1 0 0,-1 0 0,-1 0 0,1 0 0,0-1 0,-1 1 0,0-1 0,0 1 0,-4 3 0,-11 9 117,-32 24-1,26-22-48,-37 31 71,2 3 0,-72 82 0,127-130-152,-1 1 0,2 0 0,-1 0 0,0 0 0,1 0 0,0 1 0,0-1 0,1 1 0,0 0 0,0 0 0,0 0 0,0 0 0,1 0 0,0 0 0,0 11 0,1-16 1,1 0 1,-1 1-1,1-1 1,-1 0 0,1 1-1,0-1 1,-1 0-1,1 0 1,0 0-1,0 0 1,0 0-1,0 0 1,0 0-1,0 0 1,0 0 0,0 0-1,0 0 1,0-1-1,1 1 1,-1 0-1,0-1 1,0 1-1,2 0 1,38 12 139,-33-11-82,47 12 260,1-3 1,100 6-1,114-11-1696,-242-6 913,-28 0 417,0 0-1,-1 0 1,1 0-1,0 0 1,0 0-1,0-1 1,0 1-1,0 0 1,0 0-1,0 0 1,0 0-1,0 0 1,-1-1-1,1 1 1,0 0-1,0 0 1,0 0-1,0 0 1,0-1-1,0 1 1,0 0-1,0 0 1,0 0-1,0 0 1,0 0-1,0-1 1,0 1-1,0 0 1,0 0-1,1 0 1,-1 0-1,0-1 1,0 1-1,0 0 1,0 0-1,0 0 1,0 0-1,0 0 1,0 0-1,0-1 1,1 1-1,-1 0 1,0 0-1,0 0 1,0 0-1,0 0 1,0 0-1,1 0 1,-1 0-1,0 0 1,0 0-1,0 0 1,0 0-1,0 0 1,1-1-1,-9-4-984,0 0 0,0 0 0,0 0 0,0 1 0,-1 0 0,0 1 0,0 0 0,-10-3 0,-16-5-3033,-34-16-4568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1.9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18 7619,'0'0'5907,"176"-18"-1729,-89 18-1793,6 0-1328,-2 0-705,-4 0-352,-1 0-448,1 0-2178,4 0-2272,-1 0-4354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2.3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628 16 5218,'0'0'8940,"-32"-2"-4708,-108-8-214,110 7-2675,-1 2 0,-32 4 1,56-2-1223,1 0 1,-1 0-1,1 1 0,-1 0 1,1 0-1,0 1 0,0-1 1,0 1-1,0 1 0,0-1 1,1 1-1,-8 7 0,11-9-124,0 0 0,0 0 0,1 1 0,-1-1 0,1 1 0,0-1 0,0 1 0,0 0 0,0-1 0,0 1 0,0 0 0,1 0 0,0-1 0,-1 1 0,1 0 0,0 0 0,0 0 0,0 0 0,1-1 0,-1 1 0,1 0 0,-1 0 0,1-1 0,0 1 0,0 0 0,0-1 0,1 1 0,-1-1 0,1 1 0,-1-1 0,1 0 0,0 1 0,0-1-1,0 0 1,0 0 0,2 1 0,22 16-253,0-1-1,1-2 0,46 22 0,-39-22-143,-1 1 0,39 29 0,-67-43 328,-1 1 0,0 0-1,1 0 1,-1 0 0,0 1 0,-1-1 0,1 1 0,4 10 0,-7-13 69,0-1-1,-1 1 1,1-1 0,-1 1 0,1-1-1,-1 1 1,0-1 0,0 1 0,0 0 0,0-1-1,0 1 1,0-1 0,0 1 0,0 0 0,-1-1-1,1 1 1,0-1 0,-1 1 0,0-1-1,1 1 1,-1-1 0,0 1 0,0-1 0,1 0-1,-1 1 1,0-1 0,-1 0 0,1 0 0,0 0-1,0 0 1,0 0 0,-1 0 0,1 0 0,0 0-1,-1 0 1,1-1 0,-3 2 0,-12 5 195,-1-1 0,1-1 0,-1 0 1,0-1-1,0-1 0,-18 1 0,-112 2 1436,115-6-1301,-48-1 482,47-1-425,-1 2 1,1 1 0,-37 6 0,72-4-2923,8-1 1119,75-1-6966,-24-1-430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2.62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300 1 8996,'0'0'17080,"-25"11"-14751,4-3-1809,11-4-314,-1-1 0,1 2 0,0-1 0,0 1 0,1 1 0,0 0 0,0 0 0,0 1 0,1 0 0,0 0 0,0 1 0,0 0 0,-10 16 0,3 3 19,0 1 0,2 0 0,1 2-1,1-1 1,2 1 0,0 1 0,-3 35 0,-4 79-1636,12-3-6647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2.79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13542,'0'0'7187,"140"-8"-3665,-55 8-2001,3 0-529,0 10-736,-8 3-256,-4-6-1120,-16 3-1553,-3-10-2802,-1 0-7155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3.6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1314 8116,'0'0'12632,"28"-27"-11314,6-8-937,137-127 1156,8 17-510,147-134-880,-91 45-709,65-65 132,-288 287 612,12-11 68,45-34 1,-62 52 178,0 0 0,1 1 1,-1-1-1,1 2 0,0-1 1,0 1-1,0 0 0,0 1 0,1 0 1,-1 0-1,16-1 0,-23 4-320,0 0 0,-1 0-1,1 0 1,0 0 0,-1 0-1,1 0 1,-1 0 0,0 0-1,1 0 1,-1 0 0,0 0-1,0 1 1,0-1 0,0 0-1,0 0 1,0 0 0,0 0-1,0 1 1,0-1 0,0 0-1,-1 1 1,1 4 88,0-2-179,-1 1 0,0 0-1,0 0 1,0 0 0,0-1-1,-1 1 1,0-1 0,0 1-1,0-1 1,-3 6 0,-34 42-47,19-25 42,-13 19-13,2 3 0,-37 76 0,67-120 0,-1 0 0,1 0 0,0 0 0,0 1 0,0-1 0,1 0 0,0 10 0,0-14 0,1 0 0,-1 0 0,0-1 0,1 1 0,0 0 0,-1-1 0,1 1 0,-1-1 0,1 1 0,-1-1 0,1 1 0,0-1 0,-1 1 0,1-1 0,0 0 0,0 1 0,-1-1 0,1 0 0,0 0 0,0 1 0,0-1 0,-1 0 0,1 0 0,0 0 0,0 0 0,1 0 0,29 2 0,-24-1 0,26 0-4,0-2 1,1 0-1,-1-3 1,0 0-1,0-2 0,-1-2 1,51-18-1,-56 15-135,0 0-1,-1-2 1,-1-1 0,0-1 0,-1-1-1,-1-1 1,0-1 0,-2-1-1,21-22 1,-36 34 115,-1 0 1,0 0-1,0-1 0,0 1 1,3-9-1,-6 12 90,-1 1 1,0 0-1,0-1 0,0 1 0,0 0 0,0-1 1,-1 1-1,0-1 0,1 1 0,-1-1 0,-1 1 0,1-1 1,0 1-1,-2-6 0,1 8-37,0 0 0,0 0 0,0 0 0,0 1 0,0-1 0,0 0 0,0 1 0,0-1 0,0 1 0,0-1 0,-1 1 0,1-1 0,0 1 1,0 0-1,0 0 0,-1 0 0,1 0 0,0 0 0,0 0 0,-2 0 0,-26 3-68,27-1 39,0-1 0,1 1 0,-1-1 0,1 1 0,-1-1 0,1 1 0,0 0 0,0-1 0,0 1 0,-1 0 0,2 0 0,-1 0 0,0 0 0,0 0 0,1 0 0,-1 0 0,1 0 0,-1 0 0,1 3 0,-2 48 0,2-40 0,0-7-60,0 1 0,0 0 1,1-1-1,-1 1 0,1 0 0,1-1 1,0 1-1,-1-1 0,2 0 0,-1 1 1,1-1-1,0 0 0,0 0 0,1-1 1,0 1-1,0-1 0,0 0 0,0 0 1,1 0-1,0 0 0,0-1 0,0 0 1,1 0-1,9 5 0,-7-5-803,0 0 0,0 0 1,0-1-1,10 2 0,38 5-4806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4.74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72 1153,'0'0'17026,"16"-6"-15345,-1-2-1219,-8 4-265,0 0 0,1 1 1,0 0-1,0 0 1,0 1-1,0 0 0,0 0 1,0 1-1,1 0 1,11 0-1,204-5 1987,-1-12-4043,-215 17 1350,20-6-3861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4.9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34 3570,'0'0'17528,"140"62"-15639,-80-54-593,6-6-335,4-2-385,-2 0-496,2 0-80,-5-5-400,-7-10-833,-11-5-1728,-7-7-2738,-4-11-2240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6.1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55 244 4898,'0'0'12000,"13"-10"-10727,30-19-15,0 2 1,49-23-1,-37 25-465,113-45 37,-145 62-834,0 2 1,0 0-1,1 1 0,0 2 1,36-1-1,-7 4-2,-52 0 4,-1 0 0,1 1 0,-1-1 0,1 1 0,-1-1-1,1 1 1,-1-1 0,1 1 0,-1-1 0,0 1-1,1-1 1,-1 1 0,0-1 0,0 1 0,1 0 0,-1-1-1,0 1 1,0 0 0,0-1 0,0 1 0,0-1-1,0 1 1,0 0 0,0-1 0,0 1 0,0 0-1,0-1 1,0 1 0,0-1 0,0 1 0,-1 0 0,1 4-9,-1 4 62,-1 0 0,0 0-1,-1 1 1,0-2 0,0 1 0,-1 0-1,0-1 1,0 1 0,-1-1-1,0 0 1,0-1 0,-10 11-1,-3 7 110,-19 31 324,0-1 0,-1-1 0,-81 87 0,105-128-416,0 0 0,0-1-1,-1 0 1,-1-1 0,0-1-1,0 0 1,-1-1 0,0-1-1,0-1 1,-1 0 0,0-2-1,0 0 1,-1 0-1,-28 1 1,35-5-31,-48 1 20,57-2-52,0 0 0,1 0 0,-1 0 0,0 0 0,1-1-1,-1 1 1,0-1 0,1 0 0,-1 0 0,0 0-1,1 0 1,0-1 0,-1 1 0,1 0 0,0-1-1,-4-3 1,5 4 20,1 1-1,-1-1 0,1 1 1,-1-1-1,1 0 1,0 1-1,0-1 0,-1 0 1,1 1-1,0-1 0,0 0 1,0 0-1,0 1 1,-1-1-1,1 0 0,0 1 1,0-1-1,1 0 1,-1 0-1,0 1 0,0-1 1,0 0-1,0 1 0,1-1 1,-1 0-1,0 1 1,0-1-1,1 0 0,-1 1 1,1-1-1,-1 1 0,0-1 1,1 1-1,-1-1 1,1 1-1,0-1 0,-1 1 1,1-1-1,-1 1 1,1-1-1,0 1 0,0-1 1,31-9 244,13 5 241,0 3-1,54 2 1,-29 2 69,132 12 1088,-43-1-1400,-143-14-212,0 0-393,-6 3-5238,-11-5-490,5-10 1178,10-6-5319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6.43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8 10229,'0'0'22538,"0"-7"-22538,0 14 0,0 1 0,0 2 0,0-5-1985,12-3-8788,6-2-736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7.05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5346,'0'0'9840,"26"-6"-7506,83-17-317,-84 19-1095,1 1 1,0 1-1,47 3 1,-18 1-115,87 5 702,-123-5-1433,-1 1 0,0 1 0,0 1 0,0 0 0,29 14 0,-45-18-62,-1-1 0,1 1 1,0 0-1,-1 0 0,1 0 0,-1 0 1,1 1-1,-1-1 0,1 0 1,-1 1-1,0-1 0,0 0 1,0 1-1,0 0 0,0-1 1,1 3-1,-2-3 19,1 1 0,-1-1-1,0 0 1,0 1 0,0-1 0,0 0 0,0 1-1,0-1 1,0 0 0,-1 0 0,1 1 0,0-1-1,-1 0 1,1 0 0,-1 1 0,1-1 0,-2 2 0,-2 1 82,1 1 0,-1-1 1,0 0-1,0 0 1,0-1-1,0 1 0,-1-1 1,0 0-1,-5 2 1,-78 35 818,64-32-808,0 2 0,1 1 1,1 1-1,-22 15 0,43-26-136,0 0 1,-1 0-1,1 0 1,0 0 0,0 0-1,0 0 1,0 0-1,0 0 1,0 0-1,0 1 1,0-1-1,0 0 1,1 1-1,-1-1 1,1 0-1,-1 1 1,1-1 0,-1 2-1,1-2-6,0 0 0,0 0 1,0 0-1,1 0 0,-1 0 0,0 0 0,1 0 0,-1 0 0,1 0 1,-1 0-1,1 0 0,-1 0 0,1-1 0,0 1 0,-1 0 1,1 0-1,0-1 0,-1 1 0,1-1 0,2 2 0,5 3-117,0-1 0,1-1 0,0 1 0,16 3 0,-8-1 6,2 1 7,0 2 0,0 0 0,-1 1-1,0 1 1,-1 1 0,0 0 0,23 23 0,-28-24 114,-1 1 0,-1 0-1,0 1 1,0 0 0,-2 1-1,1 0 1,-2 0 0,0 1-1,0 0 1,4 18 0,-9-28 34,-1-1 1,0 0 0,-1 0 0,1 0 0,-1 0 0,1 1 0,-1-1 0,0 0 0,-1 0 0,1 0 0,-1 1-1,-1 3 1,1-6 4,0 0-1,0 0 0,0 0 0,-1 0 0,1 0 0,-1 0 0,1-1 0,-1 1 1,1-1-1,-1 1 0,0-1 0,0 1 0,0-1 0,0 0 0,0 0 1,0 0-1,0 0 0,0 0 0,-1 0 0,1-1 0,-5 1 0,-16 3 717,0-2 0,0 0 1,-47-4-1,43 0-594,0 2 1,-36 3 0,99-3-14227,9-13 4967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7.62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1 135 7908,'0'0'15556,"17"-19"-14190,54-56-544,-66 70-767,-1 2 0,1-1 0,0 0 0,0 1 0,0 0 0,1 0 0,-1 1 0,1-1 0,-1 1 0,1 0 0,0 1 0,0-1 0,0 1 0,0 1 0,0-1 0,0 1 0,11 0 0,0 0 49,0-1-59,-7 0-28,1 1 0,-1 0 0,0 0 0,1 1 0,17 4 0,-26-4-18,1 0 0,-1 0 0,1 0-1,-1 0 1,0 1 0,1-1 0,-1 0 0,0 1 0,0 0-1,0 0 1,0-1 0,0 1 0,-1 0 0,1 1-1,-1-1 1,1 0 0,-1 0 0,0 1 0,1-1 0,-1 0-1,0 1 1,-1-1 0,1 1 0,0 0 0,-1-1 0,0 1-1,1 4 1,0 7 6,0 1 0,0-1 0,-2 0 0,0 0 0,-5 26 0,4-33 4,0-1-1,-1 1 1,1-1-1,-1 0 1,-1 0-1,1 0 1,-1 0-1,0-1 1,0 1-1,-1-1 1,0 0-1,0-1 1,0 1-1,-7 4 1,-12 7 129,0-1 0,-38 15 0,5-1 272,25-8-251,31-20-173,0 0 0,1 0 0,-1 0 0,0 0 0,0 0 0,0 0-1,1 0 1,-1 0 0,0 0 0,1 0 0,-1 0 0,1 0 0,-1 0 0,1 0 0,0 0 0,-1 1 0,1-1-1,0 0 1,0 0 0,0 1 0,0-1 0,0 0 0,0 0 0,0 0 0,0 1 0,1 1 0,0-2-15,0 0 0,0 0-1,-1-1 1,1 1 0,0 0 0,0 0 0,1 0 0,-1-1 0,0 1 0,0-1 0,0 1 0,0-1 0,0 1 0,1-1 0,-1 1 0,0-1 0,0 0-1,3 0 1,3 2-85,14 6-10,-1 0 0,0 2 0,0 0 0,-1 1 0,0 1 0,-1 1 0,0 1 0,-1 0 0,-1 1 0,0 1 0,-1 0 0,19 29 0,-31-42 121,-1 1-1,0-1 1,0 1-1,0-1 1,-1 1-1,1 0 1,-1 0-1,0-1 1,0 1-1,0 0 1,0 5-1,-1-8 21,0 1 0,0-1 0,0 1 0,-1-1-1,1 0 1,-1 1 0,1-1 0,-1 0 0,1 1 0,-1-1 0,0 0 0,0 0 0,0 0-1,1 1 1,-1-1 0,0 0 0,0 0 0,-1 0 0,1 0 0,0-1 0,0 1-1,0 0 1,-1 0 0,1-1 0,0 1 0,-1-1 0,1 1 0,0-1 0,-1 0 0,1 1-1,0-1 1,-4 0 0,-47 7 2013,0-3 1,-92-5-1,45 0-1238,99 1-906,0 0 1,0 0-1,0 0 0,-1 1 0,1-1 0,0 0 0,0 0 0,0 1 0,0-1 0,0 0 0,0 0 0,-1 1 1,1-1-1,0 0 0,0 0 0,0 1 0,0-1 0,0 0 0,0 1 0,0-1 0,0 0 0,0 0 1,0 1-1,0-1 0,1 0 0,-1 0 0,0 1 0,0-1 0,0 0 0,0 0 0,0 1 0,0-1 1,1 0-1,-1 0 0,0 1 0,0-1 0,0 0 0,1 0 0,-1 0 0,0 0 0,0 1 0,1-1 0,9 12-4042,11-6-2066,3-4-3558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8.3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561 1 5234,'0'0'2506,"-29"6"943,5-1-2439,3-1-136,0 1 0,0 0 1,0 2-1,1 0 0,0 2 0,0 0 1,-28 18-1,28-12-138,1 0 0,0 1-1,2 1 1,-1 1 0,2 0 0,-22 32 0,19-20-162,2 1 1,0 0-1,2 1 0,-11 35 1,8-6-83,2 1 0,3 0 1,3 1-1,-5 106 1,13-111-372,9 109 1,-4-146-121,1 0-1,0-1 1,2 1 0,0-1 0,2 0 0,0 0 0,1-1 0,17 27-1,-15-30-66,1 1 0,1-2 0,1 0 0,0 0 0,1-2 0,0 1 0,1-2 0,1 0 0,0-1 0,0-1 0,20 8-1,-15-8-581,1-2-1,-1 0 1,36 6-1,-33-10-1095,1-1-1,0-1 1,28-1 0,-51-1 1228,-1 0-1,0 0 1,1-1 0,-1 1 0,1-1 0,-1 1 0,1-1 0,-1 0 0,0 1-1,4-3 1,19-23-7895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8.7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80 1649,'0'0'16287,"25"-13"-13133,-5 0-2645,-10 6-369,0 1-1,0 0 1,1 0 0,-1 1 0,1 1 0,1 0-1,-1 0 1,1 1 0,-1 0 0,1 1-1,0 1 1,23-1 0,-15 3 95,0 2 1,-1 0-1,25 8 0,-38-10-192,1 1 0,-1 1 1,1-1-1,-1 1 0,0 0 0,0 1 0,0-1 0,0 1 0,-1 0 1,0 1-1,1-1 0,5 9 0,-9-11-41,-1 0 0,1 1 0,-1-1 0,0 1 0,0-1 0,0 1 0,0 0 0,0-1 0,-1 1-1,1 0 1,-1-1 0,0 1 0,0 0 0,0 0 0,0-1 0,0 1 0,0 0 0,-1 0 0,1-1 0,-1 1 0,0 0 0,0-1 0,0 1 0,0-1-1,0 1 1,-1-1 0,1 0 0,-1 1 0,0-1 0,-2 2 0,-4 6 28,-1-1 0,0-1 0,-1 0 0,0 0 0,-12 6 0,-53 34 281,17-11 446,-72 58 0,123-90-676,0 1-1,1 1 1,0-1-1,0 1 1,-7 11 0,11-15-72,0 1 1,0 0 0,1 0-1,-1-1 1,1 1 0,0 0-1,0 0 1,1 0 0,-1 0-1,1 0 1,0 1 0,0-1-1,1 7 1,-1-9 1,1 0 1,-1 0-1,1 0 0,0 0 1,0 1-1,0-2 0,0 1 1,0 0-1,0 0 0,0 0 1,1 0-1,-1-1 0,1 1 1,-1 0-1,1-1 0,0 0 1,0 1-1,3 1 1,40 17 232,-33-16-197,31 12-411,1-2 1,1-2-1,62 8 0,-25-12-3864,2-5-4296,-26-3-2209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8.97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16 14791,'0'0'17976,"0"-13"-17976,10 13-3474,10 0-880,8 0-1968,12-2-5988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9.4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332 174 9060,'0'0'13849,"-7"-12"-12616,2 3-1035,4 6-152,-1 0 0,1 0-1,-1 0 1,0 0 0,0 0 0,0 0-1,0 0 1,-1 1 0,1-1 0,-1 1-1,1-1 1,-1 1 0,0 0-1,0 0 1,0 0 0,0 1 0,0-1-1,0 1 1,0 0 0,-1 0 0,1 0-1,-1 0 1,1 0 0,-7 0 0,8 1-9,-16 0 340,1 0 0,-1 1 0,-27 6 1,39-6-307,0 1 0,-1 1 0,1-1 0,0 1 1,0 0-1,0 0 0,1 1 0,-1 0 0,1 0 0,0 0 1,0 1-1,0-1 0,-4 6 0,2-1-19,1 0 0,0 0 0,0 1 0,1 0 0,0 0 0,1 0 0,0 0 0,-5 20 0,5-9-37,0 1 0,2 0 0,0 32 0,2-46-16,0-1-1,0 1 0,1-1 0,0 1 0,1-1 0,-1 1 0,1-1 0,1 0 0,-1 0 1,1 0-1,1 0 0,-1 0 0,1-1 0,0 1 0,1-1 0,-1 0 0,1-1 0,0 1 0,1-1 1,-1 0-1,1 0 0,0 0 0,7 3 0,0 0-30,-1-1-1,2 0 1,-1-1-1,1-1 1,0 0-1,0-1 1,0 0-1,16 1 1,11 0-270,65-2 0,-93-3 256,0 0 1,-1-1 0,1 0 0,0-1 0,-1-1 0,0 0-1,16-6 1,-21 6 33,-1-1 0,0 1 1,0-1-1,0 0 0,0 0 0,0-1 0,-1 0 1,0 0-1,0 0 0,0 0 0,-1-1 0,0 0 0,0 0 1,5-9-1,-4 4 14,-1-1 0,0 0 0,0-1 0,-1 1 1,-1 0-1,0-1 0,0 0 0,-2 1 0,1-1 0,-2 0 1,-3-25-1,1 19 1,-1 0 1,-1 0 0,-1 1 0,0 0-1,-2 0 1,0 0 0,-11-17 0,2 8 4,-33-39 1,43 56-18,-1 2-1,-1-1 1,0 1-1,0 0 1,0 1-1,-1 0 1,-14-7-1,24 13-41,-1 1-1,1 0 0,0-1 1,-1 1-1,1 0 1,0 0-1,-1-1 1,1 1-1,-1 0 1,1 0-1,0 0 1,-1-1-1,1 1 1,-1 0-1,1 0 1,-1 0-1,1 0 1,-1 0-1,1 0 1,0 0-1,-1 0 0,1 0 1,-1 0-1,1 0 1,-1 0-1,1 1 1,-1-1-1,1 0 1,0 0-1,-1 0 1,1 0-1,-1 1 1,1-1-1,0 0 1,-1 1-1,1-1 1,0 0-1,-1 0 1,1 1-1,0-1 1,-1 1-1,1-1 0,0 0 1,0 1-1,0-1 1,-1 1-1,1-1 1,0 0-1,0 1 1,0-1-1,0 1 1,0-1-1,0 1 1,0-1-1,0 1 1,0-1-1,0 0 1,0 1-1,0-1 1,0 1-1,0 0 1,8 26-2960,-6-24 2406,1 1 0,0-1 0,0 0 0,0 0 0,0 0 0,7 5 1,29 18-6808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3:59.91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74 7091,'0'0'11782,"30"-11"-10272,100-33-99,-112 39-1134,0 1 0,0 0-1,1 2 1,-1 0 0,1 1 0,28 2 0,3 0 13,110-3 1844,-163 8-579,-17 29-934,2 0 0,2 1 0,1 1 0,1 0-1,-9 45 1,-31 200 615,51-266-1181,-16 97-15,-21 166-40,39-201-109,1-49-3565,-6-32-2553,-6-21 606,-5-18-4168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0.07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2513,'0'0'9284,"148"-2"-4978,-80 4-2113,2 16-1216,-2-6-545,-3 3-432,0-5-304,-5-2-1793,-2-8-2849,2 0-2226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0.4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7 4594,'0'0'1286,"23"-1"734,75-4 229,-86 5-1810,0 0 0,0 0 0,0 2 0,0-1 0,0 1 0,0 1 0,0 0 1,-1 1-1,1 0 0,-1 1 0,0 0 0,-1 1 0,1 0 0,-1 1 0,0 0 1,0 0-1,-1 1 0,0 0 0,-1 1 0,14 17 0,-7-5 223,-1 1 1,-1 1-1,-1 1 1,-1-1-1,-2 2 0,0-1 1,-1 1-1,5 28 1,-2 17 414,-3 0 0,-3 0 0,-5 89 0,-2-125-799,-1-1-1,-1 1 1,-2-1-1,-1 1 0,-1-2 1,-14 33-1,15-47-215,0-1-1,-1 0 0,-1-1 1,-1 0-1,0-1 1,-1 0-1,0 0 0,-2-1 1,1-1-1,-2 0 0,0 0 1,-23 15-1,27-22-177,-18 11 308,27-17-329,0 1 1,-1 0-1,1 0 1,0-1-1,0 1 0,1 0 1,-1 0-1,0 0 1,0 0-1,0 0 1,1 1-1,-1-1 1,0 0-1,1 0 0,-1 0 1,1 1-1,-1 1 1,1-3-9,0 1 1,0-1 0,1 0 0,-1 0-1,0 1 1,0-1 0,0 0 0,1 0-1,-1 1 1,0-1 0,0 0 0,1 0-1,-1 0 1,0 0 0,0 0 0,1 1-1,-1-1 1,0 0 0,1 0 0,-1 0-1,0 0 1,1 0 0,-1 0 0,0 0-1,0 0 1,1 0 0,-1 0 0,0 0-1,1 0 1,-1 0 0,0 0 0,1 0-1,-1 0 1,1-1 0,3 1-1122,-4 0 1266,4 0-867,1 0 1,-1 0 0,0-1 0,0 0-1,0 0 1,6-1 0,44-26-9582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0.7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203 0 8500,'0'0'18766,"-4"12"-16675,-55 140 1262,23-63-3334,3 1 0,-27 121 0,55-183-723,2 0-1,1 0 1,2 41 0,0-68 418,0 1 0,0 0 1,0 0-1,0 0 0,1-1 1,-1 1-1,1 0 0,-1 0 1,1-1-1,0 1 0,-1-1 1,1 1-1,0 0 0,0-1 1,0 1-1,0-1 0,1 0 1,-1 1-1,0-1 0,3 2 1,-2-2-611,1 0 0,-1 0 0,0 0 0,0 0 0,1 0 0,-1-1 0,0 1 0,1-1 0,3 1 0,17-1-10413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0.97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7043,'0'0'15095,"168"20"-13030,-111-5-416,-2-3-1025,11-2-304,-1-2-304,5-1-16,3-4-1168,0-1-881,2-2-2721,-2 0-5011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2.09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1 144 1121,'0'0'12224,"26"-17"-9989,88-52-231,-104 63-1645,1 0 0,-1 1 0,1 1 0,0 0 1,0 0-1,1 1 0,21-3 0,-11 2 183,30-3 388,0 2-1,0 2 1,82 6 0,-132-3-917,-1 0 0,1 0 0,-1 0 1,0 0-1,1 1 0,-1-1 0,1 0 0,-1 1 1,0-1-1,1 1 0,-1-1 0,0 1 0,0-1 0,1 1 1,-1 0-1,0 0 0,0 0 0,0 0 0,0 0 0,0 0 1,0 0-1,0 0 0,-1 0 0,1 0 0,0 0 0,0 1 1,-1-1-1,1 0 0,-1 1 0,1-1 0,-1 0 0,0 1 1,1-1-1,-1 0 0,0 3 0,0 0 40,-1 1-1,1-1 1,-1 0-1,0 1 1,0-1-1,-1 0 1,1 0-1,-1 0 1,0 0-1,0 0 1,-4 5-1,-30 40 674,-73 73 0,47-55-505,-94 94 168,107-113-330,44-43-51,0 1-1,0-1 0,1 1 1,0-1-1,0 1 0,-4 7 0,8-11 0,-1-1-1,1 0 0,-1 0 0,1 0 0,-1 0 1,1 0-1,0 0 0,0 1 0,0-1 0,0 0 0,0 0 1,0 0-1,0 1 0,0-1 0,0 0 0,0 0 0,1 0 1,-1 0-1,0 1 0,1-1 0,-1 0 0,1 0 1,-1 0-1,1 0 0,0 0 0,-1 0 0,1 0 0,0 0 1,0 0-1,0-1 0,0 1 0,-1 0 0,1 0 0,0-1 1,0 1-1,1-1 0,-1 1 0,0-1 0,0 1 1,0-1-1,0 1 0,0-1 0,2 0 0,24 7 241,-1-1 0,1-2-1,33 2 1,-3-1-23,338 15 758,-387-20-997,4 1 25,-1-1 0,1-1 0,-1 0 0,1-1 0,17-4-1,-26 5-29,-1 0-1,1 0 0,-1 0 1,0 0-1,1-1 0,-1 1 1,0-1-1,0 0 0,0 1 1,0-1-1,0 0 0,-1 0 1,1 0-1,0 0 0,-1-1 1,0 1-1,1 0 0,-1-1 1,0 1-1,0-1 0,0 1 0,-1-1 1,1 1-1,0-1 0,-1 0 1,0 1-1,0-1 0,0 0 1,0-2-1,0 0-486,0 0 0,-1-1 0,1 1-1,-1 0 1,0 0 0,-1 0 0,1 0 0,-1 0 0,-4-9-1,4 11-510,1 0-1,0 0 0,0 0 1,0 0-1,0-1 0,0 1 1,1 0-1,0-1 1,-1 1-1,1-5 0,0-17-8697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2.73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43 27 4818,'0'0'10832,"-7"-2"-9922,-22-6-150,22 6 659,13-1 1388,13-1-2361,1 1 0,0 1 1,0 0-1,-1 2 0,26 2 1,8 0-137,15-2-103,0 3 1,0 3 0,-1 3-1,74 19 1,-137-26-199,2-1 61,-1 0-1,0 1 0,0 0 1,0 0-1,9 6 0,-13-8-43,0 1-1,0-1 0,-1 1 0,1 0 0,0-1 0,-1 1 1,1 0-1,-1 0 0,1-1 0,-1 1 0,1 0 1,-1 0-1,1 0 0,-1 0 0,0 0 0,0 0 0,1 0 1,-1-1-1,0 1 0,0 0 0,0 0 0,0 0 1,0 0-1,0 0 0,0 0 0,0 0 0,0 0 0,-1 0 1,1 0-1,0 0 0,-1 0 0,1 0 0,-1-1 1,1 1-1,-1 0 0,1 0 0,-1 0 0,1-1 0,-1 1 1,0 0-1,0 0 0,-10 11 271,0-2 1,-1 1-1,0-1 0,0-1 0,-20 11 1,-24 19 225,-100 97 156,131-110-644,2 0 0,0 1 0,-33 55-1,51-72-28,-1 0 0,2 0-1,-1 0 1,-4 19 0,8-27 4,0 0 0,1 1 0,-1-1 0,1 0 0,0 0 0,-1 1 0,1-1 0,0 0 0,1 1 0,-1-1 0,0 0 0,1 1 0,-1-1 0,1 0 0,-1 1 0,1-1 0,0 0 0,0 0 0,0 0 0,1 0 0,-1 0 0,0 0 0,1 0 0,-1-1 0,1 1 0,0 0 0,-1-1 0,1 1 0,2 1 0,17 7 213,0 0 1,0-1-1,38 9 0,77 13 659,-96-23-744,65 11-4,1-5-1,190 2 1,-289-16-149,-4 0 20,0 0 0,-1 0 0,1 0 0,-1 0 1,1 0-1,0-1 0,-1 1 0,6-3 0,-7 3-14,-1-1 0,1 0 0,0 0 0,0 0 1,0 0-1,-1 1 0,1-1 0,0 0 0,-1 0 0,1-1 0,-1 1 0,1 0 1,-1 0-1,0 0 0,1 0 0,-1 0 0,0 0 0,0 0 0,0-1 0,0 1 1,0 0-1,0 0 0,0-2 0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4.190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77 1 720,'0'0'5413,"-8"4"-3737,6-3-1492,-40 24 3051,39-22-2358,0-1 0,0 0-1,1 1 1,-1-1 0,1 1-1,-1 0 1,1 0-1,-2 4 1,4-7-793,0 0 1,0 0-1,0 0 0,0 0 0,0 0 0,0 0 1,0 1-1,0-1 0,0 0 0,0 0 1,0 0-1,0 0 0,0 0 0,0 1 1,0-1-1,0 0 0,1 0 0,-1 0 0,0 0 1,0 0-1,0 0 0,0 0 0,0 1 1,0-1-1,0 0 0,0 0 0,1 0 0,-1 0 1,0 0-1,0 0 0,0 0 0,0 0 1,0 0-1,0 0 0,1 0 0,-1 0 1,0 0-1,0 0 0,0 0 0,0 0 0,0 0 1,1 0-1,-1 0 0,0 0 0,0 0 1,0 0-1,0 0 0,0 0 0,1 0 0,-1 0 1,0 0-1,0 0 0,0 0 0,0 0 1,0 0-1,0 0 0,0 0 0,1-1 1,-1 1-1,0 0 0,3 0-340,335-14 4101,-260 12-3666,-52 2-228,0-1-1,0-1 1,33-7-1,-109 7-12836,34 2 4669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04.45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38 9204,'0'0'12227,"21"0"-9428,233-23 2579,167 10-2314,-301 14-4207,-118-1-23,-24 0-8425,3-1 4696,-13-1-4883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33.68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30 67 1521,'0'0'7897,"-26"-15"-2105,25 15-5683,1-1 0,0 1 0,-1-1 0,1 1 0,0-1 0,0 1 0,0-1 0,-1 1 0,1-1 0,0 1 0,0-1 0,0 1 0,0-1 0,0 1 0,0-1 0,0 1 1,0-1-1,0 1 0,0-1 0,0 1 0,0-1 0,0 1 0,0-1 0,1 1 0,-1-1 0,0 1 0,0-1 0,1 1 0,-1-1 0,0 1 0,0 0 0,1-1 0,-1 1 0,1-1 1,-1 1-1,0 0 0,1-1 0,-1 1 0,1 0 0,-1 0 0,1-1 0,-1 1 0,1 0 0,26-10-831,-22 9 1104,15-5-379,0 1 1,0 1 0,1 1-1,-1 1 1,1 0-1,0 2 1,-1 1 0,1 0-1,0 1 1,28 7 0,-41-6-5,0 0 0,0 1 1,0-1-1,0 1 0,-1 1 0,1-1 1,-1 1-1,0 1 0,7 7 0,-10-9 7,0 0-1,-1 0 0,0 1 1,0-1-1,0 1 0,-1 0 0,1 0 1,-1 0-1,0 0 0,0 0 1,-1 0-1,0 1 0,0-1 0,0 0 1,0 11-1,0-6 31,-1 0 0,0 0 0,-1 0 1,0 0-1,0 0 0,-1 0 0,-1-1 0,1 1 0,-2-1 0,1 0 0,-1 1 0,-7 11 1,-22 27 397,-70 76 0,19-23 405,81-98-805,1-1 20,0 1 0,0-1 0,0 1 0,0 0 0,0 0 0,0 0 0,1 0 0,0 0 0,-1 0-1,1 0 1,0 0 0,0 0 0,1 1 0,-1 3 0,23-6 552,2-1-75,19 1 63,0-2 0,0-1 1,0-3-1,62-14 1,9-15-411,-112 34-551,-1 0 0,1 0 0,-1 0 0,1 0 0,-1 0 0,1 0 0,-1 0 0,1 0 0,-1 1 1,0-1-1,1 1 0,-1-1 0,1 1 0,-1 0 0,0-1 0,2 2 0,18 6-9016,-8-7 2404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34.65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377 13 3105,'0'0'9634,"3"-13"-939,-9 15-8537,0 0 1,0 1-1,0-1 0,1 1 1,-1 0-1,1 1 0,-1-1 1,1 1-1,1 0 1,-8 8-1,0-2 138,-21 18 29,1 1-1,1 2 1,2 1-1,1 2 1,-27 42 0,42-56-275,1 1 1,1 0 0,1 1-1,1 0 1,1 0 0,0 1-1,2 0 1,1 0 0,1 1 0,-2 47-1,5-59-48,2 0-1,-1 1 0,2-1 0,0 0 1,0 0-1,1 0 0,6 16 1,-7-24-1,0 0 1,0 1-1,1-1 0,-1-1 1,1 1-1,0 0 1,0-1-1,0 1 0,1-1 1,-1 0-1,1 0 1,0 0-1,0-1 0,0 1 1,0-1-1,0 0 1,1 0-1,-1-1 0,0 1 1,1-1-1,-1 0 1,8 1-1,24 1 224,65-2 0,-49-2-75,-43 1-139,-1 0 1,0-1-1,1 0 0,-1 0 0,0-1 1,13-4-1,-20 5-1,1 1-1,-1-1 1,1 0 0,-1 1 0,1-1 0,-1 0 0,1 0-1,-1 0 1,0 0 0,1 0 0,-1 0 0,0-1 0,0 1 0,0 0-1,0-1 1,0 1 0,0 0 0,0-1 0,-1 1 0,1-1-1,0 1 1,-1-1 0,1 0 0,-1 1 0,0-1 0,0 0-1,1 1 1,-1-1 0,0 0 0,0 1 0,0-1 0,-1 0 0,1 1-1,0-1 1,-1 1 0,1-1 0,-1 0 0,1 1 0,-2-3-1,0 1 1,0 0-1,0 1 0,0-1 0,0 1 0,-1 0 0,1 0 1,0 0-1,-1 0 0,0 0 0,1 0 0,-1 0 0,0 1 0,0 0 1,0-1-1,0 1 0,0 0 0,0 1 0,-4-2 0,-8-1 37,1 1 1,-25-1-1,-4 2 159,21-2-49,1 2 0,-1 1-1,1 1 1,-1 0 0,1 2-1,-1 1 1,-33 9 0,51-10-159,4-3-53,5-1-1110,1 1 474,-1-1 1,1-1-1,-1 1 1,1-1-1,-1 0 1,0 0 0,0 0-1,0-1 1,0 0-1,0 0 1,-1 0-1,1-1 1,3-3-1,9-6-3326,4-6-3367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35.879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48 2449,'0'0'10448,"8"-7"-8792,24-21 116,-24 18 987,-9 8-2561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36.65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331 75 6035,'0'0'11600,"-25"-2"-10413,-81-5-461,101 7-662,1 0 1,0 1-1,-1-1 1,1 1-1,0 0 1,-1 0-1,1 0 1,0 0-1,0 1 1,0 0 0,0 0-1,0 0 1,0 0-1,1 0 1,-1 1-1,1 0 1,-5 4-1,-5 4 253,-5 2 74,4-3 44,0 1 1,-18 17 0,29-24-386,0-1 0,0 1 0,0-1 0,1 1 0,-1 0-1,1 0 1,0 0 0,0 0 0,0 1 0,0-1 0,1 0 0,0 1-1,0-1 1,-1 7 0,2-1-76,1 0 0,-1 0-1,2 0 1,-1-1 0,1 1-1,1 0 1,0-1 0,0 1 0,1-1-1,9 15 1,4 5-139,40 48 0,-29-40 136,2-2 1,12 18 8,-39-49 26,-1 0 1,1 0-1,-1 1 0,0 0 0,-1-1 0,1 1 1,-1 0-1,0 0 0,0-1 0,0 1 0,0 6 0,-2-10 0,0 1 0,0 0 0,1 0-1,-1-1 1,0 1 0,0 0-1,-1-1 1,1 1 0,0-1-1,0 1 1,-1-1 0,1 0 0,-1 0-1,1 1 1,-1-1 0,0 0-1,1 0 1,-1-1 0,0 1-1,0 0 1,1-1 0,-1 1 0,0-1-1,0 1 1,0-1 0,-2 1-1,-56 7 76,55-7-78,-5-1 36,0 1 0,-1-1 0,1-1 0,-14-1-1,22 1-20,0 1-1,-1-1 1,1 1-1,0-1 0,0 0 1,-1 0-1,1 0 1,0 0-1,0 0 0,0-1 1,0 1-1,0-1 1,1 1-1,-1-1 0,0 0 1,1 1-1,-1-1 1,1 0-1,0 0 1,-1 0-1,1 0 0,0 0 1,0-1-1,-1-2 1,1-2 14,-1 0 1,1 0 0,1 0 0,-1 0 0,1 0 0,1 1 0,-1-1 0,1 0 0,0 0 0,0 0 0,1 0-1,0 1 1,1-1 0,-1 1 0,1-1 0,7-10 0,5-5 166,0 0 0,2 1 1,21-20-1,-8 8 256,-7 7-56,-1-1 1,28-45-1,-43 60-304,-1-1-1,0 0 1,0 0-1,-1 0 1,-1-1-1,0 0 1,-1 0-1,2-27 1,-4 31-61,0 2 24,-1 0-1,1-1 1,-2 1 0,1 0-1,-1 0 1,-2-10 0,2 16-52,0 0 1,1 0-1,-1 0 1,0 0 0,-1 1-1,1-1 1,0 0 0,0 0-1,-1 1 1,1-1-1,-1 1 1,1-1 0,-1 1-1,0 0 1,1-1 0,-1 1-1,0 0 1,0 0-1,0 0 1,0 1 0,0-1-1,0 0 1,0 1-1,0-1 1,0 1 0,-1 0-1,1 0 1,-4 0 0,0-1-128,0 1-1,0 0 1,0 1 0,0-1 0,0 1 0,0 0 0,1 1 0,-1-1 0,0 1 0,0 0 0,-7 5 0,9-5-265,0 1 1,0 0-1,1 1 1,-1-1-1,0 0 1,1 1-1,0 0 1,0 0-1,0 0 1,1 0-1,-1 1 1,1-1-1,0 1 1,-2 6-1,3-8-468,0 0 0,1 0 0,-1 0-1,1 0 1,0 0 0,0 0-1,0 0 1,0 0 0,1 4 0,3 0-5461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25T17:44:37.1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24 2 6067,'0'0'13289,"3"0"-12137,18-1 123,-10 1-848,1 0 0,-1 0-1,0 1 1,16 3-1,-23-3-404,0 1 0,-1-1 0,1 0 0,0 1 0,-1 0 0,1 0 0,-1 0-1,0 0 1,0 1 0,0-1 0,0 1 0,0 0 0,0 0 0,-1 0 0,1 0 0,3 7-1,0 3 24,-1 1 0,-1 0 0,0 0 0,0 0 0,-2 0 0,1 0 1,-2 1-1,0-1 0,-2 29 0,1-33-15,-1 4 0,0-1 0,-1 0 0,-1 0 0,0 0 0,0 0 1,-1-1-1,-1 1 0,0-1 0,-1 0 0,-9 14 0,-10 13 331,-49 57 0,29-40 266,43-54-586,1 0-1,-1 0 0,1 1 0,-1-1 0,1 0 0,0 1 1,0-1-1,0 1 0,1-1 0,-1 1 0,1 0 1,-1-1-1,1 1 0,0-1 0,0 1 0,0 4 0,2-6 23,-1 0-1,1 0 0,0 0 1,0-1-1,-1 1 1,1 0-1,0-1 0,0 0 1,0 1-1,0-1 0,-1 0 1,1 0-1,0 0 0,0 0 1,0 0-1,3-1 0,3 0 191,15 0 246,0-2 1,1 0-1,-1-2 0,-1 0 1,43-17-1,-25 9-253,16-5-197,85-16 0,-102 33-2981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60EC67-90E9-F919-BE0B-731C7FED5C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58D07E-8A8F-7DC8-B045-39CCA75868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3B84E-506A-8BB7-023F-4877103E6F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1F19B6-DD80-76EE-CB83-037D124CFC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3E7598-751D-83C8-9FC5-037E69EC2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491791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5DF2AC-9AF3-892F-211E-C01684774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565434-6663-2139-2930-E28998F540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6ED2CB-E479-ABF3-A111-037EB51C9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C8046D-32F3-34A0-B1D6-CB480DBB5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AD1A60-9B1E-90B0-C96D-151C5295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471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255A07-A2E2-3484-493D-4347088E0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1BBBD0-7358-8AC1-7D84-C495F79397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B926CD-C570-3BD5-0B90-F9DBEF566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FC8E8F-FF11-7610-E80F-D89380CD6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C4C49B-FA45-DD8A-CDAE-0AF3951F55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9698301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31246-CC60-D31A-23C0-16B74AE9EC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223ECF-6E6A-8C0A-96B0-375372445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9EE4E1-07A5-4750-9934-9D25F1166E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2F4589-8704-B7FA-1C22-667112FD1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339236-8FEF-7901-2AA5-76BFCE03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219295-5480-A6BA-0954-B4E9FEB2C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10563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F4898-8A80-D7F4-5ACD-F6278CD02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E9EA9-40F7-897F-15DA-1E1B60F24C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B6084-36A7-9965-FF9A-75A2F155D6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66DD20-FBA0-08DC-1835-AD91E70781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BDCDECE-E3BA-BE6A-3C12-1AC6697B1E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95D041-1A32-960C-B07B-BF7321285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271457-817C-94C1-4718-541714F6EC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29731A-AABB-09D4-D2B1-1DD3C30F4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885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25560-C952-FFB4-57EB-E61604A9CF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396B0DF-7FF4-B6C3-F672-EE7DEF60A2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0B61A-CCBA-8367-175D-DC970DB26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87E6AF-7230-289B-EA97-53627FDCD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29617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A93AA4-0301-D7AD-C2C2-F4388CAF2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B404F70-689D-7592-5DDF-E8BD4144D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AFEB83B-C53E-06B0-4144-73BFFD624D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99165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E53D9B-09FD-1EF9-B85F-33413C70F2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4B25E9-4E7E-0333-65E4-5C468AF26E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A7EA39-0AFE-B32F-C201-039B4FF22D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1AA2A8-3BCB-D32F-AED4-44A7FB4D3A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062F10-4B73-7346-E8A0-BF8FC7A9D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942652-D97E-9EA3-63EC-4719BFD6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26851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BC55E1-BB82-282E-0400-283E22FFA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2ECB22-CC5F-D4F0-4411-96AD42166D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1B3AE4D-A3B5-2059-56B3-B93D24DA84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DB9DC3-C27B-C534-F5DC-34F70FDDC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1F4784-F3B9-C648-D975-649DAA46B4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48AD6AF-A3D1-CE0B-05FC-69D21FF6B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892748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66B0A-5324-E790-FD15-0519A50E7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10CFE7-CE86-B5EC-77DF-1FD867F2EA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87FA2A-773D-71E9-D10E-3885D519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67051B-F97A-1361-A7D5-DA0F2F9A4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C95B4E-8FB0-3312-E4E9-EB72E3976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393584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99CBA15-58F9-F9BB-A241-0A463DD147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2CF748-0F1F-B487-04B4-CDC78C79E4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3D7A7-FF5F-0A29-9AF0-4331EF3B22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643FCF-0AF6-103D-E705-0D51838F2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5BF2C-60C7-B5EF-5DCD-7E31E060F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453880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CB1755-87B6-2FF7-ED37-B6BF5D7268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A7061E-67E4-D04D-6B9B-B86421C8D6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7671C3-BC9C-2E7D-E0FB-4417C947C7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1DCC61F-1AC7-4172-A2BA-737EABC285CA}" type="datetimeFigureOut">
              <a:rPr lang="en-ZA" smtClean="0"/>
              <a:t>2026/02/26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3148DE-9A75-37DF-D066-4B980CCAD3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6E41FE-7645-DB13-433B-3B8C8BD3B3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44C03C2-F522-496E-B5F7-93563E786888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8632399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4.xml"/><Relationship Id="rId117" Type="http://schemas.openxmlformats.org/officeDocument/2006/relationships/image" Target="../media/image59.png"/><Relationship Id="rId21" Type="http://schemas.openxmlformats.org/officeDocument/2006/relationships/image" Target="../media/image11.png"/><Relationship Id="rId42" Type="http://schemas.openxmlformats.org/officeDocument/2006/relationships/customXml" Target="../ink/ink22.xml"/><Relationship Id="rId47" Type="http://schemas.openxmlformats.org/officeDocument/2006/relationships/image" Target="../media/image24.png"/><Relationship Id="rId63" Type="http://schemas.openxmlformats.org/officeDocument/2006/relationships/image" Target="../media/image32.png"/><Relationship Id="rId68" Type="http://schemas.openxmlformats.org/officeDocument/2006/relationships/customXml" Target="../ink/ink35.xml"/><Relationship Id="rId84" Type="http://schemas.openxmlformats.org/officeDocument/2006/relationships/customXml" Target="../ink/ink43.xml"/><Relationship Id="rId89" Type="http://schemas.openxmlformats.org/officeDocument/2006/relationships/image" Target="../media/image45.png"/><Relationship Id="rId112" Type="http://schemas.openxmlformats.org/officeDocument/2006/relationships/customXml" Target="../ink/ink57.xml"/><Relationship Id="rId16" Type="http://schemas.openxmlformats.org/officeDocument/2006/relationships/customXml" Target="../ink/ink9.xml"/><Relationship Id="rId107" Type="http://schemas.openxmlformats.org/officeDocument/2006/relationships/image" Target="../media/image54.png"/><Relationship Id="rId11" Type="http://schemas.openxmlformats.org/officeDocument/2006/relationships/image" Target="../media/image6.png"/><Relationship Id="rId32" Type="http://schemas.openxmlformats.org/officeDocument/2006/relationships/customXml" Target="../ink/ink17.xml"/><Relationship Id="rId37" Type="http://schemas.openxmlformats.org/officeDocument/2006/relationships/image" Target="../media/image19.png"/><Relationship Id="rId53" Type="http://schemas.openxmlformats.org/officeDocument/2006/relationships/image" Target="../media/image27.png"/><Relationship Id="rId58" Type="http://schemas.openxmlformats.org/officeDocument/2006/relationships/customXml" Target="../ink/ink30.xml"/><Relationship Id="rId74" Type="http://schemas.openxmlformats.org/officeDocument/2006/relationships/customXml" Target="../ink/ink38.xml"/><Relationship Id="rId79" Type="http://schemas.openxmlformats.org/officeDocument/2006/relationships/image" Target="../media/image40.png"/><Relationship Id="rId102" Type="http://schemas.openxmlformats.org/officeDocument/2006/relationships/customXml" Target="../ink/ink52.xml"/><Relationship Id="rId123" Type="http://schemas.openxmlformats.org/officeDocument/2006/relationships/image" Target="../media/image62.png"/><Relationship Id="rId5" Type="http://schemas.openxmlformats.org/officeDocument/2006/relationships/image" Target="../media/image3.png"/><Relationship Id="rId90" Type="http://schemas.openxmlformats.org/officeDocument/2006/relationships/customXml" Target="../ink/ink46.xml"/><Relationship Id="rId95" Type="http://schemas.openxmlformats.org/officeDocument/2006/relationships/image" Target="../media/image48.png"/><Relationship Id="rId22" Type="http://schemas.openxmlformats.org/officeDocument/2006/relationships/customXml" Target="../ink/ink12.xml"/><Relationship Id="rId27" Type="http://schemas.openxmlformats.org/officeDocument/2006/relationships/image" Target="../media/image14.png"/><Relationship Id="rId43" Type="http://schemas.openxmlformats.org/officeDocument/2006/relationships/image" Target="../media/image22.png"/><Relationship Id="rId48" Type="http://schemas.openxmlformats.org/officeDocument/2006/relationships/customXml" Target="../ink/ink25.xml"/><Relationship Id="rId64" Type="http://schemas.openxmlformats.org/officeDocument/2006/relationships/customXml" Target="../ink/ink33.xml"/><Relationship Id="rId69" Type="http://schemas.openxmlformats.org/officeDocument/2006/relationships/image" Target="../media/image35.png"/><Relationship Id="rId113" Type="http://schemas.openxmlformats.org/officeDocument/2006/relationships/image" Target="../media/image57.png"/><Relationship Id="rId118" Type="http://schemas.openxmlformats.org/officeDocument/2006/relationships/customXml" Target="../ink/ink60.xml"/><Relationship Id="rId80" Type="http://schemas.openxmlformats.org/officeDocument/2006/relationships/customXml" Target="../ink/ink41.xml"/><Relationship Id="rId85" Type="http://schemas.openxmlformats.org/officeDocument/2006/relationships/image" Target="../media/image43.png"/><Relationship Id="rId12" Type="http://schemas.openxmlformats.org/officeDocument/2006/relationships/customXml" Target="../ink/ink7.xml"/><Relationship Id="rId17" Type="http://schemas.openxmlformats.org/officeDocument/2006/relationships/image" Target="../media/image9.png"/><Relationship Id="rId33" Type="http://schemas.openxmlformats.org/officeDocument/2006/relationships/image" Target="../media/image17.png"/><Relationship Id="rId38" Type="http://schemas.openxmlformats.org/officeDocument/2006/relationships/customXml" Target="../ink/ink20.xml"/><Relationship Id="rId59" Type="http://schemas.openxmlformats.org/officeDocument/2006/relationships/image" Target="../media/image30.png"/><Relationship Id="rId103" Type="http://schemas.openxmlformats.org/officeDocument/2006/relationships/image" Target="../media/image52.png"/><Relationship Id="rId108" Type="http://schemas.openxmlformats.org/officeDocument/2006/relationships/customXml" Target="../ink/ink55.xml"/><Relationship Id="rId124" Type="http://schemas.openxmlformats.org/officeDocument/2006/relationships/customXml" Target="../ink/ink63.xml"/><Relationship Id="rId54" Type="http://schemas.openxmlformats.org/officeDocument/2006/relationships/customXml" Target="../ink/ink28.xml"/><Relationship Id="rId70" Type="http://schemas.openxmlformats.org/officeDocument/2006/relationships/customXml" Target="../ink/ink36.xml"/><Relationship Id="rId75" Type="http://schemas.openxmlformats.org/officeDocument/2006/relationships/image" Target="../media/image38.png"/><Relationship Id="rId91" Type="http://schemas.openxmlformats.org/officeDocument/2006/relationships/image" Target="../media/image46.png"/><Relationship Id="rId96" Type="http://schemas.openxmlformats.org/officeDocument/2006/relationships/customXml" Target="../ink/ink49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4.xml"/><Relationship Id="rId23" Type="http://schemas.openxmlformats.org/officeDocument/2006/relationships/image" Target="../media/image12.png"/><Relationship Id="rId28" Type="http://schemas.openxmlformats.org/officeDocument/2006/relationships/customXml" Target="../ink/ink15.xml"/><Relationship Id="rId49" Type="http://schemas.openxmlformats.org/officeDocument/2006/relationships/image" Target="../media/image25.png"/><Relationship Id="rId114" Type="http://schemas.openxmlformats.org/officeDocument/2006/relationships/customXml" Target="../ink/ink58.xml"/><Relationship Id="rId119" Type="http://schemas.openxmlformats.org/officeDocument/2006/relationships/image" Target="../media/image60.png"/><Relationship Id="rId44" Type="http://schemas.openxmlformats.org/officeDocument/2006/relationships/customXml" Target="../ink/ink23.xml"/><Relationship Id="rId60" Type="http://schemas.openxmlformats.org/officeDocument/2006/relationships/customXml" Target="../ink/ink31.xml"/><Relationship Id="rId65" Type="http://schemas.openxmlformats.org/officeDocument/2006/relationships/image" Target="../media/image33.png"/><Relationship Id="rId81" Type="http://schemas.openxmlformats.org/officeDocument/2006/relationships/image" Target="../media/image41.png"/><Relationship Id="rId86" Type="http://schemas.openxmlformats.org/officeDocument/2006/relationships/customXml" Target="../ink/ink44.xml"/><Relationship Id="rId13" Type="http://schemas.openxmlformats.org/officeDocument/2006/relationships/image" Target="../media/image7.png"/><Relationship Id="rId18" Type="http://schemas.openxmlformats.org/officeDocument/2006/relationships/customXml" Target="../ink/ink10.xml"/><Relationship Id="rId39" Type="http://schemas.openxmlformats.org/officeDocument/2006/relationships/image" Target="../media/image20.png"/><Relationship Id="rId109" Type="http://schemas.openxmlformats.org/officeDocument/2006/relationships/image" Target="../media/image55.png"/><Relationship Id="rId34" Type="http://schemas.openxmlformats.org/officeDocument/2006/relationships/customXml" Target="../ink/ink18.xml"/><Relationship Id="rId50" Type="http://schemas.openxmlformats.org/officeDocument/2006/relationships/customXml" Target="../ink/ink26.xml"/><Relationship Id="rId55" Type="http://schemas.openxmlformats.org/officeDocument/2006/relationships/image" Target="../media/image28.png"/><Relationship Id="rId76" Type="http://schemas.openxmlformats.org/officeDocument/2006/relationships/customXml" Target="../ink/ink39.xml"/><Relationship Id="rId97" Type="http://schemas.openxmlformats.org/officeDocument/2006/relationships/image" Target="../media/image49.png"/><Relationship Id="rId104" Type="http://schemas.openxmlformats.org/officeDocument/2006/relationships/customXml" Target="../ink/ink53.xml"/><Relationship Id="rId120" Type="http://schemas.openxmlformats.org/officeDocument/2006/relationships/customXml" Target="../ink/ink61.xml"/><Relationship Id="rId125" Type="http://schemas.openxmlformats.org/officeDocument/2006/relationships/image" Target="../media/image63.png"/><Relationship Id="rId7" Type="http://schemas.openxmlformats.org/officeDocument/2006/relationships/image" Target="../media/image4.png"/><Relationship Id="rId71" Type="http://schemas.openxmlformats.org/officeDocument/2006/relationships/image" Target="../media/image36.png"/><Relationship Id="rId92" Type="http://schemas.openxmlformats.org/officeDocument/2006/relationships/customXml" Target="../ink/ink47.xml"/><Relationship Id="rId2" Type="http://schemas.openxmlformats.org/officeDocument/2006/relationships/customXml" Target="../ink/ink2.xml"/><Relationship Id="rId29" Type="http://schemas.openxmlformats.org/officeDocument/2006/relationships/image" Target="../media/image15.png"/><Relationship Id="rId24" Type="http://schemas.openxmlformats.org/officeDocument/2006/relationships/customXml" Target="../ink/ink13.xml"/><Relationship Id="rId40" Type="http://schemas.openxmlformats.org/officeDocument/2006/relationships/customXml" Target="../ink/ink21.xml"/><Relationship Id="rId45" Type="http://schemas.openxmlformats.org/officeDocument/2006/relationships/image" Target="../media/image23.png"/><Relationship Id="rId66" Type="http://schemas.openxmlformats.org/officeDocument/2006/relationships/customXml" Target="../ink/ink34.xml"/><Relationship Id="rId87" Type="http://schemas.openxmlformats.org/officeDocument/2006/relationships/image" Target="../media/image44.png"/><Relationship Id="rId110" Type="http://schemas.openxmlformats.org/officeDocument/2006/relationships/customXml" Target="../ink/ink56.xml"/><Relationship Id="rId115" Type="http://schemas.openxmlformats.org/officeDocument/2006/relationships/image" Target="../media/image58.png"/><Relationship Id="rId61" Type="http://schemas.openxmlformats.org/officeDocument/2006/relationships/image" Target="../media/image31.png"/><Relationship Id="rId82" Type="http://schemas.openxmlformats.org/officeDocument/2006/relationships/customXml" Target="../ink/ink42.xml"/><Relationship Id="rId19" Type="http://schemas.openxmlformats.org/officeDocument/2006/relationships/image" Target="../media/image10.png"/><Relationship Id="rId14" Type="http://schemas.openxmlformats.org/officeDocument/2006/relationships/customXml" Target="../ink/ink8.xml"/><Relationship Id="rId30" Type="http://schemas.openxmlformats.org/officeDocument/2006/relationships/customXml" Target="../ink/ink16.xml"/><Relationship Id="rId35" Type="http://schemas.openxmlformats.org/officeDocument/2006/relationships/image" Target="../media/image18.png"/><Relationship Id="rId56" Type="http://schemas.openxmlformats.org/officeDocument/2006/relationships/customXml" Target="../ink/ink29.xml"/><Relationship Id="rId77" Type="http://schemas.openxmlformats.org/officeDocument/2006/relationships/image" Target="../media/image39.png"/><Relationship Id="rId100" Type="http://schemas.openxmlformats.org/officeDocument/2006/relationships/customXml" Target="../ink/ink51.xml"/><Relationship Id="rId105" Type="http://schemas.openxmlformats.org/officeDocument/2006/relationships/image" Target="../media/image53.png"/><Relationship Id="rId126" Type="http://schemas.openxmlformats.org/officeDocument/2006/relationships/customXml" Target="../ink/ink64.xml"/><Relationship Id="rId8" Type="http://schemas.openxmlformats.org/officeDocument/2006/relationships/customXml" Target="../ink/ink5.xml"/><Relationship Id="rId51" Type="http://schemas.openxmlformats.org/officeDocument/2006/relationships/image" Target="../media/image26.png"/><Relationship Id="rId72" Type="http://schemas.openxmlformats.org/officeDocument/2006/relationships/customXml" Target="../ink/ink37.xml"/><Relationship Id="rId93" Type="http://schemas.openxmlformats.org/officeDocument/2006/relationships/image" Target="../media/image47.png"/><Relationship Id="rId98" Type="http://schemas.openxmlformats.org/officeDocument/2006/relationships/customXml" Target="../ink/ink50.xml"/><Relationship Id="rId121" Type="http://schemas.openxmlformats.org/officeDocument/2006/relationships/image" Target="../media/image61.png"/><Relationship Id="rId3" Type="http://schemas.openxmlformats.org/officeDocument/2006/relationships/image" Target="../media/image2.png"/><Relationship Id="rId25" Type="http://schemas.openxmlformats.org/officeDocument/2006/relationships/image" Target="../media/image13.png"/><Relationship Id="rId46" Type="http://schemas.openxmlformats.org/officeDocument/2006/relationships/customXml" Target="../ink/ink24.xml"/><Relationship Id="rId67" Type="http://schemas.openxmlformats.org/officeDocument/2006/relationships/image" Target="../media/image34.png"/><Relationship Id="rId116" Type="http://schemas.openxmlformats.org/officeDocument/2006/relationships/customXml" Target="../ink/ink59.xml"/><Relationship Id="rId20" Type="http://schemas.openxmlformats.org/officeDocument/2006/relationships/customXml" Target="../ink/ink11.xml"/><Relationship Id="rId41" Type="http://schemas.openxmlformats.org/officeDocument/2006/relationships/image" Target="../media/image21.png"/><Relationship Id="rId62" Type="http://schemas.openxmlformats.org/officeDocument/2006/relationships/customXml" Target="../ink/ink32.xml"/><Relationship Id="rId83" Type="http://schemas.openxmlformats.org/officeDocument/2006/relationships/image" Target="../media/image42.png"/><Relationship Id="rId88" Type="http://schemas.openxmlformats.org/officeDocument/2006/relationships/customXml" Target="../ink/ink45.xml"/><Relationship Id="rId111" Type="http://schemas.openxmlformats.org/officeDocument/2006/relationships/image" Target="../media/image56.png"/><Relationship Id="rId15" Type="http://schemas.openxmlformats.org/officeDocument/2006/relationships/image" Target="../media/image8.png"/><Relationship Id="rId36" Type="http://schemas.openxmlformats.org/officeDocument/2006/relationships/customXml" Target="../ink/ink19.xml"/><Relationship Id="rId57" Type="http://schemas.openxmlformats.org/officeDocument/2006/relationships/image" Target="../media/image29.png"/><Relationship Id="rId106" Type="http://schemas.openxmlformats.org/officeDocument/2006/relationships/customXml" Target="../ink/ink54.xml"/><Relationship Id="rId127" Type="http://schemas.openxmlformats.org/officeDocument/2006/relationships/image" Target="../media/image64.png"/><Relationship Id="rId10" Type="http://schemas.openxmlformats.org/officeDocument/2006/relationships/customXml" Target="../ink/ink6.xml"/><Relationship Id="rId31" Type="http://schemas.openxmlformats.org/officeDocument/2006/relationships/image" Target="../media/image16.png"/><Relationship Id="rId52" Type="http://schemas.openxmlformats.org/officeDocument/2006/relationships/customXml" Target="../ink/ink27.xml"/><Relationship Id="rId73" Type="http://schemas.openxmlformats.org/officeDocument/2006/relationships/image" Target="../media/image37.png"/><Relationship Id="rId78" Type="http://schemas.openxmlformats.org/officeDocument/2006/relationships/customXml" Target="../ink/ink40.xml"/><Relationship Id="rId94" Type="http://schemas.openxmlformats.org/officeDocument/2006/relationships/customXml" Target="../ink/ink48.xml"/><Relationship Id="rId99" Type="http://schemas.openxmlformats.org/officeDocument/2006/relationships/image" Target="../media/image50.png"/><Relationship Id="rId101" Type="http://schemas.openxmlformats.org/officeDocument/2006/relationships/image" Target="../media/image51.png"/><Relationship Id="rId122" Type="http://schemas.openxmlformats.org/officeDocument/2006/relationships/customXml" Target="../ink/ink62.xml"/><Relationship Id="rId4" Type="http://schemas.openxmlformats.org/officeDocument/2006/relationships/customXml" Target="../ink/ink3.xml"/><Relationship Id="rId9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2.png"/><Relationship Id="rId299" Type="http://schemas.openxmlformats.org/officeDocument/2006/relationships/image" Target="../media/image213.png"/><Relationship Id="rId21" Type="http://schemas.openxmlformats.org/officeDocument/2006/relationships/image" Target="../media/image74.png"/><Relationship Id="rId63" Type="http://schemas.openxmlformats.org/officeDocument/2006/relationships/image" Target="../media/image95.png"/><Relationship Id="rId159" Type="http://schemas.openxmlformats.org/officeDocument/2006/relationships/image" Target="../media/image143.png"/><Relationship Id="rId170" Type="http://schemas.openxmlformats.org/officeDocument/2006/relationships/customXml" Target="../ink/ink149.xml"/><Relationship Id="rId226" Type="http://schemas.openxmlformats.org/officeDocument/2006/relationships/customXml" Target="../ink/ink177.xml"/><Relationship Id="rId268" Type="http://schemas.openxmlformats.org/officeDocument/2006/relationships/customXml" Target="../ink/ink198.xml"/><Relationship Id="rId32" Type="http://schemas.openxmlformats.org/officeDocument/2006/relationships/customXml" Target="../ink/ink80.xml"/><Relationship Id="rId74" Type="http://schemas.openxmlformats.org/officeDocument/2006/relationships/customXml" Target="../ink/ink101.xml"/><Relationship Id="rId128" Type="http://schemas.openxmlformats.org/officeDocument/2006/relationships/customXml" Target="../ink/ink128.xml"/><Relationship Id="rId5" Type="http://schemas.openxmlformats.org/officeDocument/2006/relationships/image" Target="../media/image66.png"/><Relationship Id="rId181" Type="http://schemas.openxmlformats.org/officeDocument/2006/relationships/image" Target="../media/image154.png"/><Relationship Id="rId237" Type="http://schemas.openxmlformats.org/officeDocument/2006/relationships/image" Target="../media/image182.png"/><Relationship Id="rId279" Type="http://schemas.openxmlformats.org/officeDocument/2006/relationships/image" Target="../media/image203.png"/><Relationship Id="rId43" Type="http://schemas.openxmlformats.org/officeDocument/2006/relationships/image" Target="../media/image85.png"/><Relationship Id="rId139" Type="http://schemas.openxmlformats.org/officeDocument/2006/relationships/image" Target="../media/image133.png"/><Relationship Id="rId290" Type="http://schemas.openxmlformats.org/officeDocument/2006/relationships/customXml" Target="../ink/ink209.xml"/><Relationship Id="rId85" Type="http://schemas.openxmlformats.org/officeDocument/2006/relationships/image" Target="../media/image106.png"/><Relationship Id="rId150" Type="http://schemas.openxmlformats.org/officeDocument/2006/relationships/customXml" Target="../ink/ink139.xml"/><Relationship Id="rId192" Type="http://schemas.openxmlformats.org/officeDocument/2006/relationships/customXml" Target="../ink/ink160.xml"/><Relationship Id="rId206" Type="http://schemas.openxmlformats.org/officeDocument/2006/relationships/customXml" Target="../ink/ink167.xml"/><Relationship Id="rId248" Type="http://schemas.openxmlformats.org/officeDocument/2006/relationships/customXml" Target="../ink/ink188.xml"/><Relationship Id="rId12" Type="http://schemas.openxmlformats.org/officeDocument/2006/relationships/customXml" Target="../ink/ink70.xml"/><Relationship Id="rId108" Type="http://schemas.openxmlformats.org/officeDocument/2006/relationships/customXml" Target="../ink/ink118.xml"/><Relationship Id="rId54" Type="http://schemas.openxmlformats.org/officeDocument/2006/relationships/customXml" Target="../ink/ink91.xml"/><Relationship Id="rId96" Type="http://schemas.openxmlformats.org/officeDocument/2006/relationships/customXml" Target="../ink/ink112.xml"/><Relationship Id="rId161" Type="http://schemas.openxmlformats.org/officeDocument/2006/relationships/image" Target="../media/image144.png"/><Relationship Id="rId217" Type="http://schemas.openxmlformats.org/officeDocument/2006/relationships/image" Target="../media/image172.png"/><Relationship Id="rId6" Type="http://schemas.openxmlformats.org/officeDocument/2006/relationships/customXml" Target="../ink/ink67.xml"/><Relationship Id="rId238" Type="http://schemas.openxmlformats.org/officeDocument/2006/relationships/customXml" Target="../ink/ink183.xml"/><Relationship Id="rId259" Type="http://schemas.openxmlformats.org/officeDocument/2006/relationships/image" Target="../media/image193.png"/><Relationship Id="rId23" Type="http://schemas.openxmlformats.org/officeDocument/2006/relationships/image" Target="../media/image75.png"/><Relationship Id="rId119" Type="http://schemas.openxmlformats.org/officeDocument/2006/relationships/image" Target="../media/image123.png"/><Relationship Id="rId270" Type="http://schemas.openxmlformats.org/officeDocument/2006/relationships/customXml" Target="../ink/ink199.xml"/><Relationship Id="rId291" Type="http://schemas.openxmlformats.org/officeDocument/2006/relationships/image" Target="../media/image209.png"/><Relationship Id="rId44" Type="http://schemas.openxmlformats.org/officeDocument/2006/relationships/customXml" Target="../ink/ink86.xml"/><Relationship Id="rId65" Type="http://schemas.openxmlformats.org/officeDocument/2006/relationships/image" Target="../media/image96.png"/><Relationship Id="rId86" Type="http://schemas.openxmlformats.org/officeDocument/2006/relationships/customXml" Target="../ink/ink107.xml"/><Relationship Id="rId130" Type="http://schemas.openxmlformats.org/officeDocument/2006/relationships/customXml" Target="../ink/ink129.xml"/><Relationship Id="rId151" Type="http://schemas.openxmlformats.org/officeDocument/2006/relationships/image" Target="../media/image139.png"/><Relationship Id="rId172" Type="http://schemas.openxmlformats.org/officeDocument/2006/relationships/customXml" Target="../ink/ink150.xml"/><Relationship Id="rId193" Type="http://schemas.openxmlformats.org/officeDocument/2006/relationships/image" Target="../media/image160.png"/><Relationship Id="rId207" Type="http://schemas.openxmlformats.org/officeDocument/2006/relationships/image" Target="../media/image167.png"/><Relationship Id="rId228" Type="http://schemas.openxmlformats.org/officeDocument/2006/relationships/customXml" Target="../ink/ink178.xml"/><Relationship Id="rId249" Type="http://schemas.openxmlformats.org/officeDocument/2006/relationships/image" Target="../media/image188.png"/><Relationship Id="rId13" Type="http://schemas.openxmlformats.org/officeDocument/2006/relationships/image" Target="../media/image70.png"/><Relationship Id="rId109" Type="http://schemas.openxmlformats.org/officeDocument/2006/relationships/image" Target="../media/image118.png"/><Relationship Id="rId260" Type="http://schemas.openxmlformats.org/officeDocument/2006/relationships/customXml" Target="../ink/ink194.xml"/><Relationship Id="rId281" Type="http://schemas.openxmlformats.org/officeDocument/2006/relationships/image" Target="../media/image204.png"/><Relationship Id="rId34" Type="http://schemas.openxmlformats.org/officeDocument/2006/relationships/customXml" Target="../ink/ink81.xml"/><Relationship Id="rId55" Type="http://schemas.openxmlformats.org/officeDocument/2006/relationships/image" Target="../media/image91.png"/><Relationship Id="rId76" Type="http://schemas.openxmlformats.org/officeDocument/2006/relationships/customXml" Target="../ink/ink102.xml"/><Relationship Id="rId97" Type="http://schemas.openxmlformats.org/officeDocument/2006/relationships/image" Target="../media/image112.png"/><Relationship Id="rId120" Type="http://schemas.openxmlformats.org/officeDocument/2006/relationships/customXml" Target="../ink/ink124.xml"/><Relationship Id="rId141" Type="http://schemas.openxmlformats.org/officeDocument/2006/relationships/image" Target="../media/image134.png"/><Relationship Id="rId7" Type="http://schemas.openxmlformats.org/officeDocument/2006/relationships/image" Target="../media/image67.png"/><Relationship Id="rId162" Type="http://schemas.openxmlformats.org/officeDocument/2006/relationships/customXml" Target="../ink/ink145.xml"/><Relationship Id="rId183" Type="http://schemas.openxmlformats.org/officeDocument/2006/relationships/image" Target="../media/image155.png"/><Relationship Id="rId218" Type="http://schemas.openxmlformats.org/officeDocument/2006/relationships/customXml" Target="../ink/ink173.xml"/><Relationship Id="rId239" Type="http://schemas.openxmlformats.org/officeDocument/2006/relationships/image" Target="../media/image183.png"/><Relationship Id="rId250" Type="http://schemas.openxmlformats.org/officeDocument/2006/relationships/customXml" Target="../ink/ink189.xml"/><Relationship Id="rId271" Type="http://schemas.openxmlformats.org/officeDocument/2006/relationships/image" Target="../media/image199.png"/><Relationship Id="rId292" Type="http://schemas.openxmlformats.org/officeDocument/2006/relationships/customXml" Target="../ink/ink210.xml"/><Relationship Id="rId24" Type="http://schemas.openxmlformats.org/officeDocument/2006/relationships/customXml" Target="../ink/ink76.xml"/><Relationship Id="rId45" Type="http://schemas.openxmlformats.org/officeDocument/2006/relationships/image" Target="../media/image86.png"/><Relationship Id="rId66" Type="http://schemas.openxmlformats.org/officeDocument/2006/relationships/customXml" Target="../ink/ink97.xml"/><Relationship Id="rId87" Type="http://schemas.openxmlformats.org/officeDocument/2006/relationships/image" Target="../media/image107.png"/><Relationship Id="rId110" Type="http://schemas.openxmlformats.org/officeDocument/2006/relationships/customXml" Target="../ink/ink119.xml"/><Relationship Id="rId131" Type="http://schemas.openxmlformats.org/officeDocument/2006/relationships/image" Target="../media/image129.png"/><Relationship Id="rId152" Type="http://schemas.openxmlformats.org/officeDocument/2006/relationships/customXml" Target="../ink/ink140.xml"/><Relationship Id="rId173" Type="http://schemas.openxmlformats.org/officeDocument/2006/relationships/image" Target="../media/image150.png"/><Relationship Id="rId194" Type="http://schemas.openxmlformats.org/officeDocument/2006/relationships/customXml" Target="../ink/ink161.xml"/><Relationship Id="rId208" Type="http://schemas.openxmlformats.org/officeDocument/2006/relationships/customXml" Target="../ink/ink168.xml"/><Relationship Id="rId229" Type="http://schemas.openxmlformats.org/officeDocument/2006/relationships/image" Target="../media/image178.png"/><Relationship Id="rId240" Type="http://schemas.openxmlformats.org/officeDocument/2006/relationships/customXml" Target="../ink/ink184.xml"/><Relationship Id="rId261" Type="http://schemas.openxmlformats.org/officeDocument/2006/relationships/image" Target="../media/image194.png"/><Relationship Id="rId14" Type="http://schemas.openxmlformats.org/officeDocument/2006/relationships/customXml" Target="../ink/ink71.xml"/><Relationship Id="rId35" Type="http://schemas.openxmlformats.org/officeDocument/2006/relationships/image" Target="../media/image81.png"/><Relationship Id="rId56" Type="http://schemas.openxmlformats.org/officeDocument/2006/relationships/customXml" Target="../ink/ink92.xml"/><Relationship Id="rId77" Type="http://schemas.openxmlformats.org/officeDocument/2006/relationships/image" Target="../media/image102.png"/><Relationship Id="rId100" Type="http://schemas.openxmlformats.org/officeDocument/2006/relationships/customXml" Target="../ink/ink114.xml"/><Relationship Id="rId282" Type="http://schemas.openxmlformats.org/officeDocument/2006/relationships/customXml" Target="../ink/ink205.xml"/><Relationship Id="rId8" Type="http://schemas.openxmlformats.org/officeDocument/2006/relationships/customXml" Target="../ink/ink68.xml"/><Relationship Id="rId98" Type="http://schemas.openxmlformats.org/officeDocument/2006/relationships/customXml" Target="../ink/ink113.xml"/><Relationship Id="rId121" Type="http://schemas.openxmlformats.org/officeDocument/2006/relationships/image" Target="../media/image124.png"/><Relationship Id="rId142" Type="http://schemas.openxmlformats.org/officeDocument/2006/relationships/customXml" Target="../ink/ink135.xml"/><Relationship Id="rId163" Type="http://schemas.openxmlformats.org/officeDocument/2006/relationships/image" Target="../media/image145.png"/><Relationship Id="rId184" Type="http://schemas.openxmlformats.org/officeDocument/2006/relationships/customXml" Target="../ink/ink156.xml"/><Relationship Id="rId219" Type="http://schemas.openxmlformats.org/officeDocument/2006/relationships/image" Target="../media/image173.png"/><Relationship Id="rId230" Type="http://schemas.openxmlformats.org/officeDocument/2006/relationships/customXml" Target="../ink/ink179.xml"/><Relationship Id="rId251" Type="http://schemas.openxmlformats.org/officeDocument/2006/relationships/image" Target="../media/image189.png"/><Relationship Id="rId25" Type="http://schemas.openxmlformats.org/officeDocument/2006/relationships/image" Target="../media/image76.png"/><Relationship Id="rId46" Type="http://schemas.openxmlformats.org/officeDocument/2006/relationships/customXml" Target="../ink/ink87.xml"/><Relationship Id="rId67" Type="http://schemas.openxmlformats.org/officeDocument/2006/relationships/image" Target="../media/image97.png"/><Relationship Id="rId272" Type="http://schemas.openxmlformats.org/officeDocument/2006/relationships/customXml" Target="../ink/ink200.xml"/><Relationship Id="rId293" Type="http://schemas.openxmlformats.org/officeDocument/2006/relationships/image" Target="../media/image210.png"/><Relationship Id="rId88" Type="http://schemas.openxmlformats.org/officeDocument/2006/relationships/customXml" Target="../ink/ink108.xml"/><Relationship Id="rId111" Type="http://schemas.openxmlformats.org/officeDocument/2006/relationships/image" Target="../media/image119.png"/><Relationship Id="rId132" Type="http://schemas.openxmlformats.org/officeDocument/2006/relationships/customXml" Target="../ink/ink130.xml"/><Relationship Id="rId153" Type="http://schemas.openxmlformats.org/officeDocument/2006/relationships/image" Target="../media/image140.png"/><Relationship Id="rId174" Type="http://schemas.openxmlformats.org/officeDocument/2006/relationships/customXml" Target="../ink/ink151.xml"/><Relationship Id="rId195" Type="http://schemas.openxmlformats.org/officeDocument/2006/relationships/image" Target="../media/image161.png"/><Relationship Id="rId209" Type="http://schemas.openxmlformats.org/officeDocument/2006/relationships/image" Target="../media/image168.png"/><Relationship Id="rId220" Type="http://schemas.openxmlformats.org/officeDocument/2006/relationships/customXml" Target="../ink/ink174.xml"/><Relationship Id="rId241" Type="http://schemas.openxmlformats.org/officeDocument/2006/relationships/image" Target="../media/image184.png"/><Relationship Id="rId15" Type="http://schemas.openxmlformats.org/officeDocument/2006/relationships/image" Target="../media/image71.png"/><Relationship Id="rId36" Type="http://schemas.openxmlformats.org/officeDocument/2006/relationships/customXml" Target="../ink/ink82.xml"/><Relationship Id="rId57" Type="http://schemas.openxmlformats.org/officeDocument/2006/relationships/image" Target="../media/image92.png"/><Relationship Id="rId262" Type="http://schemas.openxmlformats.org/officeDocument/2006/relationships/customXml" Target="../ink/ink195.xml"/><Relationship Id="rId283" Type="http://schemas.openxmlformats.org/officeDocument/2006/relationships/image" Target="../media/image205.png"/><Relationship Id="rId78" Type="http://schemas.openxmlformats.org/officeDocument/2006/relationships/customXml" Target="../ink/ink103.xml"/><Relationship Id="rId99" Type="http://schemas.openxmlformats.org/officeDocument/2006/relationships/image" Target="../media/image113.png"/><Relationship Id="rId101" Type="http://schemas.openxmlformats.org/officeDocument/2006/relationships/image" Target="../media/image114.png"/><Relationship Id="rId122" Type="http://schemas.openxmlformats.org/officeDocument/2006/relationships/customXml" Target="../ink/ink125.xml"/><Relationship Id="rId143" Type="http://schemas.openxmlformats.org/officeDocument/2006/relationships/image" Target="../media/image135.png"/><Relationship Id="rId164" Type="http://schemas.openxmlformats.org/officeDocument/2006/relationships/customXml" Target="../ink/ink146.xml"/><Relationship Id="rId185" Type="http://schemas.openxmlformats.org/officeDocument/2006/relationships/image" Target="../media/image156.png"/><Relationship Id="rId9" Type="http://schemas.openxmlformats.org/officeDocument/2006/relationships/image" Target="../media/image68.png"/><Relationship Id="rId210" Type="http://schemas.openxmlformats.org/officeDocument/2006/relationships/customXml" Target="../ink/ink169.xml"/><Relationship Id="rId26" Type="http://schemas.openxmlformats.org/officeDocument/2006/relationships/customXml" Target="../ink/ink77.xml"/><Relationship Id="rId231" Type="http://schemas.openxmlformats.org/officeDocument/2006/relationships/image" Target="../media/image179.png"/><Relationship Id="rId252" Type="http://schemas.openxmlformats.org/officeDocument/2006/relationships/customXml" Target="../ink/ink190.xml"/><Relationship Id="rId273" Type="http://schemas.openxmlformats.org/officeDocument/2006/relationships/image" Target="../media/image200.png"/><Relationship Id="rId294" Type="http://schemas.openxmlformats.org/officeDocument/2006/relationships/customXml" Target="../ink/ink211.xml"/><Relationship Id="rId47" Type="http://schemas.openxmlformats.org/officeDocument/2006/relationships/image" Target="../media/image87.png"/><Relationship Id="rId68" Type="http://schemas.openxmlformats.org/officeDocument/2006/relationships/customXml" Target="../ink/ink98.xml"/><Relationship Id="rId89" Type="http://schemas.openxmlformats.org/officeDocument/2006/relationships/image" Target="../media/image108.png"/><Relationship Id="rId112" Type="http://schemas.openxmlformats.org/officeDocument/2006/relationships/customXml" Target="../ink/ink120.xml"/><Relationship Id="rId133" Type="http://schemas.openxmlformats.org/officeDocument/2006/relationships/image" Target="../media/image130.png"/><Relationship Id="rId154" Type="http://schemas.openxmlformats.org/officeDocument/2006/relationships/customXml" Target="../ink/ink141.xml"/><Relationship Id="rId175" Type="http://schemas.openxmlformats.org/officeDocument/2006/relationships/image" Target="../media/image151.png"/><Relationship Id="rId196" Type="http://schemas.openxmlformats.org/officeDocument/2006/relationships/customXml" Target="../ink/ink162.xml"/><Relationship Id="rId200" Type="http://schemas.openxmlformats.org/officeDocument/2006/relationships/customXml" Target="../ink/ink164.xml"/><Relationship Id="rId16" Type="http://schemas.openxmlformats.org/officeDocument/2006/relationships/customXml" Target="../ink/ink72.xml"/><Relationship Id="rId221" Type="http://schemas.openxmlformats.org/officeDocument/2006/relationships/image" Target="../media/image174.png"/><Relationship Id="rId242" Type="http://schemas.openxmlformats.org/officeDocument/2006/relationships/customXml" Target="../ink/ink185.xml"/><Relationship Id="rId263" Type="http://schemas.openxmlformats.org/officeDocument/2006/relationships/image" Target="../media/image195.png"/><Relationship Id="rId284" Type="http://schemas.openxmlformats.org/officeDocument/2006/relationships/customXml" Target="../ink/ink206.xml"/><Relationship Id="rId37" Type="http://schemas.openxmlformats.org/officeDocument/2006/relationships/image" Target="../media/image82.png"/><Relationship Id="rId58" Type="http://schemas.openxmlformats.org/officeDocument/2006/relationships/customXml" Target="../ink/ink93.xml"/><Relationship Id="rId79" Type="http://schemas.openxmlformats.org/officeDocument/2006/relationships/image" Target="../media/image103.png"/><Relationship Id="rId102" Type="http://schemas.openxmlformats.org/officeDocument/2006/relationships/customXml" Target="../ink/ink115.xml"/><Relationship Id="rId123" Type="http://schemas.openxmlformats.org/officeDocument/2006/relationships/image" Target="../media/image125.png"/><Relationship Id="rId144" Type="http://schemas.openxmlformats.org/officeDocument/2006/relationships/customXml" Target="../ink/ink136.xml"/><Relationship Id="rId90" Type="http://schemas.openxmlformats.org/officeDocument/2006/relationships/customXml" Target="../ink/ink109.xml"/><Relationship Id="rId165" Type="http://schemas.openxmlformats.org/officeDocument/2006/relationships/image" Target="../media/image146.png"/><Relationship Id="rId186" Type="http://schemas.openxmlformats.org/officeDocument/2006/relationships/customXml" Target="../ink/ink157.xml"/><Relationship Id="rId211" Type="http://schemas.openxmlformats.org/officeDocument/2006/relationships/image" Target="../media/image169.png"/><Relationship Id="rId232" Type="http://schemas.openxmlformats.org/officeDocument/2006/relationships/customXml" Target="../ink/ink180.xml"/><Relationship Id="rId253" Type="http://schemas.openxmlformats.org/officeDocument/2006/relationships/image" Target="../media/image190.png"/><Relationship Id="rId274" Type="http://schemas.openxmlformats.org/officeDocument/2006/relationships/customXml" Target="../ink/ink201.xml"/><Relationship Id="rId295" Type="http://schemas.openxmlformats.org/officeDocument/2006/relationships/image" Target="../media/image211.png"/><Relationship Id="rId27" Type="http://schemas.openxmlformats.org/officeDocument/2006/relationships/image" Target="../media/image77.png"/><Relationship Id="rId48" Type="http://schemas.openxmlformats.org/officeDocument/2006/relationships/customXml" Target="../ink/ink88.xml"/><Relationship Id="rId69" Type="http://schemas.openxmlformats.org/officeDocument/2006/relationships/image" Target="../media/image98.png"/><Relationship Id="rId113" Type="http://schemas.openxmlformats.org/officeDocument/2006/relationships/image" Target="../media/image120.png"/><Relationship Id="rId134" Type="http://schemas.openxmlformats.org/officeDocument/2006/relationships/customXml" Target="../ink/ink131.xml"/><Relationship Id="rId80" Type="http://schemas.openxmlformats.org/officeDocument/2006/relationships/customXml" Target="../ink/ink104.xml"/><Relationship Id="rId155" Type="http://schemas.openxmlformats.org/officeDocument/2006/relationships/image" Target="../media/image141.png"/><Relationship Id="rId176" Type="http://schemas.openxmlformats.org/officeDocument/2006/relationships/customXml" Target="../ink/ink152.xml"/><Relationship Id="rId197" Type="http://schemas.openxmlformats.org/officeDocument/2006/relationships/image" Target="../media/image162.png"/><Relationship Id="rId201" Type="http://schemas.openxmlformats.org/officeDocument/2006/relationships/image" Target="../media/image164.png"/><Relationship Id="rId222" Type="http://schemas.openxmlformats.org/officeDocument/2006/relationships/customXml" Target="../ink/ink175.xml"/><Relationship Id="rId243" Type="http://schemas.openxmlformats.org/officeDocument/2006/relationships/image" Target="../media/image185.png"/><Relationship Id="rId264" Type="http://schemas.openxmlformats.org/officeDocument/2006/relationships/customXml" Target="../ink/ink196.xml"/><Relationship Id="rId285" Type="http://schemas.openxmlformats.org/officeDocument/2006/relationships/image" Target="../media/image206.png"/><Relationship Id="rId17" Type="http://schemas.openxmlformats.org/officeDocument/2006/relationships/image" Target="../media/image72.png"/><Relationship Id="rId38" Type="http://schemas.openxmlformats.org/officeDocument/2006/relationships/customXml" Target="../ink/ink83.xml"/><Relationship Id="rId59" Type="http://schemas.openxmlformats.org/officeDocument/2006/relationships/image" Target="../media/image93.png"/><Relationship Id="rId103" Type="http://schemas.openxmlformats.org/officeDocument/2006/relationships/image" Target="../media/image115.png"/><Relationship Id="rId124" Type="http://schemas.openxmlformats.org/officeDocument/2006/relationships/customXml" Target="../ink/ink126.xml"/><Relationship Id="rId70" Type="http://schemas.openxmlformats.org/officeDocument/2006/relationships/customXml" Target="../ink/ink99.xml"/><Relationship Id="rId91" Type="http://schemas.openxmlformats.org/officeDocument/2006/relationships/image" Target="../media/image109.png"/><Relationship Id="rId145" Type="http://schemas.openxmlformats.org/officeDocument/2006/relationships/image" Target="../media/image136.png"/><Relationship Id="rId166" Type="http://schemas.openxmlformats.org/officeDocument/2006/relationships/customXml" Target="../ink/ink147.xml"/><Relationship Id="rId187" Type="http://schemas.openxmlformats.org/officeDocument/2006/relationships/image" Target="../media/image157.png"/><Relationship Id="rId1" Type="http://schemas.openxmlformats.org/officeDocument/2006/relationships/slideLayout" Target="../slideLayouts/slideLayout2.xml"/><Relationship Id="rId212" Type="http://schemas.openxmlformats.org/officeDocument/2006/relationships/customXml" Target="../ink/ink170.xml"/><Relationship Id="rId233" Type="http://schemas.openxmlformats.org/officeDocument/2006/relationships/image" Target="../media/image180.png"/><Relationship Id="rId254" Type="http://schemas.openxmlformats.org/officeDocument/2006/relationships/customXml" Target="../ink/ink191.xml"/><Relationship Id="rId28" Type="http://schemas.openxmlformats.org/officeDocument/2006/relationships/customXml" Target="../ink/ink78.xml"/><Relationship Id="rId49" Type="http://schemas.openxmlformats.org/officeDocument/2006/relationships/image" Target="../media/image88.png"/><Relationship Id="rId114" Type="http://schemas.openxmlformats.org/officeDocument/2006/relationships/customXml" Target="../ink/ink121.xml"/><Relationship Id="rId275" Type="http://schemas.openxmlformats.org/officeDocument/2006/relationships/image" Target="../media/image201.png"/><Relationship Id="rId296" Type="http://schemas.openxmlformats.org/officeDocument/2006/relationships/customXml" Target="../ink/ink212.xml"/><Relationship Id="rId300" Type="http://schemas.openxmlformats.org/officeDocument/2006/relationships/customXml" Target="../ink/ink214.xml"/><Relationship Id="rId60" Type="http://schemas.openxmlformats.org/officeDocument/2006/relationships/customXml" Target="../ink/ink94.xml"/><Relationship Id="rId81" Type="http://schemas.openxmlformats.org/officeDocument/2006/relationships/image" Target="../media/image104.png"/><Relationship Id="rId135" Type="http://schemas.openxmlformats.org/officeDocument/2006/relationships/image" Target="../media/image131.png"/><Relationship Id="rId156" Type="http://schemas.openxmlformats.org/officeDocument/2006/relationships/customXml" Target="../ink/ink142.xml"/><Relationship Id="rId177" Type="http://schemas.openxmlformats.org/officeDocument/2006/relationships/image" Target="../media/image152.png"/><Relationship Id="rId198" Type="http://schemas.openxmlformats.org/officeDocument/2006/relationships/customXml" Target="../ink/ink163.xml"/><Relationship Id="rId202" Type="http://schemas.openxmlformats.org/officeDocument/2006/relationships/customXml" Target="../ink/ink165.xml"/><Relationship Id="rId223" Type="http://schemas.openxmlformats.org/officeDocument/2006/relationships/image" Target="../media/image175.png"/><Relationship Id="rId244" Type="http://schemas.openxmlformats.org/officeDocument/2006/relationships/customXml" Target="../ink/ink186.xml"/><Relationship Id="rId18" Type="http://schemas.openxmlformats.org/officeDocument/2006/relationships/customXml" Target="../ink/ink73.xml"/><Relationship Id="rId39" Type="http://schemas.openxmlformats.org/officeDocument/2006/relationships/image" Target="../media/image83.png"/><Relationship Id="rId265" Type="http://schemas.openxmlformats.org/officeDocument/2006/relationships/image" Target="../media/image196.png"/><Relationship Id="rId286" Type="http://schemas.openxmlformats.org/officeDocument/2006/relationships/customXml" Target="../ink/ink207.xml"/><Relationship Id="rId50" Type="http://schemas.openxmlformats.org/officeDocument/2006/relationships/customXml" Target="../ink/ink89.xml"/><Relationship Id="rId104" Type="http://schemas.openxmlformats.org/officeDocument/2006/relationships/customXml" Target="../ink/ink116.xml"/><Relationship Id="rId125" Type="http://schemas.openxmlformats.org/officeDocument/2006/relationships/image" Target="../media/image126.png"/><Relationship Id="rId146" Type="http://schemas.openxmlformats.org/officeDocument/2006/relationships/customXml" Target="../ink/ink137.xml"/><Relationship Id="rId167" Type="http://schemas.openxmlformats.org/officeDocument/2006/relationships/image" Target="../media/image147.png"/><Relationship Id="rId188" Type="http://schemas.openxmlformats.org/officeDocument/2006/relationships/customXml" Target="../ink/ink158.xml"/><Relationship Id="rId71" Type="http://schemas.openxmlformats.org/officeDocument/2006/relationships/image" Target="../media/image99.png"/><Relationship Id="rId92" Type="http://schemas.openxmlformats.org/officeDocument/2006/relationships/customXml" Target="../ink/ink110.xml"/><Relationship Id="rId213" Type="http://schemas.openxmlformats.org/officeDocument/2006/relationships/image" Target="../media/image170.png"/><Relationship Id="rId234" Type="http://schemas.openxmlformats.org/officeDocument/2006/relationships/customXml" Target="../ink/ink181.xml"/><Relationship Id="rId2" Type="http://schemas.openxmlformats.org/officeDocument/2006/relationships/customXml" Target="../ink/ink65.xml"/><Relationship Id="rId29" Type="http://schemas.openxmlformats.org/officeDocument/2006/relationships/image" Target="../media/image78.png"/><Relationship Id="rId255" Type="http://schemas.openxmlformats.org/officeDocument/2006/relationships/image" Target="../media/image191.png"/><Relationship Id="rId276" Type="http://schemas.openxmlformats.org/officeDocument/2006/relationships/customXml" Target="../ink/ink202.xml"/><Relationship Id="rId297" Type="http://schemas.openxmlformats.org/officeDocument/2006/relationships/image" Target="../media/image212.png"/><Relationship Id="rId40" Type="http://schemas.openxmlformats.org/officeDocument/2006/relationships/customXml" Target="../ink/ink84.xml"/><Relationship Id="rId115" Type="http://schemas.openxmlformats.org/officeDocument/2006/relationships/image" Target="../media/image121.png"/><Relationship Id="rId136" Type="http://schemas.openxmlformats.org/officeDocument/2006/relationships/customXml" Target="../ink/ink132.xml"/><Relationship Id="rId157" Type="http://schemas.openxmlformats.org/officeDocument/2006/relationships/image" Target="../media/image142.png"/><Relationship Id="rId178" Type="http://schemas.openxmlformats.org/officeDocument/2006/relationships/customXml" Target="../ink/ink153.xml"/><Relationship Id="rId301" Type="http://schemas.openxmlformats.org/officeDocument/2006/relationships/image" Target="../media/image214.png"/><Relationship Id="rId61" Type="http://schemas.openxmlformats.org/officeDocument/2006/relationships/image" Target="../media/image94.png"/><Relationship Id="rId82" Type="http://schemas.openxmlformats.org/officeDocument/2006/relationships/customXml" Target="../ink/ink105.xml"/><Relationship Id="rId199" Type="http://schemas.openxmlformats.org/officeDocument/2006/relationships/image" Target="../media/image163.png"/><Relationship Id="rId203" Type="http://schemas.openxmlformats.org/officeDocument/2006/relationships/image" Target="../media/image165.png"/><Relationship Id="rId19" Type="http://schemas.openxmlformats.org/officeDocument/2006/relationships/image" Target="../media/image73.png"/><Relationship Id="rId224" Type="http://schemas.openxmlformats.org/officeDocument/2006/relationships/customXml" Target="../ink/ink176.xml"/><Relationship Id="rId245" Type="http://schemas.openxmlformats.org/officeDocument/2006/relationships/image" Target="../media/image186.png"/><Relationship Id="rId266" Type="http://schemas.openxmlformats.org/officeDocument/2006/relationships/customXml" Target="../ink/ink197.xml"/><Relationship Id="rId287" Type="http://schemas.openxmlformats.org/officeDocument/2006/relationships/image" Target="../media/image207.png"/><Relationship Id="rId30" Type="http://schemas.openxmlformats.org/officeDocument/2006/relationships/customXml" Target="../ink/ink79.xml"/><Relationship Id="rId105" Type="http://schemas.openxmlformats.org/officeDocument/2006/relationships/image" Target="../media/image116.png"/><Relationship Id="rId126" Type="http://schemas.openxmlformats.org/officeDocument/2006/relationships/customXml" Target="../ink/ink127.xml"/><Relationship Id="rId147" Type="http://schemas.openxmlformats.org/officeDocument/2006/relationships/image" Target="../media/image137.png"/><Relationship Id="rId168" Type="http://schemas.openxmlformats.org/officeDocument/2006/relationships/customXml" Target="../ink/ink148.xml"/><Relationship Id="rId51" Type="http://schemas.openxmlformats.org/officeDocument/2006/relationships/image" Target="../media/image89.png"/><Relationship Id="rId72" Type="http://schemas.openxmlformats.org/officeDocument/2006/relationships/customXml" Target="../ink/ink100.xml"/><Relationship Id="rId93" Type="http://schemas.openxmlformats.org/officeDocument/2006/relationships/image" Target="../media/image110.png"/><Relationship Id="rId189" Type="http://schemas.openxmlformats.org/officeDocument/2006/relationships/image" Target="../media/image158.png"/><Relationship Id="rId3" Type="http://schemas.openxmlformats.org/officeDocument/2006/relationships/image" Target="../media/image65.png"/><Relationship Id="rId214" Type="http://schemas.openxmlformats.org/officeDocument/2006/relationships/customXml" Target="../ink/ink171.xml"/><Relationship Id="rId235" Type="http://schemas.openxmlformats.org/officeDocument/2006/relationships/image" Target="../media/image181.png"/><Relationship Id="rId256" Type="http://schemas.openxmlformats.org/officeDocument/2006/relationships/customXml" Target="../ink/ink192.xml"/><Relationship Id="rId277" Type="http://schemas.openxmlformats.org/officeDocument/2006/relationships/image" Target="../media/image202.png"/><Relationship Id="rId298" Type="http://schemas.openxmlformats.org/officeDocument/2006/relationships/customXml" Target="../ink/ink213.xml"/><Relationship Id="rId116" Type="http://schemas.openxmlformats.org/officeDocument/2006/relationships/customXml" Target="../ink/ink122.xml"/><Relationship Id="rId137" Type="http://schemas.openxmlformats.org/officeDocument/2006/relationships/image" Target="../media/image132.png"/><Relationship Id="rId158" Type="http://schemas.openxmlformats.org/officeDocument/2006/relationships/customXml" Target="../ink/ink143.xml"/><Relationship Id="rId20" Type="http://schemas.openxmlformats.org/officeDocument/2006/relationships/customXml" Target="../ink/ink74.xml"/><Relationship Id="rId41" Type="http://schemas.openxmlformats.org/officeDocument/2006/relationships/image" Target="../media/image84.png"/><Relationship Id="rId62" Type="http://schemas.openxmlformats.org/officeDocument/2006/relationships/customXml" Target="../ink/ink95.xml"/><Relationship Id="rId83" Type="http://schemas.openxmlformats.org/officeDocument/2006/relationships/image" Target="../media/image105.png"/><Relationship Id="rId179" Type="http://schemas.openxmlformats.org/officeDocument/2006/relationships/image" Target="../media/image153.png"/><Relationship Id="rId190" Type="http://schemas.openxmlformats.org/officeDocument/2006/relationships/customXml" Target="../ink/ink159.xml"/><Relationship Id="rId204" Type="http://schemas.openxmlformats.org/officeDocument/2006/relationships/customXml" Target="../ink/ink166.xml"/><Relationship Id="rId225" Type="http://schemas.openxmlformats.org/officeDocument/2006/relationships/image" Target="../media/image176.png"/><Relationship Id="rId246" Type="http://schemas.openxmlformats.org/officeDocument/2006/relationships/customXml" Target="../ink/ink187.xml"/><Relationship Id="rId267" Type="http://schemas.openxmlformats.org/officeDocument/2006/relationships/image" Target="../media/image197.png"/><Relationship Id="rId288" Type="http://schemas.openxmlformats.org/officeDocument/2006/relationships/customXml" Target="../ink/ink208.xml"/><Relationship Id="rId106" Type="http://schemas.openxmlformats.org/officeDocument/2006/relationships/customXml" Target="../ink/ink117.xml"/><Relationship Id="rId127" Type="http://schemas.openxmlformats.org/officeDocument/2006/relationships/image" Target="../media/image127.png"/><Relationship Id="rId10" Type="http://schemas.openxmlformats.org/officeDocument/2006/relationships/customXml" Target="../ink/ink69.xml"/><Relationship Id="rId31" Type="http://schemas.openxmlformats.org/officeDocument/2006/relationships/image" Target="../media/image79.png"/><Relationship Id="rId52" Type="http://schemas.openxmlformats.org/officeDocument/2006/relationships/customXml" Target="../ink/ink90.xml"/><Relationship Id="rId73" Type="http://schemas.openxmlformats.org/officeDocument/2006/relationships/image" Target="../media/image100.png"/><Relationship Id="rId94" Type="http://schemas.openxmlformats.org/officeDocument/2006/relationships/customXml" Target="../ink/ink111.xml"/><Relationship Id="rId148" Type="http://schemas.openxmlformats.org/officeDocument/2006/relationships/customXml" Target="../ink/ink138.xml"/><Relationship Id="rId169" Type="http://schemas.openxmlformats.org/officeDocument/2006/relationships/image" Target="../media/image148.png"/><Relationship Id="rId4" Type="http://schemas.openxmlformats.org/officeDocument/2006/relationships/customXml" Target="../ink/ink66.xml"/><Relationship Id="rId180" Type="http://schemas.openxmlformats.org/officeDocument/2006/relationships/customXml" Target="../ink/ink154.xml"/><Relationship Id="rId215" Type="http://schemas.openxmlformats.org/officeDocument/2006/relationships/image" Target="../media/image171.png"/><Relationship Id="rId236" Type="http://schemas.openxmlformats.org/officeDocument/2006/relationships/customXml" Target="../ink/ink182.xml"/><Relationship Id="rId257" Type="http://schemas.openxmlformats.org/officeDocument/2006/relationships/image" Target="../media/image192.png"/><Relationship Id="rId278" Type="http://schemas.openxmlformats.org/officeDocument/2006/relationships/customXml" Target="../ink/ink203.xml"/><Relationship Id="rId42" Type="http://schemas.openxmlformats.org/officeDocument/2006/relationships/customXml" Target="../ink/ink85.xml"/><Relationship Id="rId84" Type="http://schemas.openxmlformats.org/officeDocument/2006/relationships/customXml" Target="../ink/ink106.xml"/><Relationship Id="rId138" Type="http://schemas.openxmlformats.org/officeDocument/2006/relationships/customXml" Target="../ink/ink133.xml"/><Relationship Id="rId191" Type="http://schemas.openxmlformats.org/officeDocument/2006/relationships/image" Target="../media/image159.png"/><Relationship Id="rId205" Type="http://schemas.openxmlformats.org/officeDocument/2006/relationships/image" Target="../media/image166.png"/><Relationship Id="rId247" Type="http://schemas.openxmlformats.org/officeDocument/2006/relationships/image" Target="../media/image187.png"/><Relationship Id="rId107" Type="http://schemas.openxmlformats.org/officeDocument/2006/relationships/image" Target="../media/image117.png"/><Relationship Id="rId289" Type="http://schemas.openxmlformats.org/officeDocument/2006/relationships/image" Target="../media/image208.png"/><Relationship Id="rId11" Type="http://schemas.openxmlformats.org/officeDocument/2006/relationships/image" Target="../media/image69.png"/><Relationship Id="rId53" Type="http://schemas.openxmlformats.org/officeDocument/2006/relationships/image" Target="../media/image90.png"/><Relationship Id="rId149" Type="http://schemas.openxmlformats.org/officeDocument/2006/relationships/image" Target="../media/image138.png"/><Relationship Id="rId95" Type="http://schemas.openxmlformats.org/officeDocument/2006/relationships/image" Target="../media/image111.png"/><Relationship Id="rId160" Type="http://schemas.openxmlformats.org/officeDocument/2006/relationships/customXml" Target="../ink/ink144.xml"/><Relationship Id="rId216" Type="http://schemas.openxmlformats.org/officeDocument/2006/relationships/customXml" Target="../ink/ink172.xml"/><Relationship Id="rId258" Type="http://schemas.openxmlformats.org/officeDocument/2006/relationships/customXml" Target="../ink/ink193.xml"/><Relationship Id="rId22" Type="http://schemas.openxmlformats.org/officeDocument/2006/relationships/customXml" Target="../ink/ink75.xml"/><Relationship Id="rId64" Type="http://schemas.openxmlformats.org/officeDocument/2006/relationships/customXml" Target="../ink/ink96.xml"/><Relationship Id="rId118" Type="http://schemas.openxmlformats.org/officeDocument/2006/relationships/customXml" Target="../ink/ink123.xml"/><Relationship Id="rId171" Type="http://schemas.openxmlformats.org/officeDocument/2006/relationships/image" Target="../media/image149.png"/><Relationship Id="rId227" Type="http://schemas.openxmlformats.org/officeDocument/2006/relationships/image" Target="../media/image177.png"/><Relationship Id="rId269" Type="http://schemas.openxmlformats.org/officeDocument/2006/relationships/image" Target="../media/image198.png"/><Relationship Id="rId33" Type="http://schemas.openxmlformats.org/officeDocument/2006/relationships/image" Target="../media/image80.png"/><Relationship Id="rId129" Type="http://schemas.openxmlformats.org/officeDocument/2006/relationships/image" Target="../media/image128.png"/><Relationship Id="rId280" Type="http://schemas.openxmlformats.org/officeDocument/2006/relationships/customXml" Target="../ink/ink204.xml"/><Relationship Id="rId75" Type="http://schemas.openxmlformats.org/officeDocument/2006/relationships/image" Target="../media/image101.png"/><Relationship Id="rId140" Type="http://schemas.openxmlformats.org/officeDocument/2006/relationships/customXml" Target="../ink/ink134.xml"/><Relationship Id="rId182" Type="http://schemas.openxmlformats.org/officeDocument/2006/relationships/customXml" Target="../ink/ink15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71.png"/><Relationship Id="rId299" Type="http://schemas.openxmlformats.org/officeDocument/2006/relationships/customXml" Target="../ink/ink364.xml"/><Relationship Id="rId21" Type="http://schemas.openxmlformats.org/officeDocument/2006/relationships/image" Target="../media/image224.png"/><Relationship Id="rId63" Type="http://schemas.openxmlformats.org/officeDocument/2006/relationships/image" Target="../media/image244.png"/><Relationship Id="rId159" Type="http://schemas.openxmlformats.org/officeDocument/2006/relationships/image" Target="../media/image292.png"/><Relationship Id="rId324" Type="http://schemas.openxmlformats.org/officeDocument/2006/relationships/image" Target="../media/image374.png"/><Relationship Id="rId170" Type="http://schemas.openxmlformats.org/officeDocument/2006/relationships/customXml" Target="../ink/ink299.xml"/><Relationship Id="rId226" Type="http://schemas.openxmlformats.org/officeDocument/2006/relationships/image" Target="../media/image325.png"/><Relationship Id="rId268" Type="http://schemas.openxmlformats.org/officeDocument/2006/relationships/image" Target="../media/image346.png"/><Relationship Id="rId32" Type="http://schemas.openxmlformats.org/officeDocument/2006/relationships/customXml" Target="../ink/ink230.xml"/><Relationship Id="rId74" Type="http://schemas.openxmlformats.org/officeDocument/2006/relationships/customXml" Target="../ink/ink251.xml"/><Relationship Id="rId128" Type="http://schemas.openxmlformats.org/officeDocument/2006/relationships/customXml" Target="../ink/ink278.xml"/><Relationship Id="rId335" Type="http://schemas.openxmlformats.org/officeDocument/2006/relationships/customXml" Target="../ink/ink382.xml"/><Relationship Id="rId5" Type="http://schemas.openxmlformats.org/officeDocument/2006/relationships/image" Target="../media/image216.png"/><Relationship Id="rId181" Type="http://schemas.openxmlformats.org/officeDocument/2006/relationships/image" Target="../media/image303.png"/><Relationship Id="rId237" Type="http://schemas.openxmlformats.org/officeDocument/2006/relationships/customXml" Target="../ink/ink333.xml"/><Relationship Id="rId279" Type="http://schemas.openxmlformats.org/officeDocument/2006/relationships/customXml" Target="../ink/ink354.xml"/><Relationship Id="rId43" Type="http://schemas.openxmlformats.org/officeDocument/2006/relationships/image" Target="../media/image234.png"/><Relationship Id="rId139" Type="http://schemas.openxmlformats.org/officeDocument/2006/relationships/image" Target="../media/image282.png"/><Relationship Id="rId290" Type="http://schemas.openxmlformats.org/officeDocument/2006/relationships/image" Target="../media/image357.png"/><Relationship Id="rId304" Type="http://schemas.openxmlformats.org/officeDocument/2006/relationships/image" Target="../media/image364.png"/><Relationship Id="rId85" Type="http://schemas.openxmlformats.org/officeDocument/2006/relationships/image" Target="../media/image255.png"/><Relationship Id="rId150" Type="http://schemas.openxmlformats.org/officeDocument/2006/relationships/customXml" Target="../ink/ink289.xml"/><Relationship Id="rId192" Type="http://schemas.openxmlformats.org/officeDocument/2006/relationships/image" Target="../media/image308.png"/><Relationship Id="rId206" Type="http://schemas.openxmlformats.org/officeDocument/2006/relationships/image" Target="../media/image315.png"/><Relationship Id="rId248" Type="http://schemas.openxmlformats.org/officeDocument/2006/relationships/image" Target="../media/image336.png"/><Relationship Id="rId12" Type="http://schemas.openxmlformats.org/officeDocument/2006/relationships/customXml" Target="../ink/ink220.xml"/><Relationship Id="rId108" Type="http://schemas.openxmlformats.org/officeDocument/2006/relationships/customXml" Target="../ink/ink268.xml"/><Relationship Id="rId315" Type="http://schemas.openxmlformats.org/officeDocument/2006/relationships/customXml" Target="../ink/ink372.xml"/><Relationship Id="rId54" Type="http://schemas.openxmlformats.org/officeDocument/2006/relationships/customXml" Target="../ink/ink241.xml"/><Relationship Id="rId96" Type="http://schemas.openxmlformats.org/officeDocument/2006/relationships/customXml" Target="../ink/ink262.xml"/><Relationship Id="rId161" Type="http://schemas.openxmlformats.org/officeDocument/2006/relationships/image" Target="../media/image293.png"/><Relationship Id="rId217" Type="http://schemas.openxmlformats.org/officeDocument/2006/relationships/customXml" Target="../ink/ink323.xml"/><Relationship Id="rId259" Type="http://schemas.openxmlformats.org/officeDocument/2006/relationships/customXml" Target="../ink/ink344.xml"/><Relationship Id="rId23" Type="http://schemas.openxmlformats.org/officeDocument/2006/relationships/image" Target="../media/image225.png"/><Relationship Id="rId119" Type="http://schemas.openxmlformats.org/officeDocument/2006/relationships/image" Target="../media/image272.png"/><Relationship Id="rId270" Type="http://schemas.openxmlformats.org/officeDocument/2006/relationships/image" Target="../media/image347.png"/><Relationship Id="rId326" Type="http://schemas.openxmlformats.org/officeDocument/2006/relationships/image" Target="../media/image375.png"/><Relationship Id="rId65" Type="http://schemas.openxmlformats.org/officeDocument/2006/relationships/image" Target="../media/image245.png"/><Relationship Id="rId130" Type="http://schemas.openxmlformats.org/officeDocument/2006/relationships/customXml" Target="../ink/ink279.xml"/><Relationship Id="rId172" Type="http://schemas.openxmlformats.org/officeDocument/2006/relationships/customXml" Target="../ink/ink300.xml"/><Relationship Id="rId228" Type="http://schemas.openxmlformats.org/officeDocument/2006/relationships/image" Target="../media/image326.png"/><Relationship Id="rId281" Type="http://schemas.openxmlformats.org/officeDocument/2006/relationships/customXml" Target="../ink/ink355.xml"/><Relationship Id="rId337" Type="http://schemas.openxmlformats.org/officeDocument/2006/relationships/customXml" Target="../ink/ink383.xml"/><Relationship Id="rId34" Type="http://schemas.openxmlformats.org/officeDocument/2006/relationships/customXml" Target="../ink/ink231.xml"/><Relationship Id="rId76" Type="http://schemas.openxmlformats.org/officeDocument/2006/relationships/customXml" Target="../ink/ink252.xml"/><Relationship Id="rId141" Type="http://schemas.openxmlformats.org/officeDocument/2006/relationships/image" Target="../media/image283.png"/><Relationship Id="rId7" Type="http://schemas.openxmlformats.org/officeDocument/2006/relationships/image" Target="../media/image217.png"/><Relationship Id="rId183" Type="http://schemas.openxmlformats.org/officeDocument/2006/relationships/image" Target="../media/image304.png"/><Relationship Id="rId239" Type="http://schemas.openxmlformats.org/officeDocument/2006/relationships/customXml" Target="../ink/ink334.xml"/><Relationship Id="rId250" Type="http://schemas.openxmlformats.org/officeDocument/2006/relationships/image" Target="../media/image337.png"/><Relationship Id="rId292" Type="http://schemas.openxmlformats.org/officeDocument/2006/relationships/image" Target="../media/image358.png"/><Relationship Id="rId306" Type="http://schemas.openxmlformats.org/officeDocument/2006/relationships/image" Target="../media/image365.png"/><Relationship Id="rId45" Type="http://schemas.openxmlformats.org/officeDocument/2006/relationships/image" Target="../media/image235.png"/><Relationship Id="rId87" Type="http://schemas.openxmlformats.org/officeDocument/2006/relationships/image" Target="../media/image256.png"/><Relationship Id="rId110" Type="http://schemas.openxmlformats.org/officeDocument/2006/relationships/customXml" Target="../ink/ink269.xml"/><Relationship Id="rId152" Type="http://schemas.openxmlformats.org/officeDocument/2006/relationships/customXml" Target="../ink/ink290.xml"/><Relationship Id="rId173" Type="http://schemas.openxmlformats.org/officeDocument/2006/relationships/image" Target="../media/image299.png"/><Relationship Id="rId194" Type="http://schemas.openxmlformats.org/officeDocument/2006/relationships/image" Target="../media/image309.png"/><Relationship Id="rId208" Type="http://schemas.openxmlformats.org/officeDocument/2006/relationships/image" Target="../media/image316.png"/><Relationship Id="rId229" Type="http://schemas.openxmlformats.org/officeDocument/2006/relationships/customXml" Target="../ink/ink329.xml"/><Relationship Id="rId240" Type="http://schemas.openxmlformats.org/officeDocument/2006/relationships/image" Target="../media/image332.png"/><Relationship Id="rId261" Type="http://schemas.openxmlformats.org/officeDocument/2006/relationships/customXml" Target="../ink/ink345.xml"/><Relationship Id="rId14" Type="http://schemas.openxmlformats.org/officeDocument/2006/relationships/customXml" Target="../ink/ink221.xml"/><Relationship Id="rId35" Type="http://schemas.openxmlformats.org/officeDocument/2006/relationships/image" Target="../media/image230.png"/><Relationship Id="rId56" Type="http://schemas.openxmlformats.org/officeDocument/2006/relationships/customXml" Target="../ink/ink242.xml"/><Relationship Id="rId77" Type="http://schemas.openxmlformats.org/officeDocument/2006/relationships/image" Target="../media/image251.png"/><Relationship Id="rId100" Type="http://schemas.openxmlformats.org/officeDocument/2006/relationships/customXml" Target="../ink/ink264.xml"/><Relationship Id="rId282" Type="http://schemas.openxmlformats.org/officeDocument/2006/relationships/image" Target="../media/image353.png"/><Relationship Id="rId317" Type="http://schemas.openxmlformats.org/officeDocument/2006/relationships/customXml" Target="../ink/ink373.xml"/><Relationship Id="rId338" Type="http://schemas.openxmlformats.org/officeDocument/2006/relationships/image" Target="../media/image381.png"/><Relationship Id="rId8" Type="http://schemas.openxmlformats.org/officeDocument/2006/relationships/customXml" Target="../ink/ink218.xml"/><Relationship Id="rId98" Type="http://schemas.openxmlformats.org/officeDocument/2006/relationships/customXml" Target="../ink/ink263.xml"/><Relationship Id="rId121" Type="http://schemas.openxmlformats.org/officeDocument/2006/relationships/image" Target="../media/image273.png"/><Relationship Id="rId142" Type="http://schemas.openxmlformats.org/officeDocument/2006/relationships/customXml" Target="../ink/ink285.xml"/><Relationship Id="rId163" Type="http://schemas.openxmlformats.org/officeDocument/2006/relationships/image" Target="../media/image294.png"/><Relationship Id="rId184" Type="http://schemas.openxmlformats.org/officeDocument/2006/relationships/customXml" Target="../ink/ink306.xml"/><Relationship Id="rId219" Type="http://schemas.openxmlformats.org/officeDocument/2006/relationships/customXml" Target="../ink/ink324.xml"/><Relationship Id="rId230" Type="http://schemas.openxmlformats.org/officeDocument/2006/relationships/image" Target="../media/image327.png"/><Relationship Id="rId251" Type="http://schemas.openxmlformats.org/officeDocument/2006/relationships/customXml" Target="../ink/ink340.xml"/><Relationship Id="rId25" Type="http://schemas.openxmlformats.org/officeDocument/2006/relationships/image" Target="../media/image25.png"/><Relationship Id="rId46" Type="http://schemas.openxmlformats.org/officeDocument/2006/relationships/customXml" Target="../ink/ink237.xml"/><Relationship Id="rId67" Type="http://schemas.openxmlformats.org/officeDocument/2006/relationships/image" Target="../media/image246.png"/><Relationship Id="rId272" Type="http://schemas.openxmlformats.org/officeDocument/2006/relationships/image" Target="../media/image348.png"/><Relationship Id="rId293" Type="http://schemas.openxmlformats.org/officeDocument/2006/relationships/customXml" Target="../ink/ink361.xml"/><Relationship Id="rId307" Type="http://schemas.openxmlformats.org/officeDocument/2006/relationships/customXml" Target="../ink/ink368.xml"/><Relationship Id="rId328" Type="http://schemas.openxmlformats.org/officeDocument/2006/relationships/image" Target="../media/image376.png"/><Relationship Id="rId88" Type="http://schemas.openxmlformats.org/officeDocument/2006/relationships/customXml" Target="../ink/ink258.xml"/><Relationship Id="rId111" Type="http://schemas.openxmlformats.org/officeDocument/2006/relationships/image" Target="../media/image268.png"/><Relationship Id="rId132" Type="http://schemas.openxmlformats.org/officeDocument/2006/relationships/customXml" Target="../ink/ink280.xml"/><Relationship Id="rId153" Type="http://schemas.openxmlformats.org/officeDocument/2006/relationships/image" Target="../media/image289.png"/><Relationship Id="rId174" Type="http://schemas.openxmlformats.org/officeDocument/2006/relationships/customXml" Target="../ink/ink301.xml"/><Relationship Id="rId195" Type="http://schemas.openxmlformats.org/officeDocument/2006/relationships/customXml" Target="../ink/ink312.xml"/><Relationship Id="rId209" Type="http://schemas.openxmlformats.org/officeDocument/2006/relationships/customXml" Target="../ink/ink319.xml"/><Relationship Id="rId220" Type="http://schemas.openxmlformats.org/officeDocument/2006/relationships/image" Target="../media/image322.png"/><Relationship Id="rId241" Type="http://schemas.openxmlformats.org/officeDocument/2006/relationships/customXml" Target="../ink/ink335.xml"/><Relationship Id="rId15" Type="http://schemas.openxmlformats.org/officeDocument/2006/relationships/image" Target="../media/image221.png"/><Relationship Id="rId36" Type="http://schemas.openxmlformats.org/officeDocument/2006/relationships/customXml" Target="../ink/ink232.xml"/><Relationship Id="rId57" Type="http://schemas.openxmlformats.org/officeDocument/2006/relationships/image" Target="../media/image241.png"/><Relationship Id="rId262" Type="http://schemas.openxmlformats.org/officeDocument/2006/relationships/image" Target="../media/image343.png"/><Relationship Id="rId283" Type="http://schemas.openxmlformats.org/officeDocument/2006/relationships/customXml" Target="../ink/ink356.xml"/><Relationship Id="rId318" Type="http://schemas.openxmlformats.org/officeDocument/2006/relationships/image" Target="../media/image371.png"/><Relationship Id="rId78" Type="http://schemas.openxmlformats.org/officeDocument/2006/relationships/customXml" Target="../ink/ink253.xml"/><Relationship Id="rId99" Type="http://schemas.openxmlformats.org/officeDocument/2006/relationships/image" Target="../media/image262.png"/><Relationship Id="rId101" Type="http://schemas.openxmlformats.org/officeDocument/2006/relationships/image" Target="../media/image263.png"/><Relationship Id="rId122" Type="http://schemas.openxmlformats.org/officeDocument/2006/relationships/customXml" Target="../ink/ink275.xml"/><Relationship Id="rId143" Type="http://schemas.openxmlformats.org/officeDocument/2006/relationships/image" Target="../media/image284.png"/><Relationship Id="rId164" Type="http://schemas.openxmlformats.org/officeDocument/2006/relationships/customXml" Target="../ink/ink296.xml"/><Relationship Id="rId185" Type="http://schemas.openxmlformats.org/officeDocument/2006/relationships/image" Target="../media/image305.png"/><Relationship Id="rId9" Type="http://schemas.openxmlformats.org/officeDocument/2006/relationships/image" Target="../media/image218.png"/><Relationship Id="rId210" Type="http://schemas.openxmlformats.org/officeDocument/2006/relationships/image" Target="../media/image317.png"/><Relationship Id="rId26" Type="http://schemas.openxmlformats.org/officeDocument/2006/relationships/customXml" Target="../ink/ink227.xml"/><Relationship Id="rId231" Type="http://schemas.openxmlformats.org/officeDocument/2006/relationships/customXml" Target="../ink/ink330.xml"/><Relationship Id="rId252" Type="http://schemas.openxmlformats.org/officeDocument/2006/relationships/image" Target="../media/image338.png"/><Relationship Id="rId273" Type="http://schemas.openxmlformats.org/officeDocument/2006/relationships/customXml" Target="../ink/ink351.xml"/><Relationship Id="rId294" Type="http://schemas.openxmlformats.org/officeDocument/2006/relationships/image" Target="../media/image359.png"/><Relationship Id="rId308" Type="http://schemas.openxmlformats.org/officeDocument/2006/relationships/image" Target="../media/image366.png"/><Relationship Id="rId329" Type="http://schemas.openxmlformats.org/officeDocument/2006/relationships/customXml" Target="../ink/ink379.xml"/><Relationship Id="rId47" Type="http://schemas.openxmlformats.org/officeDocument/2006/relationships/image" Target="../media/image236.png"/><Relationship Id="rId68" Type="http://schemas.openxmlformats.org/officeDocument/2006/relationships/customXml" Target="../ink/ink248.xml"/><Relationship Id="rId89" Type="http://schemas.openxmlformats.org/officeDocument/2006/relationships/image" Target="../media/image257.png"/><Relationship Id="rId112" Type="http://schemas.openxmlformats.org/officeDocument/2006/relationships/customXml" Target="../ink/ink270.xml"/><Relationship Id="rId133" Type="http://schemas.openxmlformats.org/officeDocument/2006/relationships/image" Target="../media/image279.png"/><Relationship Id="rId154" Type="http://schemas.openxmlformats.org/officeDocument/2006/relationships/customXml" Target="../ink/ink291.xml"/><Relationship Id="rId175" Type="http://schemas.openxmlformats.org/officeDocument/2006/relationships/image" Target="../media/image300.png"/><Relationship Id="rId196" Type="http://schemas.openxmlformats.org/officeDocument/2006/relationships/image" Target="../media/image310.png"/><Relationship Id="rId200" Type="http://schemas.openxmlformats.org/officeDocument/2006/relationships/image" Target="../media/image312.png"/><Relationship Id="rId16" Type="http://schemas.openxmlformats.org/officeDocument/2006/relationships/customXml" Target="../ink/ink222.xml"/><Relationship Id="rId221" Type="http://schemas.openxmlformats.org/officeDocument/2006/relationships/customXml" Target="../ink/ink325.xml"/><Relationship Id="rId242" Type="http://schemas.openxmlformats.org/officeDocument/2006/relationships/image" Target="../media/image333.png"/><Relationship Id="rId263" Type="http://schemas.openxmlformats.org/officeDocument/2006/relationships/customXml" Target="../ink/ink346.xml"/><Relationship Id="rId284" Type="http://schemas.openxmlformats.org/officeDocument/2006/relationships/image" Target="../media/image354.png"/><Relationship Id="rId319" Type="http://schemas.openxmlformats.org/officeDocument/2006/relationships/customXml" Target="../ink/ink374.xml"/><Relationship Id="rId37" Type="http://schemas.openxmlformats.org/officeDocument/2006/relationships/image" Target="../media/image231.png"/><Relationship Id="rId58" Type="http://schemas.openxmlformats.org/officeDocument/2006/relationships/customXml" Target="../ink/ink243.xml"/><Relationship Id="rId79" Type="http://schemas.openxmlformats.org/officeDocument/2006/relationships/image" Target="../media/image252.png"/><Relationship Id="rId102" Type="http://schemas.openxmlformats.org/officeDocument/2006/relationships/customXml" Target="../ink/ink265.xml"/><Relationship Id="rId123" Type="http://schemas.openxmlformats.org/officeDocument/2006/relationships/image" Target="../media/image274.png"/><Relationship Id="rId144" Type="http://schemas.openxmlformats.org/officeDocument/2006/relationships/customXml" Target="../ink/ink286.xml"/><Relationship Id="rId330" Type="http://schemas.openxmlformats.org/officeDocument/2006/relationships/image" Target="../media/image377.png"/><Relationship Id="rId90" Type="http://schemas.openxmlformats.org/officeDocument/2006/relationships/customXml" Target="../ink/ink259.xml"/><Relationship Id="rId165" Type="http://schemas.openxmlformats.org/officeDocument/2006/relationships/image" Target="../media/image295.png"/><Relationship Id="rId186" Type="http://schemas.openxmlformats.org/officeDocument/2006/relationships/customXml" Target="../ink/ink307.xml"/><Relationship Id="rId211" Type="http://schemas.openxmlformats.org/officeDocument/2006/relationships/customXml" Target="../ink/ink320.xml"/><Relationship Id="rId232" Type="http://schemas.openxmlformats.org/officeDocument/2006/relationships/image" Target="../media/image328.png"/><Relationship Id="rId253" Type="http://schemas.openxmlformats.org/officeDocument/2006/relationships/customXml" Target="../ink/ink341.xml"/><Relationship Id="rId274" Type="http://schemas.openxmlformats.org/officeDocument/2006/relationships/image" Target="../media/image349.png"/><Relationship Id="rId295" Type="http://schemas.openxmlformats.org/officeDocument/2006/relationships/customXml" Target="../ink/ink362.xml"/><Relationship Id="rId309" Type="http://schemas.openxmlformats.org/officeDocument/2006/relationships/customXml" Target="../ink/ink369.xml"/><Relationship Id="rId27" Type="http://schemas.openxmlformats.org/officeDocument/2006/relationships/image" Target="../media/image226.png"/><Relationship Id="rId48" Type="http://schemas.openxmlformats.org/officeDocument/2006/relationships/customXml" Target="../ink/ink238.xml"/><Relationship Id="rId69" Type="http://schemas.openxmlformats.org/officeDocument/2006/relationships/image" Target="../media/image247.png"/><Relationship Id="rId113" Type="http://schemas.openxmlformats.org/officeDocument/2006/relationships/image" Target="../media/image269.png"/><Relationship Id="rId134" Type="http://schemas.openxmlformats.org/officeDocument/2006/relationships/customXml" Target="../ink/ink281.xml"/><Relationship Id="rId320" Type="http://schemas.openxmlformats.org/officeDocument/2006/relationships/image" Target="../media/image372.png"/><Relationship Id="rId80" Type="http://schemas.openxmlformats.org/officeDocument/2006/relationships/customXml" Target="../ink/ink254.xml"/><Relationship Id="rId155" Type="http://schemas.openxmlformats.org/officeDocument/2006/relationships/image" Target="../media/image290.png"/><Relationship Id="rId176" Type="http://schemas.openxmlformats.org/officeDocument/2006/relationships/customXml" Target="../ink/ink302.xml"/><Relationship Id="rId197" Type="http://schemas.openxmlformats.org/officeDocument/2006/relationships/customXml" Target="../ink/ink313.xml"/><Relationship Id="rId201" Type="http://schemas.openxmlformats.org/officeDocument/2006/relationships/customXml" Target="../ink/ink315.xml"/><Relationship Id="rId222" Type="http://schemas.openxmlformats.org/officeDocument/2006/relationships/image" Target="../media/image323.png"/><Relationship Id="rId243" Type="http://schemas.openxmlformats.org/officeDocument/2006/relationships/customXml" Target="../ink/ink336.xml"/><Relationship Id="rId264" Type="http://schemas.openxmlformats.org/officeDocument/2006/relationships/image" Target="../media/image344.png"/><Relationship Id="rId285" Type="http://schemas.openxmlformats.org/officeDocument/2006/relationships/customXml" Target="../ink/ink357.xml"/><Relationship Id="rId17" Type="http://schemas.openxmlformats.org/officeDocument/2006/relationships/image" Target="../media/image222.png"/><Relationship Id="rId38" Type="http://schemas.openxmlformats.org/officeDocument/2006/relationships/customXml" Target="../ink/ink233.xml"/><Relationship Id="rId59" Type="http://schemas.openxmlformats.org/officeDocument/2006/relationships/image" Target="../media/image242.png"/><Relationship Id="rId103" Type="http://schemas.openxmlformats.org/officeDocument/2006/relationships/image" Target="../media/image264.png"/><Relationship Id="rId124" Type="http://schemas.openxmlformats.org/officeDocument/2006/relationships/customXml" Target="../ink/ink276.xml"/><Relationship Id="rId310" Type="http://schemas.openxmlformats.org/officeDocument/2006/relationships/image" Target="../media/image367.png"/><Relationship Id="rId70" Type="http://schemas.openxmlformats.org/officeDocument/2006/relationships/customXml" Target="../ink/ink249.xml"/><Relationship Id="rId91" Type="http://schemas.openxmlformats.org/officeDocument/2006/relationships/image" Target="../media/image258.png"/><Relationship Id="rId145" Type="http://schemas.openxmlformats.org/officeDocument/2006/relationships/image" Target="../media/image285.png"/><Relationship Id="rId166" Type="http://schemas.openxmlformats.org/officeDocument/2006/relationships/customXml" Target="../ink/ink297.xml"/><Relationship Id="rId187" Type="http://schemas.openxmlformats.org/officeDocument/2006/relationships/customXml" Target="../ink/ink308.xml"/><Relationship Id="rId331" Type="http://schemas.openxmlformats.org/officeDocument/2006/relationships/customXml" Target="../ink/ink380.xml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318.png"/><Relationship Id="rId233" Type="http://schemas.openxmlformats.org/officeDocument/2006/relationships/customXml" Target="../ink/ink331.xml"/><Relationship Id="rId254" Type="http://schemas.openxmlformats.org/officeDocument/2006/relationships/image" Target="../media/image339.png"/><Relationship Id="rId28" Type="http://schemas.openxmlformats.org/officeDocument/2006/relationships/customXml" Target="../ink/ink228.xml"/><Relationship Id="rId49" Type="http://schemas.openxmlformats.org/officeDocument/2006/relationships/image" Target="../media/image237.png"/><Relationship Id="rId114" Type="http://schemas.openxmlformats.org/officeDocument/2006/relationships/customXml" Target="../ink/ink271.xml"/><Relationship Id="rId275" Type="http://schemas.openxmlformats.org/officeDocument/2006/relationships/customXml" Target="../ink/ink352.xml"/><Relationship Id="rId296" Type="http://schemas.openxmlformats.org/officeDocument/2006/relationships/image" Target="../media/image360.png"/><Relationship Id="rId300" Type="http://schemas.openxmlformats.org/officeDocument/2006/relationships/image" Target="../media/image362.png"/><Relationship Id="rId60" Type="http://schemas.openxmlformats.org/officeDocument/2006/relationships/customXml" Target="../ink/ink244.xml"/><Relationship Id="rId81" Type="http://schemas.openxmlformats.org/officeDocument/2006/relationships/image" Target="../media/image253.png"/><Relationship Id="rId135" Type="http://schemas.openxmlformats.org/officeDocument/2006/relationships/image" Target="../media/image280.png"/><Relationship Id="rId156" Type="http://schemas.openxmlformats.org/officeDocument/2006/relationships/customXml" Target="../ink/ink292.xml"/><Relationship Id="rId177" Type="http://schemas.openxmlformats.org/officeDocument/2006/relationships/image" Target="../media/image301.png"/><Relationship Id="rId198" Type="http://schemas.openxmlformats.org/officeDocument/2006/relationships/image" Target="../media/image311.png"/><Relationship Id="rId321" Type="http://schemas.openxmlformats.org/officeDocument/2006/relationships/customXml" Target="../ink/ink375.xml"/><Relationship Id="rId202" Type="http://schemas.openxmlformats.org/officeDocument/2006/relationships/image" Target="../media/image313.png"/><Relationship Id="rId223" Type="http://schemas.openxmlformats.org/officeDocument/2006/relationships/customXml" Target="../ink/ink326.xml"/><Relationship Id="rId244" Type="http://schemas.openxmlformats.org/officeDocument/2006/relationships/image" Target="../media/image334.png"/><Relationship Id="rId18" Type="http://schemas.openxmlformats.org/officeDocument/2006/relationships/customXml" Target="../ink/ink223.xml"/><Relationship Id="rId39" Type="http://schemas.openxmlformats.org/officeDocument/2006/relationships/image" Target="../media/image232.png"/><Relationship Id="rId265" Type="http://schemas.openxmlformats.org/officeDocument/2006/relationships/customXml" Target="../ink/ink347.xml"/><Relationship Id="rId286" Type="http://schemas.openxmlformats.org/officeDocument/2006/relationships/image" Target="../media/image355.png"/><Relationship Id="rId50" Type="http://schemas.openxmlformats.org/officeDocument/2006/relationships/customXml" Target="../ink/ink239.xml"/><Relationship Id="rId104" Type="http://schemas.openxmlformats.org/officeDocument/2006/relationships/customXml" Target="../ink/ink266.xml"/><Relationship Id="rId125" Type="http://schemas.openxmlformats.org/officeDocument/2006/relationships/image" Target="../media/image275.png"/><Relationship Id="rId146" Type="http://schemas.openxmlformats.org/officeDocument/2006/relationships/customXml" Target="../ink/ink287.xml"/><Relationship Id="rId167" Type="http://schemas.openxmlformats.org/officeDocument/2006/relationships/image" Target="../media/image296.png"/><Relationship Id="rId188" Type="http://schemas.openxmlformats.org/officeDocument/2006/relationships/image" Target="../media/image306.png"/><Relationship Id="rId311" Type="http://schemas.openxmlformats.org/officeDocument/2006/relationships/customXml" Target="../ink/ink370.xml"/><Relationship Id="rId332" Type="http://schemas.openxmlformats.org/officeDocument/2006/relationships/image" Target="../media/image378.png"/><Relationship Id="rId71" Type="http://schemas.openxmlformats.org/officeDocument/2006/relationships/image" Target="../media/image248.png"/><Relationship Id="rId92" Type="http://schemas.openxmlformats.org/officeDocument/2006/relationships/customXml" Target="../ink/ink260.xml"/><Relationship Id="rId213" Type="http://schemas.openxmlformats.org/officeDocument/2006/relationships/customXml" Target="../ink/ink321.xml"/><Relationship Id="rId234" Type="http://schemas.openxmlformats.org/officeDocument/2006/relationships/image" Target="../media/image329.png"/><Relationship Id="rId2" Type="http://schemas.openxmlformats.org/officeDocument/2006/relationships/customXml" Target="../ink/ink215.xml"/><Relationship Id="rId29" Type="http://schemas.openxmlformats.org/officeDocument/2006/relationships/image" Target="../media/image227.png"/><Relationship Id="rId255" Type="http://schemas.openxmlformats.org/officeDocument/2006/relationships/customXml" Target="../ink/ink342.xml"/><Relationship Id="rId276" Type="http://schemas.openxmlformats.org/officeDocument/2006/relationships/image" Target="../media/image350.png"/><Relationship Id="rId297" Type="http://schemas.openxmlformats.org/officeDocument/2006/relationships/customXml" Target="../ink/ink363.xml"/><Relationship Id="rId40" Type="http://schemas.openxmlformats.org/officeDocument/2006/relationships/customXml" Target="../ink/ink234.xml"/><Relationship Id="rId115" Type="http://schemas.openxmlformats.org/officeDocument/2006/relationships/image" Target="../media/image270.png"/><Relationship Id="rId136" Type="http://schemas.openxmlformats.org/officeDocument/2006/relationships/customXml" Target="../ink/ink282.xml"/><Relationship Id="rId157" Type="http://schemas.openxmlformats.org/officeDocument/2006/relationships/image" Target="../media/image291.png"/><Relationship Id="rId178" Type="http://schemas.openxmlformats.org/officeDocument/2006/relationships/customXml" Target="../ink/ink303.xml"/><Relationship Id="rId301" Type="http://schemas.openxmlformats.org/officeDocument/2006/relationships/customXml" Target="../ink/ink365.xml"/><Relationship Id="rId322" Type="http://schemas.openxmlformats.org/officeDocument/2006/relationships/image" Target="../media/image373.png"/><Relationship Id="rId61" Type="http://schemas.openxmlformats.org/officeDocument/2006/relationships/image" Target="../media/image243.png"/><Relationship Id="rId82" Type="http://schemas.openxmlformats.org/officeDocument/2006/relationships/customXml" Target="../ink/ink255.xml"/><Relationship Id="rId199" Type="http://schemas.openxmlformats.org/officeDocument/2006/relationships/customXml" Target="../ink/ink314.xml"/><Relationship Id="rId203" Type="http://schemas.openxmlformats.org/officeDocument/2006/relationships/customXml" Target="../ink/ink316.xml"/><Relationship Id="rId19" Type="http://schemas.openxmlformats.org/officeDocument/2006/relationships/image" Target="../media/image223.png"/><Relationship Id="rId224" Type="http://schemas.openxmlformats.org/officeDocument/2006/relationships/image" Target="../media/image324.png"/><Relationship Id="rId245" Type="http://schemas.openxmlformats.org/officeDocument/2006/relationships/customXml" Target="../ink/ink337.xml"/><Relationship Id="rId266" Type="http://schemas.openxmlformats.org/officeDocument/2006/relationships/image" Target="../media/image345.png"/><Relationship Id="rId287" Type="http://schemas.openxmlformats.org/officeDocument/2006/relationships/customXml" Target="../ink/ink358.xml"/><Relationship Id="rId30" Type="http://schemas.openxmlformats.org/officeDocument/2006/relationships/customXml" Target="../ink/ink229.xml"/><Relationship Id="rId105" Type="http://schemas.openxmlformats.org/officeDocument/2006/relationships/image" Target="../media/image265.png"/><Relationship Id="rId126" Type="http://schemas.openxmlformats.org/officeDocument/2006/relationships/customXml" Target="../ink/ink277.xml"/><Relationship Id="rId147" Type="http://schemas.openxmlformats.org/officeDocument/2006/relationships/image" Target="../media/image286.png"/><Relationship Id="rId168" Type="http://schemas.openxmlformats.org/officeDocument/2006/relationships/customXml" Target="../ink/ink298.xml"/><Relationship Id="rId312" Type="http://schemas.openxmlformats.org/officeDocument/2006/relationships/image" Target="../media/image368.png"/><Relationship Id="rId333" Type="http://schemas.openxmlformats.org/officeDocument/2006/relationships/customXml" Target="../ink/ink381.xml"/><Relationship Id="rId51" Type="http://schemas.openxmlformats.org/officeDocument/2006/relationships/image" Target="../media/image238.png"/><Relationship Id="rId72" Type="http://schemas.openxmlformats.org/officeDocument/2006/relationships/customXml" Target="../ink/ink250.xml"/><Relationship Id="rId93" Type="http://schemas.openxmlformats.org/officeDocument/2006/relationships/image" Target="../media/image259.png"/><Relationship Id="rId189" Type="http://schemas.openxmlformats.org/officeDocument/2006/relationships/customXml" Target="../ink/ink309.xml"/><Relationship Id="rId3" Type="http://schemas.openxmlformats.org/officeDocument/2006/relationships/image" Target="../media/image215.png"/><Relationship Id="rId214" Type="http://schemas.openxmlformats.org/officeDocument/2006/relationships/image" Target="../media/image319.png"/><Relationship Id="rId235" Type="http://schemas.openxmlformats.org/officeDocument/2006/relationships/customXml" Target="../ink/ink332.xml"/><Relationship Id="rId256" Type="http://schemas.openxmlformats.org/officeDocument/2006/relationships/image" Target="../media/image340.png"/><Relationship Id="rId277" Type="http://schemas.openxmlformats.org/officeDocument/2006/relationships/customXml" Target="../ink/ink353.xml"/><Relationship Id="rId298" Type="http://schemas.openxmlformats.org/officeDocument/2006/relationships/image" Target="../media/image361.png"/><Relationship Id="rId116" Type="http://schemas.openxmlformats.org/officeDocument/2006/relationships/customXml" Target="../ink/ink272.xml"/><Relationship Id="rId137" Type="http://schemas.openxmlformats.org/officeDocument/2006/relationships/image" Target="../media/image281.png"/><Relationship Id="rId158" Type="http://schemas.openxmlformats.org/officeDocument/2006/relationships/customXml" Target="../ink/ink293.xml"/><Relationship Id="rId302" Type="http://schemas.openxmlformats.org/officeDocument/2006/relationships/image" Target="../media/image363.png"/><Relationship Id="rId323" Type="http://schemas.openxmlformats.org/officeDocument/2006/relationships/customXml" Target="../ink/ink376.xml"/><Relationship Id="rId20" Type="http://schemas.openxmlformats.org/officeDocument/2006/relationships/customXml" Target="../ink/ink224.xml"/><Relationship Id="rId41" Type="http://schemas.openxmlformats.org/officeDocument/2006/relationships/image" Target="../media/image233.png"/><Relationship Id="rId62" Type="http://schemas.openxmlformats.org/officeDocument/2006/relationships/customXml" Target="../ink/ink245.xml"/><Relationship Id="rId83" Type="http://schemas.openxmlformats.org/officeDocument/2006/relationships/image" Target="../media/image254.png"/><Relationship Id="rId179" Type="http://schemas.openxmlformats.org/officeDocument/2006/relationships/image" Target="../media/image302.png"/><Relationship Id="rId190" Type="http://schemas.openxmlformats.org/officeDocument/2006/relationships/image" Target="../media/image307.png"/><Relationship Id="rId204" Type="http://schemas.openxmlformats.org/officeDocument/2006/relationships/image" Target="../media/image314.png"/><Relationship Id="rId225" Type="http://schemas.openxmlformats.org/officeDocument/2006/relationships/customXml" Target="../ink/ink327.xml"/><Relationship Id="rId246" Type="http://schemas.openxmlformats.org/officeDocument/2006/relationships/image" Target="../media/image335.png"/><Relationship Id="rId267" Type="http://schemas.openxmlformats.org/officeDocument/2006/relationships/customXml" Target="../ink/ink348.xml"/><Relationship Id="rId288" Type="http://schemas.openxmlformats.org/officeDocument/2006/relationships/image" Target="../media/image356.png"/><Relationship Id="rId106" Type="http://schemas.openxmlformats.org/officeDocument/2006/relationships/customXml" Target="../ink/ink267.xml"/><Relationship Id="rId127" Type="http://schemas.openxmlformats.org/officeDocument/2006/relationships/image" Target="../media/image276.png"/><Relationship Id="rId313" Type="http://schemas.openxmlformats.org/officeDocument/2006/relationships/customXml" Target="../ink/ink371.xml"/><Relationship Id="rId10" Type="http://schemas.openxmlformats.org/officeDocument/2006/relationships/customXml" Target="../ink/ink219.xml"/><Relationship Id="rId31" Type="http://schemas.openxmlformats.org/officeDocument/2006/relationships/image" Target="../media/image228.png"/><Relationship Id="rId52" Type="http://schemas.openxmlformats.org/officeDocument/2006/relationships/customXml" Target="../ink/ink240.xml"/><Relationship Id="rId73" Type="http://schemas.openxmlformats.org/officeDocument/2006/relationships/image" Target="../media/image249.png"/><Relationship Id="rId94" Type="http://schemas.openxmlformats.org/officeDocument/2006/relationships/customXml" Target="../ink/ink261.xml"/><Relationship Id="rId148" Type="http://schemas.openxmlformats.org/officeDocument/2006/relationships/customXml" Target="../ink/ink288.xml"/><Relationship Id="rId169" Type="http://schemas.openxmlformats.org/officeDocument/2006/relationships/image" Target="../media/image297.png"/><Relationship Id="rId334" Type="http://schemas.openxmlformats.org/officeDocument/2006/relationships/image" Target="../media/image379.png"/><Relationship Id="rId4" Type="http://schemas.openxmlformats.org/officeDocument/2006/relationships/customXml" Target="../ink/ink216.xml"/><Relationship Id="rId180" Type="http://schemas.openxmlformats.org/officeDocument/2006/relationships/customXml" Target="../ink/ink304.xml"/><Relationship Id="rId215" Type="http://schemas.openxmlformats.org/officeDocument/2006/relationships/customXml" Target="../ink/ink322.xml"/><Relationship Id="rId236" Type="http://schemas.openxmlformats.org/officeDocument/2006/relationships/image" Target="../media/image330.png"/><Relationship Id="rId257" Type="http://schemas.openxmlformats.org/officeDocument/2006/relationships/customXml" Target="../ink/ink343.xml"/><Relationship Id="rId278" Type="http://schemas.openxmlformats.org/officeDocument/2006/relationships/image" Target="../media/image351.png"/><Relationship Id="rId303" Type="http://schemas.openxmlformats.org/officeDocument/2006/relationships/customXml" Target="../ink/ink366.xml"/><Relationship Id="rId42" Type="http://schemas.openxmlformats.org/officeDocument/2006/relationships/customXml" Target="../ink/ink235.xml"/><Relationship Id="rId84" Type="http://schemas.openxmlformats.org/officeDocument/2006/relationships/customXml" Target="../ink/ink256.xml"/><Relationship Id="rId138" Type="http://schemas.openxmlformats.org/officeDocument/2006/relationships/customXml" Target="../ink/ink283.xml"/><Relationship Id="rId191" Type="http://schemas.openxmlformats.org/officeDocument/2006/relationships/customXml" Target="../ink/ink310.xml"/><Relationship Id="rId205" Type="http://schemas.openxmlformats.org/officeDocument/2006/relationships/customXml" Target="../ink/ink317.xml"/><Relationship Id="rId247" Type="http://schemas.openxmlformats.org/officeDocument/2006/relationships/customXml" Target="../ink/ink338.xml"/><Relationship Id="rId107" Type="http://schemas.openxmlformats.org/officeDocument/2006/relationships/image" Target="../media/image266.png"/><Relationship Id="rId289" Type="http://schemas.openxmlformats.org/officeDocument/2006/relationships/customXml" Target="../ink/ink359.xml"/><Relationship Id="rId11" Type="http://schemas.openxmlformats.org/officeDocument/2006/relationships/image" Target="../media/image219.png"/><Relationship Id="rId53" Type="http://schemas.openxmlformats.org/officeDocument/2006/relationships/image" Target="../media/image239.png"/><Relationship Id="rId149" Type="http://schemas.openxmlformats.org/officeDocument/2006/relationships/image" Target="../media/image287.png"/><Relationship Id="rId314" Type="http://schemas.openxmlformats.org/officeDocument/2006/relationships/image" Target="../media/image369.png"/><Relationship Id="rId95" Type="http://schemas.openxmlformats.org/officeDocument/2006/relationships/image" Target="../media/image260.png"/><Relationship Id="rId160" Type="http://schemas.openxmlformats.org/officeDocument/2006/relationships/customXml" Target="../ink/ink294.xml"/><Relationship Id="rId216" Type="http://schemas.openxmlformats.org/officeDocument/2006/relationships/image" Target="../media/image320.png"/><Relationship Id="rId258" Type="http://schemas.openxmlformats.org/officeDocument/2006/relationships/image" Target="../media/image341.png"/><Relationship Id="rId22" Type="http://schemas.openxmlformats.org/officeDocument/2006/relationships/customXml" Target="../ink/ink225.xml"/><Relationship Id="rId64" Type="http://schemas.openxmlformats.org/officeDocument/2006/relationships/customXml" Target="../ink/ink246.xml"/><Relationship Id="rId118" Type="http://schemas.openxmlformats.org/officeDocument/2006/relationships/customXml" Target="../ink/ink273.xml"/><Relationship Id="rId325" Type="http://schemas.openxmlformats.org/officeDocument/2006/relationships/customXml" Target="../ink/ink377.xml"/><Relationship Id="rId171" Type="http://schemas.openxmlformats.org/officeDocument/2006/relationships/image" Target="../media/image298.png"/><Relationship Id="rId227" Type="http://schemas.openxmlformats.org/officeDocument/2006/relationships/customXml" Target="../ink/ink328.xml"/><Relationship Id="rId269" Type="http://schemas.openxmlformats.org/officeDocument/2006/relationships/customXml" Target="../ink/ink349.xml"/><Relationship Id="rId33" Type="http://schemas.openxmlformats.org/officeDocument/2006/relationships/image" Target="../media/image229.png"/><Relationship Id="rId129" Type="http://schemas.openxmlformats.org/officeDocument/2006/relationships/image" Target="../media/image277.png"/><Relationship Id="rId280" Type="http://schemas.openxmlformats.org/officeDocument/2006/relationships/image" Target="../media/image352.png"/><Relationship Id="rId336" Type="http://schemas.openxmlformats.org/officeDocument/2006/relationships/image" Target="../media/image380.png"/><Relationship Id="rId75" Type="http://schemas.openxmlformats.org/officeDocument/2006/relationships/image" Target="../media/image250.png"/><Relationship Id="rId140" Type="http://schemas.openxmlformats.org/officeDocument/2006/relationships/customXml" Target="../ink/ink284.xml"/><Relationship Id="rId182" Type="http://schemas.openxmlformats.org/officeDocument/2006/relationships/customXml" Target="../ink/ink305.xml"/><Relationship Id="rId6" Type="http://schemas.openxmlformats.org/officeDocument/2006/relationships/customXml" Target="../ink/ink217.xml"/><Relationship Id="rId238" Type="http://schemas.openxmlformats.org/officeDocument/2006/relationships/image" Target="../media/image331.png"/><Relationship Id="rId291" Type="http://schemas.openxmlformats.org/officeDocument/2006/relationships/customXml" Target="../ink/ink360.xml"/><Relationship Id="rId305" Type="http://schemas.openxmlformats.org/officeDocument/2006/relationships/customXml" Target="../ink/ink367.xml"/><Relationship Id="rId44" Type="http://schemas.openxmlformats.org/officeDocument/2006/relationships/customXml" Target="../ink/ink236.xml"/><Relationship Id="rId86" Type="http://schemas.openxmlformats.org/officeDocument/2006/relationships/customXml" Target="../ink/ink257.xml"/><Relationship Id="rId151" Type="http://schemas.openxmlformats.org/officeDocument/2006/relationships/image" Target="../media/image288.png"/><Relationship Id="rId193" Type="http://schemas.openxmlformats.org/officeDocument/2006/relationships/customXml" Target="../ink/ink311.xml"/><Relationship Id="rId207" Type="http://schemas.openxmlformats.org/officeDocument/2006/relationships/customXml" Target="../ink/ink318.xml"/><Relationship Id="rId249" Type="http://schemas.openxmlformats.org/officeDocument/2006/relationships/customXml" Target="../ink/ink339.xml"/><Relationship Id="rId13" Type="http://schemas.openxmlformats.org/officeDocument/2006/relationships/image" Target="../media/image220.png"/><Relationship Id="rId109" Type="http://schemas.openxmlformats.org/officeDocument/2006/relationships/image" Target="../media/image267.png"/><Relationship Id="rId260" Type="http://schemas.openxmlformats.org/officeDocument/2006/relationships/image" Target="../media/image342.png"/><Relationship Id="rId316" Type="http://schemas.openxmlformats.org/officeDocument/2006/relationships/image" Target="../media/image370.png"/><Relationship Id="rId55" Type="http://schemas.openxmlformats.org/officeDocument/2006/relationships/image" Target="../media/image240.png"/><Relationship Id="rId97" Type="http://schemas.openxmlformats.org/officeDocument/2006/relationships/image" Target="../media/image261.png"/><Relationship Id="rId120" Type="http://schemas.openxmlformats.org/officeDocument/2006/relationships/customXml" Target="../ink/ink274.xml"/><Relationship Id="rId162" Type="http://schemas.openxmlformats.org/officeDocument/2006/relationships/customXml" Target="../ink/ink295.xml"/><Relationship Id="rId218" Type="http://schemas.openxmlformats.org/officeDocument/2006/relationships/image" Target="../media/image321.png"/><Relationship Id="rId271" Type="http://schemas.openxmlformats.org/officeDocument/2006/relationships/customXml" Target="../ink/ink350.xml"/><Relationship Id="rId24" Type="http://schemas.openxmlformats.org/officeDocument/2006/relationships/customXml" Target="../ink/ink226.xml"/><Relationship Id="rId66" Type="http://schemas.openxmlformats.org/officeDocument/2006/relationships/customXml" Target="../ink/ink247.xml"/><Relationship Id="rId131" Type="http://schemas.openxmlformats.org/officeDocument/2006/relationships/image" Target="../media/image278.png"/><Relationship Id="rId327" Type="http://schemas.openxmlformats.org/officeDocument/2006/relationships/customXml" Target="../ink/ink378.xml"/></Relationships>
</file>

<file path=ppt/slides/_rels/slide7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96.xml"/><Relationship Id="rId21" Type="http://schemas.openxmlformats.org/officeDocument/2006/relationships/image" Target="../media/image391.png"/><Relationship Id="rId42" Type="http://schemas.openxmlformats.org/officeDocument/2006/relationships/customXml" Target="../ink/ink404.xml"/><Relationship Id="rId47" Type="http://schemas.openxmlformats.org/officeDocument/2006/relationships/image" Target="../media/image404.png"/><Relationship Id="rId63" Type="http://schemas.openxmlformats.org/officeDocument/2006/relationships/image" Target="../media/image412.png"/><Relationship Id="rId68" Type="http://schemas.openxmlformats.org/officeDocument/2006/relationships/customXml" Target="../ink/ink417.xml"/><Relationship Id="rId7" Type="http://schemas.openxmlformats.org/officeDocument/2006/relationships/image" Target="../media/image384.png"/><Relationship Id="rId2" Type="http://schemas.openxmlformats.org/officeDocument/2006/relationships/customXml" Target="../ink/ink384.xml"/><Relationship Id="rId16" Type="http://schemas.openxmlformats.org/officeDocument/2006/relationships/customXml" Target="../ink/ink391.xml"/><Relationship Id="rId29" Type="http://schemas.openxmlformats.org/officeDocument/2006/relationships/image" Target="../media/image395.png"/><Relationship Id="rId11" Type="http://schemas.openxmlformats.org/officeDocument/2006/relationships/image" Target="../media/image386.png"/><Relationship Id="rId24" Type="http://schemas.openxmlformats.org/officeDocument/2006/relationships/customXml" Target="../ink/ink395.xml"/><Relationship Id="rId32" Type="http://schemas.openxmlformats.org/officeDocument/2006/relationships/customXml" Target="../ink/ink399.xml"/><Relationship Id="rId37" Type="http://schemas.openxmlformats.org/officeDocument/2006/relationships/image" Target="../media/image399.png"/><Relationship Id="rId40" Type="http://schemas.openxmlformats.org/officeDocument/2006/relationships/customXml" Target="../ink/ink403.xml"/><Relationship Id="rId45" Type="http://schemas.openxmlformats.org/officeDocument/2006/relationships/image" Target="../media/image403.png"/><Relationship Id="rId53" Type="http://schemas.openxmlformats.org/officeDocument/2006/relationships/image" Target="../media/image407.png"/><Relationship Id="rId58" Type="http://schemas.openxmlformats.org/officeDocument/2006/relationships/customXml" Target="../ink/ink412.xml"/><Relationship Id="rId66" Type="http://schemas.openxmlformats.org/officeDocument/2006/relationships/customXml" Target="../ink/ink416.xml"/><Relationship Id="rId5" Type="http://schemas.openxmlformats.org/officeDocument/2006/relationships/image" Target="../media/image383.png"/><Relationship Id="rId61" Type="http://schemas.openxmlformats.org/officeDocument/2006/relationships/image" Target="../media/image411.png"/><Relationship Id="rId19" Type="http://schemas.openxmlformats.org/officeDocument/2006/relationships/image" Target="../media/image390.png"/><Relationship Id="rId14" Type="http://schemas.openxmlformats.org/officeDocument/2006/relationships/customXml" Target="../ink/ink390.xml"/><Relationship Id="rId22" Type="http://schemas.openxmlformats.org/officeDocument/2006/relationships/customXml" Target="../ink/ink394.xml"/><Relationship Id="rId27" Type="http://schemas.openxmlformats.org/officeDocument/2006/relationships/image" Target="../media/image394.png"/><Relationship Id="rId30" Type="http://schemas.openxmlformats.org/officeDocument/2006/relationships/customXml" Target="../ink/ink398.xml"/><Relationship Id="rId35" Type="http://schemas.openxmlformats.org/officeDocument/2006/relationships/image" Target="../media/image398.png"/><Relationship Id="rId43" Type="http://schemas.openxmlformats.org/officeDocument/2006/relationships/image" Target="../media/image402.png"/><Relationship Id="rId48" Type="http://schemas.openxmlformats.org/officeDocument/2006/relationships/customXml" Target="../ink/ink407.xml"/><Relationship Id="rId56" Type="http://schemas.openxmlformats.org/officeDocument/2006/relationships/customXml" Target="../ink/ink411.xml"/><Relationship Id="rId64" Type="http://schemas.openxmlformats.org/officeDocument/2006/relationships/customXml" Target="../ink/ink415.xml"/><Relationship Id="rId69" Type="http://schemas.openxmlformats.org/officeDocument/2006/relationships/image" Target="../media/image415.png"/><Relationship Id="rId8" Type="http://schemas.openxmlformats.org/officeDocument/2006/relationships/customXml" Target="../ink/ink387.xml"/><Relationship Id="rId51" Type="http://schemas.openxmlformats.org/officeDocument/2006/relationships/image" Target="../media/image406.png"/><Relationship Id="rId3" Type="http://schemas.openxmlformats.org/officeDocument/2006/relationships/image" Target="../media/image382.png"/><Relationship Id="rId12" Type="http://schemas.openxmlformats.org/officeDocument/2006/relationships/customXml" Target="../ink/ink389.xml"/><Relationship Id="rId17" Type="http://schemas.openxmlformats.org/officeDocument/2006/relationships/image" Target="../media/image389.png"/><Relationship Id="rId25" Type="http://schemas.openxmlformats.org/officeDocument/2006/relationships/image" Target="../media/image393.png"/><Relationship Id="rId33" Type="http://schemas.openxmlformats.org/officeDocument/2006/relationships/image" Target="../media/image397.png"/><Relationship Id="rId38" Type="http://schemas.openxmlformats.org/officeDocument/2006/relationships/customXml" Target="../ink/ink402.xml"/><Relationship Id="rId46" Type="http://schemas.openxmlformats.org/officeDocument/2006/relationships/customXml" Target="../ink/ink406.xml"/><Relationship Id="rId59" Type="http://schemas.openxmlformats.org/officeDocument/2006/relationships/image" Target="../media/image410.png"/><Relationship Id="rId67" Type="http://schemas.openxmlformats.org/officeDocument/2006/relationships/image" Target="../media/image414.png"/><Relationship Id="rId20" Type="http://schemas.openxmlformats.org/officeDocument/2006/relationships/customXml" Target="../ink/ink393.xml"/><Relationship Id="rId41" Type="http://schemas.openxmlformats.org/officeDocument/2006/relationships/image" Target="../media/image401.png"/><Relationship Id="rId54" Type="http://schemas.openxmlformats.org/officeDocument/2006/relationships/customXml" Target="../ink/ink410.xml"/><Relationship Id="rId62" Type="http://schemas.openxmlformats.org/officeDocument/2006/relationships/customXml" Target="../ink/ink414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86.xml"/><Relationship Id="rId15" Type="http://schemas.openxmlformats.org/officeDocument/2006/relationships/image" Target="../media/image388.png"/><Relationship Id="rId23" Type="http://schemas.openxmlformats.org/officeDocument/2006/relationships/image" Target="../media/image392.png"/><Relationship Id="rId28" Type="http://schemas.openxmlformats.org/officeDocument/2006/relationships/customXml" Target="../ink/ink397.xml"/><Relationship Id="rId36" Type="http://schemas.openxmlformats.org/officeDocument/2006/relationships/customXml" Target="../ink/ink401.xml"/><Relationship Id="rId49" Type="http://schemas.openxmlformats.org/officeDocument/2006/relationships/image" Target="../media/image405.png"/><Relationship Id="rId57" Type="http://schemas.openxmlformats.org/officeDocument/2006/relationships/image" Target="../media/image409.png"/><Relationship Id="rId10" Type="http://schemas.openxmlformats.org/officeDocument/2006/relationships/customXml" Target="../ink/ink388.xml"/><Relationship Id="rId31" Type="http://schemas.openxmlformats.org/officeDocument/2006/relationships/image" Target="../media/image396.png"/><Relationship Id="rId44" Type="http://schemas.openxmlformats.org/officeDocument/2006/relationships/customXml" Target="../ink/ink405.xml"/><Relationship Id="rId52" Type="http://schemas.openxmlformats.org/officeDocument/2006/relationships/customXml" Target="../ink/ink409.xml"/><Relationship Id="rId60" Type="http://schemas.openxmlformats.org/officeDocument/2006/relationships/customXml" Target="../ink/ink413.xml"/><Relationship Id="rId65" Type="http://schemas.openxmlformats.org/officeDocument/2006/relationships/image" Target="../media/image413.png"/><Relationship Id="rId4" Type="http://schemas.openxmlformats.org/officeDocument/2006/relationships/customXml" Target="../ink/ink385.xml"/><Relationship Id="rId9" Type="http://schemas.openxmlformats.org/officeDocument/2006/relationships/image" Target="../media/image385.png"/><Relationship Id="rId13" Type="http://schemas.openxmlformats.org/officeDocument/2006/relationships/image" Target="../media/image387.png"/><Relationship Id="rId18" Type="http://schemas.openxmlformats.org/officeDocument/2006/relationships/customXml" Target="../ink/ink392.xml"/><Relationship Id="rId39" Type="http://schemas.openxmlformats.org/officeDocument/2006/relationships/image" Target="../media/image400.png"/><Relationship Id="rId34" Type="http://schemas.openxmlformats.org/officeDocument/2006/relationships/customXml" Target="../ink/ink400.xml"/><Relationship Id="rId50" Type="http://schemas.openxmlformats.org/officeDocument/2006/relationships/customXml" Target="../ink/ink408.xml"/><Relationship Id="rId55" Type="http://schemas.openxmlformats.org/officeDocument/2006/relationships/image" Target="../media/image408.png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73.png"/><Relationship Id="rId21" Type="http://schemas.openxmlformats.org/officeDocument/2006/relationships/image" Target="../media/image425.png"/><Relationship Id="rId42" Type="http://schemas.openxmlformats.org/officeDocument/2006/relationships/customXml" Target="../ink/ink438.xml"/><Relationship Id="rId63" Type="http://schemas.openxmlformats.org/officeDocument/2006/relationships/image" Target="../media/image446.png"/><Relationship Id="rId84" Type="http://schemas.openxmlformats.org/officeDocument/2006/relationships/customXml" Target="../ink/ink459.xml"/><Relationship Id="rId138" Type="http://schemas.openxmlformats.org/officeDocument/2006/relationships/customXml" Target="../ink/ink486.xml"/><Relationship Id="rId159" Type="http://schemas.openxmlformats.org/officeDocument/2006/relationships/image" Target="../media/image494.png"/><Relationship Id="rId170" Type="http://schemas.openxmlformats.org/officeDocument/2006/relationships/customXml" Target="../ink/ink502.xml"/><Relationship Id="rId107" Type="http://schemas.openxmlformats.org/officeDocument/2006/relationships/image" Target="../media/image468.png"/><Relationship Id="rId11" Type="http://schemas.openxmlformats.org/officeDocument/2006/relationships/image" Target="../media/image420.png"/><Relationship Id="rId32" Type="http://schemas.openxmlformats.org/officeDocument/2006/relationships/customXml" Target="../ink/ink433.xml"/><Relationship Id="rId53" Type="http://schemas.openxmlformats.org/officeDocument/2006/relationships/image" Target="../media/image441.png"/><Relationship Id="rId74" Type="http://schemas.openxmlformats.org/officeDocument/2006/relationships/customXml" Target="../ink/ink454.xml"/><Relationship Id="rId128" Type="http://schemas.openxmlformats.org/officeDocument/2006/relationships/customXml" Target="../ink/ink481.xml"/><Relationship Id="rId149" Type="http://schemas.openxmlformats.org/officeDocument/2006/relationships/image" Target="../media/image489.png"/><Relationship Id="rId5" Type="http://schemas.openxmlformats.org/officeDocument/2006/relationships/image" Target="../media/image417.png"/><Relationship Id="rId95" Type="http://schemas.openxmlformats.org/officeDocument/2006/relationships/image" Target="../media/image462.png"/><Relationship Id="rId160" Type="http://schemas.openxmlformats.org/officeDocument/2006/relationships/customXml" Target="../ink/ink497.xml"/><Relationship Id="rId22" Type="http://schemas.openxmlformats.org/officeDocument/2006/relationships/customXml" Target="../ink/ink428.xml"/><Relationship Id="rId43" Type="http://schemas.openxmlformats.org/officeDocument/2006/relationships/image" Target="../media/image436.png"/><Relationship Id="rId64" Type="http://schemas.openxmlformats.org/officeDocument/2006/relationships/customXml" Target="../ink/ink449.xml"/><Relationship Id="rId118" Type="http://schemas.openxmlformats.org/officeDocument/2006/relationships/customXml" Target="../ink/ink476.xml"/><Relationship Id="rId139" Type="http://schemas.openxmlformats.org/officeDocument/2006/relationships/image" Target="../media/image484.png"/><Relationship Id="rId85" Type="http://schemas.openxmlformats.org/officeDocument/2006/relationships/image" Target="../media/image457.png"/><Relationship Id="rId150" Type="http://schemas.openxmlformats.org/officeDocument/2006/relationships/customXml" Target="../ink/ink492.xml"/><Relationship Id="rId171" Type="http://schemas.openxmlformats.org/officeDocument/2006/relationships/image" Target="../media/image500.png"/><Relationship Id="rId12" Type="http://schemas.openxmlformats.org/officeDocument/2006/relationships/customXml" Target="../ink/ink423.xml"/><Relationship Id="rId33" Type="http://schemas.openxmlformats.org/officeDocument/2006/relationships/image" Target="../media/image431.png"/><Relationship Id="rId108" Type="http://schemas.openxmlformats.org/officeDocument/2006/relationships/customXml" Target="../ink/ink471.xml"/><Relationship Id="rId129" Type="http://schemas.openxmlformats.org/officeDocument/2006/relationships/image" Target="../media/image479.png"/><Relationship Id="rId54" Type="http://schemas.openxmlformats.org/officeDocument/2006/relationships/customXml" Target="../ink/ink444.xml"/><Relationship Id="rId75" Type="http://schemas.openxmlformats.org/officeDocument/2006/relationships/image" Target="../media/image452.png"/><Relationship Id="rId96" Type="http://schemas.openxmlformats.org/officeDocument/2006/relationships/customXml" Target="../ink/ink465.xml"/><Relationship Id="rId140" Type="http://schemas.openxmlformats.org/officeDocument/2006/relationships/customXml" Target="../ink/ink487.xml"/><Relationship Id="rId161" Type="http://schemas.openxmlformats.org/officeDocument/2006/relationships/image" Target="../media/image495.png"/><Relationship Id="rId6" Type="http://schemas.openxmlformats.org/officeDocument/2006/relationships/customXml" Target="../ink/ink420.xml"/><Relationship Id="rId23" Type="http://schemas.openxmlformats.org/officeDocument/2006/relationships/image" Target="../media/image426.png"/><Relationship Id="rId28" Type="http://schemas.openxmlformats.org/officeDocument/2006/relationships/customXml" Target="../ink/ink431.xml"/><Relationship Id="rId49" Type="http://schemas.openxmlformats.org/officeDocument/2006/relationships/image" Target="../media/image439.png"/><Relationship Id="rId114" Type="http://schemas.openxmlformats.org/officeDocument/2006/relationships/customXml" Target="../ink/ink474.xml"/><Relationship Id="rId119" Type="http://schemas.openxmlformats.org/officeDocument/2006/relationships/image" Target="../media/image474.png"/><Relationship Id="rId44" Type="http://schemas.openxmlformats.org/officeDocument/2006/relationships/customXml" Target="../ink/ink439.xml"/><Relationship Id="rId60" Type="http://schemas.openxmlformats.org/officeDocument/2006/relationships/customXml" Target="../ink/ink447.xml"/><Relationship Id="rId65" Type="http://schemas.openxmlformats.org/officeDocument/2006/relationships/image" Target="../media/image447.png"/><Relationship Id="rId81" Type="http://schemas.openxmlformats.org/officeDocument/2006/relationships/image" Target="../media/image455.png"/><Relationship Id="rId86" Type="http://schemas.openxmlformats.org/officeDocument/2006/relationships/customXml" Target="../ink/ink460.xml"/><Relationship Id="rId130" Type="http://schemas.openxmlformats.org/officeDocument/2006/relationships/customXml" Target="../ink/ink482.xml"/><Relationship Id="rId135" Type="http://schemas.openxmlformats.org/officeDocument/2006/relationships/image" Target="../media/image482.png"/><Relationship Id="rId151" Type="http://schemas.openxmlformats.org/officeDocument/2006/relationships/image" Target="../media/image490.png"/><Relationship Id="rId156" Type="http://schemas.openxmlformats.org/officeDocument/2006/relationships/customXml" Target="../ink/ink495.xml"/><Relationship Id="rId177" Type="http://schemas.openxmlformats.org/officeDocument/2006/relationships/image" Target="../media/image503.png"/><Relationship Id="rId172" Type="http://schemas.openxmlformats.org/officeDocument/2006/relationships/customXml" Target="../ink/ink503.xml"/><Relationship Id="rId13" Type="http://schemas.openxmlformats.org/officeDocument/2006/relationships/image" Target="../media/image421.png"/><Relationship Id="rId18" Type="http://schemas.openxmlformats.org/officeDocument/2006/relationships/customXml" Target="../ink/ink426.xml"/><Relationship Id="rId39" Type="http://schemas.openxmlformats.org/officeDocument/2006/relationships/image" Target="../media/image434.png"/><Relationship Id="rId109" Type="http://schemas.openxmlformats.org/officeDocument/2006/relationships/image" Target="../media/image469.png"/><Relationship Id="rId34" Type="http://schemas.openxmlformats.org/officeDocument/2006/relationships/customXml" Target="../ink/ink434.xml"/><Relationship Id="rId50" Type="http://schemas.openxmlformats.org/officeDocument/2006/relationships/customXml" Target="../ink/ink442.xml"/><Relationship Id="rId55" Type="http://schemas.openxmlformats.org/officeDocument/2006/relationships/image" Target="../media/image442.png"/><Relationship Id="rId76" Type="http://schemas.openxmlformats.org/officeDocument/2006/relationships/customXml" Target="../ink/ink455.xml"/><Relationship Id="rId97" Type="http://schemas.openxmlformats.org/officeDocument/2006/relationships/image" Target="../media/image463.png"/><Relationship Id="rId104" Type="http://schemas.openxmlformats.org/officeDocument/2006/relationships/customXml" Target="../ink/ink469.xml"/><Relationship Id="rId120" Type="http://schemas.openxmlformats.org/officeDocument/2006/relationships/customXml" Target="../ink/ink477.xml"/><Relationship Id="rId125" Type="http://schemas.openxmlformats.org/officeDocument/2006/relationships/image" Target="../media/image477.png"/><Relationship Id="rId141" Type="http://schemas.openxmlformats.org/officeDocument/2006/relationships/image" Target="../media/image485.png"/><Relationship Id="rId146" Type="http://schemas.openxmlformats.org/officeDocument/2006/relationships/customXml" Target="../ink/ink490.xml"/><Relationship Id="rId167" Type="http://schemas.openxmlformats.org/officeDocument/2006/relationships/image" Target="../media/image498.png"/><Relationship Id="rId7" Type="http://schemas.openxmlformats.org/officeDocument/2006/relationships/image" Target="../media/image418.png"/><Relationship Id="rId71" Type="http://schemas.openxmlformats.org/officeDocument/2006/relationships/image" Target="../media/image450.png"/><Relationship Id="rId92" Type="http://schemas.openxmlformats.org/officeDocument/2006/relationships/customXml" Target="../ink/ink463.xml"/><Relationship Id="rId162" Type="http://schemas.openxmlformats.org/officeDocument/2006/relationships/customXml" Target="../ink/ink498.xml"/><Relationship Id="rId2" Type="http://schemas.openxmlformats.org/officeDocument/2006/relationships/customXml" Target="../ink/ink418.xml"/><Relationship Id="rId29" Type="http://schemas.openxmlformats.org/officeDocument/2006/relationships/image" Target="../media/image429.png"/><Relationship Id="rId24" Type="http://schemas.openxmlformats.org/officeDocument/2006/relationships/customXml" Target="../ink/ink429.xml"/><Relationship Id="rId40" Type="http://schemas.openxmlformats.org/officeDocument/2006/relationships/customXml" Target="../ink/ink437.xml"/><Relationship Id="rId45" Type="http://schemas.openxmlformats.org/officeDocument/2006/relationships/image" Target="../media/image437.png"/><Relationship Id="rId66" Type="http://schemas.openxmlformats.org/officeDocument/2006/relationships/customXml" Target="../ink/ink450.xml"/><Relationship Id="rId87" Type="http://schemas.openxmlformats.org/officeDocument/2006/relationships/image" Target="../media/image458.png"/><Relationship Id="rId110" Type="http://schemas.openxmlformats.org/officeDocument/2006/relationships/customXml" Target="../ink/ink472.xml"/><Relationship Id="rId115" Type="http://schemas.openxmlformats.org/officeDocument/2006/relationships/image" Target="../media/image472.png"/><Relationship Id="rId131" Type="http://schemas.openxmlformats.org/officeDocument/2006/relationships/image" Target="../media/image480.png"/><Relationship Id="rId136" Type="http://schemas.openxmlformats.org/officeDocument/2006/relationships/customXml" Target="../ink/ink485.xml"/><Relationship Id="rId157" Type="http://schemas.openxmlformats.org/officeDocument/2006/relationships/image" Target="../media/image493.png"/><Relationship Id="rId178" Type="http://schemas.openxmlformats.org/officeDocument/2006/relationships/customXml" Target="../ink/ink506.xml"/><Relationship Id="rId61" Type="http://schemas.openxmlformats.org/officeDocument/2006/relationships/image" Target="../media/image445.png"/><Relationship Id="rId82" Type="http://schemas.openxmlformats.org/officeDocument/2006/relationships/customXml" Target="../ink/ink458.xml"/><Relationship Id="rId152" Type="http://schemas.openxmlformats.org/officeDocument/2006/relationships/customXml" Target="../ink/ink493.xml"/><Relationship Id="rId173" Type="http://schemas.openxmlformats.org/officeDocument/2006/relationships/image" Target="../media/image501.png"/><Relationship Id="rId19" Type="http://schemas.openxmlformats.org/officeDocument/2006/relationships/image" Target="../media/image424.png"/><Relationship Id="rId14" Type="http://schemas.openxmlformats.org/officeDocument/2006/relationships/customXml" Target="../ink/ink424.xml"/><Relationship Id="rId30" Type="http://schemas.openxmlformats.org/officeDocument/2006/relationships/customXml" Target="../ink/ink432.xml"/><Relationship Id="rId35" Type="http://schemas.openxmlformats.org/officeDocument/2006/relationships/image" Target="../media/image432.png"/><Relationship Id="rId56" Type="http://schemas.openxmlformats.org/officeDocument/2006/relationships/customXml" Target="../ink/ink445.xml"/><Relationship Id="rId77" Type="http://schemas.openxmlformats.org/officeDocument/2006/relationships/image" Target="../media/image453.png"/><Relationship Id="rId100" Type="http://schemas.openxmlformats.org/officeDocument/2006/relationships/customXml" Target="../ink/ink467.xml"/><Relationship Id="rId105" Type="http://schemas.openxmlformats.org/officeDocument/2006/relationships/image" Target="../media/image467.png"/><Relationship Id="rId126" Type="http://schemas.openxmlformats.org/officeDocument/2006/relationships/customXml" Target="../ink/ink480.xml"/><Relationship Id="rId147" Type="http://schemas.openxmlformats.org/officeDocument/2006/relationships/image" Target="../media/image488.png"/><Relationship Id="rId168" Type="http://schemas.openxmlformats.org/officeDocument/2006/relationships/customXml" Target="../ink/ink501.xml"/><Relationship Id="rId8" Type="http://schemas.openxmlformats.org/officeDocument/2006/relationships/customXml" Target="../ink/ink421.xml"/><Relationship Id="rId51" Type="http://schemas.openxmlformats.org/officeDocument/2006/relationships/image" Target="../media/image440.png"/><Relationship Id="rId72" Type="http://schemas.openxmlformats.org/officeDocument/2006/relationships/customXml" Target="../ink/ink453.xml"/><Relationship Id="rId93" Type="http://schemas.openxmlformats.org/officeDocument/2006/relationships/image" Target="../media/image461.png"/><Relationship Id="rId98" Type="http://schemas.openxmlformats.org/officeDocument/2006/relationships/customXml" Target="../ink/ink466.xml"/><Relationship Id="rId121" Type="http://schemas.openxmlformats.org/officeDocument/2006/relationships/image" Target="../media/image475.png"/><Relationship Id="rId142" Type="http://schemas.openxmlformats.org/officeDocument/2006/relationships/customXml" Target="../ink/ink488.xml"/><Relationship Id="rId163" Type="http://schemas.openxmlformats.org/officeDocument/2006/relationships/image" Target="../media/image496.png"/><Relationship Id="rId3" Type="http://schemas.openxmlformats.org/officeDocument/2006/relationships/image" Target="../media/image416.png"/><Relationship Id="rId25" Type="http://schemas.openxmlformats.org/officeDocument/2006/relationships/image" Target="../media/image427.png"/><Relationship Id="rId46" Type="http://schemas.openxmlformats.org/officeDocument/2006/relationships/customXml" Target="../ink/ink440.xml"/><Relationship Id="rId67" Type="http://schemas.openxmlformats.org/officeDocument/2006/relationships/image" Target="../media/image448.png"/><Relationship Id="rId116" Type="http://schemas.openxmlformats.org/officeDocument/2006/relationships/customXml" Target="../ink/ink475.xml"/><Relationship Id="rId137" Type="http://schemas.openxmlformats.org/officeDocument/2006/relationships/image" Target="../media/image483.png"/><Relationship Id="rId158" Type="http://schemas.openxmlformats.org/officeDocument/2006/relationships/customXml" Target="../ink/ink496.xml"/><Relationship Id="rId20" Type="http://schemas.openxmlformats.org/officeDocument/2006/relationships/customXml" Target="../ink/ink427.xml"/><Relationship Id="rId41" Type="http://schemas.openxmlformats.org/officeDocument/2006/relationships/image" Target="../media/image435.png"/><Relationship Id="rId62" Type="http://schemas.openxmlformats.org/officeDocument/2006/relationships/customXml" Target="../ink/ink448.xml"/><Relationship Id="rId83" Type="http://schemas.openxmlformats.org/officeDocument/2006/relationships/image" Target="../media/image456.png"/><Relationship Id="rId88" Type="http://schemas.openxmlformats.org/officeDocument/2006/relationships/customXml" Target="../ink/ink461.xml"/><Relationship Id="rId111" Type="http://schemas.openxmlformats.org/officeDocument/2006/relationships/image" Target="../media/image470.png"/><Relationship Id="rId132" Type="http://schemas.openxmlformats.org/officeDocument/2006/relationships/customXml" Target="../ink/ink483.xml"/><Relationship Id="rId153" Type="http://schemas.openxmlformats.org/officeDocument/2006/relationships/image" Target="../media/image491.png"/><Relationship Id="rId174" Type="http://schemas.openxmlformats.org/officeDocument/2006/relationships/customXml" Target="../ink/ink504.xml"/><Relationship Id="rId179" Type="http://schemas.openxmlformats.org/officeDocument/2006/relationships/image" Target="../media/image504.png"/><Relationship Id="rId15" Type="http://schemas.openxmlformats.org/officeDocument/2006/relationships/image" Target="../media/image422.png"/><Relationship Id="rId36" Type="http://schemas.openxmlformats.org/officeDocument/2006/relationships/customXml" Target="../ink/ink435.xml"/><Relationship Id="rId57" Type="http://schemas.openxmlformats.org/officeDocument/2006/relationships/image" Target="../media/image443.png"/><Relationship Id="rId106" Type="http://schemas.openxmlformats.org/officeDocument/2006/relationships/customXml" Target="../ink/ink470.xml"/><Relationship Id="rId127" Type="http://schemas.openxmlformats.org/officeDocument/2006/relationships/image" Target="../media/image478.png"/><Relationship Id="rId10" Type="http://schemas.openxmlformats.org/officeDocument/2006/relationships/customXml" Target="../ink/ink422.xml"/><Relationship Id="rId31" Type="http://schemas.openxmlformats.org/officeDocument/2006/relationships/image" Target="../media/image430.png"/><Relationship Id="rId52" Type="http://schemas.openxmlformats.org/officeDocument/2006/relationships/customXml" Target="../ink/ink443.xml"/><Relationship Id="rId73" Type="http://schemas.openxmlformats.org/officeDocument/2006/relationships/image" Target="../media/image451.png"/><Relationship Id="rId78" Type="http://schemas.openxmlformats.org/officeDocument/2006/relationships/customXml" Target="../ink/ink456.xml"/><Relationship Id="rId94" Type="http://schemas.openxmlformats.org/officeDocument/2006/relationships/customXml" Target="../ink/ink464.xml"/><Relationship Id="rId99" Type="http://schemas.openxmlformats.org/officeDocument/2006/relationships/image" Target="../media/image464.png"/><Relationship Id="rId101" Type="http://schemas.openxmlformats.org/officeDocument/2006/relationships/image" Target="../media/image465.png"/><Relationship Id="rId122" Type="http://schemas.openxmlformats.org/officeDocument/2006/relationships/customXml" Target="../ink/ink478.xml"/><Relationship Id="rId143" Type="http://schemas.openxmlformats.org/officeDocument/2006/relationships/image" Target="../media/image486.png"/><Relationship Id="rId148" Type="http://schemas.openxmlformats.org/officeDocument/2006/relationships/customXml" Target="../ink/ink491.xml"/><Relationship Id="rId164" Type="http://schemas.openxmlformats.org/officeDocument/2006/relationships/customXml" Target="../ink/ink499.xml"/><Relationship Id="rId169" Type="http://schemas.openxmlformats.org/officeDocument/2006/relationships/image" Target="../media/image499.png"/><Relationship Id="rId4" Type="http://schemas.openxmlformats.org/officeDocument/2006/relationships/customXml" Target="../ink/ink419.xml"/><Relationship Id="rId9" Type="http://schemas.openxmlformats.org/officeDocument/2006/relationships/image" Target="../media/image419.png"/><Relationship Id="rId26" Type="http://schemas.openxmlformats.org/officeDocument/2006/relationships/customXml" Target="../ink/ink430.xml"/><Relationship Id="rId47" Type="http://schemas.openxmlformats.org/officeDocument/2006/relationships/image" Target="../media/image438.png"/><Relationship Id="rId68" Type="http://schemas.openxmlformats.org/officeDocument/2006/relationships/customXml" Target="../ink/ink451.xml"/><Relationship Id="rId89" Type="http://schemas.openxmlformats.org/officeDocument/2006/relationships/image" Target="../media/image459.png"/><Relationship Id="rId112" Type="http://schemas.openxmlformats.org/officeDocument/2006/relationships/customXml" Target="../ink/ink473.xml"/><Relationship Id="rId133" Type="http://schemas.openxmlformats.org/officeDocument/2006/relationships/image" Target="../media/image481.png"/><Relationship Id="rId154" Type="http://schemas.openxmlformats.org/officeDocument/2006/relationships/customXml" Target="../ink/ink494.xml"/><Relationship Id="rId175" Type="http://schemas.openxmlformats.org/officeDocument/2006/relationships/image" Target="../media/image502.png"/><Relationship Id="rId16" Type="http://schemas.openxmlformats.org/officeDocument/2006/relationships/customXml" Target="../ink/ink425.xml"/><Relationship Id="rId37" Type="http://schemas.openxmlformats.org/officeDocument/2006/relationships/image" Target="../media/image433.png"/><Relationship Id="rId58" Type="http://schemas.openxmlformats.org/officeDocument/2006/relationships/customXml" Target="../ink/ink446.xml"/><Relationship Id="rId79" Type="http://schemas.openxmlformats.org/officeDocument/2006/relationships/image" Target="../media/image454.png"/><Relationship Id="rId102" Type="http://schemas.openxmlformats.org/officeDocument/2006/relationships/customXml" Target="../ink/ink468.xml"/><Relationship Id="rId123" Type="http://schemas.openxmlformats.org/officeDocument/2006/relationships/image" Target="../media/image476.png"/><Relationship Id="rId144" Type="http://schemas.openxmlformats.org/officeDocument/2006/relationships/customXml" Target="../ink/ink489.xml"/><Relationship Id="rId90" Type="http://schemas.openxmlformats.org/officeDocument/2006/relationships/customXml" Target="../ink/ink462.xml"/><Relationship Id="rId165" Type="http://schemas.openxmlformats.org/officeDocument/2006/relationships/image" Target="../media/image497.png"/><Relationship Id="rId27" Type="http://schemas.openxmlformats.org/officeDocument/2006/relationships/image" Target="../media/image428.png"/><Relationship Id="rId48" Type="http://schemas.openxmlformats.org/officeDocument/2006/relationships/customXml" Target="../ink/ink441.xml"/><Relationship Id="rId69" Type="http://schemas.openxmlformats.org/officeDocument/2006/relationships/image" Target="../media/image449.png"/><Relationship Id="rId113" Type="http://schemas.openxmlformats.org/officeDocument/2006/relationships/image" Target="../media/image471.png"/><Relationship Id="rId134" Type="http://schemas.openxmlformats.org/officeDocument/2006/relationships/customXml" Target="../ink/ink484.xml"/><Relationship Id="rId80" Type="http://schemas.openxmlformats.org/officeDocument/2006/relationships/customXml" Target="../ink/ink457.xml"/><Relationship Id="rId155" Type="http://schemas.openxmlformats.org/officeDocument/2006/relationships/image" Target="../media/image492.png"/><Relationship Id="rId176" Type="http://schemas.openxmlformats.org/officeDocument/2006/relationships/customXml" Target="../ink/ink505.xml"/><Relationship Id="rId17" Type="http://schemas.openxmlformats.org/officeDocument/2006/relationships/image" Target="../media/image423.png"/><Relationship Id="rId38" Type="http://schemas.openxmlformats.org/officeDocument/2006/relationships/customXml" Target="../ink/ink436.xml"/><Relationship Id="rId59" Type="http://schemas.openxmlformats.org/officeDocument/2006/relationships/image" Target="../media/image444.png"/><Relationship Id="rId103" Type="http://schemas.openxmlformats.org/officeDocument/2006/relationships/image" Target="../media/image466.png"/><Relationship Id="rId124" Type="http://schemas.openxmlformats.org/officeDocument/2006/relationships/customXml" Target="../ink/ink479.xml"/><Relationship Id="rId70" Type="http://schemas.openxmlformats.org/officeDocument/2006/relationships/customXml" Target="../ink/ink452.xml"/><Relationship Id="rId91" Type="http://schemas.openxmlformats.org/officeDocument/2006/relationships/image" Target="../media/image460.png"/><Relationship Id="rId145" Type="http://schemas.openxmlformats.org/officeDocument/2006/relationships/image" Target="../media/image487.png"/><Relationship Id="rId166" Type="http://schemas.openxmlformats.org/officeDocument/2006/relationships/customXml" Target="../ink/ink500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62.png"/><Relationship Id="rId299" Type="http://schemas.openxmlformats.org/officeDocument/2006/relationships/image" Target="../media/image653.png"/><Relationship Id="rId21" Type="http://schemas.openxmlformats.org/officeDocument/2006/relationships/image" Target="../media/image514.png"/><Relationship Id="rId63" Type="http://schemas.openxmlformats.org/officeDocument/2006/relationships/image" Target="../media/image535.png"/><Relationship Id="rId159" Type="http://schemas.openxmlformats.org/officeDocument/2006/relationships/image" Target="../media/image583.png"/><Relationship Id="rId324" Type="http://schemas.openxmlformats.org/officeDocument/2006/relationships/customXml" Target="../ink/ink668.xml"/><Relationship Id="rId366" Type="http://schemas.openxmlformats.org/officeDocument/2006/relationships/customXml" Target="../ink/ink689.xml"/><Relationship Id="rId170" Type="http://schemas.openxmlformats.org/officeDocument/2006/relationships/customXml" Target="../ink/ink591.xml"/><Relationship Id="rId226" Type="http://schemas.openxmlformats.org/officeDocument/2006/relationships/customXml" Target="../ink/ink619.xml"/><Relationship Id="rId433" Type="http://schemas.openxmlformats.org/officeDocument/2006/relationships/image" Target="../media/image720.png"/><Relationship Id="rId268" Type="http://schemas.openxmlformats.org/officeDocument/2006/relationships/customXml" Target="../ink/ink640.xml"/><Relationship Id="rId32" Type="http://schemas.openxmlformats.org/officeDocument/2006/relationships/customXml" Target="../ink/ink522.xml"/><Relationship Id="rId74" Type="http://schemas.openxmlformats.org/officeDocument/2006/relationships/customXml" Target="../ink/ink543.xml"/><Relationship Id="rId128" Type="http://schemas.openxmlformats.org/officeDocument/2006/relationships/customXml" Target="../ink/ink570.xml"/><Relationship Id="rId335" Type="http://schemas.openxmlformats.org/officeDocument/2006/relationships/image" Target="../media/image671.png"/><Relationship Id="rId377" Type="http://schemas.openxmlformats.org/officeDocument/2006/relationships/image" Target="../media/image692.png"/><Relationship Id="rId5" Type="http://schemas.openxmlformats.org/officeDocument/2006/relationships/image" Target="../media/image506.png"/><Relationship Id="rId181" Type="http://schemas.openxmlformats.org/officeDocument/2006/relationships/image" Target="../media/image594.png"/><Relationship Id="rId237" Type="http://schemas.openxmlformats.org/officeDocument/2006/relationships/image" Target="../media/image622.png"/><Relationship Id="rId402" Type="http://schemas.openxmlformats.org/officeDocument/2006/relationships/customXml" Target="../ink/ink707.xml"/><Relationship Id="rId279" Type="http://schemas.openxmlformats.org/officeDocument/2006/relationships/image" Target="../media/image643.png"/><Relationship Id="rId444" Type="http://schemas.openxmlformats.org/officeDocument/2006/relationships/customXml" Target="../ink/ink728.xml"/><Relationship Id="rId43" Type="http://schemas.openxmlformats.org/officeDocument/2006/relationships/image" Target="../media/image525.png"/><Relationship Id="rId139" Type="http://schemas.openxmlformats.org/officeDocument/2006/relationships/image" Target="../media/image573.png"/><Relationship Id="rId290" Type="http://schemas.openxmlformats.org/officeDocument/2006/relationships/customXml" Target="../ink/ink651.xml"/><Relationship Id="rId304" Type="http://schemas.openxmlformats.org/officeDocument/2006/relationships/customXml" Target="../ink/ink658.xml"/><Relationship Id="rId346" Type="http://schemas.openxmlformats.org/officeDocument/2006/relationships/customXml" Target="../ink/ink679.xml"/><Relationship Id="rId388" Type="http://schemas.openxmlformats.org/officeDocument/2006/relationships/customXml" Target="../ink/ink700.xml"/><Relationship Id="rId85" Type="http://schemas.openxmlformats.org/officeDocument/2006/relationships/image" Target="../media/image546.png"/><Relationship Id="rId150" Type="http://schemas.openxmlformats.org/officeDocument/2006/relationships/customXml" Target="../ink/ink581.xml"/><Relationship Id="rId192" Type="http://schemas.openxmlformats.org/officeDocument/2006/relationships/customXml" Target="../ink/ink602.xml"/><Relationship Id="rId206" Type="http://schemas.openxmlformats.org/officeDocument/2006/relationships/customXml" Target="../ink/ink609.xml"/><Relationship Id="rId413" Type="http://schemas.openxmlformats.org/officeDocument/2006/relationships/image" Target="../media/image710.png"/><Relationship Id="rId248" Type="http://schemas.openxmlformats.org/officeDocument/2006/relationships/customXml" Target="../ink/ink630.xml"/><Relationship Id="rId455" Type="http://schemas.openxmlformats.org/officeDocument/2006/relationships/image" Target="../media/image731.png"/><Relationship Id="rId12" Type="http://schemas.openxmlformats.org/officeDocument/2006/relationships/customXml" Target="../ink/ink512.xml"/><Relationship Id="rId108" Type="http://schemas.openxmlformats.org/officeDocument/2006/relationships/customXml" Target="../ink/ink560.xml"/><Relationship Id="rId315" Type="http://schemas.openxmlformats.org/officeDocument/2006/relationships/image" Target="../media/image661.png"/><Relationship Id="rId357" Type="http://schemas.openxmlformats.org/officeDocument/2006/relationships/image" Target="../media/image682.png"/><Relationship Id="rId54" Type="http://schemas.openxmlformats.org/officeDocument/2006/relationships/customXml" Target="../ink/ink533.xml"/><Relationship Id="rId96" Type="http://schemas.openxmlformats.org/officeDocument/2006/relationships/customXml" Target="../ink/ink554.xml"/><Relationship Id="rId161" Type="http://schemas.openxmlformats.org/officeDocument/2006/relationships/image" Target="../media/image584.png"/><Relationship Id="rId217" Type="http://schemas.openxmlformats.org/officeDocument/2006/relationships/image" Target="../media/image612.png"/><Relationship Id="rId399" Type="http://schemas.openxmlformats.org/officeDocument/2006/relationships/image" Target="../media/image703.png"/><Relationship Id="rId259" Type="http://schemas.openxmlformats.org/officeDocument/2006/relationships/image" Target="../media/image633.png"/><Relationship Id="rId424" Type="http://schemas.openxmlformats.org/officeDocument/2006/relationships/customXml" Target="../ink/ink718.xml"/><Relationship Id="rId23" Type="http://schemas.openxmlformats.org/officeDocument/2006/relationships/image" Target="../media/image515.png"/><Relationship Id="rId119" Type="http://schemas.openxmlformats.org/officeDocument/2006/relationships/image" Target="../media/image563.png"/><Relationship Id="rId270" Type="http://schemas.openxmlformats.org/officeDocument/2006/relationships/customXml" Target="../ink/ink641.xml"/><Relationship Id="rId326" Type="http://schemas.openxmlformats.org/officeDocument/2006/relationships/customXml" Target="../ink/ink669.xml"/><Relationship Id="rId65" Type="http://schemas.openxmlformats.org/officeDocument/2006/relationships/image" Target="../media/image536.png"/><Relationship Id="rId130" Type="http://schemas.openxmlformats.org/officeDocument/2006/relationships/customXml" Target="../ink/ink571.xml"/><Relationship Id="rId368" Type="http://schemas.openxmlformats.org/officeDocument/2006/relationships/customXml" Target="../ink/ink690.xml"/><Relationship Id="rId172" Type="http://schemas.openxmlformats.org/officeDocument/2006/relationships/customXml" Target="../ink/ink592.xml"/><Relationship Id="rId228" Type="http://schemas.openxmlformats.org/officeDocument/2006/relationships/customXml" Target="../ink/ink620.xml"/><Relationship Id="rId435" Type="http://schemas.openxmlformats.org/officeDocument/2006/relationships/image" Target="../media/image721.png"/><Relationship Id="rId281" Type="http://schemas.openxmlformats.org/officeDocument/2006/relationships/image" Target="../media/image644.png"/><Relationship Id="rId337" Type="http://schemas.openxmlformats.org/officeDocument/2006/relationships/image" Target="../media/image672.png"/><Relationship Id="rId34" Type="http://schemas.openxmlformats.org/officeDocument/2006/relationships/customXml" Target="../ink/ink523.xml"/><Relationship Id="rId76" Type="http://schemas.openxmlformats.org/officeDocument/2006/relationships/customXml" Target="../ink/ink544.xml"/><Relationship Id="rId141" Type="http://schemas.openxmlformats.org/officeDocument/2006/relationships/image" Target="../media/image574.png"/><Relationship Id="rId379" Type="http://schemas.openxmlformats.org/officeDocument/2006/relationships/image" Target="../media/image693.png"/><Relationship Id="rId7" Type="http://schemas.openxmlformats.org/officeDocument/2006/relationships/image" Target="../media/image507.png"/><Relationship Id="rId183" Type="http://schemas.openxmlformats.org/officeDocument/2006/relationships/image" Target="../media/image595.png"/><Relationship Id="rId239" Type="http://schemas.openxmlformats.org/officeDocument/2006/relationships/image" Target="../media/image623.png"/><Relationship Id="rId390" Type="http://schemas.openxmlformats.org/officeDocument/2006/relationships/customXml" Target="../ink/ink701.xml"/><Relationship Id="rId404" Type="http://schemas.openxmlformats.org/officeDocument/2006/relationships/customXml" Target="../ink/ink708.xml"/><Relationship Id="rId446" Type="http://schemas.openxmlformats.org/officeDocument/2006/relationships/customXml" Target="../ink/ink729.xml"/><Relationship Id="rId250" Type="http://schemas.openxmlformats.org/officeDocument/2006/relationships/customXml" Target="../ink/ink631.xml"/><Relationship Id="rId292" Type="http://schemas.openxmlformats.org/officeDocument/2006/relationships/customXml" Target="../ink/ink652.xml"/><Relationship Id="rId306" Type="http://schemas.openxmlformats.org/officeDocument/2006/relationships/customXml" Target="../ink/ink659.xml"/><Relationship Id="rId45" Type="http://schemas.openxmlformats.org/officeDocument/2006/relationships/image" Target="../media/image526.png"/><Relationship Id="rId87" Type="http://schemas.openxmlformats.org/officeDocument/2006/relationships/image" Target="../media/image547.png"/><Relationship Id="rId110" Type="http://schemas.openxmlformats.org/officeDocument/2006/relationships/customXml" Target="../ink/ink561.xml"/><Relationship Id="rId348" Type="http://schemas.openxmlformats.org/officeDocument/2006/relationships/customXml" Target="../ink/ink680.xml"/><Relationship Id="rId152" Type="http://schemas.openxmlformats.org/officeDocument/2006/relationships/customXml" Target="../ink/ink582.xml"/><Relationship Id="rId194" Type="http://schemas.openxmlformats.org/officeDocument/2006/relationships/customXml" Target="../ink/ink603.xml"/><Relationship Id="rId208" Type="http://schemas.openxmlformats.org/officeDocument/2006/relationships/customXml" Target="../ink/ink610.xml"/><Relationship Id="rId415" Type="http://schemas.openxmlformats.org/officeDocument/2006/relationships/image" Target="../media/image711.png"/><Relationship Id="rId261" Type="http://schemas.openxmlformats.org/officeDocument/2006/relationships/image" Target="../media/image634.png"/><Relationship Id="rId14" Type="http://schemas.openxmlformats.org/officeDocument/2006/relationships/customXml" Target="../ink/ink513.xml"/><Relationship Id="rId56" Type="http://schemas.openxmlformats.org/officeDocument/2006/relationships/customXml" Target="../ink/ink534.xml"/><Relationship Id="rId317" Type="http://schemas.openxmlformats.org/officeDocument/2006/relationships/image" Target="../media/image662.png"/><Relationship Id="rId359" Type="http://schemas.openxmlformats.org/officeDocument/2006/relationships/image" Target="../media/image683.png"/><Relationship Id="rId98" Type="http://schemas.openxmlformats.org/officeDocument/2006/relationships/customXml" Target="../ink/ink555.xml"/><Relationship Id="rId121" Type="http://schemas.openxmlformats.org/officeDocument/2006/relationships/image" Target="../media/image564.png"/><Relationship Id="rId163" Type="http://schemas.openxmlformats.org/officeDocument/2006/relationships/image" Target="../media/image585.png"/><Relationship Id="rId219" Type="http://schemas.openxmlformats.org/officeDocument/2006/relationships/image" Target="../media/image613.png"/><Relationship Id="rId370" Type="http://schemas.openxmlformats.org/officeDocument/2006/relationships/customXml" Target="../ink/ink691.xml"/><Relationship Id="rId426" Type="http://schemas.openxmlformats.org/officeDocument/2006/relationships/customXml" Target="../ink/ink719.xml"/><Relationship Id="rId230" Type="http://schemas.openxmlformats.org/officeDocument/2006/relationships/customXml" Target="../ink/ink621.xml"/><Relationship Id="rId25" Type="http://schemas.openxmlformats.org/officeDocument/2006/relationships/image" Target="../media/image516.png"/><Relationship Id="rId67" Type="http://schemas.openxmlformats.org/officeDocument/2006/relationships/image" Target="../media/image537.png"/><Relationship Id="rId272" Type="http://schemas.openxmlformats.org/officeDocument/2006/relationships/customXml" Target="../ink/ink642.xml"/><Relationship Id="rId328" Type="http://schemas.openxmlformats.org/officeDocument/2006/relationships/customXml" Target="../ink/ink670.xml"/><Relationship Id="rId132" Type="http://schemas.openxmlformats.org/officeDocument/2006/relationships/customXml" Target="../ink/ink572.xml"/><Relationship Id="rId174" Type="http://schemas.openxmlformats.org/officeDocument/2006/relationships/customXml" Target="../ink/ink593.xml"/><Relationship Id="rId381" Type="http://schemas.openxmlformats.org/officeDocument/2006/relationships/image" Target="../media/image694.png"/><Relationship Id="rId241" Type="http://schemas.openxmlformats.org/officeDocument/2006/relationships/image" Target="../media/image624.png"/><Relationship Id="rId437" Type="http://schemas.openxmlformats.org/officeDocument/2006/relationships/image" Target="../media/image722.png"/><Relationship Id="rId36" Type="http://schemas.openxmlformats.org/officeDocument/2006/relationships/customXml" Target="../ink/ink524.xml"/><Relationship Id="rId283" Type="http://schemas.openxmlformats.org/officeDocument/2006/relationships/image" Target="../media/image645.png"/><Relationship Id="rId339" Type="http://schemas.openxmlformats.org/officeDocument/2006/relationships/image" Target="../media/image673.png"/><Relationship Id="rId78" Type="http://schemas.openxmlformats.org/officeDocument/2006/relationships/customXml" Target="../ink/ink545.xml"/><Relationship Id="rId101" Type="http://schemas.openxmlformats.org/officeDocument/2006/relationships/image" Target="../media/image554.png"/><Relationship Id="rId143" Type="http://schemas.openxmlformats.org/officeDocument/2006/relationships/image" Target="../media/image575.png"/><Relationship Id="rId185" Type="http://schemas.openxmlformats.org/officeDocument/2006/relationships/image" Target="../media/image596.png"/><Relationship Id="rId350" Type="http://schemas.openxmlformats.org/officeDocument/2006/relationships/customXml" Target="../ink/ink681.xml"/><Relationship Id="rId406" Type="http://schemas.openxmlformats.org/officeDocument/2006/relationships/customXml" Target="../ink/ink709.xml"/><Relationship Id="rId9" Type="http://schemas.openxmlformats.org/officeDocument/2006/relationships/image" Target="../media/image508.png"/><Relationship Id="rId210" Type="http://schemas.openxmlformats.org/officeDocument/2006/relationships/customXml" Target="../ink/ink611.xml"/><Relationship Id="rId392" Type="http://schemas.openxmlformats.org/officeDocument/2006/relationships/customXml" Target="../ink/ink702.xml"/><Relationship Id="rId448" Type="http://schemas.openxmlformats.org/officeDocument/2006/relationships/customXml" Target="../ink/ink730.xml"/><Relationship Id="rId252" Type="http://schemas.openxmlformats.org/officeDocument/2006/relationships/customXml" Target="../ink/ink632.xml"/><Relationship Id="rId294" Type="http://schemas.openxmlformats.org/officeDocument/2006/relationships/customXml" Target="../ink/ink653.xml"/><Relationship Id="rId308" Type="http://schemas.openxmlformats.org/officeDocument/2006/relationships/customXml" Target="../ink/ink660.xml"/><Relationship Id="rId47" Type="http://schemas.openxmlformats.org/officeDocument/2006/relationships/image" Target="../media/image527.png"/><Relationship Id="rId89" Type="http://schemas.openxmlformats.org/officeDocument/2006/relationships/image" Target="../media/image548.png"/><Relationship Id="rId112" Type="http://schemas.openxmlformats.org/officeDocument/2006/relationships/customXml" Target="../ink/ink562.xml"/><Relationship Id="rId154" Type="http://schemas.openxmlformats.org/officeDocument/2006/relationships/customXml" Target="../ink/ink583.xml"/><Relationship Id="rId361" Type="http://schemas.openxmlformats.org/officeDocument/2006/relationships/image" Target="../media/image684.png"/><Relationship Id="rId196" Type="http://schemas.openxmlformats.org/officeDocument/2006/relationships/customXml" Target="../ink/ink604.xml"/><Relationship Id="rId417" Type="http://schemas.openxmlformats.org/officeDocument/2006/relationships/image" Target="../media/image712.png"/><Relationship Id="rId16" Type="http://schemas.openxmlformats.org/officeDocument/2006/relationships/customXml" Target="../ink/ink514.xml"/><Relationship Id="rId221" Type="http://schemas.openxmlformats.org/officeDocument/2006/relationships/image" Target="../media/image614.png"/><Relationship Id="rId263" Type="http://schemas.openxmlformats.org/officeDocument/2006/relationships/image" Target="../media/image635.png"/><Relationship Id="rId319" Type="http://schemas.openxmlformats.org/officeDocument/2006/relationships/image" Target="../media/image663.png"/><Relationship Id="rId58" Type="http://schemas.openxmlformats.org/officeDocument/2006/relationships/customXml" Target="../ink/ink535.xml"/><Relationship Id="rId123" Type="http://schemas.openxmlformats.org/officeDocument/2006/relationships/image" Target="../media/image565.png"/><Relationship Id="rId330" Type="http://schemas.openxmlformats.org/officeDocument/2006/relationships/customXml" Target="../ink/ink671.xml"/><Relationship Id="rId165" Type="http://schemas.openxmlformats.org/officeDocument/2006/relationships/image" Target="../media/image586.png"/><Relationship Id="rId372" Type="http://schemas.openxmlformats.org/officeDocument/2006/relationships/customXml" Target="../ink/ink692.xml"/><Relationship Id="rId428" Type="http://schemas.openxmlformats.org/officeDocument/2006/relationships/customXml" Target="../ink/ink720.xml"/><Relationship Id="rId232" Type="http://schemas.openxmlformats.org/officeDocument/2006/relationships/customXml" Target="../ink/ink622.xml"/><Relationship Id="rId274" Type="http://schemas.openxmlformats.org/officeDocument/2006/relationships/customXml" Target="../ink/ink643.xml"/><Relationship Id="rId27" Type="http://schemas.openxmlformats.org/officeDocument/2006/relationships/image" Target="../media/image517.png"/><Relationship Id="rId69" Type="http://schemas.openxmlformats.org/officeDocument/2006/relationships/image" Target="../media/image538.png"/><Relationship Id="rId134" Type="http://schemas.openxmlformats.org/officeDocument/2006/relationships/customXml" Target="../ink/ink573.xml"/><Relationship Id="rId80" Type="http://schemas.openxmlformats.org/officeDocument/2006/relationships/customXml" Target="../ink/ink546.xml"/><Relationship Id="rId176" Type="http://schemas.openxmlformats.org/officeDocument/2006/relationships/customXml" Target="../ink/ink594.xml"/><Relationship Id="rId341" Type="http://schemas.openxmlformats.org/officeDocument/2006/relationships/image" Target="../media/image674.png"/><Relationship Id="rId383" Type="http://schemas.openxmlformats.org/officeDocument/2006/relationships/image" Target="../media/image695.png"/><Relationship Id="rId439" Type="http://schemas.openxmlformats.org/officeDocument/2006/relationships/image" Target="../media/image723.png"/><Relationship Id="rId201" Type="http://schemas.openxmlformats.org/officeDocument/2006/relationships/image" Target="../media/image604.png"/><Relationship Id="rId243" Type="http://schemas.openxmlformats.org/officeDocument/2006/relationships/image" Target="../media/image625.png"/><Relationship Id="rId285" Type="http://schemas.openxmlformats.org/officeDocument/2006/relationships/image" Target="../media/image646.png"/><Relationship Id="rId450" Type="http://schemas.openxmlformats.org/officeDocument/2006/relationships/customXml" Target="../ink/ink731.xml"/><Relationship Id="rId38" Type="http://schemas.openxmlformats.org/officeDocument/2006/relationships/customXml" Target="../ink/ink525.xml"/><Relationship Id="rId103" Type="http://schemas.openxmlformats.org/officeDocument/2006/relationships/image" Target="../media/image555.png"/><Relationship Id="rId310" Type="http://schemas.openxmlformats.org/officeDocument/2006/relationships/customXml" Target="../ink/ink661.xml"/><Relationship Id="rId91" Type="http://schemas.openxmlformats.org/officeDocument/2006/relationships/image" Target="../media/image549.png"/><Relationship Id="rId145" Type="http://schemas.openxmlformats.org/officeDocument/2006/relationships/image" Target="../media/image576.png"/><Relationship Id="rId187" Type="http://schemas.openxmlformats.org/officeDocument/2006/relationships/image" Target="../media/image597.png"/><Relationship Id="rId352" Type="http://schemas.openxmlformats.org/officeDocument/2006/relationships/customXml" Target="../ink/ink682.xml"/><Relationship Id="rId394" Type="http://schemas.openxmlformats.org/officeDocument/2006/relationships/customXml" Target="../ink/ink703.xml"/><Relationship Id="rId408" Type="http://schemas.openxmlformats.org/officeDocument/2006/relationships/customXml" Target="../ink/ink710.xml"/><Relationship Id="rId212" Type="http://schemas.openxmlformats.org/officeDocument/2006/relationships/customXml" Target="../ink/ink612.xml"/><Relationship Id="rId254" Type="http://schemas.openxmlformats.org/officeDocument/2006/relationships/customXml" Target="../ink/ink633.xml"/><Relationship Id="rId49" Type="http://schemas.openxmlformats.org/officeDocument/2006/relationships/image" Target="../media/image528.png"/><Relationship Id="rId114" Type="http://schemas.openxmlformats.org/officeDocument/2006/relationships/customXml" Target="../ink/ink563.xml"/><Relationship Id="rId296" Type="http://schemas.openxmlformats.org/officeDocument/2006/relationships/customXml" Target="../ink/ink654.xml"/><Relationship Id="rId60" Type="http://schemas.openxmlformats.org/officeDocument/2006/relationships/customXml" Target="../ink/ink536.xml"/><Relationship Id="rId156" Type="http://schemas.openxmlformats.org/officeDocument/2006/relationships/customXml" Target="../ink/ink584.xml"/><Relationship Id="rId198" Type="http://schemas.openxmlformats.org/officeDocument/2006/relationships/customXml" Target="../ink/ink605.xml"/><Relationship Id="rId321" Type="http://schemas.openxmlformats.org/officeDocument/2006/relationships/image" Target="../media/image664.png"/><Relationship Id="rId363" Type="http://schemas.openxmlformats.org/officeDocument/2006/relationships/image" Target="../media/image685.png"/><Relationship Id="rId419" Type="http://schemas.openxmlformats.org/officeDocument/2006/relationships/image" Target="../media/image713.png"/><Relationship Id="rId223" Type="http://schemas.openxmlformats.org/officeDocument/2006/relationships/image" Target="../media/image615.png"/><Relationship Id="rId430" Type="http://schemas.openxmlformats.org/officeDocument/2006/relationships/customXml" Target="../ink/ink721.xml"/><Relationship Id="rId18" Type="http://schemas.openxmlformats.org/officeDocument/2006/relationships/customXml" Target="../ink/ink515.xml"/><Relationship Id="rId265" Type="http://schemas.openxmlformats.org/officeDocument/2006/relationships/image" Target="../media/image636.png"/><Relationship Id="rId125" Type="http://schemas.openxmlformats.org/officeDocument/2006/relationships/image" Target="../media/image566.png"/><Relationship Id="rId167" Type="http://schemas.openxmlformats.org/officeDocument/2006/relationships/image" Target="../media/image587.png"/><Relationship Id="rId332" Type="http://schemas.openxmlformats.org/officeDocument/2006/relationships/customXml" Target="../ink/ink672.xml"/><Relationship Id="rId374" Type="http://schemas.openxmlformats.org/officeDocument/2006/relationships/customXml" Target="../ink/ink693.xml"/><Relationship Id="rId71" Type="http://schemas.openxmlformats.org/officeDocument/2006/relationships/image" Target="../media/image539.png"/><Relationship Id="rId92" Type="http://schemas.openxmlformats.org/officeDocument/2006/relationships/customXml" Target="../ink/ink552.xml"/><Relationship Id="rId213" Type="http://schemas.openxmlformats.org/officeDocument/2006/relationships/image" Target="../media/image610.png"/><Relationship Id="rId234" Type="http://schemas.openxmlformats.org/officeDocument/2006/relationships/customXml" Target="../ink/ink623.xml"/><Relationship Id="rId420" Type="http://schemas.openxmlformats.org/officeDocument/2006/relationships/customXml" Target="../ink/ink716.xml"/><Relationship Id="rId2" Type="http://schemas.openxmlformats.org/officeDocument/2006/relationships/customXml" Target="../ink/ink507.xml"/><Relationship Id="rId29" Type="http://schemas.openxmlformats.org/officeDocument/2006/relationships/image" Target="../media/image518.png"/><Relationship Id="rId255" Type="http://schemas.openxmlformats.org/officeDocument/2006/relationships/image" Target="../media/image631.png"/><Relationship Id="rId276" Type="http://schemas.openxmlformats.org/officeDocument/2006/relationships/customXml" Target="../ink/ink644.xml"/><Relationship Id="rId297" Type="http://schemas.openxmlformats.org/officeDocument/2006/relationships/image" Target="../media/image652.png"/><Relationship Id="rId441" Type="http://schemas.openxmlformats.org/officeDocument/2006/relationships/image" Target="../media/image724.png"/><Relationship Id="rId40" Type="http://schemas.openxmlformats.org/officeDocument/2006/relationships/customXml" Target="../ink/ink526.xml"/><Relationship Id="rId115" Type="http://schemas.openxmlformats.org/officeDocument/2006/relationships/image" Target="../media/image561.png"/><Relationship Id="rId136" Type="http://schemas.openxmlformats.org/officeDocument/2006/relationships/customXml" Target="../ink/ink574.xml"/><Relationship Id="rId157" Type="http://schemas.openxmlformats.org/officeDocument/2006/relationships/image" Target="../media/image582.png"/><Relationship Id="rId178" Type="http://schemas.openxmlformats.org/officeDocument/2006/relationships/customXml" Target="../ink/ink595.xml"/><Relationship Id="rId301" Type="http://schemas.openxmlformats.org/officeDocument/2006/relationships/image" Target="../media/image654.png"/><Relationship Id="rId322" Type="http://schemas.openxmlformats.org/officeDocument/2006/relationships/customXml" Target="../ink/ink667.xml"/><Relationship Id="rId343" Type="http://schemas.openxmlformats.org/officeDocument/2006/relationships/image" Target="../media/image675.png"/><Relationship Id="rId364" Type="http://schemas.openxmlformats.org/officeDocument/2006/relationships/customXml" Target="../ink/ink688.xml"/><Relationship Id="rId61" Type="http://schemas.openxmlformats.org/officeDocument/2006/relationships/image" Target="../media/image534.png"/><Relationship Id="rId82" Type="http://schemas.openxmlformats.org/officeDocument/2006/relationships/customXml" Target="../ink/ink547.xml"/><Relationship Id="rId199" Type="http://schemas.openxmlformats.org/officeDocument/2006/relationships/image" Target="../media/image603.png"/><Relationship Id="rId203" Type="http://schemas.openxmlformats.org/officeDocument/2006/relationships/image" Target="../media/image605.png"/><Relationship Id="rId385" Type="http://schemas.openxmlformats.org/officeDocument/2006/relationships/image" Target="../media/image696.png"/><Relationship Id="rId19" Type="http://schemas.openxmlformats.org/officeDocument/2006/relationships/image" Target="../media/image513.png"/><Relationship Id="rId224" Type="http://schemas.openxmlformats.org/officeDocument/2006/relationships/customXml" Target="../ink/ink618.xml"/><Relationship Id="rId245" Type="http://schemas.openxmlformats.org/officeDocument/2006/relationships/image" Target="../media/image626.png"/><Relationship Id="rId266" Type="http://schemas.openxmlformats.org/officeDocument/2006/relationships/customXml" Target="../ink/ink639.xml"/><Relationship Id="rId287" Type="http://schemas.openxmlformats.org/officeDocument/2006/relationships/image" Target="../media/image647.png"/><Relationship Id="rId410" Type="http://schemas.openxmlformats.org/officeDocument/2006/relationships/customXml" Target="../ink/ink711.xml"/><Relationship Id="rId431" Type="http://schemas.openxmlformats.org/officeDocument/2006/relationships/image" Target="../media/image719.png"/><Relationship Id="rId452" Type="http://schemas.openxmlformats.org/officeDocument/2006/relationships/customXml" Target="../ink/ink732.xml"/><Relationship Id="rId30" Type="http://schemas.openxmlformats.org/officeDocument/2006/relationships/customXml" Target="../ink/ink521.xml"/><Relationship Id="rId105" Type="http://schemas.openxmlformats.org/officeDocument/2006/relationships/image" Target="../media/image556.png"/><Relationship Id="rId126" Type="http://schemas.openxmlformats.org/officeDocument/2006/relationships/customXml" Target="../ink/ink569.xml"/><Relationship Id="rId147" Type="http://schemas.openxmlformats.org/officeDocument/2006/relationships/image" Target="../media/image577.png"/><Relationship Id="rId168" Type="http://schemas.openxmlformats.org/officeDocument/2006/relationships/customXml" Target="../ink/ink590.xml"/><Relationship Id="rId312" Type="http://schemas.openxmlformats.org/officeDocument/2006/relationships/customXml" Target="../ink/ink662.xml"/><Relationship Id="rId333" Type="http://schemas.openxmlformats.org/officeDocument/2006/relationships/image" Target="../media/image670.png"/><Relationship Id="rId354" Type="http://schemas.openxmlformats.org/officeDocument/2006/relationships/customXml" Target="../ink/ink683.xml"/><Relationship Id="rId51" Type="http://schemas.openxmlformats.org/officeDocument/2006/relationships/image" Target="../media/image529.png"/><Relationship Id="rId72" Type="http://schemas.openxmlformats.org/officeDocument/2006/relationships/customXml" Target="../ink/ink542.xml"/><Relationship Id="rId93" Type="http://schemas.openxmlformats.org/officeDocument/2006/relationships/image" Target="../media/image550.png"/><Relationship Id="rId189" Type="http://schemas.openxmlformats.org/officeDocument/2006/relationships/image" Target="../media/image598.png"/><Relationship Id="rId375" Type="http://schemas.openxmlformats.org/officeDocument/2006/relationships/image" Target="../media/image691.png"/><Relationship Id="rId396" Type="http://schemas.openxmlformats.org/officeDocument/2006/relationships/customXml" Target="../ink/ink704.xml"/><Relationship Id="rId3" Type="http://schemas.openxmlformats.org/officeDocument/2006/relationships/image" Target="../media/image505.png"/><Relationship Id="rId214" Type="http://schemas.openxmlformats.org/officeDocument/2006/relationships/customXml" Target="../ink/ink613.xml"/><Relationship Id="rId235" Type="http://schemas.openxmlformats.org/officeDocument/2006/relationships/image" Target="../media/image621.png"/><Relationship Id="rId256" Type="http://schemas.openxmlformats.org/officeDocument/2006/relationships/customXml" Target="../ink/ink634.xml"/><Relationship Id="rId277" Type="http://schemas.openxmlformats.org/officeDocument/2006/relationships/image" Target="../media/image642.png"/><Relationship Id="rId298" Type="http://schemas.openxmlformats.org/officeDocument/2006/relationships/customXml" Target="../ink/ink655.xml"/><Relationship Id="rId400" Type="http://schemas.openxmlformats.org/officeDocument/2006/relationships/customXml" Target="../ink/ink706.xml"/><Relationship Id="rId421" Type="http://schemas.openxmlformats.org/officeDocument/2006/relationships/image" Target="../media/image714.png"/><Relationship Id="rId442" Type="http://schemas.openxmlformats.org/officeDocument/2006/relationships/customXml" Target="../ink/ink727.xml"/><Relationship Id="rId116" Type="http://schemas.openxmlformats.org/officeDocument/2006/relationships/customXml" Target="../ink/ink564.xml"/><Relationship Id="rId137" Type="http://schemas.openxmlformats.org/officeDocument/2006/relationships/image" Target="../media/image572.png"/><Relationship Id="rId158" Type="http://schemas.openxmlformats.org/officeDocument/2006/relationships/customXml" Target="../ink/ink585.xml"/><Relationship Id="rId302" Type="http://schemas.openxmlformats.org/officeDocument/2006/relationships/customXml" Target="../ink/ink657.xml"/><Relationship Id="rId323" Type="http://schemas.openxmlformats.org/officeDocument/2006/relationships/image" Target="../media/image665.png"/><Relationship Id="rId344" Type="http://schemas.openxmlformats.org/officeDocument/2006/relationships/customXml" Target="../ink/ink678.xml"/><Relationship Id="rId20" Type="http://schemas.openxmlformats.org/officeDocument/2006/relationships/customXml" Target="../ink/ink516.xml"/><Relationship Id="rId41" Type="http://schemas.openxmlformats.org/officeDocument/2006/relationships/image" Target="../media/image524.png"/><Relationship Id="rId62" Type="http://schemas.openxmlformats.org/officeDocument/2006/relationships/customXml" Target="../ink/ink537.xml"/><Relationship Id="rId83" Type="http://schemas.openxmlformats.org/officeDocument/2006/relationships/image" Target="../media/image545.png"/><Relationship Id="rId179" Type="http://schemas.openxmlformats.org/officeDocument/2006/relationships/image" Target="../media/image593.png"/><Relationship Id="rId365" Type="http://schemas.openxmlformats.org/officeDocument/2006/relationships/image" Target="../media/image686.png"/><Relationship Id="rId386" Type="http://schemas.openxmlformats.org/officeDocument/2006/relationships/customXml" Target="../ink/ink699.xml"/><Relationship Id="rId190" Type="http://schemas.openxmlformats.org/officeDocument/2006/relationships/customXml" Target="../ink/ink601.xml"/><Relationship Id="rId204" Type="http://schemas.openxmlformats.org/officeDocument/2006/relationships/customXml" Target="../ink/ink608.xml"/><Relationship Id="rId225" Type="http://schemas.openxmlformats.org/officeDocument/2006/relationships/image" Target="../media/image616.png"/><Relationship Id="rId246" Type="http://schemas.openxmlformats.org/officeDocument/2006/relationships/customXml" Target="../ink/ink629.xml"/><Relationship Id="rId267" Type="http://schemas.openxmlformats.org/officeDocument/2006/relationships/image" Target="../media/image637.png"/><Relationship Id="rId288" Type="http://schemas.openxmlformats.org/officeDocument/2006/relationships/customXml" Target="../ink/ink650.xml"/><Relationship Id="rId411" Type="http://schemas.openxmlformats.org/officeDocument/2006/relationships/image" Target="../media/image709.png"/><Relationship Id="rId432" Type="http://schemas.openxmlformats.org/officeDocument/2006/relationships/customXml" Target="../ink/ink722.xml"/><Relationship Id="rId453" Type="http://schemas.openxmlformats.org/officeDocument/2006/relationships/image" Target="../media/image730.png"/><Relationship Id="rId106" Type="http://schemas.openxmlformats.org/officeDocument/2006/relationships/customXml" Target="../ink/ink559.xml"/><Relationship Id="rId127" Type="http://schemas.openxmlformats.org/officeDocument/2006/relationships/image" Target="../media/image567.png"/><Relationship Id="rId313" Type="http://schemas.openxmlformats.org/officeDocument/2006/relationships/image" Target="../media/image660.png"/><Relationship Id="rId10" Type="http://schemas.openxmlformats.org/officeDocument/2006/relationships/customXml" Target="../ink/ink511.xml"/><Relationship Id="rId31" Type="http://schemas.openxmlformats.org/officeDocument/2006/relationships/image" Target="../media/image519.png"/><Relationship Id="rId52" Type="http://schemas.openxmlformats.org/officeDocument/2006/relationships/customXml" Target="../ink/ink532.xml"/><Relationship Id="rId73" Type="http://schemas.openxmlformats.org/officeDocument/2006/relationships/image" Target="../media/image540.png"/><Relationship Id="rId94" Type="http://schemas.openxmlformats.org/officeDocument/2006/relationships/customXml" Target="../ink/ink553.xml"/><Relationship Id="rId148" Type="http://schemas.openxmlformats.org/officeDocument/2006/relationships/customXml" Target="../ink/ink580.xml"/><Relationship Id="rId169" Type="http://schemas.openxmlformats.org/officeDocument/2006/relationships/image" Target="../media/image588.png"/><Relationship Id="rId334" Type="http://schemas.openxmlformats.org/officeDocument/2006/relationships/customXml" Target="../ink/ink673.xml"/><Relationship Id="rId355" Type="http://schemas.openxmlformats.org/officeDocument/2006/relationships/image" Target="../media/image681.png"/><Relationship Id="rId376" Type="http://schemas.openxmlformats.org/officeDocument/2006/relationships/customXml" Target="../ink/ink694.xml"/><Relationship Id="rId397" Type="http://schemas.openxmlformats.org/officeDocument/2006/relationships/image" Target="../media/image702.png"/><Relationship Id="rId4" Type="http://schemas.openxmlformats.org/officeDocument/2006/relationships/customXml" Target="../ink/ink508.xml"/><Relationship Id="rId180" Type="http://schemas.openxmlformats.org/officeDocument/2006/relationships/customXml" Target="../ink/ink596.xml"/><Relationship Id="rId215" Type="http://schemas.openxmlformats.org/officeDocument/2006/relationships/image" Target="../media/image611.png"/><Relationship Id="rId236" Type="http://schemas.openxmlformats.org/officeDocument/2006/relationships/customXml" Target="../ink/ink624.xml"/><Relationship Id="rId257" Type="http://schemas.openxmlformats.org/officeDocument/2006/relationships/image" Target="../media/image632.png"/><Relationship Id="rId278" Type="http://schemas.openxmlformats.org/officeDocument/2006/relationships/customXml" Target="../ink/ink645.xml"/><Relationship Id="rId401" Type="http://schemas.openxmlformats.org/officeDocument/2006/relationships/image" Target="../media/image704.png"/><Relationship Id="rId422" Type="http://schemas.openxmlformats.org/officeDocument/2006/relationships/customXml" Target="../ink/ink717.xml"/><Relationship Id="rId443" Type="http://schemas.openxmlformats.org/officeDocument/2006/relationships/image" Target="../media/image725.png"/><Relationship Id="rId303" Type="http://schemas.openxmlformats.org/officeDocument/2006/relationships/image" Target="../media/image655.png"/><Relationship Id="rId42" Type="http://schemas.openxmlformats.org/officeDocument/2006/relationships/customXml" Target="../ink/ink527.xml"/><Relationship Id="rId84" Type="http://schemas.openxmlformats.org/officeDocument/2006/relationships/customXml" Target="../ink/ink548.xml"/><Relationship Id="rId138" Type="http://schemas.openxmlformats.org/officeDocument/2006/relationships/customXml" Target="../ink/ink575.xml"/><Relationship Id="rId345" Type="http://schemas.openxmlformats.org/officeDocument/2006/relationships/image" Target="../media/image676.png"/><Relationship Id="rId387" Type="http://schemas.openxmlformats.org/officeDocument/2006/relationships/image" Target="../media/image697.png"/><Relationship Id="rId191" Type="http://schemas.openxmlformats.org/officeDocument/2006/relationships/image" Target="../media/image599.png"/><Relationship Id="rId205" Type="http://schemas.openxmlformats.org/officeDocument/2006/relationships/image" Target="../media/image606.png"/><Relationship Id="rId247" Type="http://schemas.openxmlformats.org/officeDocument/2006/relationships/image" Target="../media/image627.png"/><Relationship Id="rId412" Type="http://schemas.openxmlformats.org/officeDocument/2006/relationships/customXml" Target="../ink/ink712.xml"/><Relationship Id="rId107" Type="http://schemas.openxmlformats.org/officeDocument/2006/relationships/image" Target="../media/image557.png"/><Relationship Id="rId289" Type="http://schemas.openxmlformats.org/officeDocument/2006/relationships/image" Target="../media/image648.png"/><Relationship Id="rId454" Type="http://schemas.openxmlformats.org/officeDocument/2006/relationships/customXml" Target="../ink/ink733.xml"/><Relationship Id="rId11" Type="http://schemas.openxmlformats.org/officeDocument/2006/relationships/image" Target="../media/image509.png"/><Relationship Id="rId53" Type="http://schemas.openxmlformats.org/officeDocument/2006/relationships/image" Target="../media/image530.png"/><Relationship Id="rId149" Type="http://schemas.openxmlformats.org/officeDocument/2006/relationships/image" Target="../media/image578.png"/><Relationship Id="rId314" Type="http://schemas.openxmlformats.org/officeDocument/2006/relationships/customXml" Target="../ink/ink663.xml"/><Relationship Id="rId356" Type="http://schemas.openxmlformats.org/officeDocument/2006/relationships/customXml" Target="../ink/ink684.xml"/><Relationship Id="rId398" Type="http://schemas.openxmlformats.org/officeDocument/2006/relationships/customXml" Target="../ink/ink705.xml"/><Relationship Id="rId95" Type="http://schemas.openxmlformats.org/officeDocument/2006/relationships/image" Target="../media/image551.png"/><Relationship Id="rId160" Type="http://schemas.openxmlformats.org/officeDocument/2006/relationships/customXml" Target="../ink/ink586.xml"/><Relationship Id="rId216" Type="http://schemas.openxmlformats.org/officeDocument/2006/relationships/customXml" Target="../ink/ink614.xml"/><Relationship Id="rId423" Type="http://schemas.openxmlformats.org/officeDocument/2006/relationships/image" Target="../media/image715.png"/><Relationship Id="rId258" Type="http://schemas.openxmlformats.org/officeDocument/2006/relationships/customXml" Target="../ink/ink635.xml"/><Relationship Id="rId22" Type="http://schemas.openxmlformats.org/officeDocument/2006/relationships/customXml" Target="../ink/ink517.xml"/><Relationship Id="rId64" Type="http://schemas.openxmlformats.org/officeDocument/2006/relationships/customXml" Target="../ink/ink538.xml"/><Relationship Id="rId118" Type="http://schemas.openxmlformats.org/officeDocument/2006/relationships/customXml" Target="../ink/ink565.xml"/><Relationship Id="rId325" Type="http://schemas.openxmlformats.org/officeDocument/2006/relationships/image" Target="../media/image666.png"/><Relationship Id="rId367" Type="http://schemas.openxmlformats.org/officeDocument/2006/relationships/image" Target="../media/image687.png"/><Relationship Id="rId171" Type="http://schemas.openxmlformats.org/officeDocument/2006/relationships/image" Target="../media/image589.png"/><Relationship Id="rId227" Type="http://schemas.openxmlformats.org/officeDocument/2006/relationships/image" Target="../media/image617.png"/><Relationship Id="rId269" Type="http://schemas.openxmlformats.org/officeDocument/2006/relationships/image" Target="../media/image638.png"/><Relationship Id="rId434" Type="http://schemas.openxmlformats.org/officeDocument/2006/relationships/customXml" Target="../ink/ink723.xml"/><Relationship Id="rId33" Type="http://schemas.openxmlformats.org/officeDocument/2006/relationships/image" Target="../media/image520.png"/><Relationship Id="rId129" Type="http://schemas.openxmlformats.org/officeDocument/2006/relationships/image" Target="../media/image568.png"/><Relationship Id="rId280" Type="http://schemas.openxmlformats.org/officeDocument/2006/relationships/customXml" Target="../ink/ink646.xml"/><Relationship Id="rId336" Type="http://schemas.openxmlformats.org/officeDocument/2006/relationships/customXml" Target="../ink/ink674.xml"/><Relationship Id="rId75" Type="http://schemas.openxmlformats.org/officeDocument/2006/relationships/image" Target="../media/image541.png"/><Relationship Id="rId140" Type="http://schemas.openxmlformats.org/officeDocument/2006/relationships/customXml" Target="../ink/ink576.xml"/><Relationship Id="rId182" Type="http://schemas.openxmlformats.org/officeDocument/2006/relationships/customXml" Target="../ink/ink597.xml"/><Relationship Id="rId378" Type="http://schemas.openxmlformats.org/officeDocument/2006/relationships/customXml" Target="../ink/ink695.xml"/><Relationship Id="rId403" Type="http://schemas.openxmlformats.org/officeDocument/2006/relationships/image" Target="../media/image705.png"/><Relationship Id="rId6" Type="http://schemas.openxmlformats.org/officeDocument/2006/relationships/customXml" Target="../ink/ink509.xml"/><Relationship Id="rId238" Type="http://schemas.openxmlformats.org/officeDocument/2006/relationships/customXml" Target="../ink/ink625.xml"/><Relationship Id="rId445" Type="http://schemas.openxmlformats.org/officeDocument/2006/relationships/image" Target="../media/image726.png"/><Relationship Id="rId291" Type="http://schemas.openxmlformats.org/officeDocument/2006/relationships/image" Target="../media/image649.png"/><Relationship Id="rId305" Type="http://schemas.openxmlformats.org/officeDocument/2006/relationships/image" Target="../media/image656.png"/><Relationship Id="rId347" Type="http://schemas.openxmlformats.org/officeDocument/2006/relationships/image" Target="../media/image677.png"/><Relationship Id="rId44" Type="http://schemas.openxmlformats.org/officeDocument/2006/relationships/customXml" Target="../ink/ink528.xml"/><Relationship Id="rId86" Type="http://schemas.openxmlformats.org/officeDocument/2006/relationships/customXml" Target="../ink/ink549.xml"/><Relationship Id="rId151" Type="http://schemas.openxmlformats.org/officeDocument/2006/relationships/image" Target="../media/image579.png"/><Relationship Id="rId389" Type="http://schemas.openxmlformats.org/officeDocument/2006/relationships/image" Target="../media/image698.png"/><Relationship Id="rId193" Type="http://schemas.openxmlformats.org/officeDocument/2006/relationships/image" Target="../media/image600.png"/><Relationship Id="rId207" Type="http://schemas.openxmlformats.org/officeDocument/2006/relationships/image" Target="../media/image607.png"/><Relationship Id="rId249" Type="http://schemas.openxmlformats.org/officeDocument/2006/relationships/image" Target="../media/image628.png"/><Relationship Id="rId414" Type="http://schemas.openxmlformats.org/officeDocument/2006/relationships/customXml" Target="../ink/ink713.xml"/><Relationship Id="rId13" Type="http://schemas.openxmlformats.org/officeDocument/2006/relationships/image" Target="../media/image510.png"/><Relationship Id="rId109" Type="http://schemas.openxmlformats.org/officeDocument/2006/relationships/image" Target="../media/image558.png"/><Relationship Id="rId260" Type="http://schemas.openxmlformats.org/officeDocument/2006/relationships/customXml" Target="../ink/ink636.xml"/><Relationship Id="rId316" Type="http://schemas.openxmlformats.org/officeDocument/2006/relationships/customXml" Target="../ink/ink664.xml"/><Relationship Id="rId55" Type="http://schemas.openxmlformats.org/officeDocument/2006/relationships/image" Target="../media/image531.png"/><Relationship Id="rId97" Type="http://schemas.openxmlformats.org/officeDocument/2006/relationships/image" Target="../media/image552.png"/><Relationship Id="rId120" Type="http://schemas.openxmlformats.org/officeDocument/2006/relationships/customXml" Target="../ink/ink566.xml"/><Relationship Id="rId358" Type="http://schemas.openxmlformats.org/officeDocument/2006/relationships/customXml" Target="../ink/ink685.xml"/><Relationship Id="rId162" Type="http://schemas.openxmlformats.org/officeDocument/2006/relationships/customXml" Target="../ink/ink587.xml"/><Relationship Id="rId218" Type="http://schemas.openxmlformats.org/officeDocument/2006/relationships/customXml" Target="../ink/ink615.xml"/><Relationship Id="rId425" Type="http://schemas.openxmlformats.org/officeDocument/2006/relationships/image" Target="../media/image716.png"/><Relationship Id="rId271" Type="http://schemas.openxmlformats.org/officeDocument/2006/relationships/image" Target="../media/image639.png"/><Relationship Id="rId24" Type="http://schemas.openxmlformats.org/officeDocument/2006/relationships/customXml" Target="../ink/ink518.xml"/><Relationship Id="rId66" Type="http://schemas.openxmlformats.org/officeDocument/2006/relationships/customXml" Target="../ink/ink539.xml"/><Relationship Id="rId131" Type="http://schemas.openxmlformats.org/officeDocument/2006/relationships/image" Target="../media/image569.png"/><Relationship Id="rId327" Type="http://schemas.openxmlformats.org/officeDocument/2006/relationships/image" Target="../media/image667.png"/><Relationship Id="rId369" Type="http://schemas.openxmlformats.org/officeDocument/2006/relationships/image" Target="../media/image688.png"/><Relationship Id="rId173" Type="http://schemas.openxmlformats.org/officeDocument/2006/relationships/image" Target="../media/image590.png"/><Relationship Id="rId229" Type="http://schemas.openxmlformats.org/officeDocument/2006/relationships/image" Target="../media/image618.png"/><Relationship Id="rId380" Type="http://schemas.openxmlformats.org/officeDocument/2006/relationships/customXml" Target="../ink/ink696.xml"/><Relationship Id="rId436" Type="http://schemas.openxmlformats.org/officeDocument/2006/relationships/customXml" Target="../ink/ink724.xml"/><Relationship Id="rId240" Type="http://schemas.openxmlformats.org/officeDocument/2006/relationships/customXml" Target="../ink/ink626.xml"/><Relationship Id="rId35" Type="http://schemas.openxmlformats.org/officeDocument/2006/relationships/image" Target="../media/image521.png"/><Relationship Id="rId77" Type="http://schemas.openxmlformats.org/officeDocument/2006/relationships/image" Target="../media/image542.png"/><Relationship Id="rId100" Type="http://schemas.openxmlformats.org/officeDocument/2006/relationships/customXml" Target="../ink/ink556.xml"/><Relationship Id="rId282" Type="http://schemas.openxmlformats.org/officeDocument/2006/relationships/customXml" Target="../ink/ink647.xml"/><Relationship Id="rId338" Type="http://schemas.openxmlformats.org/officeDocument/2006/relationships/customXml" Target="../ink/ink675.xml"/><Relationship Id="rId8" Type="http://schemas.openxmlformats.org/officeDocument/2006/relationships/customXml" Target="../ink/ink510.xml"/><Relationship Id="rId142" Type="http://schemas.openxmlformats.org/officeDocument/2006/relationships/customXml" Target="../ink/ink577.xml"/><Relationship Id="rId184" Type="http://schemas.openxmlformats.org/officeDocument/2006/relationships/customXml" Target="../ink/ink598.xml"/><Relationship Id="rId391" Type="http://schemas.openxmlformats.org/officeDocument/2006/relationships/image" Target="../media/image699.png"/><Relationship Id="rId405" Type="http://schemas.openxmlformats.org/officeDocument/2006/relationships/image" Target="../media/image706.png"/><Relationship Id="rId447" Type="http://schemas.openxmlformats.org/officeDocument/2006/relationships/image" Target="../media/image727.png"/><Relationship Id="rId251" Type="http://schemas.openxmlformats.org/officeDocument/2006/relationships/image" Target="../media/image629.png"/><Relationship Id="rId46" Type="http://schemas.openxmlformats.org/officeDocument/2006/relationships/customXml" Target="../ink/ink529.xml"/><Relationship Id="rId293" Type="http://schemas.openxmlformats.org/officeDocument/2006/relationships/image" Target="../media/image650.png"/><Relationship Id="rId307" Type="http://schemas.openxmlformats.org/officeDocument/2006/relationships/image" Target="../media/image657.png"/><Relationship Id="rId349" Type="http://schemas.openxmlformats.org/officeDocument/2006/relationships/image" Target="../media/image678.png"/><Relationship Id="rId88" Type="http://schemas.openxmlformats.org/officeDocument/2006/relationships/customXml" Target="../ink/ink550.xml"/><Relationship Id="rId111" Type="http://schemas.openxmlformats.org/officeDocument/2006/relationships/image" Target="../media/image559.png"/><Relationship Id="rId153" Type="http://schemas.openxmlformats.org/officeDocument/2006/relationships/image" Target="../media/image580.png"/><Relationship Id="rId195" Type="http://schemas.openxmlformats.org/officeDocument/2006/relationships/image" Target="../media/image601.png"/><Relationship Id="rId209" Type="http://schemas.openxmlformats.org/officeDocument/2006/relationships/image" Target="../media/image608.png"/><Relationship Id="rId360" Type="http://schemas.openxmlformats.org/officeDocument/2006/relationships/customXml" Target="../ink/ink686.xml"/><Relationship Id="rId416" Type="http://schemas.openxmlformats.org/officeDocument/2006/relationships/customXml" Target="../ink/ink714.xml"/><Relationship Id="rId220" Type="http://schemas.openxmlformats.org/officeDocument/2006/relationships/customXml" Target="../ink/ink616.xml"/><Relationship Id="rId15" Type="http://schemas.openxmlformats.org/officeDocument/2006/relationships/image" Target="../media/image511.png"/><Relationship Id="rId57" Type="http://schemas.openxmlformats.org/officeDocument/2006/relationships/image" Target="../media/image532.png"/><Relationship Id="rId262" Type="http://schemas.openxmlformats.org/officeDocument/2006/relationships/customXml" Target="../ink/ink637.xml"/><Relationship Id="rId318" Type="http://schemas.openxmlformats.org/officeDocument/2006/relationships/customXml" Target="../ink/ink665.xml"/><Relationship Id="rId99" Type="http://schemas.openxmlformats.org/officeDocument/2006/relationships/image" Target="../media/image553.png"/><Relationship Id="rId122" Type="http://schemas.openxmlformats.org/officeDocument/2006/relationships/customXml" Target="../ink/ink567.xml"/><Relationship Id="rId164" Type="http://schemas.openxmlformats.org/officeDocument/2006/relationships/customXml" Target="../ink/ink588.xml"/><Relationship Id="rId371" Type="http://schemas.openxmlformats.org/officeDocument/2006/relationships/image" Target="../media/image689.png"/><Relationship Id="rId427" Type="http://schemas.openxmlformats.org/officeDocument/2006/relationships/image" Target="../media/image717.png"/><Relationship Id="rId26" Type="http://schemas.openxmlformats.org/officeDocument/2006/relationships/customXml" Target="../ink/ink519.xml"/><Relationship Id="rId231" Type="http://schemas.openxmlformats.org/officeDocument/2006/relationships/image" Target="../media/image619.png"/><Relationship Id="rId273" Type="http://schemas.openxmlformats.org/officeDocument/2006/relationships/image" Target="../media/image640.png"/><Relationship Id="rId329" Type="http://schemas.openxmlformats.org/officeDocument/2006/relationships/image" Target="../media/image668.png"/><Relationship Id="rId68" Type="http://schemas.openxmlformats.org/officeDocument/2006/relationships/customXml" Target="../ink/ink540.xml"/><Relationship Id="rId133" Type="http://schemas.openxmlformats.org/officeDocument/2006/relationships/image" Target="../media/image570.png"/><Relationship Id="rId175" Type="http://schemas.openxmlformats.org/officeDocument/2006/relationships/image" Target="../media/image591.png"/><Relationship Id="rId340" Type="http://schemas.openxmlformats.org/officeDocument/2006/relationships/customXml" Target="../ink/ink676.xml"/><Relationship Id="rId200" Type="http://schemas.openxmlformats.org/officeDocument/2006/relationships/customXml" Target="../ink/ink606.xml"/><Relationship Id="rId382" Type="http://schemas.openxmlformats.org/officeDocument/2006/relationships/customXml" Target="../ink/ink697.xml"/><Relationship Id="rId438" Type="http://schemas.openxmlformats.org/officeDocument/2006/relationships/customXml" Target="../ink/ink725.xml"/><Relationship Id="rId242" Type="http://schemas.openxmlformats.org/officeDocument/2006/relationships/customXml" Target="../ink/ink627.xml"/><Relationship Id="rId284" Type="http://schemas.openxmlformats.org/officeDocument/2006/relationships/customXml" Target="../ink/ink648.xml"/><Relationship Id="rId37" Type="http://schemas.openxmlformats.org/officeDocument/2006/relationships/image" Target="../media/image522.png"/><Relationship Id="rId79" Type="http://schemas.openxmlformats.org/officeDocument/2006/relationships/image" Target="../media/image543.png"/><Relationship Id="rId102" Type="http://schemas.openxmlformats.org/officeDocument/2006/relationships/customXml" Target="../ink/ink557.xml"/><Relationship Id="rId144" Type="http://schemas.openxmlformats.org/officeDocument/2006/relationships/customXml" Target="../ink/ink578.xml"/><Relationship Id="rId90" Type="http://schemas.openxmlformats.org/officeDocument/2006/relationships/customXml" Target="../ink/ink551.xml"/><Relationship Id="rId186" Type="http://schemas.openxmlformats.org/officeDocument/2006/relationships/customXml" Target="../ink/ink599.xml"/><Relationship Id="rId351" Type="http://schemas.openxmlformats.org/officeDocument/2006/relationships/image" Target="../media/image679.png"/><Relationship Id="rId393" Type="http://schemas.openxmlformats.org/officeDocument/2006/relationships/image" Target="../media/image700.png"/><Relationship Id="rId407" Type="http://schemas.openxmlformats.org/officeDocument/2006/relationships/image" Target="../media/image707.png"/><Relationship Id="rId449" Type="http://schemas.openxmlformats.org/officeDocument/2006/relationships/image" Target="../media/image728.png"/><Relationship Id="rId211" Type="http://schemas.openxmlformats.org/officeDocument/2006/relationships/image" Target="../media/image609.png"/><Relationship Id="rId253" Type="http://schemas.openxmlformats.org/officeDocument/2006/relationships/image" Target="../media/image630.png"/><Relationship Id="rId295" Type="http://schemas.openxmlformats.org/officeDocument/2006/relationships/image" Target="../media/image651.png"/><Relationship Id="rId309" Type="http://schemas.openxmlformats.org/officeDocument/2006/relationships/image" Target="../media/image658.png"/><Relationship Id="rId48" Type="http://schemas.openxmlformats.org/officeDocument/2006/relationships/customXml" Target="../ink/ink530.xml"/><Relationship Id="rId113" Type="http://schemas.openxmlformats.org/officeDocument/2006/relationships/image" Target="../media/image560.png"/><Relationship Id="rId320" Type="http://schemas.openxmlformats.org/officeDocument/2006/relationships/customXml" Target="../ink/ink666.xml"/><Relationship Id="rId155" Type="http://schemas.openxmlformats.org/officeDocument/2006/relationships/image" Target="../media/image581.png"/><Relationship Id="rId197" Type="http://schemas.openxmlformats.org/officeDocument/2006/relationships/image" Target="../media/image602.png"/><Relationship Id="rId362" Type="http://schemas.openxmlformats.org/officeDocument/2006/relationships/customXml" Target="../ink/ink687.xml"/><Relationship Id="rId418" Type="http://schemas.openxmlformats.org/officeDocument/2006/relationships/customXml" Target="../ink/ink715.xml"/><Relationship Id="rId222" Type="http://schemas.openxmlformats.org/officeDocument/2006/relationships/customXml" Target="../ink/ink617.xml"/><Relationship Id="rId264" Type="http://schemas.openxmlformats.org/officeDocument/2006/relationships/customXml" Target="../ink/ink638.xml"/><Relationship Id="rId17" Type="http://schemas.openxmlformats.org/officeDocument/2006/relationships/image" Target="../media/image512.png"/><Relationship Id="rId59" Type="http://schemas.openxmlformats.org/officeDocument/2006/relationships/image" Target="../media/image533.png"/><Relationship Id="rId124" Type="http://schemas.openxmlformats.org/officeDocument/2006/relationships/customXml" Target="../ink/ink568.xml"/><Relationship Id="rId70" Type="http://schemas.openxmlformats.org/officeDocument/2006/relationships/customXml" Target="../ink/ink541.xml"/><Relationship Id="rId166" Type="http://schemas.openxmlformats.org/officeDocument/2006/relationships/customXml" Target="../ink/ink589.xml"/><Relationship Id="rId331" Type="http://schemas.openxmlformats.org/officeDocument/2006/relationships/image" Target="../media/image669.png"/><Relationship Id="rId373" Type="http://schemas.openxmlformats.org/officeDocument/2006/relationships/image" Target="../media/image690.png"/><Relationship Id="rId429" Type="http://schemas.openxmlformats.org/officeDocument/2006/relationships/image" Target="../media/image718.png"/><Relationship Id="rId1" Type="http://schemas.openxmlformats.org/officeDocument/2006/relationships/slideLayout" Target="../slideLayouts/slideLayout2.xml"/><Relationship Id="rId233" Type="http://schemas.openxmlformats.org/officeDocument/2006/relationships/image" Target="../media/image620.png"/><Relationship Id="rId440" Type="http://schemas.openxmlformats.org/officeDocument/2006/relationships/customXml" Target="../ink/ink726.xml"/><Relationship Id="rId28" Type="http://schemas.openxmlformats.org/officeDocument/2006/relationships/customXml" Target="../ink/ink520.xml"/><Relationship Id="rId275" Type="http://schemas.openxmlformats.org/officeDocument/2006/relationships/image" Target="../media/image641.png"/><Relationship Id="rId300" Type="http://schemas.openxmlformats.org/officeDocument/2006/relationships/customXml" Target="../ink/ink656.xml"/><Relationship Id="rId81" Type="http://schemas.openxmlformats.org/officeDocument/2006/relationships/image" Target="../media/image544.png"/><Relationship Id="rId135" Type="http://schemas.openxmlformats.org/officeDocument/2006/relationships/image" Target="../media/image571.png"/><Relationship Id="rId177" Type="http://schemas.openxmlformats.org/officeDocument/2006/relationships/image" Target="../media/image592.png"/><Relationship Id="rId342" Type="http://schemas.openxmlformats.org/officeDocument/2006/relationships/customXml" Target="../ink/ink677.xml"/><Relationship Id="rId384" Type="http://schemas.openxmlformats.org/officeDocument/2006/relationships/customXml" Target="../ink/ink698.xml"/><Relationship Id="rId202" Type="http://schemas.openxmlformats.org/officeDocument/2006/relationships/customXml" Target="../ink/ink607.xml"/><Relationship Id="rId244" Type="http://schemas.openxmlformats.org/officeDocument/2006/relationships/customXml" Target="../ink/ink628.xml"/><Relationship Id="rId39" Type="http://schemas.openxmlformats.org/officeDocument/2006/relationships/image" Target="../media/image523.png"/><Relationship Id="rId286" Type="http://schemas.openxmlformats.org/officeDocument/2006/relationships/customXml" Target="../ink/ink649.xml"/><Relationship Id="rId451" Type="http://schemas.openxmlformats.org/officeDocument/2006/relationships/image" Target="../media/image729.png"/><Relationship Id="rId50" Type="http://schemas.openxmlformats.org/officeDocument/2006/relationships/customXml" Target="../ink/ink531.xml"/><Relationship Id="rId104" Type="http://schemas.openxmlformats.org/officeDocument/2006/relationships/customXml" Target="../ink/ink558.xml"/><Relationship Id="rId146" Type="http://schemas.openxmlformats.org/officeDocument/2006/relationships/customXml" Target="../ink/ink579.xml"/><Relationship Id="rId188" Type="http://schemas.openxmlformats.org/officeDocument/2006/relationships/customXml" Target="../ink/ink600.xml"/><Relationship Id="rId311" Type="http://schemas.openxmlformats.org/officeDocument/2006/relationships/image" Target="../media/image659.png"/><Relationship Id="rId353" Type="http://schemas.openxmlformats.org/officeDocument/2006/relationships/image" Target="../media/image680.png"/><Relationship Id="rId395" Type="http://schemas.openxmlformats.org/officeDocument/2006/relationships/image" Target="../media/image701.png"/><Relationship Id="rId409" Type="http://schemas.openxmlformats.org/officeDocument/2006/relationships/image" Target="../media/image708.png"/></Relationships>
</file>

<file path=ppt/slides/_rels/slide1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788.png"/><Relationship Id="rId21" Type="http://schemas.openxmlformats.org/officeDocument/2006/relationships/image" Target="../media/image741.png"/><Relationship Id="rId42" Type="http://schemas.openxmlformats.org/officeDocument/2006/relationships/customXml" Target="../ink/ink754.xml"/><Relationship Id="rId63" Type="http://schemas.openxmlformats.org/officeDocument/2006/relationships/image" Target="../media/image762.png"/><Relationship Id="rId84" Type="http://schemas.openxmlformats.org/officeDocument/2006/relationships/customXml" Target="../ink/ink775.xml"/><Relationship Id="rId138" Type="http://schemas.openxmlformats.org/officeDocument/2006/relationships/customXml" Target="../ink/ink802.xml"/><Relationship Id="rId159" Type="http://schemas.openxmlformats.org/officeDocument/2006/relationships/image" Target="../media/image809.png"/><Relationship Id="rId170" Type="http://schemas.openxmlformats.org/officeDocument/2006/relationships/customXml" Target="../ink/ink818.xml"/><Relationship Id="rId191" Type="http://schemas.openxmlformats.org/officeDocument/2006/relationships/image" Target="../media/image825.png"/><Relationship Id="rId205" Type="http://schemas.openxmlformats.org/officeDocument/2006/relationships/image" Target="../media/image832.png"/><Relationship Id="rId107" Type="http://schemas.openxmlformats.org/officeDocument/2006/relationships/image" Target="../media/image784.png"/><Relationship Id="rId11" Type="http://schemas.openxmlformats.org/officeDocument/2006/relationships/image" Target="../media/image736.png"/><Relationship Id="rId32" Type="http://schemas.openxmlformats.org/officeDocument/2006/relationships/customXml" Target="../ink/ink749.xml"/><Relationship Id="rId53" Type="http://schemas.openxmlformats.org/officeDocument/2006/relationships/image" Target="../media/image757.png"/><Relationship Id="rId74" Type="http://schemas.openxmlformats.org/officeDocument/2006/relationships/customXml" Target="../ink/ink770.xml"/><Relationship Id="rId128" Type="http://schemas.openxmlformats.org/officeDocument/2006/relationships/customXml" Target="../ink/ink797.xml"/><Relationship Id="rId149" Type="http://schemas.openxmlformats.org/officeDocument/2006/relationships/image" Target="../media/image804.png"/><Relationship Id="rId5" Type="http://schemas.openxmlformats.org/officeDocument/2006/relationships/image" Target="../media/image733.png"/><Relationship Id="rId95" Type="http://schemas.openxmlformats.org/officeDocument/2006/relationships/image" Target="../media/image778.png"/><Relationship Id="rId160" Type="http://schemas.openxmlformats.org/officeDocument/2006/relationships/customXml" Target="../ink/ink813.xml"/><Relationship Id="rId181" Type="http://schemas.openxmlformats.org/officeDocument/2006/relationships/image" Target="../media/image820.png"/><Relationship Id="rId216" Type="http://schemas.openxmlformats.org/officeDocument/2006/relationships/customXml" Target="../ink/ink841.xml"/><Relationship Id="rId22" Type="http://schemas.openxmlformats.org/officeDocument/2006/relationships/customXml" Target="../ink/ink744.xml"/><Relationship Id="rId43" Type="http://schemas.openxmlformats.org/officeDocument/2006/relationships/image" Target="../media/image752.png"/><Relationship Id="rId64" Type="http://schemas.openxmlformats.org/officeDocument/2006/relationships/customXml" Target="../ink/ink765.xml"/><Relationship Id="rId118" Type="http://schemas.openxmlformats.org/officeDocument/2006/relationships/customXml" Target="../ink/ink792.xml"/><Relationship Id="rId139" Type="http://schemas.openxmlformats.org/officeDocument/2006/relationships/image" Target="../media/image799.png"/><Relationship Id="rId85" Type="http://schemas.openxmlformats.org/officeDocument/2006/relationships/image" Target="../media/image773.png"/><Relationship Id="rId150" Type="http://schemas.openxmlformats.org/officeDocument/2006/relationships/customXml" Target="../ink/ink808.xml"/><Relationship Id="rId171" Type="http://schemas.openxmlformats.org/officeDocument/2006/relationships/image" Target="../media/image815.png"/><Relationship Id="rId192" Type="http://schemas.openxmlformats.org/officeDocument/2006/relationships/customXml" Target="../ink/ink829.xml"/><Relationship Id="rId206" Type="http://schemas.openxmlformats.org/officeDocument/2006/relationships/customXml" Target="../ink/ink836.xml"/><Relationship Id="rId12" Type="http://schemas.openxmlformats.org/officeDocument/2006/relationships/customXml" Target="../ink/ink739.xml"/><Relationship Id="rId33" Type="http://schemas.openxmlformats.org/officeDocument/2006/relationships/image" Target="../media/image747.png"/><Relationship Id="rId108" Type="http://schemas.openxmlformats.org/officeDocument/2006/relationships/customXml" Target="../ink/ink787.xml"/><Relationship Id="rId129" Type="http://schemas.openxmlformats.org/officeDocument/2006/relationships/image" Target="../media/image794.png"/><Relationship Id="rId54" Type="http://schemas.openxmlformats.org/officeDocument/2006/relationships/customXml" Target="../ink/ink760.xml"/><Relationship Id="rId75" Type="http://schemas.openxmlformats.org/officeDocument/2006/relationships/image" Target="../media/image768.png"/><Relationship Id="rId96" Type="http://schemas.openxmlformats.org/officeDocument/2006/relationships/customXml" Target="../ink/ink781.xml"/><Relationship Id="rId140" Type="http://schemas.openxmlformats.org/officeDocument/2006/relationships/customXml" Target="../ink/ink803.xml"/><Relationship Id="rId161" Type="http://schemas.openxmlformats.org/officeDocument/2006/relationships/image" Target="../media/image810.png"/><Relationship Id="rId182" Type="http://schemas.openxmlformats.org/officeDocument/2006/relationships/customXml" Target="../ink/ink824.xml"/><Relationship Id="rId217" Type="http://schemas.openxmlformats.org/officeDocument/2006/relationships/image" Target="../media/image838.png"/><Relationship Id="rId6" Type="http://schemas.openxmlformats.org/officeDocument/2006/relationships/customXml" Target="../ink/ink736.xml"/><Relationship Id="rId23" Type="http://schemas.openxmlformats.org/officeDocument/2006/relationships/image" Target="../media/image742.png"/><Relationship Id="rId119" Type="http://schemas.openxmlformats.org/officeDocument/2006/relationships/image" Target="../media/image789.png"/><Relationship Id="rId44" Type="http://schemas.openxmlformats.org/officeDocument/2006/relationships/customXml" Target="../ink/ink755.xml"/><Relationship Id="rId65" Type="http://schemas.openxmlformats.org/officeDocument/2006/relationships/image" Target="../media/image763.png"/><Relationship Id="rId86" Type="http://schemas.openxmlformats.org/officeDocument/2006/relationships/customXml" Target="../ink/ink776.xml"/><Relationship Id="rId130" Type="http://schemas.openxmlformats.org/officeDocument/2006/relationships/customXml" Target="../ink/ink798.xml"/><Relationship Id="rId151" Type="http://schemas.openxmlformats.org/officeDocument/2006/relationships/image" Target="../media/image805.png"/><Relationship Id="rId172" Type="http://schemas.openxmlformats.org/officeDocument/2006/relationships/customXml" Target="../ink/ink819.xml"/><Relationship Id="rId193" Type="http://schemas.openxmlformats.org/officeDocument/2006/relationships/image" Target="../media/image826.png"/><Relationship Id="rId207" Type="http://schemas.openxmlformats.org/officeDocument/2006/relationships/image" Target="../media/image833.png"/><Relationship Id="rId13" Type="http://schemas.openxmlformats.org/officeDocument/2006/relationships/image" Target="../media/image737.png"/><Relationship Id="rId109" Type="http://schemas.openxmlformats.org/officeDocument/2006/relationships/image" Target="../media/image785.png"/><Relationship Id="rId34" Type="http://schemas.openxmlformats.org/officeDocument/2006/relationships/customXml" Target="../ink/ink750.xml"/><Relationship Id="rId55" Type="http://schemas.openxmlformats.org/officeDocument/2006/relationships/image" Target="../media/image758.png"/><Relationship Id="rId76" Type="http://schemas.openxmlformats.org/officeDocument/2006/relationships/customXml" Target="../ink/ink771.xml"/><Relationship Id="rId97" Type="http://schemas.openxmlformats.org/officeDocument/2006/relationships/image" Target="../media/image779.png"/><Relationship Id="rId120" Type="http://schemas.openxmlformats.org/officeDocument/2006/relationships/customXml" Target="../ink/ink793.xml"/><Relationship Id="rId141" Type="http://schemas.openxmlformats.org/officeDocument/2006/relationships/image" Target="../media/image800.png"/><Relationship Id="rId7" Type="http://schemas.openxmlformats.org/officeDocument/2006/relationships/image" Target="../media/image734.png"/><Relationship Id="rId162" Type="http://schemas.openxmlformats.org/officeDocument/2006/relationships/customXml" Target="../ink/ink814.xml"/><Relationship Id="rId183" Type="http://schemas.openxmlformats.org/officeDocument/2006/relationships/image" Target="../media/image821.png"/><Relationship Id="rId218" Type="http://schemas.openxmlformats.org/officeDocument/2006/relationships/customXml" Target="../ink/ink842.xml"/><Relationship Id="rId24" Type="http://schemas.openxmlformats.org/officeDocument/2006/relationships/customXml" Target="../ink/ink745.xml"/><Relationship Id="rId45" Type="http://schemas.openxmlformats.org/officeDocument/2006/relationships/image" Target="../media/image753.png"/><Relationship Id="rId66" Type="http://schemas.openxmlformats.org/officeDocument/2006/relationships/customXml" Target="../ink/ink766.xml"/><Relationship Id="rId87" Type="http://schemas.openxmlformats.org/officeDocument/2006/relationships/image" Target="../media/image774.png"/><Relationship Id="rId110" Type="http://schemas.openxmlformats.org/officeDocument/2006/relationships/customXml" Target="../ink/ink788.xml"/><Relationship Id="rId131" Type="http://schemas.openxmlformats.org/officeDocument/2006/relationships/image" Target="../media/image795.png"/><Relationship Id="rId152" Type="http://schemas.openxmlformats.org/officeDocument/2006/relationships/customXml" Target="../ink/ink809.xml"/><Relationship Id="rId173" Type="http://schemas.openxmlformats.org/officeDocument/2006/relationships/image" Target="../media/image816.png"/><Relationship Id="rId194" Type="http://schemas.openxmlformats.org/officeDocument/2006/relationships/customXml" Target="../ink/ink830.xml"/><Relationship Id="rId208" Type="http://schemas.openxmlformats.org/officeDocument/2006/relationships/customXml" Target="../ink/ink837.xml"/><Relationship Id="rId14" Type="http://schemas.openxmlformats.org/officeDocument/2006/relationships/customXml" Target="../ink/ink740.xml"/><Relationship Id="rId35" Type="http://schemas.openxmlformats.org/officeDocument/2006/relationships/image" Target="../media/image748.png"/><Relationship Id="rId56" Type="http://schemas.openxmlformats.org/officeDocument/2006/relationships/customXml" Target="../ink/ink761.xml"/><Relationship Id="rId77" Type="http://schemas.openxmlformats.org/officeDocument/2006/relationships/image" Target="../media/image769.png"/><Relationship Id="rId100" Type="http://schemas.openxmlformats.org/officeDocument/2006/relationships/customXml" Target="../ink/ink783.xml"/><Relationship Id="rId8" Type="http://schemas.openxmlformats.org/officeDocument/2006/relationships/customXml" Target="../ink/ink737.xml"/><Relationship Id="rId51" Type="http://schemas.openxmlformats.org/officeDocument/2006/relationships/image" Target="../media/image756.png"/><Relationship Id="rId72" Type="http://schemas.openxmlformats.org/officeDocument/2006/relationships/customXml" Target="../ink/ink769.xml"/><Relationship Id="rId93" Type="http://schemas.openxmlformats.org/officeDocument/2006/relationships/image" Target="../media/image777.png"/><Relationship Id="rId98" Type="http://schemas.openxmlformats.org/officeDocument/2006/relationships/customXml" Target="../ink/ink782.xml"/><Relationship Id="rId121" Type="http://schemas.openxmlformats.org/officeDocument/2006/relationships/image" Target="../media/image790.png"/><Relationship Id="rId142" Type="http://schemas.openxmlformats.org/officeDocument/2006/relationships/customXml" Target="../ink/ink804.xml"/><Relationship Id="rId163" Type="http://schemas.openxmlformats.org/officeDocument/2006/relationships/image" Target="../media/image811.png"/><Relationship Id="rId184" Type="http://schemas.openxmlformats.org/officeDocument/2006/relationships/customXml" Target="../ink/ink825.xml"/><Relationship Id="rId189" Type="http://schemas.openxmlformats.org/officeDocument/2006/relationships/image" Target="../media/image824.png"/><Relationship Id="rId219" Type="http://schemas.openxmlformats.org/officeDocument/2006/relationships/image" Target="../media/image839.png"/><Relationship Id="rId3" Type="http://schemas.openxmlformats.org/officeDocument/2006/relationships/image" Target="../media/image732.png"/><Relationship Id="rId214" Type="http://schemas.openxmlformats.org/officeDocument/2006/relationships/customXml" Target="../ink/ink840.xml"/><Relationship Id="rId25" Type="http://schemas.openxmlformats.org/officeDocument/2006/relationships/image" Target="../media/image743.png"/><Relationship Id="rId46" Type="http://schemas.openxmlformats.org/officeDocument/2006/relationships/customXml" Target="../ink/ink756.xml"/><Relationship Id="rId67" Type="http://schemas.openxmlformats.org/officeDocument/2006/relationships/image" Target="../media/image764.png"/><Relationship Id="rId116" Type="http://schemas.openxmlformats.org/officeDocument/2006/relationships/customXml" Target="../ink/ink791.xml"/><Relationship Id="rId137" Type="http://schemas.openxmlformats.org/officeDocument/2006/relationships/image" Target="../media/image798.png"/><Relationship Id="rId158" Type="http://schemas.openxmlformats.org/officeDocument/2006/relationships/customXml" Target="../ink/ink812.xml"/><Relationship Id="rId20" Type="http://schemas.openxmlformats.org/officeDocument/2006/relationships/customXml" Target="../ink/ink743.xml"/><Relationship Id="rId41" Type="http://schemas.openxmlformats.org/officeDocument/2006/relationships/image" Target="../media/image751.png"/><Relationship Id="rId62" Type="http://schemas.openxmlformats.org/officeDocument/2006/relationships/customXml" Target="../ink/ink764.xml"/><Relationship Id="rId83" Type="http://schemas.openxmlformats.org/officeDocument/2006/relationships/image" Target="../media/image772.png"/><Relationship Id="rId88" Type="http://schemas.openxmlformats.org/officeDocument/2006/relationships/customXml" Target="../ink/ink777.xml"/><Relationship Id="rId111" Type="http://schemas.openxmlformats.org/officeDocument/2006/relationships/image" Target="../media/image786.png"/><Relationship Id="rId132" Type="http://schemas.openxmlformats.org/officeDocument/2006/relationships/customXml" Target="../ink/ink799.xml"/><Relationship Id="rId153" Type="http://schemas.openxmlformats.org/officeDocument/2006/relationships/image" Target="../media/image806.png"/><Relationship Id="rId174" Type="http://schemas.openxmlformats.org/officeDocument/2006/relationships/customXml" Target="../ink/ink820.xml"/><Relationship Id="rId179" Type="http://schemas.openxmlformats.org/officeDocument/2006/relationships/image" Target="../media/image819.png"/><Relationship Id="rId195" Type="http://schemas.openxmlformats.org/officeDocument/2006/relationships/image" Target="../media/image827.png"/><Relationship Id="rId209" Type="http://schemas.openxmlformats.org/officeDocument/2006/relationships/image" Target="../media/image834.png"/><Relationship Id="rId190" Type="http://schemas.openxmlformats.org/officeDocument/2006/relationships/customXml" Target="../ink/ink828.xml"/><Relationship Id="rId204" Type="http://schemas.openxmlformats.org/officeDocument/2006/relationships/customXml" Target="../ink/ink835.xml"/><Relationship Id="rId220" Type="http://schemas.openxmlformats.org/officeDocument/2006/relationships/customXml" Target="../ink/ink843.xml"/><Relationship Id="rId15" Type="http://schemas.openxmlformats.org/officeDocument/2006/relationships/image" Target="../media/image738.png"/><Relationship Id="rId36" Type="http://schemas.openxmlformats.org/officeDocument/2006/relationships/customXml" Target="../ink/ink751.xml"/><Relationship Id="rId57" Type="http://schemas.openxmlformats.org/officeDocument/2006/relationships/image" Target="../media/image759.png"/><Relationship Id="rId106" Type="http://schemas.openxmlformats.org/officeDocument/2006/relationships/customXml" Target="../ink/ink786.xml"/><Relationship Id="rId127" Type="http://schemas.openxmlformats.org/officeDocument/2006/relationships/image" Target="../media/image793.png"/><Relationship Id="rId10" Type="http://schemas.openxmlformats.org/officeDocument/2006/relationships/customXml" Target="../ink/ink738.xml"/><Relationship Id="rId31" Type="http://schemas.openxmlformats.org/officeDocument/2006/relationships/image" Target="../media/image746.png"/><Relationship Id="rId52" Type="http://schemas.openxmlformats.org/officeDocument/2006/relationships/customXml" Target="../ink/ink759.xml"/><Relationship Id="rId73" Type="http://schemas.openxmlformats.org/officeDocument/2006/relationships/image" Target="../media/image767.png"/><Relationship Id="rId78" Type="http://schemas.openxmlformats.org/officeDocument/2006/relationships/customXml" Target="../ink/ink772.xml"/><Relationship Id="rId94" Type="http://schemas.openxmlformats.org/officeDocument/2006/relationships/customXml" Target="../ink/ink780.xml"/><Relationship Id="rId99" Type="http://schemas.openxmlformats.org/officeDocument/2006/relationships/image" Target="../media/image780.png"/><Relationship Id="rId101" Type="http://schemas.openxmlformats.org/officeDocument/2006/relationships/image" Target="../media/image781.png"/><Relationship Id="rId122" Type="http://schemas.openxmlformats.org/officeDocument/2006/relationships/customXml" Target="../ink/ink794.xml"/><Relationship Id="rId143" Type="http://schemas.openxmlformats.org/officeDocument/2006/relationships/image" Target="../media/image801.png"/><Relationship Id="rId148" Type="http://schemas.openxmlformats.org/officeDocument/2006/relationships/customXml" Target="../ink/ink807.xml"/><Relationship Id="rId164" Type="http://schemas.openxmlformats.org/officeDocument/2006/relationships/customXml" Target="../ink/ink815.xml"/><Relationship Id="rId169" Type="http://schemas.openxmlformats.org/officeDocument/2006/relationships/image" Target="../media/image814.png"/><Relationship Id="rId185" Type="http://schemas.openxmlformats.org/officeDocument/2006/relationships/image" Target="../media/image822.png"/><Relationship Id="rId4" Type="http://schemas.openxmlformats.org/officeDocument/2006/relationships/customXml" Target="../ink/ink735.xml"/><Relationship Id="rId9" Type="http://schemas.openxmlformats.org/officeDocument/2006/relationships/image" Target="../media/image735.png"/><Relationship Id="rId180" Type="http://schemas.openxmlformats.org/officeDocument/2006/relationships/customXml" Target="../ink/ink823.xml"/><Relationship Id="rId210" Type="http://schemas.openxmlformats.org/officeDocument/2006/relationships/customXml" Target="../ink/ink838.xml"/><Relationship Id="rId215" Type="http://schemas.openxmlformats.org/officeDocument/2006/relationships/image" Target="../media/image837.png"/><Relationship Id="rId26" Type="http://schemas.openxmlformats.org/officeDocument/2006/relationships/customXml" Target="../ink/ink746.xml"/><Relationship Id="rId47" Type="http://schemas.openxmlformats.org/officeDocument/2006/relationships/image" Target="../media/image754.png"/><Relationship Id="rId68" Type="http://schemas.openxmlformats.org/officeDocument/2006/relationships/customXml" Target="../ink/ink767.xml"/><Relationship Id="rId89" Type="http://schemas.openxmlformats.org/officeDocument/2006/relationships/image" Target="../media/image775.png"/><Relationship Id="rId112" Type="http://schemas.openxmlformats.org/officeDocument/2006/relationships/customXml" Target="../ink/ink789.xml"/><Relationship Id="rId133" Type="http://schemas.openxmlformats.org/officeDocument/2006/relationships/image" Target="../media/image796.png"/><Relationship Id="rId154" Type="http://schemas.openxmlformats.org/officeDocument/2006/relationships/customXml" Target="../ink/ink810.xml"/><Relationship Id="rId175" Type="http://schemas.openxmlformats.org/officeDocument/2006/relationships/image" Target="../media/image817.png"/><Relationship Id="rId196" Type="http://schemas.openxmlformats.org/officeDocument/2006/relationships/customXml" Target="../ink/ink831.xml"/><Relationship Id="rId200" Type="http://schemas.openxmlformats.org/officeDocument/2006/relationships/customXml" Target="../ink/ink833.xml"/><Relationship Id="rId16" Type="http://schemas.openxmlformats.org/officeDocument/2006/relationships/customXml" Target="../ink/ink741.xml"/><Relationship Id="rId221" Type="http://schemas.openxmlformats.org/officeDocument/2006/relationships/image" Target="../media/image840.png"/><Relationship Id="rId37" Type="http://schemas.openxmlformats.org/officeDocument/2006/relationships/image" Target="../media/image749.png"/><Relationship Id="rId58" Type="http://schemas.openxmlformats.org/officeDocument/2006/relationships/customXml" Target="../ink/ink762.xml"/><Relationship Id="rId79" Type="http://schemas.openxmlformats.org/officeDocument/2006/relationships/image" Target="../media/image770.png"/><Relationship Id="rId102" Type="http://schemas.openxmlformats.org/officeDocument/2006/relationships/customXml" Target="../ink/ink784.xml"/><Relationship Id="rId123" Type="http://schemas.openxmlformats.org/officeDocument/2006/relationships/image" Target="../media/image791.png"/><Relationship Id="rId144" Type="http://schemas.openxmlformats.org/officeDocument/2006/relationships/customXml" Target="../ink/ink805.xml"/><Relationship Id="rId90" Type="http://schemas.openxmlformats.org/officeDocument/2006/relationships/customXml" Target="../ink/ink778.xml"/><Relationship Id="rId165" Type="http://schemas.openxmlformats.org/officeDocument/2006/relationships/image" Target="../media/image812.png"/><Relationship Id="rId186" Type="http://schemas.openxmlformats.org/officeDocument/2006/relationships/customXml" Target="../ink/ink826.xml"/><Relationship Id="rId211" Type="http://schemas.openxmlformats.org/officeDocument/2006/relationships/image" Target="../media/image835.png"/><Relationship Id="rId27" Type="http://schemas.openxmlformats.org/officeDocument/2006/relationships/image" Target="../media/image744.png"/><Relationship Id="rId48" Type="http://schemas.openxmlformats.org/officeDocument/2006/relationships/customXml" Target="../ink/ink757.xml"/><Relationship Id="rId69" Type="http://schemas.openxmlformats.org/officeDocument/2006/relationships/image" Target="../media/image765.png"/><Relationship Id="rId113" Type="http://schemas.openxmlformats.org/officeDocument/2006/relationships/image" Target="../media/image787.png"/><Relationship Id="rId134" Type="http://schemas.openxmlformats.org/officeDocument/2006/relationships/customXml" Target="../ink/ink800.xml"/><Relationship Id="rId80" Type="http://schemas.openxmlformats.org/officeDocument/2006/relationships/customXml" Target="../ink/ink773.xml"/><Relationship Id="rId155" Type="http://schemas.openxmlformats.org/officeDocument/2006/relationships/image" Target="../media/image807.png"/><Relationship Id="rId176" Type="http://schemas.openxmlformats.org/officeDocument/2006/relationships/customXml" Target="../ink/ink821.xml"/><Relationship Id="rId197" Type="http://schemas.openxmlformats.org/officeDocument/2006/relationships/image" Target="../media/image828.png"/><Relationship Id="rId201" Type="http://schemas.openxmlformats.org/officeDocument/2006/relationships/image" Target="../media/image830.png"/><Relationship Id="rId222" Type="http://schemas.openxmlformats.org/officeDocument/2006/relationships/customXml" Target="../ink/ink844.xml"/><Relationship Id="rId17" Type="http://schemas.openxmlformats.org/officeDocument/2006/relationships/image" Target="../media/image739.png"/><Relationship Id="rId38" Type="http://schemas.openxmlformats.org/officeDocument/2006/relationships/customXml" Target="../ink/ink752.xml"/><Relationship Id="rId59" Type="http://schemas.openxmlformats.org/officeDocument/2006/relationships/image" Target="../media/image760.png"/><Relationship Id="rId103" Type="http://schemas.openxmlformats.org/officeDocument/2006/relationships/image" Target="../media/image782.png"/><Relationship Id="rId124" Type="http://schemas.openxmlformats.org/officeDocument/2006/relationships/customXml" Target="../ink/ink795.xml"/><Relationship Id="rId70" Type="http://schemas.openxmlformats.org/officeDocument/2006/relationships/customXml" Target="../ink/ink768.xml"/><Relationship Id="rId91" Type="http://schemas.openxmlformats.org/officeDocument/2006/relationships/image" Target="../media/image776.png"/><Relationship Id="rId145" Type="http://schemas.openxmlformats.org/officeDocument/2006/relationships/image" Target="../media/image802.png"/><Relationship Id="rId166" Type="http://schemas.openxmlformats.org/officeDocument/2006/relationships/customXml" Target="../ink/ink816.xml"/><Relationship Id="rId187" Type="http://schemas.openxmlformats.org/officeDocument/2006/relationships/image" Target="../media/image823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839.xml"/><Relationship Id="rId28" Type="http://schemas.openxmlformats.org/officeDocument/2006/relationships/customXml" Target="../ink/ink747.xml"/><Relationship Id="rId49" Type="http://schemas.openxmlformats.org/officeDocument/2006/relationships/image" Target="../media/image755.png"/><Relationship Id="rId114" Type="http://schemas.openxmlformats.org/officeDocument/2006/relationships/customXml" Target="../ink/ink790.xml"/><Relationship Id="rId60" Type="http://schemas.openxmlformats.org/officeDocument/2006/relationships/customXml" Target="../ink/ink763.xml"/><Relationship Id="rId81" Type="http://schemas.openxmlformats.org/officeDocument/2006/relationships/image" Target="../media/image771.png"/><Relationship Id="rId135" Type="http://schemas.openxmlformats.org/officeDocument/2006/relationships/image" Target="../media/image797.png"/><Relationship Id="rId156" Type="http://schemas.openxmlformats.org/officeDocument/2006/relationships/customXml" Target="../ink/ink811.xml"/><Relationship Id="rId177" Type="http://schemas.openxmlformats.org/officeDocument/2006/relationships/image" Target="../media/image818.png"/><Relationship Id="rId198" Type="http://schemas.openxmlformats.org/officeDocument/2006/relationships/customXml" Target="../ink/ink832.xml"/><Relationship Id="rId202" Type="http://schemas.openxmlformats.org/officeDocument/2006/relationships/customXml" Target="../ink/ink834.xml"/><Relationship Id="rId223" Type="http://schemas.openxmlformats.org/officeDocument/2006/relationships/image" Target="../media/image841.png"/><Relationship Id="rId18" Type="http://schemas.openxmlformats.org/officeDocument/2006/relationships/customXml" Target="../ink/ink742.xml"/><Relationship Id="rId39" Type="http://schemas.openxmlformats.org/officeDocument/2006/relationships/image" Target="../media/image750.png"/><Relationship Id="rId50" Type="http://schemas.openxmlformats.org/officeDocument/2006/relationships/customXml" Target="../ink/ink758.xml"/><Relationship Id="rId104" Type="http://schemas.openxmlformats.org/officeDocument/2006/relationships/customXml" Target="../ink/ink785.xml"/><Relationship Id="rId125" Type="http://schemas.openxmlformats.org/officeDocument/2006/relationships/image" Target="../media/image792.png"/><Relationship Id="rId146" Type="http://schemas.openxmlformats.org/officeDocument/2006/relationships/customXml" Target="../ink/ink806.xml"/><Relationship Id="rId167" Type="http://schemas.openxmlformats.org/officeDocument/2006/relationships/image" Target="../media/image813.png"/><Relationship Id="rId188" Type="http://schemas.openxmlformats.org/officeDocument/2006/relationships/customXml" Target="../ink/ink827.xml"/><Relationship Id="rId71" Type="http://schemas.openxmlformats.org/officeDocument/2006/relationships/image" Target="../media/image766.png"/><Relationship Id="rId92" Type="http://schemas.openxmlformats.org/officeDocument/2006/relationships/customXml" Target="../ink/ink779.xml"/><Relationship Id="rId213" Type="http://schemas.openxmlformats.org/officeDocument/2006/relationships/image" Target="../media/image836.png"/><Relationship Id="rId2" Type="http://schemas.openxmlformats.org/officeDocument/2006/relationships/customXml" Target="../ink/ink734.xml"/><Relationship Id="rId29" Type="http://schemas.openxmlformats.org/officeDocument/2006/relationships/image" Target="../media/image745.png"/><Relationship Id="rId40" Type="http://schemas.openxmlformats.org/officeDocument/2006/relationships/customXml" Target="../ink/ink753.xml"/><Relationship Id="rId115" Type="http://schemas.openxmlformats.org/officeDocument/2006/relationships/image" Target="../media/image25.png"/><Relationship Id="rId136" Type="http://schemas.openxmlformats.org/officeDocument/2006/relationships/customXml" Target="../ink/ink801.xml"/><Relationship Id="rId157" Type="http://schemas.openxmlformats.org/officeDocument/2006/relationships/image" Target="../media/image808.png"/><Relationship Id="rId178" Type="http://schemas.openxmlformats.org/officeDocument/2006/relationships/customXml" Target="../ink/ink822.xml"/><Relationship Id="rId61" Type="http://schemas.openxmlformats.org/officeDocument/2006/relationships/image" Target="../media/image761.png"/><Relationship Id="rId82" Type="http://schemas.openxmlformats.org/officeDocument/2006/relationships/customXml" Target="../ink/ink774.xml"/><Relationship Id="rId199" Type="http://schemas.openxmlformats.org/officeDocument/2006/relationships/image" Target="../media/image829.png"/><Relationship Id="rId203" Type="http://schemas.openxmlformats.org/officeDocument/2006/relationships/image" Target="../media/image831.png"/><Relationship Id="rId19" Type="http://schemas.openxmlformats.org/officeDocument/2006/relationships/image" Target="../media/image740.png"/><Relationship Id="rId30" Type="http://schemas.openxmlformats.org/officeDocument/2006/relationships/customXml" Target="../ink/ink748.xml"/><Relationship Id="rId105" Type="http://schemas.openxmlformats.org/officeDocument/2006/relationships/image" Target="../media/image783.png"/><Relationship Id="rId126" Type="http://schemas.openxmlformats.org/officeDocument/2006/relationships/customXml" Target="../ink/ink796.xml"/><Relationship Id="rId147" Type="http://schemas.openxmlformats.org/officeDocument/2006/relationships/image" Target="../media/image803.png"/><Relationship Id="rId168" Type="http://schemas.openxmlformats.org/officeDocument/2006/relationships/customXml" Target="../ink/ink817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99.png"/><Relationship Id="rId21" Type="http://schemas.openxmlformats.org/officeDocument/2006/relationships/image" Target="../media/image851.png"/><Relationship Id="rId42" Type="http://schemas.openxmlformats.org/officeDocument/2006/relationships/customXml" Target="../ink/ink865.xml"/><Relationship Id="rId63" Type="http://schemas.openxmlformats.org/officeDocument/2006/relationships/image" Target="../media/image872.png"/><Relationship Id="rId84" Type="http://schemas.openxmlformats.org/officeDocument/2006/relationships/customXml" Target="../ink/ink886.xml"/><Relationship Id="rId138" Type="http://schemas.openxmlformats.org/officeDocument/2006/relationships/customXml" Target="../ink/ink913.xml"/><Relationship Id="rId159" Type="http://schemas.openxmlformats.org/officeDocument/2006/relationships/image" Target="../media/image920.png"/><Relationship Id="rId170" Type="http://schemas.openxmlformats.org/officeDocument/2006/relationships/customXml" Target="../ink/ink929.xml"/><Relationship Id="rId191" Type="http://schemas.openxmlformats.org/officeDocument/2006/relationships/image" Target="../media/image936.png"/><Relationship Id="rId205" Type="http://schemas.openxmlformats.org/officeDocument/2006/relationships/image" Target="../media/image943.png"/><Relationship Id="rId107" Type="http://schemas.openxmlformats.org/officeDocument/2006/relationships/image" Target="../media/image894.png"/><Relationship Id="rId11" Type="http://schemas.openxmlformats.org/officeDocument/2006/relationships/image" Target="../media/image846.png"/><Relationship Id="rId32" Type="http://schemas.openxmlformats.org/officeDocument/2006/relationships/customXml" Target="../ink/ink860.xml"/><Relationship Id="rId53" Type="http://schemas.openxmlformats.org/officeDocument/2006/relationships/image" Target="../media/image867.png"/><Relationship Id="rId74" Type="http://schemas.openxmlformats.org/officeDocument/2006/relationships/customXml" Target="../ink/ink881.xml"/><Relationship Id="rId128" Type="http://schemas.openxmlformats.org/officeDocument/2006/relationships/customXml" Target="../ink/ink908.xml"/><Relationship Id="rId149" Type="http://schemas.openxmlformats.org/officeDocument/2006/relationships/image" Target="../media/image915.png"/><Relationship Id="rId5" Type="http://schemas.openxmlformats.org/officeDocument/2006/relationships/image" Target="../media/image843.png"/><Relationship Id="rId95" Type="http://schemas.openxmlformats.org/officeDocument/2006/relationships/image" Target="../media/image888.png"/><Relationship Id="rId160" Type="http://schemas.openxmlformats.org/officeDocument/2006/relationships/customXml" Target="../ink/ink924.xml"/><Relationship Id="rId181" Type="http://schemas.openxmlformats.org/officeDocument/2006/relationships/image" Target="../media/image931.png"/><Relationship Id="rId216" Type="http://schemas.openxmlformats.org/officeDocument/2006/relationships/customXml" Target="../ink/ink952.xml"/><Relationship Id="rId22" Type="http://schemas.openxmlformats.org/officeDocument/2006/relationships/customXml" Target="../ink/ink855.xml"/><Relationship Id="rId43" Type="http://schemas.openxmlformats.org/officeDocument/2006/relationships/image" Target="../media/image862.png"/><Relationship Id="rId64" Type="http://schemas.openxmlformats.org/officeDocument/2006/relationships/customXml" Target="../ink/ink876.xml"/><Relationship Id="rId118" Type="http://schemas.openxmlformats.org/officeDocument/2006/relationships/customXml" Target="../ink/ink903.xml"/><Relationship Id="rId139" Type="http://schemas.openxmlformats.org/officeDocument/2006/relationships/image" Target="../media/image910.png"/><Relationship Id="rId85" Type="http://schemas.openxmlformats.org/officeDocument/2006/relationships/image" Target="../media/image883.png"/><Relationship Id="rId150" Type="http://schemas.openxmlformats.org/officeDocument/2006/relationships/customXml" Target="../ink/ink919.xml"/><Relationship Id="rId171" Type="http://schemas.openxmlformats.org/officeDocument/2006/relationships/image" Target="../media/image926.png"/><Relationship Id="rId192" Type="http://schemas.openxmlformats.org/officeDocument/2006/relationships/customXml" Target="../ink/ink940.xml"/><Relationship Id="rId206" Type="http://schemas.openxmlformats.org/officeDocument/2006/relationships/customXml" Target="../ink/ink947.xml"/><Relationship Id="rId12" Type="http://schemas.openxmlformats.org/officeDocument/2006/relationships/customXml" Target="../ink/ink850.xml"/><Relationship Id="rId33" Type="http://schemas.openxmlformats.org/officeDocument/2006/relationships/image" Target="../media/image857.png"/><Relationship Id="rId108" Type="http://schemas.openxmlformats.org/officeDocument/2006/relationships/customXml" Target="../ink/ink898.xml"/><Relationship Id="rId129" Type="http://schemas.openxmlformats.org/officeDocument/2006/relationships/image" Target="../media/image905.png"/><Relationship Id="rId54" Type="http://schemas.openxmlformats.org/officeDocument/2006/relationships/customXml" Target="../ink/ink871.xml"/><Relationship Id="rId75" Type="http://schemas.openxmlformats.org/officeDocument/2006/relationships/image" Target="../media/image878.png"/><Relationship Id="rId96" Type="http://schemas.openxmlformats.org/officeDocument/2006/relationships/customXml" Target="../ink/ink892.xml"/><Relationship Id="rId140" Type="http://schemas.openxmlformats.org/officeDocument/2006/relationships/customXml" Target="../ink/ink914.xml"/><Relationship Id="rId161" Type="http://schemas.openxmlformats.org/officeDocument/2006/relationships/image" Target="../media/image921.png"/><Relationship Id="rId182" Type="http://schemas.openxmlformats.org/officeDocument/2006/relationships/customXml" Target="../ink/ink935.xml"/><Relationship Id="rId217" Type="http://schemas.openxmlformats.org/officeDocument/2006/relationships/image" Target="../media/image949.png"/><Relationship Id="rId6" Type="http://schemas.openxmlformats.org/officeDocument/2006/relationships/customXml" Target="../ink/ink847.xml"/><Relationship Id="rId23" Type="http://schemas.openxmlformats.org/officeDocument/2006/relationships/image" Target="../media/image852.png"/><Relationship Id="rId119" Type="http://schemas.openxmlformats.org/officeDocument/2006/relationships/image" Target="../media/image900.png"/><Relationship Id="rId44" Type="http://schemas.openxmlformats.org/officeDocument/2006/relationships/customXml" Target="../ink/ink866.xml"/><Relationship Id="rId65" Type="http://schemas.openxmlformats.org/officeDocument/2006/relationships/image" Target="../media/image873.png"/><Relationship Id="rId86" Type="http://schemas.openxmlformats.org/officeDocument/2006/relationships/customXml" Target="../ink/ink887.xml"/><Relationship Id="rId130" Type="http://schemas.openxmlformats.org/officeDocument/2006/relationships/customXml" Target="../ink/ink909.xml"/><Relationship Id="rId151" Type="http://schemas.openxmlformats.org/officeDocument/2006/relationships/image" Target="../media/image916.png"/><Relationship Id="rId172" Type="http://schemas.openxmlformats.org/officeDocument/2006/relationships/customXml" Target="../ink/ink930.xml"/><Relationship Id="rId193" Type="http://schemas.openxmlformats.org/officeDocument/2006/relationships/image" Target="../media/image937.png"/><Relationship Id="rId207" Type="http://schemas.openxmlformats.org/officeDocument/2006/relationships/image" Target="../media/image944.png"/><Relationship Id="rId13" Type="http://schemas.openxmlformats.org/officeDocument/2006/relationships/image" Target="../media/image847.png"/><Relationship Id="rId109" Type="http://schemas.openxmlformats.org/officeDocument/2006/relationships/image" Target="../media/image895.png"/><Relationship Id="rId34" Type="http://schemas.openxmlformats.org/officeDocument/2006/relationships/customXml" Target="../ink/ink861.xml"/><Relationship Id="rId55" Type="http://schemas.openxmlformats.org/officeDocument/2006/relationships/image" Target="../media/image868.png"/><Relationship Id="rId76" Type="http://schemas.openxmlformats.org/officeDocument/2006/relationships/customXml" Target="../ink/ink882.xml"/><Relationship Id="rId97" Type="http://schemas.openxmlformats.org/officeDocument/2006/relationships/image" Target="../media/image889.png"/><Relationship Id="rId120" Type="http://schemas.openxmlformats.org/officeDocument/2006/relationships/customXml" Target="../ink/ink904.xml"/><Relationship Id="rId141" Type="http://schemas.openxmlformats.org/officeDocument/2006/relationships/image" Target="../media/image911.png"/><Relationship Id="rId7" Type="http://schemas.openxmlformats.org/officeDocument/2006/relationships/image" Target="../media/image844.png"/><Relationship Id="rId162" Type="http://schemas.openxmlformats.org/officeDocument/2006/relationships/customXml" Target="../ink/ink925.xml"/><Relationship Id="rId183" Type="http://schemas.openxmlformats.org/officeDocument/2006/relationships/image" Target="../media/image932.png"/><Relationship Id="rId218" Type="http://schemas.openxmlformats.org/officeDocument/2006/relationships/customXml" Target="../ink/ink953.xml"/><Relationship Id="rId24" Type="http://schemas.openxmlformats.org/officeDocument/2006/relationships/customXml" Target="../ink/ink856.xml"/><Relationship Id="rId45" Type="http://schemas.openxmlformats.org/officeDocument/2006/relationships/image" Target="../media/image863.png"/><Relationship Id="rId66" Type="http://schemas.openxmlformats.org/officeDocument/2006/relationships/customXml" Target="../ink/ink877.xml"/><Relationship Id="rId87" Type="http://schemas.openxmlformats.org/officeDocument/2006/relationships/image" Target="../media/image884.png"/><Relationship Id="rId110" Type="http://schemas.openxmlformats.org/officeDocument/2006/relationships/customXml" Target="../ink/ink899.xml"/><Relationship Id="rId131" Type="http://schemas.openxmlformats.org/officeDocument/2006/relationships/image" Target="../media/image906.png"/><Relationship Id="rId152" Type="http://schemas.openxmlformats.org/officeDocument/2006/relationships/customXml" Target="../ink/ink920.xml"/><Relationship Id="rId173" Type="http://schemas.openxmlformats.org/officeDocument/2006/relationships/image" Target="../media/image927.png"/><Relationship Id="rId194" Type="http://schemas.openxmlformats.org/officeDocument/2006/relationships/customXml" Target="../ink/ink941.xml"/><Relationship Id="rId208" Type="http://schemas.openxmlformats.org/officeDocument/2006/relationships/customXml" Target="../ink/ink948.xml"/><Relationship Id="rId14" Type="http://schemas.openxmlformats.org/officeDocument/2006/relationships/customXml" Target="../ink/ink851.xml"/><Relationship Id="rId30" Type="http://schemas.openxmlformats.org/officeDocument/2006/relationships/customXml" Target="../ink/ink859.xml"/><Relationship Id="rId35" Type="http://schemas.openxmlformats.org/officeDocument/2006/relationships/image" Target="../media/image858.png"/><Relationship Id="rId56" Type="http://schemas.openxmlformats.org/officeDocument/2006/relationships/customXml" Target="../ink/ink872.xml"/><Relationship Id="rId77" Type="http://schemas.openxmlformats.org/officeDocument/2006/relationships/image" Target="../media/image879.png"/><Relationship Id="rId100" Type="http://schemas.openxmlformats.org/officeDocument/2006/relationships/customXml" Target="../ink/ink894.xml"/><Relationship Id="rId105" Type="http://schemas.openxmlformats.org/officeDocument/2006/relationships/image" Target="../media/image893.png"/><Relationship Id="rId126" Type="http://schemas.openxmlformats.org/officeDocument/2006/relationships/customXml" Target="../ink/ink907.xml"/><Relationship Id="rId147" Type="http://schemas.openxmlformats.org/officeDocument/2006/relationships/image" Target="../media/image914.png"/><Relationship Id="rId168" Type="http://schemas.openxmlformats.org/officeDocument/2006/relationships/customXml" Target="../ink/ink928.xml"/><Relationship Id="rId8" Type="http://schemas.openxmlformats.org/officeDocument/2006/relationships/customXml" Target="../ink/ink848.xml"/><Relationship Id="rId51" Type="http://schemas.openxmlformats.org/officeDocument/2006/relationships/image" Target="../media/image866.png"/><Relationship Id="rId72" Type="http://schemas.openxmlformats.org/officeDocument/2006/relationships/customXml" Target="../ink/ink880.xml"/><Relationship Id="rId93" Type="http://schemas.openxmlformats.org/officeDocument/2006/relationships/image" Target="../media/image887.png"/><Relationship Id="rId98" Type="http://schemas.openxmlformats.org/officeDocument/2006/relationships/customXml" Target="../ink/ink893.xml"/><Relationship Id="rId121" Type="http://schemas.openxmlformats.org/officeDocument/2006/relationships/image" Target="../media/image901.png"/><Relationship Id="rId142" Type="http://schemas.openxmlformats.org/officeDocument/2006/relationships/customXml" Target="../ink/ink915.xml"/><Relationship Id="rId163" Type="http://schemas.openxmlformats.org/officeDocument/2006/relationships/image" Target="../media/image922.png"/><Relationship Id="rId184" Type="http://schemas.openxmlformats.org/officeDocument/2006/relationships/customXml" Target="../ink/ink936.xml"/><Relationship Id="rId189" Type="http://schemas.openxmlformats.org/officeDocument/2006/relationships/image" Target="../media/image935.png"/><Relationship Id="rId219" Type="http://schemas.openxmlformats.org/officeDocument/2006/relationships/image" Target="../media/image950.png"/><Relationship Id="rId3" Type="http://schemas.openxmlformats.org/officeDocument/2006/relationships/image" Target="../media/image842.png"/><Relationship Id="rId214" Type="http://schemas.openxmlformats.org/officeDocument/2006/relationships/customXml" Target="../ink/ink951.xml"/><Relationship Id="rId25" Type="http://schemas.openxmlformats.org/officeDocument/2006/relationships/image" Target="../media/image853.png"/><Relationship Id="rId46" Type="http://schemas.openxmlformats.org/officeDocument/2006/relationships/customXml" Target="../ink/ink867.xml"/><Relationship Id="rId67" Type="http://schemas.openxmlformats.org/officeDocument/2006/relationships/image" Target="../media/image874.png"/><Relationship Id="rId116" Type="http://schemas.openxmlformats.org/officeDocument/2006/relationships/customXml" Target="../ink/ink902.xml"/><Relationship Id="rId137" Type="http://schemas.openxmlformats.org/officeDocument/2006/relationships/image" Target="../media/image909.png"/><Relationship Id="rId158" Type="http://schemas.openxmlformats.org/officeDocument/2006/relationships/customXml" Target="../ink/ink923.xml"/><Relationship Id="rId20" Type="http://schemas.openxmlformats.org/officeDocument/2006/relationships/customXml" Target="../ink/ink854.xml"/><Relationship Id="rId41" Type="http://schemas.openxmlformats.org/officeDocument/2006/relationships/image" Target="../media/image861.png"/><Relationship Id="rId62" Type="http://schemas.openxmlformats.org/officeDocument/2006/relationships/customXml" Target="../ink/ink875.xml"/><Relationship Id="rId83" Type="http://schemas.openxmlformats.org/officeDocument/2006/relationships/image" Target="../media/image882.png"/><Relationship Id="rId88" Type="http://schemas.openxmlformats.org/officeDocument/2006/relationships/customXml" Target="../ink/ink888.xml"/><Relationship Id="rId111" Type="http://schemas.openxmlformats.org/officeDocument/2006/relationships/image" Target="../media/image896.png"/><Relationship Id="rId132" Type="http://schemas.openxmlformats.org/officeDocument/2006/relationships/customXml" Target="../ink/ink910.xml"/><Relationship Id="rId153" Type="http://schemas.openxmlformats.org/officeDocument/2006/relationships/image" Target="../media/image917.png"/><Relationship Id="rId174" Type="http://schemas.openxmlformats.org/officeDocument/2006/relationships/customXml" Target="../ink/ink931.xml"/><Relationship Id="rId179" Type="http://schemas.openxmlformats.org/officeDocument/2006/relationships/image" Target="../media/image930.png"/><Relationship Id="rId195" Type="http://schemas.openxmlformats.org/officeDocument/2006/relationships/image" Target="../media/image938.png"/><Relationship Id="rId209" Type="http://schemas.openxmlformats.org/officeDocument/2006/relationships/image" Target="../media/image945.png"/><Relationship Id="rId190" Type="http://schemas.openxmlformats.org/officeDocument/2006/relationships/customXml" Target="../ink/ink939.xml"/><Relationship Id="rId204" Type="http://schemas.openxmlformats.org/officeDocument/2006/relationships/customXml" Target="../ink/ink946.xml"/><Relationship Id="rId15" Type="http://schemas.openxmlformats.org/officeDocument/2006/relationships/image" Target="../media/image848.png"/><Relationship Id="rId36" Type="http://schemas.openxmlformats.org/officeDocument/2006/relationships/customXml" Target="../ink/ink862.xml"/><Relationship Id="rId57" Type="http://schemas.openxmlformats.org/officeDocument/2006/relationships/image" Target="../media/image869.png"/><Relationship Id="rId106" Type="http://schemas.openxmlformats.org/officeDocument/2006/relationships/customXml" Target="../ink/ink897.xml"/><Relationship Id="rId127" Type="http://schemas.openxmlformats.org/officeDocument/2006/relationships/image" Target="../media/image904.png"/><Relationship Id="rId10" Type="http://schemas.openxmlformats.org/officeDocument/2006/relationships/customXml" Target="../ink/ink849.xml"/><Relationship Id="rId31" Type="http://schemas.openxmlformats.org/officeDocument/2006/relationships/image" Target="../media/image856.png"/><Relationship Id="rId52" Type="http://schemas.openxmlformats.org/officeDocument/2006/relationships/customXml" Target="../ink/ink870.xml"/><Relationship Id="rId73" Type="http://schemas.openxmlformats.org/officeDocument/2006/relationships/image" Target="../media/image877.png"/><Relationship Id="rId78" Type="http://schemas.openxmlformats.org/officeDocument/2006/relationships/customXml" Target="../ink/ink883.xml"/><Relationship Id="rId94" Type="http://schemas.openxmlformats.org/officeDocument/2006/relationships/customXml" Target="../ink/ink891.xml"/><Relationship Id="rId99" Type="http://schemas.openxmlformats.org/officeDocument/2006/relationships/image" Target="../media/image890.png"/><Relationship Id="rId101" Type="http://schemas.openxmlformats.org/officeDocument/2006/relationships/image" Target="../media/image891.png"/><Relationship Id="rId122" Type="http://schemas.openxmlformats.org/officeDocument/2006/relationships/customXml" Target="../ink/ink905.xml"/><Relationship Id="rId143" Type="http://schemas.openxmlformats.org/officeDocument/2006/relationships/image" Target="../media/image912.png"/><Relationship Id="rId148" Type="http://schemas.openxmlformats.org/officeDocument/2006/relationships/customXml" Target="../ink/ink918.xml"/><Relationship Id="rId164" Type="http://schemas.openxmlformats.org/officeDocument/2006/relationships/customXml" Target="../ink/ink926.xml"/><Relationship Id="rId169" Type="http://schemas.openxmlformats.org/officeDocument/2006/relationships/image" Target="../media/image925.png"/><Relationship Id="rId185" Type="http://schemas.openxmlformats.org/officeDocument/2006/relationships/image" Target="../media/image933.png"/><Relationship Id="rId4" Type="http://schemas.openxmlformats.org/officeDocument/2006/relationships/customXml" Target="../ink/ink846.xml"/><Relationship Id="rId9" Type="http://schemas.openxmlformats.org/officeDocument/2006/relationships/image" Target="../media/image845.png"/><Relationship Id="rId180" Type="http://schemas.openxmlformats.org/officeDocument/2006/relationships/customXml" Target="../ink/ink934.xml"/><Relationship Id="rId210" Type="http://schemas.openxmlformats.org/officeDocument/2006/relationships/customXml" Target="../ink/ink949.xml"/><Relationship Id="rId215" Type="http://schemas.openxmlformats.org/officeDocument/2006/relationships/image" Target="../media/image948.png"/><Relationship Id="rId26" Type="http://schemas.openxmlformats.org/officeDocument/2006/relationships/customXml" Target="../ink/ink857.xml"/><Relationship Id="rId47" Type="http://schemas.openxmlformats.org/officeDocument/2006/relationships/image" Target="../media/image864.png"/><Relationship Id="rId68" Type="http://schemas.openxmlformats.org/officeDocument/2006/relationships/customXml" Target="../ink/ink878.xml"/><Relationship Id="rId89" Type="http://schemas.openxmlformats.org/officeDocument/2006/relationships/image" Target="../media/image885.png"/><Relationship Id="rId112" Type="http://schemas.openxmlformats.org/officeDocument/2006/relationships/customXml" Target="../ink/ink900.xml"/><Relationship Id="rId133" Type="http://schemas.openxmlformats.org/officeDocument/2006/relationships/image" Target="../media/image907.png"/><Relationship Id="rId154" Type="http://schemas.openxmlformats.org/officeDocument/2006/relationships/customXml" Target="../ink/ink921.xml"/><Relationship Id="rId175" Type="http://schemas.openxmlformats.org/officeDocument/2006/relationships/image" Target="../media/image928.png"/><Relationship Id="rId196" Type="http://schemas.openxmlformats.org/officeDocument/2006/relationships/customXml" Target="../ink/ink942.xml"/><Relationship Id="rId200" Type="http://schemas.openxmlformats.org/officeDocument/2006/relationships/customXml" Target="../ink/ink944.xml"/><Relationship Id="rId16" Type="http://schemas.openxmlformats.org/officeDocument/2006/relationships/customXml" Target="../ink/ink852.xml"/><Relationship Id="rId37" Type="http://schemas.openxmlformats.org/officeDocument/2006/relationships/image" Target="../media/image859.png"/><Relationship Id="rId58" Type="http://schemas.openxmlformats.org/officeDocument/2006/relationships/customXml" Target="../ink/ink873.xml"/><Relationship Id="rId79" Type="http://schemas.openxmlformats.org/officeDocument/2006/relationships/image" Target="../media/image880.png"/><Relationship Id="rId102" Type="http://schemas.openxmlformats.org/officeDocument/2006/relationships/customXml" Target="../ink/ink895.xml"/><Relationship Id="rId123" Type="http://schemas.openxmlformats.org/officeDocument/2006/relationships/image" Target="../media/image902.png"/><Relationship Id="rId144" Type="http://schemas.openxmlformats.org/officeDocument/2006/relationships/customXml" Target="../ink/ink916.xml"/><Relationship Id="rId90" Type="http://schemas.openxmlformats.org/officeDocument/2006/relationships/customXml" Target="../ink/ink889.xml"/><Relationship Id="rId165" Type="http://schemas.openxmlformats.org/officeDocument/2006/relationships/image" Target="../media/image923.png"/><Relationship Id="rId186" Type="http://schemas.openxmlformats.org/officeDocument/2006/relationships/customXml" Target="../ink/ink937.xml"/><Relationship Id="rId211" Type="http://schemas.openxmlformats.org/officeDocument/2006/relationships/image" Target="../media/image946.png"/><Relationship Id="rId27" Type="http://schemas.openxmlformats.org/officeDocument/2006/relationships/image" Target="../media/image854.png"/><Relationship Id="rId48" Type="http://schemas.openxmlformats.org/officeDocument/2006/relationships/customXml" Target="../ink/ink868.xml"/><Relationship Id="rId69" Type="http://schemas.openxmlformats.org/officeDocument/2006/relationships/image" Target="../media/image875.png"/><Relationship Id="rId113" Type="http://schemas.openxmlformats.org/officeDocument/2006/relationships/image" Target="../media/image897.png"/><Relationship Id="rId134" Type="http://schemas.openxmlformats.org/officeDocument/2006/relationships/customXml" Target="../ink/ink911.xml"/><Relationship Id="rId80" Type="http://schemas.openxmlformats.org/officeDocument/2006/relationships/customXml" Target="../ink/ink884.xml"/><Relationship Id="rId155" Type="http://schemas.openxmlformats.org/officeDocument/2006/relationships/image" Target="../media/image918.png"/><Relationship Id="rId176" Type="http://schemas.openxmlformats.org/officeDocument/2006/relationships/customXml" Target="../ink/ink932.xml"/><Relationship Id="rId197" Type="http://schemas.openxmlformats.org/officeDocument/2006/relationships/image" Target="../media/image939.png"/><Relationship Id="rId201" Type="http://schemas.openxmlformats.org/officeDocument/2006/relationships/image" Target="../media/image941.png"/><Relationship Id="rId17" Type="http://schemas.openxmlformats.org/officeDocument/2006/relationships/image" Target="../media/image849.png"/><Relationship Id="rId38" Type="http://schemas.openxmlformats.org/officeDocument/2006/relationships/customXml" Target="../ink/ink863.xml"/><Relationship Id="rId59" Type="http://schemas.openxmlformats.org/officeDocument/2006/relationships/image" Target="../media/image870.png"/><Relationship Id="rId103" Type="http://schemas.openxmlformats.org/officeDocument/2006/relationships/image" Target="../media/image892.png"/><Relationship Id="rId124" Type="http://schemas.openxmlformats.org/officeDocument/2006/relationships/customXml" Target="../ink/ink906.xml"/><Relationship Id="rId70" Type="http://schemas.openxmlformats.org/officeDocument/2006/relationships/customXml" Target="../ink/ink879.xml"/><Relationship Id="rId91" Type="http://schemas.openxmlformats.org/officeDocument/2006/relationships/image" Target="../media/image886.png"/><Relationship Id="rId145" Type="http://schemas.openxmlformats.org/officeDocument/2006/relationships/image" Target="../media/image913.png"/><Relationship Id="rId166" Type="http://schemas.openxmlformats.org/officeDocument/2006/relationships/customXml" Target="../ink/ink927.xml"/><Relationship Id="rId187" Type="http://schemas.openxmlformats.org/officeDocument/2006/relationships/image" Target="../media/image934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50.xml"/><Relationship Id="rId28" Type="http://schemas.openxmlformats.org/officeDocument/2006/relationships/customXml" Target="../ink/ink858.xml"/><Relationship Id="rId49" Type="http://schemas.openxmlformats.org/officeDocument/2006/relationships/image" Target="../media/image865.png"/><Relationship Id="rId114" Type="http://schemas.openxmlformats.org/officeDocument/2006/relationships/customXml" Target="../ink/ink901.xml"/><Relationship Id="rId60" Type="http://schemas.openxmlformats.org/officeDocument/2006/relationships/customXml" Target="../ink/ink874.xml"/><Relationship Id="rId81" Type="http://schemas.openxmlformats.org/officeDocument/2006/relationships/image" Target="../media/image881.png"/><Relationship Id="rId135" Type="http://schemas.openxmlformats.org/officeDocument/2006/relationships/image" Target="../media/image908.png"/><Relationship Id="rId156" Type="http://schemas.openxmlformats.org/officeDocument/2006/relationships/customXml" Target="../ink/ink922.xml"/><Relationship Id="rId177" Type="http://schemas.openxmlformats.org/officeDocument/2006/relationships/image" Target="../media/image929.png"/><Relationship Id="rId198" Type="http://schemas.openxmlformats.org/officeDocument/2006/relationships/customXml" Target="../ink/ink943.xml"/><Relationship Id="rId202" Type="http://schemas.openxmlformats.org/officeDocument/2006/relationships/customXml" Target="../ink/ink945.xml"/><Relationship Id="rId18" Type="http://schemas.openxmlformats.org/officeDocument/2006/relationships/customXml" Target="../ink/ink853.xml"/><Relationship Id="rId39" Type="http://schemas.openxmlformats.org/officeDocument/2006/relationships/image" Target="../media/image860.png"/><Relationship Id="rId50" Type="http://schemas.openxmlformats.org/officeDocument/2006/relationships/customXml" Target="../ink/ink869.xml"/><Relationship Id="rId104" Type="http://schemas.openxmlformats.org/officeDocument/2006/relationships/customXml" Target="../ink/ink896.xml"/><Relationship Id="rId125" Type="http://schemas.openxmlformats.org/officeDocument/2006/relationships/image" Target="../media/image903.png"/><Relationship Id="rId146" Type="http://schemas.openxmlformats.org/officeDocument/2006/relationships/customXml" Target="../ink/ink917.xml"/><Relationship Id="rId167" Type="http://schemas.openxmlformats.org/officeDocument/2006/relationships/image" Target="../media/image924.png"/><Relationship Id="rId188" Type="http://schemas.openxmlformats.org/officeDocument/2006/relationships/customXml" Target="../ink/ink938.xml"/><Relationship Id="rId71" Type="http://schemas.openxmlformats.org/officeDocument/2006/relationships/image" Target="../media/image876.png"/><Relationship Id="rId92" Type="http://schemas.openxmlformats.org/officeDocument/2006/relationships/customXml" Target="../ink/ink890.xml"/><Relationship Id="rId213" Type="http://schemas.openxmlformats.org/officeDocument/2006/relationships/image" Target="../media/image947.png"/><Relationship Id="rId2" Type="http://schemas.openxmlformats.org/officeDocument/2006/relationships/customXml" Target="../ink/ink845.xml"/><Relationship Id="rId29" Type="http://schemas.openxmlformats.org/officeDocument/2006/relationships/image" Target="../media/image855.png"/><Relationship Id="rId40" Type="http://schemas.openxmlformats.org/officeDocument/2006/relationships/customXml" Target="../ink/ink864.xml"/><Relationship Id="rId115" Type="http://schemas.openxmlformats.org/officeDocument/2006/relationships/image" Target="../media/image898.png"/><Relationship Id="rId136" Type="http://schemas.openxmlformats.org/officeDocument/2006/relationships/customXml" Target="../ink/ink912.xml"/><Relationship Id="rId157" Type="http://schemas.openxmlformats.org/officeDocument/2006/relationships/image" Target="../media/image919.png"/><Relationship Id="rId178" Type="http://schemas.openxmlformats.org/officeDocument/2006/relationships/customXml" Target="../ink/ink933.xml"/><Relationship Id="rId61" Type="http://schemas.openxmlformats.org/officeDocument/2006/relationships/image" Target="../media/image871.png"/><Relationship Id="rId82" Type="http://schemas.openxmlformats.org/officeDocument/2006/relationships/customXml" Target="../ink/ink885.xml"/><Relationship Id="rId199" Type="http://schemas.openxmlformats.org/officeDocument/2006/relationships/image" Target="../media/image940.png"/><Relationship Id="rId203" Type="http://schemas.openxmlformats.org/officeDocument/2006/relationships/image" Target="../media/image942.png"/><Relationship Id="rId19" Type="http://schemas.openxmlformats.org/officeDocument/2006/relationships/image" Target="../media/image85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08.png"/><Relationship Id="rId21" Type="http://schemas.openxmlformats.org/officeDocument/2006/relationships/image" Target="../media/image960.png"/><Relationship Id="rId42" Type="http://schemas.openxmlformats.org/officeDocument/2006/relationships/customXml" Target="../ink/ink974.xml"/><Relationship Id="rId63" Type="http://schemas.openxmlformats.org/officeDocument/2006/relationships/image" Target="../media/image981.png"/><Relationship Id="rId84" Type="http://schemas.openxmlformats.org/officeDocument/2006/relationships/customXml" Target="../ink/ink995.xml"/><Relationship Id="rId138" Type="http://schemas.openxmlformats.org/officeDocument/2006/relationships/customXml" Target="../ink/ink1022.xml"/><Relationship Id="rId107" Type="http://schemas.openxmlformats.org/officeDocument/2006/relationships/image" Target="../media/image1003.png"/><Relationship Id="rId11" Type="http://schemas.openxmlformats.org/officeDocument/2006/relationships/image" Target="../media/image955.png"/><Relationship Id="rId32" Type="http://schemas.openxmlformats.org/officeDocument/2006/relationships/customXml" Target="../ink/ink969.xml"/><Relationship Id="rId53" Type="http://schemas.openxmlformats.org/officeDocument/2006/relationships/image" Target="../media/image976.png"/><Relationship Id="rId74" Type="http://schemas.openxmlformats.org/officeDocument/2006/relationships/customXml" Target="../ink/ink990.xml"/><Relationship Id="rId128" Type="http://schemas.openxmlformats.org/officeDocument/2006/relationships/customXml" Target="../ink/ink1017.xml"/><Relationship Id="rId149" Type="http://schemas.openxmlformats.org/officeDocument/2006/relationships/image" Target="../media/image1024.png"/><Relationship Id="rId5" Type="http://schemas.openxmlformats.org/officeDocument/2006/relationships/image" Target="../media/image952.png"/><Relationship Id="rId95" Type="http://schemas.openxmlformats.org/officeDocument/2006/relationships/image" Target="../media/image997.png"/><Relationship Id="rId22" Type="http://schemas.openxmlformats.org/officeDocument/2006/relationships/customXml" Target="../ink/ink964.xml"/><Relationship Id="rId27" Type="http://schemas.openxmlformats.org/officeDocument/2006/relationships/image" Target="../media/image963.png"/><Relationship Id="rId43" Type="http://schemas.openxmlformats.org/officeDocument/2006/relationships/image" Target="../media/image971.png"/><Relationship Id="rId48" Type="http://schemas.openxmlformats.org/officeDocument/2006/relationships/customXml" Target="../ink/ink977.xml"/><Relationship Id="rId64" Type="http://schemas.openxmlformats.org/officeDocument/2006/relationships/customXml" Target="../ink/ink985.xml"/><Relationship Id="rId69" Type="http://schemas.openxmlformats.org/officeDocument/2006/relationships/image" Target="../media/image984.png"/><Relationship Id="rId113" Type="http://schemas.openxmlformats.org/officeDocument/2006/relationships/image" Target="../media/image1006.png"/><Relationship Id="rId118" Type="http://schemas.openxmlformats.org/officeDocument/2006/relationships/customXml" Target="../ink/ink1012.xml"/><Relationship Id="rId134" Type="http://schemas.openxmlformats.org/officeDocument/2006/relationships/customXml" Target="../ink/ink1020.xml"/><Relationship Id="rId139" Type="http://schemas.openxmlformats.org/officeDocument/2006/relationships/image" Target="../media/image1019.png"/><Relationship Id="rId80" Type="http://schemas.openxmlformats.org/officeDocument/2006/relationships/customXml" Target="../ink/ink993.xml"/><Relationship Id="rId85" Type="http://schemas.openxmlformats.org/officeDocument/2006/relationships/image" Target="../media/image992.png"/><Relationship Id="rId150" Type="http://schemas.openxmlformats.org/officeDocument/2006/relationships/customXml" Target="../ink/ink1028.xml"/><Relationship Id="rId12" Type="http://schemas.openxmlformats.org/officeDocument/2006/relationships/customXml" Target="../ink/ink959.xml"/><Relationship Id="rId17" Type="http://schemas.openxmlformats.org/officeDocument/2006/relationships/image" Target="../media/image958.png"/><Relationship Id="rId33" Type="http://schemas.openxmlformats.org/officeDocument/2006/relationships/image" Target="../media/image966.png"/><Relationship Id="rId38" Type="http://schemas.openxmlformats.org/officeDocument/2006/relationships/customXml" Target="../ink/ink972.xml"/><Relationship Id="rId59" Type="http://schemas.openxmlformats.org/officeDocument/2006/relationships/image" Target="../media/image979.png"/><Relationship Id="rId103" Type="http://schemas.openxmlformats.org/officeDocument/2006/relationships/image" Target="../media/image1001.png"/><Relationship Id="rId108" Type="http://schemas.openxmlformats.org/officeDocument/2006/relationships/customXml" Target="../ink/ink1007.xml"/><Relationship Id="rId124" Type="http://schemas.openxmlformats.org/officeDocument/2006/relationships/customXml" Target="../ink/ink1015.xml"/><Relationship Id="rId129" Type="http://schemas.openxmlformats.org/officeDocument/2006/relationships/image" Target="../media/image1014.png"/><Relationship Id="rId54" Type="http://schemas.openxmlformats.org/officeDocument/2006/relationships/customXml" Target="../ink/ink980.xml"/><Relationship Id="rId70" Type="http://schemas.openxmlformats.org/officeDocument/2006/relationships/customXml" Target="../ink/ink988.xml"/><Relationship Id="rId75" Type="http://schemas.openxmlformats.org/officeDocument/2006/relationships/image" Target="../media/image987.png"/><Relationship Id="rId91" Type="http://schemas.openxmlformats.org/officeDocument/2006/relationships/image" Target="../media/image995.png"/><Relationship Id="rId96" Type="http://schemas.openxmlformats.org/officeDocument/2006/relationships/customXml" Target="../ink/ink1001.xml"/><Relationship Id="rId140" Type="http://schemas.openxmlformats.org/officeDocument/2006/relationships/customXml" Target="../ink/ink1023.xml"/><Relationship Id="rId145" Type="http://schemas.openxmlformats.org/officeDocument/2006/relationships/image" Target="../media/image1022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956.xml"/><Relationship Id="rId23" Type="http://schemas.openxmlformats.org/officeDocument/2006/relationships/image" Target="../media/image961.png"/><Relationship Id="rId28" Type="http://schemas.openxmlformats.org/officeDocument/2006/relationships/customXml" Target="../ink/ink967.xml"/><Relationship Id="rId49" Type="http://schemas.openxmlformats.org/officeDocument/2006/relationships/image" Target="../media/image974.png"/><Relationship Id="rId114" Type="http://schemas.openxmlformats.org/officeDocument/2006/relationships/customXml" Target="../ink/ink1010.xml"/><Relationship Id="rId119" Type="http://schemas.openxmlformats.org/officeDocument/2006/relationships/image" Target="../media/image1009.png"/><Relationship Id="rId44" Type="http://schemas.openxmlformats.org/officeDocument/2006/relationships/customXml" Target="../ink/ink975.xml"/><Relationship Id="rId60" Type="http://schemas.openxmlformats.org/officeDocument/2006/relationships/customXml" Target="../ink/ink983.xml"/><Relationship Id="rId65" Type="http://schemas.openxmlformats.org/officeDocument/2006/relationships/image" Target="../media/image982.png"/><Relationship Id="rId81" Type="http://schemas.openxmlformats.org/officeDocument/2006/relationships/image" Target="../media/image990.png"/><Relationship Id="rId86" Type="http://schemas.openxmlformats.org/officeDocument/2006/relationships/customXml" Target="../ink/ink996.xml"/><Relationship Id="rId130" Type="http://schemas.openxmlformats.org/officeDocument/2006/relationships/customXml" Target="../ink/ink1018.xml"/><Relationship Id="rId135" Type="http://schemas.openxmlformats.org/officeDocument/2006/relationships/image" Target="../media/image1017.png"/><Relationship Id="rId151" Type="http://schemas.openxmlformats.org/officeDocument/2006/relationships/image" Target="../media/image1025.png"/><Relationship Id="rId13" Type="http://schemas.openxmlformats.org/officeDocument/2006/relationships/image" Target="../media/image956.png"/><Relationship Id="rId18" Type="http://schemas.openxmlformats.org/officeDocument/2006/relationships/customXml" Target="../ink/ink962.xml"/><Relationship Id="rId39" Type="http://schemas.openxmlformats.org/officeDocument/2006/relationships/image" Target="../media/image969.png"/><Relationship Id="rId109" Type="http://schemas.openxmlformats.org/officeDocument/2006/relationships/image" Target="../media/image1004.png"/><Relationship Id="rId34" Type="http://schemas.openxmlformats.org/officeDocument/2006/relationships/customXml" Target="../ink/ink970.xml"/><Relationship Id="rId50" Type="http://schemas.openxmlformats.org/officeDocument/2006/relationships/customXml" Target="../ink/ink978.xml"/><Relationship Id="rId55" Type="http://schemas.openxmlformats.org/officeDocument/2006/relationships/image" Target="../media/image977.png"/><Relationship Id="rId76" Type="http://schemas.openxmlformats.org/officeDocument/2006/relationships/customXml" Target="../ink/ink991.xml"/><Relationship Id="rId97" Type="http://schemas.openxmlformats.org/officeDocument/2006/relationships/image" Target="../media/image998.png"/><Relationship Id="rId104" Type="http://schemas.openxmlformats.org/officeDocument/2006/relationships/customXml" Target="../ink/ink1005.xml"/><Relationship Id="rId120" Type="http://schemas.openxmlformats.org/officeDocument/2006/relationships/customXml" Target="../ink/ink1013.xml"/><Relationship Id="rId125" Type="http://schemas.openxmlformats.org/officeDocument/2006/relationships/image" Target="../media/image1012.png"/><Relationship Id="rId141" Type="http://schemas.openxmlformats.org/officeDocument/2006/relationships/image" Target="../media/image1020.png"/><Relationship Id="rId146" Type="http://schemas.openxmlformats.org/officeDocument/2006/relationships/customXml" Target="../ink/ink1026.xml"/><Relationship Id="rId7" Type="http://schemas.openxmlformats.org/officeDocument/2006/relationships/image" Target="../media/image953.png"/><Relationship Id="rId71" Type="http://schemas.openxmlformats.org/officeDocument/2006/relationships/image" Target="../media/image985.png"/><Relationship Id="rId92" Type="http://schemas.openxmlformats.org/officeDocument/2006/relationships/customXml" Target="../ink/ink999.xml"/><Relationship Id="rId2" Type="http://schemas.openxmlformats.org/officeDocument/2006/relationships/customXml" Target="../ink/ink954.xml"/><Relationship Id="rId29" Type="http://schemas.openxmlformats.org/officeDocument/2006/relationships/image" Target="../media/image964.png"/><Relationship Id="rId24" Type="http://schemas.openxmlformats.org/officeDocument/2006/relationships/customXml" Target="../ink/ink965.xml"/><Relationship Id="rId40" Type="http://schemas.openxmlformats.org/officeDocument/2006/relationships/customXml" Target="../ink/ink973.xml"/><Relationship Id="rId45" Type="http://schemas.openxmlformats.org/officeDocument/2006/relationships/image" Target="../media/image972.png"/><Relationship Id="rId66" Type="http://schemas.openxmlformats.org/officeDocument/2006/relationships/customXml" Target="../ink/ink986.xml"/><Relationship Id="rId87" Type="http://schemas.openxmlformats.org/officeDocument/2006/relationships/image" Target="../media/image993.png"/><Relationship Id="rId110" Type="http://schemas.openxmlformats.org/officeDocument/2006/relationships/customXml" Target="../ink/ink1008.xml"/><Relationship Id="rId115" Type="http://schemas.openxmlformats.org/officeDocument/2006/relationships/image" Target="../media/image1007.png"/><Relationship Id="rId131" Type="http://schemas.openxmlformats.org/officeDocument/2006/relationships/image" Target="../media/image1015.png"/><Relationship Id="rId136" Type="http://schemas.openxmlformats.org/officeDocument/2006/relationships/customXml" Target="../ink/ink1021.xml"/><Relationship Id="rId61" Type="http://schemas.openxmlformats.org/officeDocument/2006/relationships/image" Target="../media/image980.png"/><Relationship Id="rId82" Type="http://schemas.openxmlformats.org/officeDocument/2006/relationships/customXml" Target="../ink/ink994.xml"/><Relationship Id="rId152" Type="http://schemas.openxmlformats.org/officeDocument/2006/relationships/customXml" Target="../ink/ink1029.xml"/><Relationship Id="rId19" Type="http://schemas.openxmlformats.org/officeDocument/2006/relationships/image" Target="../media/image959.png"/><Relationship Id="rId14" Type="http://schemas.openxmlformats.org/officeDocument/2006/relationships/customXml" Target="../ink/ink960.xml"/><Relationship Id="rId30" Type="http://schemas.openxmlformats.org/officeDocument/2006/relationships/customXml" Target="../ink/ink968.xml"/><Relationship Id="rId35" Type="http://schemas.openxmlformats.org/officeDocument/2006/relationships/image" Target="../media/image967.png"/><Relationship Id="rId56" Type="http://schemas.openxmlformats.org/officeDocument/2006/relationships/customXml" Target="../ink/ink981.xml"/><Relationship Id="rId77" Type="http://schemas.openxmlformats.org/officeDocument/2006/relationships/image" Target="../media/image988.png"/><Relationship Id="rId100" Type="http://schemas.openxmlformats.org/officeDocument/2006/relationships/customXml" Target="../ink/ink1003.xml"/><Relationship Id="rId105" Type="http://schemas.openxmlformats.org/officeDocument/2006/relationships/image" Target="../media/image1002.png"/><Relationship Id="rId126" Type="http://schemas.openxmlformats.org/officeDocument/2006/relationships/customXml" Target="../ink/ink1016.xml"/><Relationship Id="rId147" Type="http://schemas.openxmlformats.org/officeDocument/2006/relationships/image" Target="../media/image1023.png"/><Relationship Id="rId8" Type="http://schemas.openxmlformats.org/officeDocument/2006/relationships/customXml" Target="../ink/ink957.xml"/><Relationship Id="rId51" Type="http://schemas.openxmlformats.org/officeDocument/2006/relationships/image" Target="../media/image975.png"/><Relationship Id="rId72" Type="http://schemas.openxmlformats.org/officeDocument/2006/relationships/customXml" Target="../ink/ink989.xml"/><Relationship Id="rId93" Type="http://schemas.openxmlformats.org/officeDocument/2006/relationships/image" Target="../media/image996.png"/><Relationship Id="rId98" Type="http://schemas.openxmlformats.org/officeDocument/2006/relationships/customXml" Target="../ink/ink1002.xml"/><Relationship Id="rId121" Type="http://schemas.openxmlformats.org/officeDocument/2006/relationships/image" Target="../media/image1010.png"/><Relationship Id="rId142" Type="http://schemas.openxmlformats.org/officeDocument/2006/relationships/customXml" Target="../ink/ink1024.xml"/><Relationship Id="rId3" Type="http://schemas.openxmlformats.org/officeDocument/2006/relationships/image" Target="../media/image951.png"/><Relationship Id="rId25" Type="http://schemas.openxmlformats.org/officeDocument/2006/relationships/image" Target="../media/image962.png"/><Relationship Id="rId46" Type="http://schemas.openxmlformats.org/officeDocument/2006/relationships/customXml" Target="../ink/ink976.xml"/><Relationship Id="rId67" Type="http://schemas.openxmlformats.org/officeDocument/2006/relationships/image" Target="../media/image983.png"/><Relationship Id="rId116" Type="http://schemas.openxmlformats.org/officeDocument/2006/relationships/customXml" Target="../ink/ink1011.xml"/><Relationship Id="rId137" Type="http://schemas.openxmlformats.org/officeDocument/2006/relationships/image" Target="../media/image1018.png"/><Relationship Id="rId20" Type="http://schemas.openxmlformats.org/officeDocument/2006/relationships/customXml" Target="../ink/ink963.xml"/><Relationship Id="rId41" Type="http://schemas.openxmlformats.org/officeDocument/2006/relationships/image" Target="../media/image970.png"/><Relationship Id="rId62" Type="http://schemas.openxmlformats.org/officeDocument/2006/relationships/customXml" Target="../ink/ink984.xml"/><Relationship Id="rId83" Type="http://schemas.openxmlformats.org/officeDocument/2006/relationships/image" Target="../media/image991.png"/><Relationship Id="rId88" Type="http://schemas.openxmlformats.org/officeDocument/2006/relationships/customXml" Target="../ink/ink997.xml"/><Relationship Id="rId111" Type="http://schemas.openxmlformats.org/officeDocument/2006/relationships/image" Target="../media/image1005.png"/><Relationship Id="rId132" Type="http://schemas.openxmlformats.org/officeDocument/2006/relationships/customXml" Target="../ink/ink1019.xml"/><Relationship Id="rId153" Type="http://schemas.openxmlformats.org/officeDocument/2006/relationships/image" Target="../media/image1026.png"/><Relationship Id="rId15" Type="http://schemas.openxmlformats.org/officeDocument/2006/relationships/image" Target="../media/image957.png"/><Relationship Id="rId36" Type="http://schemas.openxmlformats.org/officeDocument/2006/relationships/customXml" Target="../ink/ink971.xml"/><Relationship Id="rId57" Type="http://schemas.openxmlformats.org/officeDocument/2006/relationships/image" Target="../media/image978.png"/><Relationship Id="rId106" Type="http://schemas.openxmlformats.org/officeDocument/2006/relationships/customXml" Target="../ink/ink1006.xml"/><Relationship Id="rId127" Type="http://schemas.openxmlformats.org/officeDocument/2006/relationships/image" Target="../media/image1013.png"/><Relationship Id="rId10" Type="http://schemas.openxmlformats.org/officeDocument/2006/relationships/customXml" Target="../ink/ink958.xml"/><Relationship Id="rId31" Type="http://schemas.openxmlformats.org/officeDocument/2006/relationships/image" Target="../media/image965.png"/><Relationship Id="rId52" Type="http://schemas.openxmlformats.org/officeDocument/2006/relationships/customXml" Target="../ink/ink979.xml"/><Relationship Id="rId73" Type="http://schemas.openxmlformats.org/officeDocument/2006/relationships/image" Target="../media/image986.png"/><Relationship Id="rId78" Type="http://schemas.openxmlformats.org/officeDocument/2006/relationships/customXml" Target="../ink/ink992.xml"/><Relationship Id="rId94" Type="http://schemas.openxmlformats.org/officeDocument/2006/relationships/customXml" Target="../ink/ink1000.xml"/><Relationship Id="rId99" Type="http://schemas.openxmlformats.org/officeDocument/2006/relationships/image" Target="../media/image999.png"/><Relationship Id="rId101" Type="http://schemas.openxmlformats.org/officeDocument/2006/relationships/image" Target="../media/image1000.png"/><Relationship Id="rId122" Type="http://schemas.openxmlformats.org/officeDocument/2006/relationships/customXml" Target="../ink/ink1014.xml"/><Relationship Id="rId143" Type="http://schemas.openxmlformats.org/officeDocument/2006/relationships/image" Target="../media/image1021.png"/><Relationship Id="rId148" Type="http://schemas.openxmlformats.org/officeDocument/2006/relationships/customXml" Target="../ink/ink1027.xml"/><Relationship Id="rId4" Type="http://schemas.openxmlformats.org/officeDocument/2006/relationships/customXml" Target="../ink/ink955.xml"/><Relationship Id="rId9" Type="http://schemas.openxmlformats.org/officeDocument/2006/relationships/image" Target="../media/image954.png"/><Relationship Id="rId26" Type="http://schemas.openxmlformats.org/officeDocument/2006/relationships/customXml" Target="../ink/ink966.xml"/><Relationship Id="rId47" Type="http://schemas.openxmlformats.org/officeDocument/2006/relationships/image" Target="../media/image973.png"/><Relationship Id="rId68" Type="http://schemas.openxmlformats.org/officeDocument/2006/relationships/customXml" Target="../ink/ink987.xml"/><Relationship Id="rId89" Type="http://schemas.openxmlformats.org/officeDocument/2006/relationships/image" Target="../media/image994.png"/><Relationship Id="rId112" Type="http://schemas.openxmlformats.org/officeDocument/2006/relationships/customXml" Target="../ink/ink1009.xml"/><Relationship Id="rId133" Type="http://schemas.openxmlformats.org/officeDocument/2006/relationships/image" Target="../media/image1016.png"/><Relationship Id="rId16" Type="http://schemas.openxmlformats.org/officeDocument/2006/relationships/customXml" Target="../ink/ink961.xml"/><Relationship Id="rId37" Type="http://schemas.openxmlformats.org/officeDocument/2006/relationships/image" Target="../media/image968.png"/><Relationship Id="rId58" Type="http://schemas.openxmlformats.org/officeDocument/2006/relationships/customXml" Target="../ink/ink982.xml"/><Relationship Id="rId79" Type="http://schemas.openxmlformats.org/officeDocument/2006/relationships/image" Target="../media/image989.png"/><Relationship Id="rId102" Type="http://schemas.openxmlformats.org/officeDocument/2006/relationships/customXml" Target="../ink/ink1004.xml"/><Relationship Id="rId123" Type="http://schemas.openxmlformats.org/officeDocument/2006/relationships/image" Target="../media/image1011.png"/><Relationship Id="rId144" Type="http://schemas.openxmlformats.org/officeDocument/2006/relationships/customXml" Target="../ink/ink1025.xml"/><Relationship Id="rId90" Type="http://schemas.openxmlformats.org/officeDocument/2006/relationships/customXml" Target="../ink/ink998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84.png"/><Relationship Id="rId21" Type="http://schemas.openxmlformats.org/officeDocument/2006/relationships/image" Target="../media/image1036.png"/><Relationship Id="rId63" Type="http://schemas.openxmlformats.org/officeDocument/2006/relationships/image" Target="../media/image1057.png"/><Relationship Id="rId159" Type="http://schemas.openxmlformats.org/officeDocument/2006/relationships/image" Target="../media/image1105.png"/><Relationship Id="rId170" Type="http://schemas.openxmlformats.org/officeDocument/2006/relationships/customXml" Target="../ink/ink1114.xml"/><Relationship Id="rId226" Type="http://schemas.openxmlformats.org/officeDocument/2006/relationships/customXml" Target="../ink/ink1142.xml"/><Relationship Id="rId268" Type="http://schemas.openxmlformats.org/officeDocument/2006/relationships/customXml" Target="../ink/ink1163.xml"/><Relationship Id="rId11" Type="http://schemas.openxmlformats.org/officeDocument/2006/relationships/image" Target="../media/image1031.png"/><Relationship Id="rId32" Type="http://schemas.openxmlformats.org/officeDocument/2006/relationships/customXml" Target="../ink/ink1045.xml"/><Relationship Id="rId53" Type="http://schemas.openxmlformats.org/officeDocument/2006/relationships/image" Target="../media/image1052.png"/><Relationship Id="rId74" Type="http://schemas.openxmlformats.org/officeDocument/2006/relationships/customXml" Target="../ink/ink1066.xml"/><Relationship Id="rId128" Type="http://schemas.openxmlformats.org/officeDocument/2006/relationships/customXml" Target="../ink/ink1093.xml"/><Relationship Id="rId149" Type="http://schemas.openxmlformats.org/officeDocument/2006/relationships/image" Target="../media/image1100.png"/><Relationship Id="rId5" Type="http://schemas.openxmlformats.org/officeDocument/2006/relationships/image" Target="../media/image1028.png"/><Relationship Id="rId95" Type="http://schemas.openxmlformats.org/officeDocument/2006/relationships/image" Target="../media/image1073.png"/><Relationship Id="rId160" Type="http://schemas.openxmlformats.org/officeDocument/2006/relationships/customXml" Target="../ink/ink1109.xml"/><Relationship Id="rId181" Type="http://schemas.openxmlformats.org/officeDocument/2006/relationships/image" Target="../media/image1116.png"/><Relationship Id="rId216" Type="http://schemas.openxmlformats.org/officeDocument/2006/relationships/customXml" Target="../ink/ink1137.xml"/><Relationship Id="rId237" Type="http://schemas.openxmlformats.org/officeDocument/2006/relationships/image" Target="../media/image1144.png"/><Relationship Id="rId258" Type="http://schemas.openxmlformats.org/officeDocument/2006/relationships/customXml" Target="../ink/ink1158.xml"/><Relationship Id="rId22" Type="http://schemas.openxmlformats.org/officeDocument/2006/relationships/customXml" Target="../ink/ink1040.xml"/><Relationship Id="rId43" Type="http://schemas.openxmlformats.org/officeDocument/2006/relationships/image" Target="../media/image1047.png"/><Relationship Id="rId64" Type="http://schemas.openxmlformats.org/officeDocument/2006/relationships/customXml" Target="../ink/ink1061.xml"/><Relationship Id="rId118" Type="http://schemas.openxmlformats.org/officeDocument/2006/relationships/customXml" Target="../ink/ink1088.xml"/><Relationship Id="rId139" Type="http://schemas.openxmlformats.org/officeDocument/2006/relationships/image" Target="../media/image1095.png"/><Relationship Id="rId85" Type="http://schemas.openxmlformats.org/officeDocument/2006/relationships/image" Target="../media/image1068.png"/><Relationship Id="rId150" Type="http://schemas.openxmlformats.org/officeDocument/2006/relationships/customXml" Target="../ink/ink1104.xml"/><Relationship Id="rId171" Type="http://schemas.openxmlformats.org/officeDocument/2006/relationships/image" Target="../media/image1111.png"/><Relationship Id="rId192" Type="http://schemas.openxmlformats.org/officeDocument/2006/relationships/customXml" Target="../ink/ink1125.xml"/><Relationship Id="rId206" Type="http://schemas.openxmlformats.org/officeDocument/2006/relationships/customXml" Target="../ink/ink1132.xml"/><Relationship Id="rId227" Type="http://schemas.openxmlformats.org/officeDocument/2006/relationships/image" Target="../media/image1139.png"/><Relationship Id="rId248" Type="http://schemas.openxmlformats.org/officeDocument/2006/relationships/customXml" Target="../ink/ink1153.xml"/><Relationship Id="rId269" Type="http://schemas.openxmlformats.org/officeDocument/2006/relationships/image" Target="../media/image1160.png"/><Relationship Id="rId12" Type="http://schemas.openxmlformats.org/officeDocument/2006/relationships/customXml" Target="../ink/ink1035.xml"/><Relationship Id="rId33" Type="http://schemas.openxmlformats.org/officeDocument/2006/relationships/image" Target="../media/image1042.png"/><Relationship Id="rId108" Type="http://schemas.openxmlformats.org/officeDocument/2006/relationships/customXml" Target="../ink/ink1083.xml"/><Relationship Id="rId129" Type="http://schemas.openxmlformats.org/officeDocument/2006/relationships/image" Target="../media/image1090.png"/><Relationship Id="rId54" Type="http://schemas.openxmlformats.org/officeDocument/2006/relationships/customXml" Target="../ink/ink1056.xml"/><Relationship Id="rId75" Type="http://schemas.openxmlformats.org/officeDocument/2006/relationships/image" Target="../media/image1063.png"/><Relationship Id="rId96" Type="http://schemas.openxmlformats.org/officeDocument/2006/relationships/customXml" Target="../ink/ink1077.xml"/><Relationship Id="rId140" Type="http://schemas.openxmlformats.org/officeDocument/2006/relationships/customXml" Target="../ink/ink1099.xml"/><Relationship Id="rId161" Type="http://schemas.openxmlformats.org/officeDocument/2006/relationships/image" Target="../media/image1106.png"/><Relationship Id="rId182" Type="http://schemas.openxmlformats.org/officeDocument/2006/relationships/customXml" Target="../ink/ink1120.xml"/><Relationship Id="rId217" Type="http://schemas.openxmlformats.org/officeDocument/2006/relationships/image" Target="../media/image1134.png"/><Relationship Id="rId6" Type="http://schemas.openxmlformats.org/officeDocument/2006/relationships/customXml" Target="../ink/ink1032.xml"/><Relationship Id="rId238" Type="http://schemas.openxmlformats.org/officeDocument/2006/relationships/customXml" Target="../ink/ink1148.xml"/><Relationship Id="rId259" Type="http://schemas.openxmlformats.org/officeDocument/2006/relationships/image" Target="../media/image1155.png"/><Relationship Id="rId23" Type="http://schemas.openxmlformats.org/officeDocument/2006/relationships/image" Target="../media/image1037.png"/><Relationship Id="rId119" Type="http://schemas.openxmlformats.org/officeDocument/2006/relationships/image" Target="../media/image1085.png"/><Relationship Id="rId270" Type="http://schemas.openxmlformats.org/officeDocument/2006/relationships/customXml" Target="../ink/ink1164.xml"/><Relationship Id="rId44" Type="http://schemas.openxmlformats.org/officeDocument/2006/relationships/customXml" Target="../ink/ink1051.xml"/><Relationship Id="rId65" Type="http://schemas.openxmlformats.org/officeDocument/2006/relationships/image" Target="../media/image1058.png"/><Relationship Id="rId86" Type="http://schemas.openxmlformats.org/officeDocument/2006/relationships/customXml" Target="../ink/ink1072.xml"/><Relationship Id="rId130" Type="http://schemas.openxmlformats.org/officeDocument/2006/relationships/customXml" Target="../ink/ink1094.xml"/><Relationship Id="rId151" Type="http://schemas.openxmlformats.org/officeDocument/2006/relationships/image" Target="../media/image1101.png"/><Relationship Id="rId172" Type="http://schemas.openxmlformats.org/officeDocument/2006/relationships/customXml" Target="../ink/ink1115.xml"/><Relationship Id="rId193" Type="http://schemas.openxmlformats.org/officeDocument/2006/relationships/image" Target="../media/image1122.png"/><Relationship Id="rId207" Type="http://schemas.openxmlformats.org/officeDocument/2006/relationships/image" Target="../media/image1129.png"/><Relationship Id="rId228" Type="http://schemas.openxmlformats.org/officeDocument/2006/relationships/customXml" Target="../ink/ink1143.xml"/><Relationship Id="rId249" Type="http://schemas.openxmlformats.org/officeDocument/2006/relationships/image" Target="../media/image1150.png"/><Relationship Id="rId13" Type="http://schemas.openxmlformats.org/officeDocument/2006/relationships/image" Target="../media/image1032.png"/><Relationship Id="rId109" Type="http://schemas.openxmlformats.org/officeDocument/2006/relationships/image" Target="../media/image1080.png"/><Relationship Id="rId260" Type="http://schemas.openxmlformats.org/officeDocument/2006/relationships/customXml" Target="../ink/ink1159.xml"/><Relationship Id="rId34" Type="http://schemas.openxmlformats.org/officeDocument/2006/relationships/customXml" Target="../ink/ink1046.xml"/><Relationship Id="rId55" Type="http://schemas.openxmlformats.org/officeDocument/2006/relationships/image" Target="../media/image1053.png"/><Relationship Id="rId76" Type="http://schemas.openxmlformats.org/officeDocument/2006/relationships/customXml" Target="../ink/ink1067.xml"/><Relationship Id="rId97" Type="http://schemas.openxmlformats.org/officeDocument/2006/relationships/image" Target="../media/image1074.png"/><Relationship Id="rId120" Type="http://schemas.openxmlformats.org/officeDocument/2006/relationships/customXml" Target="../ink/ink1089.xml"/><Relationship Id="rId141" Type="http://schemas.openxmlformats.org/officeDocument/2006/relationships/image" Target="../media/image1096.png"/><Relationship Id="rId7" Type="http://schemas.openxmlformats.org/officeDocument/2006/relationships/image" Target="../media/image1029.png"/><Relationship Id="rId162" Type="http://schemas.openxmlformats.org/officeDocument/2006/relationships/customXml" Target="../ink/ink1110.xml"/><Relationship Id="rId183" Type="http://schemas.openxmlformats.org/officeDocument/2006/relationships/image" Target="../media/image1117.png"/><Relationship Id="rId218" Type="http://schemas.openxmlformats.org/officeDocument/2006/relationships/customXml" Target="../ink/ink1138.xml"/><Relationship Id="rId239" Type="http://schemas.openxmlformats.org/officeDocument/2006/relationships/image" Target="../media/image1145.png"/><Relationship Id="rId250" Type="http://schemas.openxmlformats.org/officeDocument/2006/relationships/customXml" Target="../ink/ink1154.xml"/><Relationship Id="rId271" Type="http://schemas.openxmlformats.org/officeDocument/2006/relationships/image" Target="../media/image1161.png"/><Relationship Id="rId24" Type="http://schemas.openxmlformats.org/officeDocument/2006/relationships/customXml" Target="../ink/ink1041.xml"/><Relationship Id="rId45" Type="http://schemas.openxmlformats.org/officeDocument/2006/relationships/image" Target="../media/image1048.png"/><Relationship Id="rId66" Type="http://schemas.openxmlformats.org/officeDocument/2006/relationships/customXml" Target="../ink/ink1062.xml"/><Relationship Id="rId87" Type="http://schemas.openxmlformats.org/officeDocument/2006/relationships/image" Target="../media/image1069.png"/><Relationship Id="rId110" Type="http://schemas.openxmlformats.org/officeDocument/2006/relationships/customXml" Target="../ink/ink1084.xml"/><Relationship Id="rId131" Type="http://schemas.openxmlformats.org/officeDocument/2006/relationships/image" Target="../media/image1091.png"/><Relationship Id="rId152" Type="http://schemas.openxmlformats.org/officeDocument/2006/relationships/customXml" Target="../ink/ink1105.xml"/><Relationship Id="rId173" Type="http://schemas.openxmlformats.org/officeDocument/2006/relationships/image" Target="../media/image1112.png"/><Relationship Id="rId194" Type="http://schemas.openxmlformats.org/officeDocument/2006/relationships/customXml" Target="../ink/ink1126.xml"/><Relationship Id="rId208" Type="http://schemas.openxmlformats.org/officeDocument/2006/relationships/customXml" Target="../ink/ink1133.xml"/><Relationship Id="rId229" Type="http://schemas.openxmlformats.org/officeDocument/2006/relationships/image" Target="../media/image1140.png"/><Relationship Id="rId240" Type="http://schemas.openxmlformats.org/officeDocument/2006/relationships/customXml" Target="../ink/ink1149.xml"/><Relationship Id="rId261" Type="http://schemas.openxmlformats.org/officeDocument/2006/relationships/image" Target="../media/image1156.png"/><Relationship Id="rId14" Type="http://schemas.openxmlformats.org/officeDocument/2006/relationships/customXml" Target="../ink/ink1036.xml"/><Relationship Id="rId35" Type="http://schemas.openxmlformats.org/officeDocument/2006/relationships/image" Target="../media/image1043.png"/><Relationship Id="rId56" Type="http://schemas.openxmlformats.org/officeDocument/2006/relationships/customXml" Target="../ink/ink1057.xml"/><Relationship Id="rId77" Type="http://schemas.openxmlformats.org/officeDocument/2006/relationships/image" Target="../media/image1064.png"/><Relationship Id="rId100" Type="http://schemas.openxmlformats.org/officeDocument/2006/relationships/customXml" Target="../ink/ink1079.xml"/><Relationship Id="rId8" Type="http://schemas.openxmlformats.org/officeDocument/2006/relationships/customXml" Target="../ink/ink1033.xml"/><Relationship Id="rId98" Type="http://schemas.openxmlformats.org/officeDocument/2006/relationships/customXml" Target="../ink/ink1078.xml"/><Relationship Id="rId121" Type="http://schemas.openxmlformats.org/officeDocument/2006/relationships/image" Target="../media/image1086.png"/><Relationship Id="rId142" Type="http://schemas.openxmlformats.org/officeDocument/2006/relationships/customXml" Target="../ink/ink1100.xml"/><Relationship Id="rId163" Type="http://schemas.openxmlformats.org/officeDocument/2006/relationships/image" Target="../media/image1107.png"/><Relationship Id="rId184" Type="http://schemas.openxmlformats.org/officeDocument/2006/relationships/customXml" Target="../ink/ink1121.xml"/><Relationship Id="rId219" Type="http://schemas.openxmlformats.org/officeDocument/2006/relationships/image" Target="../media/image1135.png"/><Relationship Id="rId230" Type="http://schemas.openxmlformats.org/officeDocument/2006/relationships/customXml" Target="../ink/ink1144.xml"/><Relationship Id="rId251" Type="http://schemas.openxmlformats.org/officeDocument/2006/relationships/image" Target="../media/image1151.png"/><Relationship Id="rId25" Type="http://schemas.openxmlformats.org/officeDocument/2006/relationships/image" Target="../media/image1038.png"/><Relationship Id="rId46" Type="http://schemas.openxmlformats.org/officeDocument/2006/relationships/customXml" Target="../ink/ink1052.xml"/><Relationship Id="rId67" Type="http://schemas.openxmlformats.org/officeDocument/2006/relationships/image" Target="../media/image1059.png"/><Relationship Id="rId88" Type="http://schemas.openxmlformats.org/officeDocument/2006/relationships/customXml" Target="../ink/ink1073.xml"/><Relationship Id="rId111" Type="http://schemas.openxmlformats.org/officeDocument/2006/relationships/image" Target="../media/image1081.png"/><Relationship Id="rId132" Type="http://schemas.openxmlformats.org/officeDocument/2006/relationships/customXml" Target="../ink/ink1095.xml"/><Relationship Id="rId153" Type="http://schemas.openxmlformats.org/officeDocument/2006/relationships/image" Target="../media/image1102.png"/><Relationship Id="rId174" Type="http://schemas.openxmlformats.org/officeDocument/2006/relationships/customXml" Target="../ink/ink1116.xml"/><Relationship Id="rId195" Type="http://schemas.openxmlformats.org/officeDocument/2006/relationships/image" Target="../media/image1123.png"/><Relationship Id="rId209" Type="http://schemas.openxmlformats.org/officeDocument/2006/relationships/image" Target="../media/image1130.png"/><Relationship Id="rId220" Type="http://schemas.openxmlformats.org/officeDocument/2006/relationships/customXml" Target="../ink/ink1139.xml"/><Relationship Id="rId241" Type="http://schemas.openxmlformats.org/officeDocument/2006/relationships/image" Target="../media/image1146.png"/><Relationship Id="rId15" Type="http://schemas.openxmlformats.org/officeDocument/2006/relationships/image" Target="../media/image1033.png"/><Relationship Id="rId36" Type="http://schemas.openxmlformats.org/officeDocument/2006/relationships/customXml" Target="../ink/ink1047.xml"/><Relationship Id="rId57" Type="http://schemas.openxmlformats.org/officeDocument/2006/relationships/image" Target="../media/image1054.png"/><Relationship Id="rId262" Type="http://schemas.openxmlformats.org/officeDocument/2006/relationships/customXml" Target="../ink/ink1160.xml"/><Relationship Id="rId78" Type="http://schemas.openxmlformats.org/officeDocument/2006/relationships/customXml" Target="../ink/ink1068.xml"/><Relationship Id="rId99" Type="http://schemas.openxmlformats.org/officeDocument/2006/relationships/image" Target="../media/image1075.png"/><Relationship Id="rId101" Type="http://schemas.openxmlformats.org/officeDocument/2006/relationships/image" Target="../media/image1076.png"/><Relationship Id="rId122" Type="http://schemas.openxmlformats.org/officeDocument/2006/relationships/customXml" Target="../ink/ink1090.xml"/><Relationship Id="rId143" Type="http://schemas.openxmlformats.org/officeDocument/2006/relationships/image" Target="../media/image1097.png"/><Relationship Id="rId164" Type="http://schemas.openxmlformats.org/officeDocument/2006/relationships/customXml" Target="../ink/ink1111.xml"/><Relationship Id="rId185" Type="http://schemas.openxmlformats.org/officeDocument/2006/relationships/image" Target="../media/image1118.png"/><Relationship Id="rId9" Type="http://schemas.openxmlformats.org/officeDocument/2006/relationships/image" Target="../media/image1030.png"/><Relationship Id="rId210" Type="http://schemas.openxmlformats.org/officeDocument/2006/relationships/customXml" Target="../ink/ink1134.xml"/><Relationship Id="rId26" Type="http://schemas.openxmlformats.org/officeDocument/2006/relationships/customXml" Target="../ink/ink1042.xml"/><Relationship Id="rId231" Type="http://schemas.openxmlformats.org/officeDocument/2006/relationships/image" Target="../media/image1141.png"/><Relationship Id="rId252" Type="http://schemas.openxmlformats.org/officeDocument/2006/relationships/customXml" Target="../ink/ink1155.xml"/><Relationship Id="rId47" Type="http://schemas.openxmlformats.org/officeDocument/2006/relationships/image" Target="../media/image1049.png"/><Relationship Id="rId68" Type="http://schemas.openxmlformats.org/officeDocument/2006/relationships/customXml" Target="../ink/ink1063.xml"/><Relationship Id="rId89" Type="http://schemas.openxmlformats.org/officeDocument/2006/relationships/image" Target="../media/image1070.png"/><Relationship Id="rId112" Type="http://schemas.openxmlformats.org/officeDocument/2006/relationships/customXml" Target="../ink/ink1085.xml"/><Relationship Id="rId133" Type="http://schemas.openxmlformats.org/officeDocument/2006/relationships/image" Target="../media/image1092.png"/><Relationship Id="rId154" Type="http://schemas.openxmlformats.org/officeDocument/2006/relationships/customXml" Target="../ink/ink1106.xml"/><Relationship Id="rId175" Type="http://schemas.openxmlformats.org/officeDocument/2006/relationships/image" Target="../media/image1113.png"/><Relationship Id="rId196" Type="http://schemas.openxmlformats.org/officeDocument/2006/relationships/customXml" Target="../ink/ink1127.xml"/><Relationship Id="rId200" Type="http://schemas.openxmlformats.org/officeDocument/2006/relationships/customXml" Target="../ink/ink1129.xml"/><Relationship Id="rId16" Type="http://schemas.openxmlformats.org/officeDocument/2006/relationships/customXml" Target="../ink/ink1037.xml"/><Relationship Id="rId221" Type="http://schemas.openxmlformats.org/officeDocument/2006/relationships/image" Target="../media/image1136.png"/><Relationship Id="rId242" Type="http://schemas.openxmlformats.org/officeDocument/2006/relationships/customXml" Target="../ink/ink1150.xml"/><Relationship Id="rId263" Type="http://schemas.openxmlformats.org/officeDocument/2006/relationships/image" Target="../media/image1157.png"/><Relationship Id="rId37" Type="http://schemas.openxmlformats.org/officeDocument/2006/relationships/image" Target="../media/image1044.png"/><Relationship Id="rId58" Type="http://schemas.openxmlformats.org/officeDocument/2006/relationships/customXml" Target="../ink/ink1058.xml"/><Relationship Id="rId79" Type="http://schemas.openxmlformats.org/officeDocument/2006/relationships/image" Target="../media/image1065.png"/><Relationship Id="rId102" Type="http://schemas.openxmlformats.org/officeDocument/2006/relationships/customXml" Target="../ink/ink1080.xml"/><Relationship Id="rId123" Type="http://schemas.openxmlformats.org/officeDocument/2006/relationships/image" Target="../media/image1087.png"/><Relationship Id="rId144" Type="http://schemas.openxmlformats.org/officeDocument/2006/relationships/customXml" Target="../ink/ink1101.xml"/><Relationship Id="rId90" Type="http://schemas.openxmlformats.org/officeDocument/2006/relationships/customXml" Target="../ink/ink1074.xml"/><Relationship Id="rId165" Type="http://schemas.openxmlformats.org/officeDocument/2006/relationships/image" Target="../media/image1108.png"/><Relationship Id="rId186" Type="http://schemas.openxmlformats.org/officeDocument/2006/relationships/customXml" Target="../ink/ink1122.xml"/><Relationship Id="rId211" Type="http://schemas.openxmlformats.org/officeDocument/2006/relationships/image" Target="../media/image1131.png"/><Relationship Id="rId232" Type="http://schemas.openxmlformats.org/officeDocument/2006/relationships/customXml" Target="../ink/ink1145.xml"/><Relationship Id="rId253" Type="http://schemas.openxmlformats.org/officeDocument/2006/relationships/image" Target="../media/image1152.png"/><Relationship Id="rId27" Type="http://schemas.openxmlformats.org/officeDocument/2006/relationships/image" Target="../media/image1039.png"/><Relationship Id="rId48" Type="http://schemas.openxmlformats.org/officeDocument/2006/relationships/customXml" Target="../ink/ink1053.xml"/><Relationship Id="rId69" Type="http://schemas.openxmlformats.org/officeDocument/2006/relationships/image" Target="../media/image1060.png"/><Relationship Id="rId113" Type="http://schemas.openxmlformats.org/officeDocument/2006/relationships/image" Target="../media/image1082.png"/><Relationship Id="rId134" Type="http://schemas.openxmlformats.org/officeDocument/2006/relationships/customXml" Target="../ink/ink1096.xml"/><Relationship Id="rId80" Type="http://schemas.openxmlformats.org/officeDocument/2006/relationships/customXml" Target="../ink/ink1069.xml"/><Relationship Id="rId155" Type="http://schemas.openxmlformats.org/officeDocument/2006/relationships/image" Target="../media/image1103.png"/><Relationship Id="rId176" Type="http://schemas.openxmlformats.org/officeDocument/2006/relationships/customXml" Target="../ink/ink1117.xml"/><Relationship Id="rId197" Type="http://schemas.openxmlformats.org/officeDocument/2006/relationships/image" Target="../media/image1124.png"/><Relationship Id="rId201" Type="http://schemas.openxmlformats.org/officeDocument/2006/relationships/image" Target="../media/image1126.png"/><Relationship Id="rId222" Type="http://schemas.openxmlformats.org/officeDocument/2006/relationships/customXml" Target="../ink/ink1140.xml"/><Relationship Id="rId243" Type="http://schemas.openxmlformats.org/officeDocument/2006/relationships/image" Target="../media/image1147.png"/><Relationship Id="rId264" Type="http://schemas.openxmlformats.org/officeDocument/2006/relationships/customXml" Target="../ink/ink1161.xml"/><Relationship Id="rId17" Type="http://schemas.openxmlformats.org/officeDocument/2006/relationships/image" Target="../media/image1034.png"/><Relationship Id="rId38" Type="http://schemas.openxmlformats.org/officeDocument/2006/relationships/customXml" Target="../ink/ink1048.xml"/><Relationship Id="rId59" Type="http://schemas.openxmlformats.org/officeDocument/2006/relationships/image" Target="../media/image1055.png"/><Relationship Id="rId103" Type="http://schemas.openxmlformats.org/officeDocument/2006/relationships/image" Target="../media/image1077.png"/><Relationship Id="rId124" Type="http://schemas.openxmlformats.org/officeDocument/2006/relationships/customXml" Target="../ink/ink1091.xml"/><Relationship Id="rId70" Type="http://schemas.openxmlformats.org/officeDocument/2006/relationships/customXml" Target="../ink/ink1064.xml"/><Relationship Id="rId91" Type="http://schemas.openxmlformats.org/officeDocument/2006/relationships/image" Target="../media/image1071.png"/><Relationship Id="rId145" Type="http://schemas.openxmlformats.org/officeDocument/2006/relationships/image" Target="../media/image1098.png"/><Relationship Id="rId166" Type="http://schemas.openxmlformats.org/officeDocument/2006/relationships/customXml" Target="../ink/ink1112.xml"/><Relationship Id="rId187" Type="http://schemas.openxmlformats.org/officeDocument/2006/relationships/image" Target="../media/image1119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35.xml"/><Relationship Id="rId233" Type="http://schemas.openxmlformats.org/officeDocument/2006/relationships/image" Target="../media/image1142.png"/><Relationship Id="rId254" Type="http://schemas.openxmlformats.org/officeDocument/2006/relationships/customXml" Target="../ink/ink1156.xml"/><Relationship Id="rId28" Type="http://schemas.openxmlformats.org/officeDocument/2006/relationships/customXml" Target="../ink/ink1043.xml"/><Relationship Id="rId49" Type="http://schemas.openxmlformats.org/officeDocument/2006/relationships/image" Target="../media/image1050.png"/><Relationship Id="rId114" Type="http://schemas.openxmlformats.org/officeDocument/2006/relationships/customXml" Target="../ink/ink1086.xml"/><Relationship Id="rId60" Type="http://schemas.openxmlformats.org/officeDocument/2006/relationships/customXml" Target="../ink/ink1059.xml"/><Relationship Id="rId81" Type="http://schemas.openxmlformats.org/officeDocument/2006/relationships/image" Target="../media/image1066.png"/><Relationship Id="rId135" Type="http://schemas.openxmlformats.org/officeDocument/2006/relationships/image" Target="../media/image1093.png"/><Relationship Id="rId156" Type="http://schemas.openxmlformats.org/officeDocument/2006/relationships/customXml" Target="../ink/ink1107.xml"/><Relationship Id="rId177" Type="http://schemas.openxmlformats.org/officeDocument/2006/relationships/image" Target="../media/image1114.png"/><Relationship Id="rId198" Type="http://schemas.openxmlformats.org/officeDocument/2006/relationships/customXml" Target="../ink/ink1128.xml"/><Relationship Id="rId202" Type="http://schemas.openxmlformats.org/officeDocument/2006/relationships/customXml" Target="../ink/ink1130.xml"/><Relationship Id="rId223" Type="http://schemas.openxmlformats.org/officeDocument/2006/relationships/image" Target="../media/image1137.png"/><Relationship Id="rId244" Type="http://schemas.openxmlformats.org/officeDocument/2006/relationships/customXml" Target="../ink/ink1151.xml"/><Relationship Id="rId18" Type="http://schemas.openxmlformats.org/officeDocument/2006/relationships/customXml" Target="../ink/ink1038.xml"/><Relationship Id="rId39" Type="http://schemas.openxmlformats.org/officeDocument/2006/relationships/image" Target="../media/image1045.png"/><Relationship Id="rId265" Type="http://schemas.openxmlformats.org/officeDocument/2006/relationships/image" Target="../media/image1158.png"/><Relationship Id="rId50" Type="http://schemas.openxmlformats.org/officeDocument/2006/relationships/customXml" Target="../ink/ink1054.xml"/><Relationship Id="rId104" Type="http://schemas.openxmlformats.org/officeDocument/2006/relationships/customXml" Target="../ink/ink1081.xml"/><Relationship Id="rId125" Type="http://schemas.openxmlformats.org/officeDocument/2006/relationships/image" Target="../media/image1088.png"/><Relationship Id="rId146" Type="http://schemas.openxmlformats.org/officeDocument/2006/relationships/customXml" Target="../ink/ink1102.xml"/><Relationship Id="rId167" Type="http://schemas.openxmlformats.org/officeDocument/2006/relationships/image" Target="../media/image1109.png"/><Relationship Id="rId188" Type="http://schemas.openxmlformats.org/officeDocument/2006/relationships/customXml" Target="../ink/ink1123.xml"/><Relationship Id="rId71" Type="http://schemas.openxmlformats.org/officeDocument/2006/relationships/image" Target="../media/image1061.png"/><Relationship Id="rId92" Type="http://schemas.openxmlformats.org/officeDocument/2006/relationships/customXml" Target="../ink/ink1075.xml"/><Relationship Id="rId213" Type="http://schemas.openxmlformats.org/officeDocument/2006/relationships/image" Target="../media/image1132.png"/><Relationship Id="rId234" Type="http://schemas.openxmlformats.org/officeDocument/2006/relationships/customXml" Target="../ink/ink1146.xml"/><Relationship Id="rId2" Type="http://schemas.openxmlformats.org/officeDocument/2006/relationships/customXml" Target="../ink/ink1030.xml"/><Relationship Id="rId29" Type="http://schemas.openxmlformats.org/officeDocument/2006/relationships/image" Target="../media/image1040.png"/><Relationship Id="rId255" Type="http://schemas.openxmlformats.org/officeDocument/2006/relationships/image" Target="../media/image1153.png"/><Relationship Id="rId40" Type="http://schemas.openxmlformats.org/officeDocument/2006/relationships/customXml" Target="../ink/ink1049.xml"/><Relationship Id="rId115" Type="http://schemas.openxmlformats.org/officeDocument/2006/relationships/image" Target="../media/image1083.png"/><Relationship Id="rId136" Type="http://schemas.openxmlformats.org/officeDocument/2006/relationships/customXml" Target="../ink/ink1097.xml"/><Relationship Id="rId157" Type="http://schemas.openxmlformats.org/officeDocument/2006/relationships/image" Target="../media/image1104.png"/><Relationship Id="rId178" Type="http://schemas.openxmlformats.org/officeDocument/2006/relationships/customXml" Target="../ink/ink1118.xml"/><Relationship Id="rId61" Type="http://schemas.openxmlformats.org/officeDocument/2006/relationships/image" Target="../media/image1056.png"/><Relationship Id="rId82" Type="http://schemas.openxmlformats.org/officeDocument/2006/relationships/customXml" Target="../ink/ink1070.xml"/><Relationship Id="rId199" Type="http://schemas.openxmlformats.org/officeDocument/2006/relationships/image" Target="../media/image1125.png"/><Relationship Id="rId203" Type="http://schemas.openxmlformats.org/officeDocument/2006/relationships/image" Target="../media/image1127.png"/><Relationship Id="rId19" Type="http://schemas.openxmlformats.org/officeDocument/2006/relationships/image" Target="../media/image1035.png"/><Relationship Id="rId224" Type="http://schemas.openxmlformats.org/officeDocument/2006/relationships/customXml" Target="../ink/ink1141.xml"/><Relationship Id="rId245" Type="http://schemas.openxmlformats.org/officeDocument/2006/relationships/image" Target="../media/image1148.png"/><Relationship Id="rId266" Type="http://schemas.openxmlformats.org/officeDocument/2006/relationships/customXml" Target="../ink/ink1162.xml"/><Relationship Id="rId30" Type="http://schemas.openxmlformats.org/officeDocument/2006/relationships/customXml" Target="../ink/ink1044.xml"/><Relationship Id="rId105" Type="http://schemas.openxmlformats.org/officeDocument/2006/relationships/image" Target="../media/image1078.png"/><Relationship Id="rId126" Type="http://schemas.openxmlformats.org/officeDocument/2006/relationships/customXml" Target="../ink/ink1092.xml"/><Relationship Id="rId147" Type="http://schemas.openxmlformats.org/officeDocument/2006/relationships/image" Target="../media/image1099.png"/><Relationship Id="rId168" Type="http://schemas.openxmlformats.org/officeDocument/2006/relationships/customXml" Target="../ink/ink1113.xml"/><Relationship Id="rId51" Type="http://schemas.openxmlformats.org/officeDocument/2006/relationships/image" Target="../media/image1051.png"/><Relationship Id="rId72" Type="http://schemas.openxmlformats.org/officeDocument/2006/relationships/customXml" Target="../ink/ink1065.xml"/><Relationship Id="rId93" Type="http://schemas.openxmlformats.org/officeDocument/2006/relationships/image" Target="../media/image1072.png"/><Relationship Id="rId189" Type="http://schemas.openxmlformats.org/officeDocument/2006/relationships/image" Target="../media/image1120.png"/><Relationship Id="rId3" Type="http://schemas.openxmlformats.org/officeDocument/2006/relationships/image" Target="../media/image1027.png"/><Relationship Id="rId214" Type="http://schemas.openxmlformats.org/officeDocument/2006/relationships/customXml" Target="../ink/ink1136.xml"/><Relationship Id="rId235" Type="http://schemas.openxmlformats.org/officeDocument/2006/relationships/image" Target="../media/image1143.png"/><Relationship Id="rId256" Type="http://schemas.openxmlformats.org/officeDocument/2006/relationships/customXml" Target="../ink/ink1157.xml"/><Relationship Id="rId116" Type="http://schemas.openxmlformats.org/officeDocument/2006/relationships/customXml" Target="../ink/ink1087.xml"/><Relationship Id="rId137" Type="http://schemas.openxmlformats.org/officeDocument/2006/relationships/image" Target="../media/image1094.png"/><Relationship Id="rId158" Type="http://schemas.openxmlformats.org/officeDocument/2006/relationships/customXml" Target="../ink/ink1108.xml"/><Relationship Id="rId20" Type="http://schemas.openxmlformats.org/officeDocument/2006/relationships/customXml" Target="../ink/ink1039.xml"/><Relationship Id="rId41" Type="http://schemas.openxmlformats.org/officeDocument/2006/relationships/image" Target="../media/image1046.png"/><Relationship Id="rId62" Type="http://schemas.openxmlformats.org/officeDocument/2006/relationships/customXml" Target="../ink/ink1060.xml"/><Relationship Id="rId83" Type="http://schemas.openxmlformats.org/officeDocument/2006/relationships/image" Target="../media/image1067.png"/><Relationship Id="rId179" Type="http://schemas.openxmlformats.org/officeDocument/2006/relationships/image" Target="../media/image1115.png"/><Relationship Id="rId190" Type="http://schemas.openxmlformats.org/officeDocument/2006/relationships/customXml" Target="../ink/ink1124.xml"/><Relationship Id="rId204" Type="http://schemas.openxmlformats.org/officeDocument/2006/relationships/customXml" Target="../ink/ink1131.xml"/><Relationship Id="rId225" Type="http://schemas.openxmlformats.org/officeDocument/2006/relationships/image" Target="../media/image1138.png"/><Relationship Id="rId246" Type="http://schemas.openxmlformats.org/officeDocument/2006/relationships/customXml" Target="../ink/ink1152.xml"/><Relationship Id="rId267" Type="http://schemas.openxmlformats.org/officeDocument/2006/relationships/image" Target="../media/image1159.png"/><Relationship Id="rId106" Type="http://schemas.openxmlformats.org/officeDocument/2006/relationships/customXml" Target="../ink/ink1082.xml"/><Relationship Id="rId127" Type="http://schemas.openxmlformats.org/officeDocument/2006/relationships/image" Target="../media/image1089.png"/><Relationship Id="rId10" Type="http://schemas.openxmlformats.org/officeDocument/2006/relationships/customXml" Target="../ink/ink1034.xml"/><Relationship Id="rId31" Type="http://schemas.openxmlformats.org/officeDocument/2006/relationships/image" Target="../media/image1041.png"/><Relationship Id="rId52" Type="http://schemas.openxmlformats.org/officeDocument/2006/relationships/customXml" Target="../ink/ink1055.xml"/><Relationship Id="rId73" Type="http://schemas.openxmlformats.org/officeDocument/2006/relationships/image" Target="../media/image1062.png"/><Relationship Id="rId94" Type="http://schemas.openxmlformats.org/officeDocument/2006/relationships/customXml" Target="../ink/ink1076.xml"/><Relationship Id="rId148" Type="http://schemas.openxmlformats.org/officeDocument/2006/relationships/customXml" Target="../ink/ink1103.xml"/><Relationship Id="rId169" Type="http://schemas.openxmlformats.org/officeDocument/2006/relationships/image" Target="../media/image1110.png"/><Relationship Id="rId4" Type="http://schemas.openxmlformats.org/officeDocument/2006/relationships/customXml" Target="../ink/ink1031.xml"/><Relationship Id="rId180" Type="http://schemas.openxmlformats.org/officeDocument/2006/relationships/customXml" Target="../ink/ink1119.xml"/><Relationship Id="rId215" Type="http://schemas.openxmlformats.org/officeDocument/2006/relationships/image" Target="../media/image1133.png"/><Relationship Id="rId236" Type="http://schemas.openxmlformats.org/officeDocument/2006/relationships/customXml" Target="../ink/ink1147.xml"/><Relationship Id="rId257" Type="http://schemas.openxmlformats.org/officeDocument/2006/relationships/image" Target="../media/image1154.png"/><Relationship Id="rId42" Type="http://schemas.openxmlformats.org/officeDocument/2006/relationships/customXml" Target="../ink/ink1050.xml"/><Relationship Id="rId84" Type="http://schemas.openxmlformats.org/officeDocument/2006/relationships/customXml" Target="../ink/ink1071.xml"/><Relationship Id="rId138" Type="http://schemas.openxmlformats.org/officeDocument/2006/relationships/customXml" Target="../ink/ink1098.xml"/><Relationship Id="rId191" Type="http://schemas.openxmlformats.org/officeDocument/2006/relationships/image" Target="../media/image1121.png"/><Relationship Id="rId205" Type="http://schemas.openxmlformats.org/officeDocument/2006/relationships/image" Target="../media/image1128.png"/><Relationship Id="rId247" Type="http://schemas.openxmlformats.org/officeDocument/2006/relationships/image" Target="../media/image1149.png"/><Relationship Id="rId107" Type="http://schemas.openxmlformats.org/officeDocument/2006/relationships/image" Target="../media/image107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3D802-9C04-E79D-23C7-FDDC80F310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PERT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897D52-87C8-68C9-205F-1A7F85B0E82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889735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76A3C5-1C82-D50A-B7DC-F6C2B73E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ZA" dirty="0"/>
              <a:t>PERT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444966-94BF-0771-D627-9CAA7A52E6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Program Evaluation and Review Technique</a:t>
            </a:r>
          </a:p>
          <a:p>
            <a:r>
              <a:rPr lang="en-ZA" dirty="0"/>
              <a:t>This time the durations are probabilistic</a:t>
            </a:r>
          </a:p>
          <a:p>
            <a:endParaRPr lang="en-ZA" dirty="0"/>
          </a:p>
          <a:p>
            <a:r>
              <a:rPr lang="en-ZA" dirty="0"/>
              <a:t>Very similar to CPM, however because the durations are probabilistic, we have a situation where when find the time or duration for a project, it means that there is a 50% chance or probability of 0.5 of finishing the project by that time.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64F21B86-6341-3051-8EE8-F2AD2BCAFDAF}"/>
                  </a:ext>
                </a:extLst>
              </p14:cNvPr>
              <p14:cNvContentPartPr/>
              <p14:nvPr/>
            </p14:nvContentPartPr>
            <p14:xfrm>
              <a:off x="3360827" y="2376080"/>
              <a:ext cx="4324680" cy="27396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64F21B86-6341-3051-8EE8-F2AD2BCAFDA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270827" y="2196440"/>
                <a:ext cx="4504320" cy="633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68294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5D9135D7-F266-936D-3213-A0D91405B5FA}"/>
              </a:ext>
            </a:extLst>
          </p:cNvPr>
          <p:cNvGrpSpPr/>
          <p:nvPr/>
        </p:nvGrpSpPr>
        <p:grpSpPr>
          <a:xfrm>
            <a:off x="1806347" y="4820840"/>
            <a:ext cx="9550800" cy="599760"/>
            <a:chOff x="1806347" y="4820840"/>
            <a:chExt cx="9550800" cy="59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2401AF5-0794-35D8-84A2-777C09453CBC}"/>
                    </a:ext>
                  </a:extLst>
                </p14:cNvPr>
                <p14:cNvContentPartPr/>
                <p14:nvPr/>
              </p14:nvContentPartPr>
              <p14:xfrm>
                <a:off x="1806347" y="4911920"/>
                <a:ext cx="8557200" cy="2340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2401AF5-0794-35D8-84A2-777C09453CB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802027" y="4907600"/>
                  <a:ext cx="8565840" cy="24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A39FAB9-3A97-EBC1-8681-0C8A288CFE8B}"/>
                    </a:ext>
                  </a:extLst>
                </p14:cNvPr>
                <p14:cNvContentPartPr/>
                <p14:nvPr/>
              </p14:nvContentPartPr>
              <p14:xfrm>
                <a:off x="10381547" y="4820840"/>
                <a:ext cx="235800" cy="2347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A39FAB9-3A97-EBC1-8681-0C8A288CFE8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377227" y="4816520"/>
                  <a:ext cx="244440" cy="24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A5A0ABD-0AAA-2683-73E0-28A744892248}"/>
                    </a:ext>
                  </a:extLst>
                </p14:cNvPr>
                <p14:cNvContentPartPr/>
                <p14:nvPr/>
              </p14:nvContentPartPr>
              <p14:xfrm>
                <a:off x="10611947" y="5130440"/>
                <a:ext cx="40680" cy="2404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A5A0ABD-0AAA-2683-73E0-28A74489224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607627" y="5126120"/>
                  <a:ext cx="493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A0896A5-4CB4-E6A6-15DE-C68EC821526B}"/>
                    </a:ext>
                  </a:extLst>
                </p14:cNvPr>
                <p14:cNvContentPartPr/>
                <p14:nvPr/>
              </p14:nvContentPartPr>
              <p14:xfrm>
                <a:off x="10507187" y="5180120"/>
                <a:ext cx="285120" cy="1108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A0896A5-4CB4-E6A6-15DE-C68EC821526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502867" y="5175800"/>
                  <a:ext cx="2937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77DA601-08F5-C17E-4A76-2CC25467C6AD}"/>
                    </a:ext>
                  </a:extLst>
                </p14:cNvPr>
                <p14:cNvContentPartPr/>
                <p14:nvPr/>
              </p14:nvContentPartPr>
              <p14:xfrm>
                <a:off x="10857107" y="5120720"/>
                <a:ext cx="21600" cy="19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77DA601-08F5-C17E-4A76-2CC25467C6AD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52787" y="5116400"/>
                  <a:ext cx="30240" cy="2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5C6A256-9E2B-6726-F730-CBD2B0286DEE}"/>
                    </a:ext>
                  </a:extLst>
                </p14:cNvPr>
                <p14:cNvContentPartPr/>
                <p14:nvPr/>
              </p14:nvContentPartPr>
              <p14:xfrm>
                <a:off x="10939907" y="5232680"/>
                <a:ext cx="219960" cy="748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15C6A256-9E2B-6726-F730-CBD2B0286DE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0935587" y="5228360"/>
                  <a:ext cx="22860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15EE82CE-52D5-4732-D6BD-029515840FFA}"/>
                    </a:ext>
                  </a:extLst>
                </p14:cNvPr>
                <p14:cNvContentPartPr/>
                <p14:nvPr/>
              </p14:nvContentPartPr>
              <p14:xfrm>
                <a:off x="11219987" y="5252480"/>
                <a:ext cx="137160" cy="168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15EE82CE-52D5-4732-D6BD-029515840FF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215667" y="5248160"/>
                  <a:ext cx="145800" cy="176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F5E87AA-7F3E-727E-8924-78419707F940}"/>
                  </a:ext>
                </a:extLst>
              </p14:cNvPr>
              <p14:cNvContentPartPr/>
              <p14:nvPr/>
            </p14:nvContentPartPr>
            <p14:xfrm>
              <a:off x="1626347" y="780920"/>
              <a:ext cx="282240" cy="428076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F5E87AA-7F3E-727E-8924-78419707F94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617347" y="771920"/>
                <a:ext cx="299880" cy="4298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73A8048D-49C1-78DB-9E79-DE3A4D3E0B3A}"/>
              </a:ext>
            </a:extLst>
          </p:cNvPr>
          <p:cNvGrpSpPr/>
          <p:nvPr/>
        </p:nvGrpSpPr>
        <p:grpSpPr>
          <a:xfrm>
            <a:off x="250787" y="541160"/>
            <a:ext cx="1004760" cy="212760"/>
            <a:chOff x="250787" y="541160"/>
            <a:chExt cx="1004760" cy="212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15BE4359-BED4-BF18-E8F0-D506C2D6C86E}"/>
                    </a:ext>
                  </a:extLst>
                </p14:cNvPr>
                <p14:cNvContentPartPr/>
                <p14:nvPr/>
              </p14:nvContentPartPr>
              <p14:xfrm>
                <a:off x="250787" y="589040"/>
                <a:ext cx="147600" cy="1454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15BE4359-BED4-BF18-E8F0-D506C2D6C86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46467" y="584720"/>
                  <a:ext cx="15624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342D5CE-F24E-0B2B-4DDF-42C4BE6121AC}"/>
                    </a:ext>
                  </a:extLst>
                </p14:cNvPr>
                <p14:cNvContentPartPr/>
                <p14:nvPr/>
              </p14:nvContentPartPr>
              <p14:xfrm>
                <a:off x="424667" y="659600"/>
                <a:ext cx="79200" cy="817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342D5CE-F24E-0B2B-4DDF-42C4BE6121A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20347" y="655280"/>
                  <a:ext cx="8784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688A5223-D9D5-AD53-1287-0DE051925B3F}"/>
                    </a:ext>
                  </a:extLst>
                </p14:cNvPr>
                <p14:cNvContentPartPr/>
                <p14:nvPr/>
              </p14:nvContentPartPr>
              <p14:xfrm>
                <a:off x="587027" y="661040"/>
                <a:ext cx="165240" cy="8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688A5223-D9D5-AD53-1287-0DE051925B3F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2707" y="656720"/>
                  <a:ext cx="17388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7634826-3E07-C7F4-E7FE-9B00D2DADA86}"/>
                    </a:ext>
                  </a:extLst>
                </p14:cNvPr>
                <p14:cNvContentPartPr/>
                <p14:nvPr/>
              </p14:nvContentPartPr>
              <p14:xfrm>
                <a:off x="793307" y="647000"/>
                <a:ext cx="150120" cy="1069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7634826-3E07-C7F4-E7FE-9B00D2DADA8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88987" y="642680"/>
                  <a:ext cx="15876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1578A3-25D7-C015-39A5-5504A6E26367}"/>
                    </a:ext>
                  </a:extLst>
                </p14:cNvPr>
                <p14:cNvContentPartPr/>
                <p14:nvPr/>
              </p14:nvContentPartPr>
              <p14:xfrm>
                <a:off x="1083827" y="541160"/>
                <a:ext cx="134640" cy="1915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1578A3-25D7-C015-39A5-5504A6E2636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79507" y="536840"/>
                  <a:ext cx="14328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FBE1F71-8752-A4C9-C1E0-555A7524D2C8}"/>
                    </a:ext>
                  </a:extLst>
                </p14:cNvPr>
                <p14:cNvContentPartPr/>
                <p14:nvPr/>
              </p14:nvContentPartPr>
              <p14:xfrm>
                <a:off x="1016147" y="579320"/>
                <a:ext cx="239400" cy="39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FBE1F71-8752-A4C9-C1E0-555A7524D2C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1827" y="575000"/>
                  <a:ext cx="248040" cy="48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A5E9CF8E-C391-1F58-565A-F548F1784D80}"/>
                  </a:ext>
                </a:extLst>
              </p14:cNvPr>
              <p14:cNvContentPartPr/>
              <p14:nvPr/>
            </p14:nvContentPartPr>
            <p14:xfrm>
              <a:off x="5117987" y="2817080"/>
              <a:ext cx="833400" cy="2052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A5E9CF8E-C391-1F58-565A-F548F1784D8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5113667" y="2812760"/>
                <a:ext cx="842040" cy="2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DD9ED97E-55D6-BBAD-2FE1-76C0C87FCE57}"/>
                  </a:ext>
                </a:extLst>
              </p14:cNvPr>
              <p14:cNvContentPartPr/>
              <p14:nvPr/>
            </p14:nvContentPartPr>
            <p14:xfrm>
              <a:off x="5087387" y="5001560"/>
              <a:ext cx="16920" cy="21852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DD9ED97E-55D6-BBAD-2FE1-76C0C87FCE5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5083067" y="4997240"/>
                <a:ext cx="25560" cy="22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A92E91AA-B9F6-4DB7-E70E-FDE9B767E5CA}"/>
                  </a:ext>
                </a:extLst>
              </p14:cNvPr>
              <p14:cNvContentPartPr/>
              <p14:nvPr/>
            </p14:nvContentPartPr>
            <p14:xfrm>
              <a:off x="5867867" y="4971680"/>
              <a:ext cx="66600" cy="203760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A92E91AA-B9F6-4DB7-E70E-FDE9B767E5C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863547" y="4967360"/>
                <a:ext cx="75240" cy="212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D4B4960F-D61B-E1EA-F2FC-AE65F7A20572}"/>
                  </a:ext>
                </a:extLst>
              </p14:cNvPr>
              <p14:cNvContentPartPr/>
              <p14:nvPr/>
            </p14:nvContentPartPr>
            <p14:xfrm>
              <a:off x="4988027" y="5486480"/>
              <a:ext cx="36360" cy="14472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D4B4960F-D61B-E1EA-F2FC-AE65F7A20572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4983707" y="5482160"/>
                <a:ext cx="45000" cy="15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EB46519-C375-9328-488F-DCF9C6219DD5}"/>
                  </a:ext>
                </a:extLst>
              </p14:cNvPr>
              <p14:cNvContentPartPr/>
              <p14:nvPr/>
            </p14:nvContentPartPr>
            <p14:xfrm>
              <a:off x="5128427" y="5554880"/>
              <a:ext cx="193320" cy="1245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EB46519-C375-9328-488F-DCF9C6219DD5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124107" y="5550560"/>
                <a:ext cx="20196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0D13EAAA-7327-91D6-C60B-AEADB3B89775}"/>
                  </a:ext>
                </a:extLst>
              </p14:cNvPr>
              <p14:cNvContentPartPr/>
              <p14:nvPr/>
            </p14:nvContentPartPr>
            <p14:xfrm>
              <a:off x="5241467" y="5616440"/>
              <a:ext cx="29880" cy="18612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0D13EAAA-7327-91D6-C60B-AEADB3B89775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237147" y="5612120"/>
                <a:ext cx="38520" cy="19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0124E4B5-C615-57EF-FD56-3FF61A1797BE}"/>
                  </a:ext>
                </a:extLst>
              </p14:cNvPr>
              <p14:cNvContentPartPr/>
              <p14:nvPr/>
            </p14:nvContentPartPr>
            <p14:xfrm>
              <a:off x="5845187" y="5411240"/>
              <a:ext cx="32760" cy="18684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0124E4B5-C615-57EF-FD56-3FF61A1797BE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5840867" y="5406920"/>
                <a:ext cx="4140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E5D032D1-778D-C520-6D43-BAB8E2DD95C6}"/>
                  </a:ext>
                </a:extLst>
              </p14:cNvPr>
              <p14:cNvContentPartPr/>
              <p14:nvPr/>
            </p14:nvContentPartPr>
            <p14:xfrm>
              <a:off x="5914667" y="5465960"/>
              <a:ext cx="104760" cy="17784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E5D032D1-778D-C520-6D43-BAB8E2DD95C6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10347" y="5461640"/>
                <a:ext cx="113400" cy="186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9C6FB4A9-0A00-E04F-6998-176A919E0421}"/>
                  </a:ext>
                </a:extLst>
              </p14:cNvPr>
              <p14:cNvContentPartPr/>
              <p14:nvPr/>
            </p14:nvContentPartPr>
            <p14:xfrm>
              <a:off x="6085307" y="5454080"/>
              <a:ext cx="98280" cy="7200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9C6FB4A9-0A00-E04F-6998-176A919E0421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6080987" y="5449760"/>
                <a:ext cx="10692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6115DB7-C54E-CDAF-5FBE-1EE0501B2D17}"/>
                  </a:ext>
                </a:extLst>
              </p14:cNvPr>
              <p14:cNvContentPartPr/>
              <p14:nvPr/>
            </p14:nvContentPartPr>
            <p14:xfrm>
              <a:off x="5934107" y="5362280"/>
              <a:ext cx="360" cy="36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6115DB7-C54E-CDAF-5FBE-1EE0501B2D17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5929787" y="5357960"/>
                <a:ext cx="90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C0E61441-A75C-53A3-1719-037C29E4E83C}"/>
                  </a:ext>
                </a:extLst>
              </p14:cNvPr>
              <p14:cNvContentPartPr/>
              <p14:nvPr/>
            </p14:nvContentPartPr>
            <p14:xfrm>
              <a:off x="3490427" y="5021720"/>
              <a:ext cx="35640" cy="205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C0E61441-A75C-53A3-1719-037C29E4E83C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486107" y="5017400"/>
                <a:ext cx="44280" cy="21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8AD0BE88-27FD-4442-36D6-4F5E9CDC9C17}"/>
                  </a:ext>
                </a:extLst>
              </p14:cNvPr>
              <p14:cNvContentPartPr/>
              <p14:nvPr/>
            </p14:nvContentPartPr>
            <p14:xfrm>
              <a:off x="4272707" y="4928120"/>
              <a:ext cx="96120" cy="30276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8AD0BE88-27FD-4442-36D6-4F5E9CDC9C17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4268387" y="4923800"/>
                <a:ext cx="104760" cy="31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E66F114B-73F2-CB42-4AD1-8F2E3C96EE11}"/>
                  </a:ext>
                </a:extLst>
              </p14:cNvPr>
              <p14:cNvContentPartPr/>
              <p14:nvPr/>
            </p14:nvContentPartPr>
            <p14:xfrm>
              <a:off x="2163467" y="5332400"/>
              <a:ext cx="45000" cy="12456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E66F114B-73F2-CB42-4AD1-8F2E3C96EE11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2159147" y="5328080"/>
                <a:ext cx="536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B7EFC723-63E8-74DC-E0F8-200E63FB9CB8}"/>
                  </a:ext>
                </a:extLst>
              </p14:cNvPr>
              <p14:cNvContentPartPr/>
              <p14:nvPr/>
            </p14:nvContentPartPr>
            <p14:xfrm>
              <a:off x="2283347" y="5350040"/>
              <a:ext cx="103320" cy="842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B7EFC723-63E8-74DC-E0F8-200E63FB9CB8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2279027" y="5345720"/>
                <a:ext cx="111960" cy="9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6B0724B3-E177-D6AF-14C4-DFB97743F0B5}"/>
                  </a:ext>
                </a:extLst>
              </p14:cNvPr>
              <p14:cNvContentPartPr/>
              <p14:nvPr/>
            </p14:nvContentPartPr>
            <p14:xfrm>
              <a:off x="2850347" y="5418080"/>
              <a:ext cx="46800" cy="1206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6B0724B3-E177-D6AF-14C4-DFB97743F0B5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2846027" y="5413760"/>
                <a:ext cx="55440" cy="12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05E54F9F-849E-9412-29A0-38D24278EA27}"/>
                  </a:ext>
                </a:extLst>
              </p14:cNvPr>
              <p14:cNvContentPartPr/>
              <p14:nvPr/>
            </p14:nvContentPartPr>
            <p14:xfrm>
              <a:off x="2955467" y="5436800"/>
              <a:ext cx="20520" cy="1004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05E54F9F-849E-9412-29A0-38D24278EA27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2951147" y="5432480"/>
                <a:ext cx="29160" cy="10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B528B79B-EC03-A98D-CFDA-B735EBE48439}"/>
                  </a:ext>
                </a:extLst>
              </p14:cNvPr>
              <p14:cNvContentPartPr/>
              <p14:nvPr/>
            </p14:nvContentPartPr>
            <p14:xfrm>
              <a:off x="3449747" y="5468480"/>
              <a:ext cx="47880" cy="1224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B528B79B-EC03-A98D-CFDA-B735EBE48439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3445427" y="5464160"/>
                <a:ext cx="5652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0B2DEE02-935B-B63C-2FA6-0CB72DD6177E}"/>
                  </a:ext>
                </a:extLst>
              </p14:cNvPr>
              <p14:cNvContentPartPr/>
              <p14:nvPr/>
            </p14:nvContentPartPr>
            <p14:xfrm>
              <a:off x="3567107" y="5478920"/>
              <a:ext cx="128880" cy="10548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0B2DEE02-935B-B63C-2FA6-0CB72DD6177E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3562787" y="5474600"/>
                <a:ext cx="137520" cy="11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BCE7677A-C6A9-0E7D-F8E6-7EB0B52012F5}"/>
                  </a:ext>
                </a:extLst>
              </p14:cNvPr>
              <p14:cNvContentPartPr/>
              <p14:nvPr/>
            </p14:nvContentPartPr>
            <p14:xfrm>
              <a:off x="4315907" y="5418080"/>
              <a:ext cx="34560" cy="140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BCE7677A-C6A9-0E7D-F8E6-7EB0B52012F5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4311587" y="5413760"/>
                <a:ext cx="43200" cy="14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19B3A22C-A8A7-BA83-DE6C-E77516E54AB9}"/>
                  </a:ext>
                </a:extLst>
              </p14:cNvPr>
              <p14:cNvContentPartPr/>
              <p14:nvPr/>
            </p14:nvContentPartPr>
            <p14:xfrm>
              <a:off x="4432547" y="5446520"/>
              <a:ext cx="84960" cy="1364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19B3A22C-A8A7-BA83-DE6C-E77516E54AB9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428227" y="5442200"/>
                <a:ext cx="93600" cy="14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70D23E4E-4DE0-1E12-5EDB-62E0B8435EA3}"/>
                  </a:ext>
                </a:extLst>
              </p14:cNvPr>
              <p14:cNvContentPartPr/>
              <p14:nvPr/>
            </p14:nvContentPartPr>
            <p14:xfrm>
              <a:off x="2318627" y="4922720"/>
              <a:ext cx="22320" cy="1954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70D23E4E-4DE0-1E12-5EDB-62E0B8435EA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2314307" y="4918400"/>
                <a:ext cx="30960" cy="20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305308E-A51A-86B3-EC29-AAA6C3DAAB8D}"/>
                  </a:ext>
                </a:extLst>
              </p14:cNvPr>
              <p14:cNvContentPartPr/>
              <p14:nvPr/>
            </p14:nvContentPartPr>
            <p14:xfrm>
              <a:off x="2907227" y="4990400"/>
              <a:ext cx="33840" cy="21348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305308E-A51A-86B3-EC29-AAA6C3DAAB8D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902907" y="4986080"/>
                <a:ext cx="4248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9CEE88C-2641-DBE4-5281-B81E893135DF}"/>
                  </a:ext>
                </a:extLst>
              </p14:cNvPr>
              <p14:cNvContentPartPr/>
              <p14:nvPr/>
            </p14:nvContentPartPr>
            <p14:xfrm>
              <a:off x="2347427" y="4919120"/>
              <a:ext cx="609840" cy="6444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9CEE88C-2641-DBE4-5281-B81E893135DF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343107" y="4914800"/>
                <a:ext cx="618480" cy="7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710A556E-02D3-8D08-BF6F-4612F567BCC3}"/>
                  </a:ext>
                </a:extLst>
              </p14:cNvPr>
              <p14:cNvContentPartPr/>
              <p14:nvPr/>
            </p14:nvContentPartPr>
            <p14:xfrm>
              <a:off x="2972387" y="4466600"/>
              <a:ext cx="711000" cy="4716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710A556E-02D3-8D08-BF6F-4612F567BCC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68067" y="4462280"/>
                <a:ext cx="7196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5B06377-2533-F034-25B2-2017B67EC862}"/>
                  </a:ext>
                </a:extLst>
              </p14:cNvPr>
              <p14:cNvContentPartPr/>
              <p14:nvPr/>
            </p14:nvContentPartPr>
            <p14:xfrm>
              <a:off x="3838187" y="3422960"/>
              <a:ext cx="626400" cy="5616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5B06377-2533-F034-25B2-2017B67EC862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3833867" y="3418640"/>
                <a:ext cx="635040" cy="64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8C19F69F-C658-FEC8-D757-6D337F73671D}"/>
                  </a:ext>
                </a:extLst>
              </p14:cNvPr>
              <p14:cNvContentPartPr/>
              <p14:nvPr/>
            </p14:nvContentPartPr>
            <p14:xfrm>
              <a:off x="2878427" y="4453640"/>
              <a:ext cx="40320" cy="514080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8C19F69F-C658-FEC8-D757-6D337F73671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2874107" y="4449320"/>
                <a:ext cx="48960" cy="52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3BE845B8-29A5-B6B7-780B-A3EE2901C7A1}"/>
                  </a:ext>
                </a:extLst>
              </p14:cNvPr>
              <p14:cNvContentPartPr/>
              <p14:nvPr/>
            </p14:nvContentPartPr>
            <p14:xfrm>
              <a:off x="3502307" y="4450040"/>
              <a:ext cx="142560" cy="61740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3BE845B8-29A5-B6B7-780B-A3EE2901C7A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497987" y="4445720"/>
                <a:ext cx="151200" cy="62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C8AFA490-2DD5-EE15-355D-B5B52DE608AE}"/>
                  </a:ext>
                </a:extLst>
              </p14:cNvPr>
              <p14:cNvContentPartPr/>
              <p14:nvPr/>
            </p14:nvContentPartPr>
            <p14:xfrm>
              <a:off x="3571427" y="3463640"/>
              <a:ext cx="328680" cy="1381320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C8AFA490-2DD5-EE15-355D-B5B52DE608AE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567107" y="3459320"/>
                <a:ext cx="337320" cy="138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CB6E9980-3F0D-85A1-A015-49A1A2091185}"/>
                  </a:ext>
                </a:extLst>
              </p14:cNvPr>
              <p14:cNvContentPartPr/>
              <p14:nvPr/>
            </p14:nvContentPartPr>
            <p14:xfrm>
              <a:off x="4242107" y="3467240"/>
              <a:ext cx="231840" cy="1390320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CB6E9980-3F0D-85A1-A015-49A1A209118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4237787" y="3462920"/>
                <a:ext cx="240480" cy="139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8CD53B90-60E2-CAFE-9BEA-5B4D2E2AC991}"/>
                  </a:ext>
                </a:extLst>
              </p14:cNvPr>
              <p14:cNvContentPartPr/>
              <p14:nvPr/>
            </p14:nvContentPartPr>
            <p14:xfrm>
              <a:off x="2438507" y="1902680"/>
              <a:ext cx="7448040" cy="333576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8CD53B90-60E2-CAFE-9BEA-5B4D2E2AC99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2434187" y="1898360"/>
                <a:ext cx="7456680" cy="33444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87F05C8-614E-71FA-33CE-0BD146253565}"/>
              </a:ext>
            </a:extLst>
          </p:cNvPr>
          <p:cNvGrpSpPr/>
          <p:nvPr/>
        </p:nvGrpSpPr>
        <p:grpSpPr>
          <a:xfrm>
            <a:off x="6302027" y="1627640"/>
            <a:ext cx="3215520" cy="5046480"/>
            <a:chOff x="6302027" y="1627640"/>
            <a:chExt cx="3215520" cy="504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498413B5-36C5-14F2-7F55-F7F79C7F3D61}"/>
                    </a:ext>
                  </a:extLst>
                </p14:cNvPr>
                <p14:cNvContentPartPr/>
                <p14:nvPr/>
              </p14:nvContentPartPr>
              <p14:xfrm>
                <a:off x="6711347" y="4923440"/>
                <a:ext cx="68760" cy="281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498413B5-36C5-14F2-7F55-F7F79C7F3D6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707027" y="4919120"/>
                  <a:ext cx="7740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D75709-362E-C743-1A3C-3889A23251EE}"/>
                    </a:ext>
                  </a:extLst>
                </p14:cNvPr>
                <p14:cNvContentPartPr/>
                <p14:nvPr/>
              </p14:nvContentPartPr>
              <p14:xfrm>
                <a:off x="7747427" y="4920560"/>
                <a:ext cx="40320" cy="1990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D75709-362E-C743-1A3C-3889A23251E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43107" y="4916240"/>
                  <a:ext cx="48960" cy="20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69B240D-81D6-3756-0DAF-535D8DD64677}"/>
                    </a:ext>
                  </a:extLst>
                </p14:cNvPr>
                <p14:cNvContentPartPr/>
                <p14:nvPr/>
              </p14:nvContentPartPr>
              <p14:xfrm>
                <a:off x="6623147" y="5450120"/>
                <a:ext cx="65160" cy="168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69B240D-81D6-3756-0DAF-535D8DD64677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618827" y="5445800"/>
                  <a:ext cx="738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081D60A-7069-408A-09E5-5AC74C52AEC1}"/>
                    </a:ext>
                  </a:extLst>
                </p14:cNvPr>
                <p14:cNvContentPartPr/>
                <p14:nvPr/>
              </p14:nvContentPartPr>
              <p14:xfrm>
                <a:off x="6781547" y="5462360"/>
                <a:ext cx="165600" cy="1699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081D60A-7069-408A-09E5-5AC74C52AE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77227" y="5458040"/>
                  <a:ext cx="174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CE987EB-65DE-04AC-21A5-A33F2FA62F00}"/>
                    </a:ext>
                  </a:extLst>
                </p14:cNvPr>
                <p14:cNvContentPartPr/>
                <p14:nvPr/>
              </p14:nvContentPartPr>
              <p14:xfrm>
                <a:off x="7622507" y="5386400"/>
                <a:ext cx="23760" cy="202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CE987EB-65DE-04AC-21A5-A33F2FA62F0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618187" y="5382080"/>
                  <a:ext cx="3240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98E5587-CB18-6D72-5380-DE42F98B86E0}"/>
                    </a:ext>
                  </a:extLst>
                </p14:cNvPr>
                <p14:cNvContentPartPr/>
                <p14:nvPr/>
              </p14:nvContentPartPr>
              <p14:xfrm>
                <a:off x="7783787" y="5365880"/>
                <a:ext cx="138960" cy="2692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98E5587-CB18-6D72-5380-DE42F98B86E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779467" y="5361560"/>
                  <a:ext cx="147600" cy="27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B7490C9-7A46-B3FA-D76D-770C47DA3327}"/>
                    </a:ext>
                  </a:extLst>
                </p14:cNvPr>
                <p14:cNvContentPartPr/>
                <p14:nvPr/>
              </p14:nvContentPartPr>
              <p14:xfrm>
                <a:off x="7816187" y="5506640"/>
                <a:ext cx="158760" cy="72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B7490C9-7A46-B3FA-D76D-770C47DA332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811867" y="5502320"/>
                  <a:ext cx="16740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76C392-3217-63CF-063B-AF04E9FCAC9F}"/>
                    </a:ext>
                  </a:extLst>
                </p14:cNvPr>
                <p14:cNvContentPartPr/>
                <p14:nvPr/>
              </p14:nvContentPartPr>
              <p14:xfrm>
                <a:off x="6303467" y="2163320"/>
                <a:ext cx="622440" cy="334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76C392-3217-63CF-063B-AF04E9FCAC9F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299147" y="2159000"/>
                  <a:ext cx="63108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62AA91D8-1ED1-5DF2-E650-4D95AF204BAD}"/>
                    </a:ext>
                  </a:extLst>
                </p14:cNvPr>
                <p14:cNvContentPartPr/>
                <p14:nvPr/>
              </p14:nvContentPartPr>
              <p14:xfrm>
                <a:off x="7219667" y="2782520"/>
                <a:ext cx="698400" cy="1231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62AA91D8-1ED1-5DF2-E650-4D95AF204BA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215347" y="2778200"/>
                  <a:ext cx="70704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68DB0FC2-2157-676B-1846-EC4B928CB597}"/>
                    </a:ext>
                  </a:extLst>
                </p14:cNvPr>
                <p14:cNvContentPartPr/>
                <p14:nvPr/>
              </p14:nvContentPartPr>
              <p14:xfrm>
                <a:off x="8171147" y="3569120"/>
                <a:ext cx="674640" cy="2448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68DB0FC2-2157-676B-1846-EC4B928CB59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66827" y="3564800"/>
                  <a:ext cx="6832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570FFFBF-43CE-10FE-A212-00010F02448D}"/>
                    </a:ext>
                  </a:extLst>
                </p14:cNvPr>
                <p14:cNvContentPartPr/>
                <p14:nvPr/>
              </p14:nvContentPartPr>
              <p14:xfrm>
                <a:off x="8692067" y="4120280"/>
                <a:ext cx="397800" cy="68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570FFFBF-43CE-10FE-A212-00010F0244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687747" y="4115960"/>
                  <a:ext cx="40644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2CA6571A-3C43-2C78-9760-F53BCE9BEB7B}"/>
                    </a:ext>
                  </a:extLst>
                </p14:cNvPr>
                <p14:cNvContentPartPr/>
                <p14:nvPr/>
              </p14:nvContentPartPr>
              <p14:xfrm>
                <a:off x="8987987" y="4663160"/>
                <a:ext cx="529560" cy="324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2CA6571A-3C43-2C78-9760-F53BCE9BEB7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983667" y="4658840"/>
                  <a:ext cx="53820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386DF57F-D1A5-AE82-FE89-7CA6DF7AB6B2}"/>
                    </a:ext>
                  </a:extLst>
                </p14:cNvPr>
                <p14:cNvContentPartPr/>
                <p14:nvPr/>
              </p14:nvContentPartPr>
              <p14:xfrm>
                <a:off x="6492827" y="1627640"/>
                <a:ext cx="186480" cy="43527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386DF57F-D1A5-AE82-FE89-7CA6DF7AB6B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488507" y="1623320"/>
                  <a:ext cx="195120" cy="43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BC98380-E2E1-2D1F-030C-5A07CAED727A}"/>
                    </a:ext>
                  </a:extLst>
                </p14:cNvPr>
                <p14:cNvContentPartPr/>
                <p14:nvPr/>
              </p14:nvContentPartPr>
              <p14:xfrm>
                <a:off x="6302027" y="6140960"/>
                <a:ext cx="155520" cy="33552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BC98380-E2E1-2D1F-030C-5A07CAED727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297707" y="6136640"/>
                  <a:ext cx="16416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B77D8BE-62E1-0282-0CF3-D166980F7F55}"/>
                    </a:ext>
                  </a:extLst>
                </p14:cNvPr>
                <p14:cNvContentPartPr/>
                <p14:nvPr/>
              </p14:nvContentPartPr>
              <p14:xfrm>
                <a:off x="6363587" y="6276680"/>
                <a:ext cx="159840" cy="3960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B77D8BE-62E1-0282-0CF3-D166980F7F5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359267" y="6272360"/>
                  <a:ext cx="168480" cy="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BB86EC5A-FD22-7A3B-A472-BAA2AE15AAC1}"/>
                    </a:ext>
                  </a:extLst>
                </p14:cNvPr>
                <p14:cNvContentPartPr/>
                <p14:nvPr/>
              </p14:nvContentPartPr>
              <p14:xfrm>
                <a:off x="6549707" y="6277400"/>
                <a:ext cx="257040" cy="1591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BB86EC5A-FD22-7A3B-A472-BAA2AE15AAC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6545387" y="6273080"/>
                  <a:ext cx="2656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D1461F26-31F7-6B63-6ACC-122DA4E9D8BD}"/>
                    </a:ext>
                  </a:extLst>
                </p14:cNvPr>
                <p14:cNvContentPartPr/>
                <p14:nvPr/>
              </p14:nvContentPartPr>
              <p14:xfrm>
                <a:off x="6824387" y="6270560"/>
                <a:ext cx="138240" cy="2073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D1461F26-31F7-6B63-6ACC-122DA4E9D8BD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820067" y="6266240"/>
                  <a:ext cx="1468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19CC38E-A9F1-A5E0-5A34-58448A0AE91A}"/>
                    </a:ext>
                  </a:extLst>
                </p14:cNvPr>
                <p14:cNvContentPartPr/>
                <p14:nvPr/>
              </p14:nvContentPartPr>
              <p14:xfrm>
                <a:off x="6975587" y="6300440"/>
                <a:ext cx="169560" cy="11196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19CC38E-A9F1-A5E0-5A34-58448A0AE91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971267" y="6296120"/>
                  <a:ext cx="1782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24A62EDF-318D-3C49-7652-ADA87BAC751D}"/>
                    </a:ext>
                  </a:extLst>
                </p14:cNvPr>
                <p14:cNvContentPartPr/>
                <p14:nvPr/>
              </p14:nvContentPartPr>
              <p14:xfrm>
                <a:off x="7112387" y="6245720"/>
                <a:ext cx="452880" cy="4284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24A62EDF-318D-3C49-7652-ADA87BAC751D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7108067" y="6241400"/>
                  <a:ext cx="461520" cy="4370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859817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DD4C-E5A0-136F-F80E-7A06F5560C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2AB43-415F-49C4-782C-21B4ABE6C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ZA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69105713-B786-52C3-E9FD-BC0CCF5D8BA6}"/>
                  </a:ext>
                </a:extLst>
              </p14:cNvPr>
              <p14:cNvContentPartPr/>
              <p14:nvPr/>
            </p14:nvContentPartPr>
            <p14:xfrm>
              <a:off x="3350387" y="2176827"/>
              <a:ext cx="4281480" cy="269964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69105713-B786-52C3-E9FD-BC0CCF5D8BA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46067" y="2172507"/>
                <a:ext cx="4290120" cy="270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ED53246-6D24-4781-3A1D-A9292527952F}"/>
                  </a:ext>
                </a:extLst>
              </p14:cNvPr>
              <p14:cNvContentPartPr/>
              <p14:nvPr/>
            </p14:nvContentPartPr>
            <p14:xfrm>
              <a:off x="2689787" y="5024427"/>
              <a:ext cx="5902200" cy="17604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ED53246-6D24-4781-3A1D-A9292527952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685467" y="5020107"/>
                <a:ext cx="5910840" cy="184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16864911-A0AE-466B-3E4A-942545CD9F6D}"/>
                  </a:ext>
                </a:extLst>
              </p14:cNvPr>
              <p14:cNvContentPartPr/>
              <p14:nvPr/>
            </p14:nvContentPartPr>
            <p14:xfrm>
              <a:off x="2736947" y="2528907"/>
              <a:ext cx="48600" cy="32076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16864911-A0AE-466B-3E4A-942545CD9F6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732627" y="2524587"/>
                <a:ext cx="57240" cy="321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F0B65B2A-B774-8C6F-6CA4-E8B1CF189208}"/>
                  </a:ext>
                </a:extLst>
              </p14:cNvPr>
              <p14:cNvContentPartPr/>
              <p14:nvPr/>
            </p14:nvContentPartPr>
            <p14:xfrm>
              <a:off x="2566307" y="2504067"/>
              <a:ext cx="353160" cy="20052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F0B65B2A-B774-8C6F-6CA4-E8B1CF18920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561987" y="2499747"/>
                <a:ext cx="36180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E2B1552A-98DC-9CB9-BB72-004779B5587B}"/>
                  </a:ext>
                </a:extLst>
              </p14:cNvPr>
              <p14:cNvContentPartPr/>
              <p14:nvPr/>
            </p14:nvContentPartPr>
            <p14:xfrm>
              <a:off x="8868107" y="5012907"/>
              <a:ext cx="70560" cy="195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E2B1552A-98DC-9CB9-BB72-004779B5587B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863787" y="5008587"/>
                <a:ext cx="79200" cy="20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6C0075A9-5D85-FE4E-160C-98657F2DBDF5}"/>
                  </a:ext>
                </a:extLst>
              </p14:cNvPr>
              <p14:cNvContentPartPr/>
              <p14:nvPr/>
            </p14:nvContentPartPr>
            <p14:xfrm>
              <a:off x="8982587" y="4992747"/>
              <a:ext cx="82440" cy="19476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6C0075A9-5D85-FE4E-160C-98657F2DBDF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8978267" y="4988427"/>
                <a:ext cx="91080" cy="20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DC6031C-2784-454E-26A6-A196EEA1AF72}"/>
                  </a:ext>
                </a:extLst>
              </p14:cNvPr>
              <p14:cNvContentPartPr/>
              <p14:nvPr/>
            </p14:nvContentPartPr>
            <p14:xfrm>
              <a:off x="8921747" y="5095707"/>
              <a:ext cx="123840" cy="4392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DC6031C-2784-454E-26A6-A196EEA1AF7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917427" y="5091387"/>
                <a:ext cx="13248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B284D86-0010-5716-A815-52656669BCD9}"/>
                  </a:ext>
                </a:extLst>
              </p14:cNvPr>
              <p14:cNvContentPartPr/>
              <p14:nvPr/>
            </p14:nvContentPartPr>
            <p14:xfrm>
              <a:off x="9071507" y="5098947"/>
              <a:ext cx="111600" cy="1065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B284D86-0010-5716-A815-52656669BCD9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067187" y="5094627"/>
                <a:ext cx="120240" cy="11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0B9A185-32E1-F694-AAB6-14B802E0FA21}"/>
                  </a:ext>
                </a:extLst>
              </p14:cNvPr>
              <p14:cNvContentPartPr/>
              <p14:nvPr/>
            </p14:nvContentPartPr>
            <p14:xfrm>
              <a:off x="9253667" y="5159787"/>
              <a:ext cx="25200" cy="568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0B9A185-32E1-F694-AAB6-14B802E0FA21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9249347" y="5155467"/>
                <a:ext cx="33840" cy="6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004AB7B4-3B59-077B-E5FE-E7300C3C269E}"/>
                  </a:ext>
                </a:extLst>
              </p14:cNvPr>
              <p14:cNvContentPartPr/>
              <p14:nvPr/>
            </p14:nvContentPartPr>
            <p14:xfrm>
              <a:off x="9288947" y="5050707"/>
              <a:ext cx="24480" cy="1476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004AB7B4-3B59-077B-E5FE-E7300C3C269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9284627" y="5046387"/>
                <a:ext cx="33120" cy="2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A02C245-7A94-34C1-7D61-6F42FFAD1302}"/>
                  </a:ext>
                </a:extLst>
              </p14:cNvPr>
              <p14:cNvContentPartPr/>
              <p14:nvPr/>
            </p14:nvContentPartPr>
            <p14:xfrm>
              <a:off x="9319547" y="4848747"/>
              <a:ext cx="390960" cy="4010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A02C245-7A94-34C1-7D61-6F42FFAD130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9315227" y="4844427"/>
                <a:ext cx="399600" cy="40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0516759-A4AD-1D69-DD8E-F4DEBE47B350}"/>
                  </a:ext>
                </a:extLst>
              </p14:cNvPr>
              <p14:cNvContentPartPr/>
              <p14:nvPr/>
            </p14:nvContentPartPr>
            <p14:xfrm>
              <a:off x="9841547" y="4935507"/>
              <a:ext cx="62640" cy="25668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0516759-A4AD-1D69-DD8E-F4DEBE47B35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9837227" y="4931187"/>
                <a:ext cx="71280" cy="265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D8128BD-52CF-399E-AE42-635D0EF3DA9B}"/>
                  </a:ext>
                </a:extLst>
              </p14:cNvPr>
              <p14:cNvContentPartPr/>
              <p14:nvPr/>
            </p14:nvContentPartPr>
            <p14:xfrm>
              <a:off x="9797627" y="5085267"/>
              <a:ext cx="186120" cy="320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D8128BD-52CF-399E-AE42-635D0EF3DA9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9793307" y="5080947"/>
                <a:ext cx="1947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89F0327-75C1-0AE6-EB88-5921E944CD94}"/>
                  </a:ext>
                </a:extLst>
              </p14:cNvPr>
              <p14:cNvContentPartPr/>
              <p14:nvPr/>
            </p14:nvContentPartPr>
            <p14:xfrm>
              <a:off x="8875667" y="5326467"/>
              <a:ext cx="283320" cy="210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89F0327-75C1-0AE6-EB88-5921E944CD94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8871347" y="5322147"/>
                <a:ext cx="291960" cy="21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DE464F3C-D1DF-F9D9-3CAC-2A2E25403C2D}"/>
                  </a:ext>
                </a:extLst>
              </p14:cNvPr>
              <p14:cNvContentPartPr/>
              <p14:nvPr/>
            </p14:nvContentPartPr>
            <p14:xfrm>
              <a:off x="9195707" y="5412507"/>
              <a:ext cx="146520" cy="85320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DE464F3C-D1DF-F9D9-3CAC-2A2E25403C2D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9191387" y="5408187"/>
                <a:ext cx="155160" cy="93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948EB542-9779-9855-FAB7-48C8DE656E21}"/>
                  </a:ext>
                </a:extLst>
              </p14:cNvPr>
              <p14:cNvContentPartPr/>
              <p14:nvPr/>
            </p14:nvContentPartPr>
            <p14:xfrm>
              <a:off x="9397307" y="5474427"/>
              <a:ext cx="35640" cy="3132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948EB542-9779-9855-FAB7-48C8DE656E21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9392987" y="5470107"/>
                <a:ext cx="44280" cy="39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7EC3328-3060-502F-BE35-DE9311747EEE}"/>
                  </a:ext>
                </a:extLst>
              </p14:cNvPr>
              <p14:cNvContentPartPr/>
              <p14:nvPr/>
            </p14:nvContentPartPr>
            <p14:xfrm>
              <a:off x="9458147" y="5376507"/>
              <a:ext cx="5760" cy="4104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7EC3328-3060-502F-BE35-DE9311747EEE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9453827" y="5372187"/>
                <a:ext cx="144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F33A9EB8-F20B-82EB-EE1F-1A7CA3FD3F48}"/>
                  </a:ext>
                </a:extLst>
              </p14:cNvPr>
              <p14:cNvContentPartPr/>
              <p14:nvPr/>
            </p14:nvContentPartPr>
            <p14:xfrm>
              <a:off x="9462827" y="5302347"/>
              <a:ext cx="300240" cy="317160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F33A9EB8-F20B-82EB-EE1F-1A7CA3FD3F48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9458507" y="5298027"/>
                <a:ext cx="308880" cy="32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99E8E885-55AE-6860-BABA-8A717F5EDAE3}"/>
                  </a:ext>
                </a:extLst>
              </p14:cNvPr>
              <p14:cNvContentPartPr/>
              <p14:nvPr/>
            </p14:nvContentPartPr>
            <p14:xfrm>
              <a:off x="9876467" y="5337267"/>
              <a:ext cx="43200" cy="18684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99E8E885-55AE-6860-BABA-8A717F5EDAE3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9872147" y="5332947"/>
                <a:ext cx="51840" cy="195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BF3715BF-ADEE-9260-8790-A1D9CB301AAB}"/>
                  </a:ext>
                </a:extLst>
              </p14:cNvPr>
              <p14:cNvContentPartPr/>
              <p14:nvPr/>
            </p14:nvContentPartPr>
            <p14:xfrm>
              <a:off x="9828587" y="5437347"/>
              <a:ext cx="165240" cy="2988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BF3715BF-ADEE-9260-8790-A1D9CB301AAB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9824267" y="5433027"/>
                <a:ext cx="17388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FB884F15-53D7-987E-30B9-A551C077007F}"/>
                  </a:ext>
                </a:extLst>
              </p14:cNvPr>
              <p14:cNvContentPartPr/>
              <p14:nvPr/>
            </p14:nvContentPartPr>
            <p14:xfrm>
              <a:off x="8946587" y="5699427"/>
              <a:ext cx="37800" cy="15120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FB884F15-53D7-987E-30B9-A551C077007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942267" y="5695107"/>
                <a:ext cx="46440" cy="159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5EA2683-87F8-43DD-62B7-1DB02DEAF73A}"/>
                  </a:ext>
                </a:extLst>
              </p14:cNvPr>
              <p14:cNvContentPartPr/>
              <p14:nvPr/>
            </p14:nvContentPartPr>
            <p14:xfrm>
              <a:off x="8898347" y="5746947"/>
              <a:ext cx="224280" cy="7956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5EA2683-87F8-43DD-62B7-1DB02DEAF73A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894027" y="5742627"/>
                <a:ext cx="232920" cy="8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3D1CE1E-7F8C-83BB-496F-90B3402FFEAD}"/>
                  </a:ext>
                </a:extLst>
              </p14:cNvPr>
              <p14:cNvContentPartPr/>
              <p14:nvPr/>
            </p14:nvContentPartPr>
            <p14:xfrm>
              <a:off x="9193907" y="5693307"/>
              <a:ext cx="2520" cy="320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3D1CE1E-7F8C-83BB-496F-90B3402FFEAD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9189587" y="5688987"/>
                <a:ext cx="1116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A58C0224-63BB-BE85-E102-1DF2D276DB9E}"/>
                  </a:ext>
                </a:extLst>
              </p14:cNvPr>
              <p14:cNvContentPartPr/>
              <p14:nvPr/>
            </p14:nvContentPartPr>
            <p14:xfrm>
              <a:off x="9208307" y="5767467"/>
              <a:ext cx="232200" cy="4680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A58C0224-63BB-BE85-E102-1DF2D276DB9E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9203987" y="5763147"/>
                <a:ext cx="240840" cy="5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FEA9A357-555E-A676-901D-BBF6D2D9BFC4}"/>
                  </a:ext>
                </a:extLst>
              </p14:cNvPr>
              <p14:cNvContentPartPr/>
              <p14:nvPr/>
            </p14:nvContentPartPr>
            <p14:xfrm>
              <a:off x="9484427" y="5774667"/>
              <a:ext cx="61920" cy="802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FEA9A357-555E-A676-901D-BBF6D2D9BFC4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9480107" y="5770347"/>
                <a:ext cx="70560" cy="88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38071AA1-6D57-93EC-D4D6-9BDB1C6D5068}"/>
                  </a:ext>
                </a:extLst>
              </p14:cNvPr>
              <p14:cNvContentPartPr/>
              <p14:nvPr/>
            </p14:nvContentPartPr>
            <p14:xfrm>
              <a:off x="9785387" y="5618427"/>
              <a:ext cx="162000" cy="2631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38071AA1-6D57-93EC-D4D6-9BDB1C6D5068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9781067" y="5614107"/>
                <a:ext cx="17064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B2F60842-D973-2E29-0743-F6BFADAA5D22}"/>
                  </a:ext>
                </a:extLst>
              </p14:cNvPr>
              <p14:cNvContentPartPr/>
              <p14:nvPr/>
            </p14:nvContentPartPr>
            <p14:xfrm>
              <a:off x="9811307" y="5767467"/>
              <a:ext cx="121680" cy="9288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B2F60842-D973-2E29-0743-F6BFADAA5D22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9806987" y="5763147"/>
                <a:ext cx="130320" cy="101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2B7BA87-ACDA-5E65-BFF2-4C988FBB3E95}"/>
                  </a:ext>
                </a:extLst>
              </p14:cNvPr>
              <p14:cNvContentPartPr/>
              <p14:nvPr/>
            </p14:nvContentPartPr>
            <p14:xfrm>
              <a:off x="9980507" y="5763867"/>
              <a:ext cx="48600" cy="8172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2B7BA87-ACDA-5E65-BFF2-4C988FBB3E9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9976187" y="5759547"/>
                <a:ext cx="57240" cy="9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8D6C8488-9184-1A65-2A9F-EE360B114288}"/>
                  </a:ext>
                </a:extLst>
              </p14:cNvPr>
              <p14:cNvContentPartPr/>
              <p14:nvPr/>
            </p14:nvContentPartPr>
            <p14:xfrm>
              <a:off x="10394507" y="5694747"/>
              <a:ext cx="42480" cy="1429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8D6C8488-9184-1A65-2A9F-EE360B114288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390187" y="5690427"/>
                <a:ext cx="51120" cy="15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F06F869-3B82-9AAB-9F66-106CEA0BA75D}"/>
                  </a:ext>
                </a:extLst>
              </p14:cNvPr>
              <p14:cNvContentPartPr/>
              <p14:nvPr/>
            </p14:nvContentPartPr>
            <p14:xfrm>
              <a:off x="10556147" y="5709867"/>
              <a:ext cx="25200" cy="12456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F06F869-3B82-9AAB-9F66-106CEA0BA75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0551827" y="5705547"/>
                <a:ext cx="33840" cy="13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EB3D0209-70FC-9F52-228F-A8DA54A31ACE}"/>
                  </a:ext>
                </a:extLst>
              </p14:cNvPr>
              <p14:cNvContentPartPr/>
              <p14:nvPr/>
            </p14:nvContentPartPr>
            <p14:xfrm>
              <a:off x="10625267" y="5712027"/>
              <a:ext cx="87840" cy="11412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EB3D0209-70FC-9F52-228F-A8DA54A31ACE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620947" y="5707707"/>
                <a:ext cx="96480" cy="12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0CDD85ED-254E-1B87-D467-04A78C0B2755}"/>
                  </a:ext>
                </a:extLst>
              </p14:cNvPr>
              <p14:cNvContentPartPr/>
              <p14:nvPr/>
            </p14:nvContentPartPr>
            <p14:xfrm>
              <a:off x="10767467" y="5660547"/>
              <a:ext cx="67680" cy="1285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0CDD85ED-254E-1B87-D467-04A78C0B2755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10763147" y="5656227"/>
                <a:ext cx="76320" cy="13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AAE2C1CC-4102-84AA-C18F-24DD024A37AB}"/>
                  </a:ext>
                </a:extLst>
              </p14:cNvPr>
              <p14:cNvContentPartPr/>
              <p14:nvPr/>
            </p14:nvContentPartPr>
            <p14:xfrm>
              <a:off x="10918307" y="5750547"/>
              <a:ext cx="156240" cy="77760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AAE2C1CC-4102-84AA-C18F-24DD024A37A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10913987" y="5746227"/>
                <a:ext cx="164880" cy="86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C377854-F7AD-33A8-25E4-C0479E0C8C65}"/>
                  </a:ext>
                </a:extLst>
              </p14:cNvPr>
              <p14:cNvContentPartPr/>
              <p14:nvPr/>
            </p14:nvContentPartPr>
            <p14:xfrm>
              <a:off x="8828147" y="4517547"/>
              <a:ext cx="47520" cy="21888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C377854-F7AD-33A8-25E4-C0479E0C8C65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823827" y="4513227"/>
                <a:ext cx="56160" cy="22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06542BCB-F964-2A72-6FE4-0CD2CA322BCB}"/>
                  </a:ext>
                </a:extLst>
              </p14:cNvPr>
              <p14:cNvContentPartPr/>
              <p14:nvPr/>
            </p14:nvContentPartPr>
            <p14:xfrm>
              <a:off x="8759027" y="4441227"/>
              <a:ext cx="288720" cy="4320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06542BCB-F964-2A72-6FE4-0CD2CA322BCB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754707" y="4436907"/>
                <a:ext cx="29736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6A5E6A40-3F3A-3965-BE28-70FEFFB627C6}"/>
                  </a:ext>
                </a:extLst>
              </p14:cNvPr>
              <p14:cNvContentPartPr/>
              <p14:nvPr/>
            </p14:nvContentPartPr>
            <p14:xfrm>
              <a:off x="8981867" y="4623387"/>
              <a:ext cx="12960" cy="73440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6A5E6A40-3F3A-3965-BE28-70FEFFB627C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977547" y="4619067"/>
                <a:ext cx="2160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A022F4EB-69E9-B5E5-FC90-9F5D097864AC}"/>
                  </a:ext>
                </a:extLst>
              </p14:cNvPr>
              <p14:cNvContentPartPr/>
              <p14:nvPr/>
            </p14:nvContentPartPr>
            <p14:xfrm>
              <a:off x="9082667" y="4533747"/>
              <a:ext cx="1080" cy="33480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A022F4EB-69E9-B5E5-FC90-9F5D097864AC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9078347" y="4529427"/>
                <a:ext cx="9720" cy="4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DA43D52C-820E-655E-580F-B40A447E6532}"/>
                  </a:ext>
                </a:extLst>
              </p14:cNvPr>
              <p14:cNvContentPartPr/>
              <p14:nvPr/>
            </p14:nvContentPartPr>
            <p14:xfrm>
              <a:off x="9106067" y="4615107"/>
              <a:ext cx="196200" cy="53640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DA43D52C-820E-655E-580F-B40A447E6532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9101747" y="4610787"/>
                <a:ext cx="204840" cy="62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2F4BF508-AD03-4D2B-B523-E49B2173CD98}"/>
                  </a:ext>
                </a:extLst>
              </p14:cNvPr>
              <p14:cNvContentPartPr/>
              <p14:nvPr/>
            </p14:nvContentPartPr>
            <p14:xfrm>
              <a:off x="9304067" y="4605387"/>
              <a:ext cx="132120" cy="92160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2F4BF508-AD03-4D2B-B523-E49B2173CD9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299747" y="4601067"/>
                <a:ext cx="140760" cy="100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4E91245-6048-7F7D-86A7-55F08D84B9C5}"/>
                  </a:ext>
                </a:extLst>
              </p14:cNvPr>
              <p14:cNvContentPartPr/>
              <p14:nvPr/>
            </p14:nvContentPartPr>
            <p14:xfrm>
              <a:off x="9555707" y="4398027"/>
              <a:ext cx="123120" cy="30312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4E91245-6048-7F7D-86A7-55F08D84B9C5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9551387" y="4393707"/>
                <a:ext cx="131760" cy="31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777293EB-453F-F4CA-6B9F-E7D6522D8E2E}"/>
                  </a:ext>
                </a:extLst>
              </p14:cNvPr>
              <p14:cNvContentPartPr/>
              <p14:nvPr/>
            </p14:nvContentPartPr>
            <p14:xfrm>
              <a:off x="9528347" y="4533747"/>
              <a:ext cx="358560" cy="12564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777293EB-453F-F4CA-6B9F-E7D6522D8E2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9524027" y="4529427"/>
                <a:ext cx="367200" cy="13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358A647-8B00-9205-44A4-141B4A027F49}"/>
                  </a:ext>
                </a:extLst>
              </p14:cNvPr>
              <p14:cNvContentPartPr/>
              <p14:nvPr/>
            </p14:nvContentPartPr>
            <p14:xfrm>
              <a:off x="10108307" y="4513227"/>
              <a:ext cx="48600" cy="142200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358A647-8B00-9205-44A4-141B4A027F49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10103987" y="4508907"/>
                <a:ext cx="57240" cy="15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DC3433C8-3E7D-FB9D-CC1A-7E8F7FB07953}"/>
                  </a:ext>
                </a:extLst>
              </p14:cNvPr>
              <p14:cNvContentPartPr/>
              <p14:nvPr/>
            </p14:nvContentPartPr>
            <p14:xfrm>
              <a:off x="10174547" y="4417467"/>
              <a:ext cx="92160" cy="10692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DC3433C8-3E7D-FB9D-CC1A-7E8F7FB07953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10170227" y="4413147"/>
                <a:ext cx="100800" cy="115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A42C1110-1EE9-E41F-658E-BF68C412D0B8}"/>
                  </a:ext>
                </a:extLst>
              </p14:cNvPr>
              <p14:cNvContentPartPr/>
              <p14:nvPr/>
            </p14:nvContentPartPr>
            <p14:xfrm>
              <a:off x="10231787" y="4539147"/>
              <a:ext cx="109800" cy="12600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A42C1110-1EE9-E41F-658E-BF68C412D0B8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10227467" y="4534827"/>
                <a:ext cx="118440" cy="13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1A0A0C88-8D4E-D2A0-4E71-499BC1CD5934}"/>
                  </a:ext>
                </a:extLst>
              </p14:cNvPr>
              <p14:cNvContentPartPr/>
              <p14:nvPr/>
            </p14:nvContentPartPr>
            <p14:xfrm>
              <a:off x="10365707" y="4571187"/>
              <a:ext cx="85320" cy="70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1A0A0C88-8D4E-D2A0-4E71-499BC1CD5934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10361387" y="4566867"/>
                <a:ext cx="93960" cy="7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4D365CD5-A498-D245-6F1B-D6BE83A9296E}"/>
                  </a:ext>
                </a:extLst>
              </p14:cNvPr>
              <p14:cNvContentPartPr/>
              <p14:nvPr/>
            </p14:nvContentPartPr>
            <p14:xfrm>
              <a:off x="10434107" y="4603227"/>
              <a:ext cx="144000" cy="31140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4D365CD5-A498-D245-6F1B-D6BE83A9296E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0429787" y="4598907"/>
                <a:ext cx="152640" cy="320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A9535A42-9D4B-2C36-74F9-42EF13F271E9}"/>
                  </a:ext>
                </a:extLst>
              </p14:cNvPr>
              <p14:cNvContentPartPr/>
              <p14:nvPr/>
            </p14:nvContentPartPr>
            <p14:xfrm>
              <a:off x="10650107" y="4502787"/>
              <a:ext cx="34200" cy="4464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A9535A42-9D4B-2C36-74F9-42EF13F271E9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10645787" y="4498467"/>
                <a:ext cx="42840" cy="5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2C54A01B-C6B9-9FD2-16D6-B1C8246ABE28}"/>
                  </a:ext>
                </a:extLst>
              </p14:cNvPr>
              <p14:cNvContentPartPr/>
              <p14:nvPr/>
            </p14:nvContentPartPr>
            <p14:xfrm>
              <a:off x="10718147" y="4552107"/>
              <a:ext cx="105120" cy="12348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2C54A01B-C6B9-9FD2-16D6-B1C8246ABE28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10713827" y="4547787"/>
                <a:ext cx="113760" cy="13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806F53EF-F48D-7A14-1029-FAF961B275B5}"/>
                  </a:ext>
                </a:extLst>
              </p14:cNvPr>
              <p14:cNvContentPartPr/>
              <p14:nvPr/>
            </p14:nvContentPartPr>
            <p14:xfrm>
              <a:off x="10872947" y="4605027"/>
              <a:ext cx="119520" cy="7272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806F53EF-F48D-7A14-1029-FAF961B275B5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10868627" y="4600707"/>
                <a:ext cx="12816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5AAC5C22-2BDD-916A-DF1D-DC19AD9025DF}"/>
                  </a:ext>
                </a:extLst>
              </p14:cNvPr>
              <p14:cNvContentPartPr/>
              <p14:nvPr/>
            </p14:nvContentPartPr>
            <p14:xfrm>
              <a:off x="11027387" y="4384707"/>
              <a:ext cx="105120" cy="239760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5AAC5C22-2BDD-916A-DF1D-DC19AD9025DF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023067" y="4380387"/>
                <a:ext cx="113760" cy="248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1A456E86-B118-5113-6276-26532947AC3F}"/>
                  </a:ext>
                </a:extLst>
              </p14:cNvPr>
              <p14:cNvContentPartPr/>
              <p14:nvPr/>
            </p14:nvContentPartPr>
            <p14:xfrm>
              <a:off x="10995707" y="4487667"/>
              <a:ext cx="170280" cy="40320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1A456E86-B118-5113-6276-26532947AC3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10991387" y="4483347"/>
                <a:ext cx="178920" cy="4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09A08F76-41C8-7A7E-2373-9F6B8C924812}"/>
                  </a:ext>
                </a:extLst>
              </p14:cNvPr>
              <p14:cNvContentPartPr/>
              <p14:nvPr/>
            </p14:nvContentPartPr>
            <p14:xfrm>
              <a:off x="5307707" y="2014107"/>
              <a:ext cx="266400" cy="3269160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09A08F76-41C8-7A7E-2373-9F6B8C924812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5303387" y="2009787"/>
                <a:ext cx="275040" cy="3277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BC95B0C-568E-0CA2-BF7D-719AAFD09505}"/>
                  </a:ext>
                </a:extLst>
              </p14:cNvPr>
              <p14:cNvContentPartPr/>
              <p14:nvPr/>
            </p14:nvContentPartPr>
            <p14:xfrm>
              <a:off x="4865267" y="5487747"/>
              <a:ext cx="146520" cy="107640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BC95B0C-568E-0CA2-BF7D-719AAFD09505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60947" y="5483427"/>
                <a:ext cx="155160" cy="11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7A91721C-25A2-19AB-D9B1-799E87B1544A}"/>
                  </a:ext>
                </a:extLst>
              </p14:cNvPr>
              <p14:cNvContentPartPr/>
              <p14:nvPr/>
            </p14:nvContentPartPr>
            <p14:xfrm>
              <a:off x="5054267" y="5479467"/>
              <a:ext cx="251640" cy="12240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7A91721C-25A2-19AB-D9B1-799E87B1544A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049947" y="5475147"/>
                <a:ext cx="260280" cy="131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5264909-0E2B-56F9-5A0D-4F01E142DB62}"/>
                  </a:ext>
                </a:extLst>
              </p14:cNvPr>
              <p14:cNvContentPartPr/>
              <p14:nvPr/>
            </p14:nvContentPartPr>
            <p14:xfrm>
              <a:off x="5322827" y="5464347"/>
              <a:ext cx="118440" cy="11484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5264909-0E2B-56F9-5A0D-4F01E142DB62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318507" y="5460027"/>
                <a:ext cx="127080" cy="12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34152AE-5395-17F9-D625-036375E41921}"/>
                  </a:ext>
                </a:extLst>
              </p14:cNvPr>
              <p14:cNvContentPartPr/>
              <p14:nvPr/>
            </p14:nvContentPartPr>
            <p14:xfrm>
              <a:off x="5406707" y="5501427"/>
              <a:ext cx="151200" cy="63720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34152AE-5395-17F9-D625-036375E4192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02387" y="5497107"/>
                <a:ext cx="159840" cy="72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344166D9-5A2F-22CD-83F3-A8E3C4A07B7B}"/>
                  </a:ext>
                </a:extLst>
              </p14:cNvPr>
              <p14:cNvContentPartPr/>
              <p14:nvPr/>
            </p14:nvContentPartPr>
            <p14:xfrm>
              <a:off x="5580947" y="5429427"/>
              <a:ext cx="297720" cy="248760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344166D9-5A2F-22CD-83F3-A8E3C4A07B7B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576627" y="5425107"/>
                <a:ext cx="30636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985B568A-5910-FBD0-658D-34538D01A800}"/>
                  </a:ext>
                </a:extLst>
              </p14:cNvPr>
              <p14:cNvContentPartPr/>
              <p14:nvPr/>
            </p14:nvContentPartPr>
            <p14:xfrm>
              <a:off x="4671227" y="5767467"/>
              <a:ext cx="144720" cy="192600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985B568A-5910-FBD0-658D-34538D01A80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4666907" y="5763147"/>
                <a:ext cx="153360" cy="20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5255CB6-F266-C00C-A218-0C523D2492FA}"/>
                  </a:ext>
                </a:extLst>
              </p14:cNvPr>
              <p14:cNvContentPartPr/>
              <p14:nvPr/>
            </p14:nvContentPartPr>
            <p14:xfrm>
              <a:off x="4906667" y="5835867"/>
              <a:ext cx="290160" cy="82080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5255CB6-F266-C00C-A218-0C523D2492FA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4902347" y="5831547"/>
                <a:ext cx="298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9FE8654-7990-889F-FC3B-45253D110279}"/>
                  </a:ext>
                </a:extLst>
              </p14:cNvPr>
              <p14:cNvContentPartPr/>
              <p14:nvPr/>
            </p14:nvContentPartPr>
            <p14:xfrm>
              <a:off x="5275307" y="5825067"/>
              <a:ext cx="102600" cy="90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9FE8654-7990-889F-FC3B-45253D110279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5270987" y="5820747"/>
                <a:ext cx="111240" cy="9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DE5095BD-E94D-CF8F-AE6A-4E3FE2F4927E}"/>
                  </a:ext>
                </a:extLst>
              </p14:cNvPr>
              <p14:cNvContentPartPr/>
              <p14:nvPr/>
            </p14:nvContentPartPr>
            <p14:xfrm>
              <a:off x="5413187" y="5833347"/>
              <a:ext cx="146160" cy="788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DE5095BD-E94D-CF8F-AE6A-4E3FE2F4927E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5408867" y="5829027"/>
                <a:ext cx="154800" cy="8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0CBFE52-F200-B0E4-BC00-B38A6BCABD13}"/>
                  </a:ext>
                </a:extLst>
              </p14:cNvPr>
              <p14:cNvContentPartPr/>
              <p14:nvPr/>
            </p14:nvContentPartPr>
            <p14:xfrm>
              <a:off x="5610467" y="5842347"/>
              <a:ext cx="208800" cy="84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0CBFE52-F200-B0E4-BC00-B38A6BCABD13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5606147" y="5838027"/>
                <a:ext cx="217440" cy="9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EA39B705-1940-7468-C277-BF961B62CB3F}"/>
                  </a:ext>
                </a:extLst>
              </p14:cNvPr>
              <p14:cNvContentPartPr/>
              <p14:nvPr/>
            </p14:nvContentPartPr>
            <p14:xfrm>
              <a:off x="5917547" y="5755227"/>
              <a:ext cx="77400" cy="28080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EA39B705-1940-7468-C277-BF961B62CB3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913227" y="5750907"/>
                <a:ext cx="86040" cy="289440"/>
              </a:xfrm>
              <a:prstGeom prst="rect">
                <a:avLst/>
              </a:prstGeom>
            </p:spPr>
          </p:pic>
        </mc:Fallback>
      </mc:AlternateContent>
      <p:grpSp>
        <p:nvGrpSpPr>
          <p:cNvPr id="85" name="Group 84">
            <a:extLst>
              <a:ext uri="{FF2B5EF4-FFF2-40B4-BE49-F238E27FC236}">
                <a16:creationId xmlns:a16="http://schemas.microsoft.com/office/drawing/2014/main" id="{43AC0527-87C4-87B1-F544-7342439D734E}"/>
              </a:ext>
            </a:extLst>
          </p:cNvPr>
          <p:cNvGrpSpPr/>
          <p:nvPr/>
        </p:nvGrpSpPr>
        <p:grpSpPr>
          <a:xfrm>
            <a:off x="11088947" y="4976547"/>
            <a:ext cx="633240" cy="381600"/>
            <a:chOff x="11088947" y="4976547"/>
            <a:chExt cx="633240" cy="38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DF76C80-1A54-904D-A536-396E2FF8E40D}"/>
                    </a:ext>
                  </a:extLst>
                </p14:cNvPr>
                <p14:cNvContentPartPr/>
                <p14:nvPr/>
              </p14:nvContentPartPr>
              <p14:xfrm>
                <a:off x="11088947" y="4976547"/>
                <a:ext cx="168120" cy="348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DF76C80-1A54-904D-A536-396E2FF8E40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1084627" y="4972227"/>
                  <a:ext cx="17676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858E11CD-828A-C472-BB4C-E97BC9787D02}"/>
                    </a:ext>
                  </a:extLst>
                </p14:cNvPr>
                <p14:cNvContentPartPr/>
                <p14:nvPr/>
              </p14:nvContentPartPr>
              <p14:xfrm>
                <a:off x="11601947" y="4979787"/>
                <a:ext cx="120240" cy="378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858E11CD-828A-C472-BB4C-E97BC9787D0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597627" y="4975467"/>
                  <a:ext cx="1288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D565099F-4558-7C9D-4924-81D4C1C3D691}"/>
                    </a:ext>
                  </a:extLst>
                </p14:cNvPr>
                <p14:cNvContentPartPr/>
                <p14:nvPr/>
              </p14:nvContentPartPr>
              <p14:xfrm>
                <a:off x="11251667" y="5111000"/>
                <a:ext cx="148320" cy="110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D565099F-4558-7C9D-4924-81D4C1C3D69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247347" y="5106680"/>
                  <a:ext cx="15696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5EBE7B6-BE0F-51A0-BE98-30D0DE6D03D3}"/>
                    </a:ext>
                  </a:extLst>
                </p14:cNvPr>
                <p14:cNvContentPartPr/>
                <p14:nvPr/>
              </p14:nvContentPartPr>
              <p14:xfrm>
                <a:off x="11381987" y="5112080"/>
                <a:ext cx="178920" cy="1155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5EBE7B6-BE0F-51A0-BE98-30D0DE6D03D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377667" y="5107760"/>
                  <a:ext cx="187560" cy="124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24F9DED0-0318-18B2-6347-A486F0D80C95}"/>
                  </a:ext>
                </a:extLst>
              </p14:cNvPr>
              <p14:cNvContentPartPr/>
              <p14:nvPr/>
            </p14:nvContentPartPr>
            <p14:xfrm>
              <a:off x="6148307" y="5543720"/>
              <a:ext cx="439920" cy="493920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24F9DED0-0318-18B2-6347-A486F0D80C95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143987" y="5539400"/>
                <a:ext cx="448560" cy="5025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A752EE9D-1788-7D7F-E3DC-2A3DC91883CE}"/>
              </a:ext>
            </a:extLst>
          </p:cNvPr>
          <p:cNvGrpSpPr/>
          <p:nvPr/>
        </p:nvGrpSpPr>
        <p:grpSpPr>
          <a:xfrm>
            <a:off x="5639627" y="6330680"/>
            <a:ext cx="902520" cy="377280"/>
            <a:chOff x="5639627" y="6330680"/>
            <a:chExt cx="902520" cy="37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6D2DC6D-350B-EA0D-05EA-9339FE007AAF}"/>
                    </a:ext>
                  </a:extLst>
                </p14:cNvPr>
                <p14:cNvContentPartPr/>
                <p14:nvPr/>
              </p14:nvContentPartPr>
              <p14:xfrm>
                <a:off x="5639627" y="6396920"/>
                <a:ext cx="123120" cy="2685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6D2DC6D-350B-EA0D-05EA-9339FE007AA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635307" y="6392600"/>
                  <a:ext cx="13176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2E9AC02-D1D9-0C18-7078-9ED6466FFF81}"/>
                    </a:ext>
                  </a:extLst>
                </p14:cNvPr>
                <p14:cNvContentPartPr/>
                <p14:nvPr/>
              </p14:nvContentPartPr>
              <p14:xfrm>
                <a:off x="5812787" y="6443720"/>
                <a:ext cx="268200" cy="1432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2E9AC02-D1D9-0C18-7078-9ED6466FFF8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808467" y="6439400"/>
                  <a:ext cx="27684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D5D2276-D3B5-B129-89BB-990F72D0CFFC}"/>
                    </a:ext>
                  </a:extLst>
                </p14:cNvPr>
                <p14:cNvContentPartPr/>
                <p14:nvPr/>
              </p14:nvContentPartPr>
              <p14:xfrm>
                <a:off x="6154067" y="6455600"/>
                <a:ext cx="240120" cy="111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D5D2276-D3B5-B129-89BB-990F72D0CFF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149747" y="6451280"/>
                  <a:ext cx="248760" cy="11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E258265-2D4C-EF28-5743-58E1E81C5C45}"/>
                    </a:ext>
                  </a:extLst>
                </p14:cNvPr>
                <p14:cNvContentPartPr/>
                <p14:nvPr/>
              </p14:nvContentPartPr>
              <p14:xfrm>
                <a:off x="6409667" y="6330680"/>
                <a:ext cx="132480" cy="3772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E258265-2D4C-EF28-5743-58E1E81C5C4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6405347" y="6326360"/>
                  <a:ext cx="141120" cy="38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59134475-6831-A011-F28F-31BA52B1DFAA}"/>
              </a:ext>
            </a:extLst>
          </p:cNvPr>
          <p:cNvGrpSpPr/>
          <p:nvPr/>
        </p:nvGrpSpPr>
        <p:grpSpPr>
          <a:xfrm>
            <a:off x="4800467" y="3136400"/>
            <a:ext cx="1427040" cy="210960"/>
            <a:chOff x="4800467" y="3136400"/>
            <a:chExt cx="1427040" cy="210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2BB942B7-171D-9133-4087-C4CF0FCA7F9D}"/>
                    </a:ext>
                  </a:extLst>
                </p14:cNvPr>
                <p14:cNvContentPartPr/>
                <p14:nvPr/>
              </p14:nvContentPartPr>
              <p14:xfrm>
                <a:off x="4800467" y="3222800"/>
                <a:ext cx="1427040" cy="230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2BB942B7-171D-9133-4087-C4CF0FCA7F9D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4794347" y="3216680"/>
                  <a:ext cx="143928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25E7655C-1DC2-FA8A-6A48-581500AB9DA6}"/>
                    </a:ext>
                  </a:extLst>
                </p14:cNvPr>
                <p14:cNvContentPartPr/>
                <p14:nvPr/>
              </p14:nvContentPartPr>
              <p14:xfrm>
                <a:off x="5981987" y="3136400"/>
                <a:ext cx="211680" cy="2109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25E7655C-1DC2-FA8A-6A48-581500AB9DA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975867" y="3130280"/>
                  <a:ext cx="223920" cy="223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58E27EEA-09AD-BD91-2DF6-D079494D6F27}"/>
                  </a:ext>
                </a:extLst>
              </p14:cNvPr>
              <p14:cNvContentPartPr/>
              <p14:nvPr/>
            </p14:nvContentPartPr>
            <p14:xfrm>
              <a:off x="4762307" y="3080240"/>
              <a:ext cx="263520" cy="228600"/>
            </p14:xfrm>
          </p:contentPart>
        </mc:Choice>
        <mc:Fallback xmlns=""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58E27EEA-09AD-BD91-2DF6-D079494D6F27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4756187" y="3074120"/>
                <a:ext cx="275760" cy="24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D26E7E7C-6849-9D94-2929-085B568DD0FC}"/>
              </a:ext>
            </a:extLst>
          </p:cNvPr>
          <p:cNvGrpSpPr/>
          <p:nvPr/>
        </p:nvGrpSpPr>
        <p:grpSpPr>
          <a:xfrm>
            <a:off x="5714147" y="2304080"/>
            <a:ext cx="1022400" cy="737640"/>
            <a:chOff x="5714147" y="2304080"/>
            <a:chExt cx="1022400" cy="737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E240718C-2A1C-1706-9878-87DFEAB17CDC}"/>
                    </a:ext>
                  </a:extLst>
                </p14:cNvPr>
                <p14:cNvContentPartPr/>
                <p14:nvPr/>
              </p14:nvContentPartPr>
              <p14:xfrm>
                <a:off x="6668507" y="2304080"/>
                <a:ext cx="68040" cy="792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E240718C-2A1C-1706-9878-87DFEAB17CD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662387" y="2297960"/>
                  <a:ext cx="8028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53C65AC3-81F8-FDB2-CC62-06622ED646E1}"/>
                    </a:ext>
                  </a:extLst>
                </p14:cNvPr>
                <p14:cNvContentPartPr/>
                <p14:nvPr/>
              </p14:nvContentPartPr>
              <p14:xfrm>
                <a:off x="6341987" y="2323520"/>
                <a:ext cx="67320" cy="298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53C65AC3-81F8-FDB2-CC62-06622ED646E1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35867" y="2317400"/>
                  <a:ext cx="79560" cy="4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66FAD05D-1C55-35F3-0943-FCCE069B9C4B}"/>
                    </a:ext>
                  </a:extLst>
                </p14:cNvPr>
                <p14:cNvContentPartPr/>
                <p14:nvPr/>
              </p14:nvContentPartPr>
              <p14:xfrm>
                <a:off x="6085307" y="2422160"/>
                <a:ext cx="32760" cy="381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66FAD05D-1C55-35F3-0943-FCCE069B9C4B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079187" y="2416040"/>
                  <a:ext cx="450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F1A38410-A4E8-691B-9C91-5E79D713DDB2}"/>
                    </a:ext>
                  </a:extLst>
                </p14:cNvPr>
                <p14:cNvContentPartPr/>
                <p14:nvPr/>
              </p14:nvContentPartPr>
              <p14:xfrm>
                <a:off x="5868587" y="2562920"/>
                <a:ext cx="53640" cy="1040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F1A38410-A4E8-691B-9C91-5E79D713DDB2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862467" y="2556800"/>
                  <a:ext cx="65880" cy="11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66C9198B-AC88-7BAC-CC44-BA9420BC6E9A}"/>
                    </a:ext>
                  </a:extLst>
                </p14:cNvPr>
                <p14:cNvContentPartPr/>
                <p14:nvPr/>
              </p14:nvContentPartPr>
              <p14:xfrm>
                <a:off x="5791907" y="2779640"/>
                <a:ext cx="10800" cy="936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66C9198B-AC88-7BAC-CC44-BA9420BC6E9A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85787" y="2773520"/>
                  <a:ext cx="2304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8BA8936-66F7-0EE6-9EEF-CBD0FBE85D0D}"/>
                    </a:ext>
                  </a:extLst>
                </p14:cNvPr>
                <p14:cNvContentPartPr/>
                <p14:nvPr/>
              </p14:nvContentPartPr>
              <p14:xfrm>
                <a:off x="5747267" y="2936240"/>
                <a:ext cx="8640" cy="32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8BA8936-66F7-0EE6-9EEF-CBD0FBE85D0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741147" y="2930120"/>
                  <a:ext cx="208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18D5B07-7CDD-4633-6CAD-97FB4855858A}"/>
                    </a:ext>
                  </a:extLst>
                </p14:cNvPr>
                <p14:cNvContentPartPr/>
                <p14:nvPr/>
              </p14:nvContentPartPr>
              <p14:xfrm>
                <a:off x="5755547" y="2936240"/>
                <a:ext cx="360" cy="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18D5B07-7CDD-4633-6CAD-97FB4855858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5749427" y="293012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269E60B9-3C6D-61E9-466F-0B6D7196078D}"/>
                    </a:ext>
                  </a:extLst>
                </p14:cNvPr>
                <p14:cNvContentPartPr/>
                <p14:nvPr/>
              </p14:nvContentPartPr>
              <p14:xfrm>
                <a:off x="5715587" y="2920760"/>
                <a:ext cx="40320" cy="1209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269E60B9-3C6D-61E9-466F-0B6D7196078D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709467" y="2914640"/>
                  <a:ext cx="5256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175DD0A2-088B-CFAD-132C-BF096DB0FCAD}"/>
                    </a:ext>
                  </a:extLst>
                </p14:cNvPr>
                <p14:cNvContentPartPr/>
                <p14:nvPr/>
              </p14:nvContentPartPr>
              <p14:xfrm>
                <a:off x="5718827" y="2940200"/>
                <a:ext cx="131400" cy="73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175DD0A2-088B-CFAD-132C-BF096DB0FCA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712707" y="2934080"/>
                  <a:ext cx="14364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12AE019A-532A-246E-B142-38808BB22C3C}"/>
                    </a:ext>
                  </a:extLst>
                </p14:cNvPr>
                <p14:cNvContentPartPr/>
                <p14:nvPr/>
              </p14:nvContentPartPr>
              <p14:xfrm>
                <a:off x="5714147" y="2911400"/>
                <a:ext cx="63720" cy="77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12AE019A-532A-246E-B142-38808BB22C3C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5708027" y="2905280"/>
                  <a:ext cx="75960" cy="89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45D7813C-8D00-247F-11A9-9E0A6E873AD3}"/>
              </a:ext>
            </a:extLst>
          </p:cNvPr>
          <p:cNvGrpSpPr/>
          <p:nvPr/>
        </p:nvGrpSpPr>
        <p:grpSpPr>
          <a:xfrm>
            <a:off x="6855707" y="2034800"/>
            <a:ext cx="1497960" cy="307800"/>
            <a:chOff x="6855707" y="2034800"/>
            <a:chExt cx="1497960" cy="307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AE16A07E-6FEE-9918-E345-A54D8F60EE3E}"/>
                    </a:ext>
                  </a:extLst>
                </p14:cNvPr>
                <p14:cNvContentPartPr/>
                <p14:nvPr/>
              </p14:nvContentPartPr>
              <p14:xfrm>
                <a:off x="6855707" y="2196800"/>
                <a:ext cx="167040" cy="1458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AE16A07E-6FEE-9918-E345-A54D8F60EE3E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49587" y="2190680"/>
                  <a:ext cx="17928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0BE41976-CAC3-8BB2-6B07-16F2B3D41415}"/>
                    </a:ext>
                  </a:extLst>
                </p14:cNvPr>
                <p14:cNvContentPartPr/>
                <p14:nvPr/>
              </p14:nvContentPartPr>
              <p14:xfrm>
                <a:off x="7041827" y="2083400"/>
                <a:ext cx="110880" cy="23688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0BE41976-CAC3-8BB2-6B07-16F2B3D41415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035707" y="2077280"/>
                  <a:ext cx="12312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478B277-8B62-D3AC-DFDE-F87AC8BDED90}"/>
                    </a:ext>
                  </a:extLst>
                </p14:cNvPr>
                <p14:cNvContentPartPr/>
                <p14:nvPr/>
              </p14:nvContentPartPr>
              <p14:xfrm>
                <a:off x="7010147" y="2189600"/>
                <a:ext cx="273600" cy="1033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478B277-8B62-D3AC-DFDE-F87AC8BDED9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7004027" y="2183480"/>
                  <a:ext cx="28584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650AF27A-CF9D-9175-F505-1C14677CBC30}"/>
                    </a:ext>
                  </a:extLst>
                </p14:cNvPr>
                <p14:cNvContentPartPr/>
                <p14:nvPr/>
              </p14:nvContentPartPr>
              <p14:xfrm>
                <a:off x="7346387" y="2246120"/>
                <a:ext cx="137160" cy="471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650AF27A-CF9D-9175-F505-1C14677CBC30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7340267" y="2240000"/>
                  <a:ext cx="14940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981C2741-607D-4B67-D247-11171D844CEF}"/>
                    </a:ext>
                  </a:extLst>
                </p14:cNvPr>
                <p14:cNvContentPartPr/>
                <p14:nvPr/>
              </p14:nvContentPartPr>
              <p14:xfrm>
                <a:off x="7495067" y="2034800"/>
                <a:ext cx="284040" cy="249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981C2741-607D-4B67-D247-11171D844CE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488947" y="2028680"/>
                  <a:ext cx="2962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8DD03897-419A-CAC6-2D82-3D9706DF1E9F}"/>
                    </a:ext>
                  </a:extLst>
                </p14:cNvPr>
                <p14:cNvContentPartPr/>
                <p14:nvPr/>
              </p14:nvContentPartPr>
              <p14:xfrm>
                <a:off x="7743107" y="2201840"/>
                <a:ext cx="134280" cy="896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8DD03897-419A-CAC6-2D82-3D9706DF1E9F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736987" y="2195720"/>
                  <a:ext cx="146520" cy="10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389CF7A-4BF6-4119-0325-67158BA86FD3}"/>
                    </a:ext>
                  </a:extLst>
                </p14:cNvPr>
                <p14:cNvContentPartPr/>
                <p14:nvPr/>
              </p14:nvContentPartPr>
              <p14:xfrm>
                <a:off x="7943987" y="2222000"/>
                <a:ext cx="81720" cy="817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389CF7A-4BF6-4119-0325-67158BA86FD3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7937867" y="2215880"/>
                  <a:ext cx="9396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35C7CEF-4E70-E608-28D4-7E579DAC013F}"/>
                    </a:ext>
                  </a:extLst>
                </p14:cNvPr>
                <p14:cNvContentPartPr/>
                <p14:nvPr/>
              </p14:nvContentPartPr>
              <p14:xfrm>
                <a:off x="8054147" y="2050640"/>
                <a:ext cx="299520" cy="245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35C7CEF-4E70-E608-28D4-7E579DAC013F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048027" y="2044520"/>
                  <a:ext cx="311760" cy="25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DE0EF82-4C95-439D-DEB7-CD592EB1EC9F}"/>
              </a:ext>
            </a:extLst>
          </p:cNvPr>
          <p:cNvGrpSpPr/>
          <p:nvPr/>
        </p:nvGrpSpPr>
        <p:grpSpPr>
          <a:xfrm>
            <a:off x="8627987" y="2012840"/>
            <a:ext cx="1564560" cy="306720"/>
            <a:chOff x="8627987" y="2012840"/>
            <a:chExt cx="156456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4516E952-F1AE-C0CF-5F10-731FF88EBB2F}"/>
                    </a:ext>
                  </a:extLst>
                </p14:cNvPr>
                <p14:cNvContentPartPr/>
                <p14:nvPr/>
              </p14:nvContentPartPr>
              <p14:xfrm>
                <a:off x="8627987" y="2026520"/>
                <a:ext cx="338400" cy="258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4516E952-F1AE-C0CF-5F10-731FF88EBB2F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621867" y="2020400"/>
                  <a:ext cx="350640" cy="27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AA859BAA-A09E-7ABC-A8B0-F12DF359B773}"/>
                    </a:ext>
                  </a:extLst>
                </p14:cNvPr>
                <p14:cNvContentPartPr/>
                <p14:nvPr/>
              </p14:nvContentPartPr>
              <p14:xfrm>
                <a:off x="8849747" y="2194640"/>
                <a:ext cx="110880" cy="86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AA859BAA-A09E-7ABC-A8B0-F12DF359B773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843627" y="2188520"/>
                  <a:ext cx="12312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6E97E56B-6D1E-D1F4-D962-D1CDD10BED65}"/>
                    </a:ext>
                  </a:extLst>
                </p14:cNvPr>
                <p14:cNvContentPartPr/>
                <p14:nvPr/>
              </p14:nvContentPartPr>
              <p14:xfrm>
                <a:off x="9015347" y="2175560"/>
                <a:ext cx="155520" cy="14400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6E97E56B-6D1E-D1F4-D962-D1CDD10BED6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09227" y="2169440"/>
                  <a:ext cx="167760" cy="15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70C3CB5E-0472-8116-7EC5-0AE3ACE18D98}"/>
                    </a:ext>
                  </a:extLst>
                </p14:cNvPr>
                <p14:cNvContentPartPr/>
                <p14:nvPr/>
              </p14:nvContentPartPr>
              <p14:xfrm>
                <a:off x="9209747" y="2225600"/>
                <a:ext cx="28080" cy="2880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70C3CB5E-0472-8116-7EC5-0AE3ACE18D9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203627" y="2219480"/>
                  <a:ext cx="4032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7AC1ED9-BC76-7B84-1369-C0A09C6D2110}"/>
                    </a:ext>
                  </a:extLst>
                </p14:cNvPr>
                <p14:cNvContentPartPr/>
                <p14:nvPr/>
              </p14:nvContentPartPr>
              <p14:xfrm>
                <a:off x="9360947" y="2086280"/>
                <a:ext cx="26640" cy="327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7AC1ED9-BC76-7B84-1369-C0A09C6D211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354827" y="2080160"/>
                  <a:ext cx="3888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2EAA9FB7-56AA-B9A2-07A5-8BF2D9EE658E}"/>
                    </a:ext>
                  </a:extLst>
                </p14:cNvPr>
                <p14:cNvContentPartPr/>
                <p14:nvPr/>
              </p14:nvContentPartPr>
              <p14:xfrm>
                <a:off x="9345107" y="2169440"/>
                <a:ext cx="148680" cy="1062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2EAA9FB7-56AA-B9A2-07A5-8BF2D9EE658E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338987" y="2163320"/>
                  <a:ext cx="16092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E3848FAE-4173-7C13-3479-A5FDF048854D}"/>
                    </a:ext>
                  </a:extLst>
                </p14:cNvPr>
                <p14:cNvContentPartPr/>
                <p14:nvPr/>
              </p14:nvContentPartPr>
              <p14:xfrm>
                <a:off x="9592067" y="2012840"/>
                <a:ext cx="144000" cy="2541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E3848FAE-4173-7C13-3479-A5FDF048854D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585947" y="2006720"/>
                  <a:ext cx="156240" cy="26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838C4798-C484-C8B4-F46C-5E7EDD8F5AA7}"/>
                    </a:ext>
                  </a:extLst>
                </p14:cNvPr>
                <p14:cNvContentPartPr/>
                <p14:nvPr/>
              </p14:nvContentPartPr>
              <p14:xfrm>
                <a:off x="9513227" y="2139920"/>
                <a:ext cx="183960" cy="93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838C4798-C484-C8B4-F46C-5E7EDD8F5AA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507107" y="2133800"/>
                  <a:ext cx="1962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96867057-E130-5A50-6EC9-FEBC15CF0E2D}"/>
                    </a:ext>
                  </a:extLst>
                </p14:cNvPr>
                <p14:cNvContentPartPr/>
                <p14:nvPr/>
              </p14:nvContentPartPr>
              <p14:xfrm>
                <a:off x="9727427" y="2175920"/>
                <a:ext cx="34200" cy="460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96867057-E130-5A50-6EC9-FEBC15CF0E2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21307" y="2169800"/>
                  <a:ext cx="4644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A188A17-F673-6995-96C1-1CAC6877AC78}"/>
                    </a:ext>
                  </a:extLst>
                </p14:cNvPr>
                <p14:cNvContentPartPr/>
                <p14:nvPr/>
              </p14:nvContentPartPr>
              <p14:xfrm>
                <a:off x="9839027" y="2055680"/>
                <a:ext cx="16920" cy="3888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A188A17-F673-6995-96C1-1CAC6877AC78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832907" y="2049560"/>
                  <a:ext cx="29160" cy="5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BFA29E66-A4A6-A79F-1828-0447604DADA7}"/>
                    </a:ext>
                  </a:extLst>
                </p14:cNvPr>
                <p14:cNvContentPartPr/>
                <p14:nvPr/>
              </p14:nvContentPartPr>
              <p14:xfrm>
                <a:off x="9846227" y="2111120"/>
                <a:ext cx="346320" cy="1620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BFA29E66-A4A6-A79F-1828-0447604DADA7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9840107" y="2105000"/>
                  <a:ext cx="358560" cy="174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0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C34F1219-3D52-D248-9AD1-0661EBADC446}"/>
                  </a:ext>
                </a:extLst>
              </p14:cNvPr>
              <p14:cNvContentPartPr/>
              <p14:nvPr/>
            </p14:nvContentPartPr>
            <p14:xfrm>
              <a:off x="7132547" y="2557520"/>
              <a:ext cx="174960" cy="162000"/>
            </p14:xfrm>
          </p:contentPart>
        </mc:Choice>
        <mc:Fallback xmlns=""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C34F1219-3D52-D248-9AD1-0661EBADC446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7126427" y="2551400"/>
                <a:ext cx="187200" cy="174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47" name="Group 146">
            <a:extLst>
              <a:ext uri="{FF2B5EF4-FFF2-40B4-BE49-F238E27FC236}">
                <a16:creationId xmlns:a16="http://schemas.microsoft.com/office/drawing/2014/main" id="{3D990DE3-37C6-AA40-C5BA-424A4541AD1F}"/>
              </a:ext>
            </a:extLst>
          </p:cNvPr>
          <p:cNvGrpSpPr/>
          <p:nvPr/>
        </p:nvGrpSpPr>
        <p:grpSpPr>
          <a:xfrm>
            <a:off x="6969467" y="2927960"/>
            <a:ext cx="2350080" cy="351360"/>
            <a:chOff x="6969467" y="2927960"/>
            <a:chExt cx="2350080" cy="351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056D695-C4D0-F90B-25DB-B88ECEEFCECA}"/>
                    </a:ext>
                  </a:extLst>
                </p14:cNvPr>
                <p14:cNvContentPartPr/>
                <p14:nvPr/>
              </p14:nvContentPartPr>
              <p14:xfrm>
                <a:off x="6969467" y="3080600"/>
                <a:ext cx="141120" cy="1987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056D695-C4D0-F90B-25DB-B88ECEEFCECA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6963347" y="3074480"/>
                  <a:ext cx="153360" cy="21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2A35E61A-E0D1-7CE9-E854-DC26BEF2B25B}"/>
                    </a:ext>
                  </a:extLst>
                </p14:cNvPr>
                <p14:cNvContentPartPr/>
                <p14:nvPr/>
              </p14:nvContentPartPr>
              <p14:xfrm>
                <a:off x="7162067" y="2966840"/>
                <a:ext cx="157680" cy="1483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2A35E61A-E0D1-7CE9-E854-DC26BEF2B25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7155947" y="2960720"/>
                  <a:ext cx="16992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F6ED7E71-5128-70D2-4DA0-69C3D19659E3}"/>
                    </a:ext>
                  </a:extLst>
                </p14:cNvPr>
                <p14:cNvContentPartPr/>
                <p14:nvPr/>
              </p14:nvContentPartPr>
              <p14:xfrm>
                <a:off x="7436027" y="3179240"/>
                <a:ext cx="104760" cy="64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F6ED7E71-5128-70D2-4DA0-69C3D19659E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7429907" y="3173120"/>
                  <a:ext cx="11700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F72A08-0D43-E373-E31B-6D294607FC9A}"/>
                    </a:ext>
                  </a:extLst>
                </p14:cNvPr>
                <p14:cNvContentPartPr/>
                <p14:nvPr/>
              </p14:nvContentPartPr>
              <p14:xfrm>
                <a:off x="7685867" y="3077720"/>
                <a:ext cx="200520" cy="150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F72A08-0D43-E373-E31B-6D294607FC9A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7679747" y="3071600"/>
                  <a:ext cx="21276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2C2D8777-6EE6-4560-11B4-71D471DDB903}"/>
                    </a:ext>
                  </a:extLst>
                </p14:cNvPr>
                <p14:cNvContentPartPr/>
                <p14:nvPr/>
              </p14:nvContentPartPr>
              <p14:xfrm>
                <a:off x="7910147" y="3096440"/>
                <a:ext cx="178560" cy="9324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2C2D8777-6EE6-4560-11B4-71D471DDB903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7904027" y="3090320"/>
                  <a:ext cx="1908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4E0DDA9A-FB6E-15A5-42B2-D9962F0A42BC}"/>
                    </a:ext>
                  </a:extLst>
                </p14:cNvPr>
                <p14:cNvContentPartPr/>
                <p14:nvPr/>
              </p14:nvContentPartPr>
              <p14:xfrm>
                <a:off x="8146667" y="3036320"/>
                <a:ext cx="133560" cy="171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4E0DDA9A-FB6E-15A5-42B2-D9962F0A42BC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8140547" y="3030200"/>
                  <a:ext cx="145800" cy="18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985AEBE4-8B50-3356-A03A-59C6BBAADAAA}"/>
                    </a:ext>
                  </a:extLst>
                </p14:cNvPr>
                <p14:cNvContentPartPr/>
                <p14:nvPr/>
              </p14:nvContentPartPr>
              <p14:xfrm>
                <a:off x="8330267" y="3113000"/>
                <a:ext cx="26640" cy="824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985AEBE4-8B50-3356-A03A-59C6BBAADAAA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8324147" y="3106880"/>
                  <a:ext cx="38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C01CF4B9-2591-51C4-7F1D-0E0F18382C12}"/>
                    </a:ext>
                  </a:extLst>
                </p14:cNvPr>
                <p14:cNvContentPartPr/>
                <p14:nvPr/>
              </p14:nvContentPartPr>
              <p14:xfrm>
                <a:off x="8480027" y="2927960"/>
                <a:ext cx="28800" cy="10728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C01CF4B9-2591-51C4-7F1D-0E0F18382C12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8473907" y="2921840"/>
                  <a:ext cx="4104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3D59E991-58A2-01D5-0A5B-4A9F6A85E131}"/>
                    </a:ext>
                  </a:extLst>
                </p14:cNvPr>
                <p14:cNvContentPartPr/>
                <p14:nvPr/>
              </p14:nvContentPartPr>
              <p14:xfrm>
                <a:off x="8489747" y="3079880"/>
                <a:ext cx="156600" cy="111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3D59E991-58A2-01D5-0A5B-4A9F6A85E131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8483627" y="3073760"/>
                  <a:ext cx="1688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7B3BC32-9EAF-04F0-5789-B7F32D8A0290}"/>
                    </a:ext>
                  </a:extLst>
                </p14:cNvPr>
                <p14:cNvContentPartPr/>
                <p14:nvPr/>
              </p14:nvContentPartPr>
              <p14:xfrm>
                <a:off x="8715467" y="3111560"/>
                <a:ext cx="170280" cy="817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7B3BC32-9EAF-04F0-5789-B7F32D8A0290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8709347" y="3105440"/>
                  <a:ext cx="1825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3A4F148-0D36-905C-62C2-58D45011A23C}"/>
                    </a:ext>
                  </a:extLst>
                </p14:cNvPr>
                <p14:cNvContentPartPr/>
                <p14:nvPr/>
              </p14:nvContentPartPr>
              <p14:xfrm>
                <a:off x="8962787" y="3066920"/>
                <a:ext cx="129960" cy="11412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3A4F148-0D36-905C-62C2-58D45011A23C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8956667" y="3060800"/>
                  <a:ext cx="14220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20E229BC-3BAD-24F7-DA8E-A8679AEF8AEF}"/>
                    </a:ext>
                  </a:extLst>
                </p14:cNvPr>
                <p14:cNvContentPartPr/>
                <p14:nvPr/>
              </p14:nvContentPartPr>
              <p14:xfrm>
                <a:off x="9134507" y="3056480"/>
                <a:ext cx="185040" cy="15588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20E229BC-3BAD-24F7-DA8E-A8679AEF8AEF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9128387" y="3050360"/>
                  <a:ext cx="197280" cy="168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F01B4A98-7156-65BB-A7C1-1BFAF20FF067}"/>
              </a:ext>
            </a:extLst>
          </p:cNvPr>
          <p:cNvGrpSpPr/>
          <p:nvPr/>
        </p:nvGrpSpPr>
        <p:grpSpPr>
          <a:xfrm>
            <a:off x="5571947" y="584160"/>
            <a:ext cx="1570320" cy="614880"/>
            <a:chOff x="5571947" y="584160"/>
            <a:chExt cx="1570320" cy="61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2FED3776-E2D7-360D-F68D-92E12FFD7539}"/>
                    </a:ext>
                  </a:extLst>
                </p14:cNvPr>
                <p14:cNvContentPartPr/>
                <p14:nvPr/>
              </p14:nvContentPartPr>
              <p14:xfrm>
                <a:off x="5700827" y="689280"/>
                <a:ext cx="360" cy="259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2FED3776-E2D7-360D-F68D-92E12FFD753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5694707" y="683160"/>
                  <a:ext cx="126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D3BB2DE1-C41F-82EB-EF84-244A18678606}"/>
                    </a:ext>
                  </a:extLst>
                </p14:cNvPr>
                <p14:cNvContentPartPr/>
                <p14:nvPr/>
              </p14:nvContentPartPr>
              <p14:xfrm>
                <a:off x="5571947" y="747960"/>
                <a:ext cx="120600" cy="14796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D3BB2DE1-C41F-82EB-EF84-244A18678606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565827" y="741840"/>
                  <a:ext cx="132840" cy="16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4856D6C4-EC14-54FA-D33C-DBD42674E4E3}"/>
                    </a:ext>
                  </a:extLst>
                </p14:cNvPr>
                <p14:cNvContentPartPr/>
                <p14:nvPr/>
              </p14:nvContentPartPr>
              <p14:xfrm>
                <a:off x="5749427" y="687840"/>
                <a:ext cx="60120" cy="21492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4856D6C4-EC14-54FA-D33C-DBD42674E4E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743307" y="681720"/>
                  <a:ext cx="72360" cy="22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FB9924E6-411D-E5D1-7B1C-79902A91A2FE}"/>
                    </a:ext>
                  </a:extLst>
                </p14:cNvPr>
                <p14:cNvContentPartPr/>
                <p14:nvPr/>
              </p14:nvContentPartPr>
              <p14:xfrm>
                <a:off x="5674907" y="795840"/>
                <a:ext cx="299160" cy="7380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FB9924E6-411D-E5D1-7B1C-79902A91A2FE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5668787" y="789720"/>
                  <a:ext cx="31140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8B79BCA2-B88E-6C44-EA56-BCA1472CD926}"/>
                    </a:ext>
                  </a:extLst>
                </p14:cNvPr>
                <p14:cNvContentPartPr/>
                <p14:nvPr/>
              </p14:nvContentPartPr>
              <p14:xfrm>
                <a:off x="6042467" y="808080"/>
                <a:ext cx="138600" cy="637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8B79BCA2-B88E-6C44-EA56-BCA1472CD926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036347" y="801960"/>
                  <a:ext cx="15084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8EFCCB0-EA05-25A5-E8AD-099E3C04084A}"/>
                    </a:ext>
                  </a:extLst>
                </p14:cNvPr>
                <p14:cNvContentPartPr/>
                <p14:nvPr/>
              </p14:nvContentPartPr>
              <p14:xfrm>
                <a:off x="6166667" y="608640"/>
                <a:ext cx="284760" cy="2480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8EFCCB0-EA05-25A5-E8AD-099E3C04084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160547" y="602520"/>
                  <a:ext cx="29700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C536F0CC-4CAE-9CB6-ACC8-090CC9C272F7}"/>
                    </a:ext>
                  </a:extLst>
                </p14:cNvPr>
                <p14:cNvContentPartPr/>
                <p14:nvPr/>
              </p14:nvContentPartPr>
              <p14:xfrm>
                <a:off x="6429107" y="776400"/>
                <a:ext cx="98280" cy="903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C536F0CC-4CAE-9CB6-ACC8-090CC9C272F7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422987" y="770280"/>
                  <a:ext cx="110520" cy="10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040070D-5136-879D-D7A6-FD62E615BF64}"/>
                    </a:ext>
                  </a:extLst>
                </p14:cNvPr>
                <p14:cNvContentPartPr/>
                <p14:nvPr/>
              </p14:nvContentPartPr>
              <p14:xfrm>
                <a:off x="6551867" y="765960"/>
                <a:ext cx="61200" cy="9252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040070D-5136-879D-D7A6-FD62E615BF64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545747" y="759840"/>
                  <a:ext cx="7344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72284AD-4812-44E0-FEBA-CE5A6EC31F56}"/>
                    </a:ext>
                  </a:extLst>
                </p14:cNvPr>
                <p14:cNvContentPartPr/>
                <p14:nvPr/>
              </p14:nvContentPartPr>
              <p14:xfrm>
                <a:off x="6662027" y="584160"/>
                <a:ext cx="295560" cy="3153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72284AD-4812-44E0-FEBA-CE5A6EC31F5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6655907" y="578040"/>
                  <a:ext cx="30780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C7F80320-0F9C-F4DB-2085-BD5AC38905E1}"/>
                    </a:ext>
                  </a:extLst>
                </p14:cNvPr>
                <p14:cNvContentPartPr/>
                <p14:nvPr/>
              </p14:nvContentPartPr>
              <p14:xfrm>
                <a:off x="5673107" y="930840"/>
                <a:ext cx="282960" cy="2286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C7F80320-0F9C-F4DB-2085-BD5AC38905E1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5666987" y="924720"/>
                  <a:ext cx="29520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4293C43D-ACD7-E70C-63EF-50B7F496A376}"/>
                    </a:ext>
                  </a:extLst>
                </p14:cNvPr>
                <p14:cNvContentPartPr/>
                <p14:nvPr/>
              </p14:nvContentPartPr>
              <p14:xfrm>
                <a:off x="5936267" y="1047840"/>
                <a:ext cx="117000" cy="9612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4293C43D-ACD7-E70C-63EF-50B7F496A376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930147" y="1041720"/>
                  <a:ext cx="129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0859B09-E61D-2217-BAB7-C758DDF12E7F}"/>
                    </a:ext>
                  </a:extLst>
                </p14:cNvPr>
                <p14:cNvContentPartPr/>
                <p14:nvPr/>
              </p14:nvContentPartPr>
              <p14:xfrm>
                <a:off x="6120587" y="1027680"/>
                <a:ext cx="168840" cy="15912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F0859B09-E61D-2217-BAB7-C758DDF12E7F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6114467" y="1021560"/>
                  <a:ext cx="181080" cy="17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1796656-74AE-4B6A-E108-5D57FC15EEFD}"/>
                    </a:ext>
                  </a:extLst>
                </p14:cNvPr>
                <p14:cNvContentPartPr/>
                <p14:nvPr/>
              </p14:nvContentPartPr>
              <p14:xfrm>
                <a:off x="6335147" y="1092480"/>
                <a:ext cx="19800" cy="547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C1796656-74AE-4B6A-E108-5D57FC15EEFD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329027" y="1086360"/>
                  <a:ext cx="3204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17061B4D-790D-DDDA-189D-31567584C447}"/>
                    </a:ext>
                  </a:extLst>
                </p14:cNvPr>
                <p14:cNvContentPartPr/>
                <p14:nvPr/>
              </p14:nvContentPartPr>
              <p14:xfrm>
                <a:off x="6495347" y="947400"/>
                <a:ext cx="10080" cy="1170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17061B4D-790D-DDDA-189D-31567584C447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489227" y="941280"/>
                  <a:ext cx="2232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A72004DA-060D-E967-729D-ECF5C97A4D7D}"/>
                    </a:ext>
                  </a:extLst>
                </p14:cNvPr>
                <p14:cNvContentPartPr/>
                <p14:nvPr/>
              </p14:nvContentPartPr>
              <p14:xfrm>
                <a:off x="6465827" y="1072680"/>
                <a:ext cx="157680" cy="1263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A72004DA-060D-E967-729D-ECF5C97A4D7D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459707" y="1066560"/>
                  <a:ext cx="169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4DB1C50-BF86-F11F-25C7-BDC63EF5AB52}"/>
                    </a:ext>
                  </a:extLst>
                </p14:cNvPr>
                <p14:cNvContentPartPr/>
                <p14:nvPr/>
              </p14:nvContentPartPr>
              <p14:xfrm>
                <a:off x="6676787" y="908160"/>
                <a:ext cx="147960" cy="25776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4DB1C50-BF86-F11F-25C7-BDC63EF5AB52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6670667" y="902040"/>
                  <a:ext cx="16020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B0B0C69C-CE4F-5653-4DB6-89D11CF26C68}"/>
                    </a:ext>
                  </a:extLst>
                </p14:cNvPr>
                <p14:cNvContentPartPr/>
                <p14:nvPr/>
              </p14:nvContentPartPr>
              <p14:xfrm>
                <a:off x="6650507" y="1043520"/>
                <a:ext cx="155520" cy="1368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B0B0C69C-CE4F-5653-4DB6-89D11CF26C68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6644387" y="1037400"/>
                  <a:ext cx="16776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C2DE15D8-70C6-B7C1-326E-B9845F84ACE0}"/>
                    </a:ext>
                  </a:extLst>
                </p14:cNvPr>
                <p14:cNvContentPartPr/>
                <p14:nvPr/>
              </p14:nvContentPartPr>
              <p14:xfrm>
                <a:off x="6880547" y="993120"/>
                <a:ext cx="16200" cy="478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C2DE15D8-70C6-B7C1-326E-B9845F84ACE0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6874427" y="987000"/>
                  <a:ext cx="28440" cy="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30280286-8828-4253-B776-C28544FD1AFF}"/>
                    </a:ext>
                  </a:extLst>
                </p14:cNvPr>
                <p14:cNvContentPartPr/>
                <p14:nvPr/>
              </p14:nvContentPartPr>
              <p14:xfrm>
                <a:off x="6849587" y="1079880"/>
                <a:ext cx="76680" cy="9720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30280286-8828-4253-B776-C28544FD1AFF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6843467" y="1073760"/>
                  <a:ext cx="88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36B8610-F6DD-53DA-E6EB-3766005EFDB4}"/>
                    </a:ext>
                  </a:extLst>
                </p14:cNvPr>
                <p14:cNvContentPartPr/>
                <p14:nvPr/>
              </p14:nvContentPartPr>
              <p14:xfrm>
                <a:off x="7032827" y="1080600"/>
                <a:ext cx="109440" cy="662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36B8610-F6DD-53DA-E6EB-3766005EFDB4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7026707" y="1074480"/>
                  <a:ext cx="121680" cy="78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7CE69CD7-BEA6-7AB1-5E2A-9957C021334B}"/>
              </a:ext>
            </a:extLst>
          </p:cNvPr>
          <p:cNvGrpSpPr/>
          <p:nvPr/>
        </p:nvGrpSpPr>
        <p:grpSpPr>
          <a:xfrm>
            <a:off x="7390307" y="444840"/>
            <a:ext cx="2387880" cy="885240"/>
            <a:chOff x="7390307" y="444840"/>
            <a:chExt cx="2387880" cy="88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769057FC-FF6A-FC0A-1F0E-F14B51E7A105}"/>
                    </a:ext>
                  </a:extLst>
                </p14:cNvPr>
                <p14:cNvContentPartPr/>
                <p14:nvPr/>
              </p14:nvContentPartPr>
              <p14:xfrm>
                <a:off x="7390307" y="886920"/>
                <a:ext cx="156600" cy="900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769057FC-FF6A-FC0A-1F0E-F14B51E7A105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7384187" y="880800"/>
                  <a:ext cx="168840" cy="2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F8DCE329-94DB-C767-4E4D-45768DBEE8BA}"/>
                    </a:ext>
                  </a:extLst>
                </p14:cNvPr>
                <p14:cNvContentPartPr/>
                <p14:nvPr/>
              </p14:nvContentPartPr>
              <p14:xfrm>
                <a:off x="7391747" y="954240"/>
                <a:ext cx="97560" cy="39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F8DCE329-94DB-C767-4E4D-45768DBEE8BA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7385627" y="948120"/>
                  <a:ext cx="1098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6324F7AA-C8D3-290C-888C-928A7069DFA7}"/>
                    </a:ext>
                  </a:extLst>
                </p14:cNvPr>
                <p14:cNvContentPartPr/>
                <p14:nvPr/>
              </p14:nvContentPartPr>
              <p14:xfrm>
                <a:off x="7634027" y="474000"/>
                <a:ext cx="660240" cy="85608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6324F7AA-C8D3-290C-888C-928A7069DFA7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627907" y="467880"/>
                  <a:ext cx="672480" cy="86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B285DAA-16C7-76DE-3B3F-C65E49A2F79A}"/>
                    </a:ext>
                  </a:extLst>
                </p14:cNvPr>
                <p14:cNvContentPartPr/>
                <p14:nvPr/>
              </p14:nvContentPartPr>
              <p14:xfrm>
                <a:off x="8285267" y="777840"/>
                <a:ext cx="207000" cy="2631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B285DAA-16C7-76DE-3B3F-C65E49A2F79A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8279147" y="771720"/>
                  <a:ext cx="219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64498913-BA0E-D487-8875-426DC6643555}"/>
                    </a:ext>
                  </a:extLst>
                </p14:cNvPr>
                <p14:cNvContentPartPr/>
                <p14:nvPr/>
              </p14:nvContentPartPr>
              <p14:xfrm>
                <a:off x="8433587" y="914280"/>
                <a:ext cx="130320" cy="8028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64498913-BA0E-D487-8875-426DC6643555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427467" y="908160"/>
                  <a:ext cx="14256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193E8D53-D3C5-4DA9-1FB1-641643A36338}"/>
                    </a:ext>
                  </a:extLst>
                </p14:cNvPr>
                <p14:cNvContentPartPr/>
                <p14:nvPr/>
              </p14:nvContentPartPr>
              <p14:xfrm>
                <a:off x="8655347" y="849840"/>
                <a:ext cx="97560" cy="1353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193E8D53-D3C5-4DA9-1FB1-641643A3633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649227" y="843720"/>
                  <a:ext cx="10980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231F4B0F-5E29-A5F8-D953-0CA0D7666A76}"/>
                    </a:ext>
                  </a:extLst>
                </p14:cNvPr>
                <p14:cNvContentPartPr/>
                <p14:nvPr/>
              </p14:nvContentPartPr>
              <p14:xfrm>
                <a:off x="8793587" y="926160"/>
                <a:ext cx="1800" cy="464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231F4B0F-5E29-A5F8-D953-0CA0D7666A7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787467" y="920040"/>
                  <a:ext cx="1404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8B3FB8F-4ADF-6612-15A1-5A7E4B494767}"/>
                    </a:ext>
                  </a:extLst>
                </p14:cNvPr>
                <p14:cNvContentPartPr/>
                <p14:nvPr/>
              </p14:nvContentPartPr>
              <p14:xfrm>
                <a:off x="8894387" y="785400"/>
                <a:ext cx="13320" cy="5832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8B3FB8F-4ADF-6612-15A1-5A7E4B494767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888267" y="779280"/>
                  <a:ext cx="2556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1DD65214-793C-7F88-BC4A-889B184D5742}"/>
                    </a:ext>
                  </a:extLst>
                </p14:cNvPr>
                <p14:cNvContentPartPr/>
                <p14:nvPr/>
              </p14:nvContentPartPr>
              <p14:xfrm>
                <a:off x="8912747" y="877560"/>
                <a:ext cx="120600" cy="73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1DD65214-793C-7F88-BC4A-889B184D5742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8906627" y="871440"/>
                  <a:ext cx="13284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89B5A877-51C7-F739-F7C6-2477B0B7AB2E}"/>
                    </a:ext>
                  </a:extLst>
                </p14:cNvPr>
                <p14:cNvContentPartPr/>
                <p14:nvPr/>
              </p14:nvContentPartPr>
              <p14:xfrm>
                <a:off x="9099227" y="904200"/>
                <a:ext cx="136440" cy="38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89B5A877-51C7-F739-F7C6-2477B0B7AB2E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093107" y="898080"/>
                  <a:ext cx="1486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3283838F-BD1D-AC9F-AB4E-830FB271D75E}"/>
                    </a:ext>
                  </a:extLst>
                </p14:cNvPr>
                <p14:cNvContentPartPr/>
                <p14:nvPr/>
              </p14:nvContentPartPr>
              <p14:xfrm>
                <a:off x="9283907" y="870360"/>
                <a:ext cx="78120" cy="471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3283838F-BD1D-AC9F-AB4E-830FB271D75E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277787" y="864240"/>
                  <a:ext cx="90360" cy="5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94B99853-2662-4D12-C160-F398D90190D4}"/>
                    </a:ext>
                  </a:extLst>
                </p14:cNvPr>
                <p14:cNvContentPartPr/>
                <p14:nvPr/>
              </p14:nvContentPartPr>
              <p14:xfrm>
                <a:off x="9409187" y="869640"/>
                <a:ext cx="78840" cy="10584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94B99853-2662-4D12-C160-F398D90190D4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9403067" y="863520"/>
                  <a:ext cx="910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D6AC8FF6-7D8D-2F29-F126-02F2E69C8200}"/>
                    </a:ext>
                  </a:extLst>
                </p14:cNvPr>
                <p14:cNvContentPartPr/>
                <p14:nvPr/>
              </p14:nvContentPartPr>
              <p14:xfrm>
                <a:off x="8278067" y="444840"/>
                <a:ext cx="1500120" cy="26424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D6AC8FF6-7D8D-2F29-F126-02F2E69C8200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8271947" y="438720"/>
                  <a:ext cx="1512360" cy="276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66166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0BDEA3-32CD-3BCA-1137-CADB7EBE1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1E4CF2-FF1C-6225-BA69-E530310E31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ZA" dirty="0"/>
              <a:t>So, in order to use the PERT technique, you need to make 3 guesses as to what the duration will be for each activity in your project.</a:t>
            </a:r>
          </a:p>
          <a:p>
            <a:r>
              <a:rPr lang="en-ZA" dirty="0"/>
              <a:t>The first guess is the optimistic guess.  A    20mins</a:t>
            </a:r>
          </a:p>
          <a:p>
            <a:r>
              <a:rPr lang="en-ZA" dirty="0"/>
              <a:t>The second guess is the most-likely guess. M     30mins</a:t>
            </a:r>
          </a:p>
          <a:p>
            <a:r>
              <a:rPr lang="en-ZA" dirty="0"/>
              <a:t>The third guess is the pessimistic guess. B   1hour</a:t>
            </a:r>
          </a:p>
        </p:txBody>
      </p:sp>
    </p:spTree>
    <p:extLst>
      <p:ext uri="{BB962C8B-B14F-4D97-AF65-F5344CB8AC3E}">
        <p14:creationId xmlns:p14="http://schemas.microsoft.com/office/powerpoint/2010/main" val="37805062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972D2BE-4FFB-8DF3-E4A5-40965230A639}"/>
                  </a:ext>
                </a:extLst>
              </p14:cNvPr>
              <p14:cNvContentPartPr/>
              <p14:nvPr/>
            </p14:nvContentPartPr>
            <p14:xfrm>
              <a:off x="2225120" y="3732400"/>
              <a:ext cx="7612200" cy="40212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972D2BE-4FFB-8DF3-E4A5-40965230A6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20800" y="3728080"/>
                <a:ext cx="7620840" cy="41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26BD384D-70B7-59EE-C7E3-CFF7A1FB40A2}"/>
                  </a:ext>
                </a:extLst>
              </p14:cNvPr>
              <p14:cNvContentPartPr/>
              <p14:nvPr/>
            </p14:nvContentPartPr>
            <p14:xfrm>
              <a:off x="2757200" y="762040"/>
              <a:ext cx="6841080" cy="316116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26BD384D-70B7-59EE-C7E3-CFF7A1FB40A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752880" y="757720"/>
                <a:ext cx="6849720" cy="316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DD41764-909D-6680-4870-5D642DB44125}"/>
                  </a:ext>
                </a:extLst>
              </p14:cNvPr>
              <p14:cNvContentPartPr/>
              <p14:nvPr/>
            </p14:nvContentPartPr>
            <p14:xfrm>
              <a:off x="9047120" y="774640"/>
              <a:ext cx="42480" cy="1789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DD41764-909D-6680-4870-5D642DB44125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2800" y="770320"/>
                <a:ext cx="51120" cy="187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82AF685B-1A3F-2ECF-3003-530428424643}"/>
                  </a:ext>
                </a:extLst>
              </p14:cNvPr>
              <p14:cNvContentPartPr/>
              <p14:nvPr/>
            </p14:nvContentPartPr>
            <p14:xfrm>
              <a:off x="9038120" y="588160"/>
              <a:ext cx="300240" cy="389520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82AF685B-1A3F-2ECF-3003-53042842464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033800" y="583840"/>
                <a:ext cx="308880" cy="39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B58F0FFA-12C3-6A8B-9C9D-9594AEE44FD2}"/>
                  </a:ext>
                </a:extLst>
              </p14:cNvPr>
              <p14:cNvContentPartPr/>
              <p14:nvPr/>
            </p14:nvContentPartPr>
            <p14:xfrm>
              <a:off x="9425480" y="771400"/>
              <a:ext cx="216360" cy="1645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B58F0FFA-12C3-6A8B-9C9D-9594AEE44FD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421160" y="767080"/>
                <a:ext cx="225000" cy="173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A94C3ED1-E000-AC4C-5854-C068ABB88BA9}"/>
                  </a:ext>
                </a:extLst>
              </p14:cNvPr>
              <p14:cNvContentPartPr/>
              <p14:nvPr/>
            </p14:nvContentPartPr>
            <p14:xfrm>
              <a:off x="9739760" y="561520"/>
              <a:ext cx="158400" cy="367200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A94C3ED1-E000-AC4C-5854-C068ABB88BA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9735440" y="557200"/>
                <a:ext cx="167040" cy="37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263059FA-D388-4EE9-7596-3AB989689CF5}"/>
                  </a:ext>
                </a:extLst>
              </p14:cNvPr>
              <p14:cNvContentPartPr/>
              <p14:nvPr/>
            </p14:nvContentPartPr>
            <p14:xfrm>
              <a:off x="9723560" y="724960"/>
              <a:ext cx="418320" cy="23040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263059FA-D388-4EE9-7596-3AB989689CF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9718880" y="720640"/>
                <a:ext cx="426960" cy="23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C9870D-F08F-7D27-B2D8-A4B299252A6B}"/>
                  </a:ext>
                </a:extLst>
              </p14:cNvPr>
              <p14:cNvContentPartPr/>
              <p14:nvPr/>
            </p14:nvContentPartPr>
            <p14:xfrm>
              <a:off x="10162400" y="857800"/>
              <a:ext cx="211680" cy="12960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C9870D-F08F-7D27-B2D8-A4B299252A6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0158080" y="853480"/>
                <a:ext cx="220320" cy="216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7677591D-A46D-1AD9-50BD-08954E571E4D}"/>
              </a:ext>
            </a:extLst>
          </p:cNvPr>
          <p:cNvGrpSpPr/>
          <p:nvPr/>
        </p:nvGrpSpPr>
        <p:grpSpPr>
          <a:xfrm>
            <a:off x="9408200" y="1103320"/>
            <a:ext cx="2488320" cy="476280"/>
            <a:chOff x="9408200" y="1103320"/>
            <a:chExt cx="2488320" cy="476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B0D8077-5C44-83B7-A291-320E0A77147A}"/>
                    </a:ext>
                  </a:extLst>
                </p14:cNvPr>
                <p14:cNvContentPartPr/>
                <p14:nvPr/>
              </p14:nvContentPartPr>
              <p14:xfrm>
                <a:off x="9599720" y="1348120"/>
                <a:ext cx="24840" cy="141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B0D8077-5C44-83B7-A291-320E0A7714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9595400" y="1343800"/>
                  <a:ext cx="3348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F92C9F0-9499-AED4-EC53-9372CE92F57D}"/>
                    </a:ext>
                  </a:extLst>
                </p14:cNvPr>
                <p14:cNvContentPartPr/>
                <p14:nvPr/>
              </p14:nvContentPartPr>
              <p14:xfrm>
                <a:off x="9408200" y="1161280"/>
                <a:ext cx="406080" cy="418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F92C9F0-9499-AED4-EC53-9372CE92F57D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9403880" y="1156960"/>
                  <a:ext cx="414720" cy="42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2A843E-E5E2-D052-5D70-FCEC6B0F63E4}"/>
                    </a:ext>
                  </a:extLst>
                </p14:cNvPr>
                <p14:cNvContentPartPr/>
                <p14:nvPr/>
              </p14:nvContentPartPr>
              <p14:xfrm>
                <a:off x="9887000" y="1421200"/>
                <a:ext cx="41040" cy="853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2A843E-E5E2-D052-5D70-FCEC6B0F63E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9882680" y="1416880"/>
                  <a:ext cx="496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8BC4D76-A574-D042-14A9-8A08993F1484}"/>
                    </a:ext>
                  </a:extLst>
                </p14:cNvPr>
                <p14:cNvContentPartPr/>
                <p14:nvPr/>
              </p14:nvContentPartPr>
              <p14:xfrm>
                <a:off x="10054040" y="1200880"/>
                <a:ext cx="360" cy="36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8BC4D76-A574-D042-14A9-8A08993F148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049720" y="119656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99CF80D-1FF9-598B-F660-5F6618645DBA}"/>
                    </a:ext>
                  </a:extLst>
                </p14:cNvPr>
                <p14:cNvContentPartPr/>
                <p14:nvPr/>
              </p14:nvContentPartPr>
              <p14:xfrm>
                <a:off x="9979880" y="1333720"/>
                <a:ext cx="129600" cy="17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99CF80D-1FF9-598B-F660-5F6618645DB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975560" y="1329400"/>
                  <a:ext cx="138240" cy="18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7683F8E-6E01-C486-289E-7717CD85FDA2}"/>
                    </a:ext>
                  </a:extLst>
                </p14:cNvPr>
                <p14:cNvContentPartPr/>
                <p14:nvPr/>
              </p14:nvContentPartPr>
              <p14:xfrm>
                <a:off x="10189400" y="1170280"/>
                <a:ext cx="233280" cy="355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7683F8E-6E01-C486-289E-7717CD85FDA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85080" y="1165960"/>
                  <a:ext cx="241920" cy="36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5D8482D-A433-486C-6670-4DDB2257C534}"/>
                    </a:ext>
                  </a:extLst>
                </p14:cNvPr>
                <p14:cNvContentPartPr/>
                <p14:nvPr/>
              </p14:nvContentPartPr>
              <p14:xfrm>
                <a:off x="10230800" y="1326520"/>
                <a:ext cx="199800" cy="1533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5D8482D-A433-486C-6670-4DDB2257C53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226480" y="1322200"/>
                  <a:ext cx="208440" cy="16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885A42F-0F4F-679D-AD2F-DB0C5DD3C8E0}"/>
                    </a:ext>
                  </a:extLst>
                </p14:cNvPr>
                <p14:cNvContentPartPr/>
                <p14:nvPr/>
              </p14:nvContentPartPr>
              <p14:xfrm>
                <a:off x="10467680" y="1498960"/>
                <a:ext cx="37440" cy="345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885A42F-0F4F-679D-AD2F-DB0C5DD3C8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463360" y="1494640"/>
                  <a:ext cx="46080" cy="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279E1561-4E1C-E674-5B80-9F9E3762CBFD}"/>
                    </a:ext>
                  </a:extLst>
                </p14:cNvPr>
                <p14:cNvContentPartPr/>
                <p14:nvPr/>
              </p14:nvContentPartPr>
              <p14:xfrm>
                <a:off x="10732280" y="1103320"/>
                <a:ext cx="41760" cy="78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279E1561-4E1C-E674-5B80-9F9E3762CBF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727960" y="1099000"/>
                  <a:ext cx="5040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0E3FC57-76E9-CE85-A041-9344416595F9}"/>
                    </a:ext>
                  </a:extLst>
                </p14:cNvPr>
                <p14:cNvContentPartPr/>
                <p14:nvPr/>
              </p14:nvContentPartPr>
              <p14:xfrm>
                <a:off x="10672520" y="1124920"/>
                <a:ext cx="190800" cy="430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0E3FC57-76E9-CE85-A041-9344416595F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0668200" y="1120600"/>
                  <a:ext cx="199440" cy="43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4B01D7F5-4778-E825-5BB5-5322CFDCD876}"/>
                    </a:ext>
                  </a:extLst>
                </p14:cNvPr>
                <p14:cNvContentPartPr/>
                <p14:nvPr/>
              </p14:nvContentPartPr>
              <p14:xfrm>
                <a:off x="10894640" y="1453240"/>
                <a:ext cx="115200" cy="651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4B01D7F5-4778-E825-5BB5-5322CFDCD87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890320" y="1448920"/>
                  <a:ext cx="12384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341CF4C-0921-A8C4-DCC7-477A2573CBB1}"/>
                    </a:ext>
                  </a:extLst>
                </p14:cNvPr>
                <p14:cNvContentPartPr/>
                <p14:nvPr/>
              </p14:nvContentPartPr>
              <p14:xfrm>
                <a:off x="11050880" y="1131400"/>
                <a:ext cx="176400" cy="3488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341CF4C-0921-A8C4-DCC7-477A2573CBB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1046560" y="1127080"/>
                  <a:ext cx="185040" cy="35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44CD1C2-DB85-0E9E-C7B1-D6F46CFCFBA4}"/>
                    </a:ext>
                  </a:extLst>
                </p14:cNvPr>
                <p14:cNvContentPartPr/>
                <p14:nvPr/>
              </p14:nvContentPartPr>
              <p14:xfrm>
                <a:off x="11089760" y="1366480"/>
                <a:ext cx="204120" cy="1447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44CD1C2-DB85-0E9E-C7B1-D6F46CFCFBA4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1085440" y="1362160"/>
                  <a:ext cx="21276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6B6451F-9C86-7130-9A33-5F3B9438795D}"/>
                    </a:ext>
                  </a:extLst>
                </p14:cNvPr>
                <p14:cNvContentPartPr/>
                <p14:nvPr/>
              </p14:nvContentPartPr>
              <p14:xfrm>
                <a:off x="11404040" y="1222480"/>
                <a:ext cx="23040" cy="565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6B6451F-9C86-7130-9A33-5F3B9438795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99720" y="1218160"/>
                  <a:ext cx="316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0662B07-55B0-EA46-9479-E6E00FEB2BB0}"/>
                    </a:ext>
                  </a:extLst>
                </p14:cNvPr>
                <p14:cNvContentPartPr/>
                <p14:nvPr/>
              </p14:nvContentPartPr>
              <p14:xfrm>
                <a:off x="11485040" y="1221760"/>
                <a:ext cx="411480" cy="240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0662B07-55B0-EA46-9479-E6E00FEB2BB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480720" y="1217440"/>
                  <a:ext cx="42012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1F816F50-9018-B153-B740-CA21AA50DBB1}"/>
                    </a:ext>
                  </a:extLst>
                </p14:cNvPr>
                <p14:cNvContentPartPr/>
                <p14:nvPr/>
              </p14:nvContentPartPr>
              <p14:xfrm>
                <a:off x="9846320" y="1190080"/>
                <a:ext cx="51840" cy="68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1F816F50-9018-B153-B740-CA21AA50DBB1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42000" y="1185760"/>
                  <a:ext cx="60480" cy="15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6BB87002-254E-1217-991C-C3D5B2E13F73}"/>
                  </a:ext>
                </a:extLst>
              </p14:cNvPr>
              <p14:cNvContentPartPr/>
              <p14:nvPr/>
            </p14:nvContentPartPr>
            <p14:xfrm>
              <a:off x="3911720" y="3049480"/>
              <a:ext cx="134280" cy="106236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6BB87002-254E-1217-991C-C3D5B2E13F7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3907400" y="3045160"/>
                <a:ext cx="142920" cy="1071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DF2EE460-2F3C-CA7E-2753-C17D89A7268F}"/>
                  </a:ext>
                </a:extLst>
              </p14:cNvPr>
              <p14:cNvContentPartPr/>
              <p14:nvPr/>
            </p14:nvContentPartPr>
            <p14:xfrm>
              <a:off x="5942120" y="392680"/>
              <a:ext cx="609120" cy="402336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DF2EE460-2F3C-CA7E-2753-C17D89A7268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5937800" y="388360"/>
                <a:ext cx="617760" cy="403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800CE164-A1B4-AA9D-80B7-A452743541B9}"/>
                  </a:ext>
                </a:extLst>
              </p14:cNvPr>
              <p14:cNvContentPartPr/>
              <p14:nvPr/>
            </p14:nvContentPartPr>
            <p14:xfrm>
              <a:off x="8169080" y="3111400"/>
              <a:ext cx="171360" cy="1273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800CE164-A1B4-AA9D-80B7-A452743541B9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164760" y="3107080"/>
                <a:ext cx="180000" cy="128232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1D02899A-956B-0667-FCC5-0FB3E9D79AB5}"/>
              </a:ext>
            </a:extLst>
          </p:cNvPr>
          <p:cNvGrpSpPr/>
          <p:nvPr/>
        </p:nvGrpSpPr>
        <p:grpSpPr>
          <a:xfrm>
            <a:off x="3713000" y="4215160"/>
            <a:ext cx="205920" cy="306720"/>
            <a:chOff x="3713000" y="4215160"/>
            <a:chExt cx="205920" cy="30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C065B6FC-6765-FD7E-62EF-42E5D0ED8F3B}"/>
                    </a:ext>
                  </a:extLst>
                </p14:cNvPr>
                <p14:cNvContentPartPr/>
                <p14:nvPr/>
              </p14:nvContentPartPr>
              <p14:xfrm>
                <a:off x="3713000" y="4215160"/>
                <a:ext cx="124920" cy="306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C065B6FC-6765-FD7E-62EF-42E5D0ED8F3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708680" y="4210840"/>
                  <a:ext cx="133560" cy="31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5B8E183-9FB7-8ED8-B5BB-F2BB8D6C9F02}"/>
                    </a:ext>
                  </a:extLst>
                </p14:cNvPr>
                <p14:cNvContentPartPr/>
                <p14:nvPr/>
              </p14:nvContentPartPr>
              <p14:xfrm>
                <a:off x="3748640" y="4346200"/>
                <a:ext cx="170280" cy="122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5B8E183-9FB7-8ED8-B5BB-F2BB8D6C9F0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744320" y="4341880"/>
                  <a:ext cx="178920" cy="2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12140E7B-359F-0877-DE22-FF1DB6D26BA6}"/>
                  </a:ext>
                </a:extLst>
              </p14:cNvPr>
              <p14:cNvContentPartPr/>
              <p14:nvPr/>
            </p14:nvContentPartPr>
            <p14:xfrm>
              <a:off x="5681120" y="4573720"/>
              <a:ext cx="360720" cy="21168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12140E7B-359F-0877-DE22-FF1DB6D26BA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5676800" y="4569400"/>
                <a:ext cx="369360" cy="220320"/>
              </a:xfrm>
              <a:prstGeom prst="rect">
                <a:avLst/>
              </a:prstGeom>
            </p:spPr>
          </p:pic>
        </mc:Fallback>
      </mc:AlternateContent>
      <p:grpSp>
        <p:nvGrpSpPr>
          <p:cNvPr id="66" name="Group 65">
            <a:extLst>
              <a:ext uri="{FF2B5EF4-FFF2-40B4-BE49-F238E27FC236}">
                <a16:creationId xmlns:a16="http://schemas.microsoft.com/office/drawing/2014/main" id="{30BC58A5-373E-9908-9F98-369AFE52C04E}"/>
              </a:ext>
            </a:extLst>
          </p:cNvPr>
          <p:cNvGrpSpPr/>
          <p:nvPr/>
        </p:nvGrpSpPr>
        <p:grpSpPr>
          <a:xfrm>
            <a:off x="527360" y="378280"/>
            <a:ext cx="783360" cy="424440"/>
            <a:chOff x="527360" y="378280"/>
            <a:chExt cx="783360" cy="424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593483DB-E268-7153-75F8-F86E43E30DAA}"/>
                    </a:ext>
                  </a:extLst>
                </p14:cNvPr>
                <p14:cNvContentPartPr/>
                <p14:nvPr/>
              </p14:nvContentPartPr>
              <p14:xfrm>
                <a:off x="736160" y="554320"/>
                <a:ext cx="156600" cy="2484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593483DB-E268-7153-75F8-F86E43E30DA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31840" y="550000"/>
                  <a:ext cx="1652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6AD61F07-9100-7773-4A5F-FE9BE57A765F}"/>
                    </a:ext>
                  </a:extLst>
                </p14:cNvPr>
                <p14:cNvContentPartPr/>
                <p14:nvPr/>
              </p14:nvContentPartPr>
              <p14:xfrm>
                <a:off x="527360" y="378280"/>
                <a:ext cx="738000" cy="3452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6AD61F07-9100-7773-4A5F-FE9BE57A765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523040" y="373960"/>
                  <a:ext cx="74664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E413B72E-FDB8-AEB7-1412-51D97326F9FF}"/>
                    </a:ext>
                  </a:extLst>
                </p14:cNvPr>
                <p14:cNvContentPartPr/>
                <p14:nvPr/>
              </p14:nvContentPartPr>
              <p14:xfrm>
                <a:off x="1188320" y="611920"/>
                <a:ext cx="122400" cy="828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E413B72E-FDB8-AEB7-1412-51D97326F9FF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84000" y="607600"/>
                  <a:ext cx="131040" cy="9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8A824789-2AE2-4DD3-BE90-B43456F24ABE}"/>
              </a:ext>
            </a:extLst>
          </p:cNvPr>
          <p:cNvGrpSpPr/>
          <p:nvPr/>
        </p:nvGrpSpPr>
        <p:grpSpPr>
          <a:xfrm>
            <a:off x="258440" y="1080640"/>
            <a:ext cx="1188720" cy="418680"/>
            <a:chOff x="258440" y="1080640"/>
            <a:chExt cx="1188720" cy="41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A0E4D33-F6B0-D1B7-0AB6-D942C30C7DBF}"/>
                    </a:ext>
                  </a:extLst>
                </p14:cNvPr>
                <p14:cNvContentPartPr/>
                <p14:nvPr/>
              </p14:nvContentPartPr>
              <p14:xfrm>
                <a:off x="320720" y="1171000"/>
                <a:ext cx="495360" cy="1360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A0E4D33-F6B0-D1B7-0AB6-D942C30C7DB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16400" y="1166680"/>
                  <a:ext cx="5040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2FF217C-0055-2DB0-E449-47B93F6D801E}"/>
                    </a:ext>
                  </a:extLst>
                </p14:cNvPr>
                <p14:cNvContentPartPr/>
                <p14:nvPr/>
              </p14:nvContentPartPr>
              <p14:xfrm>
                <a:off x="802040" y="1160200"/>
                <a:ext cx="255240" cy="1029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2FF217C-0055-2DB0-E449-47B93F6D801E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797720" y="1155880"/>
                  <a:ext cx="263880" cy="11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7F7CFF4-B106-7238-D62B-A5A1E44E013F}"/>
                    </a:ext>
                  </a:extLst>
                </p14:cNvPr>
                <p14:cNvContentPartPr/>
                <p14:nvPr/>
              </p14:nvContentPartPr>
              <p14:xfrm>
                <a:off x="1013360" y="1218160"/>
                <a:ext cx="99720" cy="2811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7F7CFF4-B106-7238-D62B-A5A1E44E013F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9040" y="1213840"/>
                  <a:ext cx="108360" cy="28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DDA29ADC-D0F9-31E3-5D7F-AEDA9D6A3070}"/>
                    </a:ext>
                  </a:extLst>
                </p14:cNvPr>
                <p14:cNvContentPartPr/>
                <p14:nvPr/>
              </p14:nvContentPartPr>
              <p14:xfrm>
                <a:off x="1112720" y="1080640"/>
                <a:ext cx="137880" cy="1375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DDA29ADC-D0F9-31E3-5D7F-AEDA9D6A307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108400" y="1076320"/>
                  <a:ext cx="14652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C96EEC6-F140-D308-14D0-86224B95D209}"/>
                    </a:ext>
                  </a:extLst>
                </p14:cNvPr>
                <p14:cNvContentPartPr/>
                <p14:nvPr/>
              </p14:nvContentPartPr>
              <p14:xfrm>
                <a:off x="1259960" y="1122400"/>
                <a:ext cx="187200" cy="1566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C96EEC6-F140-D308-14D0-86224B95D20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255640" y="1118080"/>
                  <a:ext cx="19584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2BE8B81-31C2-B7B6-031D-EDA5E09F6934}"/>
                    </a:ext>
                  </a:extLst>
                </p14:cNvPr>
                <p14:cNvContentPartPr/>
                <p14:nvPr/>
              </p14:nvContentPartPr>
              <p14:xfrm>
                <a:off x="258440" y="1392400"/>
                <a:ext cx="1181880" cy="781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2BE8B81-31C2-B7B6-031D-EDA5E09F6934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4120" y="1388080"/>
                  <a:ext cx="119052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9" name="Group 88">
            <a:extLst>
              <a:ext uri="{FF2B5EF4-FFF2-40B4-BE49-F238E27FC236}">
                <a16:creationId xmlns:a16="http://schemas.microsoft.com/office/drawing/2014/main" id="{4227033B-6969-AFA6-29F2-A75F67DB7D44}"/>
              </a:ext>
            </a:extLst>
          </p:cNvPr>
          <p:cNvGrpSpPr/>
          <p:nvPr/>
        </p:nvGrpSpPr>
        <p:grpSpPr>
          <a:xfrm>
            <a:off x="1769000" y="325720"/>
            <a:ext cx="4138920" cy="1028160"/>
            <a:chOff x="1769000" y="325720"/>
            <a:chExt cx="4138920" cy="1028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9B29A03-4375-E1A2-5E91-124D85237584}"/>
                    </a:ext>
                  </a:extLst>
                </p14:cNvPr>
                <p14:cNvContentPartPr/>
                <p14:nvPr/>
              </p14:nvContentPartPr>
              <p14:xfrm>
                <a:off x="1769000" y="556120"/>
                <a:ext cx="72720" cy="2199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9B29A03-4375-E1A2-5E91-124D8523758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764680" y="551800"/>
                  <a:ext cx="813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09AD1BA-0B28-47B6-9192-BADA6F28975E}"/>
                    </a:ext>
                  </a:extLst>
                </p14:cNvPr>
                <p14:cNvContentPartPr/>
                <p14:nvPr/>
              </p14:nvContentPartPr>
              <p14:xfrm>
                <a:off x="1871240" y="439120"/>
                <a:ext cx="151920" cy="1065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09AD1BA-0B28-47B6-9192-BADA6F28975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866920" y="434800"/>
                  <a:ext cx="16056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6142662-7E29-1DDD-4581-F98C0FF3C75B}"/>
                    </a:ext>
                  </a:extLst>
                </p14:cNvPr>
                <p14:cNvContentPartPr/>
                <p14:nvPr/>
              </p14:nvContentPartPr>
              <p14:xfrm>
                <a:off x="2031440" y="550720"/>
                <a:ext cx="181440" cy="206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6142662-7E29-1DDD-4581-F98C0FF3C75B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27120" y="546400"/>
                  <a:ext cx="1900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4E716A2-6014-AA52-C7EC-0993280631C1}"/>
                    </a:ext>
                  </a:extLst>
                </p14:cNvPr>
                <p14:cNvContentPartPr/>
                <p14:nvPr/>
              </p14:nvContentPartPr>
              <p14:xfrm>
                <a:off x="2202440" y="466840"/>
                <a:ext cx="117720" cy="57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4E716A2-6014-AA52-C7EC-0993280631C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198120" y="462520"/>
                  <a:ext cx="12636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A2602EA-2021-30C7-99BC-785E6F4CDA9F}"/>
                    </a:ext>
                  </a:extLst>
                </p14:cNvPr>
                <p14:cNvContentPartPr/>
                <p14:nvPr/>
              </p14:nvContentPartPr>
              <p14:xfrm>
                <a:off x="2121440" y="579520"/>
                <a:ext cx="170280" cy="16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A2602EA-2021-30C7-99BC-785E6F4CDA9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17120" y="575200"/>
                  <a:ext cx="17892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6712B9C-8A38-4BFA-FBA4-2F3AE16F24D8}"/>
                    </a:ext>
                  </a:extLst>
                </p14:cNvPr>
                <p14:cNvContentPartPr/>
                <p14:nvPr/>
              </p14:nvContentPartPr>
              <p14:xfrm>
                <a:off x="2362280" y="399880"/>
                <a:ext cx="254160" cy="2901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6712B9C-8A38-4BFA-FBA4-2F3AE16F24D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57960" y="395560"/>
                  <a:ext cx="262800" cy="29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F30740CE-7259-1D10-D720-BBD9220A31C3}"/>
                    </a:ext>
                  </a:extLst>
                </p14:cNvPr>
                <p14:cNvContentPartPr/>
                <p14:nvPr/>
              </p14:nvContentPartPr>
              <p14:xfrm>
                <a:off x="2809400" y="505360"/>
                <a:ext cx="109800" cy="2113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F30740CE-7259-1D10-D720-BBD9220A31C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805080" y="501040"/>
                  <a:ext cx="11844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3506DE1A-DC05-67A7-FAA3-5B7103ABCE8C}"/>
                    </a:ext>
                  </a:extLst>
                </p14:cNvPr>
                <p14:cNvContentPartPr/>
                <p14:nvPr/>
              </p14:nvContentPartPr>
              <p14:xfrm>
                <a:off x="2737400" y="403480"/>
                <a:ext cx="390600" cy="72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3506DE1A-DC05-67A7-FAA3-5B7103ABCE8C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733080" y="399160"/>
                  <a:ext cx="3992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DD7E4D-D1EC-CD58-3A24-29C476C77597}"/>
                    </a:ext>
                  </a:extLst>
                </p14:cNvPr>
                <p14:cNvContentPartPr/>
                <p14:nvPr/>
              </p14:nvContentPartPr>
              <p14:xfrm>
                <a:off x="3492320" y="480160"/>
                <a:ext cx="82440" cy="34488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DD7E4D-D1EC-CD58-3A24-29C476C7759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488000" y="475840"/>
                  <a:ext cx="91080" cy="35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12A640A-C1FF-7603-8082-5A25B5967DD0}"/>
                    </a:ext>
                  </a:extLst>
                </p14:cNvPr>
                <p14:cNvContentPartPr/>
                <p14:nvPr/>
              </p14:nvContentPartPr>
              <p14:xfrm>
                <a:off x="3433640" y="325720"/>
                <a:ext cx="909720" cy="401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12A640A-C1FF-7603-8082-5A25B5967DD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429320" y="321400"/>
                  <a:ext cx="918360" cy="41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53CE1B6D-F842-5040-2DD0-128137A95B44}"/>
                    </a:ext>
                  </a:extLst>
                </p14:cNvPr>
                <p14:cNvContentPartPr/>
                <p14:nvPr/>
              </p14:nvContentPartPr>
              <p14:xfrm>
                <a:off x="4375400" y="615880"/>
                <a:ext cx="169200" cy="99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53CE1B6D-F842-5040-2DD0-128137A95B4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371080" y="611560"/>
                  <a:ext cx="1778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CC7DDCD0-E123-7AC0-D13F-D399CD7F14D6}"/>
                    </a:ext>
                  </a:extLst>
                </p14:cNvPr>
                <p14:cNvContentPartPr/>
                <p14:nvPr/>
              </p14:nvContentPartPr>
              <p14:xfrm>
                <a:off x="4654400" y="627400"/>
                <a:ext cx="26640" cy="417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CC7DDCD0-E123-7AC0-D13F-D399CD7F14D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650080" y="623080"/>
                  <a:ext cx="3528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C6F09ED-EBD5-A997-8023-8483F5D2D341}"/>
                    </a:ext>
                  </a:extLst>
                </p14:cNvPr>
                <p14:cNvContentPartPr/>
                <p14:nvPr/>
              </p14:nvContentPartPr>
              <p14:xfrm>
                <a:off x="4778240" y="474040"/>
                <a:ext cx="360" cy="871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C6F09ED-EBD5-A997-8023-8483F5D2D34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773920" y="469720"/>
                  <a:ext cx="900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FDADD35B-E62C-7525-29E9-AEE9FFB00D0D}"/>
                    </a:ext>
                  </a:extLst>
                </p14:cNvPr>
                <p14:cNvContentPartPr/>
                <p14:nvPr/>
              </p14:nvContentPartPr>
              <p14:xfrm>
                <a:off x="4710560" y="554680"/>
                <a:ext cx="214560" cy="342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FDADD35B-E62C-7525-29E9-AEE9FFB00D0D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706240" y="550360"/>
                  <a:ext cx="22320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EAD59D3-A3C5-6884-2048-9DCDF6E9D68D}"/>
                    </a:ext>
                  </a:extLst>
                </p14:cNvPr>
                <p14:cNvContentPartPr/>
                <p14:nvPr/>
              </p14:nvContentPartPr>
              <p14:xfrm>
                <a:off x="5012240" y="562600"/>
                <a:ext cx="151920" cy="51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EAD59D3-A3C5-6884-2048-9DCDF6E9D68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07920" y="558280"/>
                  <a:ext cx="160560" cy="5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0E52E634-2B72-A695-E9BD-B67A6F6D817C}"/>
                    </a:ext>
                  </a:extLst>
                </p14:cNvPr>
                <p14:cNvContentPartPr/>
                <p14:nvPr/>
              </p14:nvContentPartPr>
              <p14:xfrm>
                <a:off x="5207000" y="532360"/>
                <a:ext cx="113400" cy="158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0E52E634-2B72-A695-E9BD-B67A6F6D817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202680" y="528040"/>
                  <a:ext cx="12204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C81105E-5014-AD66-7DFD-1EBA01E652D3}"/>
                    </a:ext>
                  </a:extLst>
                </p14:cNvPr>
                <p14:cNvContentPartPr/>
                <p14:nvPr/>
              </p14:nvContentPartPr>
              <p14:xfrm>
                <a:off x="2080400" y="1167400"/>
                <a:ext cx="309240" cy="103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C81105E-5014-AD66-7DFD-1EBA01E652D3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076080" y="1163080"/>
                  <a:ext cx="3178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4A8DE68D-AC68-540A-E20B-FDF6291B0F7F}"/>
                    </a:ext>
                  </a:extLst>
                </p14:cNvPr>
                <p14:cNvContentPartPr/>
                <p14:nvPr/>
              </p14:nvContentPartPr>
              <p14:xfrm>
                <a:off x="2914160" y="1071640"/>
                <a:ext cx="57240" cy="184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4A8DE68D-AC68-540A-E20B-FDF6291B0F7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909840" y="1067320"/>
                  <a:ext cx="658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EAC9D130-848D-1446-4299-6867DDDB0780}"/>
                    </a:ext>
                  </a:extLst>
                </p14:cNvPr>
                <p14:cNvContentPartPr/>
                <p14:nvPr/>
              </p14:nvContentPartPr>
              <p14:xfrm>
                <a:off x="2869160" y="1031320"/>
                <a:ext cx="165960" cy="322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EAC9D130-848D-1446-4299-6867DDDB078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64840" y="1027000"/>
                  <a:ext cx="17460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EB1F1715-463F-E673-B1A5-4137119E3B22}"/>
                    </a:ext>
                  </a:extLst>
                </p14:cNvPr>
                <p14:cNvContentPartPr/>
                <p14:nvPr/>
              </p14:nvContentPartPr>
              <p14:xfrm>
                <a:off x="3125480" y="1183960"/>
                <a:ext cx="200880" cy="163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EB1F1715-463F-E673-B1A5-4137119E3B2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121160" y="1179640"/>
                  <a:ext cx="20952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3FDCA9CD-465A-6493-9685-AC86688CB85D}"/>
                    </a:ext>
                  </a:extLst>
                </p14:cNvPr>
                <p14:cNvContentPartPr/>
                <p14:nvPr/>
              </p14:nvContentPartPr>
              <p14:xfrm>
                <a:off x="3439040" y="996040"/>
                <a:ext cx="126000" cy="2973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3FDCA9CD-465A-6493-9685-AC86688CB85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434720" y="991720"/>
                  <a:ext cx="13464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4849150-93AD-3D46-9B34-7A1C41250BC2}"/>
                    </a:ext>
                  </a:extLst>
                </p14:cNvPr>
                <p14:cNvContentPartPr/>
                <p14:nvPr/>
              </p14:nvContentPartPr>
              <p14:xfrm>
                <a:off x="3345800" y="1162000"/>
                <a:ext cx="343440" cy="1386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4849150-93AD-3D46-9B34-7A1C41250BC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341480" y="1157680"/>
                  <a:ext cx="35208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1889A9-D251-28C6-00CE-6C687CC56E19}"/>
                    </a:ext>
                  </a:extLst>
                </p14:cNvPr>
                <p14:cNvContentPartPr/>
                <p14:nvPr/>
              </p14:nvContentPartPr>
              <p14:xfrm>
                <a:off x="3780320" y="1207360"/>
                <a:ext cx="124200" cy="57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1889A9-D251-28C6-00CE-6C687CC56E19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776000" y="1203040"/>
                  <a:ext cx="1328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21CD84B8-B556-A6B0-598B-EB0F16E0EB80}"/>
                    </a:ext>
                  </a:extLst>
                </p14:cNvPr>
                <p14:cNvContentPartPr/>
                <p14:nvPr/>
              </p14:nvContentPartPr>
              <p14:xfrm>
                <a:off x="4100000" y="1056520"/>
                <a:ext cx="21960" cy="170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21CD84B8-B556-A6B0-598B-EB0F16E0EB8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095680" y="1052200"/>
                  <a:ext cx="3060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762CB1-88FF-53F3-FA0B-061E6EDD9A3E}"/>
                    </a:ext>
                  </a:extLst>
                </p14:cNvPr>
                <p14:cNvContentPartPr/>
                <p14:nvPr/>
              </p14:nvContentPartPr>
              <p14:xfrm>
                <a:off x="4003520" y="958960"/>
                <a:ext cx="236160" cy="3726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762CB1-88FF-53F3-FA0B-061E6EDD9A3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998840" y="954640"/>
                  <a:ext cx="244800" cy="38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5264268-B00E-7E17-4AFB-8FEF92FDC12C}"/>
                    </a:ext>
                  </a:extLst>
                </p14:cNvPr>
                <p14:cNvContentPartPr/>
                <p14:nvPr/>
              </p14:nvContentPartPr>
              <p14:xfrm>
                <a:off x="4309520" y="1167400"/>
                <a:ext cx="47160" cy="1278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5264268-B00E-7E17-4AFB-8FEF92FDC12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05200" y="1163080"/>
                  <a:ext cx="5580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BED9F15-35C7-2357-BED4-67652CB777CD}"/>
                    </a:ext>
                  </a:extLst>
                </p14:cNvPr>
                <p14:cNvContentPartPr/>
                <p14:nvPr/>
              </p14:nvContentPartPr>
              <p14:xfrm>
                <a:off x="4429760" y="1046440"/>
                <a:ext cx="25560" cy="255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BED9F15-35C7-2357-BED4-67652CB777CD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4425440" y="1042120"/>
                  <a:ext cx="342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9FBB31C1-EC97-1D77-62E3-688E44AF8AC0}"/>
                    </a:ext>
                  </a:extLst>
                </p14:cNvPr>
                <p14:cNvContentPartPr/>
                <p14:nvPr/>
              </p14:nvContentPartPr>
              <p14:xfrm>
                <a:off x="4463600" y="1131400"/>
                <a:ext cx="84600" cy="1587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9FBB31C1-EC97-1D77-62E3-688E44AF8AC0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4459280" y="1127080"/>
                  <a:ext cx="93240" cy="16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FC98114-0AB8-2075-3EE5-CD9F01F62516}"/>
                    </a:ext>
                  </a:extLst>
                </p14:cNvPr>
                <p14:cNvContentPartPr/>
                <p14:nvPr/>
              </p14:nvContentPartPr>
              <p14:xfrm>
                <a:off x="4576640" y="963280"/>
                <a:ext cx="161280" cy="328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FC98114-0AB8-2075-3EE5-CD9F01F6251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4572320" y="958960"/>
                  <a:ext cx="169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0E150A4-DF26-FD7A-ECAB-88B7F667A9A8}"/>
                    </a:ext>
                  </a:extLst>
                </p14:cNvPr>
                <p14:cNvContentPartPr/>
                <p14:nvPr/>
              </p14:nvContentPartPr>
              <p14:xfrm>
                <a:off x="4642880" y="1100800"/>
                <a:ext cx="226080" cy="1872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0E150A4-DF26-FD7A-ECAB-88B7F667A9A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4638560" y="1096480"/>
                  <a:ext cx="2347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F9B71E0D-F08A-22F5-101B-8F6770BD76D6}"/>
                    </a:ext>
                  </a:extLst>
                </p14:cNvPr>
                <p14:cNvContentPartPr/>
                <p14:nvPr/>
              </p14:nvContentPartPr>
              <p14:xfrm>
                <a:off x="4908200" y="1197280"/>
                <a:ext cx="2160" cy="554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F9B71E0D-F08A-22F5-101B-8F6770BD76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903880" y="1192960"/>
                  <a:ext cx="10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60D920F-B729-122B-54A6-47932C513D5F}"/>
                    </a:ext>
                  </a:extLst>
                </p14:cNvPr>
                <p14:cNvContentPartPr/>
                <p14:nvPr/>
              </p14:nvContentPartPr>
              <p14:xfrm>
                <a:off x="4973360" y="1030960"/>
                <a:ext cx="32760" cy="21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60D920F-B729-122B-54A6-47932C513D5F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969040" y="1026640"/>
                  <a:ext cx="4140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EEBCAF8-76CD-DAA9-0E9C-45CAB8308676}"/>
                    </a:ext>
                  </a:extLst>
                </p14:cNvPr>
                <p14:cNvContentPartPr/>
                <p14:nvPr/>
              </p14:nvContentPartPr>
              <p14:xfrm>
                <a:off x="5033120" y="842320"/>
                <a:ext cx="328680" cy="450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EEBCAF8-76CD-DAA9-0E9C-45CAB830867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028800" y="838000"/>
                  <a:ext cx="33732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ABC47FF6-3D26-27AF-2DB0-8E3A13CFF8EE}"/>
                    </a:ext>
                  </a:extLst>
                </p14:cNvPr>
                <p14:cNvContentPartPr/>
                <p14:nvPr/>
              </p14:nvContentPartPr>
              <p14:xfrm>
                <a:off x="5430920" y="1005040"/>
                <a:ext cx="166680" cy="27684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ABC47FF6-3D26-27AF-2DB0-8E3A13CFF8EE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426600" y="1000720"/>
                  <a:ext cx="1753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40CA4ED7-4B1C-3A25-9FD2-F57C634E1DDF}"/>
                    </a:ext>
                  </a:extLst>
                </p14:cNvPr>
                <p14:cNvContentPartPr/>
                <p14:nvPr/>
              </p14:nvContentPartPr>
              <p14:xfrm>
                <a:off x="5425520" y="1167400"/>
                <a:ext cx="212760" cy="1054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40CA4ED7-4B1C-3A25-9FD2-F57C634E1DD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421200" y="1163080"/>
                  <a:ext cx="22140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78BE1CD-2EB8-2C00-CA30-9F61016446AE}"/>
                    </a:ext>
                  </a:extLst>
                </p14:cNvPr>
                <p14:cNvContentPartPr/>
                <p14:nvPr/>
              </p14:nvContentPartPr>
              <p14:xfrm>
                <a:off x="5684000" y="1015840"/>
                <a:ext cx="17640" cy="83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78BE1CD-2EB8-2C00-CA30-9F61016446A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5679680" y="1011520"/>
                  <a:ext cx="26280" cy="9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5C17BBE5-7D56-DDAC-6CE2-9E051EE2434C}"/>
                    </a:ext>
                  </a:extLst>
                </p14:cNvPr>
                <p14:cNvContentPartPr/>
                <p14:nvPr/>
              </p14:nvContentPartPr>
              <p14:xfrm>
                <a:off x="5654120" y="1072000"/>
                <a:ext cx="253800" cy="1674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5C17BBE5-7D56-DDAC-6CE2-9E051EE2434C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5649800" y="1067680"/>
                  <a:ext cx="262440" cy="176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A9E61182-488F-E4FB-296A-D6DD3A53BB30}"/>
              </a:ext>
            </a:extLst>
          </p:cNvPr>
          <p:cNvGrpSpPr/>
          <p:nvPr/>
        </p:nvGrpSpPr>
        <p:grpSpPr>
          <a:xfrm>
            <a:off x="512960" y="1666000"/>
            <a:ext cx="658080" cy="309960"/>
            <a:chOff x="512960" y="1666000"/>
            <a:chExt cx="65808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7B36ED5E-0B83-0F6B-5F82-9555D73E6D30}"/>
                    </a:ext>
                  </a:extLst>
                </p14:cNvPr>
                <p14:cNvContentPartPr/>
                <p14:nvPr/>
              </p14:nvContentPartPr>
              <p14:xfrm>
                <a:off x="512960" y="1781200"/>
                <a:ext cx="283680" cy="19476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7B36ED5E-0B83-0F6B-5F82-9555D73E6D3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508640" y="1776880"/>
                  <a:ext cx="29232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8176ADA-DF06-FCA3-B910-4F6661124465}"/>
                    </a:ext>
                  </a:extLst>
                </p14:cNvPr>
                <p14:cNvContentPartPr/>
                <p14:nvPr/>
              </p14:nvContentPartPr>
              <p14:xfrm>
                <a:off x="956480" y="1666000"/>
                <a:ext cx="124920" cy="267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8176ADA-DF06-FCA3-B910-4F666112446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52160" y="1661680"/>
                  <a:ext cx="133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BEEE20B-BDDF-DEE7-F42F-71DDCECD880B}"/>
                    </a:ext>
                  </a:extLst>
                </p14:cNvPr>
                <p14:cNvContentPartPr/>
                <p14:nvPr/>
              </p14:nvContentPartPr>
              <p14:xfrm>
                <a:off x="947480" y="1781560"/>
                <a:ext cx="223560" cy="1321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BEEE20B-BDDF-DEE7-F42F-71DDCECD880B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43160" y="1777240"/>
                  <a:ext cx="232200" cy="140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C3EF6C27-288D-2055-691B-0692D922A279}"/>
                  </a:ext>
                </a:extLst>
              </p14:cNvPr>
              <p14:cNvContentPartPr/>
              <p14:nvPr/>
            </p14:nvContentPartPr>
            <p14:xfrm>
              <a:off x="1575680" y="1803880"/>
              <a:ext cx="221040" cy="12780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C3EF6C27-288D-2055-691B-0692D922A27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1571360" y="1799560"/>
                <a:ext cx="229680" cy="13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B1497A2B-FE4E-9615-6747-A332723F306B}"/>
              </a:ext>
            </a:extLst>
          </p:cNvPr>
          <p:cNvGrpSpPr/>
          <p:nvPr/>
        </p:nvGrpSpPr>
        <p:grpSpPr>
          <a:xfrm>
            <a:off x="2172920" y="1605520"/>
            <a:ext cx="1528200" cy="344520"/>
            <a:chOff x="2172920" y="1605520"/>
            <a:chExt cx="1528200" cy="3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F751A498-2086-4BC0-07E2-0E9E0664A34F}"/>
                    </a:ext>
                  </a:extLst>
                </p14:cNvPr>
                <p14:cNvContentPartPr/>
                <p14:nvPr/>
              </p14:nvContentPartPr>
              <p14:xfrm>
                <a:off x="2172920" y="1680040"/>
                <a:ext cx="342360" cy="21708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F751A498-2086-4BC0-07E2-0E9E0664A34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168600" y="1675720"/>
                  <a:ext cx="35100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664E039-FB1A-EC05-77D5-723C7AB8E34B}"/>
                    </a:ext>
                  </a:extLst>
                </p14:cNvPr>
                <p14:cNvContentPartPr/>
                <p14:nvPr/>
              </p14:nvContentPartPr>
              <p14:xfrm>
                <a:off x="2514920" y="1737280"/>
                <a:ext cx="266040" cy="1803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664E039-FB1A-EC05-77D5-723C7AB8E34B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510600" y="1732960"/>
                  <a:ext cx="27468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DBCB604-E382-6385-D4F0-1A646C54E039}"/>
                    </a:ext>
                  </a:extLst>
                </p14:cNvPr>
                <p14:cNvContentPartPr/>
                <p14:nvPr/>
              </p14:nvContentPartPr>
              <p14:xfrm>
                <a:off x="2775920" y="1801360"/>
                <a:ext cx="366840" cy="90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DBCB604-E382-6385-D4F0-1A646C54E039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2771600" y="1797040"/>
                  <a:ext cx="37548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FEE9EC9-E747-47DF-8F22-0F91BD062C4A}"/>
                    </a:ext>
                  </a:extLst>
                </p14:cNvPr>
                <p14:cNvContentPartPr/>
                <p14:nvPr/>
              </p14:nvContentPartPr>
              <p14:xfrm>
                <a:off x="3214040" y="1605520"/>
                <a:ext cx="487080" cy="34452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FEE9EC9-E747-47DF-8F22-0F91BD062C4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209720" y="1601200"/>
                  <a:ext cx="495720" cy="353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6A4945CC-FAF7-69DF-54FB-A93A21300960}"/>
              </a:ext>
            </a:extLst>
          </p:cNvPr>
          <p:cNvGrpSpPr/>
          <p:nvPr/>
        </p:nvGrpSpPr>
        <p:grpSpPr>
          <a:xfrm>
            <a:off x="423680" y="2100160"/>
            <a:ext cx="2756520" cy="478080"/>
            <a:chOff x="423680" y="2100160"/>
            <a:chExt cx="2756520" cy="47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1439634-8AEB-44C2-2D58-120C15287C77}"/>
                    </a:ext>
                  </a:extLst>
                </p14:cNvPr>
                <p14:cNvContentPartPr/>
                <p14:nvPr/>
              </p14:nvContentPartPr>
              <p14:xfrm>
                <a:off x="645800" y="2242000"/>
                <a:ext cx="61920" cy="16848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1439634-8AEB-44C2-2D58-120C15287C7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641480" y="2237680"/>
                  <a:ext cx="7056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E067AB8D-E50F-5E9E-C5EF-167F8222D4B0}"/>
                    </a:ext>
                  </a:extLst>
                </p14:cNvPr>
                <p14:cNvContentPartPr/>
                <p14:nvPr/>
              </p14:nvContentPartPr>
              <p14:xfrm>
                <a:off x="423680" y="2188720"/>
                <a:ext cx="379800" cy="389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E067AB8D-E50F-5E9E-C5EF-167F8222D4B0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19360" y="2184400"/>
                  <a:ext cx="388440" cy="39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5BBDD54-66FB-DDAE-6F33-F0D6F56C25F6}"/>
                    </a:ext>
                  </a:extLst>
                </p14:cNvPr>
                <p14:cNvContentPartPr/>
                <p14:nvPr/>
              </p14:nvContentPartPr>
              <p14:xfrm>
                <a:off x="911120" y="2421640"/>
                <a:ext cx="25560" cy="8532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5BBDD54-66FB-DDAE-6F33-F0D6F56C25F6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906800" y="2417320"/>
                  <a:ext cx="3420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33A626A-E5ED-0EB7-A401-FDBF73030BD9}"/>
                    </a:ext>
                  </a:extLst>
                </p14:cNvPr>
                <p14:cNvContentPartPr/>
                <p14:nvPr/>
              </p14:nvContentPartPr>
              <p14:xfrm>
                <a:off x="1024160" y="2202400"/>
                <a:ext cx="32040" cy="10980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33A626A-E5ED-0EB7-A401-FDBF73030BD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1019840" y="2198080"/>
                  <a:ext cx="40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536C03B-EE29-206F-AD06-38A100A2E89B}"/>
                    </a:ext>
                  </a:extLst>
                </p14:cNvPr>
                <p14:cNvContentPartPr/>
                <p14:nvPr/>
              </p14:nvContentPartPr>
              <p14:xfrm>
                <a:off x="1034960" y="2347840"/>
                <a:ext cx="117000" cy="17244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536C03B-EE29-206F-AD06-38A100A2E89B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030640" y="2343520"/>
                  <a:ext cx="125640" cy="18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E4EB6B52-7006-A49F-9A47-86B336C66AE2}"/>
                    </a:ext>
                  </a:extLst>
                </p14:cNvPr>
                <p14:cNvContentPartPr/>
                <p14:nvPr/>
              </p14:nvContentPartPr>
              <p14:xfrm>
                <a:off x="1261760" y="2182600"/>
                <a:ext cx="115920" cy="3517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E4EB6B52-7006-A49F-9A47-86B336C66AE2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257440" y="2178280"/>
                  <a:ext cx="1245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2DCF7457-474A-D5DF-25E0-4C8CEBC0227A}"/>
                    </a:ext>
                  </a:extLst>
                </p14:cNvPr>
                <p14:cNvContentPartPr/>
                <p14:nvPr/>
              </p14:nvContentPartPr>
              <p14:xfrm>
                <a:off x="1306040" y="2314360"/>
                <a:ext cx="219960" cy="154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2DCF7457-474A-D5DF-25E0-4C8CEBC0227A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301720" y="2310040"/>
                  <a:ext cx="22860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B0988B36-5908-BCDB-6CCF-FC4F53B449C0}"/>
                    </a:ext>
                  </a:extLst>
                </p14:cNvPr>
                <p14:cNvContentPartPr/>
                <p14:nvPr/>
              </p14:nvContentPartPr>
              <p14:xfrm>
                <a:off x="1573160" y="2399320"/>
                <a:ext cx="14760" cy="45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B0988B36-5908-BCDB-6CCF-FC4F53B449C0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68840" y="2395000"/>
                  <a:ext cx="2340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ED1F45A-0908-AC87-3C95-DB49BD8E4D6A}"/>
                    </a:ext>
                  </a:extLst>
                </p14:cNvPr>
                <p14:cNvContentPartPr/>
                <p14:nvPr/>
              </p14:nvContentPartPr>
              <p14:xfrm>
                <a:off x="1697000" y="2182600"/>
                <a:ext cx="360" cy="3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ED1F45A-0908-AC87-3C95-DB49BD8E4D6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692680" y="217828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DF560CD-0236-0B9C-A15B-94AB1CC1C112}"/>
                    </a:ext>
                  </a:extLst>
                </p14:cNvPr>
                <p14:cNvContentPartPr/>
                <p14:nvPr/>
              </p14:nvContentPartPr>
              <p14:xfrm>
                <a:off x="1690520" y="2100160"/>
                <a:ext cx="203400" cy="4428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DF560CD-0236-0B9C-A15B-94AB1CC1C112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686200" y="2095840"/>
                  <a:ext cx="21204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9596D755-4C7C-B1F8-17F2-60980D70EF40}"/>
                    </a:ext>
                  </a:extLst>
                </p14:cNvPr>
                <p14:cNvContentPartPr/>
                <p14:nvPr/>
              </p14:nvContentPartPr>
              <p14:xfrm>
                <a:off x="1974920" y="2401480"/>
                <a:ext cx="222480" cy="8280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9596D755-4C7C-B1F8-17F2-60980D70EF40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970600" y="2397160"/>
                  <a:ext cx="231120" cy="9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DD7B62E-EC3B-EFFC-8C23-931B9A9DE212}"/>
                    </a:ext>
                  </a:extLst>
                </p14:cNvPr>
                <p14:cNvContentPartPr/>
                <p14:nvPr/>
              </p14:nvContentPartPr>
              <p14:xfrm>
                <a:off x="2297480" y="2121040"/>
                <a:ext cx="207000" cy="3686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DD7B62E-EC3B-EFFC-8C23-931B9A9DE212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2293160" y="2116720"/>
                  <a:ext cx="21564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F7F22442-5640-76D2-B078-38E407288472}"/>
                    </a:ext>
                  </a:extLst>
                </p14:cNvPr>
                <p14:cNvContentPartPr/>
                <p14:nvPr/>
              </p14:nvContentPartPr>
              <p14:xfrm>
                <a:off x="2283800" y="2371240"/>
                <a:ext cx="309240" cy="1094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F7F22442-5640-76D2-B078-38E407288472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2279480" y="2366920"/>
                  <a:ext cx="317880" cy="11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DDBE17FA-BD50-8738-4307-A0F3B338EB7C}"/>
                    </a:ext>
                  </a:extLst>
                </p14:cNvPr>
                <p14:cNvContentPartPr/>
                <p14:nvPr/>
              </p14:nvContentPartPr>
              <p14:xfrm>
                <a:off x="2625080" y="2195200"/>
                <a:ext cx="58320" cy="1422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DDBE17FA-BD50-8738-4307-A0F3B338EB7C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2620760" y="2190880"/>
                  <a:ext cx="66960" cy="15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688E1541-5821-85AD-F254-B78E59D5CF7B}"/>
                    </a:ext>
                  </a:extLst>
                </p14:cNvPr>
                <p14:cNvContentPartPr/>
                <p14:nvPr/>
              </p14:nvContentPartPr>
              <p14:xfrm>
                <a:off x="2645960" y="2328400"/>
                <a:ext cx="405720" cy="1983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688E1541-5821-85AD-F254-B78E59D5CF7B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2641640" y="2324080"/>
                  <a:ext cx="41436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12F345CF-654B-55CD-3142-0792335A0A8B}"/>
                    </a:ext>
                  </a:extLst>
                </p14:cNvPr>
                <p14:cNvContentPartPr/>
                <p14:nvPr/>
              </p14:nvContentPartPr>
              <p14:xfrm>
                <a:off x="3176960" y="2494000"/>
                <a:ext cx="3240" cy="2844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12F345CF-654B-55CD-3142-0792335A0A8B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3172640" y="2489680"/>
                  <a:ext cx="11880" cy="3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652E12BE-8599-0C50-BDED-372E66188816}"/>
              </a:ext>
            </a:extLst>
          </p:cNvPr>
          <p:cNvGrpSpPr/>
          <p:nvPr/>
        </p:nvGrpSpPr>
        <p:grpSpPr>
          <a:xfrm>
            <a:off x="541760" y="5023000"/>
            <a:ext cx="226440" cy="334800"/>
            <a:chOff x="541760" y="5023000"/>
            <a:chExt cx="226440" cy="33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816F473E-C42F-C8F2-5B95-5C152583DD5F}"/>
                    </a:ext>
                  </a:extLst>
                </p14:cNvPr>
                <p14:cNvContentPartPr/>
                <p14:nvPr/>
              </p14:nvContentPartPr>
              <p14:xfrm>
                <a:off x="541760" y="5023000"/>
                <a:ext cx="99360" cy="3348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816F473E-C42F-C8F2-5B95-5C152583DD5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537440" y="5018680"/>
                  <a:ext cx="10800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61AE239F-D831-DFE5-C08D-BD4708F50088}"/>
                    </a:ext>
                  </a:extLst>
                </p14:cNvPr>
                <p14:cNvContentPartPr/>
                <p14:nvPr/>
              </p14:nvContentPartPr>
              <p14:xfrm>
                <a:off x="732560" y="5292640"/>
                <a:ext cx="35640" cy="417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61AE239F-D831-DFE5-C08D-BD4708F50088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728240" y="5288320"/>
                  <a:ext cx="44280" cy="50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4" name="Group 123">
            <a:extLst>
              <a:ext uri="{FF2B5EF4-FFF2-40B4-BE49-F238E27FC236}">
                <a16:creationId xmlns:a16="http://schemas.microsoft.com/office/drawing/2014/main" id="{98694F84-D031-7460-7B47-3FADD9068640}"/>
              </a:ext>
            </a:extLst>
          </p:cNvPr>
          <p:cNvGrpSpPr/>
          <p:nvPr/>
        </p:nvGrpSpPr>
        <p:grpSpPr>
          <a:xfrm>
            <a:off x="1138640" y="4875040"/>
            <a:ext cx="906480" cy="451800"/>
            <a:chOff x="1138640" y="4875040"/>
            <a:chExt cx="906480" cy="45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732115B-4576-6544-2C29-1BBFA143AFDD}"/>
                    </a:ext>
                  </a:extLst>
                </p14:cNvPr>
                <p14:cNvContentPartPr/>
                <p14:nvPr/>
              </p14:nvContentPartPr>
              <p14:xfrm>
                <a:off x="1259960" y="5010760"/>
                <a:ext cx="300240" cy="31608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732115B-4576-6544-2C29-1BBFA143AFDD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1255640" y="5006440"/>
                  <a:ext cx="30888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815A240A-C119-E85A-E5DB-771CFD982BF3}"/>
                    </a:ext>
                  </a:extLst>
                </p14:cNvPr>
                <p14:cNvContentPartPr/>
                <p14:nvPr/>
              </p14:nvContentPartPr>
              <p14:xfrm>
                <a:off x="1138640" y="4875040"/>
                <a:ext cx="810720" cy="40968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815A240A-C119-E85A-E5DB-771CFD982BF3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1134320" y="4870720"/>
                  <a:ext cx="81936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46089721-0DCE-F05B-B6B3-1F9E61E96563}"/>
                    </a:ext>
                  </a:extLst>
                </p14:cNvPr>
                <p14:cNvContentPartPr/>
                <p14:nvPr/>
              </p14:nvContentPartPr>
              <p14:xfrm>
                <a:off x="1860440" y="5194360"/>
                <a:ext cx="184680" cy="11808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46089721-0DCE-F05B-B6B3-1F9E61E96563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1856120" y="5190040"/>
                  <a:ext cx="193320" cy="126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15FC79D1-0DF6-2C0E-4427-FF520CB32F2B}"/>
              </a:ext>
            </a:extLst>
          </p:cNvPr>
          <p:cNvGrpSpPr/>
          <p:nvPr/>
        </p:nvGrpSpPr>
        <p:grpSpPr>
          <a:xfrm>
            <a:off x="2531480" y="5081680"/>
            <a:ext cx="1260000" cy="225360"/>
            <a:chOff x="2531480" y="5081680"/>
            <a:chExt cx="1260000" cy="225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EE5118A9-3A2B-F311-2853-99F9344C9612}"/>
                    </a:ext>
                  </a:extLst>
                </p14:cNvPr>
                <p14:cNvContentPartPr/>
                <p14:nvPr/>
              </p14:nvContentPartPr>
              <p14:xfrm>
                <a:off x="2531480" y="5137120"/>
                <a:ext cx="417600" cy="16992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EE5118A9-3A2B-F311-2853-99F9344C9612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2527160" y="5132800"/>
                  <a:ext cx="42624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E9415B75-9950-BBC9-B4FB-6217C65E048E}"/>
                    </a:ext>
                  </a:extLst>
                </p14:cNvPr>
                <p14:cNvContentPartPr/>
                <p14:nvPr/>
              </p14:nvContentPartPr>
              <p14:xfrm>
                <a:off x="3003800" y="5081680"/>
                <a:ext cx="486360" cy="15372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E9415B75-9950-BBC9-B4FB-6217C65E048E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2999480" y="5077360"/>
                  <a:ext cx="495000" cy="16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E03F0400-62DF-5108-B088-9351DC412396}"/>
                    </a:ext>
                  </a:extLst>
                </p14:cNvPr>
                <p14:cNvContentPartPr/>
                <p14:nvPr/>
              </p14:nvContentPartPr>
              <p14:xfrm>
                <a:off x="3543800" y="5106520"/>
                <a:ext cx="247680" cy="1267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E03F0400-62DF-5108-B088-9351DC412396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3539480" y="5102200"/>
                  <a:ext cx="256320" cy="13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578F0C55-2591-BF9D-2999-7CFF28439CFF}"/>
              </a:ext>
            </a:extLst>
          </p:cNvPr>
          <p:cNvGrpSpPr/>
          <p:nvPr/>
        </p:nvGrpSpPr>
        <p:grpSpPr>
          <a:xfrm>
            <a:off x="4260200" y="5058640"/>
            <a:ext cx="336960" cy="145080"/>
            <a:chOff x="4260200" y="5058640"/>
            <a:chExt cx="336960" cy="14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2407E50-F88D-3BF4-7926-5400DB19927F}"/>
                    </a:ext>
                  </a:extLst>
                </p14:cNvPr>
                <p14:cNvContentPartPr/>
                <p14:nvPr/>
              </p14:nvContentPartPr>
              <p14:xfrm>
                <a:off x="4260200" y="5058640"/>
                <a:ext cx="103680" cy="1432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2407E50-F88D-3BF4-7926-5400DB19927F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4255880" y="5054320"/>
                  <a:ext cx="11232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D93A2ADF-05DE-FBCB-9393-D3FEB0A73185}"/>
                    </a:ext>
                  </a:extLst>
                </p14:cNvPr>
                <p14:cNvContentPartPr/>
                <p14:nvPr/>
              </p14:nvContentPartPr>
              <p14:xfrm>
                <a:off x="4473680" y="5074120"/>
                <a:ext cx="123480" cy="12960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D93A2ADF-05DE-FBCB-9393-D3FEB0A73185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4469360" y="5069800"/>
                  <a:ext cx="132120" cy="138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645DD762-5352-BFFA-DCA6-8B4245BCD4C6}"/>
              </a:ext>
            </a:extLst>
          </p:cNvPr>
          <p:cNvGrpSpPr/>
          <p:nvPr/>
        </p:nvGrpSpPr>
        <p:grpSpPr>
          <a:xfrm>
            <a:off x="5014040" y="4816720"/>
            <a:ext cx="1888560" cy="604800"/>
            <a:chOff x="5014040" y="4816720"/>
            <a:chExt cx="1888560" cy="60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FE2D2258-49EE-ACD4-0281-D89DF78A759A}"/>
                    </a:ext>
                  </a:extLst>
                </p14:cNvPr>
                <p14:cNvContentPartPr/>
                <p14:nvPr/>
              </p14:nvContentPartPr>
              <p14:xfrm>
                <a:off x="5014040" y="4931200"/>
                <a:ext cx="423000" cy="14436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FE2D2258-49EE-ACD4-0281-D89DF78A759A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5009720" y="4926880"/>
                  <a:ext cx="431640" cy="15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DF85681-9649-0616-98BC-B01CA9148927}"/>
                    </a:ext>
                  </a:extLst>
                </p14:cNvPr>
                <p14:cNvContentPartPr/>
                <p14:nvPr/>
              </p14:nvContentPartPr>
              <p14:xfrm>
                <a:off x="5248760" y="4922200"/>
                <a:ext cx="252360" cy="1638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DF85681-9649-0616-98BC-B01CA9148927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5244440" y="4917880"/>
                  <a:ext cx="26100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A0BB7778-EAFD-8DF6-81AD-45828A8030D2}"/>
                    </a:ext>
                  </a:extLst>
                </p14:cNvPr>
                <p14:cNvContentPartPr/>
                <p14:nvPr/>
              </p14:nvContentPartPr>
              <p14:xfrm>
                <a:off x="5419040" y="5041360"/>
                <a:ext cx="151200" cy="3801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A0BB7778-EAFD-8DF6-81AD-45828A8030D2}"/>
                    </a:ext>
                  </a:extLst>
                </p:cNvPr>
                <p:cNvPicPr/>
                <p:nvPr/>
              </p:nvPicPr>
              <p:blipFill>
                <a:blip r:embed="rId226"/>
                <a:stretch>
                  <a:fillRect/>
                </a:stretch>
              </p:blipFill>
              <p:spPr>
                <a:xfrm>
                  <a:off x="5414720" y="5037040"/>
                  <a:ext cx="15984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7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9661364B-F00D-D8F9-AE0A-FFDFBE3FC007}"/>
                    </a:ext>
                  </a:extLst>
                </p14:cNvPr>
                <p14:cNvContentPartPr/>
                <p14:nvPr/>
              </p14:nvContentPartPr>
              <p14:xfrm>
                <a:off x="5581760" y="5068720"/>
                <a:ext cx="91800" cy="11592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9661364B-F00D-D8F9-AE0A-FFDFBE3FC007}"/>
                    </a:ext>
                  </a:extLst>
                </p:cNvPr>
                <p:cNvPicPr/>
                <p:nvPr/>
              </p:nvPicPr>
              <p:blipFill>
                <a:blip r:embed="rId228"/>
                <a:stretch>
                  <a:fillRect/>
                </a:stretch>
              </p:blipFill>
              <p:spPr>
                <a:xfrm>
                  <a:off x="5577440" y="5064400"/>
                  <a:ext cx="10044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9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C785CCDB-F1DE-8BEA-D4B9-87349E065A77}"/>
                    </a:ext>
                  </a:extLst>
                </p14:cNvPr>
                <p14:cNvContentPartPr/>
                <p14:nvPr/>
              </p14:nvContentPartPr>
              <p14:xfrm>
                <a:off x="5807840" y="5090320"/>
                <a:ext cx="466200" cy="11304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785CCDB-F1DE-8BEA-D4B9-87349E065A77}"/>
                    </a:ext>
                  </a:extLst>
                </p:cNvPr>
                <p:cNvPicPr/>
                <p:nvPr/>
              </p:nvPicPr>
              <p:blipFill>
                <a:blip r:embed="rId230"/>
                <a:stretch>
                  <a:fillRect/>
                </a:stretch>
              </p:blipFill>
              <p:spPr>
                <a:xfrm>
                  <a:off x="5803520" y="5086000"/>
                  <a:ext cx="4748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1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782C0E53-DB52-A2BB-EED3-7D2C2DC2D45C}"/>
                    </a:ext>
                  </a:extLst>
                </p14:cNvPr>
                <p14:cNvContentPartPr/>
                <p14:nvPr/>
              </p14:nvContentPartPr>
              <p14:xfrm>
                <a:off x="6298880" y="4849120"/>
                <a:ext cx="123120" cy="32148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782C0E53-DB52-A2BB-EED3-7D2C2DC2D45C}"/>
                    </a:ext>
                  </a:extLst>
                </p:cNvPr>
                <p:cNvPicPr/>
                <p:nvPr/>
              </p:nvPicPr>
              <p:blipFill>
                <a:blip r:embed="rId232"/>
                <a:stretch>
                  <a:fillRect/>
                </a:stretch>
              </p:blipFill>
              <p:spPr>
                <a:xfrm>
                  <a:off x="6294560" y="4844800"/>
                  <a:ext cx="1317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3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44C40B2-91B7-73BA-C13F-CF7816A6C4E9}"/>
                    </a:ext>
                  </a:extLst>
                </p14:cNvPr>
                <p14:cNvContentPartPr/>
                <p14:nvPr/>
              </p14:nvContentPartPr>
              <p14:xfrm>
                <a:off x="6299960" y="5055760"/>
                <a:ext cx="323640" cy="14148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44C40B2-91B7-73BA-C13F-CF7816A6C4E9}"/>
                    </a:ext>
                  </a:extLst>
                </p:cNvPr>
                <p:cNvPicPr/>
                <p:nvPr/>
              </p:nvPicPr>
              <p:blipFill>
                <a:blip r:embed="rId234"/>
                <a:stretch>
                  <a:fillRect/>
                </a:stretch>
              </p:blipFill>
              <p:spPr>
                <a:xfrm>
                  <a:off x="6295640" y="5051440"/>
                  <a:ext cx="33228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5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97ECCC6A-18C5-734A-6449-4F72CE686B4C}"/>
                    </a:ext>
                  </a:extLst>
                </p14:cNvPr>
                <p14:cNvContentPartPr/>
                <p14:nvPr/>
              </p14:nvContentPartPr>
              <p14:xfrm>
                <a:off x="6644840" y="4816720"/>
                <a:ext cx="257760" cy="396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97ECCC6A-18C5-734A-6449-4F72CE686B4C}"/>
                    </a:ext>
                  </a:extLst>
                </p:cNvPr>
                <p:cNvPicPr/>
                <p:nvPr/>
              </p:nvPicPr>
              <p:blipFill>
                <a:blip r:embed="rId236"/>
                <a:stretch>
                  <a:fillRect/>
                </a:stretch>
              </p:blipFill>
              <p:spPr>
                <a:xfrm>
                  <a:off x="6640520" y="4812400"/>
                  <a:ext cx="266400" cy="40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6" name="Group 155">
            <a:extLst>
              <a:ext uri="{FF2B5EF4-FFF2-40B4-BE49-F238E27FC236}">
                <a16:creationId xmlns:a16="http://schemas.microsoft.com/office/drawing/2014/main" id="{D54D500F-561D-3464-331E-6048494F839A}"/>
              </a:ext>
            </a:extLst>
          </p:cNvPr>
          <p:cNvGrpSpPr/>
          <p:nvPr/>
        </p:nvGrpSpPr>
        <p:grpSpPr>
          <a:xfrm>
            <a:off x="7369880" y="4537360"/>
            <a:ext cx="3715560" cy="764640"/>
            <a:chOff x="7369880" y="4537360"/>
            <a:chExt cx="3715560" cy="764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7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E80B34A-46A0-64BA-1083-56ADEE4E2227}"/>
                    </a:ext>
                  </a:extLst>
                </p14:cNvPr>
                <p14:cNvContentPartPr/>
                <p14:nvPr/>
              </p14:nvContentPartPr>
              <p14:xfrm>
                <a:off x="8098880" y="4625560"/>
                <a:ext cx="41040" cy="187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E80B34A-46A0-64BA-1083-56ADEE4E2227}"/>
                    </a:ext>
                  </a:extLst>
                </p:cNvPr>
                <p:cNvPicPr/>
                <p:nvPr/>
              </p:nvPicPr>
              <p:blipFill>
                <a:blip r:embed="rId238"/>
                <a:stretch>
                  <a:fillRect/>
                </a:stretch>
              </p:blipFill>
              <p:spPr>
                <a:xfrm>
                  <a:off x="8094560" y="4621240"/>
                  <a:ext cx="4968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9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8C113AD-3A64-E694-0437-A8CFE9E01111}"/>
                    </a:ext>
                  </a:extLst>
                </p14:cNvPr>
                <p14:cNvContentPartPr/>
                <p14:nvPr/>
              </p14:nvContentPartPr>
              <p14:xfrm>
                <a:off x="8078720" y="4537360"/>
                <a:ext cx="244800" cy="3009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28C113AD-3A64-E694-0437-A8CFE9E01111}"/>
                    </a:ext>
                  </a:extLst>
                </p:cNvPr>
                <p:cNvPicPr/>
                <p:nvPr/>
              </p:nvPicPr>
              <p:blipFill>
                <a:blip r:embed="rId240"/>
                <a:stretch>
                  <a:fillRect/>
                </a:stretch>
              </p:blipFill>
              <p:spPr>
                <a:xfrm>
                  <a:off x="8074400" y="4533040"/>
                  <a:ext cx="253440" cy="30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233C0CC0-A038-258B-0B36-1F4ECCA16BAD}"/>
                    </a:ext>
                  </a:extLst>
                </p14:cNvPr>
                <p14:cNvContentPartPr/>
                <p14:nvPr/>
              </p14:nvContentPartPr>
              <p14:xfrm>
                <a:off x="7369880" y="4842640"/>
                <a:ext cx="685800" cy="34020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233C0CC0-A038-258B-0B36-1F4ECCA16BAD}"/>
                    </a:ext>
                  </a:extLst>
                </p:cNvPr>
                <p:cNvPicPr/>
                <p:nvPr/>
              </p:nvPicPr>
              <p:blipFill>
                <a:blip r:embed="rId242"/>
                <a:stretch>
                  <a:fillRect/>
                </a:stretch>
              </p:blipFill>
              <p:spPr>
                <a:xfrm>
                  <a:off x="7365560" y="4838320"/>
                  <a:ext cx="69444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3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61362E80-9324-ABAC-F896-65FAC2A588A2}"/>
                    </a:ext>
                  </a:extLst>
                </p14:cNvPr>
                <p14:cNvContentPartPr/>
                <p14:nvPr/>
              </p14:nvContentPartPr>
              <p14:xfrm>
                <a:off x="8105000" y="5030560"/>
                <a:ext cx="229680" cy="19512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61362E80-9324-ABAC-F896-65FAC2A588A2}"/>
                    </a:ext>
                  </a:extLst>
                </p:cNvPr>
                <p:cNvPicPr/>
                <p:nvPr/>
              </p:nvPicPr>
              <p:blipFill>
                <a:blip r:embed="rId244"/>
                <a:stretch>
                  <a:fillRect/>
                </a:stretch>
              </p:blipFill>
              <p:spPr>
                <a:xfrm>
                  <a:off x="8100680" y="5026240"/>
                  <a:ext cx="23832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5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94EE86E7-D01B-1BA8-E77F-1237BB1D7BA8}"/>
                    </a:ext>
                  </a:extLst>
                </p14:cNvPr>
                <p14:cNvContentPartPr/>
                <p14:nvPr/>
              </p14:nvContentPartPr>
              <p14:xfrm>
                <a:off x="8318840" y="5108320"/>
                <a:ext cx="228240" cy="1177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4EE86E7-D01B-1BA8-E77F-1237BB1D7BA8}"/>
                    </a:ext>
                  </a:extLst>
                </p:cNvPr>
                <p:cNvPicPr/>
                <p:nvPr/>
              </p:nvPicPr>
              <p:blipFill>
                <a:blip r:embed="rId246"/>
                <a:stretch>
                  <a:fillRect/>
                </a:stretch>
              </p:blipFill>
              <p:spPr>
                <a:xfrm>
                  <a:off x="8314520" y="5104000"/>
                  <a:ext cx="23688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7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F3B284B-6E97-21E1-53EC-5D2264EFDC3F}"/>
                    </a:ext>
                  </a:extLst>
                </p14:cNvPr>
                <p14:cNvContentPartPr/>
                <p14:nvPr/>
              </p14:nvContentPartPr>
              <p14:xfrm>
                <a:off x="8612600" y="4873600"/>
                <a:ext cx="186480" cy="33156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F3B284B-6E97-21E1-53EC-5D2264EFDC3F}"/>
                    </a:ext>
                  </a:extLst>
                </p:cNvPr>
                <p:cNvPicPr/>
                <p:nvPr/>
              </p:nvPicPr>
              <p:blipFill>
                <a:blip r:embed="rId248"/>
                <a:stretch>
                  <a:fillRect/>
                </a:stretch>
              </p:blipFill>
              <p:spPr>
                <a:xfrm>
                  <a:off x="8608280" y="4869280"/>
                  <a:ext cx="195120" cy="34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9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BB2078B9-C643-C298-4150-55E919199CC3}"/>
                    </a:ext>
                  </a:extLst>
                </p14:cNvPr>
                <p14:cNvContentPartPr/>
                <p14:nvPr/>
              </p14:nvContentPartPr>
              <p14:xfrm>
                <a:off x="8666960" y="5101840"/>
                <a:ext cx="212760" cy="92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BB2078B9-C643-C298-4150-55E919199CC3}"/>
                    </a:ext>
                  </a:extLst>
                </p:cNvPr>
                <p:cNvPicPr/>
                <p:nvPr/>
              </p:nvPicPr>
              <p:blipFill>
                <a:blip r:embed="rId250"/>
                <a:stretch>
                  <a:fillRect/>
                </a:stretch>
              </p:blipFill>
              <p:spPr>
                <a:xfrm>
                  <a:off x="8662640" y="5097520"/>
                  <a:ext cx="221400" cy="10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1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0C2CC741-1EED-5444-FD49-8DFC51365ABD}"/>
                    </a:ext>
                  </a:extLst>
                </p14:cNvPr>
                <p14:cNvContentPartPr/>
                <p14:nvPr/>
              </p14:nvContentPartPr>
              <p14:xfrm>
                <a:off x="9014360" y="4943080"/>
                <a:ext cx="11160" cy="925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0C2CC741-1EED-5444-FD49-8DFC51365ABD}"/>
                    </a:ext>
                  </a:extLst>
                </p:cNvPr>
                <p:cNvPicPr/>
                <p:nvPr/>
              </p:nvPicPr>
              <p:blipFill>
                <a:blip r:embed="rId252"/>
                <a:stretch>
                  <a:fillRect/>
                </a:stretch>
              </p:blipFill>
              <p:spPr>
                <a:xfrm>
                  <a:off x="9010040" y="4938760"/>
                  <a:ext cx="1980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3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EA7242C-316A-8DC1-1BA5-938D3EB19E61}"/>
                    </a:ext>
                  </a:extLst>
                </p14:cNvPr>
                <p14:cNvContentPartPr/>
                <p14:nvPr/>
              </p14:nvContentPartPr>
              <p14:xfrm>
                <a:off x="9058280" y="5071240"/>
                <a:ext cx="489960" cy="1566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EA7242C-316A-8DC1-1BA5-938D3EB19E61}"/>
                    </a:ext>
                  </a:extLst>
                </p:cNvPr>
                <p:cNvPicPr/>
                <p:nvPr/>
              </p:nvPicPr>
              <p:blipFill>
                <a:blip r:embed="rId254"/>
                <a:stretch>
                  <a:fillRect/>
                </a:stretch>
              </p:blipFill>
              <p:spPr>
                <a:xfrm>
                  <a:off x="9053960" y="5066920"/>
                  <a:ext cx="49860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5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6FE5E151-94DD-413F-CA40-32BBC7B64405}"/>
                    </a:ext>
                  </a:extLst>
                </p14:cNvPr>
                <p14:cNvContentPartPr/>
                <p14:nvPr/>
              </p14:nvContentPartPr>
              <p14:xfrm>
                <a:off x="10039640" y="5046040"/>
                <a:ext cx="130320" cy="11340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6FE5E151-94DD-413F-CA40-32BBC7B64405}"/>
                    </a:ext>
                  </a:extLst>
                </p:cNvPr>
                <p:cNvPicPr/>
                <p:nvPr/>
              </p:nvPicPr>
              <p:blipFill>
                <a:blip r:embed="rId256"/>
                <a:stretch>
                  <a:fillRect/>
                </a:stretch>
              </p:blipFill>
              <p:spPr>
                <a:xfrm>
                  <a:off x="10035320" y="5041720"/>
                  <a:ext cx="1389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7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6B9F83FF-B653-F3DB-4C02-2B5B2EB75359}"/>
                    </a:ext>
                  </a:extLst>
                </p14:cNvPr>
                <p14:cNvContentPartPr/>
                <p14:nvPr/>
              </p14:nvContentPartPr>
              <p14:xfrm>
                <a:off x="9745160" y="4881160"/>
                <a:ext cx="289440" cy="42084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6B9F83FF-B653-F3DB-4C02-2B5B2EB75359}"/>
                    </a:ext>
                  </a:extLst>
                </p:cNvPr>
                <p:cNvPicPr/>
                <p:nvPr/>
              </p:nvPicPr>
              <p:blipFill>
                <a:blip r:embed="rId258"/>
                <a:stretch>
                  <a:fillRect/>
                </a:stretch>
              </p:blipFill>
              <p:spPr>
                <a:xfrm>
                  <a:off x="9740840" y="4876840"/>
                  <a:ext cx="2980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9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B3C00813-04F0-6052-A9D5-B7921A75CB85}"/>
                    </a:ext>
                  </a:extLst>
                </p14:cNvPr>
                <p14:cNvContentPartPr/>
                <p14:nvPr/>
              </p14:nvContentPartPr>
              <p14:xfrm>
                <a:off x="9754880" y="5064040"/>
                <a:ext cx="340920" cy="5652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B3C00813-04F0-6052-A9D5-B7921A75CB85}"/>
                    </a:ext>
                  </a:extLst>
                </p:cNvPr>
                <p:cNvPicPr/>
                <p:nvPr/>
              </p:nvPicPr>
              <p:blipFill>
                <a:blip r:embed="rId260"/>
                <a:stretch>
                  <a:fillRect/>
                </a:stretch>
              </p:blipFill>
              <p:spPr>
                <a:xfrm>
                  <a:off x="9750560" y="5059720"/>
                  <a:ext cx="34956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1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CFD383B4-5E95-DD7A-1066-19E68D115EFF}"/>
                    </a:ext>
                  </a:extLst>
                </p14:cNvPr>
                <p14:cNvContentPartPr/>
                <p14:nvPr/>
              </p14:nvContentPartPr>
              <p14:xfrm>
                <a:off x="10216400" y="5069440"/>
                <a:ext cx="174600" cy="1411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CFD383B4-5E95-DD7A-1066-19E68D115EFF}"/>
                    </a:ext>
                  </a:extLst>
                </p:cNvPr>
                <p:cNvPicPr/>
                <p:nvPr/>
              </p:nvPicPr>
              <p:blipFill>
                <a:blip r:embed="rId262"/>
                <a:stretch>
                  <a:fillRect/>
                </a:stretch>
              </p:blipFill>
              <p:spPr>
                <a:xfrm>
                  <a:off x="10212080" y="5065120"/>
                  <a:ext cx="18324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3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59AD16E2-02C5-A52C-B033-42F78F05132E}"/>
                    </a:ext>
                  </a:extLst>
                </p14:cNvPr>
                <p14:cNvContentPartPr/>
                <p14:nvPr/>
              </p14:nvContentPartPr>
              <p14:xfrm>
                <a:off x="10615640" y="5005720"/>
                <a:ext cx="201600" cy="1382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59AD16E2-02C5-A52C-B033-42F78F05132E}"/>
                    </a:ext>
                  </a:extLst>
                </p:cNvPr>
                <p:cNvPicPr/>
                <p:nvPr/>
              </p:nvPicPr>
              <p:blipFill>
                <a:blip r:embed="rId264"/>
                <a:stretch>
                  <a:fillRect/>
                </a:stretch>
              </p:blipFill>
              <p:spPr>
                <a:xfrm>
                  <a:off x="10611320" y="5001400"/>
                  <a:ext cx="210240" cy="14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5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D604A055-3D21-2454-2574-6F015DE34363}"/>
                    </a:ext>
                  </a:extLst>
                </p14:cNvPr>
                <p14:cNvContentPartPr/>
                <p14:nvPr/>
              </p14:nvContentPartPr>
              <p14:xfrm>
                <a:off x="10944320" y="5063320"/>
                <a:ext cx="141120" cy="7812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D604A055-3D21-2454-2574-6F015DE34363}"/>
                    </a:ext>
                  </a:extLst>
                </p:cNvPr>
                <p:cNvPicPr/>
                <p:nvPr/>
              </p:nvPicPr>
              <p:blipFill>
                <a:blip r:embed="rId266"/>
                <a:stretch>
                  <a:fillRect/>
                </a:stretch>
              </p:blipFill>
              <p:spPr>
                <a:xfrm>
                  <a:off x="10940000" y="5059000"/>
                  <a:ext cx="149760" cy="86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151A5F98-8E8D-2C5C-3FA5-A0EAA321893A}"/>
              </a:ext>
            </a:extLst>
          </p:cNvPr>
          <p:cNvGrpSpPr/>
          <p:nvPr/>
        </p:nvGrpSpPr>
        <p:grpSpPr>
          <a:xfrm>
            <a:off x="1198400" y="5446000"/>
            <a:ext cx="1977120" cy="681120"/>
            <a:chOff x="1198400" y="5446000"/>
            <a:chExt cx="1977120" cy="68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7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4337A326-68AB-1DC8-0061-4D1A6AB12E59}"/>
                    </a:ext>
                  </a:extLst>
                </p14:cNvPr>
                <p14:cNvContentPartPr/>
                <p14:nvPr/>
              </p14:nvContentPartPr>
              <p14:xfrm>
                <a:off x="1198400" y="5641120"/>
                <a:ext cx="609840" cy="12348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4337A326-68AB-1DC8-0061-4D1A6AB12E59}"/>
                    </a:ext>
                  </a:extLst>
                </p:cNvPr>
                <p:cNvPicPr/>
                <p:nvPr/>
              </p:nvPicPr>
              <p:blipFill>
                <a:blip r:embed="rId268"/>
                <a:stretch>
                  <a:fillRect/>
                </a:stretch>
              </p:blipFill>
              <p:spPr>
                <a:xfrm>
                  <a:off x="1194080" y="5636800"/>
                  <a:ext cx="61848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9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FD90D264-820A-C982-7A47-03A6D67920F6}"/>
                    </a:ext>
                  </a:extLst>
                </p14:cNvPr>
                <p14:cNvContentPartPr/>
                <p14:nvPr/>
              </p14:nvContentPartPr>
              <p14:xfrm>
                <a:off x="1992200" y="5484160"/>
                <a:ext cx="181800" cy="2685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FD90D264-820A-C982-7A47-03A6D67920F6}"/>
                    </a:ext>
                  </a:extLst>
                </p:cNvPr>
                <p:cNvPicPr/>
                <p:nvPr/>
              </p:nvPicPr>
              <p:blipFill>
                <a:blip r:embed="rId270"/>
                <a:stretch>
                  <a:fillRect/>
                </a:stretch>
              </p:blipFill>
              <p:spPr>
                <a:xfrm>
                  <a:off x="1987880" y="5479840"/>
                  <a:ext cx="190440" cy="27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1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ABA5CE7B-9730-AD47-5B76-8E0BA08610C8}"/>
                    </a:ext>
                  </a:extLst>
                </p14:cNvPr>
                <p14:cNvContentPartPr/>
                <p14:nvPr/>
              </p14:nvContentPartPr>
              <p14:xfrm>
                <a:off x="2008400" y="5593240"/>
                <a:ext cx="281880" cy="9684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ABA5CE7B-9730-AD47-5B76-8E0BA08610C8}"/>
                    </a:ext>
                  </a:extLst>
                </p:cNvPr>
                <p:cNvPicPr/>
                <p:nvPr/>
              </p:nvPicPr>
              <p:blipFill>
                <a:blip r:embed="rId272"/>
                <a:stretch>
                  <a:fillRect/>
                </a:stretch>
              </p:blipFill>
              <p:spPr>
                <a:xfrm>
                  <a:off x="2004080" y="5588920"/>
                  <a:ext cx="29052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3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C3BC1875-4CCA-2003-DCB3-E31A1D1DEB4E}"/>
                    </a:ext>
                  </a:extLst>
                </p14:cNvPr>
                <p14:cNvContentPartPr/>
                <p14:nvPr/>
              </p14:nvContentPartPr>
              <p14:xfrm>
                <a:off x="2393960" y="5474080"/>
                <a:ext cx="30960" cy="8424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C3BC1875-4CCA-2003-DCB3-E31A1D1DEB4E}"/>
                    </a:ext>
                  </a:extLst>
                </p:cNvPr>
                <p:cNvPicPr/>
                <p:nvPr/>
              </p:nvPicPr>
              <p:blipFill>
                <a:blip r:embed="rId274"/>
                <a:stretch>
                  <a:fillRect/>
                </a:stretch>
              </p:blipFill>
              <p:spPr>
                <a:xfrm>
                  <a:off x="2389640" y="5469760"/>
                  <a:ext cx="396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6067889-8EA1-7D99-E7B6-91234E5798D2}"/>
                    </a:ext>
                  </a:extLst>
                </p14:cNvPr>
                <p14:cNvContentPartPr/>
                <p14:nvPr/>
              </p14:nvContentPartPr>
              <p14:xfrm>
                <a:off x="2388920" y="5550760"/>
                <a:ext cx="176040" cy="13716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6067889-8EA1-7D99-E7B6-91234E5798D2}"/>
                    </a:ext>
                  </a:extLst>
                </p:cNvPr>
                <p:cNvPicPr/>
                <p:nvPr/>
              </p:nvPicPr>
              <p:blipFill>
                <a:blip r:embed="rId276"/>
                <a:stretch>
                  <a:fillRect/>
                </a:stretch>
              </p:blipFill>
              <p:spPr>
                <a:xfrm>
                  <a:off x="2384600" y="5546440"/>
                  <a:ext cx="184680" cy="14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7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32EF37CE-9103-D9B2-651E-3FC049395E3C}"/>
                    </a:ext>
                  </a:extLst>
                </p14:cNvPr>
                <p14:cNvContentPartPr/>
                <p14:nvPr/>
              </p14:nvContentPartPr>
              <p14:xfrm>
                <a:off x="2656040" y="5617720"/>
                <a:ext cx="39240" cy="3816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32EF37CE-9103-D9B2-651E-3FC049395E3C}"/>
                    </a:ext>
                  </a:extLst>
                </p:cNvPr>
                <p:cNvPicPr/>
                <p:nvPr/>
              </p:nvPicPr>
              <p:blipFill>
                <a:blip r:embed="rId278"/>
                <a:stretch>
                  <a:fillRect/>
                </a:stretch>
              </p:blipFill>
              <p:spPr>
                <a:xfrm>
                  <a:off x="2651720" y="5613400"/>
                  <a:ext cx="4788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9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4146D087-94D5-9CE4-8A43-C1F67B5C26BE}"/>
                    </a:ext>
                  </a:extLst>
                </p14:cNvPr>
                <p14:cNvContentPartPr/>
                <p14:nvPr/>
              </p14:nvContentPartPr>
              <p14:xfrm>
                <a:off x="2784200" y="5478760"/>
                <a:ext cx="71640" cy="3024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4146D087-94D5-9CE4-8A43-C1F67B5C26BE}"/>
                    </a:ext>
                  </a:extLst>
                </p:cNvPr>
                <p:cNvPicPr/>
                <p:nvPr/>
              </p:nvPicPr>
              <p:blipFill>
                <a:blip r:embed="rId280"/>
                <a:stretch>
                  <a:fillRect/>
                </a:stretch>
              </p:blipFill>
              <p:spPr>
                <a:xfrm>
                  <a:off x="2779880" y="5474440"/>
                  <a:ext cx="80280" cy="3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1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ED3D9EC9-1677-6494-6548-1C26A78937DC}"/>
                    </a:ext>
                  </a:extLst>
                </p14:cNvPr>
                <p14:cNvContentPartPr/>
                <p14:nvPr/>
              </p14:nvContentPartPr>
              <p14:xfrm>
                <a:off x="2836400" y="5446000"/>
                <a:ext cx="189000" cy="22248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ED3D9EC9-1677-6494-6548-1C26A78937DC}"/>
                    </a:ext>
                  </a:extLst>
                </p:cNvPr>
                <p:cNvPicPr/>
                <p:nvPr/>
              </p:nvPicPr>
              <p:blipFill>
                <a:blip r:embed="rId282"/>
                <a:stretch>
                  <a:fillRect/>
                </a:stretch>
              </p:blipFill>
              <p:spPr>
                <a:xfrm>
                  <a:off x="2832080" y="5441680"/>
                  <a:ext cx="19764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3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C50B640-A510-AD99-0059-968A66ECE0BB}"/>
                    </a:ext>
                  </a:extLst>
                </p14:cNvPr>
                <p14:cNvContentPartPr/>
                <p14:nvPr/>
              </p14:nvContentPartPr>
              <p14:xfrm>
                <a:off x="2844680" y="5588920"/>
                <a:ext cx="330840" cy="5382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C50B640-A510-AD99-0059-968A66ECE0BB}"/>
                    </a:ext>
                  </a:extLst>
                </p:cNvPr>
                <p:cNvPicPr/>
                <p:nvPr/>
              </p:nvPicPr>
              <p:blipFill>
                <a:blip r:embed="rId284"/>
                <a:stretch>
                  <a:fillRect/>
                </a:stretch>
              </p:blipFill>
              <p:spPr>
                <a:xfrm>
                  <a:off x="2840360" y="5584600"/>
                  <a:ext cx="339480" cy="54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85">
            <p14:nvContentPartPr>
              <p14:cNvPr id="166" name="Ink 165">
                <a:extLst>
                  <a:ext uri="{FF2B5EF4-FFF2-40B4-BE49-F238E27FC236}">
                    <a16:creationId xmlns:a16="http://schemas.microsoft.com/office/drawing/2014/main" id="{120B839F-5C41-1795-8B7C-EF4F4C68DA5A}"/>
                  </a:ext>
                </a:extLst>
              </p14:cNvPr>
              <p14:cNvContentPartPr/>
              <p14:nvPr/>
            </p14:nvContentPartPr>
            <p14:xfrm>
              <a:off x="3455600" y="5555080"/>
              <a:ext cx="249840" cy="145800"/>
            </p14:xfrm>
          </p:contentPart>
        </mc:Choice>
        <mc:Fallback xmlns="">
          <p:pic>
            <p:nvPicPr>
              <p:cNvPr id="166" name="Ink 165">
                <a:extLst>
                  <a:ext uri="{FF2B5EF4-FFF2-40B4-BE49-F238E27FC236}">
                    <a16:creationId xmlns:a16="http://schemas.microsoft.com/office/drawing/2014/main" id="{120B839F-5C41-1795-8B7C-EF4F4C68DA5A}"/>
                  </a:ext>
                </a:extLst>
              </p:cNvPr>
              <p:cNvPicPr/>
              <p:nvPr/>
            </p:nvPicPr>
            <p:blipFill>
              <a:blip r:embed="rId286"/>
              <a:stretch>
                <a:fillRect/>
              </a:stretch>
            </p:blipFill>
            <p:spPr>
              <a:xfrm>
                <a:off x="3451280" y="5550760"/>
                <a:ext cx="258480" cy="154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72" name="Group 171">
            <a:extLst>
              <a:ext uri="{FF2B5EF4-FFF2-40B4-BE49-F238E27FC236}">
                <a16:creationId xmlns:a16="http://schemas.microsoft.com/office/drawing/2014/main" id="{FA348D75-13A1-CA83-92AB-F4B885C75358}"/>
              </a:ext>
            </a:extLst>
          </p:cNvPr>
          <p:cNvGrpSpPr/>
          <p:nvPr/>
        </p:nvGrpSpPr>
        <p:grpSpPr>
          <a:xfrm>
            <a:off x="4327520" y="5344120"/>
            <a:ext cx="894600" cy="389520"/>
            <a:chOff x="4327520" y="5344120"/>
            <a:chExt cx="894600" cy="38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7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145339E8-E656-C568-88EA-8594CB5516ED}"/>
                    </a:ext>
                  </a:extLst>
                </p14:cNvPr>
                <p14:cNvContentPartPr/>
                <p14:nvPr/>
              </p14:nvContentPartPr>
              <p14:xfrm>
                <a:off x="4371800" y="5442400"/>
                <a:ext cx="141120" cy="29124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145339E8-E656-C568-88EA-8594CB5516ED}"/>
                    </a:ext>
                  </a:extLst>
                </p:cNvPr>
                <p:cNvPicPr/>
                <p:nvPr/>
              </p:nvPicPr>
              <p:blipFill>
                <a:blip r:embed="rId288"/>
                <a:stretch>
                  <a:fillRect/>
                </a:stretch>
              </p:blipFill>
              <p:spPr>
                <a:xfrm>
                  <a:off x="4367480" y="5438080"/>
                  <a:ext cx="14976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9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FD67249A-6A55-6CD9-10DB-CDED1443EE7A}"/>
                    </a:ext>
                  </a:extLst>
                </p14:cNvPr>
                <p14:cNvContentPartPr/>
                <p14:nvPr/>
              </p14:nvContentPartPr>
              <p14:xfrm>
                <a:off x="4327520" y="5595760"/>
                <a:ext cx="436680" cy="1144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FD67249A-6A55-6CD9-10DB-CDED1443EE7A}"/>
                    </a:ext>
                  </a:extLst>
                </p:cNvPr>
                <p:cNvPicPr/>
                <p:nvPr/>
              </p:nvPicPr>
              <p:blipFill>
                <a:blip r:embed="rId290"/>
                <a:stretch>
                  <a:fillRect/>
                </a:stretch>
              </p:blipFill>
              <p:spPr>
                <a:xfrm>
                  <a:off x="4323200" y="5591440"/>
                  <a:ext cx="445320" cy="12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1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8030E04-1044-4315-9F10-D76148820CF7}"/>
                    </a:ext>
                  </a:extLst>
                </p14:cNvPr>
                <p14:cNvContentPartPr/>
                <p14:nvPr/>
              </p14:nvContentPartPr>
              <p14:xfrm>
                <a:off x="4871840" y="5344120"/>
                <a:ext cx="231120" cy="33588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8030E04-1044-4315-9F10-D76148820CF7}"/>
                    </a:ext>
                  </a:extLst>
                </p:cNvPr>
                <p:cNvPicPr/>
                <p:nvPr/>
              </p:nvPicPr>
              <p:blipFill>
                <a:blip r:embed="rId292"/>
                <a:stretch>
                  <a:fillRect/>
                </a:stretch>
              </p:blipFill>
              <p:spPr>
                <a:xfrm>
                  <a:off x="4867520" y="5339800"/>
                  <a:ext cx="23976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3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A58ED8B2-0FCD-0FDE-3923-3E1FDD0B64AD}"/>
                    </a:ext>
                  </a:extLst>
                </p14:cNvPr>
                <p14:cNvContentPartPr/>
                <p14:nvPr/>
              </p14:nvContentPartPr>
              <p14:xfrm>
                <a:off x="4742960" y="5560480"/>
                <a:ext cx="108720" cy="1015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A58ED8B2-0FCD-0FDE-3923-3E1FDD0B64AD}"/>
                    </a:ext>
                  </a:extLst>
                </p:cNvPr>
                <p:cNvPicPr/>
                <p:nvPr/>
              </p:nvPicPr>
              <p:blipFill>
                <a:blip r:embed="rId294"/>
                <a:stretch>
                  <a:fillRect/>
                </a:stretch>
              </p:blipFill>
              <p:spPr>
                <a:xfrm>
                  <a:off x="4738640" y="5556160"/>
                  <a:ext cx="1173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5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E4C1AD03-1CBD-688B-C83F-EFAED66388E4}"/>
                    </a:ext>
                  </a:extLst>
                </p14:cNvPr>
                <p14:cNvContentPartPr/>
                <p14:nvPr/>
              </p14:nvContentPartPr>
              <p14:xfrm>
                <a:off x="5205200" y="5694400"/>
                <a:ext cx="16920" cy="1836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E4C1AD03-1CBD-688B-C83F-EFAED66388E4}"/>
                    </a:ext>
                  </a:extLst>
                </p:cNvPr>
                <p:cNvPicPr/>
                <p:nvPr/>
              </p:nvPicPr>
              <p:blipFill>
                <a:blip r:embed="rId296"/>
                <a:stretch>
                  <a:fillRect/>
                </a:stretch>
              </p:blipFill>
              <p:spPr>
                <a:xfrm>
                  <a:off x="5200880" y="5690080"/>
                  <a:ext cx="2556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2" name="Group 191">
            <a:extLst>
              <a:ext uri="{FF2B5EF4-FFF2-40B4-BE49-F238E27FC236}">
                <a16:creationId xmlns:a16="http://schemas.microsoft.com/office/drawing/2014/main" id="{280287C7-7643-73A5-4C25-2C7E3D0DA983}"/>
              </a:ext>
            </a:extLst>
          </p:cNvPr>
          <p:cNvGrpSpPr/>
          <p:nvPr/>
        </p:nvGrpSpPr>
        <p:grpSpPr>
          <a:xfrm>
            <a:off x="4789400" y="6103360"/>
            <a:ext cx="825120" cy="337680"/>
            <a:chOff x="4789400" y="6103360"/>
            <a:chExt cx="825120" cy="33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7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8E7F0DE0-EB4A-3E63-4883-3FFE73208092}"/>
                    </a:ext>
                  </a:extLst>
                </p14:cNvPr>
                <p14:cNvContentPartPr/>
                <p14:nvPr/>
              </p14:nvContentPartPr>
              <p14:xfrm>
                <a:off x="4789400" y="6247000"/>
                <a:ext cx="265320" cy="19404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8E7F0DE0-EB4A-3E63-4883-3FFE73208092}"/>
                    </a:ext>
                  </a:extLst>
                </p:cNvPr>
                <p:cNvPicPr/>
                <p:nvPr/>
              </p:nvPicPr>
              <p:blipFill>
                <a:blip r:embed="rId298"/>
                <a:stretch>
                  <a:fillRect/>
                </a:stretch>
              </p:blipFill>
              <p:spPr>
                <a:xfrm>
                  <a:off x="4785080" y="6242680"/>
                  <a:ext cx="273960" cy="20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9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7F18792-3BCD-C9DE-954E-AB173E0E5A65}"/>
                    </a:ext>
                  </a:extLst>
                </p14:cNvPr>
                <p14:cNvContentPartPr/>
                <p14:nvPr/>
              </p14:nvContentPartPr>
              <p14:xfrm>
                <a:off x="4983080" y="6186520"/>
                <a:ext cx="202680" cy="93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7F18792-3BCD-C9DE-954E-AB173E0E5A65}"/>
                    </a:ext>
                  </a:extLst>
                </p:cNvPr>
                <p:cNvPicPr/>
                <p:nvPr/>
              </p:nvPicPr>
              <p:blipFill>
                <a:blip r:embed="rId300"/>
                <a:stretch>
                  <a:fillRect/>
                </a:stretch>
              </p:blipFill>
              <p:spPr>
                <a:xfrm>
                  <a:off x="4978760" y="6182200"/>
                  <a:ext cx="211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1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5FBEE6CA-0315-C553-7DB6-538143132F3C}"/>
                    </a:ext>
                  </a:extLst>
                </p14:cNvPr>
                <p14:cNvContentPartPr/>
                <p14:nvPr/>
              </p14:nvContentPartPr>
              <p14:xfrm>
                <a:off x="4895600" y="6287680"/>
                <a:ext cx="222480" cy="36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5FBEE6CA-0315-C553-7DB6-538143132F3C}"/>
                    </a:ext>
                  </a:extLst>
                </p:cNvPr>
                <p:cNvPicPr/>
                <p:nvPr/>
              </p:nvPicPr>
              <p:blipFill>
                <a:blip r:embed="rId302"/>
                <a:stretch>
                  <a:fillRect/>
                </a:stretch>
              </p:blipFill>
              <p:spPr>
                <a:xfrm>
                  <a:off x="4891280" y="6283360"/>
                  <a:ext cx="23112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658B88F-470F-638E-4C67-16AF2AD7DA03}"/>
                    </a:ext>
                  </a:extLst>
                </p14:cNvPr>
                <p14:cNvContentPartPr/>
                <p14:nvPr/>
              </p14:nvContentPartPr>
              <p14:xfrm>
                <a:off x="5375840" y="6198400"/>
                <a:ext cx="64440" cy="15840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658B88F-470F-638E-4C67-16AF2AD7DA03}"/>
                    </a:ext>
                  </a:extLst>
                </p:cNvPr>
                <p:cNvPicPr/>
                <p:nvPr/>
              </p:nvPicPr>
              <p:blipFill>
                <a:blip r:embed="rId304"/>
                <a:stretch>
                  <a:fillRect/>
                </a:stretch>
              </p:blipFill>
              <p:spPr>
                <a:xfrm>
                  <a:off x="5371520" y="6194080"/>
                  <a:ext cx="73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C7513A7-20E8-1930-0507-4DCC261729B7}"/>
                    </a:ext>
                  </a:extLst>
                </p14:cNvPr>
                <p14:cNvContentPartPr/>
                <p14:nvPr/>
              </p14:nvContentPartPr>
              <p14:xfrm>
                <a:off x="5236160" y="6103360"/>
                <a:ext cx="378360" cy="33264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C7513A7-20E8-1930-0507-4DCC261729B7}"/>
                    </a:ext>
                  </a:extLst>
                </p:cNvPr>
                <p:cNvPicPr/>
                <p:nvPr/>
              </p:nvPicPr>
              <p:blipFill>
                <a:blip r:embed="rId306"/>
                <a:stretch>
                  <a:fillRect/>
                </a:stretch>
              </p:blipFill>
              <p:spPr>
                <a:xfrm>
                  <a:off x="5231840" y="6099040"/>
                  <a:ext cx="387000" cy="34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0" name="Group 199">
            <a:extLst>
              <a:ext uri="{FF2B5EF4-FFF2-40B4-BE49-F238E27FC236}">
                <a16:creationId xmlns:a16="http://schemas.microsoft.com/office/drawing/2014/main" id="{53D3AF8F-F850-60F5-9E09-A4CCA9CDB473}"/>
              </a:ext>
            </a:extLst>
          </p:cNvPr>
          <p:cNvGrpSpPr/>
          <p:nvPr/>
        </p:nvGrpSpPr>
        <p:grpSpPr>
          <a:xfrm>
            <a:off x="6125720" y="5628520"/>
            <a:ext cx="3440160" cy="1107000"/>
            <a:chOff x="6125720" y="5628520"/>
            <a:chExt cx="3440160" cy="1107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5B7569D0-6FC3-9D11-C932-D66F8C408ABA}"/>
                    </a:ext>
                  </a:extLst>
                </p14:cNvPr>
                <p14:cNvContentPartPr/>
                <p14:nvPr/>
              </p14:nvContentPartPr>
              <p14:xfrm>
                <a:off x="6125720" y="6248080"/>
                <a:ext cx="285120" cy="864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5B7569D0-6FC3-9D11-C932-D66F8C408ABA}"/>
                    </a:ext>
                  </a:extLst>
                </p:cNvPr>
                <p:cNvPicPr/>
                <p:nvPr/>
              </p:nvPicPr>
              <p:blipFill>
                <a:blip r:embed="rId308"/>
                <a:stretch>
                  <a:fillRect/>
                </a:stretch>
              </p:blipFill>
              <p:spPr>
                <a:xfrm>
                  <a:off x="6121400" y="6243760"/>
                  <a:ext cx="29376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C04619C1-2C77-1547-188C-DF2A2E76B7EC}"/>
                    </a:ext>
                  </a:extLst>
                </p14:cNvPr>
                <p14:cNvContentPartPr/>
                <p14:nvPr/>
              </p14:nvContentPartPr>
              <p14:xfrm>
                <a:off x="6177200" y="6356440"/>
                <a:ext cx="156600" cy="104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04619C1-2C77-1547-188C-DF2A2E76B7EC}"/>
                    </a:ext>
                  </a:extLst>
                </p:cNvPr>
                <p:cNvPicPr/>
                <p:nvPr/>
              </p:nvPicPr>
              <p:blipFill>
                <a:blip r:embed="rId310"/>
                <a:stretch>
                  <a:fillRect/>
                </a:stretch>
              </p:blipFill>
              <p:spPr>
                <a:xfrm>
                  <a:off x="6172880" y="6352120"/>
                  <a:ext cx="1652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2252BD4C-A1B3-F53E-F0D0-33F85070F493}"/>
                    </a:ext>
                  </a:extLst>
                </p14:cNvPr>
                <p14:cNvContentPartPr/>
                <p14:nvPr/>
              </p14:nvContentPartPr>
              <p14:xfrm>
                <a:off x="6659240" y="5750200"/>
                <a:ext cx="286200" cy="3790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2252BD4C-A1B3-F53E-F0D0-33F85070F493}"/>
                    </a:ext>
                  </a:extLst>
                </p:cNvPr>
                <p:cNvPicPr/>
                <p:nvPr/>
              </p:nvPicPr>
              <p:blipFill>
                <a:blip r:embed="rId312"/>
                <a:stretch>
                  <a:fillRect/>
                </a:stretch>
              </p:blipFill>
              <p:spPr>
                <a:xfrm>
                  <a:off x="6654920" y="5745880"/>
                  <a:ext cx="294840" cy="38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A504F1E-0769-2413-B0B9-FC6D6B515937}"/>
                    </a:ext>
                  </a:extLst>
                </p14:cNvPr>
                <p14:cNvContentPartPr/>
                <p14:nvPr/>
              </p14:nvContentPartPr>
              <p14:xfrm>
                <a:off x="6804680" y="5946400"/>
                <a:ext cx="227160" cy="75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DA504F1E-0769-2413-B0B9-FC6D6B515937}"/>
                    </a:ext>
                  </a:extLst>
                </p:cNvPr>
                <p:cNvPicPr/>
                <p:nvPr/>
              </p:nvPicPr>
              <p:blipFill>
                <a:blip r:embed="rId314"/>
                <a:stretch>
                  <a:fillRect/>
                </a:stretch>
              </p:blipFill>
              <p:spPr>
                <a:xfrm>
                  <a:off x="6800360" y="5942080"/>
                  <a:ext cx="23580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5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731BCF1A-87E1-D8DA-877C-2253E3799EB4}"/>
                    </a:ext>
                  </a:extLst>
                </p14:cNvPr>
                <p14:cNvContentPartPr/>
                <p14:nvPr/>
              </p14:nvContentPartPr>
              <p14:xfrm>
                <a:off x="7359080" y="5771080"/>
                <a:ext cx="121320" cy="21708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731BCF1A-87E1-D8DA-877C-2253E3799EB4}"/>
                    </a:ext>
                  </a:extLst>
                </p:cNvPr>
                <p:cNvPicPr/>
                <p:nvPr/>
              </p:nvPicPr>
              <p:blipFill>
                <a:blip r:embed="rId316"/>
                <a:stretch>
                  <a:fillRect/>
                </a:stretch>
              </p:blipFill>
              <p:spPr>
                <a:xfrm>
                  <a:off x="7354760" y="5766760"/>
                  <a:ext cx="12996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7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2368E509-6A92-D1E1-7D8F-04F5A893F60F}"/>
                    </a:ext>
                  </a:extLst>
                </p14:cNvPr>
                <p14:cNvContentPartPr/>
                <p14:nvPr/>
              </p14:nvContentPartPr>
              <p14:xfrm>
                <a:off x="7330280" y="5908600"/>
                <a:ext cx="218160" cy="1296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368E509-6A92-D1E1-7D8F-04F5A893F60F}"/>
                    </a:ext>
                  </a:extLst>
                </p:cNvPr>
                <p:cNvPicPr/>
                <p:nvPr/>
              </p:nvPicPr>
              <p:blipFill>
                <a:blip r:embed="rId318"/>
                <a:stretch>
                  <a:fillRect/>
                </a:stretch>
              </p:blipFill>
              <p:spPr>
                <a:xfrm>
                  <a:off x="7325960" y="5904280"/>
                  <a:ext cx="2268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191D9FCE-A09E-A546-21DE-D18145F579B5}"/>
                    </a:ext>
                  </a:extLst>
                </p14:cNvPr>
                <p14:cNvContentPartPr/>
                <p14:nvPr/>
              </p14:nvContentPartPr>
              <p14:xfrm>
                <a:off x="8107520" y="5730040"/>
                <a:ext cx="461160" cy="27900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191D9FCE-A09E-A546-21DE-D18145F579B5}"/>
                    </a:ext>
                  </a:extLst>
                </p:cNvPr>
                <p:cNvPicPr/>
                <p:nvPr/>
              </p:nvPicPr>
              <p:blipFill>
                <a:blip r:embed="rId320"/>
                <a:stretch>
                  <a:fillRect/>
                </a:stretch>
              </p:blipFill>
              <p:spPr>
                <a:xfrm>
                  <a:off x="8103200" y="5725720"/>
                  <a:ext cx="469800" cy="28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1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6A760CA0-B18D-4E59-B7C4-259C3C3C90AD}"/>
                    </a:ext>
                  </a:extLst>
                </p14:cNvPr>
                <p14:cNvContentPartPr/>
                <p14:nvPr/>
              </p14:nvContentPartPr>
              <p14:xfrm>
                <a:off x="8801240" y="5758840"/>
                <a:ext cx="71280" cy="1699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6A760CA0-B18D-4E59-B7C4-259C3C3C90AD}"/>
                    </a:ext>
                  </a:extLst>
                </p:cNvPr>
                <p:cNvPicPr/>
                <p:nvPr/>
              </p:nvPicPr>
              <p:blipFill>
                <a:blip r:embed="rId322"/>
                <a:stretch>
                  <a:fillRect/>
                </a:stretch>
              </p:blipFill>
              <p:spPr>
                <a:xfrm>
                  <a:off x="8796920" y="5754520"/>
                  <a:ext cx="79920" cy="17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3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B75F4E33-8BBF-E083-17A8-A2C1EF04A04D}"/>
                    </a:ext>
                  </a:extLst>
                </p14:cNvPr>
                <p14:cNvContentPartPr/>
                <p14:nvPr/>
              </p14:nvContentPartPr>
              <p14:xfrm>
                <a:off x="8806640" y="5847760"/>
                <a:ext cx="254880" cy="219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B75F4E33-8BBF-E083-17A8-A2C1EF04A04D}"/>
                    </a:ext>
                  </a:extLst>
                </p:cNvPr>
                <p:cNvPicPr/>
                <p:nvPr/>
              </p:nvPicPr>
              <p:blipFill>
                <a:blip r:embed="rId324"/>
                <a:stretch>
                  <a:fillRect/>
                </a:stretch>
              </p:blipFill>
              <p:spPr>
                <a:xfrm>
                  <a:off x="8802320" y="5843440"/>
                  <a:ext cx="26352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5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76286B45-5CA2-C083-5127-BC3DEE877F56}"/>
                    </a:ext>
                  </a:extLst>
                </p14:cNvPr>
                <p14:cNvContentPartPr/>
                <p14:nvPr/>
              </p14:nvContentPartPr>
              <p14:xfrm>
                <a:off x="9324320" y="5699800"/>
                <a:ext cx="45360" cy="23256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76286B45-5CA2-C083-5127-BC3DEE877F56}"/>
                    </a:ext>
                  </a:extLst>
                </p:cNvPr>
                <p:cNvPicPr/>
                <p:nvPr/>
              </p:nvPicPr>
              <p:blipFill>
                <a:blip r:embed="rId326"/>
                <a:stretch>
                  <a:fillRect/>
                </a:stretch>
              </p:blipFill>
              <p:spPr>
                <a:xfrm>
                  <a:off x="9320000" y="5695480"/>
                  <a:ext cx="540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7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03884BB-CD5E-8797-B01B-2913527E9BDD}"/>
                    </a:ext>
                  </a:extLst>
                </p14:cNvPr>
                <p14:cNvContentPartPr/>
                <p14:nvPr/>
              </p14:nvContentPartPr>
              <p14:xfrm>
                <a:off x="9294440" y="5628520"/>
                <a:ext cx="225360" cy="3362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03884BB-CD5E-8797-B01B-2913527E9BDD}"/>
                    </a:ext>
                  </a:extLst>
                </p:cNvPr>
                <p:cNvPicPr/>
                <p:nvPr/>
              </p:nvPicPr>
              <p:blipFill>
                <a:blip r:embed="rId328"/>
                <a:stretch>
                  <a:fillRect/>
                </a:stretch>
              </p:blipFill>
              <p:spPr>
                <a:xfrm>
                  <a:off x="9290120" y="5624200"/>
                  <a:ext cx="234000" cy="34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9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28704175-C5EF-537E-AEAB-815851475CAF}"/>
                    </a:ext>
                  </a:extLst>
                </p14:cNvPr>
                <p14:cNvContentPartPr/>
                <p14:nvPr/>
              </p14:nvContentPartPr>
              <p14:xfrm>
                <a:off x="6546560" y="6224320"/>
                <a:ext cx="3019320" cy="123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28704175-C5EF-537E-AEAB-815851475CAF}"/>
                    </a:ext>
                  </a:extLst>
                </p:cNvPr>
                <p:cNvPicPr/>
                <p:nvPr/>
              </p:nvPicPr>
              <p:blipFill>
                <a:blip r:embed="rId330"/>
                <a:stretch>
                  <a:fillRect/>
                </a:stretch>
              </p:blipFill>
              <p:spPr>
                <a:xfrm>
                  <a:off x="6542240" y="6220000"/>
                  <a:ext cx="3027960" cy="13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1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11062601-C72C-939A-ACFC-00B8A4FB96CD}"/>
                    </a:ext>
                  </a:extLst>
                </p14:cNvPr>
                <p14:cNvContentPartPr/>
                <p14:nvPr/>
              </p14:nvContentPartPr>
              <p14:xfrm>
                <a:off x="7968920" y="6414040"/>
                <a:ext cx="408240" cy="32148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11062601-C72C-939A-ACFC-00B8A4FB96CD}"/>
                    </a:ext>
                  </a:extLst>
                </p:cNvPr>
                <p:cNvPicPr/>
                <p:nvPr/>
              </p:nvPicPr>
              <p:blipFill>
                <a:blip r:embed="rId332"/>
                <a:stretch>
                  <a:fillRect/>
                </a:stretch>
              </p:blipFill>
              <p:spPr>
                <a:xfrm>
                  <a:off x="7964600" y="6409720"/>
                  <a:ext cx="41688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4" name="Group 203">
            <a:extLst>
              <a:ext uri="{FF2B5EF4-FFF2-40B4-BE49-F238E27FC236}">
                <a16:creationId xmlns:a16="http://schemas.microsoft.com/office/drawing/2014/main" id="{8CE3C876-143A-3D48-6317-3A18938C3699}"/>
              </a:ext>
            </a:extLst>
          </p:cNvPr>
          <p:cNvGrpSpPr/>
          <p:nvPr/>
        </p:nvGrpSpPr>
        <p:grpSpPr>
          <a:xfrm>
            <a:off x="7664360" y="5655520"/>
            <a:ext cx="436320" cy="460080"/>
            <a:chOff x="7664360" y="5655520"/>
            <a:chExt cx="436320" cy="46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3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8930B124-DA48-67CF-B331-04013A1E6329}"/>
                    </a:ext>
                  </a:extLst>
                </p14:cNvPr>
                <p14:cNvContentPartPr/>
                <p14:nvPr/>
              </p14:nvContentPartPr>
              <p14:xfrm>
                <a:off x="7832480" y="5816440"/>
                <a:ext cx="360" cy="273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8930B124-DA48-67CF-B331-04013A1E6329}"/>
                    </a:ext>
                  </a:extLst>
                </p:cNvPr>
                <p:cNvPicPr/>
                <p:nvPr/>
              </p:nvPicPr>
              <p:blipFill>
                <a:blip r:embed="rId334"/>
                <a:stretch>
                  <a:fillRect/>
                </a:stretch>
              </p:blipFill>
              <p:spPr>
                <a:xfrm>
                  <a:off x="7826360" y="5810320"/>
                  <a:ext cx="126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5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DA85C451-DA55-8E57-263D-EFDFD7A27FEC}"/>
                    </a:ext>
                  </a:extLst>
                </p14:cNvPr>
                <p14:cNvContentPartPr/>
                <p14:nvPr/>
              </p14:nvContentPartPr>
              <p14:xfrm>
                <a:off x="7664360" y="5655520"/>
                <a:ext cx="436320" cy="29880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DA85C451-DA55-8E57-263D-EFDFD7A27FEC}"/>
                    </a:ext>
                  </a:extLst>
                </p:cNvPr>
                <p:cNvPicPr/>
                <p:nvPr/>
              </p:nvPicPr>
              <p:blipFill>
                <a:blip r:embed="rId336"/>
                <a:stretch>
                  <a:fillRect/>
                </a:stretch>
              </p:blipFill>
              <p:spPr>
                <a:xfrm>
                  <a:off x="7658240" y="5649400"/>
                  <a:ext cx="448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7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1679A50C-21D2-B45D-3F61-E798E0C8AB97}"/>
                    </a:ext>
                  </a:extLst>
                </p14:cNvPr>
                <p14:cNvContentPartPr/>
                <p14:nvPr/>
              </p14:nvContentPartPr>
              <p14:xfrm>
                <a:off x="7954160" y="5848480"/>
                <a:ext cx="24840" cy="267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1679A50C-21D2-B45D-3F61-E798E0C8AB97}"/>
                    </a:ext>
                  </a:extLst>
                </p:cNvPr>
                <p:cNvPicPr/>
                <p:nvPr/>
              </p:nvPicPr>
              <p:blipFill>
                <a:blip r:embed="rId338"/>
                <a:stretch>
                  <a:fillRect/>
                </a:stretch>
              </p:blipFill>
              <p:spPr>
                <a:xfrm>
                  <a:off x="7948040" y="5842360"/>
                  <a:ext cx="37080" cy="2793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433429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5DC5CBA8-7A07-D1E5-DA28-58EDB454B2DD}"/>
              </a:ext>
            </a:extLst>
          </p:cNvPr>
          <p:cNvGrpSpPr/>
          <p:nvPr/>
        </p:nvGrpSpPr>
        <p:grpSpPr>
          <a:xfrm>
            <a:off x="678920" y="463240"/>
            <a:ext cx="517320" cy="361800"/>
            <a:chOff x="678920" y="463240"/>
            <a:chExt cx="517320" cy="361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67F7A09-0800-3303-1FD9-4D46BDD7D312}"/>
                    </a:ext>
                  </a:extLst>
                </p14:cNvPr>
                <p14:cNvContentPartPr/>
                <p14:nvPr/>
              </p14:nvContentPartPr>
              <p14:xfrm>
                <a:off x="678920" y="463240"/>
                <a:ext cx="248040" cy="361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67F7A09-0800-3303-1FD9-4D46BDD7D31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4600" y="458920"/>
                  <a:ext cx="256680" cy="37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278828C-2950-50DD-A4E7-A0AF3058529A}"/>
                    </a:ext>
                  </a:extLst>
                </p14:cNvPr>
                <p14:cNvContentPartPr/>
                <p14:nvPr/>
              </p14:nvContentPartPr>
              <p14:xfrm>
                <a:off x="1130720" y="753760"/>
                <a:ext cx="65520" cy="3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278828C-2950-50DD-A4E7-A0AF3058529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126400" y="749440"/>
                  <a:ext cx="7416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C6859BB-CDCA-60CB-4D2D-9FD22CD7BAD9}"/>
              </a:ext>
            </a:extLst>
          </p:cNvPr>
          <p:cNvGrpSpPr/>
          <p:nvPr/>
        </p:nvGrpSpPr>
        <p:grpSpPr>
          <a:xfrm>
            <a:off x="1758920" y="197200"/>
            <a:ext cx="1865160" cy="477360"/>
            <a:chOff x="1758920" y="197200"/>
            <a:chExt cx="1865160" cy="477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C88ACF8-2795-B18D-60BA-BCDADEDABF7A}"/>
                    </a:ext>
                  </a:extLst>
                </p14:cNvPr>
                <p14:cNvContentPartPr/>
                <p14:nvPr/>
              </p14:nvContentPartPr>
              <p14:xfrm>
                <a:off x="1758920" y="282160"/>
                <a:ext cx="369000" cy="3924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C88ACF8-2795-B18D-60BA-BCDADEDABF7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4600" y="277840"/>
                  <a:ext cx="37764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93529AA-7793-F7E3-0514-1FD54015B883}"/>
                    </a:ext>
                  </a:extLst>
                </p14:cNvPr>
                <p14:cNvContentPartPr/>
                <p14:nvPr/>
              </p14:nvContentPartPr>
              <p14:xfrm>
                <a:off x="2070680" y="252640"/>
                <a:ext cx="804960" cy="4078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93529AA-7793-F7E3-0514-1FD54015B88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066360" y="248320"/>
                  <a:ext cx="813600" cy="41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826B69C-92F9-1EAB-6452-3414E0DC6B09}"/>
                    </a:ext>
                  </a:extLst>
                </p14:cNvPr>
                <p14:cNvContentPartPr/>
                <p14:nvPr/>
              </p14:nvContentPartPr>
              <p14:xfrm>
                <a:off x="2965280" y="316720"/>
                <a:ext cx="145080" cy="2847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826B69C-92F9-1EAB-6452-3414E0DC6B0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960960" y="312400"/>
                  <a:ext cx="1537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7A2FA46-7196-1667-8134-857E3B4632DD}"/>
                    </a:ext>
                  </a:extLst>
                </p14:cNvPr>
                <p14:cNvContentPartPr/>
                <p14:nvPr/>
              </p14:nvContentPartPr>
              <p14:xfrm>
                <a:off x="3082280" y="519760"/>
                <a:ext cx="180000" cy="94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7A2FA46-7196-1667-8134-857E3B4632D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077960" y="515440"/>
                  <a:ext cx="18864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E2BB9B9A-F1A9-C8A7-DECA-F19303E272DD}"/>
                    </a:ext>
                  </a:extLst>
                </p14:cNvPr>
                <p14:cNvContentPartPr/>
                <p14:nvPr/>
              </p14:nvContentPartPr>
              <p14:xfrm>
                <a:off x="3359480" y="197200"/>
                <a:ext cx="175680" cy="3834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E2BB9B9A-F1A9-C8A7-DECA-F19303E272D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55160" y="192880"/>
                  <a:ext cx="1843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ABD0985-C589-7332-45A4-62D729262B58}"/>
                    </a:ext>
                  </a:extLst>
                </p14:cNvPr>
                <p14:cNvContentPartPr/>
                <p14:nvPr/>
              </p14:nvContentPartPr>
              <p14:xfrm>
                <a:off x="3306920" y="470080"/>
                <a:ext cx="317160" cy="637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ABD0985-C589-7332-45A4-62D729262B5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302600" y="465760"/>
                  <a:ext cx="32580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E8A2D9C5-166D-FADD-95B6-AFBA9F9050FB}"/>
              </a:ext>
            </a:extLst>
          </p:cNvPr>
          <p:cNvGrpSpPr/>
          <p:nvPr/>
        </p:nvGrpSpPr>
        <p:grpSpPr>
          <a:xfrm>
            <a:off x="3945560" y="166600"/>
            <a:ext cx="611640" cy="412920"/>
            <a:chOff x="3945560" y="166600"/>
            <a:chExt cx="611640" cy="412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D920A7-195F-9563-E5AC-71978CCCD760}"/>
                    </a:ext>
                  </a:extLst>
                </p14:cNvPr>
                <p14:cNvContentPartPr/>
                <p14:nvPr/>
              </p14:nvContentPartPr>
              <p14:xfrm>
                <a:off x="3945560" y="166600"/>
                <a:ext cx="247680" cy="41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D920A7-195F-9563-E5AC-71978CCCD76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941240" y="162280"/>
                  <a:ext cx="256320" cy="42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11D5CB4-6FD1-FAC0-77EF-B1EB52FCD62E}"/>
                    </a:ext>
                  </a:extLst>
                </p14:cNvPr>
                <p14:cNvContentPartPr/>
                <p14:nvPr/>
              </p14:nvContentPartPr>
              <p14:xfrm>
                <a:off x="3968960" y="221680"/>
                <a:ext cx="475560" cy="3376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11D5CB4-6FD1-FAC0-77EF-B1EB52FCD62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64640" y="217360"/>
                  <a:ext cx="4842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F6EC2F6E-71B0-2AE7-0C04-28567BD7DE00}"/>
                    </a:ext>
                  </a:extLst>
                </p14:cNvPr>
                <p14:cNvContentPartPr/>
                <p14:nvPr/>
              </p14:nvContentPartPr>
              <p14:xfrm>
                <a:off x="4310240" y="402760"/>
                <a:ext cx="246960" cy="1400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F6EC2F6E-71B0-2AE7-0C04-28567BD7DE0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305920" y="398440"/>
                  <a:ext cx="255600" cy="14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3DAD903-2C20-32F1-D020-24F851C14684}"/>
              </a:ext>
            </a:extLst>
          </p:cNvPr>
          <p:cNvGrpSpPr/>
          <p:nvPr/>
        </p:nvGrpSpPr>
        <p:grpSpPr>
          <a:xfrm>
            <a:off x="3866000" y="963280"/>
            <a:ext cx="643320" cy="428760"/>
            <a:chOff x="3866000" y="963280"/>
            <a:chExt cx="643320" cy="42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6887AA2-4190-9874-64CF-337943E4A19C}"/>
                    </a:ext>
                  </a:extLst>
                </p14:cNvPr>
                <p14:cNvContentPartPr/>
                <p14:nvPr/>
              </p14:nvContentPartPr>
              <p14:xfrm>
                <a:off x="3866000" y="963280"/>
                <a:ext cx="360360" cy="428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6887AA2-4190-9874-64CF-337943E4A19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861680" y="958960"/>
                  <a:ext cx="369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08FE5A7-6445-8309-A6B0-34E8E6148532}"/>
                    </a:ext>
                  </a:extLst>
                </p14:cNvPr>
                <p14:cNvContentPartPr/>
                <p14:nvPr/>
              </p14:nvContentPartPr>
              <p14:xfrm>
                <a:off x="4134200" y="1264960"/>
                <a:ext cx="196200" cy="81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08FE5A7-6445-8309-A6B0-34E8E6148532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129880" y="1260640"/>
                  <a:ext cx="20484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DCA91F49-5825-B520-1199-03BAB8C18C90}"/>
                    </a:ext>
                  </a:extLst>
                </p14:cNvPr>
                <p14:cNvContentPartPr/>
                <p14:nvPr/>
              </p14:nvContentPartPr>
              <p14:xfrm>
                <a:off x="4394120" y="1222480"/>
                <a:ext cx="115200" cy="1555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DCA91F49-5825-B520-1199-03BAB8C18C9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389800" y="1218160"/>
                  <a:ext cx="123840" cy="164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452D115A-1C9E-DA76-F525-926345E5A7A2}"/>
              </a:ext>
            </a:extLst>
          </p:cNvPr>
          <p:cNvGrpSpPr/>
          <p:nvPr/>
        </p:nvGrpSpPr>
        <p:grpSpPr>
          <a:xfrm>
            <a:off x="4902440" y="172360"/>
            <a:ext cx="3095280" cy="1645560"/>
            <a:chOff x="4902440" y="172360"/>
            <a:chExt cx="3095280" cy="164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A5412A-9180-78DA-87CA-1D02FA75DED6}"/>
                    </a:ext>
                  </a:extLst>
                </p14:cNvPr>
                <p14:cNvContentPartPr/>
                <p14:nvPr/>
              </p14:nvContentPartPr>
              <p14:xfrm>
                <a:off x="4902440" y="172360"/>
                <a:ext cx="281160" cy="457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A5412A-9180-78DA-87CA-1D02FA75DED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898120" y="168040"/>
                  <a:ext cx="289800" cy="46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E511FA-D163-A3D5-2426-9078CF70D675}"/>
                    </a:ext>
                  </a:extLst>
                </p14:cNvPr>
                <p14:cNvContentPartPr/>
                <p14:nvPr/>
              </p14:nvContentPartPr>
              <p14:xfrm>
                <a:off x="5045360" y="474760"/>
                <a:ext cx="146880" cy="117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E511FA-D163-A3D5-2426-9078CF70D67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41040" y="470440"/>
                  <a:ext cx="155520" cy="12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006B152A-B7A0-F69D-07CF-5FEBCB787745}"/>
                    </a:ext>
                  </a:extLst>
                </p14:cNvPr>
                <p14:cNvContentPartPr/>
                <p14:nvPr/>
              </p14:nvContentPartPr>
              <p14:xfrm>
                <a:off x="5254880" y="409600"/>
                <a:ext cx="105120" cy="1936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006B152A-B7A0-F69D-07CF-5FEBCB7877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250560" y="405280"/>
                  <a:ext cx="11376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63951E5-D5EF-73E2-C30B-449B8F175A9F}"/>
                    </a:ext>
                  </a:extLst>
                </p14:cNvPr>
                <p14:cNvContentPartPr/>
                <p14:nvPr/>
              </p14:nvContentPartPr>
              <p14:xfrm>
                <a:off x="5446400" y="449200"/>
                <a:ext cx="25560" cy="1242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63951E5-D5EF-73E2-C30B-449B8F175A9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442080" y="444880"/>
                  <a:ext cx="3420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8EE506E-05FA-E869-1A5E-3312638D0E30}"/>
                    </a:ext>
                  </a:extLst>
                </p14:cNvPr>
                <p14:cNvContentPartPr/>
                <p14:nvPr/>
              </p14:nvContentPartPr>
              <p14:xfrm>
                <a:off x="5579240" y="271360"/>
                <a:ext cx="12240" cy="979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8EE506E-05FA-E869-1A5E-3312638D0E3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574920" y="267040"/>
                  <a:ext cx="20880" cy="10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C07655E5-D4D0-1E27-7192-DF0BDF8CCC91}"/>
                    </a:ext>
                  </a:extLst>
                </p14:cNvPr>
                <p14:cNvContentPartPr/>
                <p14:nvPr/>
              </p14:nvContentPartPr>
              <p14:xfrm>
                <a:off x="5584280" y="463600"/>
                <a:ext cx="399960" cy="957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C07655E5-D4D0-1E27-7192-DF0BDF8CCC91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579960" y="459280"/>
                  <a:ext cx="40860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26A51FE9-761F-A384-BD13-8897119E989D}"/>
                    </a:ext>
                  </a:extLst>
                </p14:cNvPr>
                <p14:cNvContentPartPr/>
                <p14:nvPr/>
              </p14:nvContentPartPr>
              <p14:xfrm>
                <a:off x="6065960" y="403480"/>
                <a:ext cx="106920" cy="946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26A51FE9-761F-A384-BD13-8897119E989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061640" y="399160"/>
                  <a:ext cx="115560" cy="10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B9C2673-4475-4628-1604-4D55923E974F}"/>
                    </a:ext>
                  </a:extLst>
                </p14:cNvPr>
                <p14:cNvContentPartPr/>
                <p14:nvPr/>
              </p14:nvContentPartPr>
              <p14:xfrm>
                <a:off x="6207080" y="396280"/>
                <a:ext cx="106560" cy="1447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B9C2673-4475-4628-1604-4D55923E974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6202760" y="391960"/>
                  <a:ext cx="11520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B71E34C-6B1B-6A53-5B06-6234BEA33565}"/>
                    </a:ext>
                  </a:extLst>
                </p14:cNvPr>
                <p14:cNvContentPartPr/>
                <p14:nvPr/>
              </p14:nvContentPartPr>
              <p14:xfrm>
                <a:off x="4982360" y="1264600"/>
                <a:ext cx="153000" cy="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B71E34C-6B1B-6A53-5B06-6234BEA3356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78040" y="1260280"/>
                  <a:ext cx="1616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8F8BFDB-F5F0-4BC3-7623-B239B76CE3CB}"/>
                    </a:ext>
                  </a:extLst>
                </p14:cNvPr>
                <p14:cNvContentPartPr/>
                <p14:nvPr/>
              </p14:nvContentPartPr>
              <p14:xfrm>
                <a:off x="4988480" y="1324360"/>
                <a:ext cx="220680" cy="104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8F8BFDB-F5F0-4BC3-7623-B239B76CE3C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984160" y="1320040"/>
                  <a:ext cx="2293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FED12CD-4FCA-C7A0-E1AB-2B4134623C67}"/>
                    </a:ext>
                  </a:extLst>
                </p14:cNvPr>
                <p14:cNvContentPartPr/>
                <p14:nvPr/>
              </p14:nvContentPartPr>
              <p14:xfrm>
                <a:off x="5600840" y="832240"/>
                <a:ext cx="574920" cy="9856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FED12CD-4FCA-C7A0-E1AB-2B4134623C67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596520" y="827920"/>
                  <a:ext cx="583560" cy="99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26C1417-5759-33DA-B9AE-D89D17D6C521}"/>
                    </a:ext>
                  </a:extLst>
                </p14:cNvPr>
                <p14:cNvContentPartPr/>
                <p14:nvPr/>
              </p14:nvContentPartPr>
              <p14:xfrm>
                <a:off x="6124640" y="913600"/>
                <a:ext cx="43920" cy="240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26C1417-5759-33DA-B9AE-D89D17D6C52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120320" y="909280"/>
                  <a:ext cx="5256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88B42A4-C1BD-A469-C085-77DBE44F7985}"/>
                    </a:ext>
                  </a:extLst>
                </p14:cNvPr>
                <p14:cNvContentPartPr/>
                <p14:nvPr/>
              </p14:nvContentPartPr>
              <p14:xfrm>
                <a:off x="6159560" y="858880"/>
                <a:ext cx="196920" cy="304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88B42A4-C1BD-A469-C085-77DBE44F798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6155240" y="854560"/>
                  <a:ext cx="2055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34B62B2-B171-BE95-5A4C-E2258C7C1246}"/>
                    </a:ext>
                  </a:extLst>
                </p14:cNvPr>
                <p14:cNvContentPartPr/>
                <p14:nvPr/>
              </p14:nvContentPartPr>
              <p14:xfrm>
                <a:off x="6531080" y="1028080"/>
                <a:ext cx="174600" cy="57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34B62B2-B171-BE95-5A4C-E2258C7C124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26760" y="1023760"/>
                  <a:ext cx="1832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A3DE96-4962-C51D-969C-7048EB15F738}"/>
                    </a:ext>
                  </a:extLst>
                </p14:cNvPr>
                <p14:cNvContentPartPr/>
                <p14:nvPr/>
              </p14:nvContentPartPr>
              <p14:xfrm>
                <a:off x="6878840" y="676720"/>
                <a:ext cx="342360" cy="495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A3DE96-4962-C51D-969C-7048EB15F73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874520" y="672400"/>
                  <a:ext cx="35100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F9F894C3-76C0-85A7-EB62-340810F1475E}"/>
                    </a:ext>
                  </a:extLst>
                </p14:cNvPr>
                <p14:cNvContentPartPr/>
                <p14:nvPr/>
              </p14:nvContentPartPr>
              <p14:xfrm>
                <a:off x="7042280" y="928720"/>
                <a:ext cx="219960" cy="936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F9F894C3-76C0-85A7-EB62-340810F1475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37960" y="924400"/>
                  <a:ext cx="22860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096846E8-91DE-AFB0-2624-0F263A6101D7}"/>
                    </a:ext>
                  </a:extLst>
                </p14:cNvPr>
                <p14:cNvContentPartPr/>
                <p14:nvPr/>
              </p14:nvContentPartPr>
              <p14:xfrm>
                <a:off x="5906120" y="1187200"/>
                <a:ext cx="1577880" cy="2116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096846E8-91DE-AFB0-2624-0F263A6101D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901800" y="1182880"/>
                  <a:ext cx="15865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A6E60284-F406-F1E4-46F2-53888DBE4A10}"/>
                    </a:ext>
                  </a:extLst>
                </p14:cNvPr>
                <p14:cNvContentPartPr/>
                <p14:nvPr/>
              </p14:nvContentPartPr>
              <p14:xfrm>
                <a:off x="6624680" y="1402120"/>
                <a:ext cx="272520" cy="3006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A6E60284-F406-F1E4-46F2-53888DBE4A1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20360" y="1397800"/>
                  <a:ext cx="28116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931C8A9-3551-A6D3-6AA2-071635DE8E0C}"/>
                    </a:ext>
                  </a:extLst>
                </p14:cNvPr>
                <p14:cNvContentPartPr/>
                <p14:nvPr/>
              </p14:nvContentPartPr>
              <p14:xfrm>
                <a:off x="7484720" y="714520"/>
                <a:ext cx="280080" cy="9900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931C8A9-3551-A6D3-6AA2-071635DE8E0C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480400" y="710200"/>
                  <a:ext cx="288720" cy="99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D01D2EF-8609-E004-3D83-1C146CAF4B2D}"/>
                    </a:ext>
                  </a:extLst>
                </p14:cNvPr>
                <p14:cNvContentPartPr/>
                <p14:nvPr/>
              </p14:nvContentPartPr>
              <p14:xfrm>
                <a:off x="7842200" y="596440"/>
                <a:ext cx="155520" cy="129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D01D2EF-8609-E004-3D83-1C146CAF4B2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837880" y="592120"/>
                  <a:ext cx="164160" cy="138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785904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E8ED101A-4435-050C-2756-C0A0A4F4CC6A}"/>
                  </a:ext>
                </a:extLst>
              </p14:cNvPr>
              <p14:cNvContentPartPr/>
              <p14:nvPr/>
            </p14:nvContentPartPr>
            <p14:xfrm>
              <a:off x="525560" y="2401480"/>
              <a:ext cx="10920600" cy="41400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E8ED101A-4435-050C-2756-C0A0A4F4CC6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21240" y="2397160"/>
                <a:ext cx="10929240" cy="42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1CF9537A-A078-B290-FC13-E50651A49871}"/>
                  </a:ext>
                </a:extLst>
              </p14:cNvPr>
              <p14:cNvContentPartPr/>
              <p14:nvPr/>
            </p14:nvContentPartPr>
            <p14:xfrm>
              <a:off x="446360" y="3230920"/>
              <a:ext cx="10840680" cy="196200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1CF9537A-A078-B290-FC13-E50651A4987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42040" y="3226600"/>
                <a:ext cx="10849320" cy="20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99BC680E-16CA-B324-6FD2-F3B7D81B9CA9}"/>
              </a:ext>
            </a:extLst>
          </p:cNvPr>
          <p:cNvGrpSpPr/>
          <p:nvPr/>
        </p:nvGrpSpPr>
        <p:grpSpPr>
          <a:xfrm>
            <a:off x="282560" y="450280"/>
            <a:ext cx="11344320" cy="5295960"/>
            <a:chOff x="282560" y="450280"/>
            <a:chExt cx="11344320" cy="529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ACFC2DD6-BEAA-3943-4046-447364B4699B}"/>
                    </a:ext>
                  </a:extLst>
                </p14:cNvPr>
                <p14:cNvContentPartPr/>
                <p14:nvPr/>
              </p14:nvContentPartPr>
              <p14:xfrm>
                <a:off x="1539680" y="2651320"/>
                <a:ext cx="39960" cy="261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ACFC2DD6-BEAA-3943-4046-447364B4699B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35360" y="2647000"/>
                  <a:ext cx="486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2860351-B210-1CBB-04AC-1C4FC81AC665}"/>
                    </a:ext>
                  </a:extLst>
                </p14:cNvPr>
                <p14:cNvContentPartPr/>
                <p14:nvPr/>
              </p14:nvContentPartPr>
              <p14:xfrm>
                <a:off x="1493960" y="2655280"/>
                <a:ext cx="214200" cy="3531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2860351-B210-1CBB-04AC-1C4FC81AC665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89640" y="2650960"/>
                  <a:ext cx="222840" cy="36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3A5193B3-E1D3-3D35-F853-669120E6708E}"/>
                    </a:ext>
                  </a:extLst>
                </p14:cNvPr>
                <p14:cNvContentPartPr/>
                <p14:nvPr/>
              </p14:nvContentPartPr>
              <p14:xfrm>
                <a:off x="1382000" y="3472120"/>
                <a:ext cx="216720" cy="24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3A5193B3-E1D3-3D35-F853-669120E6708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7680" y="3467800"/>
                  <a:ext cx="225360" cy="25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D6302B6-F768-F7BB-46EC-D2DEFE93E464}"/>
                    </a:ext>
                  </a:extLst>
                </p14:cNvPr>
                <p14:cNvContentPartPr/>
                <p14:nvPr/>
              </p14:nvContentPartPr>
              <p14:xfrm>
                <a:off x="1473080" y="4082320"/>
                <a:ext cx="17640" cy="179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D6302B6-F768-F7BB-46EC-D2DEFE93E46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8760" y="4078000"/>
                  <a:ext cx="26280" cy="18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321B66D-9173-92DB-93E2-954F406B834C}"/>
                    </a:ext>
                  </a:extLst>
                </p14:cNvPr>
                <p14:cNvContentPartPr/>
                <p14:nvPr/>
              </p14:nvContentPartPr>
              <p14:xfrm>
                <a:off x="1257440" y="3962080"/>
                <a:ext cx="405000" cy="5126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321B66D-9173-92DB-93E2-954F406B834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253120" y="3957760"/>
                  <a:ext cx="413640" cy="52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58BC270-FD44-BA61-FB7F-47F4E0F8FC0F}"/>
                    </a:ext>
                  </a:extLst>
                </p14:cNvPr>
                <p14:cNvContentPartPr/>
                <p14:nvPr/>
              </p14:nvContentPartPr>
              <p14:xfrm>
                <a:off x="1322240" y="1113400"/>
                <a:ext cx="117720" cy="4276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58BC270-FD44-BA61-FB7F-47F4E0F8FC0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317920" y="1109080"/>
                  <a:ext cx="12636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CAC8992A-3F63-E4E0-941A-756D55C5C338}"/>
                    </a:ext>
                  </a:extLst>
                </p14:cNvPr>
                <p14:cNvContentPartPr/>
                <p14:nvPr/>
              </p14:nvContentPartPr>
              <p14:xfrm>
                <a:off x="1064840" y="1052920"/>
                <a:ext cx="789120" cy="41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CAC8992A-3F63-E4E0-941A-756D55C5C33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60520" y="1048600"/>
                  <a:ext cx="79776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A57BCEA2-A88A-3102-A4A6-BEBE063EC3B4}"/>
                    </a:ext>
                  </a:extLst>
                </p14:cNvPr>
                <p14:cNvContentPartPr/>
                <p14:nvPr/>
              </p14:nvContentPartPr>
              <p14:xfrm>
                <a:off x="1530680" y="1376560"/>
                <a:ext cx="217080" cy="9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A57BCEA2-A88A-3102-A4A6-BEBE063EC3B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526360" y="1372240"/>
                  <a:ext cx="22572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F57B8F4-A76B-B1DB-154D-A5AF96A9E0A4}"/>
                    </a:ext>
                  </a:extLst>
                </p14:cNvPr>
                <p14:cNvContentPartPr/>
                <p14:nvPr/>
              </p14:nvContentPartPr>
              <p14:xfrm>
                <a:off x="1789880" y="1293760"/>
                <a:ext cx="275760" cy="208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F57B8F4-A76B-B1DB-154D-A5AF96A9E0A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85560" y="1289440"/>
                  <a:ext cx="28440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2D92486-E78F-3B20-6E87-7C486DEF64A4}"/>
                    </a:ext>
                  </a:extLst>
                </p14:cNvPr>
                <p14:cNvContentPartPr/>
                <p14:nvPr/>
              </p14:nvContentPartPr>
              <p14:xfrm>
                <a:off x="1996880" y="1044640"/>
                <a:ext cx="273600" cy="466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2D92486-E78F-3B20-6E87-7C486DEF64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992560" y="1040320"/>
                  <a:ext cx="282240" cy="47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05F4691-1CAA-B4E4-6679-531B195E9EBC}"/>
                    </a:ext>
                  </a:extLst>
                </p14:cNvPr>
                <p14:cNvContentPartPr/>
                <p14:nvPr/>
              </p14:nvContentPartPr>
              <p14:xfrm>
                <a:off x="1456520" y="1975240"/>
                <a:ext cx="155160" cy="35388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05F4691-1CAA-B4E4-6679-531B195E9EBC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452200" y="1970920"/>
                  <a:ext cx="163800" cy="36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7D9178B2-A704-5ADA-2F93-4C35FF89A758}"/>
                    </a:ext>
                  </a:extLst>
                </p14:cNvPr>
                <p14:cNvContentPartPr/>
                <p14:nvPr/>
              </p14:nvContentPartPr>
              <p14:xfrm>
                <a:off x="1477400" y="2170000"/>
                <a:ext cx="161280" cy="15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7D9178B2-A704-5ADA-2F93-4C35FF89A75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473080" y="2165680"/>
                  <a:ext cx="16992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7CA2B878-C2C1-85E4-C653-6610AA5B4DC6}"/>
                    </a:ext>
                  </a:extLst>
                </p14:cNvPr>
                <p14:cNvContentPartPr/>
                <p14:nvPr/>
              </p14:nvContentPartPr>
              <p14:xfrm>
                <a:off x="9045320" y="854200"/>
                <a:ext cx="28440" cy="2602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7CA2B878-C2C1-85E4-C653-6610AA5B4DC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041000" y="849880"/>
                  <a:ext cx="37080" cy="26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C045CE-180C-8025-AC96-DE833B2668DA}"/>
                    </a:ext>
                  </a:extLst>
                </p14:cNvPr>
                <p14:cNvContentPartPr/>
                <p14:nvPr/>
              </p14:nvContentPartPr>
              <p14:xfrm>
                <a:off x="9131000" y="694000"/>
                <a:ext cx="180360" cy="18036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C045CE-180C-8025-AC96-DE833B2668D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126680" y="689680"/>
                  <a:ext cx="189000" cy="18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19BE9CF-DFF3-990B-6FD9-2867B96A3045}"/>
                    </a:ext>
                  </a:extLst>
                </p14:cNvPr>
                <p14:cNvContentPartPr/>
                <p14:nvPr/>
              </p14:nvContentPartPr>
              <p14:xfrm>
                <a:off x="9233960" y="919000"/>
                <a:ext cx="127800" cy="1440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19BE9CF-DFF3-990B-6FD9-2867B96A304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229640" y="914680"/>
                  <a:ext cx="1364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08E2E05-C6EA-84D1-3768-A5CDD2224B6C}"/>
                    </a:ext>
                  </a:extLst>
                </p14:cNvPr>
                <p14:cNvContentPartPr/>
                <p14:nvPr/>
              </p14:nvContentPartPr>
              <p14:xfrm>
                <a:off x="9351680" y="921880"/>
                <a:ext cx="167040" cy="1458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08E2E05-C6EA-84D1-3768-A5CDD2224B6C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7360" y="917560"/>
                  <a:ext cx="1756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CFE29A21-5CC3-0A3D-D806-33AE6E0F685F}"/>
                    </a:ext>
                  </a:extLst>
                </p14:cNvPr>
                <p14:cNvContentPartPr/>
                <p14:nvPr/>
              </p14:nvContentPartPr>
              <p14:xfrm>
                <a:off x="9560120" y="904240"/>
                <a:ext cx="141840" cy="1569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CFE29A21-5CC3-0A3D-D806-33AE6E0F68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555800" y="899920"/>
                  <a:ext cx="150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685DD37B-9CEF-7433-EA6E-9E70DDCB2F15}"/>
                    </a:ext>
                  </a:extLst>
                </p14:cNvPr>
                <p14:cNvContentPartPr/>
                <p14:nvPr/>
              </p14:nvContentPartPr>
              <p14:xfrm>
                <a:off x="9803840" y="966160"/>
                <a:ext cx="37440" cy="770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685DD37B-9CEF-7433-EA6E-9E70DDCB2F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799520" y="961840"/>
                  <a:ext cx="4608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D149E344-CC28-1FF5-90BA-3D6425C85D10}"/>
                    </a:ext>
                  </a:extLst>
                </p14:cNvPr>
                <p14:cNvContentPartPr/>
                <p14:nvPr/>
              </p14:nvContentPartPr>
              <p14:xfrm>
                <a:off x="9965480" y="779320"/>
                <a:ext cx="14040" cy="76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D149E344-CC28-1FF5-90BA-3D6425C85D1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61160" y="775000"/>
                  <a:ext cx="2268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F64A22E-9DEB-D7F7-CC23-7AD3262AA067}"/>
                    </a:ext>
                  </a:extLst>
                </p14:cNvPr>
                <p14:cNvContentPartPr/>
                <p14:nvPr/>
              </p14:nvContentPartPr>
              <p14:xfrm>
                <a:off x="9929840" y="901000"/>
                <a:ext cx="116280" cy="14796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F64A22E-9DEB-D7F7-CC23-7AD3262AA06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925520" y="896680"/>
                  <a:ext cx="124920" cy="15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E3CBD393-F00D-2A75-3D24-B72E4B5CA558}"/>
                    </a:ext>
                  </a:extLst>
                </p14:cNvPr>
                <p14:cNvContentPartPr/>
                <p14:nvPr/>
              </p14:nvContentPartPr>
              <p14:xfrm>
                <a:off x="10013360" y="933040"/>
                <a:ext cx="63720" cy="442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E3CBD393-F00D-2A75-3D24-B72E4B5CA55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009040" y="928720"/>
                  <a:ext cx="7236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8701875-AB75-47B3-EDC7-F2CEA2EB3EEE}"/>
                    </a:ext>
                  </a:extLst>
                </p14:cNvPr>
                <p14:cNvContentPartPr/>
                <p14:nvPr/>
              </p14:nvContentPartPr>
              <p14:xfrm>
                <a:off x="9979520" y="911800"/>
                <a:ext cx="316800" cy="141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8701875-AB75-47B3-EDC7-F2CEA2EB3EE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975200" y="907480"/>
                  <a:ext cx="32544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5B60B56-2CEE-53CE-9134-98DCDE56B928}"/>
                    </a:ext>
                  </a:extLst>
                </p14:cNvPr>
                <p14:cNvContentPartPr/>
                <p14:nvPr/>
              </p14:nvContentPartPr>
              <p14:xfrm>
                <a:off x="10382720" y="959680"/>
                <a:ext cx="46440" cy="79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5B60B56-2CEE-53CE-9134-98DCDE56B9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378400" y="955360"/>
                  <a:ext cx="55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412743E-3F7F-9FDA-E965-E8C126289C95}"/>
                    </a:ext>
                  </a:extLst>
                </p14:cNvPr>
                <p14:cNvContentPartPr/>
                <p14:nvPr/>
              </p14:nvContentPartPr>
              <p14:xfrm>
                <a:off x="10508000" y="769960"/>
                <a:ext cx="14760" cy="547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412743E-3F7F-9FDA-E965-E8C126289C95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0503680" y="765640"/>
                  <a:ext cx="23400" cy="6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FB32D03-60B1-8107-27F6-7CDB59940009}"/>
                    </a:ext>
                  </a:extLst>
                </p14:cNvPr>
                <p14:cNvContentPartPr/>
                <p14:nvPr/>
              </p14:nvContentPartPr>
              <p14:xfrm>
                <a:off x="10513400" y="908200"/>
                <a:ext cx="99720" cy="1519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FB32D03-60B1-8107-27F6-7CDB5994000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509080" y="903880"/>
                  <a:ext cx="108360" cy="16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44DF61D-8FF3-46F1-94DD-B0F677311208}"/>
                    </a:ext>
                  </a:extLst>
                </p14:cNvPr>
                <p14:cNvContentPartPr/>
                <p14:nvPr/>
              </p14:nvContentPartPr>
              <p14:xfrm>
                <a:off x="10662440" y="696880"/>
                <a:ext cx="212760" cy="36252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44DF61D-8FF3-46F1-94DD-B0F67731120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658120" y="692560"/>
                  <a:ext cx="22140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3443E5FB-E37C-13AA-30FE-D7C0D2018FA6}"/>
                    </a:ext>
                  </a:extLst>
                </p14:cNvPr>
                <p14:cNvContentPartPr/>
                <p14:nvPr/>
              </p14:nvContentPartPr>
              <p14:xfrm>
                <a:off x="10719320" y="898480"/>
                <a:ext cx="141120" cy="11664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3443E5FB-E37C-13AA-30FE-D7C0D2018FA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715000" y="894160"/>
                  <a:ext cx="1497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A87C49-6580-B6FA-9F0E-CA14A58C05C2}"/>
                    </a:ext>
                  </a:extLst>
                </p14:cNvPr>
                <p14:cNvContentPartPr/>
                <p14:nvPr/>
              </p14:nvContentPartPr>
              <p14:xfrm>
                <a:off x="11026400" y="812440"/>
                <a:ext cx="15840" cy="23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A87C49-6580-B6FA-9F0E-CA14A58C05C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1022080" y="808120"/>
                  <a:ext cx="24480" cy="3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4714ED09-8977-A235-DB28-E960C78ECC0A}"/>
                    </a:ext>
                  </a:extLst>
                </p14:cNvPr>
                <p14:cNvContentPartPr/>
                <p14:nvPr/>
              </p14:nvContentPartPr>
              <p14:xfrm>
                <a:off x="11022800" y="876520"/>
                <a:ext cx="93240" cy="1357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4714ED09-8977-A235-DB28-E960C78ECC0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18480" y="872200"/>
                  <a:ext cx="1018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6255D818-EF3D-6D0E-15F2-BAC98843F18F}"/>
                    </a:ext>
                  </a:extLst>
                </p14:cNvPr>
                <p14:cNvContentPartPr/>
                <p14:nvPr/>
              </p14:nvContentPartPr>
              <p14:xfrm>
                <a:off x="9548960" y="1422280"/>
                <a:ext cx="39240" cy="26964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6255D818-EF3D-6D0E-15F2-BAC98843F18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544640" y="1417960"/>
                  <a:ext cx="4788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6089253D-AA4B-3CEC-6598-935B8F5A0814}"/>
                    </a:ext>
                  </a:extLst>
                </p14:cNvPr>
                <p14:cNvContentPartPr/>
                <p14:nvPr/>
              </p14:nvContentPartPr>
              <p14:xfrm>
                <a:off x="9515840" y="1289080"/>
                <a:ext cx="308160" cy="4050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6089253D-AA4B-3CEC-6598-935B8F5A08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511520" y="1284760"/>
                  <a:ext cx="3168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EF16A39-FA35-054A-7175-33D9F61BEEA2}"/>
                    </a:ext>
                  </a:extLst>
                </p14:cNvPr>
                <p14:cNvContentPartPr/>
                <p14:nvPr/>
              </p14:nvContentPartPr>
              <p14:xfrm>
                <a:off x="282560" y="1722160"/>
                <a:ext cx="11014200" cy="311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EF16A39-FA35-054A-7175-33D9F61BEEA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78240" y="1717840"/>
                  <a:ext cx="1102284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A3F06610-1594-629C-2B17-A0816D43589B}"/>
                    </a:ext>
                  </a:extLst>
                </p14:cNvPr>
                <p14:cNvContentPartPr/>
                <p14:nvPr/>
              </p14:nvContentPartPr>
              <p14:xfrm>
                <a:off x="2377040" y="586720"/>
                <a:ext cx="283320" cy="431172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A3F06610-1594-629C-2B17-A0816D43589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372720" y="582400"/>
                  <a:ext cx="291960" cy="432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4870C6-CD1B-3C47-E450-2B7A2B35847E}"/>
                    </a:ext>
                  </a:extLst>
                </p14:cNvPr>
                <p14:cNvContentPartPr/>
                <p14:nvPr/>
              </p14:nvContentPartPr>
              <p14:xfrm>
                <a:off x="3262280" y="1123480"/>
                <a:ext cx="294480" cy="274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4870C6-CD1B-3C47-E450-2B7A2B35847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257960" y="1119160"/>
                  <a:ext cx="3031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16C67CE-EB5B-9A0E-8361-4DD481BD8BC1}"/>
                    </a:ext>
                  </a:extLst>
                </p14:cNvPr>
                <p14:cNvContentPartPr/>
                <p14:nvPr/>
              </p14:nvContentPartPr>
              <p14:xfrm>
                <a:off x="3551720" y="1286920"/>
                <a:ext cx="188280" cy="4125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D16C67CE-EB5B-9A0E-8361-4DD481BD8BC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547400" y="1282600"/>
                  <a:ext cx="19692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C86B715-E736-27BE-92AD-E7E364DB4320}"/>
                    </a:ext>
                  </a:extLst>
                </p14:cNvPr>
                <p14:cNvContentPartPr/>
                <p14:nvPr/>
              </p14:nvContentPartPr>
              <p14:xfrm>
                <a:off x="3813800" y="1119520"/>
                <a:ext cx="146520" cy="285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C86B715-E736-27BE-92AD-E7E364DB432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809480" y="1115200"/>
                  <a:ext cx="15516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521DFBF-7C0D-5E2F-194C-7CA1BF86CDC8}"/>
                    </a:ext>
                  </a:extLst>
                </p14:cNvPr>
                <p14:cNvContentPartPr/>
                <p14:nvPr/>
              </p14:nvContentPartPr>
              <p14:xfrm>
                <a:off x="3836120" y="1267840"/>
                <a:ext cx="176760" cy="1303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521DFBF-7C0D-5E2F-194C-7CA1BF86CDC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831800" y="1263520"/>
                  <a:ext cx="1854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C1C7C01-0690-12CF-38DE-0AA7D2A13A92}"/>
                    </a:ext>
                  </a:extLst>
                </p14:cNvPr>
                <p14:cNvContentPartPr/>
                <p14:nvPr/>
              </p14:nvContentPartPr>
              <p14:xfrm>
                <a:off x="4035920" y="1151200"/>
                <a:ext cx="30240" cy="727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C1C7C01-0690-12CF-38DE-0AA7D2A13A9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4031600" y="1146880"/>
                  <a:ext cx="3888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3E862B7-4B75-098F-DA52-A359980846A6}"/>
                    </a:ext>
                  </a:extLst>
                </p14:cNvPr>
                <p14:cNvContentPartPr/>
                <p14:nvPr/>
              </p14:nvContentPartPr>
              <p14:xfrm>
                <a:off x="4058600" y="1317520"/>
                <a:ext cx="267840" cy="604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3E862B7-4B75-098F-DA52-A359980846A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4054280" y="1313200"/>
                  <a:ext cx="276480" cy="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A47C7C78-2783-C7B7-410D-5FE634058A30}"/>
                    </a:ext>
                  </a:extLst>
                </p14:cNvPr>
                <p14:cNvContentPartPr/>
                <p14:nvPr/>
              </p14:nvContentPartPr>
              <p14:xfrm>
                <a:off x="4400600" y="1351720"/>
                <a:ext cx="32760" cy="417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A47C7C78-2783-C7B7-410D-5FE634058A3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396280" y="1347400"/>
                  <a:ext cx="41400" cy="5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94BE1B1C-E435-510C-1668-8B7AF794879D}"/>
                    </a:ext>
                  </a:extLst>
                </p14:cNvPr>
                <p14:cNvContentPartPr/>
                <p14:nvPr/>
              </p14:nvContentPartPr>
              <p14:xfrm>
                <a:off x="4456760" y="1139320"/>
                <a:ext cx="24840" cy="5652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94BE1B1C-E435-510C-1668-8B7AF794879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452440" y="1135000"/>
                  <a:ext cx="3348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04651B0-6671-6EAF-86D4-431B85451CD6}"/>
                    </a:ext>
                  </a:extLst>
                </p14:cNvPr>
                <p14:cNvContentPartPr/>
                <p14:nvPr/>
              </p14:nvContentPartPr>
              <p14:xfrm>
                <a:off x="4507160" y="1309960"/>
                <a:ext cx="92520" cy="142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04651B0-6671-6EAF-86D4-431B85451CD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502840" y="1305640"/>
                  <a:ext cx="1011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8866C81-A147-605F-C313-69E50D3CF4F8}"/>
                    </a:ext>
                  </a:extLst>
                </p14:cNvPr>
                <p14:cNvContentPartPr/>
                <p14:nvPr/>
              </p14:nvContentPartPr>
              <p14:xfrm>
                <a:off x="4699760" y="1069840"/>
                <a:ext cx="155520" cy="325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8866C81-A147-605F-C313-69E50D3CF4F8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695440" y="1065520"/>
                  <a:ext cx="1641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55069FB-E1E0-47C0-3FF9-053ABEDFC9C2}"/>
                    </a:ext>
                  </a:extLst>
                </p14:cNvPr>
                <p14:cNvContentPartPr/>
                <p14:nvPr/>
              </p14:nvContentPartPr>
              <p14:xfrm>
                <a:off x="4650080" y="1281520"/>
                <a:ext cx="290160" cy="813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55069FB-E1E0-47C0-3FF9-053ABEDFC9C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45760" y="1277200"/>
                  <a:ext cx="29880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435443E-AA94-12B3-8581-EEEB4E64B371}"/>
                    </a:ext>
                  </a:extLst>
                </p14:cNvPr>
                <p14:cNvContentPartPr/>
                <p14:nvPr/>
              </p14:nvContentPartPr>
              <p14:xfrm>
                <a:off x="5019440" y="1124200"/>
                <a:ext cx="32040" cy="781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435443E-AA94-12B3-8581-EEEB4E64B37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015120" y="1119880"/>
                  <a:ext cx="4068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C8C4057-8551-4CC5-3078-FF4AEBDFBD20}"/>
                    </a:ext>
                  </a:extLst>
                </p14:cNvPr>
                <p14:cNvContentPartPr/>
                <p14:nvPr/>
              </p14:nvContentPartPr>
              <p14:xfrm>
                <a:off x="5070920" y="1243360"/>
                <a:ext cx="133920" cy="135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C8C4057-8551-4CC5-3078-FF4AEBDFBD2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66600" y="1239040"/>
                  <a:ext cx="142560" cy="14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6AE1A60-ED59-A939-363F-8DE38D833C28}"/>
                    </a:ext>
                  </a:extLst>
                </p14:cNvPr>
                <p14:cNvContentPartPr/>
                <p14:nvPr/>
              </p14:nvContentPartPr>
              <p14:xfrm>
                <a:off x="3922880" y="1492840"/>
                <a:ext cx="211680" cy="3632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6AE1A60-ED59-A939-363F-8DE38D833C28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918560" y="1488520"/>
                  <a:ext cx="220320" cy="37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B08A380E-9D3E-790A-17EB-0373CEB08909}"/>
                    </a:ext>
                  </a:extLst>
                </p14:cNvPr>
                <p14:cNvContentPartPr/>
                <p14:nvPr/>
              </p14:nvContentPartPr>
              <p14:xfrm>
                <a:off x="4005320" y="1628920"/>
                <a:ext cx="215280" cy="18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B08A380E-9D3E-790A-17EB-0373CEB0890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001000" y="1624600"/>
                  <a:ext cx="22392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6B6AEB84-339A-7067-A2C1-36A99CEB9786}"/>
                    </a:ext>
                  </a:extLst>
                </p14:cNvPr>
                <p14:cNvContentPartPr/>
                <p14:nvPr/>
              </p14:nvContentPartPr>
              <p14:xfrm>
                <a:off x="5121320" y="558640"/>
                <a:ext cx="383760" cy="51876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6B6AEB84-339A-7067-A2C1-36A99CEB978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117000" y="554320"/>
                  <a:ext cx="392400" cy="519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771D302-990A-8F37-C215-8BA83409291D}"/>
                    </a:ext>
                  </a:extLst>
                </p14:cNvPr>
                <p14:cNvContentPartPr/>
                <p14:nvPr/>
              </p14:nvContentPartPr>
              <p14:xfrm>
                <a:off x="5885240" y="919360"/>
                <a:ext cx="545760" cy="4334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771D302-990A-8F37-C215-8BA83409291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880920" y="915040"/>
                  <a:ext cx="55440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B162113-A573-0AF4-08A0-70564E726E21}"/>
                    </a:ext>
                  </a:extLst>
                </p14:cNvPr>
                <p14:cNvContentPartPr/>
                <p14:nvPr/>
              </p14:nvContentPartPr>
              <p14:xfrm>
                <a:off x="6376640" y="1174600"/>
                <a:ext cx="110880" cy="972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B162113-A573-0AF4-08A0-70564E726E21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372320" y="1170280"/>
                  <a:ext cx="119520" cy="10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33FBBF33-B341-7A0D-B5BA-A451951AAD6B}"/>
                    </a:ext>
                  </a:extLst>
                </p14:cNvPr>
                <p14:cNvContentPartPr/>
                <p14:nvPr/>
              </p14:nvContentPartPr>
              <p14:xfrm>
                <a:off x="6551240" y="1140040"/>
                <a:ext cx="91080" cy="146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33FBBF33-B341-7A0D-B5BA-A451951AAD6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546920" y="1135720"/>
                  <a:ext cx="997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3E4D58D0-2A00-9178-0829-C1FBED414F4D}"/>
                    </a:ext>
                  </a:extLst>
                </p14:cNvPr>
                <p14:cNvContentPartPr/>
                <p14:nvPr/>
              </p14:nvContentPartPr>
              <p14:xfrm>
                <a:off x="6784880" y="964360"/>
                <a:ext cx="139320" cy="321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3E4D58D0-2A00-9178-0829-C1FBED414F4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6780560" y="960040"/>
                  <a:ext cx="147960" cy="33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AE8A7D-D694-9B8B-D982-A8DC0F442B9B}"/>
                    </a:ext>
                  </a:extLst>
                </p14:cNvPr>
                <p14:cNvContentPartPr/>
                <p14:nvPr/>
              </p14:nvContentPartPr>
              <p14:xfrm>
                <a:off x="6818360" y="1119520"/>
                <a:ext cx="159480" cy="104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AE8A7D-D694-9B8B-D982-A8DC0F442B9B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814040" y="1115200"/>
                  <a:ext cx="1681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C704D3B-868F-E0CB-AE23-ADA3A5207D28}"/>
                    </a:ext>
                  </a:extLst>
                </p14:cNvPr>
                <p14:cNvContentPartPr/>
                <p14:nvPr/>
              </p14:nvContentPartPr>
              <p14:xfrm>
                <a:off x="7100960" y="1163080"/>
                <a:ext cx="119520" cy="194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3C704D3B-868F-E0CB-AE23-ADA3A5207D2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096640" y="1158760"/>
                  <a:ext cx="12816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A80BE1E8-03FE-3176-9CD5-DE385E4239BF}"/>
                    </a:ext>
                  </a:extLst>
                </p14:cNvPr>
                <p14:cNvContentPartPr/>
                <p14:nvPr/>
              </p14:nvContentPartPr>
              <p14:xfrm>
                <a:off x="7270160" y="867520"/>
                <a:ext cx="165240" cy="359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A80BE1E8-03FE-3176-9CD5-DE385E4239B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7265840" y="863200"/>
                  <a:ext cx="17388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F5A73B8-48DE-E86B-93E9-BCC23E0D160B}"/>
                    </a:ext>
                  </a:extLst>
                </p14:cNvPr>
                <p14:cNvContentPartPr/>
                <p14:nvPr/>
              </p14:nvContentPartPr>
              <p14:xfrm>
                <a:off x="7477520" y="1167400"/>
                <a:ext cx="32760" cy="770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F5A73B8-48DE-E86B-93E9-BCC23E0D160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7473200" y="1163080"/>
                  <a:ext cx="414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05E9D45-E5FC-D8C9-4B1A-E1CD91E0827A}"/>
                    </a:ext>
                  </a:extLst>
                </p14:cNvPr>
                <p14:cNvContentPartPr/>
                <p14:nvPr/>
              </p14:nvContentPartPr>
              <p14:xfrm>
                <a:off x="7587680" y="959680"/>
                <a:ext cx="41040" cy="68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05E9D45-E5FC-D8C9-4B1A-E1CD91E0827A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83360" y="955360"/>
                  <a:ext cx="49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11B34A5-642D-4AA9-B509-553FFFFFF653}"/>
                    </a:ext>
                  </a:extLst>
                </p14:cNvPr>
                <p14:cNvContentPartPr/>
                <p14:nvPr/>
              </p14:nvContentPartPr>
              <p14:xfrm>
                <a:off x="7579400" y="835120"/>
                <a:ext cx="188280" cy="3682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D11B34A5-642D-4AA9-B509-553FFFFFF653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575080" y="830800"/>
                  <a:ext cx="196920" cy="37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8812BD6-EA13-21BB-A01F-38D193D93D74}"/>
                    </a:ext>
                  </a:extLst>
                </p14:cNvPr>
                <p14:cNvContentPartPr/>
                <p14:nvPr/>
              </p14:nvContentPartPr>
              <p14:xfrm>
                <a:off x="7761920" y="835480"/>
                <a:ext cx="337320" cy="3898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8812BD6-EA13-21BB-A01F-38D193D93D7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757600" y="831160"/>
                  <a:ext cx="34596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EEEA0213-9088-225E-6888-C8775B499DD6}"/>
                    </a:ext>
                  </a:extLst>
                </p14:cNvPr>
                <p14:cNvContentPartPr/>
                <p14:nvPr/>
              </p14:nvContentPartPr>
              <p14:xfrm>
                <a:off x="8055320" y="1140400"/>
                <a:ext cx="102240" cy="30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EEEA0213-9088-225E-6888-C8775B499DD6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51000" y="1136080"/>
                  <a:ext cx="1108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8C1B799-1DDA-36F2-9DE0-790F17E49E64}"/>
                    </a:ext>
                  </a:extLst>
                </p14:cNvPr>
                <p14:cNvContentPartPr/>
                <p14:nvPr/>
              </p14:nvContentPartPr>
              <p14:xfrm>
                <a:off x="7857680" y="1117720"/>
                <a:ext cx="348840" cy="332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8C1B799-1DDA-36F2-9DE0-790F17E49E6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853360" y="1113400"/>
                  <a:ext cx="3574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04ABEF-D310-AB94-CBCE-F835C529B374}"/>
                    </a:ext>
                  </a:extLst>
                </p14:cNvPr>
                <p14:cNvContentPartPr/>
                <p14:nvPr/>
              </p14:nvContentPartPr>
              <p14:xfrm>
                <a:off x="6836360" y="1437400"/>
                <a:ext cx="6840" cy="1933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D04ABEF-D310-AB94-CBCE-F835C529B374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832040" y="1433080"/>
                  <a:ext cx="1548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DD15777-C542-9A3D-2901-5C9DC83A6C22}"/>
                    </a:ext>
                  </a:extLst>
                </p14:cNvPr>
                <p14:cNvContentPartPr/>
                <p14:nvPr/>
              </p14:nvContentPartPr>
              <p14:xfrm>
                <a:off x="6833480" y="1393480"/>
                <a:ext cx="360000" cy="294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6DD15777-C542-9A3D-2901-5C9DC83A6C2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829160" y="1389160"/>
                  <a:ext cx="3686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4AD9F18-85F5-10FE-06C6-93EC4FCE4FFB}"/>
                    </a:ext>
                  </a:extLst>
                </p14:cNvPr>
                <p14:cNvContentPartPr/>
                <p14:nvPr/>
              </p14:nvContentPartPr>
              <p14:xfrm>
                <a:off x="6829160" y="1570960"/>
                <a:ext cx="24840" cy="15696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F4AD9F18-85F5-10FE-06C6-93EC4FCE4FFB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824840" y="1566640"/>
                  <a:ext cx="334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D89678B-0D7B-D4FC-DCBE-3C2522A1B643}"/>
                    </a:ext>
                  </a:extLst>
                </p14:cNvPr>
                <p14:cNvContentPartPr/>
                <p14:nvPr/>
              </p14:nvContentPartPr>
              <p14:xfrm>
                <a:off x="7987640" y="450280"/>
                <a:ext cx="633240" cy="52362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D89678B-0D7B-D4FC-DCBE-3C2522A1B643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983320" y="445960"/>
                  <a:ext cx="641880" cy="52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C684C98-BD29-84CB-1162-4072125ABA46}"/>
                    </a:ext>
                  </a:extLst>
                </p14:cNvPr>
                <p14:cNvContentPartPr/>
                <p14:nvPr/>
              </p14:nvContentPartPr>
              <p14:xfrm>
                <a:off x="562640" y="3840400"/>
                <a:ext cx="10440000" cy="2494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C684C98-BD29-84CB-1162-4072125ABA4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58320" y="3836080"/>
                  <a:ext cx="1044864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A625AC1D-2BEA-2119-4345-091088C2710C}"/>
                    </a:ext>
                  </a:extLst>
                </p14:cNvPr>
                <p14:cNvContentPartPr/>
                <p14:nvPr/>
              </p14:nvContentPartPr>
              <p14:xfrm>
                <a:off x="862520" y="4661200"/>
                <a:ext cx="10764360" cy="6012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A625AC1D-2BEA-2119-4345-091088C2710C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58200" y="4656880"/>
                  <a:ext cx="10773000" cy="6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939D1925-19C1-1E1E-70C7-29E09CE0CF52}"/>
                  </a:ext>
                </a:extLst>
              </p14:cNvPr>
              <p14:cNvContentPartPr/>
              <p14:nvPr/>
            </p14:nvContentPartPr>
            <p14:xfrm>
              <a:off x="3729560" y="2017720"/>
              <a:ext cx="286920" cy="21708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939D1925-19C1-1E1E-70C7-29E09CE0CF5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3725240" y="2013400"/>
                <a:ext cx="295560" cy="22572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27706AB0-A2CC-8BB7-B5B1-FD944271EE7B}"/>
              </a:ext>
            </a:extLst>
          </p:cNvPr>
          <p:cNvGrpSpPr/>
          <p:nvPr/>
        </p:nvGrpSpPr>
        <p:grpSpPr>
          <a:xfrm>
            <a:off x="9454280" y="2092960"/>
            <a:ext cx="303840" cy="322560"/>
            <a:chOff x="9454280" y="2092960"/>
            <a:chExt cx="303840" cy="322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48858DA1-BBAD-C16B-F669-2DAC630E56F6}"/>
                    </a:ext>
                  </a:extLst>
                </p14:cNvPr>
                <p14:cNvContentPartPr/>
                <p14:nvPr/>
              </p14:nvContentPartPr>
              <p14:xfrm>
                <a:off x="9484880" y="2092960"/>
                <a:ext cx="273240" cy="322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48858DA1-BBAD-C16B-F669-2DAC630E56F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480560" y="2088640"/>
                  <a:ext cx="281880" cy="33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60DFBC7-18DE-26F5-77CE-A8819F716F22}"/>
                    </a:ext>
                  </a:extLst>
                </p14:cNvPr>
                <p14:cNvContentPartPr/>
                <p14:nvPr/>
              </p14:nvContentPartPr>
              <p14:xfrm>
                <a:off x="9454280" y="2244160"/>
                <a:ext cx="298440" cy="302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60DFBC7-18DE-26F5-77CE-A8819F716F2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449960" y="2239840"/>
                  <a:ext cx="307080" cy="3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55670240-59EC-5FBB-AA00-0AFE6A164EA9}"/>
              </a:ext>
            </a:extLst>
          </p:cNvPr>
          <p:cNvGrpSpPr/>
          <p:nvPr/>
        </p:nvGrpSpPr>
        <p:grpSpPr>
          <a:xfrm>
            <a:off x="6800000" y="1957240"/>
            <a:ext cx="300240" cy="294840"/>
            <a:chOff x="6800000" y="1957240"/>
            <a:chExt cx="300240" cy="294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C7C1DEAD-6A8A-2E23-801B-C7C9D06DD688}"/>
                    </a:ext>
                  </a:extLst>
                </p14:cNvPr>
                <p14:cNvContentPartPr/>
                <p14:nvPr/>
              </p14:nvContentPartPr>
              <p14:xfrm>
                <a:off x="6800000" y="1957240"/>
                <a:ext cx="300240" cy="1713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C7C1DEAD-6A8A-2E23-801B-C7C9D06DD68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795680" y="1952920"/>
                  <a:ext cx="30888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A90D445-392F-9DEF-2CB9-0393B76902B2}"/>
                    </a:ext>
                  </a:extLst>
                </p14:cNvPr>
                <p14:cNvContentPartPr/>
                <p14:nvPr/>
              </p14:nvContentPartPr>
              <p14:xfrm>
                <a:off x="6975320" y="2049400"/>
                <a:ext cx="79920" cy="2026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A90D445-392F-9DEF-2CB9-0393B76902B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971000" y="2045080"/>
                  <a:ext cx="88560" cy="211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B2FD900-4012-5873-014F-7F1B80FA7E72}"/>
              </a:ext>
            </a:extLst>
          </p:cNvPr>
          <p:cNvGrpSpPr/>
          <p:nvPr/>
        </p:nvGrpSpPr>
        <p:grpSpPr>
          <a:xfrm>
            <a:off x="3698600" y="2787400"/>
            <a:ext cx="456840" cy="293040"/>
            <a:chOff x="3698600" y="2787400"/>
            <a:chExt cx="456840" cy="293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2652382-C3BE-DF11-DB24-5A708B3E00F4}"/>
                    </a:ext>
                  </a:extLst>
                </p14:cNvPr>
                <p14:cNvContentPartPr/>
                <p14:nvPr/>
              </p14:nvContentPartPr>
              <p14:xfrm>
                <a:off x="3698600" y="2840320"/>
                <a:ext cx="204840" cy="240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2652382-C3BE-DF11-DB24-5A708B3E00F4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694280" y="2836000"/>
                  <a:ext cx="213480" cy="24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43F311F-B7D5-6764-9705-C16037BB36D8}"/>
                    </a:ext>
                  </a:extLst>
                </p14:cNvPr>
                <p14:cNvContentPartPr/>
                <p14:nvPr/>
              </p14:nvContentPartPr>
              <p14:xfrm>
                <a:off x="3963560" y="2787400"/>
                <a:ext cx="191880" cy="2124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43F311F-B7D5-6764-9705-C16037BB36D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959240" y="2783080"/>
                  <a:ext cx="200520" cy="29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1D083836-EC3B-4A71-55D0-DB4740F3C671}"/>
              </a:ext>
            </a:extLst>
          </p:cNvPr>
          <p:cNvGrpSpPr/>
          <p:nvPr/>
        </p:nvGrpSpPr>
        <p:grpSpPr>
          <a:xfrm>
            <a:off x="6380960" y="2760040"/>
            <a:ext cx="357120" cy="364680"/>
            <a:chOff x="6380960" y="2760040"/>
            <a:chExt cx="357120" cy="364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60CFBBE-C1AC-DFF9-3767-222E590141CF}"/>
                    </a:ext>
                  </a:extLst>
                </p14:cNvPr>
                <p14:cNvContentPartPr/>
                <p14:nvPr/>
              </p14:nvContentPartPr>
              <p14:xfrm>
                <a:off x="6380960" y="2760040"/>
                <a:ext cx="181080" cy="364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60CFBBE-C1AC-DFF9-3767-222E590141CF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376640" y="2755720"/>
                  <a:ext cx="189720" cy="37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9BAD6894-9501-15CE-A696-709A13BC25CC}"/>
                    </a:ext>
                  </a:extLst>
                </p14:cNvPr>
                <p14:cNvContentPartPr/>
                <p14:nvPr/>
              </p14:nvContentPartPr>
              <p14:xfrm>
                <a:off x="6389240" y="2938240"/>
                <a:ext cx="348840" cy="111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9BAD6894-9501-15CE-A696-709A13BC25CC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384920" y="2933920"/>
                  <a:ext cx="35748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E6A91ADF-1D7C-830A-EE08-CABA2B743A59}"/>
                  </a:ext>
                </a:extLst>
              </p14:cNvPr>
              <p14:cNvContentPartPr/>
              <p14:nvPr/>
            </p14:nvContentPartPr>
            <p14:xfrm>
              <a:off x="9121640" y="2878840"/>
              <a:ext cx="317520" cy="27756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E6A91ADF-1D7C-830A-EE08-CABA2B743A59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9117320" y="2874520"/>
                <a:ext cx="326160" cy="28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61859333-A79E-666D-996F-5B4598DF7962}"/>
              </a:ext>
            </a:extLst>
          </p:cNvPr>
          <p:cNvGrpSpPr/>
          <p:nvPr/>
        </p:nvGrpSpPr>
        <p:grpSpPr>
          <a:xfrm>
            <a:off x="3610400" y="3485080"/>
            <a:ext cx="269640" cy="260640"/>
            <a:chOff x="3610400" y="3485080"/>
            <a:chExt cx="269640" cy="260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E94A5D6-6B0A-4546-53A7-E6645AAA0937}"/>
                    </a:ext>
                  </a:extLst>
                </p14:cNvPr>
                <p14:cNvContentPartPr/>
                <p14:nvPr/>
              </p14:nvContentPartPr>
              <p14:xfrm>
                <a:off x="3610400" y="3485080"/>
                <a:ext cx="269640" cy="18360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E94A5D6-6B0A-4546-53A7-E6645AAA09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606080" y="3480760"/>
                  <a:ext cx="27828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A46F2FA5-6046-E259-C8D9-3EE8802B77B0}"/>
                    </a:ext>
                  </a:extLst>
                </p14:cNvPr>
                <p14:cNvContentPartPr/>
                <p14:nvPr/>
              </p14:nvContentPartPr>
              <p14:xfrm>
                <a:off x="3722360" y="3567520"/>
                <a:ext cx="99720" cy="17820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A46F2FA5-6046-E259-C8D9-3EE8802B77B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718040" y="3563200"/>
                  <a:ext cx="108360" cy="186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94CCC71B-2A2F-ABD1-116B-45D2F9A1D623}"/>
                  </a:ext>
                </a:extLst>
              </p14:cNvPr>
              <p14:cNvContentPartPr/>
              <p14:nvPr/>
            </p14:nvContentPartPr>
            <p14:xfrm>
              <a:off x="6374480" y="3487960"/>
              <a:ext cx="231480" cy="31428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94CCC71B-2A2F-ABD1-116B-45D2F9A1D623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6370160" y="3483640"/>
                <a:ext cx="240120" cy="322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915E667E-F249-0B62-04F0-BCF8BFB44A81}"/>
                  </a:ext>
                </a:extLst>
              </p14:cNvPr>
              <p14:cNvContentPartPr/>
              <p14:nvPr/>
            </p14:nvContentPartPr>
            <p14:xfrm>
              <a:off x="9155120" y="3525760"/>
              <a:ext cx="183600" cy="37260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915E667E-F249-0B62-04F0-BCF8BFB44A81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9150800" y="3521440"/>
                <a:ext cx="192240" cy="381240"/>
              </a:xfrm>
              <a:prstGeom prst="rect">
                <a:avLst/>
              </a:prstGeom>
            </p:spPr>
          </p:pic>
        </mc:Fallback>
      </mc:AlternateContent>
      <p:grpSp>
        <p:nvGrpSpPr>
          <p:cNvPr id="114" name="Group 113">
            <a:extLst>
              <a:ext uri="{FF2B5EF4-FFF2-40B4-BE49-F238E27FC236}">
                <a16:creationId xmlns:a16="http://schemas.microsoft.com/office/drawing/2014/main" id="{2BF8900F-6DE9-DDAD-F783-C2B11CFEC6FD}"/>
              </a:ext>
            </a:extLst>
          </p:cNvPr>
          <p:cNvGrpSpPr/>
          <p:nvPr/>
        </p:nvGrpSpPr>
        <p:grpSpPr>
          <a:xfrm>
            <a:off x="3661880" y="4225960"/>
            <a:ext cx="349920" cy="281520"/>
            <a:chOff x="3661880" y="4225960"/>
            <a:chExt cx="34992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F787DB19-1891-E649-72C0-2664BB26C3F8}"/>
                    </a:ext>
                  </a:extLst>
                </p14:cNvPr>
                <p14:cNvContentPartPr/>
                <p14:nvPr/>
              </p14:nvContentPartPr>
              <p14:xfrm>
                <a:off x="3661880" y="4225960"/>
                <a:ext cx="192240" cy="28152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F787DB19-1891-E649-72C0-2664BB26C3F8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3657560" y="4221640"/>
                  <a:ext cx="200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81443981-7023-B84F-5484-F87207E813C3}"/>
                    </a:ext>
                  </a:extLst>
                </p14:cNvPr>
                <p14:cNvContentPartPr/>
                <p14:nvPr/>
              </p14:nvContentPartPr>
              <p14:xfrm>
                <a:off x="3674480" y="4331440"/>
                <a:ext cx="337320" cy="183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81443981-7023-B84F-5484-F87207E813C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3670160" y="4327120"/>
                  <a:ext cx="345960" cy="27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250621B5-FB47-CC6E-7D63-3184490624B7}"/>
                  </a:ext>
                </a:extLst>
              </p14:cNvPr>
              <p14:cNvContentPartPr/>
              <p14:nvPr/>
            </p14:nvContentPartPr>
            <p14:xfrm>
              <a:off x="6260360" y="4148920"/>
              <a:ext cx="225000" cy="321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250621B5-FB47-CC6E-7D63-3184490624B7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6256040" y="4144600"/>
                <a:ext cx="233640" cy="330480"/>
              </a:xfrm>
              <a:prstGeom prst="rect">
                <a:avLst/>
              </a:prstGeom>
            </p:spPr>
          </p:pic>
        </mc:Fallback>
      </mc:AlternateContent>
      <p:grpSp>
        <p:nvGrpSpPr>
          <p:cNvPr id="118" name="Group 117">
            <a:extLst>
              <a:ext uri="{FF2B5EF4-FFF2-40B4-BE49-F238E27FC236}">
                <a16:creationId xmlns:a16="http://schemas.microsoft.com/office/drawing/2014/main" id="{87099BCC-B119-2F1B-D9FE-8C4A110F871B}"/>
              </a:ext>
            </a:extLst>
          </p:cNvPr>
          <p:cNvGrpSpPr/>
          <p:nvPr/>
        </p:nvGrpSpPr>
        <p:grpSpPr>
          <a:xfrm>
            <a:off x="9082400" y="4229200"/>
            <a:ext cx="565920" cy="299520"/>
            <a:chOff x="9082400" y="4229200"/>
            <a:chExt cx="565920" cy="29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13319F53-CF91-9A77-7DD8-081340C21FA6}"/>
                    </a:ext>
                  </a:extLst>
                </p14:cNvPr>
                <p14:cNvContentPartPr/>
                <p14:nvPr/>
              </p14:nvContentPartPr>
              <p14:xfrm>
                <a:off x="9082400" y="4257280"/>
                <a:ext cx="101160" cy="2714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13319F53-CF91-9A77-7DD8-081340C21FA6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078080" y="4252960"/>
                  <a:ext cx="1098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7D3BAF2A-1DF7-F283-D3A1-C64362FE5D7F}"/>
                    </a:ext>
                  </a:extLst>
                </p14:cNvPr>
                <p14:cNvContentPartPr/>
                <p14:nvPr/>
              </p14:nvContentPartPr>
              <p14:xfrm>
                <a:off x="9333680" y="4229200"/>
                <a:ext cx="314640" cy="2595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7D3BAF2A-1DF7-F283-D3A1-C64362FE5D7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329360" y="4224880"/>
                  <a:ext cx="323280" cy="268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521256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34B3461-C5DD-9D52-8AF7-61E04EF368DC}"/>
                  </a:ext>
                </a:extLst>
              </p14:cNvPr>
              <p14:cNvContentPartPr/>
              <p14:nvPr/>
            </p14:nvContentPartPr>
            <p14:xfrm>
              <a:off x="280848" y="2257617"/>
              <a:ext cx="8968733" cy="340005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34B3461-C5DD-9D52-8AF7-61E04EF368D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76528" y="2253299"/>
                <a:ext cx="8977373" cy="348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E8019FE6-0FA7-DD5D-2F0A-3D99E3174424}"/>
                  </a:ext>
                </a:extLst>
              </p14:cNvPr>
              <p14:cNvContentPartPr/>
              <p14:nvPr/>
            </p14:nvContentPartPr>
            <p14:xfrm>
              <a:off x="215804" y="2938809"/>
              <a:ext cx="8903097" cy="161133"/>
            </p14:xfrm>
          </p:contentPart>
        </mc:Choice>
        <mc:Fallback xmlns=""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E8019FE6-0FA7-DD5D-2F0A-3D99E317442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1484" y="2934493"/>
                <a:ext cx="8911737" cy="16976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61B2EAE0-9F6B-A0B0-0B67-50A170B7607F}"/>
                  </a:ext>
                </a:extLst>
              </p14:cNvPr>
              <p14:cNvContentPartPr/>
              <p14:nvPr/>
            </p14:nvContentPartPr>
            <p14:xfrm>
              <a:off x="1113712" y="2462802"/>
              <a:ext cx="32818" cy="214942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61B2EAE0-9F6B-A0B0-0B67-50A170B7607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09431" y="2458482"/>
                <a:ext cx="41379" cy="22358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12DCED9-E45B-8CD3-AA1E-77053E45B713}"/>
                  </a:ext>
                </a:extLst>
              </p14:cNvPr>
              <p14:cNvContentPartPr/>
              <p14:nvPr/>
            </p14:nvContentPartPr>
            <p14:xfrm>
              <a:off x="1076163" y="2466054"/>
              <a:ext cx="175915" cy="290039"/>
            </p14:xfrm>
          </p:contentPart>
        </mc:Choice>
        <mc:Fallback xmlns=""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12DCED9-E45B-8CD3-AA1E-77053E45B713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71846" y="2461736"/>
                <a:ext cx="184549" cy="2986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AC4769B0-AFDD-B8A5-ADCE-81B6C774F201}"/>
                  </a:ext>
                </a:extLst>
              </p14:cNvPr>
              <p14:cNvContentPartPr/>
              <p14:nvPr/>
            </p14:nvContentPartPr>
            <p14:xfrm>
              <a:off x="984214" y="3136899"/>
              <a:ext cx="177985" cy="203116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AC4769B0-AFDD-B8A5-ADCE-81B6C774F201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979899" y="3132577"/>
                <a:ext cx="186615" cy="21175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5F8A09E6-D536-3174-A9D4-FFD05572C997}"/>
                  </a:ext>
                </a:extLst>
              </p14:cNvPr>
              <p14:cNvContentPartPr/>
              <p14:nvPr/>
            </p14:nvContentPartPr>
            <p14:xfrm>
              <a:off x="1059015" y="3638036"/>
              <a:ext cx="14487" cy="147532"/>
            </p14:xfrm>
          </p:contentPart>
        </mc:Choice>
        <mc:Fallback xmlns=""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5F8A09E6-D536-3174-A9D4-FFD05572C997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054669" y="3633718"/>
                <a:ext cx="23179" cy="1561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B23A7B57-6ECC-4C3E-280D-AAF77132888A}"/>
                  </a:ext>
                </a:extLst>
              </p14:cNvPr>
              <p14:cNvContentPartPr/>
              <p14:nvPr/>
            </p14:nvContentPartPr>
            <p14:xfrm>
              <a:off x="881917" y="3539287"/>
              <a:ext cx="332613" cy="421014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B23A7B57-6ECC-4C3E-280D-AAF77132888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77597" y="3534969"/>
                <a:ext cx="341252" cy="4296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F5A73CD6-C149-83A2-1707-6DE4904E3975}"/>
                  </a:ext>
                </a:extLst>
              </p14:cNvPr>
              <p14:cNvContentPartPr/>
              <p14:nvPr/>
            </p14:nvContentPartPr>
            <p14:xfrm>
              <a:off x="935135" y="1199759"/>
              <a:ext cx="96680" cy="35124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F5A73CD6-C149-83A2-1707-6DE4904E3975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30822" y="1195440"/>
                <a:ext cx="105306" cy="3598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D1054A1F-E659-0A2C-E174-B4AAAC25D54E}"/>
                  </a:ext>
                </a:extLst>
              </p14:cNvPr>
              <p14:cNvContentPartPr/>
              <p14:nvPr/>
            </p14:nvContentPartPr>
            <p14:xfrm>
              <a:off x="723741" y="1150089"/>
              <a:ext cx="648079" cy="33705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D1054A1F-E659-0A2C-E174-B4AAAC25D54E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719420" y="1145786"/>
                <a:ext cx="656720" cy="423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CDC0390C-DDDC-E7CB-5097-2A79ED9F0FDE}"/>
                  </a:ext>
                </a:extLst>
              </p14:cNvPr>
              <p14:cNvContentPartPr/>
              <p14:nvPr/>
            </p14:nvContentPartPr>
            <p14:xfrm>
              <a:off x="1106320" y="1415884"/>
              <a:ext cx="178281" cy="7894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CDC0390C-DDDC-E7CB-5097-2A79ED9F0FDE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1101998" y="1411559"/>
                <a:ext cx="186925" cy="875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DF5080D5-21BC-053F-0E26-F5BFAB2CB5CC}"/>
                  </a:ext>
                </a:extLst>
              </p14:cNvPr>
              <p14:cNvContentPartPr/>
              <p14:nvPr/>
            </p14:nvContentPartPr>
            <p14:xfrm>
              <a:off x="1319193" y="1347883"/>
              <a:ext cx="226473" cy="171481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DF5080D5-21BC-053F-0E26-F5BFAB2CB5C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314872" y="1343569"/>
                <a:ext cx="235114" cy="1801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4586E8A-6F5B-BCF5-889C-B0BCB19AB88F}"/>
                  </a:ext>
                </a:extLst>
              </p14:cNvPr>
              <p14:cNvContentPartPr/>
              <p14:nvPr/>
            </p14:nvContentPartPr>
            <p14:xfrm>
              <a:off x="1489195" y="1143288"/>
              <a:ext cx="224699" cy="382875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4586E8A-6F5B-BCF5-889C-B0BCB19AB88F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484874" y="1138970"/>
                <a:ext cx="233341" cy="39151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22C91A00-7475-3884-D93C-2FEF4068FC3F}"/>
                  </a:ext>
                </a:extLst>
              </p14:cNvPr>
              <p14:cNvContentPartPr/>
              <p14:nvPr/>
            </p14:nvContentPartPr>
            <p14:xfrm>
              <a:off x="1045415" y="1907560"/>
              <a:ext cx="127428" cy="29063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22C91A00-7475-3884-D93C-2FEF4068FC3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041095" y="1903244"/>
                <a:ext cx="136067" cy="2992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ADBFFACC-F6AC-11E2-CF4C-D99FAD675336}"/>
                  </a:ext>
                </a:extLst>
              </p14:cNvPr>
              <p14:cNvContentPartPr/>
              <p14:nvPr/>
            </p14:nvContentPartPr>
            <p14:xfrm>
              <a:off x="1062563" y="2067510"/>
              <a:ext cx="132454" cy="13009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ADBFFACC-F6AC-11E2-CF4C-D99FAD675336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1058244" y="2063174"/>
                <a:ext cx="141092" cy="2168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D9A02A73-460D-5FBB-56B2-D184D1D88670}"/>
                  </a:ext>
                </a:extLst>
              </p14:cNvPr>
              <p14:cNvContentPartPr/>
              <p14:nvPr/>
            </p14:nvContentPartPr>
            <p14:xfrm>
              <a:off x="7277849" y="986886"/>
              <a:ext cx="23357" cy="213759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D9A02A73-460D-5FBB-56B2-D184D1D8867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7273537" y="982568"/>
                <a:ext cx="31981" cy="222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3C1CF49C-AF69-B9B7-61D9-0515876C2459}"/>
                  </a:ext>
                </a:extLst>
              </p14:cNvPr>
              <p14:cNvContentPartPr/>
              <p14:nvPr/>
            </p14:nvContentPartPr>
            <p14:xfrm>
              <a:off x="7348215" y="855319"/>
              <a:ext cx="148124" cy="148124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3C1CF49C-AF69-B9B7-61D9-0515876C2459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7343901" y="851005"/>
                <a:ext cx="156753" cy="1567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14D3F7AA-142D-9D11-2F67-AB413137BE98}"/>
                  </a:ext>
                </a:extLst>
              </p14:cNvPr>
              <p14:cNvContentPartPr/>
              <p14:nvPr/>
            </p14:nvContentPartPr>
            <p14:xfrm>
              <a:off x="7432773" y="1040104"/>
              <a:ext cx="104958" cy="11826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14D3F7AA-142D-9D11-2F67-AB413137BE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428445" y="1035790"/>
                <a:ext cx="113614" cy="12688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A9EFB2FF-89D9-2D17-71C3-6C4E3A0F5EBF}"/>
                  </a:ext>
                </a:extLst>
              </p14:cNvPr>
              <p14:cNvContentPartPr/>
              <p14:nvPr/>
            </p14:nvContentPartPr>
            <p14:xfrm>
              <a:off x="7529452" y="1042470"/>
              <a:ext cx="137185" cy="119741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A9EFB2FF-89D9-2D17-71C3-6C4E3A0F5EB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7525131" y="1038155"/>
                <a:ext cx="145827" cy="12837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25DF5728-383F-82BE-AE85-1B53E55D5450}"/>
                  </a:ext>
                </a:extLst>
              </p14:cNvPr>
              <p14:cNvContentPartPr/>
              <p14:nvPr/>
            </p14:nvContentPartPr>
            <p14:xfrm>
              <a:off x="7700637" y="1027983"/>
              <a:ext cx="116489" cy="128906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25DF5728-383F-82BE-AE85-1B53E55D545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7696323" y="1023662"/>
                <a:ext cx="125118" cy="137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BF64116-E4BE-8521-257D-5049273F66C9}"/>
                  </a:ext>
                </a:extLst>
              </p14:cNvPr>
              <p14:cNvContentPartPr/>
              <p14:nvPr/>
            </p14:nvContentPartPr>
            <p14:xfrm>
              <a:off x="7900797" y="1078835"/>
              <a:ext cx="30748" cy="6327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BF64116-E4BE-8521-257D-5049273F66C9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7896456" y="1074521"/>
                <a:ext cx="39430" cy="71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C4E5004B-0364-8DDB-4434-C28349225338}"/>
                  </a:ext>
                </a:extLst>
              </p14:cNvPr>
              <p14:cNvContentPartPr/>
              <p14:nvPr/>
            </p14:nvContentPartPr>
            <p14:xfrm>
              <a:off x="8033546" y="925390"/>
              <a:ext cx="11531" cy="62679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C4E5004B-0364-8DDB-4434-C28349225338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8029222" y="921067"/>
                <a:ext cx="20179" cy="713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58DA43A5-1FF3-47D5-E49E-63AEB8F4578D}"/>
                  </a:ext>
                </a:extLst>
              </p14:cNvPr>
              <p14:cNvContentPartPr/>
              <p14:nvPr/>
            </p14:nvContentPartPr>
            <p14:xfrm>
              <a:off x="8004276" y="1025322"/>
              <a:ext cx="95497" cy="121515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58DA43A5-1FF3-47D5-E49E-63AEB8F4578D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999952" y="1020995"/>
                <a:ext cx="104146" cy="13016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06573077-12F8-64BF-B3ED-99CE56B4A575}"/>
                  </a:ext>
                </a:extLst>
              </p14:cNvPr>
              <p14:cNvContentPartPr/>
              <p14:nvPr/>
            </p14:nvContentPartPr>
            <p14:xfrm>
              <a:off x="8072869" y="1051635"/>
              <a:ext cx="52331" cy="36366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06573077-12F8-64BF-B3ED-99CE56B4A575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068538" y="1047314"/>
                <a:ext cx="60993" cy="450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B3F371DD-CAD4-B859-6AEB-6A9AC1140DFC}"/>
                  </a:ext>
                </a:extLst>
              </p14:cNvPr>
              <p14:cNvContentPartPr/>
              <p14:nvPr/>
            </p14:nvContentPartPr>
            <p14:xfrm>
              <a:off x="8045077" y="1034191"/>
              <a:ext cx="260178" cy="116489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B3F371DD-CAD4-B859-6AEB-6A9AC1140DF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040759" y="1029877"/>
                <a:ext cx="268815" cy="1251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9D84D42-88DB-C3B5-8FA6-26D002C3490B}"/>
                  </a:ext>
                </a:extLst>
              </p14:cNvPr>
              <p14:cNvContentPartPr/>
              <p14:nvPr/>
            </p14:nvContentPartPr>
            <p14:xfrm>
              <a:off x="8376212" y="1073514"/>
              <a:ext cx="38140" cy="65636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9D84D42-88DB-C3B5-8FA6-26D002C3490B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71894" y="1069186"/>
                <a:ext cx="46775" cy="742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B86AE36-0ABA-DB23-6052-D39297A826BF}"/>
                  </a:ext>
                </a:extLst>
              </p14:cNvPr>
              <p14:cNvContentPartPr/>
              <p14:nvPr/>
            </p14:nvContentPartPr>
            <p14:xfrm>
              <a:off x="8479100" y="917703"/>
              <a:ext cx="12122" cy="4494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B86AE36-0ABA-DB23-6052-D39297A826BF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474822" y="913389"/>
                <a:ext cx="20679" cy="53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E7CD354B-A73A-CCEB-0069-353A9F27372B}"/>
                  </a:ext>
                </a:extLst>
              </p14:cNvPr>
              <p14:cNvContentPartPr/>
              <p14:nvPr/>
            </p14:nvContentPartPr>
            <p14:xfrm>
              <a:off x="8483535" y="1031235"/>
              <a:ext cx="81897" cy="124767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E7CD354B-A73A-CCEB-0069-353A9F27372B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479225" y="1026920"/>
                <a:ext cx="90518" cy="13339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1DEBC700-C941-355C-C728-57AFBFA756B5}"/>
                  </a:ext>
                </a:extLst>
              </p14:cNvPr>
              <p14:cNvContentPartPr/>
              <p14:nvPr/>
            </p14:nvContentPartPr>
            <p14:xfrm>
              <a:off x="8605937" y="857685"/>
              <a:ext cx="174733" cy="297726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1DEBC700-C941-355C-C728-57AFBFA756B5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8601614" y="853365"/>
                <a:ext cx="183380" cy="3063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8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6F0D8D0E-183C-6D5D-B562-366F49CA710A}"/>
                  </a:ext>
                </a:extLst>
              </p14:cNvPr>
              <p14:cNvContentPartPr/>
              <p14:nvPr/>
            </p14:nvContentPartPr>
            <p14:xfrm>
              <a:off x="8652651" y="1023252"/>
              <a:ext cx="115897" cy="95793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6F0D8D0E-183C-6D5D-B562-366F49CA710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8648332" y="1018931"/>
                <a:ext cx="124535" cy="1044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93B18EC-5C94-AADA-6AB5-FD8657185A63}"/>
                  </a:ext>
                </a:extLst>
              </p14:cNvPr>
              <p14:cNvContentPartPr/>
              <p14:nvPr/>
            </p14:nvContentPartPr>
            <p14:xfrm>
              <a:off x="8904845" y="952590"/>
              <a:ext cx="13009" cy="18922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93B18EC-5C94-AADA-6AB5-FD8657185A63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900509" y="948306"/>
                <a:ext cx="21682" cy="27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072A26-FD00-F5C6-9AC7-E69D9DA2D0FC}"/>
                  </a:ext>
                </a:extLst>
              </p14:cNvPr>
              <p14:cNvContentPartPr/>
              <p14:nvPr/>
            </p14:nvContentPartPr>
            <p14:xfrm>
              <a:off x="8901889" y="1005217"/>
              <a:ext cx="76575" cy="111462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072A26-FD00-F5C6-9AC7-E69D9DA2D0F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8897575" y="1000902"/>
                <a:ext cx="85203" cy="1200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4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761A6CC4-9809-BD78-B6A5-4450BE3EBDFA}"/>
                  </a:ext>
                </a:extLst>
              </p14:cNvPr>
              <p14:cNvContentPartPr/>
              <p14:nvPr/>
            </p14:nvContentPartPr>
            <p14:xfrm>
              <a:off x="7691472" y="1453432"/>
              <a:ext cx="32227" cy="221447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761A6CC4-9809-BD78-B6A5-4450BE3EBDF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7687175" y="1449118"/>
                <a:ext cx="40821" cy="23007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6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E98A7AB9-2CAA-B92B-D499-11E3BF617E3F}"/>
                  </a:ext>
                </a:extLst>
              </p14:cNvPr>
              <p14:cNvContentPartPr/>
              <p14:nvPr/>
            </p14:nvContentPartPr>
            <p14:xfrm>
              <a:off x="7664272" y="1344039"/>
              <a:ext cx="253082" cy="332613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E98A7AB9-2CAA-B92B-D499-11E3BF617E3F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7659952" y="1339719"/>
                <a:ext cx="261722" cy="34125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8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54DCCAE9-CFFA-D71C-D25B-B578C5B63BFA}"/>
                  </a:ext>
                </a:extLst>
              </p14:cNvPr>
              <p14:cNvContentPartPr/>
              <p14:nvPr/>
            </p14:nvContentPartPr>
            <p14:xfrm>
              <a:off x="81280" y="1699714"/>
              <a:ext cx="9045603" cy="255743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54DCCAE9-CFFA-D71C-D25B-B578C5B63BFA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76960" y="1695398"/>
                <a:ext cx="9054243" cy="26437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6AA4F9DA-A33E-7760-487D-08184FBBF9C3}"/>
                  </a:ext>
                </a:extLst>
              </p14:cNvPr>
              <p14:cNvContentPartPr/>
              <p14:nvPr/>
            </p14:nvContentPartPr>
            <p14:xfrm>
              <a:off x="1801408" y="767214"/>
              <a:ext cx="232681" cy="3541075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6AA4F9DA-A33E-7760-487D-08184FBBF9C3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1797092" y="762894"/>
                <a:ext cx="241312" cy="354971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915A0996-2255-DE49-5E48-F8912AF1C952}"/>
                  </a:ext>
                </a:extLst>
              </p14:cNvPr>
              <p14:cNvContentPartPr/>
              <p14:nvPr/>
            </p14:nvContentPartPr>
            <p14:xfrm>
              <a:off x="2528427" y="1208037"/>
              <a:ext cx="241847" cy="225586"/>
            </p14:xfrm>
          </p:contentPart>
        </mc:Choice>
        <mc:Fallback xmlns=""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915A0996-2255-DE49-5E48-F8912AF1C952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524108" y="1203720"/>
                <a:ext cx="250484" cy="2342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6D2EC14-FD5C-D51A-1887-5CFD21E45BD4}"/>
                  </a:ext>
                </a:extLst>
              </p14:cNvPr>
              <p14:cNvContentPartPr/>
              <p14:nvPr/>
            </p14:nvContentPartPr>
            <p14:xfrm>
              <a:off x="2766134" y="1342265"/>
              <a:ext cx="154628" cy="338822"/>
            </p14:xfrm>
          </p:contentPart>
        </mc:Choice>
        <mc:Fallback xmlns=""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6D2EC14-FD5C-D51A-1887-5CFD21E45BD4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761819" y="1337944"/>
                <a:ext cx="163258" cy="34746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2F81490C-85AA-2694-9306-DA2813630E05}"/>
                  </a:ext>
                </a:extLst>
              </p14:cNvPr>
              <p14:cNvContentPartPr/>
              <p14:nvPr/>
            </p14:nvContentPartPr>
            <p14:xfrm>
              <a:off x="2981372" y="1204785"/>
              <a:ext cx="120332" cy="234751"/>
            </p14:xfrm>
          </p:contentPart>
        </mc:Choice>
        <mc:Fallback xmlns=""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2F81490C-85AA-2694-9306-DA2813630E0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2977062" y="1200464"/>
                <a:ext cx="128953" cy="24339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BAD99417-CB8A-D604-1A5E-DECF03C11558}"/>
                  </a:ext>
                </a:extLst>
              </p14:cNvPr>
              <p14:cNvContentPartPr/>
              <p14:nvPr/>
            </p14:nvContentPartPr>
            <p14:xfrm>
              <a:off x="2999703" y="1326595"/>
              <a:ext cx="145167" cy="107028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BAD99417-CB8A-D604-1A5E-DECF03C11558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995380" y="1322285"/>
                <a:ext cx="153812" cy="1156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41D95BA5-D505-17EB-145A-BB5E01E30ABD}"/>
                  </a:ext>
                </a:extLst>
              </p14:cNvPr>
              <p14:cNvContentPartPr/>
              <p14:nvPr/>
            </p14:nvContentPartPr>
            <p14:xfrm>
              <a:off x="3163792" y="1230803"/>
              <a:ext cx="24835" cy="59723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41D95BA5-D505-17EB-145A-BB5E01E30ABD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3159473" y="1226486"/>
                <a:ext cx="33473" cy="6835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99EB4B90-C83B-1092-CC32-4B29E57B57DB}"/>
                  </a:ext>
                </a:extLst>
              </p14:cNvPr>
              <p14:cNvContentPartPr/>
              <p14:nvPr/>
            </p14:nvContentPartPr>
            <p14:xfrm>
              <a:off x="3182418" y="1367396"/>
              <a:ext cx="219968" cy="4967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99EB4B90-C83B-1092-CC32-4B29E57B57DB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3178098" y="1363077"/>
                <a:ext cx="228608" cy="583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9C82425E-E97F-9BEF-DCCC-91E5FC22869A}"/>
                  </a:ext>
                </a:extLst>
              </p14:cNvPr>
              <p14:cNvContentPartPr/>
              <p14:nvPr/>
            </p14:nvContentPartPr>
            <p14:xfrm>
              <a:off x="3463292" y="1395483"/>
              <a:ext cx="26905" cy="34296"/>
            </p14:xfrm>
          </p:contentPart>
        </mc:Choice>
        <mc:Fallback xmlns=""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9C82425E-E97F-9BEF-DCCC-91E5FC22869A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3458987" y="1391196"/>
                <a:ext cx="35515" cy="428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124AC54F-A0A4-87A7-1B46-2E6BB455D174}"/>
                  </a:ext>
                </a:extLst>
              </p14:cNvPr>
              <p14:cNvContentPartPr/>
              <p14:nvPr/>
            </p14:nvContentPartPr>
            <p14:xfrm>
              <a:off x="3509414" y="1221046"/>
              <a:ext cx="20400" cy="46418"/>
            </p14:xfrm>
          </p:contentPart>
        </mc:Choice>
        <mc:Fallback xmlns=""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124AC54F-A0A4-87A7-1B46-2E6BB455D174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3505119" y="1216728"/>
                <a:ext cx="28989" cy="550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8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6F26950C-546F-B3E5-45D1-BE3201E3255F}"/>
                  </a:ext>
                </a:extLst>
              </p14:cNvPr>
              <p14:cNvContentPartPr/>
              <p14:nvPr/>
            </p14:nvContentPartPr>
            <p14:xfrm>
              <a:off x="3550806" y="1361187"/>
              <a:ext cx="75984" cy="117376"/>
            </p14:xfrm>
          </p:contentPart>
        </mc:Choice>
        <mc:Fallback xmlns=""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6F26950C-546F-B3E5-45D1-BE3201E3255F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546485" y="1356866"/>
                <a:ext cx="84627" cy="1260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0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E73C2028-99CA-958C-95D8-F0BC84004C22}"/>
                  </a:ext>
                </a:extLst>
              </p14:cNvPr>
              <p14:cNvContentPartPr/>
              <p14:nvPr/>
            </p14:nvContentPartPr>
            <p14:xfrm>
              <a:off x="3708982" y="1163984"/>
              <a:ext cx="127724" cy="267273"/>
            </p14:xfrm>
          </p:contentPart>
        </mc:Choice>
        <mc:Fallback xmlns=""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E73C2028-99CA-958C-95D8-F0BC84004C22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3704665" y="1159667"/>
                <a:ext cx="136359" cy="27590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2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10320191-74B0-258D-348C-A0649811AD81}"/>
                  </a:ext>
                </a:extLst>
              </p14:cNvPr>
              <p14:cNvContentPartPr/>
              <p14:nvPr/>
            </p14:nvContentPartPr>
            <p14:xfrm>
              <a:off x="3668182" y="1337830"/>
              <a:ext cx="238299" cy="66818"/>
            </p14:xfrm>
          </p:contentPart>
        </mc:Choice>
        <mc:Fallback xmlns=""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10320191-74B0-258D-348C-A0649811AD81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3663862" y="1333519"/>
                <a:ext cx="246938" cy="7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4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0F9FE2E6-6437-91A7-EF48-FB6A12520A06}"/>
                  </a:ext>
                </a:extLst>
              </p14:cNvPr>
              <p14:cNvContentPartPr/>
              <p14:nvPr/>
            </p14:nvContentPartPr>
            <p14:xfrm>
              <a:off x="3971525" y="1208628"/>
              <a:ext cx="26313" cy="64157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0F9FE2E6-6437-91A7-EF48-FB6A12520A06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3967200" y="1204303"/>
                <a:ext cx="34964" cy="7280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6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814E590C-2F2F-836D-2229-8A3B34A093C9}"/>
                  </a:ext>
                </a:extLst>
              </p14:cNvPr>
              <p14:cNvContentPartPr/>
              <p14:nvPr/>
            </p14:nvContentPartPr>
            <p14:xfrm>
              <a:off x="4013804" y="1306491"/>
              <a:ext cx="109984" cy="110871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814E590C-2F2F-836D-2229-8A3B34A093C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4009491" y="1302171"/>
                <a:ext cx="118610" cy="1195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B789606C-2614-1D7F-98E3-EF55D5FF3308}"/>
                  </a:ext>
                </a:extLst>
              </p14:cNvPr>
              <p14:cNvContentPartPr/>
              <p14:nvPr/>
            </p14:nvContentPartPr>
            <p14:xfrm>
              <a:off x="3070956" y="1511380"/>
              <a:ext cx="173846" cy="298317"/>
            </p14:xfrm>
          </p:contentPart>
        </mc:Choice>
        <mc:Fallback xmlns=""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B789606C-2614-1D7F-98E3-EF55D5FF3308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3066637" y="1507062"/>
                <a:ext cx="182484" cy="30695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F7209342-0809-6D74-A052-95634906C2A3}"/>
                  </a:ext>
                </a:extLst>
              </p14:cNvPr>
              <p14:cNvContentPartPr/>
              <p14:nvPr/>
            </p14:nvContentPartPr>
            <p14:xfrm>
              <a:off x="3138661" y="1623139"/>
              <a:ext cx="176802" cy="15078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F7209342-0809-6D74-A052-95634906C2A3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134340" y="1618831"/>
                <a:ext cx="185444" cy="23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2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F3A34BAF-2C4E-E40B-2B77-824DC944D15F}"/>
                  </a:ext>
                </a:extLst>
              </p14:cNvPr>
              <p14:cNvContentPartPr/>
              <p14:nvPr/>
            </p14:nvContentPartPr>
            <p14:xfrm>
              <a:off x="4055196" y="744153"/>
              <a:ext cx="315170" cy="4260406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F3A34BAF-2C4E-E40B-2B77-824DC944D15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050879" y="739833"/>
                <a:ext cx="323805" cy="42690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4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94BBDC6B-26D7-438C-5903-5DF388AF8F27}"/>
                  </a:ext>
                </a:extLst>
              </p14:cNvPr>
              <p14:cNvContentPartPr/>
              <p14:nvPr/>
            </p14:nvContentPartPr>
            <p14:xfrm>
              <a:off x="4682578" y="1040400"/>
              <a:ext cx="448215" cy="35597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94BBDC6B-26D7-438C-5903-5DF388AF8F2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678258" y="1036081"/>
                <a:ext cx="456855" cy="36460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6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C9EDAAA8-25F7-BF1B-4086-2492FEE1DE37}"/>
                  </a:ext>
                </a:extLst>
              </p14:cNvPr>
              <p14:cNvContentPartPr/>
              <p14:nvPr/>
            </p14:nvContentPartPr>
            <p14:xfrm>
              <a:off x="5086149" y="1250020"/>
              <a:ext cx="91062" cy="79827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C9EDAAA8-25F7-BF1B-4086-2492FEE1DE37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081830" y="1245705"/>
                <a:ext cx="99700" cy="884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8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8260A38D-A118-ADF6-0F08-B05986CB42A3}"/>
                  </a:ext>
                </a:extLst>
              </p14:cNvPr>
              <p14:cNvContentPartPr/>
              <p14:nvPr/>
            </p14:nvContentPartPr>
            <p14:xfrm>
              <a:off x="5229542" y="1221637"/>
              <a:ext cx="74801" cy="120628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8260A38D-A118-ADF6-0F08-B05986CB42A3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225227" y="1217316"/>
                <a:ext cx="83432" cy="1292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0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F4039884-5035-FC84-2E7C-08CCCCA86EAC}"/>
                  </a:ext>
                </a:extLst>
              </p14:cNvPr>
              <p14:cNvContentPartPr/>
              <p14:nvPr/>
            </p14:nvContentPartPr>
            <p14:xfrm>
              <a:off x="5421423" y="1077357"/>
              <a:ext cx="114419" cy="264021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F4039884-5035-FC84-2E7C-08CCCCA86EA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5417105" y="1073041"/>
                <a:ext cx="123054" cy="27265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2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4B361A12-F710-5671-E352-FFD4A4DC0EC0}"/>
                  </a:ext>
                </a:extLst>
              </p14:cNvPr>
              <p14:cNvContentPartPr/>
              <p14:nvPr/>
            </p14:nvContentPartPr>
            <p14:xfrm>
              <a:off x="5448919" y="1204785"/>
              <a:ext cx="130976" cy="8574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4B361A12-F710-5671-E352-FFD4A4DC0EC0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5444601" y="1200498"/>
                <a:ext cx="139612" cy="171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6C0D4C50-150C-97EE-FDE6-89E4952F0D5E}"/>
                  </a:ext>
                </a:extLst>
              </p14:cNvPr>
              <p14:cNvContentPartPr/>
              <p14:nvPr/>
            </p14:nvContentPartPr>
            <p14:xfrm>
              <a:off x="5681010" y="1240559"/>
              <a:ext cx="98158" cy="15965"/>
            </p14:xfrm>
          </p:contentPart>
        </mc:Choice>
        <mc:Fallback xmlns=""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6C0D4C50-150C-97EE-FDE6-89E4952F0D5E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5676695" y="1236205"/>
                <a:ext cx="106787" cy="246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70152B18-D5B1-E63C-FBF6-63311161E50E}"/>
                  </a:ext>
                </a:extLst>
              </p14:cNvPr>
              <p14:cNvContentPartPr/>
              <p14:nvPr/>
            </p14:nvContentPartPr>
            <p14:xfrm>
              <a:off x="5819968" y="997826"/>
              <a:ext cx="135706" cy="295361"/>
            </p14:xfrm>
          </p:contentPart>
        </mc:Choice>
        <mc:Fallback xmlns=""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70152B18-D5B1-E63C-FBF6-63311161E50E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5815648" y="993509"/>
                <a:ext cx="144345" cy="3039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C2E66FFF-4D97-C2EC-D2CC-81DE84AD96FB}"/>
                  </a:ext>
                </a:extLst>
              </p14:cNvPr>
              <p14:cNvContentPartPr/>
              <p14:nvPr/>
            </p14:nvContentPartPr>
            <p14:xfrm>
              <a:off x="5990266" y="1244107"/>
              <a:ext cx="26905" cy="6327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C2E66FFF-4D97-C2EC-D2CC-81DE84AD96FB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5985961" y="1239793"/>
                <a:ext cx="35515" cy="7189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63" name="Ink 62">
                <a:extLst>
                  <a:ext uri="{FF2B5EF4-FFF2-40B4-BE49-F238E27FC236}">
                    <a16:creationId xmlns:a16="http://schemas.microsoft.com/office/drawing/2014/main" id="{069FD69E-6CC9-A169-A0F2-71D0ED3344AA}"/>
                  </a:ext>
                </a:extLst>
              </p14:cNvPr>
              <p14:cNvContentPartPr/>
              <p14:nvPr/>
            </p14:nvContentPartPr>
            <p14:xfrm>
              <a:off x="6080737" y="1073514"/>
              <a:ext cx="33705" cy="5617"/>
            </p14:xfrm>
          </p:contentPart>
        </mc:Choice>
        <mc:Fallback xmlns="">
          <p:pic>
            <p:nvPicPr>
              <p:cNvPr id="63" name="Ink 62">
                <a:extLst>
                  <a:ext uri="{FF2B5EF4-FFF2-40B4-BE49-F238E27FC236}">
                    <a16:creationId xmlns:a16="http://schemas.microsoft.com/office/drawing/2014/main" id="{069FD69E-6CC9-A169-A0F2-71D0ED3344A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6076434" y="1069020"/>
                <a:ext cx="42311" cy="146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64" name="Ink 63">
                <a:extLst>
                  <a:ext uri="{FF2B5EF4-FFF2-40B4-BE49-F238E27FC236}">
                    <a16:creationId xmlns:a16="http://schemas.microsoft.com/office/drawing/2014/main" id="{004CE1D5-D8DC-9840-FDCF-C70E0B383ED1}"/>
                  </a:ext>
                </a:extLst>
              </p14:cNvPr>
              <p14:cNvContentPartPr/>
              <p14:nvPr/>
            </p14:nvContentPartPr>
            <p14:xfrm>
              <a:off x="6073937" y="971217"/>
              <a:ext cx="154628" cy="302456"/>
            </p14:xfrm>
          </p:contentPart>
        </mc:Choice>
        <mc:Fallback xmlns="">
          <p:pic>
            <p:nvPicPr>
              <p:cNvPr id="64" name="Ink 63">
                <a:extLst>
                  <a:ext uri="{FF2B5EF4-FFF2-40B4-BE49-F238E27FC236}">
                    <a16:creationId xmlns:a16="http://schemas.microsoft.com/office/drawing/2014/main" id="{004CE1D5-D8DC-9840-FDCF-C70E0B383ED1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6069622" y="966901"/>
                <a:ext cx="163258" cy="31108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F050807F-A534-B91A-E344-B5FC11C08451}"/>
                  </a:ext>
                </a:extLst>
              </p14:cNvPr>
              <p14:cNvContentPartPr/>
              <p14:nvPr/>
            </p14:nvContentPartPr>
            <p14:xfrm>
              <a:off x="6223834" y="971512"/>
              <a:ext cx="277030" cy="320196"/>
            </p14:xfrm>
          </p:contentPart>
        </mc:Choice>
        <mc:Fallback xmlns=""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F050807F-A534-B91A-E344-B5FC11C08451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6219517" y="967190"/>
                <a:ext cx="285665" cy="32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8D9D3640-7AF3-2ED6-0350-4713AE79E902}"/>
                  </a:ext>
                </a:extLst>
              </p14:cNvPr>
              <p14:cNvContentPartPr/>
              <p14:nvPr/>
            </p14:nvContentPartPr>
            <p14:xfrm>
              <a:off x="6464794" y="1221933"/>
              <a:ext cx="83966" cy="25426"/>
            </p14:xfrm>
          </p:contentPart>
        </mc:Choice>
        <mc:Fallback xmlns=""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8D9D3640-7AF3-2ED6-0350-4713AE79E902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6460488" y="1217636"/>
                <a:ext cx="92578" cy="340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94CAB91B-BB39-327D-1A1E-7FCA030DE07C}"/>
                  </a:ext>
                </a:extLst>
              </p14:cNvPr>
              <p14:cNvContentPartPr/>
              <p14:nvPr/>
            </p14:nvContentPartPr>
            <p14:xfrm>
              <a:off x="6302479" y="1203307"/>
              <a:ext cx="286491" cy="273186"/>
            </p14:xfrm>
          </p:contentPart>
        </mc:Choice>
        <mc:Fallback xmlns=""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94CAB91B-BB39-327D-1A1E-7FCA030DE07C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6298160" y="1198988"/>
                <a:ext cx="295129" cy="28182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4B53FB34-E970-C4A3-5083-956A0CB755FB}"/>
                  </a:ext>
                </a:extLst>
              </p14:cNvPr>
              <p14:cNvContentPartPr/>
              <p14:nvPr/>
            </p14:nvContentPartPr>
            <p14:xfrm>
              <a:off x="5463702" y="1465849"/>
              <a:ext cx="5617" cy="158767"/>
            </p14:xfrm>
          </p:contentPart>
        </mc:Choice>
        <mc:Fallback xmlns=""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4B53FB34-E970-C4A3-5083-956A0CB755FB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5459208" y="1461539"/>
                <a:ext cx="14604" cy="16738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F6C1DB68-60CD-5F00-199A-95EB3544F8B5}"/>
                  </a:ext>
                </a:extLst>
              </p14:cNvPr>
              <p14:cNvContentPartPr/>
              <p14:nvPr/>
            </p14:nvContentPartPr>
            <p14:xfrm>
              <a:off x="5461337" y="1429779"/>
              <a:ext cx="295656" cy="242142"/>
            </p14:xfrm>
          </p:contentPart>
        </mc:Choice>
        <mc:Fallback xmlns=""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F6C1DB68-60CD-5F00-199A-95EB3544F8B5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5457016" y="1425461"/>
                <a:ext cx="304299" cy="2507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C5353733-72F9-466B-7952-88201110381E}"/>
                  </a:ext>
                </a:extLst>
              </p14:cNvPr>
              <p14:cNvContentPartPr/>
              <p14:nvPr/>
            </p14:nvContentPartPr>
            <p14:xfrm>
              <a:off x="5457789" y="1575538"/>
              <a:ext cx="20400" cy="128906"/>
            </p14:xfrm>
          </p:contentPart>
        </mc:Choice>
        <mc:Fallback xmlns=""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C5353733-72F9-466B-7952-88201110381E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5453494" y="1571217"/>
                <a:ext cx="28989" cy="1375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3B02F430-5F2A-A301-D75D-74A024CA01E4}"/>
                  </a:ext>
                </a:extLst>
              </p14:cNvPr>
              <p14:cNvContentPartPr/>
              <p14:nvPr/>
            </p14:nvContentPartPr>
            <p14:xfrm>
              <a:off x="6409211" y="655160"/>
              <a:ext cx="520059" cy="430032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3B02F430-5F2A-A301-D75D-74A024CA01E4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6404892" y="650840"/>
                <a:ext cx="528697" cy="430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15DEA400-AF67-1E4E-DF56-098B30B3E51C}"/>
                  </a:ext>
                </a:extLst>
              </p14:cNvPr>
              <p14:cNvContentPartPr/>
              <p14:nvPr/>
            </p14:nvContentPartPr>
            <p14:xfrm>
              <a:off x="311301" y="3439355"/>
              <a:ext cx="8574031" cy="204890"/>
            </p14:xfrm>
          </p:contentPart>
        </mc:Choice>
        <mc:Fallback xmlns=""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15DEA400-AF67-1E4E-DF56-098B30B3E51C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306981" y="3435042"/>
                <a:ext cx="8582671" cy="21351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39E4363E-D8A1-C69A-5195-8ED87928D01E}"/>
                  </a:ext>
                </a:extLst>
              </p14:cNvPr>
              <p14:cNvContentPartPr/>
              <p14:nvPr/>
            </p14:nvContentPartPr>
            <p14:xfrm>
              <a:off x="557582" y="4113451"/>
              <a:ext cx="8840418" cy="49375"/>
            </p14:xfrm>
          </p:contentPart>
        </mc:Choice>
        <mc:Fallback xmlns=""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39E4363E-D8A1-C69A-5195-8ED87928D01E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553262" y="4109158"/>
                <a:ext cx="8849058" cy="579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2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B0AD10A9-6F18-8DC7-609E-E78D467886F2}"/>
                  </a:ext>
                </a:extLst>
              </p14:cNvPr>
              <p14:cNvContentPartPr/>
              <p14:nvPr/>
            </p14:nvContentPartPr>
            <p14:xfrm>
              <a:off x="2912189" y="1942447"/>
              <a:ext cx="235638" cy="178281"/>
            </p14:xfrm>
          </p:contentPart>
        </mc:Choice>
        <mc:Fallback xmlns=""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B0AD10A9-6F18-8DC7-609E-E78D467886F2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2907872" y="1938125"/>
                <a:ext cx="244272" cy="1869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6428E613-4159-204F-F565-F8DFC841932C}"/>
                  </a:ext>
                </a:extLst>
              </p14:cNvPr>
              <p14:cNvContentPartPr/>
              <p14:nvPr/>
            </p14:nvContentPartPr>
            <p14:xfrm>
              <a:off x="7638845" y="2004239"/>
              <a:ext cx="224403" cy="264908"/>
            </p14:xfrm>
          </p:contentPart>
        </mc:Choice>
        <mc:Fallback xmlns=""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6428E613-4159-204F-F565-F8DFC841932C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7634530" y="1999920"/>
                <a:ext cx="233034" cy="2735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35F73BD9-6908-8A91-AE9D-AE3924A25CCC}"/>
                  </a:ext>
                </a:extLst>
              </p14:cNvPr>
              <p14:cNvContentPartPr/>
              <p14:nvPr/>
            </p14:nvContentPartPr>
            <p14:xfrm>
              <a:off x="7613714" y="2128415"/>
              <a:ext cx="245099" cy="24835"/>
            </p14:xfrm>
          </p:contentPart>
        </mc:Choice>
        <mc:Fallback xmlns=""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35F73BD9-6908-8A91-AE9D-AE3924A25CCC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7609395" y="2124158"/>
                <a:ext cx="253737" cy="333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C90B3F20-F45C-A2C0-EBA9-C7307A4EFF59}"/>
                  </a:ext>
                </a:extLst>
              </p14:cNvPr>
              <p14:cNvContentPartPr/>
              <p14:nvPr/>
            </p14:nvContentPartPr>
            <p14:xfrm>
              <a:off x="5433841" y="1892777"/>
              <a:ext cx="246577" cy="140732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C90B3F20-F45C-A2C0-EBA9-C7307A4EFF5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429521" y="1888458"/>
                <a:ext cx="255216" cy="149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08C4AB72-A818-AA40-8CF1-C08921BC0785}"/>
                  </a:ext>
                </a:extLst>
              </p14:cNvPr>
              <p14:cNvContentPartPr/>
              <p14:nvPr/>
            </p14:nvContentPartPr>
            <p14:xfrm>
              <a:off x="5577825" y="1968465"/>
              <a:ext cx="65636" cy="166454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08C4AB72-A818-AA40-8CF1-C08921BC0785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5573497" y="1964142"/>
                <a:ext cx="74291" cy="17510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335C1D70-7095-83DD-2F2D-4937D9472D57}"/>
                  </a:ext>
                </a:extLst>
              </p14:cNvPr>
              <p14:cNvContentPartPr/>
              <p14:nvPr/>
            </p14:nvContentPartPr>
            <p14:xfrm>
              <a:off x="2886762" y="2618022"/>
              <a:ext cx="168228" cy="197203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335C1D70-7095-83DD-2F2D-4937D9472D57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2882448" y="2613704"/>
                <a:ext cx="176855" cy="20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6C8906E6-2071-16EC-626C-7708D16ECA53}"/>
                  </a:ext>
                </a:extLst>
              </p14:cNvPr>
              <p14:cNvContentPartPr/>
              <p14:nvPr/>
            </p14:nvContentPartPr>
            <p14:xfrm>
              <a:off x="3104365" y="2574560"/>
              <a:ext cx="157585" cy="17444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6C8906E6-2071-16EC-626C-7708D16ECA53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100048" y="2570199"/>
                <a:ext cx="166220" cy="26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3D2C813A-101E-131F-83A3-CA8C32DE7722}"/>
                  </a:ext>
                </a:extLst>
              </p14:cNvPr>
              <p14:cNvContentPartPr/>
              <p14:nvPr/>
            </p14:nvContentPartPr>
            <p14:xfrm>
              <a:off x="5089697" y="2552090"/>
              <a:ext cx="148715" cy="29950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3D2C813A-101E-131F-83A3-CA8C32DE772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5085376" y="2547770"/>
                <a:ext cx="157357" cy="30813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1483705-1114-164F-5623-822677480D47}"/>
                  </a:ext>
                </a:extLst>
              </p14:cNvPr>
              <p14:cNvContentPartPr/>
              <p14:nvPr/>
            </p14:nvContentPartPr>
            <p14:xfrm>
              <a:off x="5096497" y="2698440"/>
              <a:ext cx="286491" cy="9165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1483705-1114-164F-5623-822677480D47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5092178" y="2694210"/>
                <a:ext cx="295129" cy="176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B18DD956-9E33-BDFD-D6EC-D247D7810E2E}"/>
                  </a:ext>
                </a:extLst>
              </p14:cNvPr>
              <p14:cNvContentPartPr/>
              <p14:nvPr/>
            </p14:nvContentPartPr>
            <p14:xfrm>
              <a:off x="7340528" y="2649657"/>
              <a:ext cx="260769" cy="227951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B18DD956-9E33-BDFD-D6EC-D247D7810E2E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7336212" y="2645342"/>
                <a:ext cx="269401" cy="236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2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4F9D3951-B6E4-4F62-318E-961E8EBD12D3}"/>
                  </a:ext>
                </a:extLst>
              </p14:cNvPr>
              <p14:cNvContentPartPr/>
              <p14:nvPr/>
            </p14:nvContentPartPr>
            <p14:xfrm>
              <a:off x="2814326" y="3147542"/>
              <a:ext cx="221447" cy="150785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4F9D3951-B6E4-4F62-318E-961E8EBD12D3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2810005" y="3143224"/>
                <a:ext cx="230089" cy="1594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4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2D978331-BE5E-7436-A69E-A5A53C4DC792}"/>
                  </a:ext>
                </a:extLst>
              </p14:cNvPr>
              <p14:cNvContentPartPr/>
              <p14:nvPr/>
            </p14:nvContentPartPr>
            <p14:xfrm>
              <a:off x="2906276" y="3215247"/>
              <a:ext cx="81897" cy="14635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2D978331-BE5E-7436-A69E-A5A53C4DC792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2901966" y="3210932"/>
                <a:ext cx="90518" cy="1549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6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2F8C914B-14B0-FAAD-EB82-0CA982827E79}"/>
                  </a:ext>
                </a:extLst>
              </p14:cNvPr>
              <p14:cNvContentPartPr/>
              <p14:nvPr/>
            </p14:nvContentPartPr>
            <p14:xfrm>
              <a:off x="5084375" y="3149907"/>
              <a:ext cx="190107" cy="258108"/>
            </p14:xfrm>
          </p:contentPart>
        </mc:Choice>
        <mc:Fallback xmlns=""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2F8C914B-14B0-FAAD-EB82-0CA982827E79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5080054" y="3145587"/>
                <a:ext cx="198748" cy="26674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8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F84F9562-E490-5C7C-8EF5-014E2F02A32E}"/>
                  </a:ext>
                </a:extLst>
              </p14:cNvPr>
              <p14:cNvContentPartPr/>
              <p14:nvPr/>
            </p14:nvContentPartPr>
            <p14:xfrm>
              <a:off x="7368024" y="3180951"/>
              <a:ext cx="150785" cy="306004"/>
            </p14:xfrm>
          </p:contentPart>
        </mc:Choice>
        <mc:Fallback xmlns=""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F84F9562-E490-5C7C-8EF5-014E2F02A32E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7363706" y="3176631"/>
                <a:ext cx="159422" cy="31464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0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E2EE62A3-0218-41D5-4DCA-FEEC5C212AE0}"/>
                  </a:ext>
                </a:extLst>
              </p14:cNvPr>
              <p14:cNvContentPartPr/>
              <p14:nvPr/>
            </p14:nvContentPartPr>
            <p14:xfrm>
              <a:off x="2856605" y="3756003"/>
              <a:ext cx="157880" cy="231203"/>
            </p14:xfrm>
          </p:contentPart>
        </mc:Choice>
        <mc:Fallback xmlns=""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E2EE62A3-0218-41D5-4DCA-FEEC5C212AE0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2852289" y="3751681"/>
                <a:ext cx="166511" cy="2398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2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AA7233A-8B96-2430-B3B1-3B00BB28ADEE}"/>
                  </a:ext>
                </a:extLst>
              </p14:cNvPr>
              <p14:cNvContentPartPr/>
              <p14:nvPr/>
            </p14:nvContentPartPr>
            <p14:xfrm>
              <a:off x="2866953" y="3842630"/>
              <a:ext cx="277030" cy="15078"/>
            </p14:xfrm>
          </p:contentPart>
        </mc:Choice>
        <mc:Fallback xmlns=""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AA7233A-8B96-2430-B3B1-3B00BB28ADEE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2862630" y="3838322"/>
                <a:ext cx="285676" cy="2369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4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7FD7D6FC-247B-020B-6E11-855FFD782013}"/>
                  </a:ext>
                </a:extLst>
              </p14:cNvPr>
              <p14:cNvContentPartPr/>
              <p14:nvPr/>
            </p14:nvContentPartPr>
            <p14:xfrm>
              <a:off x="4990652" y="3692732"/>
              <a:ext cx="184785" cy="264317"/>
            </p14:xfrm>
          </p:contentPart>
        </mc:Choice>
        <mc:Fallback xmlns=""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7FD7D6FC-247B-020B-6E11-855FFD782013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4986338" y="3688411"/>
                <a:ext cx="193413" cy="272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6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EBAEA4E3-8E92-E4C7-BFD3-92CC1E732F2D}"/>
                  </a:ext>
                </a:extLst>
              </p14:cNvPr>
              <p14:cNvContentPartPr/>
              <p14:nvPr/>
            </p14:nvContentPartPr>
            <p14:xfrm>
              <a:off x="7308302" y="3781725"/>
              <a:ext cx="83079" cy="222925"/>
            </p14:xfrm>
          </p:contentPart>
        </mc:Choice>
        <mc:Fallback xmlns=""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EBAEA4E3-8E92-E4C7-BFD3-92CC1E732F2D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7303986" y="3777403"/>
                <a:ext cx="91711" cy="23156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8">
            <p14:nvContentPartPr>
              <p14:cNvPr id="92" name="Ink 91">
                <a:extLst>
                  <a:ext uri="{FF2B5EF4-FFF2-40B4-BE49-F238E27FC236}">
                    <a16:creationId xmlns:a16="http://schemas.microsoft.com/office/drawing/2014/main" id="{4A4E8021-5119-AEA8-12E1-599112FD7CA5}"/>
                  </a:ext>
                </a:extLst>
              </p14:cNvPr>
              <p14:cNvContentPartPr/>
              <p14:nvPr/>
            </p14:nvContentPartPr>
            <p14:xfrm>
              <a:off x="7514670" y="3758664"/>
              <a:ext cx="258404" cy="213168"/>
            </p14:xfrm>
          </p:contentPart>
        </mc:Choice>
        <mc:Fallback xmlns="">
          <p:pic>
            <p:nvPicPr>
              <p:cNvPr id="92" name="Ink 91">
                <a:extLst>
                  <a:ext uri="{FF2B5EF4-FFF2-40B4-BE49-F238E27FC236}">
                    <a16:creationId xmlns:a16="http://schemas.microsoft.com/office/drawing/2014/main" id="{4A4E8021-5119-AEA8-12E1-599112FD7CA5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7510351" y="3754343"/>
                <a:ext cx="267041" cy="221810"/>
              </a:xfrm>
              <a:prstGeom prst="rect">
                <a:avLst/>
              </a:prstGeom>
            </p:spPr>
          </p:pic>
        </mc:Fallback>
      </mc:AlternateContent>
      <p:grpSp>
        <p:nvGrpSpPr>
          <p:cNvPr id="121" name="Group 120">
            <a:extLst>
              <a:ext uri="{FF2B5EF4-FFF2-40B4-BE49-F238E27FC236}">
                <a16:creationId xmlns:a16="http://schemas.microsoft.com/office/drawing/2014/main" id="{BB49DBF3-3E32-83D2-A57A-09CB421F77D6}"/>
              </a:ext>
            </a:extLst>
          </p:cNvPr>
          <p:cNvGrpSpPr/>
          <p:nvPr/>
        </p:nvGrpSpPr>
        <p:grpSpPr>
          <a:xfrm>
            <a:off x="9686480" y="2078560"/>
            <a:ext cx="471240" cy="356400"/>
            <a:chOff x="9686480" y="2078560"/>
            <a:chExt cx="471240" cy="35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56DF2478-DBAA-C54E-9541-5DA137240848}"/>
                    </a:ext>
                  </a:extLst>
                </p14:cNvPr>
                <p14:cNvContentPartPr/>
                <p14:nvPr/>
              </p14:nvContentPartPr>
              <p14:xfrm>
                <a:off x="9686480" y="2078560"/>
                <a:ext cx="245880" cy="35640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56DF2478-DBAA-C54E-9541-5DA13724084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680360" y="2072440"/>
                  <a:ext cx="25812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9DDD4CD4-2138-7112-3402-B41C9063DD83}"/>
                    </a:ext>
                  </a:extLst>
                </p14:cNvPr>
                <p14:cNvContentPartPr/>
                <p14:nvPr/>
              </p14:nvContentPartPr>
              <p14:xfrm>
                <a:off x="9855320" y="2108440"/>
                <a:ext cx="302400" cy="428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9DDD4CD4-2138-7112-3402-B41C9063DD8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49200" y="2102320"/>
                  <a:ext cx="314640" cy="55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E99F2806-2A66-1FE5-7A7A-41DD6C31E8BC}"/>
                  </a:ext>
                </a:extLst>
              </p14:cNvPr>
              <p14:cNvContentPartPr/>
              <p14:nvPr/>
            </p14:nvContentPartPr>
            <p14:xfrm>
              <a:off x="9658400" y="2709640"/>
              <a:ext cx="216360" cy="312120"/>
            </p14:xfrm>
          </p:contentPart>
        </mc:Choice>
        <mc:Fallback xmlns=""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E99F2806-2A66-1FE5-7A7A-41DD6C31E8B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9652280" y="2703520"/>
                <a:ext cx="228600" cy="32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6">
            <p14:nvContentPartPr>
              <p14:cNvPr id="124" name="Ink 123">
                <a:extLst>
                  <a:ext uri="{FF2B5EF4-FFF2-40B4-BE49-F238E27FC236}">
                    <a16:creationId xmlns:a16="http://schemas.microsoft.com/office/drawing/2014/main" id="{536A6472-AEA0-2AA2-4202-F4E3F418BD23}"/>
                  </a:ext>
                </a:extLst>
              </p14:cNvPr>
              <p14:cNvContentPartPr/>
              <p14:nvPr/>
            </p14:nvContentPartPr>
            <p14:xfrm>
              <a:off x="9623840" y="2839960"/>
              <a:ext cx="285840" cy="28440"/>
            </p14:xfrm>
          </p:contentPart>
        </mc:Choice>
        <mc:Fallback xmlns="">
          <p:pic>
            <p:nvPicPr>
              <p:cNvPr id="124" name="Ink 123">
                <a:extLst>
                  <a:ext uri="{FF2B5EF4-FFF2-40B4-BE49-F238E27FC236}">
                    <a16:creationId xmlns:a16="http://schemas.microsoft.com/office/drawing/2014/main" id="{536A6472-AEA0-2AA2-4202-F4E3F418BD23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9617720" y="2833840"/>
                <a:ext cx="298080" cy="4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DD1BE613-47EE-A5A6-6CD0-2BC813C6A5B1}"/>
                  </a:ext>
                </a:extLst>
              </p14:cNvPr>
              <p14:cNvContentPartPr/>
              <p14:nvPr/>
            </p14:nvContentPartPr>
            <p14:xfrm>
              <a:off x="9675680" y="3135880"/>
              <a:ext cx="317520" cy="31500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DD1BE613-47EE-A5A6-6CD0-2BC813C6A5B1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9669560" y="3129760"/>
                <a:ext cx="329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7E0572DA-5BE2-D3DC-1B39-F89315E2689E}"/>
                  </a:ext>
                </a:extLst>
              </p14:cNvPr>
              <p14:cNvContentPartPr/>
              <p14:nvPr/>
            </p14:nvContentPartPr>
            <p14:xfrm>
              <a:off x="9745880" y="3668680"/>
              <a:ext cx="162360" cy="34992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7E0572DA-5BE2-D3DC-1B39-F89315E2689E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9739760" y="3662560"/>
                <a:ext cx="174600" cy="362160"/>
              </a:xfrm>
              <a:prstGeom prst="rect">
                <a:avLst/>
              </a:prstGeom>
            </p:spPr>
          </p:pic>
        </mc:Fallback>
      </mc:AlternateContent>
      <p:grpSp>
        <p:nvGrpSpPr>
          <p:cNvPr id="153" name="Group 152">
            <a:extLst>
              <a:ext uri="{FF2B5EF4-FFF2-40B4-BE49-F238E27FC236}">
                <a16:creationId xmlns:a16="http://schemas.microsoft.com/office/drawing/2014/main" id="{3EDE60A3-9EC3-98D8-86EB-8230AEEF3DE3}"/>
              </a:ext>
            </a:extLst>
          </p:cNvPr>
          <p:cNvGrpSpPr/>
          <p:nvPr/>
        </p:nvGrpSpPr>
        <p:grpSpPr>
          <a:xfrm>
            <a:off x="1009760" y="5307760"/>
            <a:ext cx="1432080" cy="826560"/>
            <a:chOff x="1009760" y="5307760"/>
            <a:chExt cx="1432080" cy="826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5F5C4A2A-5A53-B8C6-4740-16BE1C4BFC1B}"/>
                    </a:ext>
                  </a:extLst>
                </p14:cNvPr>
                <p14:cNvContentPartPr/>
                <p14:nvPr/>
              </p14:nvContentPartPr>
              <p14:xfrm>
                <a:off x="1009760" y="5588920"/>
                <a:ext cx="199800" cy="1918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5F5C4A2A-5A53-B8C6-4740-16BE1C4BFC1B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03640" y="5582800"/>
                  <a:ext cx="21204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1D2AC6E0-8987-CB8E-950B-28AF03124ED3}"/>
                    </a:ext>
                  </a:extLst>
                </p14:cNvPr>
                <p14:cNvContentPartPr/>
                <p14:nvPr/>
              </p14:nvContentPartPr>
              <p14:xfrm>
                <a:off x="1264640" y="5616640"/>
                <a:ext cx="153720" cy="13608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1D2AC6E0-8987-CB8E-950B-28AF03124ED3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258520" y="5610520"/>
                  <a:ext cx="16596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15BB5EA-2034-CF3A-1F45-61717CF2AA30}"/>
                    </a:ext>
                  </a:extLst>
                </p14:cNvPr>
                <p14:cNvContentPartPr/>
                <p14:nvPr/>
              </p14:nvContentPartPr>
              <p14:xfrm>
                <a:off x="1527080" y="5648320"/>
                <a:ext cx="54720" cy="78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15BB5EA-2034-CF3A-1F45-61717CF2AA3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520960" y="5642200"/>
                  <a:ext cx="66960" cy="9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00D4BF86-17C2-6C24-A415-6DDD02180F3C}"/>
                    </a:ext>
                  </a:extLst>
                </p14:cNvPr>
                <p14:cNvContentPartPr/>
                <p14:nvPr/>
              </p14:nvContentPartPr>
              <p14:xfrm>
                <a:off x="1587560" y="5491360"/>
                <a:ext cx="46440" cy="4536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00D4BF86-17C2-6C24-A415-6DDD02180F3C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581440" y="5485240"/>
                  <a:ext cx="586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BAC917E3-BFA5-456C-7421-BF349F204872}"/>
                    </a:ext>
                  </a:extLst>
                </p14:cNvPr>
                <p14:cNvContentPartPr/>
                <p14:nvPr/>
              </p14:nvContentPartPr>
              <p14:xfrm>
                <a:off x="1764680" y="5307760"/>
                <a:ext cx="168480" cy="3740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BAC917E3-BFA5-456C-7421-BF349F204872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758560" y="5301640"/>
                  <a:ext cx="18072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373A9293-58C7-FADE-866F-72C281719CCB}"/>
                    </a:ext>
                  </a:extLst>
                </p14:cNvPr>
                <p14:cNvContentPartPr/>
                <p14:nvPr/>
              </p14:nvContentPartPr>
              <p14:xfrm>
                <a:off x="1918040" y="5640400"/>
                <a:ext cx="360" cy="64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373A9293-58C7-FADE-866F-72C281719CC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911920" y="5634280"/>
                  <a:ext cx="12600" cy="7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20E8394-A556-0ADE-F78C-8A0965FD1BC2}"/>
                    </a:ext>
                  </a:extLst>
                </p14:cNvPr>
                <p14:cNvContentPartPr/>
                <p14:nvPr/>
              </p14:nvContentPartPr>
              <p14:xfrm>
                <a:off x="2049080" y="5426200"/>
                <a:ext cx="12240" cy="1321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20E8394-A556-0ADE-F78C-8A0965FD1BC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042960" y="5420080"/>
                  <a:ext cx="244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F67C8D26-AB6F-8A89-6BFA-B5149A1DFE9A}"/>
                    </a:ext>
                  </a:extLst>
                </p14:cNvPr>
                <p14:cNvContentPartPr/>
                <p14:nvPr/>
              </p14:nvContentPartPr>
              <p14:xfrm>
                <a:off x="2092280" y="5608720"/>
                <a:ext cx="149400" cy="662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F67C8D26-AB6F-8A89-6BFA-B5149A1DFE9A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086160" y="5602600"/>
                  <a:ext cx="16164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A4E0AA44-3DDA-5367-C13C-2DE54F53AC05}"/>
                    </a:ext>
                  </a:extLst>
                </p14:cNvPr>
                <p14:cNvContentPartPr/>
                <p14:nvPr/>
              </p14:nvContentPartPr>
              <p14:xfrm>
                <a:off x="2044040" y="5563720"/>
                <a:ext cx="397800" cy="5706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A4E0AA44-3DDA-5367-C13C-2DE54F53AC05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037920" y="5557600"/>
                  <a:ext cx="410040" cy="582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ED6D4581-F769-525A-0389-97B9C81AC59C}"/>
              </a:ext>
            </a:extLst>
          </p:cNvPr>
          <p:cNvGrpSpPr/>
          <p:nvPr/>
        </p:nvGrpSpPr>
        <p:grpSpPr>
          <a:xfrm>
            <a:off x="2801840" y="5135320"/>
            <a:ext cx="762120" cy="494280"/>
            <a:chOff x="2801840" y="5135320"/>
            <a:chExt cx="762120" cy="49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0E09B1D4-D025-615F-6BD0-688B0613920B}"/>
                    </a:ext>
                  </a:extLst>
                </p14:cNvPr>
                <p14:cNvContentPartPr/>
                <p14:nvPr/>
              </p14:nvContentPartPr>
              <p14:xfrm>
                <a:off x="2801840" y="5135320"/>
                <a:ext cx="270000" cy="4741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0E09B1D4-D025-615F-6BD0-688B0613920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795720" y="5129200"/>
                  <a:ext cx="282240" cy="48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91E60C51-6149-7BC7-5875-EC621E886193}"/>
                    </a:ext>
                  </a:extLst>
                </p14:cNvPr>
                <p14:cNvContentPartPr/>
                <p14:nvPr/>
              </p14:nvContentPartPr>
              <p14:xfrm>
                <a:off x="3171560" y="5294440"/>
                <a:ext cx="204840" cy="210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91E60C51-6149-7BC7-5875-EC621E88619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165440" y="5288320"/>
                  <a:ext cx="21708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7817D861-8B40-1515-83DD-8F445F906017}"/>
                    </a:ext>
                  </a:extLst>
                </p14:cNvPr>
                <p14:cNvContentPartPr/>
                <p14:nvPr/>
              </p14:nvContentPartPr>
              <p14:xfrm>
                <a:off x="3314120" y="5378320"/>
                <a:ext cx="41760" cy="2512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817D861-8B40-1515-83DD-8F445F906017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308000" y="5372200"/>
                  <a:ext cx="5400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58C5DA08-06DE-EEE6-65C9-2454DA360808}"/>
                    </a:ext>
                  </a:extLst>
                </p14:cNvPr>
                <p14:cNvContentPartPr/>
                <p14:nvPr/>
              </p14:nvContentPartPr>
              <p14:xfrm>
                <a:off x="3563600" y="5560840"/>
                <a:ext cx="360" cy="21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58C5DA08-06DE-EEE6-65C9-2454DA360808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557480" y="5554720"/>
                  <a:ext cx="12600" cy="14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8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DB41F4EC-9EEC-B40B-DA52-BBDE69B9037C}"/>
                  </a:ext>
                </a:extLst>
              </p14:cNvPr>
              <p14:cNvContentPartPr/>
              <p14:nvPr/>
            </p14:nvContentPartPr>
            <p14:xfrm>
              <a:off x="3822800" y="5317120"/>
              <a:ext cx="27360" cy="27756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DB41F4EC-9EEC-B40B-DA52-BBDE69B9037C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3816680" y="5311000"/>
                <a:ext cx="39600" cy="28980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84850419-1076-9A07-EDB5-63022C4E134E}"/>
              </a:ext>
            </a:extLst>
          </p:cNvPr>
          <p:cNvGrpSpPr/>
          <p:nvPr/>
        </p:nvGrpSpPr>
        <p:grpSpPr>
          <a:xfrm>
            <a:off x="4097120" y="5187880"/>
            <a:ext cx="582840" cy="448200"/>
            <a:chOff x="4097120" y="5187880"/>
            <a:chExt cx="582840" cy="44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70C4EE53-D77D-E052-A917-94ED0BB3BFEE}"/>
                    </a:ext>
                  </a:extLst>
                </p14:cNvPr>
                <p14:cNvContentPartPr/>
                <p14:nvPr/>
              </p14:nvContentPartPr>
              <p14:xfrm>
                <a:off x="4097120" y="5275360"/>
                <a:ext cx="187200" cy="26352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70C4EE53-D77D-E052-A917-94ED0BB3BFEE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4091000" y="5269240"/>
                  <a:ext cx="19944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D06E75FF-2CEB-F025-C5EA-CB92343D3B5E}"/>
                    </a:ext>
                  </a:extLst>
                </p14:cNvPr>
                <p14:cNvContentPartPr/>
                <p14:nvPr/>
              </p14:nvContentPartPr>
              <p14:xfrm>
                <a:off x="4421480" y="5187880"/>
                <a:ext cx="258480" cy="4482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D06E75FF-2CEB-F025-C5EA-CB92343D3B5E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4415360" y="5181760"/>
                  <a:ext cx="270720" cy="46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841DEBE-ED5C-F22B-6481-2D03F2E3B6C1}"/>
              </a:ext>
            </a:extLst>
          </p:cNvPr>
          <p:cNvGrpSpPr/>
          <p:nvPr/>
        </p:nvGrpSpPr>
        <p:grpSpPr>
          <a:xfrm>
            <a:off x="5009360" y="5414320"/>
            <a:ext cx="222120" cy="108360"/>
            <a:chOff x="5009360" y="5414320"/>
            <a:chExt cx="222120" cy="10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125C6327-F1A6-CB62-9A0A-F4E68C23641C}"/>
                    </a:ext>
                  </a:extLst>
                </p14:cNvPr>
                <p14:cNvContentPartPr/>
                <p14:nvPr/>
              </p14:nvContentPartPr>
              <p14:xfrm>
                <a:off x="5024840" y="5414320"/>
                <a:ext cx="206640" cy="147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125C6327-F1A6-CB62-9A0A-F4E68C23641C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018720" y="5408200"/>
                  <a:ext cx="21888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E78603B3-C24F-93BC-BDAE-2AA0BD4E3C36}"/>
                    </a:ext>
                  </a:extLst>
                </p14:cNvPr>
                <p14:cNvContentPartPr/>
                <p14:nvPr/>
              </p14:nvContentPartPr>
              <p14:xfrm>
                <a:off x="5009360" y="5508280"/>
                <a:ext cx="206280" cy="144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E78603B3-C24F-93BC-BDAE-2AA0BD4E3C3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003240" y="5502160"/>
                  <a:ext cx="218520" cy="26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7A7906D3-6B33-8A6B-28CD-7B0FC557A5D2}"/>
              </a:ext>
            </a:extLst>
          </p:cNvPr>
          <p:cNvGrpSpPr/>
          <p:nvPr/>
        </p:nvGrpSpPr>
        <p:grpSpPr>
          <a:xfrm>
            <a:off x="5818640" y="5236480"/>
            <a:ext cx="518760" cy="343800"/>
            <a:chOff x="5818640" y="5236480"/>
            <a:chExt cx="518760" cy="343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F2AF346-FACD-4957-CFE5-5AE092553B27}"/>
                    </a:ext>
                  </a:extLst>
                </p14:cNvPr>
                <p14:cNvContentPartPr/>
                <p14:nvPr/>
              </p14:nvContentPartPr>
              <p14:xfrm>
                <a:off x="5818640" y="5241160"/>
                <a:ext cx="249480" cy="33912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F2AF346-FACD-4957-CFE5-5AE092553B2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5812520" y="5235040"/>
                  <a:ext cx="261720" cy="35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6E5BF70-16FB-78D7-26C4-631B1539D601}"/>
                    </a:ext>
                  </a:extLst>
                </p14:cNvPr>
                <p14:cNvContentPartPr/>
                <p14:nvPr/>
              </p14:nvContentPartPr>
              <p14:xfrm>
                <a:off x="5916200" y="5236480"/>
                <a:ext cx="421200" cy="39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6E5BF70-16FB-78D7-26C4-631B1539D601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5910080" y="5230360"/>
                  <a:ext cx="433440" cy="51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0" name="Group 159">
            <a:extLst>
              <a:ext uri="{FF2B5EF4-FFF2-40B4-BE49-F238E27FC236}">
                <a16:creationId xmlns:a16="http://schemas.microsoft.com/office/drawing/2014/main" id="{D6550807-9904-1C36-9FE4-A564343858A0}"/>
              </a:ext>
            </a:extLst>
          </p:cNvPr>
          <p:cNvGrpSpPr/>
          <p:nvPr/>
        </p:nvGrpSpPr>
        <p:grpSpPr>
          <a:xfrm>
            <a:off x="70520" y="950320"/>
            <a:ext cx="558720" cy="3588840"/>
            <a:chOff x="70520" y="950320"/>
            <a:chExt cx="558720" cy="3588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14E0F3D-76D5-C3B6-3672-A58220161231}"/>
                    </a:ext>
                  </a:extLst>
                </p14:cNvPr>
                <p14:cNvContentPartPr/>
                <p14:nvPr/>
              </p14:nvContentPartPr>
              <p14:xfrm>
                <a:off x="237560" y="950320"/>
                <a:ext cx="336240" cy="358884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14E0F3D-76D5-C3B6-3672-A5822016123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233240" y="946000"/>
                  <a:ext cx="344880" cy="359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0A39B345-CE2C-B921-A70D-1817189676A0}"/>
                    </a:ext>
                  </a:extLst>
                </p14:cNvPr>
                <p14:cNvContentPartPr/>
                <p14:nvPr/>
              </p14:nvContentPartPr>
              <p14:xfrm>
                <a:off x="72320" y="1245880"/>
                <a:ext cx="62640" cy="2876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0A39B345-CE2C-B921-A70D-1817189676A0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68000" y="1241560"/>
                  <a:ext cx="712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91B327D3-AEBC-402A-94B5-33661C4C73D3}"/>
                    </a:ext>
                  </a:extLst>
                </p14:cNvPr>
                <p14:cNvContentPartPr/>
                <p14:nvPr/>
              </p14:nvContentPartPr>
              <p14:xfrm>
                <a:off x="133880" y="1140400"/>
                <a:ext cx="87120" cy="15588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91B327D3-AEBC-402A-94B5-33661C4C73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129560" y="1136080"/>
                  <a:ext cx="95760" cy="16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1CC18AD-E4F1-AD6B-F856-63E3740EEE6B}"/>
                    </a:ext>
                  </a:extLst>
                </p14:cNvPr>
                <p14:cNvContentPartPr/>
                <p14:nvPr/>
              </p14:nvContentPartPr>
              <p14:xfrm>
                <a:off x="171320" y="1335520"/>
                <a:ext cx="202680" cy="1461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1CC18AD-E4F1-AD6B-F856-63E3740EEE6B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167000" y="1331200"/>
                  <a:ext cx="211320" cy="15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C997FDA3-9D24-8D93-7C69-C37EFD63ED5E}"/>
                    </a:ext>
                  </a:extLst>
                </p14:cNvPr>
                <p14:cNvContentPartPr/>
                <p14:nvPr/>
              </p14:nvContentPartPr>
              <p14:xfrm>
                <a:off x="368240" y="1111240"/>
                <a:ext cx="261000" cy="3978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C997FDA3-9D24-8D93-7C69-C37EFD63ED5E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363920" y="1106920"/>
                  <a:ext cx="26964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0846918F-FBA7-4546-2849-6C3C143F8EAA}"/>
                    </a:ext>
                  </a:extLst>
                </p14:cNvPr>
                <p14:cNvContentPartPr/>
                <p14:nvPr/>
              </p14:nvContentPartPr>
              <p14:xfrm>
                <a:off x="70520" y="2160640"/>
                <a:ext cx="202680" cy="3816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0846918F-FBA7-4546-2849-6C3C143F8EAA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6200" y="2156320"/>
                  <a:ext cx="21132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04FB6C17-EECC-FAEE-E652-9A2DA9071046}"/>
              </a:ext>
            </a:extLst>
          </p:cNvPr>
          <p:cNvGrpSpPr/>
          <p:nvPr/>
        </p:nvGrpSpPr>
        <p:grpSpPr>
          <a:xfrm>
            <a:off x="83840" y="2541880"/>
            <a:ext cx="222840" cy="276840"/>
            <a:chOff x="83840" y="2541880"/>
            <a:chExt cx="222840" cy="276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A4FAA2AC-EF05-CA6A-84CC-0A0CF775FBE8}"/>
                    </a:ext>
                  </a:extLst>
                </p14:cNvPr>
                <p14:cNvContentPartPr/>
                <p14:nvPr/>
              </p14:nvContentPartPr>
              <p14:xfrm>
                <a:off x="83840" y="2541880"/>
                <a:ext cx="153720" cy="2768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A4FAA2AC-EF05-CA6A-84CC-0A0CF775FBE8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79520" y="2537560"/>
                  <a:ext cx="16236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1C8C5C2C-6958-87F2-AB11-F8C712E453C2}"/>
                    </a:ext>
                  </a:extLst>
                </p14:cNvPr>
                <p14:cNvContentPartPr/>
                <p14:nvPr/>
              </p14:nvContentPartPr>
              <p14:xfrm>
                <a:off x="150080" y="2682640"/>
                <a:ext cx="156600" cy="140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1C8C5C2C-6958-87F2-AB11-F8C712E453C2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145760" y="2678320"/>
                  <a:ext cx="16524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6" name="Group 165">
            <a:extLst>
              <a:ext uri="{FF2B5EF4-FFF2-40B4-BE49-F238E27FC236}">
                <a16:creationId xmlns:a16="http://schemas.microsoft.com/office/drawing/2014/main" id="{458D007B-C08B-51DE-578F-236D7E512D95}"/>
              </a:ext>
            </a:extLst>
          </p:cNvPr>
          <p:cNvGrpSpPr/>
          <p:nvPr/>
        </p:nvGrpSpPr>
        <p:grpSpPr>
          <a:xfrm>
            <a:off x="42800" y="3026080"/>
            <a:ext cx="172800" cy="309960"/>
            <a:chOff x="42800" y="3026080"/>
            <a:chExt cx="172800" cy="309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828309EA-E961-BA9C-7201-100374C11A43}"/>
                    </a:ext>
                  </a:extLst>
                </p14:cNvPr>
                <p14:cNvContentPartPr/>
                <p14:nvPr/>
              </p14:nvContentPartPr>
              <p14:xfrm>
                <a:off x="42800" y="3026080"/>
                <a:ext cx="153720" cy="30996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828309EA-E961-BA9C-7201-100374C11A43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38480" y="3021760"/>
                  <a:ext cx="162360" cy="31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09C5DF4F-7440-4525-970C-6966BD836688}"/>
                    </a:ext>
                  </a:extLst>
                </p14:cNvPr>
                <p14:cNvContentPartPr/>
                <p14:nvPr/>
              </p14:nvContentPartPr>
              <p14:xfrm>
                <a:off x="105800" y="3158920"/>
                <a:ext cx="109800" cy="4680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09C5DF4F-7440-4525-970C-6966BD836688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101480" y="3154600"/>
                  <a:ext cx="118440" cy="5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1" name="Group 170">
            <a:extLst>
              <a:ext uri="{FF2B5EF4-FFF2-40B4-BE49-F238E27FC236}">
                <a16:creationId xmlns:a16="http://schemas.microsoft.com/office/drawing/2014/main" id="{919CDE2F-1FA0-5AE4-01A0-455122A5786E}"/>
              </a:ext>
            </a:extLst>
          </p:cNvPr>
          <p:cNvGrpSpPr/>
          <p:nvPr/>
        </p:nvGrpSpPr>
        <p:grpSpPr>
          <a:xfrm>
            <a:off x="32720" y="3639520"/>
            <a:ext cx="340560" cy="385560"/>
            <a:chOff x="32720" y="3639520"/>
            <a:chExt cx="340560" cy="385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01840CC8-DAF2-4C1B-428F-FB285ABF5EAC}"/>
                    </a:ext>
                  </a:extLst>
                </p14:cNvPr>
                <p14:cNvContentPartPr/>
                <p14:nvPr/>
              </p14:nvContentPartPr>
              <p14:xfrm>
                <a:off x="32720" y="3706840"/>
                <a:ext cx="12960" cy="2332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01840CC8-DAF2-4C1B-428F-FB285ABF5EAC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28400" y="3702520"/>
                  <a:ext cx="2160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97605A26-E38E-8EFD-856B-A5A281F201D7}"/>
                    </a:ext>
                  </a:extLst>
                </p14:cNvPr>
                <p14:cNvContentPartPr/>
                <p14:nvPr/>
              </p14:nvContentPartPr>
              <p14:xfrm>
                <a:off x="38840" y="3670480"/>
                <a:ext cx="106200" cy="2523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97605A26-E38E-8EFD-856B-A5A281F201D7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34520" y="3666160"/>
                  <a:ext cx="11484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2D72DC2F-FA76-FB26-552E-884003BC1675}"/>
                    </a:ext>
                  </a:extLst>
                </p14:cNvPr>
                <p14:cNvContentPartPr/>
                <p14:nvPr/>
              </p14:nvContentPartPr>
              <p14:xfrm>
                <a:off x="93200" y="3906280"/>
                <a:ext cx="80640" cy="11880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2D72DC2F-FA76-FB26-552E-884003BC1675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88880" y="3901960"/>
                  <a:ext cx="892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1321637D-1ADE-DC76-5961-AB1E06989A91}"/>
                    </a:ext>
                  </a:extLst>
                </p14:cNvPr>
                <p14:cNvContentPartPr/>
                <p14:nvPr/>
              </p14:nvContentPartPr>
              <p14:xfrm>
                <a:off x="213080" y="3639520"/>
                <a:ext cx="160200" cy="1663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1321637D-1ADE-DC76-5961-AB1E06989A91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208760" y="3635200"/>
                  <a:ext cx="168840" cy="174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5" name="Group 204">
            <a:extLst>
              <a:ext uri="{FF2B5EF4-FFF2-40B4-BE49-F238E27FC236}">
                <a16:creationId xmlns:a16="http://schemas.microsoft.com/office/drawing/2014/main" id="{0B346047-EBA7-FE9E-3654-8669275E03D9}"/>
              </a:ext>
            </a:extLst>
          </p:cNvPr>
          <p:cNvGrpSpPr/>
          <p:nvPr/>
        </p:nvGrpSpPr>
        <p:grpSpPr>
          <a:xfrm>
            <a:off x="2665040" y="5556880"/>
            <a:ext cx="8842320" cy="798120"/>
            <a:chOff x="2665040" y="5556880"/>
            <a:chExt cx="8842320" cy="798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EDCBFA35-7197-E2BD-88D8-C87198E7AF04}"/>
                    </a:ext>
                  </a:extLst>
                </p14:cNvPr>
                <p14:cNvContentPartPr/>
                <p14:nvPr/>
              </p14:nvContentPartPr>
              <p14:xfrm>
                <a:off x="2665040" y="6020560"/>
                <a:ext cx="366480" cy="2926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EDCBFA35-7197-E2BD-88D8-C87198E7AF0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2660720" y="6016240"/>
                  <a:ext cx="37512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3" name="Ink 172">
                  <a:extLst>
                    <a:ext uri="{FF2B5EF4-FFF2-40B4-BE49-F238E27FC236}">
                      <a16:creationId xmlns:a16="http://schemas.microsoft.com/office/drawing/2014/main" id="{6E027594-627B-BEAD-2EC2-A31C3127E588}"/>
                    </a:ext>
                  </a:extLst>
                </p14:cNvPr>
                <p14:cNvContentPartPr/>
                <p14:nvPr/>
              </p14:nvContentPartPr>
              <p14:xfrm>
                <a:off x="2952320" y="6236200"/>
                <a:ext cx="356040" cy="118800"/>
              </p14:xfrm>
            </p:contentPart>
          </mc:Choice>
          <mc:Fallback xmlns="">
            <p:pic>
              <p:nvPicPr>
                <p:cNvPr id="173" name="Ink 172">
                  <a:extLst>
                    <a:ext uri="{FF2B5EF4-FFF2-40B4-BE49-F238E27FC236}">
                      <a16:creationId xmlns:a16="http://schemas.microsoft.com/office/drawing/2014/main" id="{6E027594-627B-BEAD-2EC2-A31C3127E588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948000" y="6231880"/>
                  <a:ext cx="36468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B53B47E7-8972-2FF5-EF32-2FB13D44ED30}"/>
                    </a:ext>
                  </a:extLst>
                </p14:cNvPr>
                <p14:cNvContentPartPr/>
                <p14:nvPr/>
              </p14:nvContentPartPr>
              <p14:xfrm>
                <a:off x="3348680" y="5950000"/>
                <a:ext cx="191880" cy="30960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B53B47E7-8972-2FF5-EF32-2FB13D44ED30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3344360" y="5945680"/>
                  <a:ext cx="20052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DC2CBBB8-452A-D63C-C761-A7D39A3F0DCA}"/>
                    </a:ext>
                  </a:extLst>
                </p14:cNvPr>
                <p14:cNvContentPartPr/>
                <p14:nvPr/>
              </p14:nvContentPartPr>
              <p14:xfrm>
                <a:off x="3524000" y="6176440"/>
                <a:ext cx="362160" cy="10368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C2CBBB8-452A-D63C-C761-A7D39A3F0DCA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3519680" y="6172120"/>
                  <a:ext cx="370800" cy="11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06AF4717-BE32-F46A-2527-65E08A3B91EB}"/>
                    </a:ext>
                  </a:extLst>
                </p14:cNvPr>
                <p14:cNvContentPartPr/>
                <p14:nvPr/>
              </p14:nvContentPartPr>
              <p14:xfrm>
                <a:off x="3973280" y="6019480"/>
                <a:ext cx="134280" cy="2354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06AF4717-BE32-F46A-2527-65E08A3B91EB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968960" y="6015160"/>
                  <a:ext cx="14292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3AB78DDE-B2E4-4716-B250-F0D84FDAC6ED}"/>
                    </a:ext>
                  </a:extLst>
                </p14:cNvPr>
                <p14:cNvContentPartPr/>
                <p14:nvPr/>
              </p14:nvContentPartPr>
              <p14:xfrm>
                <a:off x="4072640" y="6166720"/>
                <a:ext cx="206280" cy="111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3AB78DDE-B2E4-4716-B250-F0D84FDAC6ED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4068320" y="6162400"/>
                  <a:ext cx="21492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C5AC7CFC-D112-72CB-D95E-D4D8F985D4B9}"/>
                    </a:ext>
                  </a:extLst>
                </p14:cNvPr>
                <p14:cNvContentPartPr/>
                <p14:nvPr/>
              </p14:nvContentPartPr>
              <p14:xfrm>
                <a:off x="4350200" y="5900320"/>
                <a:ext cx="148320" cy="333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C5AC7CFC-D112-72CB-D95E-D4D8F985D4B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4345880" y="5896000"/>
                  <a:ext cx="156960" cy="34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B99F740-7099-1F2A-FE48-EF06E7ABFBBF}"/>
                    </a:ext>
                  </a:extLst>
                </p14:cNvPr>
                <p14:cNvContentPartPr/>
                <p14:nvPr/>
              </p14:nvContentPartPr>
              <p14:xfrm>
                <a:off x="4305920" y="6149440"/>
                <a:ext cx="374400" cy="151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2B99F740-7099-1F2A-FE48-EF06E7ABFBBF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4301600" y="6145120"/>
                  <a:ext cx="383040" cy="15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65BF4DA-BD81-C83D-01DA-245745D55568}"/>
                    </a:ext>
                  </a:extLst>
                </p14:cNvPr>
                <p14:cNvContentPartPr/>
                <p14:nvPr/>
              </p14:nvContentPartPr>
              <p14:xfrm>
                <a:off x="5188280" y="5879440"/>
                <a:ext cx="250560" cy="32364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665BF4DA-BD81-C83D-01DA-245745D55568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5183960" y="5875120"/>
                  <a:ext cx="259200" cy="33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D9D739D5-DEDA-D558-D752-A3BDEE1CD7B8}"/>
                    </a:ext>
                  </a:extLst>
                </p14:cNvPr>
                <p14:cNvContentPartPr/>
                <p14:nvPr/>
              </p14:nvContentPartPr>
              <p14:xfrm>
                <a:off x="5214200" y="5833360"/>
                <a:ext cx="533160" cy="38016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D9D739D5-DEDA-D558-D752-A3BDEE1CD7B8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5209880" y="5829040"/>
                  <a:ext cx="54180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8EDD33AA-5CCC-69B0-83FA-22DAC644FF42}"/>
                    </a:ext>
                  </a:extLst>
                </p14:cNvPr>
                <p14:cNvContentPartPr/>
                <p14:nvPr/>
              </p14:nvContentPartPr>
              <p14:xfrm>
                <a:off x="5627480" y="6053680"/>
                <a:ext cx="144360" cy="20448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8EDD33AA-5CCC-69B0-83FA-22DAC644FF42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5623160" y="6049360"/>
                  <a:ext cx="15300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32F06E9A-1691-6745-1DEB-91B5EC431CD0}"/>
                    </a:ext>
                  </a:extLst>
                </p14:cNvPr>
                <p14:cNvContentPartPr/>
                <p14:nvPr/>
              </p14:nvContentPartPr>
              <p14:xfrm>
                <a:off x="6246680" y="5877640"/>
                <a:ext cx="360720" cy="2667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32F06E9A-1691-6745-1DEB-91B5EC431CD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6242360" y="5873320"/>
                  <a:ext cx="36936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836F9A7D-5201-B9F9-8EFC-08B72DF53CC9}"/>
                    </a:ext>
                  </a:extLst>
                </p14:cNvPr>
                <p14:cNvContentPartPr/>
                <p14:nvPr/>
              </p14:nvContentPartPr>
              <p14:xfrm>
                <a:off x="6557720" y="6068440"/>
                <a:ext cx="207720" cy="6624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836F9A7D-5201-B9F9-8EFC-08B72DF53CC9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6553400" y="6064120"/>
                  <a:ext cx="216360" cy="7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6E2F93D0-D239-6A87-3AEE-F6CE6A653558}"/>
                    </a:ext>
                  </a:extLst>
                </p14:cNvPr>
                <p14:cNvContentPartPr/>
                <p14:nvPr/>
              </p14:nvContentPartPr>
              <p14:xfrm>
                <a:off x="6840680" y="6057640"/>
                <a:ext cx="440280" cy="8136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6E2F93D0-D239-6A87-3AEE-F6CE6A653558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6836360" y="6053320"/>
                  <a:ext cx="448920" cy="9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DDE3B021-B130-EBDC-C7E9-E2CD7694FB86}"/>
                    </a:ext>
                  </a:extLst>
                </p14:cNvPr>
                <p14:cNvContentPartPr/>
                <p14:nvPr/>
              </p14:nvContentPartPr>
              <p14:xfrm>
                <a:off x="7571840" y="5989600"/>
                <a:ext cx="156960" cy="14256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DDE3B021-B130-EBDC-C7E9-E2CD7694FB86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7567520" y="5985280"/>
                  <a:ext cx="1656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DB8B061F-4C1C-91AE-1B3C-8A9EF039F61C}"/>
                    </a:ext>
                  </a:extLst>
                </p14:cNvPr>
                <p14:cNvContentPartPr/>
                <p14:nvPr/>
              </p14:nvContentPartPr>
              <p14:xfrm>
                <a:off x="7784600" y="5668120"/>
                <a:ext cx="297360" cy="47412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DB8B061F-4C1C-91AE-1B3C-8A9EF039F61C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7780280" y="5663800"/>
                  <a:ext cx="306000" cy="48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71081485-C755-8DEE-BA86-2310F5989A23}"/>
                    </a:ext>
                  </a:extLst>
                </p14:cNvPr>
                <p14:cNvContentPartPr/>
                <p14:nvPr/>
              </p14:nvContentPartPr>
              <p14:xfrm>
                <a:off x="7788920" y="5955400"/>
                <a:ext cx="204480" cy="3564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71081485-C755-8DEE-BA86-2310F5989A23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7784600" y="5951080"/>
                  <a:ext cx="21312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ABC2C17E-FE9A-5DD5-BBE3-314AB9A2BE33}"/>
                    </a:ext>
                  </a:extLst>
                </p14:cNvPr>
                <p14:cNvContentPartPr/>
                <p14:nvPr/>
              </p14:nvContentPartPr>
              <p14:xfrm>
                <a:off x="8375000" y="5629240"/>
                <a:ext cx="128160" cy="39816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ABC2C17E-FE9A-5DD5-BBE3-314AB9A2BE33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8370680" y="5624920"/>
                  <a:ext cx="136800" cy="40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7A3F16B5-80CC-DA4E-CBFD-EE2065CBD34C}"/>
                    </a:ext>
                  </a:extLst>
                </p14:cNvPr>
                <p14:cNvContentPartPr/>
                <p14:nvPr/>
              </p14:nvContentPartPr>
              <p14:xfrm>
                <a:off x="8389400" y="5556880"/>
                <a:ext cx="590400" cy="37476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7A3F16B5-80CC-DA4E-CBFD-EE2065CBD34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8385080" y="5552560"/>
                  <a:ext cx="599040" cy="38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0C4D9EB4-D757-120A-B9E9-8054C55E194D}"/>
                    </a:ext>
                  </a:extLst>
                </p14:cNvPr>
                <p14:cNvContentPartPr/>
                <p14:nvPr/>
              </p14:nvContentPartPr>
              <p14:xfrm>
                <a:off x="8905280" y="5840560"/>
                <a:ext cx="218880" cy="166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0C4D9EB4-D757-120A-B9E9-8054C55E194D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900960" y="5836240"/>
                  <a:ext cx="22752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DB30E10-B8E2-D6FB-AEC2-AAA8E8CEA57D}"/>
                    </a:ext>
                  </a:extLst>
                </p14:cNvPr>
                <p14:cNvContentPartPr/>
                <p14:nvPr/>
              </p14:nvContentPartPr>
              <p14:xfrm>
                <a:off x="9456800" y="5605840"/>
                <a:ext cx="424080" cy="439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DB30E10-B8E2-D6FB-AEC2-AAA8E8CEA57D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9452480" y="5601520"/>
                  <a:ext cx="432720" cy="44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FF5C75AB-C566-14D5-42DA-FE91B243AAFD}"/>
                    </a:ext>
                  </a:extLst>
                </p14:cNvPr>
                <p14:cNvContentPartPr/>
                <p14:nvPr/>
              </p14:nvContentPartPr>
              <p14:xfrm>
                <a:off x="9783680" y="5908600"/>
                <a:ext cx="258120" cy="16092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FF5C75AB-C566-14D5-42DA-FE91B243AAFD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779360" y="5904280"/>
                  <a:ext cx="266760" cy="1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51F2B61E-6210-015B-3A1D-E43DEA0C39FF}"/>
                    </a:ext>
                  </a:extLst>
                </p14:cNvPr>
                <p14:cNvContentPartPr/>
                <p14:nvPr/>
              </p14:nvContentPartPr>
              <p14:xfrm>
                <a:off x="10105160" y="5878720"/>
                <a:ext cx="195480" cy="18684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51F2B61E-6210-015B-3A1D-E43DEA0C39FF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0100840" y="5874400"/>
                  <a:ext cx="2041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9" name="Ink 198">
                  <a:extLst>
                    <a:ext uri="{FF2B5EF4-FFF2-40B4-BE49-F238E27FC236}">
                      <a16:creationId xmlns:a16="http://schemas.microsoft.com/office/drawing/2014/main" id="{6C0640EF-A0E8-03E1-9FE9-A344F0400B4C}"/>
                    </a:ext>
                  </a:extLst>
                </p14:cNvPr>
                <p14:cNvContentPartPr/>
                <p14:nvPr/>
              </p14:nvContentPartPr>
              <p14:xfrm>
                <a:off x="10337360" y="5993200"/>
                <a:ext cx="12960" cy="446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6C0640EF-A0E8-03E1-9FE9-A344F0400B4C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10333040" y="5988880"/>
                  <a:ext cx="21600" cy="5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A68D779B-DA1C-85D0-0B88-EE5C05EF87DE}"/>
                    </a:ext>
                  </a:extLst>
                </p14:cNvPr>
                <p14:cNvContentPartPr/>
                <p14:nvPr/>
              </p14:nvContentPartPr>
              <p14:xfrm>
                <a:off x="10521680" y="5746960"/>
                <a:ext cx="21240" cy="860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A68D779B-DA1C-85D0-0B88-EE5C05EF87DE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10517360" y="5742640"/>
                  <a:ext cx="298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AF7CA755-E371-5F77-DE69-A78E43B7B3F1}"/>
                    </a:ext>
                  </a:extLst>
                </p14:cNvPr>
                <p14:cNvContentPartPr/>
                <p14:nvPr/>
              </p14:nvContentPartPr>
              <p14:xfrm>
                <a:off x="10448240" y="5907520"/>
                <a:ext cx="473040" cy="1432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AF7CA755-E371-5F77-DE69-A78E43B7B3F1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10443920" y="5903200"/>
                  <a:ext cx="481680" cy="15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404C57EB-A6A6-5ABD-ACD6-B4F4DD518060}"/>
                    </a:ext>
                  </a:extLst>
                </p14:cNvPr>
                <p14:cNvContentPartPr/>
                <p14:nvPr/>
              </p14:nvContentPartPr>
              <p14:xfrm>
                <a:off x="11109560" y="5956840"/>
                <a:ext cx="133200" cy="10404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404C57EB-A6A6-5ABD-ACD6-B4F4DD518060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11105240" y="5952520"/>
                  <a:ext cx="14184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64C05609-5A85-C8C0-3FE9-ABBFB840C21D}"/>
                    </a:ext>
                  </a:extLst>
                </p14:cNvPr>
                <p14:cNvContentPartPr/>
                <p14:nvPr/>
              </p14:nvContentPartPr>
              <p14:xfrm>
                <a:off x="11263640" y="5872240"/>
                <a:ext cx="105120" cy="16488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64C05609-5A85-C8C0-3FE9-ABBFB840C21D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11259320" y="5867920"/>
                  <a:ext cx="11376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364C259-1ED3-8CAF-6EAB-941BF565CC2B}"/>
                    </a:ext>
                  </a:extLst>
                </p14:cNvPr>
                <p14:cNvContentPartPr/>
                <p14:nvPr/>
              </p14:nvContentPartPr>
              <p14:xfrm>
                <a:off x="11366240" y="5888440"/>
                <a:ext cx="141120" cy="15372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364C259-1ED3-8CAF-6EAB-941BF565CC2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11361920" y="5884120"/>
                  <a:ext cx="149760" cy="16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0" name="Group 229">
            <a:extLst>
              <a:ext uri="{FF2B5EF4-FFF2-40B4-BE49-F238E27FC236}">
                <a16:creationId xmlns:a16="http://schemas.microsoft.com/office/drawing/2014/main" id="{DB3ACAC3-0FBD-3065-3B27-082881889285}"/>
              </a:ext>
            </a:extLst>
          </p:cNvPr>
          <p:cNvGrpSpPr/>
          <p:nvPr/>
        </p:nvGrpSpPr>
        <p:grpSpPr>
          <a:xfrm>
            <a:off x="3302960" y="6499360"/>
            <a:ext cx="568080" cy="164880"/>
            <a:chOff x="3302960" y="6499360"/>
            <a:chExt cx="56808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18A0470C-B82B-6910-0B17-4D0F84C72848}"/>
                    </a:ext>
                  </a:extLst>
                </p14:cNvPr>
                <p14:cNvContentPartPr/>
                <p14:nvPr/>
              </p14:nvContentPartPr>
              <p14:xfrm>
                <a:off x="3302960" y="6499360"/>
                <a:ext cx="235440" cy="15660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18A0470C-B82B-6910-0B17-4D0F84C72848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3298640" y="6495040"/>
                  <a:ext cx="244080" cy="16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A4F55D36-74AD-4C09-DA54-6EA035485523}"/>
                    </a:ext>
                  </a:extLst>
                </p14:cNvPr>
                <p14:cNvContentPartPr/>
                <p14:nvPr/>
              </p14:nvContentPartPr>
              <p14:xfrm>
                <a:off x="3545960" y="6517000"/>
                <a:ext cx="325080" cy="1472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A4F55D36-74AD-4C09-DA54-6EA035485523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3541640" y="6512680"/>
                  <a:ext cx="333720" cy="15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9" name="Group 228">
            <a:extLst>
              <a:ext uri="{FF2B5EF4-FFF2-40B4-BE49-F238E27FC236}">
                <a16:creationId xmlns:a16="http://schemas.microsoft.com/office/drawing/2014/main" id="{79ED5933-2280-23FE-5F33-934549C0FA79}"/>
              </a:ext>
            </a:extLst>
          </p:cNvPr>
          <p:cNvGrpSpPr/>
          <p:nvPr/>
        </p:nvGrpSpPr>
        <p:grpSpPr>
          <a:xfrm>
            <a:off x="4216640" y="6503680"/>
            <a:ext cx="878760" cy="239760"/>
            <a:chOff x="4216640" y="6503680"/>
            <a:chExt cx="878760" cy="23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7FBCCBEC-3AC8-C687-4693-CAD82F237B02}"/>
                    </a:ext>
                  </a:extLst>
                </p14:cNvPr>
                <p14:cNvContentPartPr/>
                <p14:nvPr/>
              </p14:nvContentPartPr>
              <p14:xfrm>
                <a:off x="4220240" y="6586480"/>
                <a:ext cx="174600" cy="12348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7FBCCBEC-3AC8-C687-4693-CAD82F237B02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4215920" y="6582160"/>
                  <a:ext cx="1832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5642BA50-8685-45FC-59C3-76AFC6103537}"/>
                    </a:ext>
                  </a:extLst>
                </p14:cNvPr>
                <p14:cNvContentPartPr/>
                <p14:nvPr/>
              </p14:nvContentPartPr>
              <p14:xfrm>
                <a:off x="4216640" y="6513400"/>
                <a:ext cx="320040" cy="4284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5642BA50-8685-45FC-59C3-76AFC6103537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4212320" y="6509080"/>
                  <a:ext cx="32868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EAFFEECD-D8ED-19C2-8074-1B32FA5622DA}"/>
                    </a:ext>
                  </a:extLst>
                </p14:cNvPr>
                <p14:cNvContentPartPr/>
                <p14:nvPr/>
              </p14:nvContentPartPr>
              <p14:xfrm>
                <a:off x="4492040" y="6547960"/>
                <a:ext cx="78120" cy="16380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EAFFEECD-D8ED-19C2-8074-1B32FA5622DA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4487720" y="6543640"/>
                  <a:ext cx="86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505B3ECC-B61E-9779-6BB6-80575A64938A}"/>
                    </a:ext>
                  </a:extLst>
                </p14:cNvPr>
                <p14:cNvContentPartPr/>
                <p14:nvPr/>
              </p14:nvContentPartPr>
              <p14:xfrm>
                <a:off x="4588520" y="6510880"/>
                <a:ext cx="157320" cy="18360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505B3ECC-B61E-9779-6BB6-80575A64938A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4584200" y="6506560"/>
                  <a:ext cx="165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A81CB9C9-D8C4-B134-D700-BD4E2A8D3E46}"/>
                    </a:ext>
                  </a:extLst>
                </p14:cNvPr>
                <p14:cNvContentPartPr/>
                <p14:nvPr/>
              </p14:nvContentPartPr>
              <p14:xfrm>
                <a:off x="4524440" y="6595480"/>
                <a:ext cx="256680" cy="284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A81CB9C9-D8C4-B134-D700-BD4E2A8D3E46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520120" y="6591160"/>
                  <a:ext cx="26532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E0FE72C9-7970-CE97-26FB-680B3D5F7525}"/>
                    </a:ext>
                  </a:extLst>
                </p14:cNvPr>
                <p14:cNvContentPartPr/>
                <p14:nvPr/>
              </p14:nvContentPartPr>
              <p14:xfrm>
                <a:off x="4760600" y="6603760"/>
                <a:ext cx="181440" cy="13968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E0FE72C9-7970-CE97-26FB-680B3D5F7525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4756280" y="6599440"/>
                  <a:ext cx="1900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035229D9-FF20-DAE8-B8D8-C74394D5677D}"/>
                    </a:ext>
                  </a:extLst>
                </p14:cNvPr>
                <p14:cNvContentPartPr/>
                <p14:nvPr/>
              </p14:nvContentPartPr>
              <p14:xfrm>
                <a:off x="4865000" y="6503680"/>
                <a:ext cx="159120" cy="2016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035229D9-FF20-DAE8-B8D8-C74394D5677D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4860680" y="6499360"/>
                  <a:ext cx="167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FA33ADEF-80E7-FF74-7BFF-786DD3FBDC18}"/>
                    </a:ext>
                  </a:extLst>
                </p14:cNvPr>
                <p14:cNvContentPartPr/>
                <p14:nvPr/>
              </p14:nvContentPartPr>
              <p14:xfrm>
                <a:off x="4814240" y="6519880"/>
                <a:ext cx="281160" cy="716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FA33ADEF-80E7-FF74-7BFF-786DD3FBDC18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4809920" y="6515560"/>
                  <a:ext cx="289800" cy="8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F0B78619-28BF-7E45-80B1-518E8CE99A88}"/>
              </a:ext>
            </a:extLst>
          </p:cNvPr>
          <p:cNvGrpSpPr/>
          <p:nvPr/>
        </p:nvGrpSpPr>
        <p:grpSpPr>
          <a:xfrm>
            <a:off x="5691920" y="6388120"/>
            <a:ext cx="2466720" cy="340920"/>
            <a:chOff x="5691920" y="6388120"/>
            <a:chExt cx="2466720" cy="34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0DFB53E1-3EA4-5A41-49FB-6E6D684314A6}"/>
                    </a:ext>
                  </a:extLst>
                </p14:cNvPr>
                <p14:cNvContentPartPr/>
                <p14:nvPr/>
              </p14:nvContentPartPr>
              <p14:xfrm>
                <a:off x="5691920" y="6535000"/>
                <a:ext cx="284760" cy="1360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0DFB53E1-3EA4-5A41-49FB-6E6D684314A6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687600" y="6530680"/>
                  <a:ext cx="293400" cy="14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7" name="Ink 216">
                  <a:extLst>
                    <a:ext uri="{FF2B5EF4-FFF2-40B4-BE49-F238E27FC236}">
                      <a16:creationId xmlns:a16="http://schemas.microsoft.com/office/drawing/2014/main" id="{C9437AAB-4484-123B-8C2B-2EDFCA172D70}"/>
                    </a:ext>
                  </a:extLst>
                </p14:cNvPr>
                <p14:cNvContentPartPr/>
                <p14:nvPr/>
              </p14:nvContentPartPr>
              <p14:xfrm>
                <a:off x="5965520" y="6441760"/>
                <a:ext cx="304920" cy="287280"/>
              </p14:xfrm>
            </p:contentPart>
          </mc:Choice>
          <mc:Fallback xmlns="">
            <p:pic>
              <p:nvPicPr>
                <p:cNvPr id="217" name="Ink 216">
                  <a:extLst>
                    <a:ext uri="{FF2B5EF4-FFF2-40B4-BE49-F238E27FC236}">
                      <a16:creationId xmlns:a16="http://schemas.microsoft.com/office/drawing/2014/main" id="{C9437AAB-4484-123B-8C2B-2EDFCA172D70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961200" y="6437440"/>
                  <a:ext cx="31356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125E18BE-9A33-A162-C229-1B46229EB02A}"/>
                    </a:ext>
                  </a:extLst>
                </p14:cNvPr>
                <p14:cNvContentPartPr/>
                <p14:nvPr/>
              </p14:nvContentPartPr>
              <p14:xfrm>
                <a:off x="6385640" y="6556960"/>
                <a:ext cx="113400" cy="12240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125E18BE-9A33-A162-C229-1B46229EB02A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6381320" y="6552640"/>
                  <a:ext cx="12204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9" name="Ink 218">
                  <a:extLst>
                    <a:ext uri="{FF2B5EF4-FFF2-40B4-BE49-F238E27FC236}">
                      <a16:creationId xmlns:a16="http://schemas.microsoft.com/office/drawing/2014/main" id="{379D4FE8-DF25-A6B0-9101-6EE5538F15D9}"/>
                    </a:ext>
                  </a:extLst>
                </p14:cNvPr>
                <p14:cNvContentPartPr/>
                <p14:nvPr/>
              </p14:nvContentPartPr>
              <p14:xfrm>
                <a:off x="6643760" y="6518800"/>
                <a:ext cx="178200" cy="190080"/>
              </p14:xfrm>
            </p:contentPart>
          </mc:Choice>
          <mc:Fallback xmlns="">
            <p:pic>
              <p:nvPicPr>
                <p:cNvPr id="219" name="Ink 218">
                  <a:extLst>
                    <a:ext uri="{FF2B5EF4-FFF2-40B4-BE49-F238E27FC236}">
                      <a16:creationId xmlns:a16="http://schemas.microsoft.com/office/drawing/2014/main" id="{379D4FE8-DF25-A6B0-9101-6EE5538F15D9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6639440" y="6514480"/>
                  <a:ext cx="186840" cy="19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6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9DDCE2EB-89EB-62B4-6735-2A619247E0DE}"/>
                    </a:ext>
                  </a:extLst>
                </p14:cNvPr>
                <p14:cNvContentPartPr/>
                <p14:nvPr/>
              </p14:nvContentPartPr>
              <p14:xfrm>
                <a:off x="6647360" y="6461920"/>
                <a:ext cx="343440" cy="147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9DDCE2EB-89EB-62B4-6735-2A619247E0DE}"/>
                    </a:ext>
                  </a:extLst>
                </p:cNvPr>
                <p:cNvPicPr/>
                <p:nvPr/>
              </p:nvPicPr>
              <p:blipFill>
                <a:blip r:embed="rId347"/>
                <a:stretch>
                  <a:fillRect/>
                </a:stretch>
              </p:blipFill>
              <p:spPr>
                <a:xfrm>
                  <a:off x="6643040" y="6457600"/>
                  <a:ext cx="35208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8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22F6EFA5-46A6-C2B7-471C-86F4B0720F3E}"/>
                    </a:ext>
                  </a:extLst>
                </p14:cNvPr>
                <p14:cNvContentPartPr/>
                <p14:nvPr/>
              </p14:nvContentPartPr>
              <p14:xfrm>
                <a:off x="7060280" y="6534280"/>
                <a:ext cx="46440" cy="1368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22F6EFA5-46A6-C2B7-471C-86F4B0720F3E}"/>
                    </a:ext>
                  </a:extLst>
                </p:cNvPr>
                <p:cNvPicPr/>
                <p:nvPr/>
              </p:nvPicPr>
              <p:blipFill>
                <a:blip r:embed="rId349"/>
                <a:stretch>
                  <a:fillRect/>
                </a:stretch>
              </p:blipFill>
              <p:spPr>
                <a:xfrm>
                  <a:off x="7055960" y="6529960"/>
                  <a:ext cx="55080" cy="14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0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A09883A5-C3DE-6621-F60C-5E15C80CCEF8}"/>
                    </a:ext>
                  </a:extLst>
                </p14:cNvPr>
                <p14:cNvContentPartPr/>
                <p14:nvPr/>
              </p14:nvContentPartPr>
              <p14:xfrm>
                <a:off x="7235600" y="6452200"/>
                <a:ext cx="207000" cy="20844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A09883A5-C3DE-6621-F60C-5E15C80CCEF8}"/>
                    </a:ext>
                  </a:extLst>
                </p:cNvPr>
                <p:cNvPicPr/>
                <p:nvPr/>
              </p:nvPicPr>
              <p:blipFill>
                <a:blip r:embed="rId351"/>
                <a:stretch>
                  <a:fillRect/>
                </a:stretch>
              </p:blipFill>
              <p:spPr>
                <a:xfrm>
                  <a:off x="7231280" y="6447880"/>
                  <a:ext cx="215640" cy="21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2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0DF169A2-30B3-36B8-BB83-A7AD88133CB1}"/>
                    </a:ext>
                  </a:extLst>
                </p14:cNvPr>
                <p14:cNvContentPartPr/>
                <p14:nvPr/>
              </p14:nvContentPartPr>
              <p14:xfrm>
                <a:off x="7523240" y="6388120"/>
                <a:ext cx="192600" cy="28944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0DF169A2-30B3-36B8-BB83-A7AD88133CB1}"/>
                    </a:ext>
                  </a:extLst>
                </p:cNvPr>
                <p:cNvPicPr/>
                <p:nvPr/>
              </p:nvPicPr>
              <p:blipFill>
                <a:blip r:embed="rId353"/>
                <a:stretch>
                  <a:fillRect/>
                </a:stretch>
              </p:blipFill>
              <p:spPr>
                <a:xfrm>
                  <a:off x="7518920" y="6383800"/>
                  <a:ext cx="20124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4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3738C0DC-603C-2334-9392-4B48EC90A02F}"/>
                    </a:ext>
                  </a:extLst>
                </p14:cNvPr>
                <p14:cNvContentPartPr/>
                <p14:nvPr/>
              </p14:nvContentPartPr>
              <p14:xfrm>
                <a:off x="7605680" y="6555160"/>
                <a:ext cx="135720" cy="1404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3738C0DC-603C-2334-9392-4B48EC90A02F}"/>
                    </a:ext>
                  </a:extLst>
                </p:cNvPr>
                <p:cNvPicPr/>
                <p:nvPr/>
              </p:nvPicPr>
              <p:blipFill>
                <a:blip r:embed="rId355"/>
                <a:stretch>
                  <a:fillRect/>
                </a:stretch>
              </p:blipFill>
              <p:spPr>
                <a:xfrm>
                  <a:off x="7601360" y="6550840"/>
                  <a:ext cx="1443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6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068466C-8443-E943-67F3-498BD5BCC4ED}"/>
                    </a:ext>
                  </a:extLst>
                </p14:cNvPr>
                <p14:cNvContentPartPr/>
                <p14:nvPr/>
              </p14:nvContentPartPr>
              <p14:xfrm>
                <a:off x="8067200" y="6503680"/>
                <a:ext cx="91440" cy="2124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068466C-8443-E943-67F3-498BD5BCC4ED}"/>
                    </a:ext>
                  </a:extLst>
                </p:cNvPr>
                <p:cNvPicPr/>
                <p:nvPr/>
              </p:nvPicPr>
              <p:blipFill>
                <a:blip r:embed="rId357"/>
                <a:stretch>
                  <a:fillRect/>
                </a:stretch>
              </p:blipFill>
              <p:spPr>
                <a:xfrm>
                  <a:off x="8062880" y="6499360"/>
                  <a:ext cx="100080" cy="2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8">
              <p14:nvContentPartPr>
                <p14:cNvPr id="226" name="Ink 225">
                  <a:extLst>
                    <a:ext uri="{FF2B5EF4-FFF2-40B4-BE49-F238E27FC236}">
                      <a16:creationId xmlns:a16="http://schemas.microsoft.com/office/drawing/2014/main" id="{CEA2D908-F2D5-3FC2-3CB4-B4CA6C6B3572}"/>
                    </a:ext>
                  </a:extLst>
                </p14:cNvPr>
                <p14:cNvContentPartPr/>
                <p14:nvPr/>
              </p14:nvContentPartPr>
              <p14:xfrm>
                <a:off x="7789280" y="6446800"/>
                <a:ext cx="341640" cy="262440"/>
              </p14:xfrm>
            </p:contentPart>
          </mc:Choice>
          <mc:Fallback xmlns="">
            <p:pic>
              <p:nvPicPr>
                <p:cNvPr id="226" name="Ink 225">
                  <a:extLst>
                    <a:ext uri="{FF2B5EF4-FFF2-40B4-BE49-F238E27FC236}">
                      <a16:creationId xmlns:a16="http://schemas.microsoft.com/office/drawing/2014/main" id="{CEA2D908-F2D5-3FC2-3CB4-B4CA6C6B3572}"/>
                    </a:ext>
                  </a:extLst>
                </p:cNvPr>
                <p:cNvPicPr/>
                <p:nvPr/>
              </p:nvPicPr>
              <p:blipFill>
                <a:blip r:embed="rId359"/>
                <a:stretch>
                  <a:fillRect/>
                </a:stretch>
              </p:blipFill>
              <p:spPr>
                <a:xfrm>
                  <a:off x="7784960" y="6442480"/>
                  <a:ext cx="350280" cy="271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8" name="Group 237">
            <a:extLst>
              <a:ext uri="{FF2B5EF4-FFF2-40B4-BE49-F238E27FC236}">
                <a16:creationId xmlns:a16="http://schemas.microsoft.com/office/drawing/2014/main" id="{C7B1A7AA-3652-408B-9A08-8D0017C0759F}"/>
              </a:ext>
            </a:extLst>
          </p:cNvPr>
          <p:cNvGrpSpPr/>
          <p:nvPr/>
        </p:nvGrpSpPr>
        <p:grpSpPr>
          <a:xfrm>
            <a:off x="8665160" y="6271840"/>
            <a:ext cx="1371960" cy="491040"/>
            <a:chOff x="8665160" y="6271840"/>
            <a:chExt cx="1371960" cy="491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1B4DC792-418D-6404-F4A7-3B12DFF3A26B}"/>
                    </a:ext>
                  </a:extLst>
                </p14:cNvPr>
                <p14:cNvContentPartPr/>
                <p14:nvPr/>
              </p14:nvContentPartPr>
              <p14:xfrm>
                <a:off x="8665160" y="6316480"/>
                <a:ext cx="322560" cy="44640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1B4DC792-418D-6404-F4A7-3B12DFF3A26B}"/>
                    </a:ext>
                  </a:extLst>
                </p:cNvPr>
                <p:cNvPicPr/>
                <p:nvPr/>
              </p:nvPicPr>
              <p:blipFill>
                <a:blip r:embed="rId361"/>
                <a:stretch>
                  <a:fillRect/>
                </a:stretch>
              </p:blipFill>
              <p:spPr>
                <a:xfrm>
                  <a:off x="8660840" y="6312160"/>
                  <a:ext cx="331200" cy="45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2">
              <p14:nvContentPartPr>
                <p14:cNvPr id="231" name="Ink 230">
                  <a:extLst>
                    <a:ext uri="{FF2B5EF4-FFF2-40B4-BE49-F238E27FC236}">
                      <a16:creationId xmlns:a16="http://schemas.microsoft.com/office/drawing/2014/main" id="{88B83D6C-7195-DF6B-931B-34CE5865F3A2}"/>
                    </a:ext>
                  </a:extLst>
                </p14:cNvPr>
                <p14:cNvContentPartPr/>
                <p14:nvPr/>
              </p14:nvContentPartPr>
              <p14:xfrm>
                <a:off x="8971520" y="6312160"/>
                <a:ext cx="210240" cy="371160"/>
              </p14:xfrm>
            </p:contentPart>
          </mc:Choice>
          <mc:Fallback xmlns="">
            <p:pic>
              <p:nvPicPr>
                <p:cNvPr id="231" name="Ink 230">
                  <a:extLst>
                    <a:ext uri="{FF2B5EF4-FFF2-40B4-BE49-F238E27FC236}">
                      <a16:creationId xmlns:a16="http://schemas.microsoft.com/office/drawing/2014/main" id="{88B83D6C-7195-DF6B-931B-34CE5865F3A2}"/>
                    </a:ext>
                  </a:extLst>
                </p:cNvPr>
                <p:cNvPicPr/>
                <p:nvPr/>
              </p:nvPicPr>
              <p:blipFill>
                <a:blip r:embed="rId363"/>
                <a:stretch>
                  <a:fillRect/>
                </a:stretch>
              </p:blipFill>
              <p:spPr>
                <a:xfrm>
                  <a:off x="8967200" y="6307840"/>
                  <a:ext cx="218880" cy="37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4">
              <p14:nvContentPartPr>
                <p14:cNvPr id="232" name="Ink 231">
                  <a:extLst>
                    <a:ext uri="{FF2B5EF4-FFF2-40B4-BE49-F238E27FC236}">
                      <a16:creationId xmlns:a16="http://schemas.microsoft.com/office/drawing/2014/main" id="{0F1A77E5-F3D2-BFC6-DA74-BFA8CACDCA32}"/>
                    </a:ext>
                  </a:extLst>
                </p14:cNvPr>
                <p14:cNvContentPartPr/>
                <p14:nvPr/>
              </p14:nvContentPartPr>
              <p14:xfrm>
                <a:off x="9077720" y="6461920"/>
                <a:ext cx="213480" cy="12240"/>
              </p14:xfrm>
            </p:contentPart>
          </mc:Choice>
          <mc:Fallback xmlns="">
            <p:pic>
              <p:nvPicPr>
                <p:cNvPr id="232" name="Ink 231">
                  <a:extLst>
                    <a:ext uri="{FF2B5EF4-FFF2-40B4-BE49-F238E27FC236}">
                      <a16:creationId xmlns:a16="http://schemas.microsoft.com/office/drawing/2014/main" id="{0F1A77E5-F3D2-BFC6-DA74-BFA8CACDCA32}"/>
                    </a:ext>
                  </a:extLst>
                </p:cNvPr>
                <p:cNvPicPr/>
                <p:nvPr/>
              </p:nvPicPr>
              <p:blipFill>
                <a:blip r:embed="rId365"/>
                <a:stretch>
                  <a:fillRect/>
                </a:stretch>
              </p:blipFill>
              <p:spPr>
                <a:xfrm>
                  <a:off x="9073400" y="6457600"/>
                  <a:ext cx="22212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6">
              <p14:nvContentPartPr>
                <p14:cNvPr id="233" name="Ink 232">
                  <a:extLst>
                    <a:ext uri="{FF2B5EF4-FFF2-40B4-BE49-F238E27FC236}">
                      <a16:creationId xmlns:a16="http://schemas.microsoft.com/office/drawing/2014/main" id="{E099FA92-7EAB-D077-E413-0486E367F68C}"/>
                    </a:ext>
                  </a:extLst>
                </p14:cNvPr>
                <p14:cNvContentPartPr/>
                <p14:nvPr/>
              </p14:nvContentPartPr>
              <p14:xfrm>
                <a:off x="9438080" y="6424120"/>
                <a:ext cx="126720" cy="177480"/>
              </p14:xfrm>
            </p:contentPart>
          </mc:Choice>
          <mc:Fallback xmlns="">
            <p:pic>
              <p:nvPicPr>
                <p:cNvPr id="233" name="Ink 232">
                  <a:extLst>
                    <a:ext uri="{FF2B5EF4-FFF2-40B4-BE49-F238E27FC236}">
                      <a16:creationId xmlns:a16="http://schemas.microsoft.com/office/drawing/2014/main" id="{E099FA92-7EAB-D077-E413-0486E367F68C}"/>
                    </a:ext>
                  </a:extLst>
                </p:cNvPr>
                <p:cNvPicPr/>
                <p:nvPr/>
              </p:nvPicPr>
              <p:blipFill>
                <a:blip r:embed="rId367"/>
                <a:stretch>
                  <a:fillRect/>
                </a:stretch>
              </p:blipFill>
              <p:spPr>
                <a:xfrm>
                  <a:off x="9433760" y="6419800"/>
                  <a:ext cx="135360" cy="18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8">
              <p14:nvContentPartPr>
                <p14:cNvPr id="234" name="Ink 233">
                  <a:extLst>
                    <a:ext uri="{FF2B5EF4-FFF2-40B4-BE49-F238E27FC236}">
                      <a16:creationId xmlns:a16="http://schemas.microsoft.com/office/drawing/2014/main" id="{F4C4614E-7611-5BDA-C356-4EA7681FF028}"/>
                    </a:ext>
                  </a:extLst>
                </p14:cNvPr>
                <p14:cNvContentPartPr/>
                <p14:nvPr/>
              </p14:nvContentPartPr>
              <p14:xfrm>
                <a:off x="9404600" y="6271840"/>
                <a:ext cx="291960" cy="59760"/>
              </p14:xfrm>
            </p:contentPart>
          </mc:Choice>
          <mc:Fallback xmlns="">
            <p:pic>
              <p:nvPicPr>
                <p:cNvPr id="234" name="Ink 233">
                  <a:extLst>
                    <a:ext uri="{FF2B5EF4-FFF2-40B4-BE49-F238E27FC236}">
                      <a16:creationId xmlns:a16="http://schemas.microsoft.com/office/drawing/2014/main" id="{F4C4614E-7611-5BDA-C356-4EA7681FF028}"/>
                    </a:ext>
                  </a:extLst>
                </p:cNvPr>
                <p:cNvPicPr/>
                <p:nvPr/>
              </p:nvPicPr>
              <p:blipFill>
                <a:blip r:embed="rId369"/>
                <a:stretch>
                  <a:fillRect/>
                </a:stretch>
              </p:blipFill>
              <p:spPr>
                <a:xfrm>
                  <a:off x="9400280" y="6267520"/>
                  <a:ext cx="30060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0">
              <p14:nvContentPartPr>
                <p14:cNvPr id="235" name="Ink 234">
                  <a:extLst>
                    <a:ext uri="{FF2B5EF4-FFF2-40B4-BE49-F238E27FC236}">
                      <a16:creationId xmlns:a16="http://schemas.microsoft.com/office/drawing/2014/main" id="{A92B535B-0056-AE50-FCB7-A7C170A79551}"/>
                    </a:ext>
                  </a:extLst>
                </p14:cNvPr>
                <p14:cNvContentPartPr/>
                <p14:nvPr/>
              </p14:nvContentPartPr>
              <p14:xfrm>
                <a:off x="9771800" y="6376960"/>
                <a:ext cx="70920" cy="219960"/>
              </p14:xfrm>
            </p:contentPart>
          </mc:Choice>
          <mc:Fallback xmlns="">
            <p:pic>
              <p:nvPicPr>
                <p:cNvPr id="235" name="Ink 234">
                  <a:extLst>
                    <a:ext uri="{FF2B5EF4-FFF2-40B4-BE49-F238E27FC236}">
                      <a16:creationId xmlns:a16="http://schemas.microsoft.com/office/drawing/2014/main" id="{A92B535B-0056-AE50-FCB7-A7C170A79551}"/>
                    </a:ext>
                  </a:extLst>
                </p:cNvPr>
                <p:cNvPicPr/>
                <p:nvPr/>
              </p:nvPicPr>
              <p:blipFill>
                <a:blip r:embed="rId371"/>
                <a:stretch>
                  <a:fillRect/>
                </a:stretch>
              </p:blipFill>
              <p:spPr>
                <a:xfrm>
                  <a:off x="9767480" y="6372640"/>
                  <a:ext cx="7956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2">
              <p14:nvContentPartPr>
                <p14:cNvPr id="236" name="Ink 235">
                  <a:extLst>
                    <a:ext uri="{FF2B5EF4-FFF2-40B4-BE49-F238E27FC236}">
                      <a16:creationId xmlns:a16="http://schemas.microsoft.com/office/drawing/2014/main" id="{7214D0F6-BC2F-AB32-F0A4-ACF8903C17AB}"/>
                    </a:ext>
                  </a:extLst>
                </p14:cNvPr>
                <p14:cNvContentPartPr/>
                <p14:nvPr/>
              </p14:nvContentPartPr>
              <p14:xfrm>
                <a:off x="9916520" y="6356440"/>
                <a:ext cx="120600" cy="261360"/>
              </p14:xfrm>
            </p:contentPart>
          </mc:Choice>
          <mc:Fallback xmlns="">
            <p:pic>
              <p:nvPicPr>
                <p:cNvPr id="236" name="Ink 235">
                  <a:extLst>
                    <a:ext uri="{FF2B5EF4-FFF2-40B4-BE49-F238E27FC236}">
                      <a16:creationId xmlns:a16="http://schemas.microsoft.com/office/drawing/2014/main" id="{7214D0F6-BC2F-AB32-F0A4-ACF8903C17AB}"/>
                    </a:ext>
                  </a:extLst>
                </p:cNvPr>
                <p:cNvPicPr/>
                <p:nvPr/>
              </p:nvPicPr>
              <p:blipFill>
                <a:blip r:embed="rId373"/>
                <a:stretch>
                  <a:fillRect/>
                </a:stretch>
              </p:blipFill>
              <p:spPr>
                <a:xfrm>
                  <a:off x="9912200" y="6352120"/>
                  <a:ext cx="129240" cy="27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4">
              <p14:nvContentPartPr>
                <p14:cNvPr id="237" name="Ink 236">
                  <a:extLst>
                    <a:ext uri="{FF2B5EF4-FFF2-40B4-BE49-F238E27FC236}">
                      <a16:creationId xmlns:a16="http://schemas.microsoft.com/office/drawing/2014/main" id="{DBFFBD80-6999-AABA-6120-671D860A3397}"/>
                    </a:ext>
                  </a:extLst>
                </p14:cNvPr>
                <p14:cNvContentPartPr/>
                <p14:nvPr/>
              </p14:nvContentPartPr>
              <p14:xfrm>
                <a:off x="9786560" y="6473440"/>
                <a:ext cx="138960" cy="7920"/>
              </p14:xfrm>
            </p:contentPart>
          </mc:Choice>
          <mc:Fallback xmlns="">
            <p:pic>
              <p:nvPicPr>
                <p:cNvPr id="237" name="Ink 236">
                  <a:extLst>
                    <a:ext uri="{FF2B5EF4-FFF2-40B4-BE49-F238E27FC236}">
                      <a16:creationId xmlns:a16="http://schemas.microsoft.com/office/drawing/2014/main" id="{DBFFBD80-6999-AABA-6120-671D860A3397}"/>
                    </a:ext>
                  </a:extLst>
                </p:cNvPr>
                <p:cNvPicPr/>
                <p:nvPr/>
              </p:nvPicPr>
              <p:blipFill>
                <a:blip r:embed="rId375"/>
                <a:stretch>
                  <a:fillRect/>
                </a:stretch>
              </p:blipFill>
              <p:spPr>
                <a:xfrm>
                  <a:off x="9782240" y="6469120"/>
                  <a:ext cx="147600" cy="16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76">
            <p14:nvContentPartPr>
              <p14:cNvPr id="239" name="Ink 238">
                <a:extLst>
                  <a:ext uri="{FF2B5EF4-FFF2-40B4-BE49-F238E27FC236}">
                    <a16:creationId xmlns:a16="http://schemas.microsoft.com/office/drawing/2014/main" id="{2B9D90F4-4035-D572-8A0D-540A075F27EF}"/>
                  </a:ext>
                </a:extLst>
              </p14:cNvPr>
              <p14:cNvContentPartPr/>
              <p14:nvPr/>
            </p14:nvContentPartPr>
            <p14:xfrm>
              <a:off x="11088320" y="2179720"/>
              <a:ext cx="541800" cy="105120"/>
            </p14:xfrm>
          </p:contentPart>
        </mc:Choice>
        <mc:Fallback xmlns="">
          <p:pic>
            <p:nvPicPr>
              <p:cNvPr id="239" name="Ink 238">
                <a:extLst>
                  <a:ext uri="{FF2B5EF4-FFF2-40B4-BE49-F238E27FC236}">
                    <a16:creationId xmlns:a16="http://schemas.microsoft.com/office/drawing/2014/main" id="{2B9D90F4-4035-D572-8A0D-540A075F27EF}"/>
                  </a:ext>
                </a:extLst>
              </p:cNvPr>
              <p:cNvPicPr/>
              <p:nvPr/>
            </p:nvPicPr>
            <p:blipFill>
              <a:blip r:embed="rId377"/>
              <a:stretch>
                <a:fillRect/>
              </a:stretch>
            </p:blipFill>
            <p:spPr>
              <a:xfrm>
                <a:off x="10998320" y="1999720"/>
                <a:ext cx="721440" cy="46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8">
            <p14:nvContentPartPr>
              <p14:cNvPr id="241" name="Ink 240">
                <a:extLst>
                  <a:ext uri="{FF2B5EF4-FFF2-40B4-BE49-F238E27FC236}">
                    <a16:creationId xmlns:a16="http://schemas.microsoft.com/office/drawing/2014/main" id="{D621AD9B-61AE-3860-61BE-49FB631E9A26}"/>
                  </a:ext>
                </a:extLst>
              </p14:cNvPr>
              <p14:cNvContentPartPr/>
              <p14:nvPr/>
            </p14:nvContentPartPr>
            <p14:xfrm>
              <a:off x="11086880" y="3830680"/>
              <a:ext cx="345240" cy="33840"/>
            </p14:xfrm>
          </p:contentPart>
        </mc:Choice>
        <mc:Fallback xmlns="">
          <p:pic>
            <p:nvPicPr>
              <p:cNvPr id="241" name="Ink 240">
                <a:extLst>
                  <a:ext uri="{FF2B5EF4-FFF2-40B4-BE49-F238E27FC236}">
                    <a16:creationId xmlns:a16="http://schemas.microsoft.com/office/drawing/2014/main" id="{D621AD9B-61AE-3860-61BE-49FB631E9A26}"/>
                  </a:ext>
                </a:extLst>
              </p:cNvPr>
              <p:cNvPicPr/>
              <p:nvPr/>
            </p:nvPicPr>
            <p:blipFill>
              <a:blip r:embed="rId379"/>
              <a:stretch>
                <a:fillRect/>
              </a:stretch>
            </p:blipFill>
            <p:spPr>
              <a:xfrm>
                <a:off x="10997240" y="3650680"/>
                <a:ext cx="524880" cy="3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CE6D759C-133F-9254-F88A-C73695EF078A}"/>
                  </a:ext>
                </a:extLst>
              </p14:cNvPr>
              <p14:cNvContentPartPr/>
              <p14:nvPr/>
            </p14:nvContentPartPr>
            <p14:xfrm>
              <a:off x="8881520" y="806320"/>
              <a:ext cx="388080" cy="4086000"/>
            </p14:xfrm>
          </p:contentPart>
        </mc:Choice>
        <mc:Fallback xmlns=""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CE6D759C-133F-9254-F88A-C73695EF078A}"/>
                  </a:ext>
                </a:extLst>
              </p:cNvPr>
              <p:cNvPicPr/>
              <p:nvPr/>
            </p:nvPicPr>
            <p:blipFill>
              <a:blip r:embed="rId381"/>
              <a:stretch>
                <a:fillRect/>
              </a:stretch>
            </p:blipFill>
            <p:spPr>
              <a:xfrm>
                <a:off x="8877200" y="802000"/>
                <a:ext cx="396720" cy="409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01F7E0AD-E328-4CF9-1D94-2A4B0989BDD4}"/>
                  </a:ext>
                </a:extLst>
              </p14:cNvPr>
              <p14:cNvContentPartPr/>
              <p14:nvPr/>
            </p14:nvContentPartPr>
            <p14:xfrm>
              <a:off x="9080240" y="1891360"/>
              <a:ext cx="2981880" cy="54720"/>
            </p14:xfrm>
          </p:contentPart>
        </mc:Choice>
        <mc:Fallback xmlns=""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01F7E0AD-E328-4CF9-1D94-2A4B0989BDD4}"/>
                  </a:ext>
                </a:extLst>
              </p:cNvPr>
              <p:cNvPicPr/>
              <p:nvPr/>
            </p:nvPicPr>
            <p:blipFill>
              <a:blip r:embed="rId383"/>
              <a:stretch>
                <a:fillRect/>
              </a:stretch>
            </p:blipFill>
            <p:spPr>
              <a:xfrm>
                <a:off x="9075920" y="1887040"/>
                <a:ext cx="299052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0537FA66-B815-4189-3A93-0FC1EA0D37E6}"/>
                  </a:ext>
                </a:extLst>
              </p14:cNvPr>
              <p14:cNvContentPartPr/>
              <p14:nvPr/>
            </p14:nvContentPartPr>
            <p14:xfrm>
              <a:off x="9176000" y="2539000"/>
              <a:ext cx="2612160" cy="8064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0537FA66-B815-4189-3A93-0FC1EA0D37E6}"/>
                  </a:ext>
                </a:extLst>
              </p:cNvPr>
              <p:cNvPicPr/>
              <p:nvPr/>
            </p:nvPicPr>
            <p:blipFill>
              <a:blip r:embed="rId385"/>
              <a:stretch>
                <a:fillRect/>
              </a:stretch>
            </p:blipFill>
            <p:spPr>
              <a:xfrm>
                <a:off x="9171680" y="2534680"/>
                <a:ext cx="262080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F5786175-06A2-7503-0E89-E4A7EC1CCE05}"/>
                  </a:ext>
                </a:extLst>
              </p14:cNvPr>
              <p14:cNvContentPartPr/>
              <p14:nvPr/>
            </p14:nvContentPartPr>
            <p14:xfrm>
              <a:off x="8952080" y="3010240"/>
              <a:ext cx="2936160" cy="9936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F5786175-06A2-7503-0E89-E4A7EC1CCE05}"/>
                  </a:ext>
                </a:extLst>
              </p:cNvPr>
              <p:cNvPicPr/>
              <p:nvPr/>
            </p:nvPicPr>
            <p:blipFill>
              <a:blip r:embed="rId387"/>
              <a:stretch>
                <a:fillRect/>
              </a:stretch>
            </p:blipFill>
            <p:spPr>
              <a:xfrm>
                <a:off x="8947760" y="3005920"/>
                <a:ext cx="2944800" cy="10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D5526A5A-B58E-8483-F1C8-BD48C5F76A77}"/>
                  </a:ext>
                </a:extLst>
              </p14:cNvPr>
              <p14:cNvContentPartPr/>
              <p14:nvPr/>
            </p14:nvContentPartPr>
            <p14:xfrm>
              <a:off x="9536360" y="1108000"/>
              <a:ext cx="200880" cy="22644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D5526A5A-B58E-8483-F1C8-BD48C5F76A77}"/>
                  </a:ext>
                </a:extLst>
              </p:cNvPr>
              <p:cNvPicPr/>
              <p:nvPr/>
            </p:nvPicPr>
            <p:blipFill>
              <a:blip r:embed="rId389"/>
              <a:stretch>
                <a:fillRect/>
              </a:stretch>
            </p:blipFill>
            <p:spPr>
              <a:xfrm>
                <a:off x="9532040" y="1103680"/>
                <a:ext cx="209520" cy="23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BDEE4D28-9F3B-A632-D5A9-C40B565B3359}"/>
                  </a:ext>
                </a:extLst>
              </p14:cNvPr>
              <p14:cNvContentPartPr/>
              <p14:nvPr/>
            </p14:nvContentPartPr>
            <p14:xfrm>
              <a:off x="9581720" y="1023760"/>
              <a:ext cx="254880" cy="8064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BDEE4D28-9F3B-A632-D5A9-C40B565B3359}"/>
                  </a:ext>
                </a:extLst>
              </p:cNvPr>
              <p:cNvPicPr/>
              <p:nvPr/>
            </p:nvPicPr>
            <p:blipFill>
              <a:blip r:embed="rId391"/>
              <a:stretch>
                <a:fillRect/>
              </a:stretch>
            </p:blipFill>
            <p:spPr>
              <a:xfrm>
                <a:off x="9577400" y="1019440"/>
                <a:ext cx="263520" cy="8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2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7BE358F0-4E56-A323-5A17-BC6A8A531434}"/>
                  </a:ext>
                </a:extLst>
              </p14:cNvPr>
              <p14:cNvContentPartPr/>
              <p14:nvPr/>
            </p14:nvContentPartPr>
            <p14:xfrm>
              <a:off x="9633920" y="1167400"/>
              <a:ext cx="181080" cy="43560"/>
            </p14:xfrm>
          </p:contentPart>
        </mc:Choice>
        <mc:Fallback xmlns=""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7BE358F0-4E56-A323-5A17-BC6A8A531434}"/>
                  </a:ext>
                </a:extLst>
              </p:cNvPr>
              <p:cNvPicPr/>
              <p:nvPr/>
            </p:nvPicPr>
            <p:blipFill>
              <a:blip r:embed="rId393"/>
              <a:stretch>
                <a:fillRect/>
              </a:stretch>
            </p:blipFill>
            <p:spPr>
              <a:xfrm>
                <a:off x="9629600" y="1163080"/>
                <a:ext cx="189720" cy="52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4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0127E57F-5FE6-3A9D-CC72-4DC91FED15EE}"/>
                  </a:ext>
                </a:extLst>
              </p14:cNvPr>
              <p14:cNvContentPartPr/>
              <p14:nvPr/>
            </p14:nvContentPartPr>
            <p14:xfrm>
              <a:off x="10041440" y="1061920"/>
              <a:ext cx="24840" cy="160200"/>
            </p14:xfrm>
          </p:contentPart>
        </mc:Choice>
        <mc:Fallback xmlns=""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0127E57F-5FE6-3A9D-CC72-4DC91FED15EE}"/>
                  </a:ext>
                </a:extLst>
              </p:cNvPr>
              <p:cNvPicPr/>
              <p:nvPr/>
            </p:nvPicPr>
            <p:blipFill>
              <a:blip r:embed="rId395"/>
              <a:stretch>
                <a:fillRect/>
              </a:stretch>
            </p:blipFill>
            <p:spPr>
              <a:xfrm>
                <a:off x="10037120" y="1057600"/>
                <a:ext cx="33480" cy="168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6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4CADB43-DBBC-EB79-127E-21CC7645BC2B}"/>
                  </a:ext>
                </a:extLst>
              </p14:cNvPr>
              <p14:cNvContentPartPr/>
              <p14:nvPr/>
            </p14:nvContentPartPr>
            <p14:xfrm>
              <a:off x="9919400" y="999640"/>
              <a:ext cx="335880" cy="355680"/>
            </p14:xfrm>
          </p:contentPart>
        </mc:Choice>
        <mc:Fallback xmlns=""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4CADB43-DBBC-EB79-127E-21CC7645BC2B}"/>
                  </a:ext>
                </a:extLst>
              </p:cNvPr>
              <p:cNvPicPr/>
              <p:nvPr/>
            </p:nvPicPr>
            <p:blipFill>
              <a:blip r:embed="rId397"/>
              <a:stretch>
                <a:fillRect/>
              </a:stretch>
            </p:blipFill>
            <p:spPr>
              <a:xfrm>
                <a:off x="9915080" y="995320"/>
                <a:ext cx="34452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8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2C321D37-53C4-1AAD-BDBB-0AE959A23FA1}"/>
                  </a:ext>
                </a:extLst>
              </p14:cNvPr>
              <p14:cNvContentPartPr/>
              <p14:nvPr/>
            </p14:nvContentPartPr>
            <p14:xfrm>
              <a:off x="10668920" y="762040"/>
              <a:ext cx="204480" cy="4506120"/>
            </p14:xfrm>
          </p:contentPart>
        </mc:Choice>
        <mc:Fallback xmlns=""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2C321D37-53C4-1AAD-BDBB-0AE959A23FA1}"/>
                  </a:ext>
                </a:extLst>
              </p:cNvPr>
              <p:cNvPicPr/>
              <p:nvPr/>
            </p:nvPicPr>
            <p:blipFill>
              <a:blip r:embed="rId399"/>
              <a:stretch>
                <a:fillRect/>
              </a:stretch>
            </p:blipFill>
            <p:spPr>
              <a:xfrm>
                <a:off x="10664600" y="757720"/>
                <a:ext cx="213120" cy="45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CF7699A9-747F-D988-8BB2-D2E918189CC4}"/>
                  </a:ext>
                </a:extLst>
              </p14:cNvPr>
              <p14:cNvContentPartPr/>
              <p14:nvPr/>
            </p14:nvContentPartPr>
            <p14:xfrm>
              <a:off x="11234120" y="1021960"/>
              <a:ext cx="273240" cy="390600"/>
            </p14:xfrm>
          </p:contentPart>
        </mc:Choice>
        <mc:Fallback xmlns=""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CF7699A9-747F-D988-8BB2-D2E918189CC4}"/>
                  </a:ext>
                </a:extLst>
              </p:cNvPr>
              <p:cNvPicPr/>
              <p:nvPr/>
            </p:nvPicPr>
            <p:blipFill>
              <a:blip r:embed="rId401"/>
              <a:stretch>
                <a:fillRect/>
              </a:stretch>
            </p:blipFill>
            <p:spPr>
              <a:xfrm>
                <a:off x="11229800" y="1017640"/>
                <a:ext cx="28188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2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7335192-0951-BF87-4199-7619928B1A53}"/>
                  </a:ext>
                </a:extLst>
              </p14:cNvPr>
              <p14:cNvContentPartPr/>
              <p14:nvPr/>
            </p14:nvContentPartPr>
            <p14:xfrm>
              <a:off x="11414120" y="1275040"/>
              <a:ext cx="199800" cy="84960"/>
            </p14:xfrm>
          </p:contentPart>
        </mc:Choice>
        <mc:Fallback xmlns=""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7335192-0951-BF87-4199-7619928B1A53}"/>
                  </a:ext>
                </a:extLst>
              </p:cNvPr>
              <p:cNvPicPr/>
              <p:nvPr/>
            </p:nvPicPr>
            <p:blipFill>
              <a:blip r:embed="rId403"/>
              <a:stretch>
                <a:fillRect/>
              </a:stretch>
            </p:blipFill>
            <p:spPr>
              <a:xfrm>
                <a:off x="11409800" y="1270720"/>
                <a:ext cx="208440" cy="93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4">
            <p14:nvContentPartPr>
              <p14:cNvPr id="109" name="Ink 108">
                <a:extLst>
                  <a:ext uri="{FF2B5EF4-FFF2-40B4-BE49-F238E27FC236}">
                    <a16:creationId xmlns:a16="http://schemas.microsoft.com/office/drawing/2014/main" id="{498DDB76-3F6F-7CD5-14CB-5BD6259FE36F}"/>
                  </a:ext>
                </a:extLst>
              </p14:cNvPr>
              <p14:cNvContentPartPr/>
              <p14:nvPr/>
            </p14:nvContentPartPr>
            <p14:xfrm>
              <a:off x="11676920" y="1145800"/>
              <a:ext cx="148680" cy="171000"/>
            </p14:xfrm>
          </p:contentPart>
        </mc:Choice>
        <mc:Fallback xmlns="">
          <p:pic>
            <p:nvPicPr>
              <p:cNvPr id="109" name="Ink 108">
                <a:extLst>
                  <a:ext uri="{FF2B5EF4-FFF2-40B4-BE49-F238E27FC236}">
                    <a16:creationId xmlns:a16="http://schemas.microsoft.com/office/drawing/2014/main" id="{498DDB76-3F6F-7CD5-14CB-5BD6259FE36F}"/>
                  </a:ext>
                </a:extLst>
              </p:cNvPr>
              <p:cNvPicPr/>
              <p:nvPr/>
            </p:nvPicPr>
            <p:blipFill>
              <a:blip r:embed="rId405"/>
              <a:stretch>
                <a:fillRect/>
              </a:stretch>
            </p:blipFill>
            <p:spPr>
              <a:xfrm>
                <a:off x="11672600" y="1141480"/>
                <a:ext cx="157320" cy="179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6">
            <p14:nvContentPartPr>
              <p14:cNvPr id="248" name="Ink 247">
                <a:extLst>
                  <a:ext uri="{FF2B5EF4-FFF2-40B4-BE49-F238E27FC236}">
                    <a16:creationId xmlns:a16="http://schemas.microsoft.com/office/drawing/2014/main" id="{ED495046-6462-82ED-BF6B-9C0CC48E410A}"/>
                  </a:ext>
                </a:extLst>
              </p14:cNvPr>
              <p14:cNvContentPartPr/>
              <p14:nvPr/>
            </p14:nvContentPartPr>
            <p14:xfrm>
              <a:off x="11222600" y="2136160"/>
              <a:ext cx="144720" cy="155160"/>
            </p14:xfrm>
          </p:contentPart>
        </mc:Choice>
        <mc:Fallback xmlns="">
          <p:pic>
            <p:nvPicPr>
              <p:cNvPr id="248" name="Ink 247">
                <a:extLst>
                  <a:ext uri="{FF2B5EF4-FFF2-40B4-BE49-F238E27FC236}">
                    <a16:creationId xmlns:a16="http://schemas.microsoft.com/office/drawing/2014/main" id="{ED495046-6462-82ED-BF6B-9C0CC48E410A}"/>
                  </a:ext>
                </a:extLst>
              </p:cNvPr>
              <p:cNvPicPr/>
              <p:nvPr/>
            </p:nvPicPr>
            <p:blipFill>
              <a:blip r:embed="rId407"/>
              <a:stretch>
                <a:fillRect/>
              </a:stretch>
            </p:blipFill>
            <p:spPr>
              <a:xfrm>
                <a:off x="11218280" y="2131840"/>
                <a:ext cx="153360" cy="16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8">
            <p14:nvContentPartPr>
              <p14:cNvPr id="249" name="Ink 248">
                <a:extLst>
                  <a:ext uri="{FF2B5EF4-FFF2-40B4-BE49-F238E27FC236}">
                    <a16:creationId xmlns:a16="http://schemas.microsoft.com/office/drawing/2014/main" id="{890DA67B-1057-2515-CAD7-777C7649089F}"/>
                  </a:ext>
                </a:extLst>
              </p14:cNvPr>
              <p14:cNvContentPartPr/>
              <p14:nvPr/>
            </p14:nvContentPartPr>
            <p14:xfrm>
              <a:off x="11438240" y="2293480"/>
              <a:ext cx="9720" cy="720"/>
            </p14:xfrm>
          </p:contentPart>
        </mc:Choice>
        <mc:Fallback xmlns="">
          <p:pic>
            <p:nvPicPr>
              <p:cNvPr id="249" name="Ink 248">
                <a:extLst>
                  <a:ext uri="{FF2B5EF4-FFF2-40B4-BE49-F238E27FC236}">
                    <a16:creationId xmlns:a16="http://schemas.microsoft.com/office/drawing/2014/main" id="{890DA67B-1057-2515-CAD7-777C7649089F}"/>
                  </a:ext>
                </a:extLst>
              </p:cNvPr>
              <p:cNvPicPr/>
              <p:nvPr/>
            </p:nvPicPr>
            <p:blipFill>
              <a:blip r:embed="rId409"/>
              <a:stretch>
                <a:fillRect/>
              </a:stretch>
            </p:blipFill>
            <p:spPr>
              <a:xfrm>
                <a:off x="11433920" y="2289160"/>
                <a:ext cx="18360" cy="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0">
            <p14:nvContentPartPr>
              <p14:cNvPr id="250" name="Ink 249">
                <a:extLst>
                  <a:ext uri="{FF2B5EF4-FFF2-40B4-BE49-F238E27FC236}">
                    <a16:creationId xmlns:a16="http://schemas.microsoft.com/office/drawing/2014/main" id="{257F3E67-CF17-78FC-033B-A0A5EAC6531D}"/>
                  </a:ext>
                </a:extLst>
              </p14:cNvPr>
              <p14:cNvContentPartPr/>
              <p14:nvPr/>
            </p14:nvContentPartPr>
            <p14:xfrm>
              <a:off x="11603120" y="2045080"/>
              <a:ext cx="152640" cy="249840"/>
            </p14:xfrm>
          </p:contentPart>
        </mc:Choice>
        <mc:Fallback xmlns="">
          <p:pic>
            <p:nvPicPr>
              <p:cNvPr id="250" name="Ink 249">
                <a:extLst>
                  <a:ext uri="{FF2B5EF4-FFF2-40B4-BE49-F238E27FC236}">
                    <a16:creationId xmlns:a16="http://schemas.microsoft.com/office/drawing/2014/main" id="{257F3E67-CF17-78FC-033B-A0A5EAC6531D}"/>
                  </a:ext>
                </a:extLst>
              </p:cNvPr>
              <p:cNvPicPr/>
              <p:nvPr/>
            </p:nvPicPr>
            <p:blipFill>
              <a:blip r:embed="rId411"/>
              <a:stretch>
                <a:fillRect/>
              </a:stretch>
            </p:blipFill>
            <p:spPr>
              <a:xfrm>
                <a:off x="11598800" y="2040760"/>
                <a:ext cx="161280" cy="25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12">
            <p14:nvContentPartPr>
              <p14:cNvPr id="251" name="Ink 250">
                <a:extLst>
                  <a:ext uri="{FF2B5EF4-FFF2-40B4-BE49-F238E27FC236}">
                    <a16:creationId xmlns:a16="http://schemas.microsoft.com/office/drawing/2014/main" id="{4F484AB4-75E7-40EC-D02D-DFF6CB7F050A}"/>
                  </a:ext>
                </a:extLst>
              </p14:cNvPr>
              <p14:cNvContentPartPr/>
              <p14:nvPr/>
            </p14:nvContentPartPr>
            <p14:xfrm>
              <a:off x="11858000" y="2067760"/>
              <a:ext cx="117360" cy="339840"/>
            </p14:xfrm>
          </p:contentPart>
        </mc:Choice>
        <mc:Fallback xmlns="">
          <p:pic>
            <p:nvPicPr>
              <p:cNvPr id="251" name="Ink 250">
                <a:extLst>
                  <a:ext uri="{FF2B5EF4-FFF2-40B4-BE49-F238E27FC236}">
                    <a16:creationId xmlns:a16="http://schemas.microsoft.com/office/drawing/2014/main" id="{4F484AB4-75E7-40EC-D02D-DFF6CB7F050A}"/>
                  </a:ext>
                </a:extLst>
              </p:cNvPr>
              <p:cNvPicPr/>
              <p:nvPr/>
            </p:nvPicPr>
            <p:blipFill>
              <a:blip r:embed="rId413"/>
              <a:stretch>
                <a:fillRect/>
              </a:stretch>
            </p:blipFill>
            <p:spPr>
              <a:xfrm>
                <a:off x="11853680" y="2063440"/>
                <a:ext cx="126000" cy="34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266" name="Group 265">
            <a:extLst>
              <a:ext uri="{FF2B5EF4-FFF2-40B4-BE49-F238E27FC236}">
                <a16:creationId xmlns:a16="http://schemas.microsoft.com/office/drawing/2014/main" id="{C143E23E-3E8C-7BC1-FEED-C92934C7F6ED}"/>
              </a:ext>
            </a:extLst>
          </p:cNvPr>
          <p:cNvGrpSpPr/>
          <p:nvPr/>
        </p:nvGrpSpPr>
        <p:grpSpPr>
          <a:xfrm>
            <a:off x="8662280" y="3584440"/>
            <a:ext cx="3348360" cy="610560"/>
            <a:chOff x="8662280" y="3584440"/>
            <a:chExt cx="3348360" cy="610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1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58FCE8E4-C96C-7B14-96D2-D830B6808D65}"/>
                    </a:ext>
                  </a:extLst>
                </p14:cNvPr>
                <p14:cNvContentPartPr/>
                <p14:nvPr/>
              </p14:nvContentPartPr>
              <p14:xfrm>
                <a:off x="8662280" y="3584440"/>
                <a:ext cx="3348360" cy="1857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58FCE8E4-C96C-7B14-96D2-D830B6808D65}"/>
                    </a:ext>
                  </a:extLst>
                </p:cNvPr>
                <p:cNvPicPr/>
                <p:nvPr/>
              </p:nvPicPr>
              <p:blipFill>
                <a:blip r:embed="rId415"/>
                <a:stretch>
                  <a:fillRect/>
                </a:stretch>
              </p:blipFill>
              <p:spPr>
                <a:xfrm>
                  <a:off x="8657960" y="3580120"/>
                  <a:ext cx="3357000" cy="19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A2CAEBD-CB00-1B93-3336-8513DDACDBEE}"/>
                    </a:ext>
                  </a:extLst>
                </p14:cNvPr>
                <p14:cNvContentPartPr/>
                <p14:nvPr/>
              </p14:nvContentPartPr>
              <p14:xfrm>
                <a:off x="9224960" y="4128040"/>
                <a:ext cx="2772000" cy="669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A2CAEBD-CB00-1B93-3336-8513DDACDBEE}"/>
                    </a:ext>
                  </a:extLst>
                </p:cNvPr>
                <p:cNvPicPr/>
                <p:nvPr/>
              </p:nvPicPr>
              <p:blipFill>
                <a:blip r:embed="rId417"/>
                <a:stretch>
                  <a:fillRect/>
                </a:stretch>
              </p:blipFill>
              <p:spPr>
                <a:xfrm>
                  <a:off x="9220640" y="4123720"/>
                  <a:ext cx="2780640" cy="7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8">
              <p14:nvContentPartPr>
                <p14:cNvPr id="260" name="Ink 259">
                  <a:extLst>
                    <a:ext uri="{FF2B5EF4-FFF2-40B4-BE49-F238E27FC236}">
                      <a16:creationId xmlns:a16="http://schemas.microsoft.com/office/drawing/2014/main" id="{38879E03-1A2E-A3A7-4A77-00074AFA1AAD}"/>
                    </a:ext>
                  </a:extLst>
                </p14:cNvPr>
                <p14:cNvContentPartPr/>
                <p14:nvPr/>
              </p14:nvContentPartPr>
              <p14:xfrm>
                <a:off x="11050160" y="3846880"/>
                <a:ext cx="155880" cy="158400"/>
              </p14:xfrm>
            </p:contentPart>
          </mc:Choice>
          <mc:Fallback xmlns="">
            <p:pic>
              <p:nvPicPr>
                <p:cNvPr id="260" name="Ink 259">
                  <a:extLst>
                    <a:ext uri="{FF2B5EF4-FFF2-40B4-BE49-F238E27FC236}">
                      <a16:creationId xmlns:a16="http://schemas.microsoft.com/office/drawing/2014/main" id="{38879E03-1A2E-A3A7-4A77-00074AFA1AAD}"/>
                    </a:ext>
                  </a:extLst>
                </p:cNvPr>
                <p:cNvPicPr/>
                <p:nvPr/>
              </p:nvPicPr>
              <p:blipFill>
                <a:blip r:embed="rId419"/>
                <a:stretch>
                  <a:fillRect/>
                </a:stretch>
              </p:blipFill>
              <p:spPr>
                <a:xfrm>
                  <a:off x="11045840" y="3842560"/>
                  <a:ext cx="164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0">
              <p14:nvContentPartPr>
                <p14:cNvPr id="261" name="Ink 260">
                  <a:extLst>
                    <a:ext uri="{FF2B5EF4-FFF2-40B4-BE49-F238E27FC236}">
                      <a16:creationId xmlns:a16="http://schemas.microsoft.com/office/drawing/2014/main" id="{12F83FA8-7480-9288-44AB-3C2C917B3C4D}"/>
                    </a:ext>
                  </a:extLst>
                </p14:cNvPr>
                <p14:cNvContentPartPr/>
                <p14:nvPr/>
              </p14:nvContentPartPr>
              <p14:xfrm>
                <a:off x="11357960" y="3960640"/>
                <a:ext cx="14040" cy="7560"/>
              </p14:xfrm>
            </p:contentPart>
          </mc:Choice>
          <mc:Fallback xmlns="">
            <p:pic>
              <p:nvPicPr>
                <p:cNvPr id="261" name="Ink 260">
                  <a:extLst>
                    <a:ext uri="{FF2B5EF4-FFF2-40B4-BE49-F238E27FC236}">
                      <a16:creationId xmlns:a16="http://schemas.microsoft.com/office/drawing/2014/main" id="{12F83FA8-7480-9288-44AB-3C2C917B3C4D}"/>
                    </a:ext>
                  </a:extLst>
                </p:cNvPr>
                <p:cNvPicPr/>
                <p:nvPr/>
              </p:nvPicPr>
              <p:blipFill>
                <a:blip r:embed="rId421"/>
                <a:stretch>
                  <a:fillRect/>
                </a:stretch>
              </p:blipFill>
              <p:spPr>
                <a:xfrm>
                  <a:off x="11353640" y="3956320"/>
                  <a:ext cx="226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2">
              <p14:nvContentPartPr>
                <p14:cNvPr id="262" name="Ink 261">
                  <a:extLst>
                    <a:ext uri="{FF2B5EF4-FFF2-40B4-BE49-F238E27FC236}">
                      <a16:creationId xmlns:a16="http://schemas.microsoft.com/office/drawing/2014/main" id="{1E0477A4-9F42-00FD-5A6E-DBBA4EA8DF23}"/>
                    </a:ext>
                  </a:extLst>
                </p14:cNvPr>
                <p14:cNvContentPartPr/>
                <p14:nvPr/>
              </p14:nvContentPartPr>
              <p14:xfrm>
                <a:off x="11510600" y="3791800"/>
                <a:ext cx="207000" cy="236160"/>
              </p14:xfrm>
            </p:contentPart>
          </mc:Choice>
          <mc:Fallback xmlns="">
            <p:pic>
              <p:nvPicPr>
                <p:cNvPr id="262" name="Ink 261">
                  <a:extLst>
                    <a:ext uri="{FF2B5EF4-FFF2-40B4-BE49-F238E27FC236}">
                      <a16:creationId xmlns:a16="http://schemas.microsoft.com/office/drawing/2014/main" id="{1E0477A4-9F42-00FD-5A6E-DBBA4EA8DF23}"/>
                    </a:ext>
                  </a:extLst>
                </p:cNvPr>
                <p:cNvPicPr/>
                <p:nvPr/>
              </p:nvPicPr>
              <p:blipFill>
                <a:blip r:embed="rId423"/>
                <a:stretch>
                  <a:fillRect/>
                </a:stretch>
              </p:blipFill>
              <p:spPr>
                <a:xfrm>
                  <a:off x="11506280" y="3787480"/>
                  <a:ext cx="215640" cy="24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4">
              <p14:nvContentPartPr>
                <p14:cNvPr id="263" name="Ink 262">
                  <a:extLst>
                    <a:ext uri="{FF2B5EF4-FFF2-40B4-BE49-F238E27FC236}">
                      <a16:creationId xmlns:a16="http://schemas.microsoft.com/office/drawing/2014/main" id="{A1F519E8-DC26-C7E5-EA89-D510E1895801}"/>
                    </a:ext>
                  </a:extLst>
                </p14:cNvPr>
                <p14:cNvContentPartPr/>
                <p14:nvPr/>
              </p14:nvContentPartPr>
              <p14:xfrm>
                <a:off x="11869160" y="3814120"/>
                <a:ext cx="138600" cy="214200"/>
              </p14:xfrm>
            </p:contentPart>
          </mc:Choice>
          <mc:Fallback xmlns="">
            <p:pic>
              <p:nvPicPr>
                <p:cNvPr id="263" name="Ink 262">
                  <a:extLst>
                    <a:ext uri="{FF2B5EF4-FFF2-40B4-BE49-F238E27FC236}">
                      <a16:creationId xmlns:a16="http://schemas.microsoft.com/office/drawing/2014/main" id="{A1F519E8-DC26-C7E5-EA89-D510E1895801}"/>
                    </a:ext>
                  </a:extLst>
                </p:cNvPr>
                <p:cNvPicPr/>
                <p:nvPr/>
              </p:nvPicPr>
              <p:blipFill>
                <a:blip r:embed="rId425"/>
                <a:stretch>
                  <a:fillRect/>
                </a:stretch>
              </p:blipFill>
              <p:spPr>
                <a:xfrm>
                  <a:off x="11864840" y="3809800"/>
                  <a:ext cx="1472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6">
              <p14:nvContentPartPr>
                <p14:cNvPr id="265" name="Ink 264">
                  <a:extLst>
                    <a:ext uri="{FF2B5EF4-FFF2-40B4-BE49-F238E27FC236}">
                      <a16:creationId xmlns:a16="http://schemas.microsoft.com/office/drawing/2014/main" id="{FCCDE78F-9FAE-B52F-645E-0FEF197EE908}"/>
                    </a:ext>
                  </a:extLst>
                </p14:cNvPr>
                <p14:cNvContentPartPr/>
                <p14:nvPr/>
              </p14:nvContentPartPr>
              <p14:xfrm>
                <a:off x="11356520" y="3931120"/>
                <a:ext cx="71280" cy="56880"/>
              </p14:xfrm>
            </p:contentPart>
          </mc:Choice>
          <mc:Fallback xmlns="">
            <p:pic>
              <p:nvPicPr>
                <p:cNvPr id="265" name="Ink 264">
                  <a:extLst>
                    <a:ext uri="{FF2B5EF4-FFF2-40B4-BE49-F238E27FC236}">
                      <a16:creationId xmlns:a16="http://schemas.microsoft.com/office/drawing/2014/main" id="{FCCDE78F-9FAE-B52F-645E-0FEF197EE908}"/>
                    </a:ext>
                  </a:extLst>
                </p:cNvPr>
                <p:cNvPicPr/>
                <p:nvPr/>
              </p:nvPicPr>
              <p:blipFill>
                <a:blip r:embed="rId427"/>
                <a:stretch>
                  <a:fillRect/>
                </a:stretch>
              </p:blipFill>
              <p:spPr>
                <a:xfrm>
                  <a:off x="11352200" y="3926800"/>
                  <a:ext cx="79920" cy="6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9" name="Group 268">
            <a:extLst>
              <a:ext uri="{FF2B5EF4-FFF2-40B4-BE49-F238E27FC236}">
                <a16:creationId xmlns:a16="http://schemas.microsoft.com/office/drawing/2014/main" id="{BE4F5C6E-27D4-1396-2B7A-A54F588C9837}"/>
              </a:ext>
            </a:extLst>
          </p:cNvPr>
          <p:cNvGrpSpPr/>
          <p:nvPr/>
        </p:nvGrpSpPr>
        <p:grpSpPr>
          <a:xfrm>
            <a:off x="11079320" y="3195280"/>
            <a:ext cx="876960" cy="282240"/>
            <a:chOff x="11079320" y="3195280"/>
            <a:chExt cx="876960" cy="282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8">
              <p14:nvContentPartPr>
                <p14:cNvPr id="253" name="Ink 252">
                  <a:extLst>
                    <a:ext uri="{FF2B5EF4-FFF2-40B4-BE49-F238E27FC236}">
                      <a16:creationId xmlns:a16="http://schemas.microsoft.com/office/drawing/2014/main" id="{0D905368-7562-FCE6-D2D1-FD053AB14790}"/>
                    </a:ext>
                  </a:extLst>
                </p14:cNvPr>
                <p14:cNvContentPartPr/>
                <p14:nvPr/>
              </p14:nvContentPartPr>
              <p14:xfrm>
                <a:off x="11079320" y="3195280"/>
                <a:ext cx="182880" cy="160560"/>
              </p14:xfrm>
            </p:contentPart>
          </mc:Choice>
          <mc:Fallback xmlns="">
            <p:pic>
              <p:nvPicPr>
                <p:cNvPr id="253" name="Ink 252">
                  <a:extLst>
                    <a:ext uri="{FF2B5EF4-FFF2-40B4-BE49-F238E27FC236}">
                      <a16:creationId xmlns:a16="http://schemas.microsoft.com/office/drawing/2014/main" id="{0D905368-7562-FCE6-D2D1-FD053AB14790}"/>
                    </a:ext>
                  </a:extLst>
                </p:cNvPr>
                <p:cNvPicPr/>
                <p:nvPr/>
              </p:nvPicPr>
              <p:blipFill>
                <a:blip r:embed="rId429"/>
                <a:stretch>
                  <a:fillRect/>
                </a:stretch>
              </p:blipFill>
              <p:spPr>
                <a:xfrm>
                  <a:off x="11075000" y="3190960"/>
                  <a:ext cx="191520" cy="16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0">
              <p14:nvContentPartPr>
                <p14:cNvPr id="254" name="Ink 253">
                  <a:extLst>
                    <a:ext uri="{FF2B5EF4-FFF2-40B4-BE49-F238E27FC236}">
                      <a16:creationId xmlns:a16="http://schemas.microsoft.com/office/drawing/2014/main" id="{2BEAD028-5A9C-7219-93BE-1CA9E8017A3A}"/>
                    </a:ext>
                  </a:extLst>
                </p14:cNvPr>
                <p14:cNvContentPartPr/>
                <p14:nvPr/>
              </p14:nvContentPartPr>
              <p14:xfrm>
                <a:off x="11425280" y="3298600"/>
                <a:ext cx="27000" cy="23400"/>
              </p14:xfrm>
            </p:contentPart>
          </mc:Choice>
          <mc:Fallback xmlns="">
            <p:pic>
              <p:nvPicPr>
                <p:cNvPr id="254" name="Ink 253">
                  <a:extLst>
                    <a:ext uri="{FF2B5EF4-FFF2-40B4-BE49-F238E27FC236}">
                      <a16:creationId xmlns:a16="http://schemas.microsoft.com/office/drawing/2014/main" id="{2BEAD028-5A9C-7219-93BE-1CA9E8017A3A}"/>
                    </a:ext>
                  </a:extLst>
                </p:cNvPr>
                <p:cNvPicPr/>
                <p:nvPr/>
              </p:nvPicPr>
              <p:blipFill>
                <a:blip r:embed="rId431"/>
                <a:stretch>
                  <a:fillRect/>
                </a:stretch>
              </p:blipFill>
              <p:spPr>
                <a:xfrm>
                  <a:off x="11420960" y="3294280"/>
                  <a:ext cx="3564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2">
              <p14:nvContentPartPr>
                <p14:cNvPr id="267" name="Ink 266">
                  <a:extLst>
                    <a:ext uri="{FF2B5EF4-FFF2-40B4-BE49-F238E27FC236}">
                      <a16:creationId xmlns:a16="http://schemas.microsoft.com/office/drawing/2014/main" id="{B355CFB7-5A2D-4185-F8F4-CC4A7CB1031C}"/>
                    </a:ext>
                  </a:extLst>
                </p14:cNvPr>
                <p14:cNvContentPartPr/>
                <p14:nvPr/>
              </p14:nvContentPartPr>
              <p14:xfrm>
                <a:off x="11589800" y="3256480"/>
                <a:ext cx="191520" cy="189360"/>
              </p14:xfrm>
            </p:contentPart>
          </mc:Choice>
          <mc:Fallback xmlns="">
            <p:pic>
              <p:nvPicPr>
                <p:cNvPr id="267" name="Ink 266">
                  <a:extLst>
                    <a:ext uri="{FF2B5EF4-FFF2-40B4-BE49-F238E27FC236}">
                      <a16:creationId xmlns:a16="http://schemas.microsoft.com/office/drawing/2014/main" id="{B355CFB7-5A2D-4185-F8F4-CC4A7CB1031C}"/>
                    </a:ext>
                  </a:extLst>
                </p:cNvPr>
                <p:cNvPicPr/>
                <p:nvPr/>
              </p:nvPicPr>
              <p:blipFill>
                <a:blip r:embed="rId433"/>
                <a:stretch>
                  <a:fillRect/>
                </a:stretch>
              </p:blipFill>
              <p:spPr>
                <a:xfrm>
                  <a:off x="11585480" y="3252160"/>
                  <a:ext cx="200160" cy="19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4">
              <p14:nvContentPartPr>
                <p14:cNvPr id="268" name="Ink 267">
                  <a:extLst>
                    <a:ext uri="{FF2B5EF4-FFF2-40B4-BE49-F238E27FC236}">
                      <a16:creationId xmlns:a16="http://schemas.microsoft.com/office/drawing/2014/main" id="{A911268B-E6CC-789B-F58C-64C535E5A115}"/>
                    </a:ext>
                  </a:extLst>
                </p14:cNvPr>
                <p14:cNvContentPartPr/>
                <p14:nvPr/>
              </p14:nvContentPartPr>
              <p14:xfrm>
                <a:off x="11820200" y="3253240"/>
                <a:ext cx="136080" cy="224280"/>
              </p14:xfrm>
            </p:contentPart>
          </mc:Choice>
          <mc:Fallback xmlns="">
            <p:pic>
              <p:nvPicPr>
                <p:cNvPr id="268" name="Ink 267">
                  <a:extLst>
                    <a:ext uri="{FF2B5EF4-FFF2-40B4-BE49-F238E27FC236}">
                      <a16:creationId xmlns:a16="http://schemas.microsoft.com/office/drawing/2014/main" id="{A911268B-E6CC-789B-F58C-64C535E5A115}"/>
                    </a:ext>
                  </a:extLst>
                </p:cNvPr>
                <p:cNvPicPr/>
                <p:nvPr/>
              </p:nvPicPr>
              <p:blipFill>
                <a:blip r:embed="rId435"/>
                <a:stretch>
                  <a:fillRect/>
                </a:stretch>
              </p:blipFill>
              <p:spPr>
                <a:xfrm>
                  <a:off x="11815880" y="3248920"/>
                  <a:ext cx="144720" cy="232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6" name="Group 275">
            <a:extLst>
              <a:ext uri="{FF2B5EF4-FFF2-40B4-BE49-F238E27FC236}">
                <a16:creationId xmlns:a16="http://schemas.microsoft.com/office/drawing/2014/main" id="{7A194CF7-ACFE-985A-E5E9-4F38C477E080}"/>
              </a:ext>
            </a:extLst>
          </p:cNvPr>
          <p:cNvGrpSpPr/>
          <p:nvPr/>
        </p:nvGrpSpPr>
        <p:grpSpPr>
          <a:xfrm>
            <a:off x="9763880" y="4391560"/>
            <a:ext cx="2363040" cy="468720"/>
            <a:chOff x="9763880" y="4391560"/>
            <a:chExt cx="2363040" cy="46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36">
              <p14:nvContentPartPr>
                <p14:cNvPr id="242" name="Ink 241">
                  <a:extLst>
                    <a:ext uri="{FF2B5EF4-FFF2-40B4-BE49-F238E27FC236}">
                      <a16:creationId xmlns:a16="http://schemas.microsoft.com/office/drawing/2014/main" id="{E2590441-A0CA-EAF6-6212-14DE126C048D}"/>
                    </a:ext>
                  </a:extLst>
                </p14:cNvPr>
                <p14:cNvContentPartPr/>
                <p14:nvPr/>
              </p14:nvContentPartPr>
              <p14:xfrm>
                <a:off x="9763880" y="4636360"/>
                <a:ext cx="157680" cy="181800"/>
              </p14:xfrm>
            </p:contentPart>
          </mc:Choice>
          <mc:Fallback xmlns="">
            <p:pic>
              <p:nvPicPr>
                <p:cNvPr id="242" name="Ink 241">
                  <a:extLst>
                    <a:ext uri="{FF2B5EF4-FFF2-40B4-BE49-F238E27FC236}">
                      <a16:creationId xmlns:a16="http://schemas.microsoft.com/office/drawing/2014/main" id="{E2590441-A0CA-EAF6-6212-14DE126C048D}"/>
                    </a:ext>
                  </a:extLst>
                </p:cNvPr>
                <p:cNvPicPr/>
                <p:nvPr/>
              </p:nvPicPr>
              <p:blipFill>
                <a:blip r:embed="rId437"/>
                <a:stretch>
                  <a:fillRect/>
                </a:stretch>
              </p:blipFill>
              <p:spPr>
                <a:xfrm>
                  <a:off x="9759560" y="4632040"/>
                  <a:ext cx="1663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38">
              <p14:nvContentPartPr>
                <p14:cNvPr id="243" name="Ink 242">
                  <a:extLst>
                    <a:ext uri="{FF2B5EF4-FFF2-40B4-BE49-F238E27FC236}">
                      <a16:creationId xmlns:a16="http://schemas.microsoft.com/office/drawing/2014/main" id="{01898B3C-2463-CA48-04E4-0DB9BD405312}"/>
                    </a:ext>
                  </a:extLst>
                </p14:cNvPr>
                <p14:cNvContentPartPr/>
                <p14:nvPr/>
              </p14:nvContentPartPr>
              <p14:xfrm>
                <a:off x="10083920" y="4391560"/>
                <a:ext cx="192600" cy="142920"/>
              </p14:xfrm>
            </p:contentPart>
          </mc:Choice>
          <mc:Fallback xmlns="">
            <p:pic>
              <p:nvPicPr>
                <p:cNvPr id="243" name="Ink 242">
                  <a:extLst>
                    <a:ext uri="{FF2B5EF4-FFF2-40B4-BE49-F238E27FC236}">
                      <a16:creationId xmlns:a16="http://schemas.microsoft.com/office/drawing/2014/main" id="{01898B3C-2463-CA48-04E4-0DB9BD405312}"/>
                    </a:ext>
                  </a:extLst>
                </p:cNvPr>
                <p:cNvPicPr/>
                <p:nvPr/>
              </p:nvPicPr>
              <p:blipFill>
                <a:blip r:embed="rId439"/>
                <a:stretch>
                  <a:fillRect/>
                </a:stretch>
              </p:blipFill>
              <p:spPr>
                <a:xfrm>
                  <a:off x="10079600" y="4387240"/>
                  <a:ext cx="20124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0">
              <p14:nvContentPartPr>
                <p14:cNvPr id="244" name="Ink 243">
                  <a:extLst>
                    <a:ext uri="{FF2B5EF4-FFF2-40B4-BE49-F238E27FC236}">
                      <a16:creationId xmlns:a16="http://schemas.microsoft.com/office/drawing/2014/main" id="{8FBCB7CE-0257-7F2E-AC84-5356898F69F0}"/>
                    </a:ext>
                  </a:extLst>
                </p14:cNvPr>
                <p14:cNvContentPartPr/>
                <p14:nvPr/>
              </p14:nvContentPartPr>
              <p14:xfrm>
                <a:off x="10479200" y="4672720"/>
                <a:ext cx="321120" cy="20520"/>
              </p14:xfrm>
            </p:contentPart>
          </mc:Choice>
          <mc:Fallback xmlns="">
            <p:pic>
              <p:nvPicPr>
                <p:cNvPr id="244" name="Ink 243">
                  <a:extLst>
                    <a:ext uri="{FF2B5EF4-FFF2-40B4-BE49-F238E27FC236}">
                      <a16:creationId xmlns:a16="http://schemas.microsoft.com/office/drawing/2014/main" id="{8FBCB7CE-0257-7F2E-AC84-5356898F69F0}"/>
                    </a:ext>
                  </a:extLst>
                </p:cNvPr>
                <p:cNvPicPr/>
                <p:nvPr/>
              </p:nvPicPr>
              <p:blipFill>
                <a:blip r:embed="rId441"/>
                <a:stretch>
                  <a:fillRect/>
                </a:stretch>
              </p:blipFill>
              <p:spPr>
                <a:xfrm>
                  <a:off x="10474880" y="4668400"/>
                  <a:ext cx="32976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2">
              <p14:nvContentPartPr>
                <p14:cNvPr id="245" name="Ink 244">
                  <a:extLst>
                    <a:ext uri="{FF2B5EF4-FFF2-40B4-BE49-F238E27FC236}">
                      <a16:creationId xmlns:a16="http://schemas.microsoft.com/office/drawing/2014/main" id="{D0A45B9F-10E4-52B5-E41C-52AAC5785151}"/>
                    </a:ext>
                  </a:extLst>
                </p14:cNvPr>
                <p14:cNvContentPartPr/>
                <p14:nvPr/>
              </p14:nvContentPartPr>
              <p14:xfrm>
                <a:off x="10528160" y="4799440"/>
                <a:ext cx="321840" cy="32400"/>
              </p14:xfrm>
            </p:contentPart>
          </mc:Choice>
          <mc:Fallback xmlns="">
            <p:pic>
              <p:nvPicPr>
                <p:cNvPr id="245" name="Ink 244">
                  <a:extLst>
                    <a:ext uri="{FF2B5EF4-FFF2-40B4-BE49-F238E27FC236}">
                      <a16:creationId xmlns:a16="http://schemas.microsoft.com/office/drawing/2014/main" id="{D0A45B9F-10E4-52B5-E41C-52AAC5785151}"/>
                    </a:ext>
                  </a:extLst>
                </p:cNvPr>
                <p:cNvPicPr/>
                <p:nvPr/>
              </p:nvPicPr>
              <p:blipFill>
                <a:blip r:embed="rId443"/>
                <a:stretch>
                  <a:fillRect/>
                </a:stretch>
              </p:blipFill>
              <p:spPr>
                <a:xfrm>
                  <a:off x="10523840" y="4795120"/>
                  <a:ext cx="330480" cy="4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4">
              <p14:nvContentPartPr>
                <p14:cNvPr id="246" name="Ink 245">
                  <a:extLst>
                    <a:ext uri="{FF2B5EF4-FFF2-40B4-BE49-F238E27FC236}">
                      <a16:creationId xmlns:a16="http://schemas.microsoft.com/office/drawing/2014/main" id="{8CAEB1A4-A618-8F9A-1B64-A12644198CA0}"/>
                    </a:ext>
                  </a:extLst>
                </p14:cNvPr>
                <p14:cNvContentPartPr/>
                <p14:nvPr/>
              </p14:nvContentPartPr>
              <p14:xfrm>
                <a:off x="10801760" y="4687480"/>
                <a:ext cx="54360" cy="12960"/>
              </p14:xfrm>
            </p:contentPart>
          </mc:Choice>
          <mc:Fallback xmlns="">
            <p:pic>
              <p:nvPicPr>
                <p:cNvPr id="246" name="Ink 245">
                  <a:extLst>
                    <a:ext uri="{FF2B5EF4-FFF2-40B4-BE49-F238E27FC236}">
                      <a16:creationId xmlns:a16="http://schemas.microsoft.com/office/drawing/2014/main" id="{8CAEB1A4-A618-8F9A-1B64-A12644198CA0}"/>
                    </a:ext>
                  </a:extLst>
                </p:cNvPr>
                <p:cNvPicPr/>
                <p:nvPr/>
              </p:nvPicPr>
              <p:blipFill>
                <a:blip r:embed="rId445"/>
                <a:stretch>
                  <a:fillRect/>
                </a:stretch>
              </p:blipFill>
              <p:spPr>
                <a:xfrm>
                  <a:off x="10797440" y="4683160"/>
                  <a:ext cx="6300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6">
              <p14:nvContentPartPr>
                <p14:cNvPr id="270" name="Ink 269">
                  <a:extLst>
                    <a:ext uri="{FF2B5EF4-FFF2-40B4-BE49-F238E27FC236}">
                      <a16:creationId xmlns:a16="http://schemas.microsoft.com/office/drawing/2014/main" id="{0B7A3D64-E287-B149-F346-50BBFC960B63}"/>
                    </a:ext>
                  </a:extLst>
                </p14:cNvPr>
                <p14:cNvContentPartPr/>
                <p14:nvPr/>
              </p14:nvContentPartPr>
              <p14:xfrm>
                <a:off x="11107760" y="4648960"/>
                <a:ext cx="169200" cy="191520"/>
              </p14:xfrm>
            </p:contentPart>
          </mc:Choice>
          <mc:Fallback xmlns="">
            <p:pic>
              <p:nvPicPr>
                <p:cNvPr id="270" name="Ink 269">
                  <a:extLst>
                    <a:ext uri="{FF2B5EF4-FFF2-40B4-BE49-F238E27FC236}">
                      <a16:creationId xmlns:a16="http://schemas.microsoft.com/office/drawing/2014/main" id="{0B7A3D64-E287-B149-F346-50BBFC960B63}"/>
                    </a:ext>
                  </a:extLst>
                </p:cNvPr>
                <p:cNvPicPr/>
                <p:nvPr/>
              </p:nvPicPr>
              <p:blipFill>
                <a:blip r:embed="rId447"/>
                <a:stretch>
                  <a:fillRect/>
                </a:stretch>
              </p:blipFill>
              <p:spPr>
                <a:xfrm>
                  <a:off x="11103440" y="4644640"/>
                  <a:ext cx="177840" cy="20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8">
              <p14:nvContentPartPr>
                <p14:cNvPr id="272" name="Ink 271">
                  <a:extLst>
                    <a:ext uri="{FF2B5EF4-FFF2-40B4-BE49-F238E27FC236}">
                      <a16:creationId xmlns:a16="http://schemas.microsoft.com/office/drawing/2014/main" id="{C87F2FF1-E580-E93F-0B66-C7B367A9421E}"/>
                    </a:ext>
                  </a:extLst>
                </p14:cNvPr>
                <p14:cNvContentPartPr/>
                <p14:nvPr/>
              </p14:nvContentPartPr>
              <p14:xfrm>
                <a:off x="11432120" y="4754440"/>
                <a:ext cx="33840" cy="21960"/>
              </p14:xfrm>
            </p:contentPart>
          </mc:Choice>
          <mc:Fallback xmlns="">
            <p:pic>
              <p:nvPicPr>
                <p:cNvPr id="272" name="Ink 271">
                  <a:extLst>
                    <a:ext uri="{FF2B5EF4-FFF2-40B4-BE49-F238E27FC236}">
                      <a16:creationId xmlns:a16="http://schemas.microsoft.com/office/drawing/2014/main" id="{C87F2FF1-E580-E93F-0B66-C7B367A9421E}"/>
                    </a:ext>
                  </a:extLst>
                </p:cNvPr>
                <p:cNvPicPr/>
                <p:nvPr/>
              </p:nvPicPr>
              <p:blipFill>
                <a:blip r:embed="rId449"/>
                <a:stretch>
                  <a:fillRect/>
                </a:stretch>
              </p:blipFill>
              <p:spPr>
                <a:xfrm>
                  <a:off x="11427800" y="4750120"/>
                  <a:ext cx="4248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0">
              <p14:nvContentPartPr>
                <p14:cNvPr id="273" name="Ink 272">
                  <a:extLst>
                    <a:ext uri="{FF2B5EF4-FFF2-40B4-BE49-F238E27FC236}">
                      <a16:creationId xmlns:a16="http://schemas.microsoft.com/office/drawing/2014/main" id="{B8F9E351-B63F-08A6-2337-3B7C23BF27D8}"/>
                    </a:ext>
                  </a:extLst>
                </p14:cNvPr>
                <p14:cNvContentPartPr/>
                <p14:nvPr/>
              </p14:nvContentPartPr>
              <p14:xfrm>
                <a:off x="11590520" y="4629520"/>
                <a:ext cx="158040" cy="207360"/>
              </p14:xfrm>
            </p:contentPart>
          </mc:Choice>
          <mc:Fallback xmlns="">
            <p:pic>
              <p:nvPicPr>
                <p:cNvPr id="273" name="Ink 272">
                  <a:extLst>
                    <a:ext uri="{FF2B5EF4-FFF2-40B4-BE49-F238E27FC236}">
                      <a16:creationId xmlns:a16="http://schemas.microsoft.com/office/drawing/2014/main" id="{B8F9E351-B63F-08A6-2337-3B7C23BF27D8}"/>
                    </a:ext>
                  </a:extLst>
                </p:cNvPr>
                <p:cNvPicPr/>
                <p:nvPr/>
              </p:nvPicPr>
              <p:blipFill>
                <a:blip r:embed="rId451"/>
                <a:stretch>
                  <a:fillRect/>
                </a:stretch>
              </p:blipFill>
              <p:spPr>
                <a:xfrm>
                  <a:off x="11586200" y="4625200"/>
                  <a:ext cx="16668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2">
              <p14:nvContentPartPr>
                <p14:cNvPr id="274" name="Ink 273">
                  <a:extLst>
                    <a:ext uri="{FF2B5EF4-FFF2-40B4-BE49-F238E27FC236}">
                      <a16:creationId xmlns:a16="http://schemas.microsoft.com/office/drawing/2014/main" id="{62576B4C-A4CA-8D28-0FDD-4FD0E9363518}"/>
                    </a:ext>
                  </a:extLst>
                </p14:cNvPr>
                <p14:cNvContentPartPr/>
                <p14:nvPr/>
              </p14:nvContentPartPr>
              <p14:xfrm>
                <a:off x="11901560" y="4563640"/>
                <a:ext cx="144000" cy="296640"/>
              </p14:xfrm>
            </p:contentPart>
          </mc:Choice>
          <mc:Fallback xmlns="">
            <p:pic>
              <p:nvPicPr>
                <p:cNvPr id="274" name="Ink 273">
                  <a:extLst>
                    <a:ext uri="{FF2B5EF4-FFF2-40B4-BE49-F238E27FC236}">
                      <a16:creationId xmlns:a16="http://schemas.microsoft.com/office/drawing/2014/main" id="{62576B4C-A4CA-8D28-0FDD-4FD0E9363518}"/>
                    </a:ext>
                  </a:extLst>
                </p:cNvPr>
                <p:cNvPicPr/>
                <p:nvPr/>
              </p:nvPicPr>
              <p:blipFill>
                <a:blip r:embed="rId453"/>
                <a:stretch>
                  <a:fillRect/>
                </a:stretch>
              </p:blipFill>
              <p:spPr>
                <a:xfrm>
                  <a:off x="11897240" y="4559320"/>
                  <a:ext cx="15264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54">
              <p14:nvContentPartPr>
                <p14:cNvPr id="275" name="Ink 274">
                  <a:extLst>
                    <a:ext uri="{FF2B5EF4-FFF2-40B4-BE49-F238E27FC236}">
                      <a16:creationId xmlns:a16="http://schemas.microsoft.com/office/drawing/2014/main" id="{4C7F0A3A-12AF-2DBE-CF61-7223389D5B06}"/>
                    </a:ext>
                  </a:extLst>
                </p14:cNvPr>
                <p14:cNvContentPartPr/>
                <p14:nvPr/>
              </p14:nvContentPartPr>
              <p14:xfrm>
                <a:off x="11910560" y="4695760"/>
                <a:ext cx="216360" cy="10080"/>
              </p14:xfrm>
            </p:contentPart>
          </mc:Choice>
          <mc:Fallback xmlns="">
            <p:pic>
              <p:nvPicPr>
                <p:cNvPr id="275" name="Ink 274">
                  <a:extLst>
                    <a:ext uri="{FF2B5EF4-FFF2-40B4-BE49-F238E27FC236}">
                      <a16:creationId xmlns:a16="http://schemas.microsoft.com/office/drawing/2014/main" id="{4C7F0A3A-12AF-2DBE-CF61-7223389D5B06}"/>
                    </a:ext>
                  </a:extLst>
                </p:cNvPr>
                <p:cNvPicPr/>
                <p:nvPr/>
              </p:nvPicPr>
              <p:blipFill>
                <a:blip r:embed="rId455"/>
                <a:stretch>
                  <a:fillRect/>
                </a:stretch>
              </p:blipFill>
              <p:spPr>
                <a:xfrm>
                  <a:off x="11906240" y="4691440"/>
                  <a:ext cx="225000" cy="18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1408263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" name="Group 45">
            <a:extLst>
              <a:ext uri="{FF2B5EF4-FFF2-40B4-BE49-F238E27FC236}">
                <a16:creationId xmlns:a16="http://schemas.microsoft.com/office/drawing/2014/main" id="{AA8EB9F5-87AE-B1F0-721B-7DFC256D8AF1}"/>
              </a:ext>
            </a:extLst>
          </p:cNvPr>
          <p:cNvGrpSpPr/>
          <p:nvPr/>
        </p:nvGrpSpPr>
        <p:grpSpPr>
          <a:xfrm>
            <a:off x="1910840" y="2677240"/>
            <a:ext cx="302040" cy="275040"/>
            <a:chOff x="1910840" y="2677240"/>
            <a:chExt cx="302040" cy="275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C36B9C9-6E68-6124-D19F-8FB60E7488FD}"/>
                    </a:ext>
                  </a:extLst>
                </p14:cNvPr>
                <p14:cNvContentPartPr/>
                <p14:nvPr/>
              </p14:nvContentPartPr>
              <p14:xfrm>
                <a:off x="1910840" y="2692000"/>
                <a:ext cx="188640" cy="260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C36B9C9-6E68-6124-D19F-8FB60E7488F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904720" y="2685880"/>
                  <a:ext cx="20088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8ED8AFE-943D-270A-D920-4E52EE510FA9}"/>
                    </a:ext>
                  </a:extLst>
                </p14:cNvPr>
                <p14:cNvContentPartPr/>
                <p14:nvPr/>
              </p14:nvContentPartPr>
              <p14:xfrm>
                <a:off x="2030000" y="2677240"/>
                <a:ext cx="182880" cy="15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8ED8AFE-943D-270A-D920-4E52EE510FA9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023880" y="2671120"/>
                  <a:ext cx="195120" cy="280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328BCFF-D4CD-B541-AAD0-937884A23477}"/>
                  </a:ext>
                </a:extLst>
              </p14:cNvPr>
              <p14:cNvContentPartPr/>
              <p14:nvPr/>
            </p14:nvContentPartPr>
            <p14:xfrm>
              <a:off x="5570240" y="4064680"/>
              <a:ext cx="276840" cy="260280"/>
            </p14:xfrm>
          </p:contentPart>
        </mc:Choice>
        <mc:Fallback xmlns=""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328BCFF-D4CD-B541-AAD0-937884A23477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564120" y="4058560"/>
                <a:ext cx="289080" cy="272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2596E307-63E8-1394-2AEA-8FB004C8406D}"/>
                  </a:ext>
                </a:extLst>
              </p14:cNvPr>
              <p14:cNvContentPartPr/>
              <p14:nvPr/>
            </p14:nvContentPartPr>
            <p14:xfrm>
              <a:off x="9323240" y="2829880"/>
              <a:ext cx="169920" cy="402120"/>
            </p14:xfrm>
          </p:contentPart>
        </mc:Choice>
        <mc:Fallback xmlns=""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2596E307-63E8-1394-2AEA-8FB004C8406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317120" y="2823760"/>
                <a:ext cx="182160" cy="41436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33303C3F-5EFC-7238-2C5C-B3484618766B}"/>
              </a:ext>
            </a:extLst>
          </p:cNvPr>
          <p:cNvGrpSpPr/>
          <p:nvPr/>
        </p:nvGrpSpPr>
        <p:grpSpPr>
          <a:xfrm>
            <a:off x="2487560" y="844120"/>
            <a:ext cx="3393720" cy="1254960"/>
            <a:chOff x="2487560" y="844120"/>
            <a:chExt cx="3393720" cy="125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C8B4159-9A72-C85D-A8BD-499B53167761}"/>
                    </a:ext>
                  </a:extLst>
                </p14:cNvPr>
                <p14:cNvContentPartPr/>
                <p14:nvPr/>
              </p14:nvContentPartPr>
              <p14:xfrm>
                <a:off x="5582840" y="1775080"/>
                <a:ext cx="245880" cy="2217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C8B4159-9A72-C85D-A8BD-499B53167761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576720" y="1768960"/>
                  <a:ext cx="2581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26264DF-6B36-926C-67F9-25CB05E5780F}"/>
                    </a:ext>
                  </a:extLst>
                </p14:cNvPr>
                <p14:cNvContentPartPr/>
                <p14:nvPr/>
              </p14:nvContentPartPr>
              <p14:xfrm>
                <a:off x="5664200" y="1878040"/>
                <a:ext cx="217080" cy="4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626264DF-6B36-926C-67F9-25CB05E5780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5658080" y="1871920"/>
                  <a:ext cx="229320" cy="1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00FA677-9927-4772-A1DD-7FCD86C401C3}"/>
                    </a:ext>
                  </a:extLst>
                </p14:cNvPr>
                <p14:cNvContentPartPr/>
                <p14:nvPr/>
              </p14:nvContentPartPr>
              <p14:xfrm>
                <a:off x="2487560" y="1812160"/>
                <a:ext cx="244800" cy="2869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00FA677-9927-4772-A1DD-7FCD86C401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481440" y="1806040"/>
                  <a:ext cx="25704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25B46B1-7222-2061-EBE7-280679DC3F05}"/>
                    </a:ext>
                  </a:extLst>
                </p14:cNvPr>
                <p14:cNvContentPartPr/>
                <p14:nvPr/>
              </p14:nvContentPartPr>
              <p14:xfrm>
                <a:off x="2635160" y="1772560"/>
                <a:ext cx="184680" cy="33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25B46B1-7222-2061-EBE7-280679DC3F0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629040" y="1766440"/>
                  <a:ext cx="196920" cy="4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1FBF6EF-DEC5-AED1-832B-BF43048885B6}"/>
                    </a:ext>
                  </a:extLst>
                </p14:cNvPr>
                <p14:cNvContentPartPr/>
                <p14:nvPr/>
              </p14:nvContentPartPr>
              <p14:xfrm>
                <a:off x="4890920" y="848800"/>
                <a:ext cx="228240" cy="2898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1FBF6EF-DEC5-AED1-832B-BF43048885B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84800" y="842680"/>
                  <a:ext cx="240480" cy="30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8FFFF7C-7291-CE93-6A2E-51BB9D99E22B}"/>
                    </a:ext>
                  </a:extLst>
                </p14:cNvPr>
                <p14:cNvContentPartPr/>
                <p14:nvPr/>
              </p14:nvContentPartPr>
              <p14:xfrm>
                <a:off x="5037440" y="844120"/>
                <a:ext cx="187200" cy="2016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8FFFF7C-7291-CE93-6A2E-51BB9D99E22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031320" y="838000"/>
                  <a:ext cx="19944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A956BA-54A6-87A5-1842-EB9D7CFA7534}"/>
                    </a:ext>
                  </a:extLst>
                </p14:cNvPr>
                <p14:cNvContentPartPr/>
                <p14:nvPr/>
              </p14:nvContentPartPr>
              <p14:xfrm>
                <a:off x="2933240" y="1290520"/>
                <a:ext cx="1410120" cy="7380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A956BA-54A6-87A5-1842-EB9D7CFA753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927120" y="1284400"/>
                  <a:ext cx="142236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846A70A-33EC-E430-3D43-AA87A341983A}"/>
                    </a:ext>
                  </a:extLst>
                </p14:cNvPr>
                <p14:cNvContentPartPr/>
                <p14:nvPr/>
              </p14:nvContentPartPr>
              <p14:xfrm>
                <a:off x="4213400" y="1170640"/>
                <a:ext cx="246960" cy="25632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846A70A-33EC-E430-3D43-AA87A341983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207280" y="1164520"/>
                  <a:ext cx="259200" cy="268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68FBAEB-588E-1873-3EC0-C9FF4E6BC869}"/>
              </a:ext>
            </a:extLst>
          </p:cNvPr>
          <p:cNvGrpSpPr/>
          <p:nvPr/>
        </p:nvGrpSpPr>
        <p:grpSpPr>
          <a:xfrm>
            <a:off x="3063560" y="2648800"/>
            <a:ext cx="2148480" cy="959040"/>
            <a:chOff x="3063560" y="2648800"/>
            <a:chExt cx="2148480" cy="9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54075DB-1021-95DF-41A4-4963BDCC2A7F}"/>
                    </a:ext>
                  </a:extLst>
                </p14:cNvPr>
                <p14:cNvContentPartPr/>
                <p14:nvPr/>
              </p14:nvContentPartPr>
              <p14:xfrm>
                <a:off x="4954640" y="3368800"/>
                <a:ext cx="145440" cy="2390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54075DB-1021-95DF-41A4-4963BDCC2A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948520" y="3362680"/>
                  <a:ext cx="15768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6A1E513-7619-F8A7-C812-BD0C9DCEF7C5}"/>
                    </a:ext>
                  </a:extLst>
                </p14:cNvPr>
                <p14:cNvContentPartPr/>
                <p14:nvPr/>
              </p14:nvContentPartPr>
              <p14:xfrm>
                <a:off x="5096840" y="3270520"/>
                <a:ext cx="115200" cy="1224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6A1E513-7619-F8A7-C812-BD0C9DCEF7C5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090720" y="3264400"/>
                  <a:ext cx="12744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8E0DC4-26DB-62F4-8928-09AEDB42AB8C}"/>
                    </a:ext>
                  </a:extLst>
                </p14:cNvPr>
                <p14:cNvContentPartPr/>
                <p14:nvPr/>
              </p14:nvContentPartPr>
              <p14:xfrm>
                <a:off x="3063560" y="2648800"/>
                <a:ext cx="1421640" cy="7016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8E0DC4-26DB-62F4-8928-09AEDB42AB8C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57440" y="2642680"/>
                  <a:ext cx="1433880" cy="71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E030453C-ACAD-A8FD-9DDE-952DD4EAE593}"/>
                    </a:ext>
                  </a:extLst>
                </p14:cNvPr>
                <p14:cNvContentPartPr/>
                <p14:nvPr/>
              </p14:nvContentPartPr>
              <p14:xfrm>
                <a:off x="4297640" y="3097360"/>
                <a:ext cx="257040" cy="3834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E030453C-ACAD-A8FD-9DDE-952DD4EAE59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4291520" y="3091240"/>
                  <a:ext cx="269280" cy="39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626A7B1E-4879-7D0B-73FB-C1068EE707F8}"/>
              </a:ext>
            </a:extLst>
          </p:cNvPr>
          <p:cNvGrpSpPr/>
          <p:nvPr/>
        </p:nvGrpSpPr>
        <p:grpSpPr>
          <a:xfrm>
            <a:off x="6272600" y="826480"/>
            <a:ext cx="426600" cy="283680"/>
            <a:chOff x="6272600" y="826480"/>
            <a:chExt cx="426600" cy="28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04F72A9-B043-89C5-2742-71B41A13E4D4}"/>
                    </a:ext>
                  </a:extLst>
                </p14:cNvPr>
                <p14:cNvContentPartPr/>
                <p14:nvPr/>
              </p14:nvContentPartPr>
              <p14:xfrm>
                <a:off x="6272600" y="852400"/>
                <a:ext cx="89640" cy="2343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04F72A9-B043-89C5-2742-71B41A13E4D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266480" y="846280"/>
                  <a:ext cx="101880" cy="24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1E709834-B4CF-A162-EBD2-3B06FD005126}"/>
                    </a:ext>
                  </a:extLst>
                </p14:cNvPr>
                <p14:cNvContentPartPr/>
                <p14:nvPr/>
              </p14:nvContentPartPr>
              <p14:xfrm>
                <a:off x="6467720" y="826480"/>
                <a:ext cx="231480" cy="283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1E709834-B4CF-A162-EBD2-3B06FD00512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61600" y="820360"/>
                  <a:ext cx="243720" cy="295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6C7FC549-C7AA-CE75-18F9-BF1F7A188B15}"/>
              </a:ext>
            </a:extLst>
          </p:cNvPr>
          <p:cNvGrpSpPr/>
          <p:nvPr/>
        </p:nvGrpSpPr>
        <p:grpSpPr>
          <a:xfrm>
            <a:off x="6387440" y="2969920"/>
            <a:ext cx="2010240" cy="633600"/>
            <a:chOff x="6387440" y="2969920"/>
            <a:chExt cx="2010240" cy="633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908060-BB71-944D-2906-5CFCBFD9E568}"/>
                    </a:ext>
                  </a:extLst>
                </p14:cNvPr>
                <p14:cNvContentPartPr/>
                <p14:nvPr/>
              </p14:nvContentPartPr>
              <p14:xfrm>
                <a:off x="6387440" y="3325600"/>
                <a:ext cx="28440" cy="18828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908060-BB71-944D-2906-5CFCBFD9E568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381320" y="3319480"/>
                  <a:ext cx="40680" cy="20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38F9257E-BCEE-1300-CCEB-4D39B6D488BB}"/>
                    </a:ext>
                  </a:extLst>
                </p14:cNvPr>
                <p14:cNvContentPartPr/>
                <p14:nvPr/>
              </p14:nvContentPartPr>
              <p14:xfrm>
                <a:off x="6528200" y="3299680"/>
                <a:ext cx="222480" cy="267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38F9257E-BCEE-1300-CCEB-4D39B6D488BB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522080" y="3293560"/>
                  <a:ext cx="2347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11AE6E97-7C8B-B816-338A-D2C1AD9BF586}"/>
                    </a:ext>
                  </a:extLst>
                </p14:cNvPr>
                <p14:cNvContentPartPr/>
                <p14:nvPr/>
              </p14:nvContentPartPr>
              <p14:xfrm>
                <a:off x="7144160" y="3092680"/>
                <a:ext cx="1170720" cy="510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11AE6E97-7C8B-B816-338A-D2C1AD9BF58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138040" y="3086560"/>
                  <a:ext cx="1182960" cy="52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518AC27-4215-D460-E121-EE3C372A286D}"/>
                    </a:ext>
                  </a:extLst>
                </p14:cNvPr>
                <p14:cNvContentPartPr/>
                <p14:nvPr/>
              </p14:nvContentPartPr>
              <p14:xfrm>
                <a:off x="8229560" y="2969920"/>
                <a:ext cx="168120" cy="28296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518AC27-4215-D460-E121-EE3C372A286D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223440" y="2963800"/>
                  <a:ext cx="180360" cy="29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C617EA4-61C5-8648-5D46-46A2BDC5F35A}"/>
              </a:ext>
            </a:extLst>
          </p:cNvPr>
          <p:cNvGrpSpPr/>
          <p:nvPr/>
        </p:nvGrpSpPr>
        <p:grpSpPr>
          <a:xfrm>
            <a:off x="7155680" y="982360"/>
            <a:ext cx="1826640" cy="1270080"/>
            <a:chOff x="7155680" y="982360"/>
            <a:chExt cx="1826640" cy="1270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9C242A90-BDE5-1E92-DB28-E0375572A87B}"/>
                    </a:ext>
                  </a:extLst>
                </p14:cNvPr>
                <p14:cNvContentPartPr/>
                <p14:nvPr/>
              </p14:nvContentPartPr>
              <p14:xfrm>
                <a:off x="7155680" y="982360"/>
                <a:ext cx="1028160" cy="856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9C242A90-BDE5-1E92-DB28-E0375572A87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49560" y="976240"/>
                  <a:ext cx="1040400" cy="86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25482B74-554F-D335-9CCE-65A90A7A307D}"/>
                    </a:ext>
                  </a:extLst>
                </p14:cNvPr>
                <p14:cNvContentPartPr/>
                <p14:nvPr/>
              </p14:nvContentPartPr>
              <p14:xfrm>
                <a:off x="8088800" y="1588240"/>
                <a:ext cx="265320" cy="292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25482B74-554F-D335-9CCE-65A90A7A307D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082680" y="1582120"/>
                  <a:ext cx="277560" cy="30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E133734-3984-8606-099D-7AF755D9884C}"/>
                    </a:ext>
                  </a:extLst>
                </p14:cNvPr>
                <p14:cNvContentPartPr/>
                <p14:nvPr/>
              </p14:nvContentPartPr>
              <p14:xfrm>
                <a:off x="8738600" y="1977040"/>
                <a:ext cx="27000" cy="24516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E133734-3984-8606-099D-7AF755D9884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732480" y="1970920"/>
                  <a:ext cx="392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205360D-95C3-B1F6-1E3A-2DCFAE503617}"/>
                    </a:ext>
                  </a:extLst>
                </p14:cNvPr>
                <p14:cNvContentPartPr/>
                <p14:nvPr/>
              </p14:nvContentPartPr>
              <p14:xfrm>
                <a:off x="8835800" y="1915120"/>
                <a:ext cx="146520" cy="33732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205360D-95C3-B1F6-1E3A-2DCFAE503617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829680" y="1909000"/>
                  <a:ext cx="158760" cy="34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4" name="Group 83">
            <a:extLst>
              <a:ext uri="{FF2B5EF4-FFF2-40B4-BE49-F238E27FC236}">
                <a16:creationId xmlns:a16="http://schemas.microsoft.com/office/drawing/2014/main" id="{0E40A7AA-AB12-C5CF-CB5A-426E2AAF095D}"/>
              </a:ext>
            </a:extLst>
          </p:cNvPr>
          <p:cNvGrpSpPr/>
          <p:nvPr/>
        </p:nvGrpSpPr>
        <p:grpSpPr>
          <a:xfrm>
            <a:off x="10048640" y="1976680"/>
            <a:ext cx="609840" cy="275760"/>
            <a:chOff x="10048640" y="1976680"/>
            <a:chExt cx="609840" cy="275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FD25F74-7E9A-FC95-0371-A9A78BC525AD}"/>
                    </a:ext>
                  </a:extLst>
                </p14:cNvPr>
                <p14:cNvContentPartPr/>
                <p14:nvPr/>
              </p14:nvContentPartPr>
              <p14:xfrm>
                <a:off x="10048640" y="1976680"/>
                <a:ext cx="254160" cy="2012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FD25F74-7E9A-FC95-0371-A9A78BC525AD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042520" y="1970560"/>
                  <a:ext cx="26640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ED9316-14BC-545B-223E-0521EC3E0CF7}"/>
                    </a:ext>
                  </a:extLst>
                </p14:cNvPr>
                <p14:cNvContentPartPr/>
                <p14:nvPr/>
              </p14:nvContentPartPr>
              <p14:xfrm>
                <a:off x="10433120" y="1997560"/>
                <a:ext cx="225360" cy="25488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ED9316-14BC-545B-223E-0521EC3E0CF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427000" y="1991440"/>
                  <a:ext cx="237600" cy="26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7" name="Group 106">
            <a:extLst>
              <a:ext uri="{FF2B5EF4-FFF2-40B4-BE49-F238E27FC236}">
                <a16:creationId xmlns:a16="http://schemas.microsoft.com/office/drawing/2014/main" id="{C7CC5ABD-D9B0-5DAC-1213-D6276172D9FD}"/>
              </a:ext>
            </a:extLst>
          </p:cNvPr>
          <p:cNvGrpSpPr/>
          <p:nvPr/>
        </p:nvGrpSpPr>
        <p:grpSpPr>
          <a:xfrm>
            <a:off x="872240" y="5371120"/>
            <a:ext cx="709560" cy="295920"/>
            <a:chOff x="872240" y="5371120"/>
            <a:chExt cx="709560" cy="295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28AEF831-6956-11E1-8E0D-F5DD8AE20E7D}"/>
                    </a:ext>
                  </a:extLst>
                </p14:cNvPr>
                <p14:cNvContentPartPr/>
                <p14:nvPr/>
              </p14:nvContentPartPr>
              <p14:xfrm>
                <a:off x="872240" y="5371120"/>
                <a:ext cx="280800" cy="2959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28AEF831-6956-11E1-8E0D-F5DD8AE20E7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67920" y="5366800"/>
                  <a:ext cx="289440" cy="30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C7C3D05-5881-D34F-417C-59AA2768EE79}"/>
                    </a:ext>
                  </a:extLst>
                </p14:cNvPr>
                <p14:cNvContentPartPr/>
                <p14:nvPr/>
              </p14:nvContentPartPr>
              <p14:xfrm>
                <a:off x="1295600" y="5372560"/>
                <a:ext cx="286200" cy="2437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C7C3D05-5881-D34F-417C-59AA2768EE7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291280" y="5368240"/>
                  <a:ext cx="294840" cy="25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C5DEFC86-2CE8-C0C2-E57A-940656879A54}"/>
              </a:ext>
            </a:extLst>
          </p:cNvPr>
          <p:cNvGrpSpPr/>
          <p:nvPr/>
        </p:nvGrpSpPr>
        <p:grpSpPr>
          <a:xfrm>
            <a:off x="2058080" y="5322520"/>
            <a:ext cx="258480" cy="298080"/>
            <a:chOff x="2058080" y="5322520"/>
            <a:chExt cx="258480" cy="298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4A9C4408-7B33-9D20-FB6F-617F17EA91D3}"/>
                    </a:ext>
                  </a:extLst>
                </p14:cNvPr>
                <p14:cNvContentPartPr/>
                <p14:nvPr/>
              </p14:nvContentPartPr>
              <p14:xfrm>
                <a:off x="2058080" y="5501080"/>
                <a:ext cx="52560" cy="115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4A9C4408-7B33-9D20-FB6F-617F17EA91D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053760" y="5496760"/>
                  <a:ext cx="6120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83468C5D-CABF-730D-6012-5AA7B7DF6DC6}"/>
                    </a:ext>
                  </a:extLst>
                </p14:cNvPr>
                <p14:cNvContentPartPr/>
                <p14:nvPr/>
              </p14:nvContentPartPr>
              <p14:xfrm>
                <a:off x="2175440" y="5322520"/>
                <a:ext cx="36360" cy="119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83468C5D-CABF-730D-6012-5AA7B7DF6DC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171120" y="5318200"/>
                  <a:ext cx="4500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D33D127-C6E1-8BA1-4508-312DDAE067E4}"/>
                    </a:ext>
                  </a:extLst>
                </p14:cNvPr>
                <p14:cNvContentPartPr/>
                <p14:nvPr/>
              </p14:nvContentPartPr>
              <p14:xfrm>
                <a:off x="2132960" y="5464000"/>
                <a:ext cx="183600" cy="15660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D33D127-C6E1-8BA1-4508-312DDAE067E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28640" y="5459680"/>
                  <a:ext cx="192240" cy="165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7C20044D-C46E-E551-E916-3A24BBB2E4D0}"/>
              </a:ext>
            </a:extLst>
          </p:cNvPr>
          <p:cNvGrpSpPr/>
          <p:nvPr/>
        </p:nvGrpSpPr>
        <p:grpSpPr>
          <a:xfrm>
            <a:off x="2814080" y="5211280"/>
            <a:ext cx="708480" cy="366120"/>
            <a:chOff x="2814080" y="5211280"/>
            <a:chExt cx="708480" cy="36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512CFDC-47EB-9623-E843-F1EF3E467452}"/>
                    </a:ext>
                  </a:extLst>
                </p14:cNvPr>
                <p14:cNvContentPartPr/>
                <p14:nvPr/>
              </p14:nvContentPartPr>
              <p14:xfrm>
                <a:off x="2814080" y="5211280"/>
                <a:ext cx="297360" cy="36612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512CFDC-47EB-9623-E843-F1EF3E4674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09760" y="5206960"/>
                  <a:ext cx="30600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9542D92-2B05-9193-3E22-073D17E6354F}"/>
                    </a:ext>
                  </a:extLst>
                </p14:cNvPr>
                <p14:cNvContentPartPr/>
                <p14:nvPr/>
              </p14:nvContentPartPr>
              <p14:xfrm>
                <a:off x="2839280" y="5225320"/>
                <a:ext cx="614160" cy="337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9542D92-2B05-9193-3E22-073D17E6354F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834960" y="5221000"/>
                  <a:ext cx="622800" cy="34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41985D35-6B10-9D52-CC7F-FE143A723359}"/>
                    </a:ext>
                  </a:extLst>
                </p14:cNvPr>
                <p14:cNvContentPartPr/>
                <p14:nvPr/>
              </p14:nvContentPartPr>
              <p14:xfrm>
                <a:off x="3337880" y="5447800"/>
                <a:ext cx="184680" cy="990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41985D35-6B10-9D52-CC7F-FE143A723359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3333560" y="5443480"/>
                  <a:ext cx="193320" cy="107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350C2A56-47F3-FF06-714C-80B60D9DA038}"/>
              </a:ext>
            </a:extLst>
          </p:cNvPr>
          <p:cNvGrpSpPr/>
          <p:nvPr/>
        </p:nvGrpSpPr>
        <p:grpSpPr>
          <a:xfrm>
            <a:off x="4180280" y="5298760"/>
            <a:ext cx="1722240" cy="229680"/>
            <a:chOff x="4180280" y="5298760"/>
            <a:chExt cx="1722240" cy="22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1AF032F1-9586-48A3-E708-01153976C3EC}"/>
                    </a:ext>
                  </a:extLst>
                </p14:cNvPr>
                <p14:cNvContentPartPr/>
                <p14:nvPr/>
              </p14:nvContentPartPr>
              <p14:xfrm>
                <a:off x="4180280" y="5345920"/>
                <a:ext cx="344520" cy="182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1AF032F1-9586-48A3-E708-01153976C3E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4175960" y="5341600"/>
                  <a:ext cx="353160" cy="19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870194D-FDAB-68B8-2EE2-25A8C3E4D930}"/>
                    </a:ext>
                  </a:extLst>
                </p14:cNvPr>
                <p14:cNvContentPartPr/>
                <p14:nvPr/>
              </p14:nvContentPartPr>
              <p14:xfrm>
                <a:off x="4592120" y="5363920"/>
                <a:ext cx="236160" cy="13032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870194D-FDAB-68B8-2EE2-25A8C3E4D930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4587800" y="5359600"/>
                  <a:ext cx="24480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4ABF776-0487-B210-A400-D86DB4B3FBFA}"/>
                    </a:ext>
                  </a:extLst>
                </p14:cNvPr>
                <p14:cNvContentPartPr/>
                <p14:nvPr/>
              </p14:nvContentPartPr>
              <p14:xfrm>
                <a:off x="4848440" y="5367520"/>
                <a:ext cx="124920" cy="1134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4ABF776-0487-B210-A400-D86DB4B3FB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4844120" y="5363200"/>
                  <a:ext cx="13356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03FD2928-284B-6EBF-2994-5B8FD7A6E831}"/>
                    </a:ext>
                  </a:extLst>
                </p14:cNvPr>
                <p14:cNvContentPartPr/>
                <p14:nvPr/>
              </p14:nvContentPartPr>
              <p14:xfrm>
                <a:off x="5030240" y="5396680"/>
                <a:ext cx="241560" cy="7416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03FD2928-284B-6EBF-2994-5B8FD7A6E831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5025920" y="5392360"/>
                  <a:ext cx="25020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6F5B369-F471-F6A3-8283-34CCB148F900}"/>
                    </a:ext>
                  </a:extLst>
                </p14:cNvPr>
                <p14:cNvContentPartPr/>
                <p14:nvPr/>
              </p14:nvContentPartPr>
              <p14:xfrm>
                <a:off x="5597600" y="5298760"/>
                <a:ext cx="304920" cy="14688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6F5B369-F471-F6A3-8283-34CCB148F900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5593280" y="5294440"/>
                  <a:ext cx="313560" cy="155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CDC6FBA2-8CA7-4201-6ADB-1D0CB7B1984F}"/>
              </a:ext>
            </a:extLst>
          </p:cNvPr>
          <p:cNvGrpSpPr/>
          <p:nvPr/>
        </p:nvGrpSpPr>
        <p:grpSpPr>
          <a:xfrm>
            <a:off x="6460880" y="4887280"/>
            <a:ext cx="2726280" cy="718920"/>
            <a:chOff x="6460880" y="4887280"/>
            <a:chExt cx="2726280" cy="718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B33DD17-DC79-B95C-AAFC-7EE97ED81617}"/>
                    </a:ext>
                  </a:extLst>
                </p14:cNvPr>
                <p14:cNvContentPartPr/>
                <p14:nvPr/>
              </p14:nvContentPartPr>
              <p14:xfrm>
                <a:off x="6460880" y="5287960"/>
                <a:ext cx="267120" cy="1080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B33DD17-DC79-B95C-AAFC-7EE97ED8161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456560" y="5283640"/>
                  <a:ext cx="2757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3AA70D33-0F82-2D31-C768-829CDEC7A141}"/>
                    </a:ext>
                  </a:extLst>
                </p14:cNvPr>
                <p14:cNvContentPartPr/>
                <p14:nvPr/>
              </p14:nvContentPartPr>
              <p14:xfrm>
                <a:off x="6774800" y="5226760"/>
                <a:ext cx="312840" cy="16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3AA70D33-0F82-2D31-C768-829CDEC7A14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6770480" y="5222440"/>
                  <a:ext cx="321480" cy="17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7450C5-2EA0-CAA0-1D99-A6EB90BB42A6}"/>
                    </a:ext>
                  </a:extLst>
                </p14:cNvPr>
                <p14:cNvContentPartPr/>
                <p14:nvPr/>
              </p14:nvContentPartPr>
              <p14:xfrm>
                <a:off x="7146680" y="5195800"/>
                <a:ext cx="191880" cy="16128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7450C5-2EA0-CAA0-1D99-A6EB90BB42A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142360" y="5191480"/>
                  <a:ext cx="20052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943205D-1187-D39C-3074-AF556A7088B4}"/>
                    </a:ext>
                  </a:extLst>
                </p14:cNvPr>
                <p14:cNvContentPartPr/>
                <p14:nvPr/>
              </p14:nvContentPartPr>
              <p14:xfrm>
                <a:off x="7288880" y="5243320"/>
                <a:ext cx="204120" cy="1389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943205D-1187-D39C-3074-AF556A7088B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84560" y="5239000"/>
                  <a:ext cx="21276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530DF5C7-7428-F1AB-75B0-F5E498AB9BEE}"/>
                    </a:ext>
                  </a:extLst>
                </p14:cNvPr>
                <p14:cNvContentPartPr/>
                <p14:nvPr/>
              </p14:nvContentPartPr>
              <p14:xfrm>
                <a:off x="7373120" y="5179240"/>
                <a:ext cx="471960" cy="40716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530DF5C7-7428-F1AB-75B0-F5E498AB9BEE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368800" y="5174920"/>
                  <a:ext cx="480600" cy="41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88C5940-BDB7-D647-4945-2BEF1B7254D8}"/>
                    </a:ext>
                  </a:extLst>
                </p14:cNvPr>
                <p14:cNvContentPartPr/>
                <p14:nvPr/>
              </p14:nvContentPartPr>
              <p14:xfrm>
                <a:off x="7992680" y="4887280"/>
                <a:ext cx="616680" cy="5925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88C5940-BDB7-D647-4945-2BEF1B7254D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88360" y="4882960"/>
                  <a:ext cx="625320" cy="60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29F69179-4AD1-EA83-0A10-FBD999FEEC31}"/>
                    </a:ext>
                  </a:extLst>
                </p14:cNvPr>
                <p14:cNvContentPartPr/>
                <p14:nvPr/>
              </p14:nvContentPartPr>
              <p14:xfrm>
                <a:off x="8334320" y="5114440"/>
                <a:ext cx="605520" cy="43056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29F69179-4AD1-EA83-0A10-FBD999FEEC3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330000" y="5110120"/>
                  <a:ext cx="614160" cy="43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C36CE52-5A37-2022-7D6D-A5E780DEEF06}"/>
                    </a:ext>
                  </a:extLst>
                </p14:cNvPr>
                <p14:cNvContentPartPr/>
                <p14:nvPr/>
              </p14:nvContentPartPr>
              <p14:xfrm>
                <a:off x="8914280" y="5045680"/>
                <a:ext cx="272880" cy="56052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C36CE52-5A37-2022-7D6D-A5E780DEEF0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09960" y="5041360"/>
                  <a:ext cx="281520" cy="569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3790293-9269-2CB1-2346-8533EEC81928}"/>
              </a:ext>
            </a:extLst>
          </p:cNvPr>
          <p:cNvGrpSpPr/>
          <p:nvPr/>
        </p:nvGrpSpPr>
        <p:grpSpPr>
          <a:xfrm>
            <a:off x="2134760" y="6040000"/>
            <a:ext cx="2491200" cy="556920"/>
            <a:chOff x="2134760" y="6040000"/>
            <a:chExt cx="2491200" cy="55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CD75AA7C-AF30-A8E7-72F7-99BBE088A402}"/>
                    </a:ext>
                  </a:extLst>
                </p14:cNvPr>
                <p14:cNvContentPartPr/>
                <p14:nvPr/>
              </p14:nvContentPartPr>
              <p14:xfrm>
                <a:off x="2134760" y="6232600"/>
                <a:ext cx="874440" cy="36432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CD75AA7C-AF30-A8E7-72F7-99BBE088A40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30440" y="6228280"/>
                  <a:ext cx="883080" cy="3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112D0A4-2D72-7CAD-753E-13B31C1A28C0}"/>
                    </a:ext>
                  </a:extLst>
                </p14:cNvPr>
                <p14:cNvContentPartPr/>
                <p14:nvPr/>
              </p14:nvContentPartPr>
              <p14:xfrm>
                <a:off x="3308720" y="6190120"/>
                <a:ext cx="250200" cy="21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112D0A4-2D72-7CAD-753E-13B31C1A28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304400" y="6185800"/>
                  <a:ext cx="258840" cy="3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BB770B9E-FA70-628A-E6A8-65586C269F11}"/>
                    </a:ext>
                  </a:extLst>
                </p14:cNvPr>
                <p14:cNvContentPartPr/>
                <p14:nvPr/>
              </p14:nvContentPartPr>
              <p14:xfrm>
                <a:off x="3272000" y="6290560"/>
                <a:ext cx="234360" cy="428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BB770B9E-FA70-628A-E6A8-65586C269F1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267680" y="6286240"/>
                  <a:ext cx="243000" cy="5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FDCA4E13-D0E1-EDE2-72FA-FF0B93564EA2}"/>
                    </a:ext>
                  </a:extLst>
                </p14:cNvPr>
                <p14:cNvContentPartPr/>
                <p14:nvPr/>
              </p14:nvContentPartPr>
              <p14:xfrm>
                <a:off x="3781040" y="6040000"/>
                <a:ext cx="353520" cy="27612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FDCA4E13-D0E1-EDE2-72FA-FF0B93564EA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776720" y="6035680"/>
                  <a:ext cx="36216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B27A74FD-53BF-040D-D0B6-A703ACEF577E}"/>
                    </a:ext>
                  </a:extLst>
                </p14:cNvPr>
                <p14:cNvContentPartPr/>
                <p14:nvPr/>
              </p14:nvContentPartPr>
              <p14:xfrm>
                <a:off x="4256240" y="6075640"/>
                <a:ext cx="369720" cy="2671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B27A74FD-53BF-040D-D0B6-A703ACEF577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251920" y="6071320"/>
                  <a:ext cx="378360" cy="275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5" name="Group 124">
            <a:extLst>
              <a:ext uri="{FF2B5EF4-FFF2-40B4-BE49-F238E27FC236}">
                <a16:creationId xmlns:a16="http://schemas.microsoft.com/office/drawing/2014/main" id="{3530BF03-13F3-3220-58AA-F4AF6235F7EA}"/>
              </a:ext>
            </a:extLst>
          </p:cNvPr>
          <p:cNvGrpSpPr/>
          <p:nvPr/>
        </p:nvGrpSpPr>
        <p:grpSpPr>
          <a:xfrm>
            <a:off x="872240" y="565840"/>
            <a:ext cx="10462680" cy="3944520"/>
            <a:chOff x="872240" y="565840"/>
            <a:chExt cx="10462680" cy="3944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0B8621-1448-3549-70E0-63760D19DC71}"/>
                    </a:ext>
                  </a:extLst>
                </p14:cNvPr>
                <p14:cNvContentPartPr/>
                <p14:nvPr/>
              </p14:nvContentPartPr>
              <p14:xfrm>
                <a:off x="4689680" y="825040"/>
                <a:ext cx="23760" cy="10998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0B8621-1448-3549-70E0-63760D19DC7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685360" y="820720"/>
                  <a:ext cx="32400" cy="11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86102B1-4128-B6DF-0348-9A6859DFE3E9}"/>
                    </a:ext>
                  </a:extLst>
                </p14:cNvPr>
                <p14:cNvContentPartPr/>
                <p14:nvPr/>
              </p14:nvContentPartPr>
              <p14:xfrm>
                <a:off x="4815320" y="565840"/>
                <a:ext cx="2242440" cy="15350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86102B1-4128-B6DF-0348-9A6859DFE3E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811000" y="561520"/>
                  <a:ext cx="2251080" cy="154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02C2DCE-B896-85A6-76C1-03D47B0A82E1}"/>
                    </a:ext>
                  </a:extLst>
                </p14:cNvPr>
                <p14:cNvContentPartPr/>
                <p14:nvPr/>
              </p14:nvContentPartPr>
              <p14:xfrm>
                <a:off x="4773560" y="3689560"/>
                <a:ext cx="360" cy="3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02C2DCE-B896-85A6-76C1-03D47B0A82E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769240" y="3685240"/>
                  <a:ext cx="900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870F2A6-897C-54C3-260E-50F05D04E05A}"/>
                    </a:ext>
                  </a:extLst>
                </p14:cNvPr>
                <p14:cNvContentPartPr/>
                <p14:nvPr/>
              </p14:nvContentPartPr>
              <p14:xfrm>
                <a:off x="4728560" y="3625480"/>
                <a:ext cx="45360" cy="826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870F2A6-897C-54C3-260E-50F05D04E05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724240" y="3621160"/>
                  <a:ext cx="54000" cy="83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0D2C30C-8984-4601-B33F-5E012E67565F}"/>
                    </a:ext>
                  </a:extLst>
                </p14:cNvPr>
                <p14:cNvContentPartPr/>
                <p14:nvPr/>
              </p14:nvContentPartPr>
              <p14:xfrm>
                <a:off x="4678160" y="3070720"/>
                <a:ext cx="2383200" cy="14162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0D2C30C-8984-4601-B33F-5E012E67565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73840" y="3066400"/>
                  <a:ext cx="2391840" cy="14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63E8B2B3-A7FA-7B04-6D40-CC9464A4778D}"/>
                    </a:ext>
                  </a:extLst>
                </p14:cNvPr>
                <p14:cNvContentPartPr/>
                <p14:nvPr/>
              </p14:nvContentPartPr>
              <p14:xfrm>
                <a:off x="8438360" y="1874440"/>
                <a:ext cx="227160" cy="13525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63E8B2B3-A7FA-7B04-6D40-CC9464A4778D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34040" y="1870120"/>
                  <a:ext cx="235800" cy="13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DF584D5E-7BBD-D909-BAE0-068DAE98E48B}"/>
                    </a:ext>
                  </a:extLst>
                </p14:cNvPr>
                <p14:cNvContentPartPr/>
                <p14:nvPr/>
              </p14:nvContentPartPr>
              <p14:xfrm>
                <a:off x="8576600" y="1636840"/>
                <a:ext cx="2497320" cy="18345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DF584D5E-7BBD-D909-BAE0-068DAE98E48B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572280" y="1632520"/>
                  <a:ext cx="2505960" cy="184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5019F84-AFF9-220A-6E2A-655A2BD9C403}"/>
                    </a:ext>
                  </a:extLst>
                </p14:cNvPr>
                <p14:cNvContentPartPr/>
                <p14:nvPr/>
              </p14:nvContentPartPr>
              <p14:xfrm>
                <a:off x="5289080" y="614440"/>
                <a:ext cx="58320" cy="16527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5019F84-AFF9-220A-6E2A-655A2BD9C40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284760" y="610120"/>
                  <a:ext cx="66960" cy="16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0BAA4114-EDE2-20F0-5D8C-36DBA3914692}"/>
                    </a:ext>
                  </a:extLst>
                </p14:cNvPr>
                <p14:cNvContentPartPr/>
                <p14:nvPr/>
              </p14:nvContentPartPr>
              <p14:xfrm>
                <a:off x="5977400" y="570160"/>
                <a:ext cx="146520" cy="1574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0BAA4114-EDE2-20F0-5D8C-36DBA391469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973080" y="565840"/>
                  <a:ext cx="155160" cy="158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7003B82-8060-AEB9-B9F0-EECB22CC5953}"/>
                    </a:ext>
                  </a:extLst>
                </p14:cNvPr>
                <p14:cNvContentPartPr/>
                <p14:nvPr/>
              </p14:nvContentPartPr>
              <p14:xfrm>
                <a:off x="4516880" y="1175680"/>
                <a:ext cx="2710800" cy="90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7003B82-8060-AEB9-B9F0-EECB22CC595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512560" y="1171360"/>
                  <a:ext cx="2719440" cy="9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089D8ADD-DC71-ABB9-13A4-A0D92C1D7632}"/>
                    </a:ext>
                  </a:extLst>
                </p14:cNvPr>
                <p14:cNvContentPartPr/>
                <p14:nvPr/>
              </p14:nvContentPartPr>
              <p14:xfrm>
                <a:off x="4368560" y="1654840"/>
                <a:ext cx="2688120" cy="55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089D8ADD-DC71-ABB9-13A4-A0D92C1D7632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364240" y="1650520"/>
                  <a:ext cx="269676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59BB5E6D-0B17-6676-A926-A34FB0305289}"/>
                    </a:ext>
                  </a:extLst>
                </p14:cNvPr>
                <p14:cNvContentPartPr/>
                <p14:nvPr/>
              </p14:nvContentPartPr>
              <p14:xfrm>
                <a:off x="5559440" y="1327960"/>
                <a:ext cx="20160" cy="2368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59BB5E6D-0B17-6676-A926-A34FB030528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55120" y="1323640"/>
                  <a:ext cx="2880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7A21E37-B489-DE69-1A25-197260EB0491}"/>
                    </a:ext>
                  </a:extLst>
                </p14:cNvPr>
                <p14:cNvContentPartPr/>
                <p14:nvPr/>
              </p14:nvContentPartPr>
              <p14:xfrm>
                <a:off x="5615240" y="1226440"/>
                <a:ext cx="192600" cy="298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17A21E37-B489-DE69-1A25-197260EB04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610920" y="1222120"/>
                  <a:ext cx="201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8FF9E91-5C4E-6D44-4FE9-1CC4A1F1BF36}"/>
                    </a:ext>
                  </a:extLst>
                </p14:cNvPr>
                <p14:cNvContentPartPr/>
                <p14:nvPr/>
              </p14:nvContentPartPr>
              <p14:xfrm>
                <a:off x="5174600" y="3017440"/>
                <a:ext cx="122400" cy="1492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8FF9E91-5C4E-6D44-4FE9-1CC4A1F1BF3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70280" y="3013120"/>
                  <a:ext cx="131040" cy="15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55204B9-BEEA-8DE8-A48C-068EE884736F}"/>
                    </a:ext>
                  </a:extLst>
                </p14:cNvPr>
                <p14:cNvContentPartPr/>
                <p14:nvPr/>
              </p14:nvContentPartPr>
              <p14:xfrm>
                <a:off x="6029960" y="2925280"/>
                <a:ext cx="179280" cy="1571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55204B9-BEEA-8DE8-A48C-068EE884736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6025640" y="2920960"/>
                  <a:ext cx="187920" cy="15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21E7C6F-EF4E-108B-0766-8AAC73BCF0C1}"/>
                    </a:ext>
                  </a:extLst>
                </p14:cNvPr>
                <p14:cNvContentPartPr/>
                <p14:nvPr/>
              </p14:nvContentPartPr>
              <p14:xfrm>
                <a:off x="4358120" y="3652480"/>
                <a:ext cx="3182040" cy="1720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21E7C6F-EF4E-108B-0766-8AAC73BCF0C1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4353800" y="3648160"/>
                  <a:ext cx="3190680" cy="18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456DC51-DFB4-FEE8-E30D-9643BE112042}"/>
                    </a:ext>
                  </a:extLst>
                </p14:cNvPr>
                <p14:cNvContentPartPr/>
                <p14:nvPr/>
              </p14:nvContentPartPr>
              <p14:xfrm>
                <a:off x="4416080" y="3993040"/>
                <a:ext cx="2751480" cy="62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456DC51-DFB4-FEE8-E30D-9643BE11204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4411760" y="3988720"/>
                  <a:ext cx="276012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207EAF5-9F55-48C4-C0A5-A096F47F0C6F}"/>
                    </a:ext>
                  </a:extLst>
                </p14:cNvPr>
                <p14:cNvContentPartPr/>
                <p14:nvPr/>
              </p14:nvContentPartPr>
              <p14:xfrm>
                <a:off x="5545040" y="3793240"/>
                <a:ext cx="216720" cy="1342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207EAF5-9F55-48C4-C0A5-A096F47F0C6F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540720" y="3788920"/>
                  <a:ext cx="225360" cy="14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4710BA5C-9991-5B20-9347-7BDDA4573157}"/>
                    </a:ext>
                  </a:extLst>
                </p14:cNvPr>
                <p14:cNvContentPartPr/>
                <p14:nvPr/>
              </p14:nvContentPartPr>
              <p14:xfrm>
                <a:off x="9173840" y="1327960"/>
                <a:ext cx="72360" cy="2318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4710BA5C-9991-5B20-9347-7BDDA457315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169520" y="1323640"/>
                  <a:ext cx="81000" cy="23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88C9BF2-8F3E-7338-4DA0-E901EE9886D8}"/>
                    </a:ext>
                  </a:extLst>
                </p14:cNvPr>
                <p14:cNvContentPartPr/>
                <p14:nvPr/>
              </p14:nvContentPartPr>
              <p14:xfrm>
                <a:off x="9677480" y="1283680"/>
                <a:ext cx="175680" cy="2199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88C9BF2-8F3E-7338-4DA0-E901EE9886D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673160" y="1279360"/>
                  <a:ext cx="184320" cy="22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58FB039F-B55F-7306-ECEB-D60887DA3CC2}"/>
                    </a:ext>
                  </a:extLst>
                </p14:cNvPr>
                <p14:cNvContentPartPr/>
                <p14:nvPr/>
              </p14:nvContentPartPr>
              <p14:xfrm>
                <a:off x="7960640" y="2350360"/>
                <a:ext cx="3374280" cy="1465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58FB039F-B55F-7306-ECEB-D60887DA3CC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956320" y="2346040"/>
                  <a:ext cx="338292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389F1D51-0303-B206-A408-BBD96242BD48}"/>
                    </a:ext>
                  </a:extLst>
                </p14:cNvPr>
                <p14:cNvContentPartPr/>
                <p14:nvPr/>
              </p14:nvContentPartPr>
              <p14:xfrm>
                <a:off x="8170880" y="2659960"/>
                <a:ext cx="3093480" cy="1105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389F1D51-0303-B206-A408-BBD96242BD48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166560" y="2655640"/>
                  <a:ext cx="310212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818514C6-2DF9-3A45-526D-FFCD40EEC399}"/>
                    </a:ext>
                  </a:extLst>
                </p14:cNvPr>
                <p14:cNvContentPartPr/>
                <p14:nvPr/>
              </p14:nvContentPartPr>
              <p14:xfrm>
                <a:off x="9420440" y="2456920"/>
                <a:ext cx="14400" cy="1483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818514C6-2DF9-3A45-526D-FFCD40EEC39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416120" y="2452600"/>
                  <a:ext cx="23040" cy="1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215E1E8-264F-440E-B5B3-53965AB20E30}"/>
                    </a:ext>
                  </a:extLst>
                </p14:cNvPr>
                <p14:cNvContentPartPr/>
                <p14:nvPr/>
              </p14:nvContentPartPr>
              <p14:xfrm>
                <a:off x="9309920" y="2386360"/>
                <a:ext cx="244080" cy="234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215E1E8-264F-440E-B5B3-53965AB20E3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305600" y="2382040"/>
                  <a:ext cx="25272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DD36B9E-91B8-4808-2C25-61AFD5D05C34}"/>
                    </a:ext>
                  </a:extLst>
                </p14:cNvPr>
                <p14:cNvContentPartPr/>
                <p14:nvPr/>
              </p14:nvContentPartPr>
              <p14:xfrm>
                <a:off x="1104440" y="1649440"/>
                <a:ext cx="34200" cy="12985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DD36B9E-91B8-4808-2C25-61AFD5D05C3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100120" y="1645120"/>
                  <a:ext cx="42840" cy="130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48B363-852B-0F11-3C9E-1006CFFD6502}"/>
                    </a:ext>
                  </a:extLst>
                </p14:cNvPr>
                <p14:cNvContentPartPr/>
                <p14:nvPr/>
              </p14:nvContentPartPr>
              <p14:xfrm>
                <a:off x="920840" y="1521640"/>
                <a:ext cx="2177280" cy="15958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48B363-852B-0F11-3C9E-1006CFFD6502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16520" y="1517320"/>
                  <a:ext cx="2185920" cy="160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BD6B1F1-15EB-DAC4-44B4-1B4DBC19C887}"/>
                    </a:ext>
                  </a:extLst>
                </p14:cNvPr>
                <p14:cNvContentPartPr/>
                <p14:nvPr/>
              </p14:nvContentPartPr>
              <p14:xfrm>
                <a:off x="1074560" y="2246320"/>
                <a:ext cx="1890000" cy="554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BD6B1F1-15EB-DAC4-44B4-1B4DBC19C88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70240" y="2242000"/>
                  <a:ext cx="189864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0216D9BD-6BC6-6B03-4E57-75601A7FD384}"/>
                    </a:ext>
                  </a:extLst>
                </p14:cNvPr>
                <p14:cNvContentPartPr/>
                <p14:nvPr/>
              </p14:nvContentPartPr>
              <p14:xfrm>
                <a:off x="872240" y="2503720"/>
                <a:ext cx="1996200" cy="1234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0216D9BD-6BC6-6B03-4E57-75601A7FD384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867920" y="2499400"/>
                  <a:ext cx="2004840" cy="1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4454965-13DF-3A82-7C4B-E3E535693B57}"/>
                    </a:ext>
                  </a:extLst>
                </p14:cNvPr>
                <p14:cNvContentPartPr/>
                <p14:nvPr/>
              </p14:nvContentPartPr>
              <p14:xfrm>
                <a:off x="1886000" y="2302840"/>
                <a:ext cx="141840" cy="193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4454965-13DF-3A82-7C4B-E3E535693B57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881680" y="2298520"/>
                  <a:ext cx="15048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2C952C7-3DFE-864E-28C1-6BF67C131050}"/>
                    </a:ext>
                  </a:extLst>
                </p14:cNvPr>
                <p14:cNvContentPartPr/>
                <p14:nvPr/>
              </p14:nvContentPartPr>
              <p14:xfrm>
                <a:off x="1893920" y="2382760"/>
                <a:ext cx="115200" cy="12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2C952C7-3DFE-864E-28C1-6BF67C13105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889600" y="2378440"/>
                  <a:ext cx="12384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56857EB-6DD3-033D-2DA3-C239FFD32AA9}"/>
                    </a:ext>
                  </a:extLst>
                </p14:cNvPr>
                <p14:cNvContentPartPr/>
                <p14:nvPr/>
              </p14:nvContentPartPr>
              <p14:xfrm>
                <a:off x="1719320" y="1597240"/>
                <a:ext cx="125280" cy="16358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56857EB-6DD3-033D-2DA3-C239FFD32AA9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715000" y="1592920"/>
                  <a:ext cx="133920" cy="164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1AE1B3C-2A2D-3E0C-4D0F-ECA307860128}"/>
                    </a:ext>
                  </a:extLst>
                </p14:cNvPr>
                <p14:cNvContentPartPr/>
                <p14:nvPr/>
              </p14:nvContentPartPr>
              <p14:xfrm>
                <a:off x="2201720" y="1601560"/>
                <a:ext cx="57960" cy="1468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1AE1B3C-2A2D-3E0C-4D0F-ECA307860128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197400" y="1597240"/>
                  <a:ext cx="66600" cy="14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E9499B7-06E3-45DD-1159-D5B263CE114A}"/>
                    </a:ext>
                  </a:extLst>
                </p14:cNvPr>
                <p14:cNvContentPartPr/>
                <p14:nvPr/>
              </p14:nvContentPartPr>
              <p14:xfrm>
                <a:off x="1204160" y="1786600"/>
                <a:ext cx="199440" cy="266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E9499B7-06E3-45DD-1159-D5B263CE114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1199840" y="1782280"/>
                  <a:ext cx="2080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E4FB080-74A1-C07E-83CF-6E6890E63D24}"/>
                    </a:ext>
                  </a:extLst>
                </p14:cNvPr>
                <p14:cNvContentPartPr/>
                <p14:nvPr/>
              </p14:nvContentPartPr>
              <p14:xfrm>
                <a:off x="3580160" y="2957320"/>
                <a:ext cx="109080" cy="259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E4FB080-74A1-C07E-83CF-6E6890E63D24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575840" y="2953000"/>
                  <a:ext cx="11772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086324BB-2F52-8739-6130-AC13AC528E1F}"/>
                    </a:ext>
                  </a:extLst>
                </p14:cNvPr>
                <p14:cNvContentPartPr/>
                <p14:nvPr/>
              </p14:nvContentPartPr>
              <p14:xfrm>
                <a:off x="3679160" y="2998000"/>
                <a:ext cx="81000" cy="2271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086324BB-2F52-8739-6130-AC13AC528E1F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674840" y="2993680"/>
                  <a:ext cx="8964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B9DD9BF5-2732-08BE-5768-A01F11364211}"/>
                    </a:ext>
                  </a:extLst>
                </p14:cNvPr>
                <p14:cNvContentPartPr/>
                <p14:nvPr/>
              </p14:nvContentPartPr>
              <p14:xfrm>
                <a:off x="7604960" y="3203560"/>
                <a:ext cx="240120" cy="3042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B9DD9BF5-2732-08BE-5768-A01F1136421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600280" y="3199240"/>
                  <a:ext cx="24876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D61FAAA0-A225-C3E3-C9FC-CBC404A882F3}"/>
                    </a:ext>
                  </a:extLst>
                </p14:cNvPr>
                <p14:cNvContentPartPr/>
                <p14:nvPr/>
              </p14:nvContentPartPr>
              <p14:xfrm>
                <a:off x="7849400" y="3172240"/>
                <a:ext cx="180720" cy="37116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D61FAAA0-A225-C3E3-C9FC-CBC404A882F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845080" y="3167920"/>
                  <a:ext cx="189360" cy="37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5020A1C5-9D9E-D3FB-21F2-7FDD9C3F003F}"/>
              </a:ext>
            </a:extLst>
          </p:cNvPr>
          <p:cNvGrpSpPr/>
          <p:nvPr/>
        </p:nvGrpSpPr>
        <p:grpSpPr>
          <a:xfrm>
            <a:off x="6807200" y="5947840"/>
            <a:ext cx="1798560" cy="396360"/>
            <a:chOff x="6807200" y="5947840"/>
            <a:chExt cx="1798560" cy="396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A35621F1-FC9C-D9CF-311F-EE64A738197B}"/>
                    </a:ext>
                  </a:extLst>
                </p14:cNvPr>
                <p14:cNvContentPartPr/>
                <p14:nvPr/>
              </p14:nvContentPartPr>
              <p14:xfrm>
                <a:off x="6807200" y="5971960"/>
                <a:ext cx="199440" cy="37224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A35621F1-FC9C-D9CF-311F-EE64A738197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02880" y="5967640"/>
                  <a:ext cx="20808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1919EABC-06C5-5D12-FA5E-53D8BC9B0A0C}"/>
                    </a:ext>
                  </a:extLst>
                </p14:cNvPr>
                <p14:cNvContentPartPr/>
                <p14:nvPr/>
              </p14:nvContentPartPr>
              <p14:xfrm>
                <a:off x="6893240" y="6117400"/>
                <a:ext cx="192600" cy="154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1919EABC-06C5-5D12-FA5E-53D8BC9B0A0C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6888920" y="6113080"/>
                  <a:ext cx="201240" cy="2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4BFF9E09-AEC9-D340-B485-EE9A2584F3E9}"/>
                    </a:ext>
                  </a:extLst>
                </p14:cNvPr>
                <p14:cNvContentPartPr/>
                <p14:nvPr/>
              </p14:nvContentPartPr>
              <p14:xfrm>
                <a:off x="7356200" y="6070240"/>
                <a:ext cx="407160" cy="2559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4BFF9E09-AEC9-D340-B485-EE9A2584F3E9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7351880" y="6065920"/>
                  <a:ext cx="41580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C472FA84-E2B9-6B1C-3E0C-E1CD0216DCC9}"/>
                    </a:ext>
                  </a:extLst>
                </p14:cNvPr>
                <p14:cNvContentPartPr/>
                <p14:nvPr/>
              </p14:nvContentPartPr>
              <p14:xfrm>
                <a:off x="8346200" y="6044680"/>
                <a:ext cx="129600" cy="25308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C472FA84-E2B9-6B1C-3E0C-E1CD0216DCC9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341880" y="6040360"/>
                  <a:ext cx="138240" cy="26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9474C7DE-1AFC-B6AC-4032-B08E4590037D}"/>
                    </a:ext>
                  </a:extLst>
                </p14:cNvPr>
                <p14:cNvContentPartPr/>
                <p14:nvPr/>
              </p14:nvContentPartPr>
              <p14:xfrm>
                <a:off x="8142080" y="5947840"/>
                <a:ext cx="463680" cy="39312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9474C7DE-1AFC-B6AC-4032-B08E4590037D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137760" y="5943520"/>
                  <a:ext cx="472320" cy="401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F83C14C5-004A-DE89-9F8C-08419EB2B377}"/>
              </a:ext>
            </a:extLst>
          </p:cNvPr>
          <p:cNvGrpSpPr/>
          <p:nvPr/>
        </p:nvGrpSpPr>
        <p:grpSpPr>
          <a:xfrm>
            <a:off x="9438800" y="5674600"/>
            <a:ext cx="1762560" cy="979200"/>
            <a:chOff x="9438800" y="5674600"/>
            <a:chExt cx="1762560" cy="9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0F79806E-574C-6799-B4C5-7AE3EB0F34FC}"/>
                    </a:ext>
                  </a:extLst>
                </p14:cNvPr>
                <p14:cNvContentPartPr/>
                <p14:nvPr/>
              </p14:nvContentPartPr>
              <p14:xfrm>
                <a:off x="9438800" y="5848840"/>
                <a:ext cx="317520" cy="365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0F79806E-574C-6799-B4C5-7AE3EB0F34F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434480" y="5844520"/>
                  <a:ext cx="32616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7FF46D89-5090-FB47-D43A-9BD8A28F1BC4}"/>
                    </a:ext>
                  </a:extLst>
                </p14:cNvPr>
                <p14:cNvContentPartPr/>
                <p14:nvPr/>
              </p14:nvContentPartPr>
              <p14:xfrm>
                <a:off x="9738680" y="6038560"/>
                <a:ext cx="112320" cy="14940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7FF46D89-5090-FB47-D43A-9BD8A28F1BC4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734360" y="6034240"/>
                  <a:ext cx="120960" cy="15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79452F3C-F0FA-201C-1A9D-E0A2152BE535}"/>
                    </a:ext>
                  </a:extLst>
                </p14:cNvPr>
                <p14:cNvContentPartPr/>
                <p14:nvPr/>
              </p14:nvContentPartPr>
              <p14:xfrm>
                <a:off x="9917600" y="6099040"/>
                <a:ext cx="24840" cy="63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79452F3C-F0FA-201C-1A9D-E0A2152BE535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913280" y="6094720"/>
                  <a:ext cx="33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3102FAA4-8F2F-9ECC-BA76-793057F0E4D8}"/>
                    </a:ext>
                  </a:extLst>
                </p14:cNvPr>
                <p14:cNvContentPartPr/>
                <p14:nvPr/>
              </p14:nvContentPartPr>
              <p14:xfrm>
                <a:off x="10024160" y="5953600"/>
                <a:ext cx="72720" cy="165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3102FAA4-8F2F-9ECC-BA76-793057F0E4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019840" y="5949280"/>
                  <a:ext cx="8136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E03AA4E8-2440-95E1-493D-67E56E9D3128}"/>
                    </a:ext>
                  </a:extLst>
                </p14:cNvPr>
                <p14:cNvContentPartPr/>
                <p14:nvPr/>
              </p14:nvContentPartPr>
              <p14:xfrm>
                <a:off x="10072760" y="5827240"/>
                <a:ext cx="216360" cy="32292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E03AA4E8-2440-95E1-493D-67E56E9D312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0068440" y="5822920"/>
                  <a:ext cx="2250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DAC4E876-8203-1891-0B58-6C1E0094F345}"/>
                    </a:ext>
                  </a:extLst>
                </p14:cNvPr>
                <p14:cNvContentPartPr/>
                <p14:nvPr/>
              </p14:nvContentPartPr>
              <p14:xfrm>
                <a:off x="10083560" y="6014080"/>
                <a:ext cx="288360" cy="10800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DAC4E876-8203-1891-0B58-6C1E0094F345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79240" y="6009760"/>
                  <a:ext cx="29700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A382A76-7D2A-1B9F-0022-D99B8EC05BA7}"/>
                    </a:ext>
                  </a:extLst>
                </p14:cNvPr>
                <p14:cNvContentPartPr/>
                <p14:nvPr/>
              </p14:nvContentPartPr>
              <p14:xfrm>
                <a:off x="10432400" y="5790160"/>
                <a:ext cx="24840" cy="7452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A382A76-7D2A-1B9F-0022-D99B8EC05B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428080" y="5785840"/>
                  <a:ext cx="334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556981B6-FB2F-2312-B4DF-FEC158E17EFA}"/>
                    </a:ext>
                  </a:extLst>
                </p14:cNvPr>
                <p14:cNvContentPartPr/>
                <p14:nvPr/>
              </p14:nvContentPartPr>
              <p14:xfrm>
                <a:off x="10474880" y="5948920"/>
                <a:ext cx="111600" cy="1152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556981B6-FB2F-2312-B4DF-FEC158E17EFA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470560" y="5944600"/>
                  <a:ext cx="12024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B29C3B37-FBA8-84D9-2D7D-98393F1C769A}"/>
                    </a:ext>
                  </a:extLst>
                </p14:cNvPr>
                <p14:cNvContentPartPr/>
                <p14:nvPr/>
              </p14:nvContentPartPr>
              <p14:xfrm>
                <a:off x="10639400" y="5674600"/>
                <a:ext cx="462240" cy="46152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B29C3B37-FBA8-84D9-2D7D-98393F1C769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0635080" y="5670280"/>
                  <a:ext cx="47088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5D173269-1E4F-5BEC-6A4A-DA31AAE0BE10}"/>
                    </a:ext>
                  </a:extLst>
                </p14:cNvPr>
                <p14:cNvContentPartPr/>
                <p14:nvPr/>
              </p14:nvContentPartPr>
              <p14:xfrm>
                <a:off x="10179320" y="6378760"/>
                <a:ext cx="57600" cy="2750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5D173269-1E4F-5BEC-6A4A-DA31AAE0BE1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0175000" y="6374440"/>
                  <a:ext cx="66240" cy="28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44541B8C-0984-1B36-2DD8-266A87AC3F1B}"/>
                    </a:ext>
                  </a:extLst>
                </p14:cNvPr>
                <p14:cNvContentPartPr/>
                <p14:nvPr/>
              </p14:nvContentPartPr>
              <p14:xfrm>
                <a:off x="10275080" y="6182920"/>
                <a:ext cx="180000" cy="18360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44541B8C-0984-1B36-2DD8-266A87AC3F1B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10270760" y="6178600"/>
                  <a:ext cx="18864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0D74FC6-6157-BAFD-111B-6E8AA58D46DD}"/>
                    </a:ext>
                  </a:extLst>
                </p14:cNvPr>
                <p14:cNvContentPartPr/>
                <p14:nvPr/>
              </p14:nvContentPartPr>
              <p14:xfrm>
                <a:off x="10398560" y="6437800"/>
                <a:ext cx="137880" cy="145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0D74FC6-6157-BAFD-111B-6E8AA58D46D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10394240" y="6433480"/>
                  <a:ext cx="14652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EC18980C-CBD2-B507-B2A9-BE795819F080}"/>
                    </a:ext>
                  </a:extLst>
                </p14:cNvPr>
                <p14:cNvContentPartPr/>
                <p14:nvPr/>
              </p14:nvContentPartPr>
              <p14:xfrm>
                <a:off x="10597640" y="6314680"/>
                <a:ext cx="231480" cy="32184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EC18980C-CBD2-B507-B2A9-BE795819F080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10593320" y="6310360"/>
                  <a:ext cx="24012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F16FB75E-6A37-CD68-9CA8-2F80C289E308}"/>
                    </a:ext>
                  </a:extLst>
                </p14:cNvPr>
                <p14:cNvContentPartPr/>
                <p14:nvPr/>
              </p14:nvContentPartPr>
              <p14:xfrm>
                <a:off x="10601960" y="6353920"/>
                <a:ext cx="517320" cy="29520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F16FB75E-6A37-CD68-9CA8-2F80C289E30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597640" y="6349600"/>
                  <a:ext cx="52596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AF076564-AEF7-282D-B1B6-A775C2A8EDC0}"/>
                    </a:ext>
                  </a:extLst>
                </p14:cNvPr>
                <p14:cNvContentPartPr/>
                <p14:nvPr/>
              </p14:nvContentPartPr>
              <p14:xfrm>
                <a:off x="11163920" y="6610960"/>
                <a:ext cx="37440" cy="75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AF076564-AEF7-282D-B1B6-A775C2A8EDC0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1159600" y="6606640"/>
                  <a:ext cx="46080" cy="162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95627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54E7A1C4-88C3-AA7E-67CB-55D6687BF842}"/>
              </a:ext>
            </a:extLst>
          </p:cNvPr>
          <p:cNvGrpSpPr/>
          <p:nvPr/>
        </p:nvGrpSpPr>
        <p:grpSpPr>
          <a:xfrm>
            <a:off x="808160" y="655840"/>
            <a:ext cx="2948040" cy="605160"/>
            <a:chOff x="808160" y="655840"/>
            <a:chExt cx="2948040" cy="605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04EC8CC-B88B-AD53-2E46-2813D92B43C4}"/>
                    </a:ext>
                  </a:extLst>
                </p14:cNvPr>
                <p14:cNvContentPartPr/>
                <p14:nvPr/>
              </p14:nvContentPartPr>
              <p14:xfrm>
                <a:off x="808160" y="1025560"/>
                <a:ext cx="318240" cy="235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04EC8CC-B88B-AD53-2E46-2813D92B43C4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03840" y="1021240"/>
                  <a:ext cx="32688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6B0BF7F-23D1-B2A2-A37A-F38737C38D87}"/>
                    </a:ext>
                  </a:extLst>
                </p14:cNvPr>
                <p14:cNvContentPartPr/>
                <p14:nvPr/>
              </p14:nvContentPartPr>
              <p14:xfrm>
                <a:off x="839840" y="1145440"/>
                <a:ext cx="241560" cy="248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6B0BF7F-23D1-B2A2-A37A-F38737C38D8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35520" y="1141120"/>
                  <a:ext cx="2502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C9DA370-5FB4-7FE4-907B-DFD93A5DD60E}"/>
                    </a:ext>
                  </a:extLst>
                </p14:cNvPr>
                <p14:cNvContentPartPr/>
                <p14:nvPr/>
              </p14:nvContentPartPr>
              <p14:xfrm>
                <a:off x="1483880" y="1094680"/>
                <a:ext cx="242280" cy="176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C9DA370-5FB4-7FE4-907B-DFD93A5DD60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79560" y="1090360"/>
                  <a:ext cx="25092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824509C7-D5E1-433E-425D-B3D539680CF8}"/>
                    </a:ext>
                  </a:extLst>
                </p14:cNvPr>
                <p14:cNvContentPartPr/>
                <p14:nvPr/>
              </p14:nvContentPartPr>
              <p14:xfrm>
                <a:off x="1515200" y="1189000"/>
                <a:ext cx="210960" cy="11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824509C7-D5E1-433E-425D-B3D539680C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10880" y="1184680"/>
                  <a:ext cx="2196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036AA9-08E7-3CC2-25C9-7C69726452E5}"/>
                    </a:ext>
                  </a:extLst>
                </p14:cNvPr>
                <p14:cNvContentPartPr/>
                <p14:nvPr/>
              </p14:nvContentPartPr>
              <p14:xfrm>
                <a:off x="2098040" y="655840"/>
                <a:ext cx="227880" cy="3661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036AA9-08E7-3CC2-25C9-7C69726452E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93720" y="651520"/>
                  <a:ext cx="23652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5A92201D-1AE6-17A4-80C2-25E18EA722B8}"/>
                    </a:ext>
                  </a:extLst>
                </p14:cNvPr>
                <p14:cNvContentPartPr/>
                <p14:nvPr/>
              </p14:nvContentPartPr>
              <p14:xfrm>
                <a:off x="2151680" y="727120"/>
                <a:ext cx="127800" cy="2152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5A92201D-1AE6-17A4-80C2-25E18EA722B8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147360" y="722800"/>
                  <a:ext cx="136440" cy="22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F5AB465-B464-79E5-22CE-7D0DB24D23F7}"/>
                    </a:ext>
                  </a:extLst>
                </p14:cNvPr>
                <p14:cNvContentPartPr/>
                <p14:nvPr/>
              </p14:nvContentPartPr>
              <p14:xfrm>
                <a:off x="2561000" y="823960"/>
                <a:ext cx="450000" cy="309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F5AB465-B464-79E5-22CE-7D0DB24D23F7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56680" y="819640"/>
                  <a:ext cx="45864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DFE492D-30E7-C3A8-2684-CF0BB80C905E}"/>
                    </a:ext>
                  </a:extLst>
                </p14:cNvPr>
                <p14:cNvContentPartPr/>
                <p14:nvPr/>
              </p14:nvContentPartPr>
              <p14:xfrm>
                <a:off x="3130880" y="671320"/>
                <a:ext cx="616320" cy="310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DFE492D-30E7-C3A8-2684-CF0BB80C905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26560" y="667000"/>
                  <a:ext cx="624960" cy="31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CAD77F3-3F6D-AED2-3D0D-DD143A9C5729}"/>
                    </a:ext>
                  </a:extLst>
                </p14:cNvPr>
                <p14:cNvContentPartPr/>
                <p14:nvPr/>
              </p14:nvContentPartPr>
              <p14:xfrm>
                <a:off x="2005880" y="1131760"/>
                <a:ext cx="1750320" cy="124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CAD77F3-3F6D-AED2-3D0D-DD143A9C572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01560" y="1127440"/>
                  <a:ext cx="1758960" cy="133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25196218-1C32-F951-3E6E-3AAE11083D72}"/>
              </a:ext>
            </a:extLst>
          </p:cNvPr>
          <p:cNvGrpSpPr/>
          <p:nvPr/>
        </p:nvGrpSpPr>
        <p:grpSpPr>
          <a:xfrm>
            <a:off x="2789600" y="1403920"/>
            <a:ext cx="210960" cy="179640"/>
            <a:chOff x="2789600" y="1403920"/>
            <a:chExt cx="210960" cy="179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15C2D457-BF4B-EDCC-712C-D233BD4A3D04}"/>
                    </a:ext>
                  </a:extLst>
                </p14:cNvPr>
                <p14:cNvContentPartPr/>
                <p14:nvPr/>
              </p14:nvContentPartPr>
              <p14:xfrm>
                <a:off x="2789600" y="1404640"/>
                <a:ext cx="210960" cy="1789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15C2D457-BF4B-EDCC-712C-D233BD4A3D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785280" y="1400320"/>
                  <a:ext cx="2196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54625A7-D9A5-9BDB-9A2F-410F93473C83}"/>
                    </a:ext>
                  </a:extLst>
                </p14:cNvPr>
                <p14:cNvContentPartPr/>
                <p14:nvPr/>
              </p14:nvContentPartPr>
              <p14:xfrm>
                <a:off x="2899040" y="1403920"/>
                <a:ext cx="75960" cy="111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54625A7-D9A5-9BDB-9A2F-410F93473C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2894720" y="1399600"/>
                  <a:ext cx="8460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8C6A122-7E58-AD4F-7282-72CB348CE697}"/>
                  </a:ext>
                </a:extLst>
              </p14:cNvPr>
              <p14:cNvContentPartPr/>
              <p14:nvPr/>
            </p14:nvContentPartPr>
            <p14:xfrm>
              <a:off x="6632960" y="3717640"/>
              <a:ext cx="4164480" cy="5436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8C6A122-7E58-AD4F-7282-72CB348CE69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6628640" y="3713320"/>
                <a:ext cx="417312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B9358DCF-1261-A9BC-46A7-B83A43C834C6}"/>
                  </a:ext>
                </a:extLst>
              </p14:cNvPr>
              <p14:cNvContentPartPr/>
              <p14:nvPr/>
            </p14:nvContentPartPr>
            <p14:xfrm>
              <a:off x="8294000" y="1867240"/>
              <a:ext cx="293040" cy="373500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B9358DCF-1261-A9BC-46A7-B83A43C834C6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289680" y="1862920"/>
                <a:ext cx="301680" cy="3743640"/>
              </a:xfrm>
              <a:prstGeom prst="rect">
                <a:avLst/>
              </a:prstGeom>
            </p:spPr>
          </p:pic>
        </mc:Fallback>
      </mc:AlternateContent>
      <p:grpSp>
        <p:nvGrpSpPr>
          <p:cNvPr id="27" name="Group 26">
            <a:extLst>
              <a:ext uri="{FF2B5EF4-FFF2-40B4-BE49-F238E27FC236}">
                <a16:creationId xmlns:a16="http://schemas.microsoft.com/office/drawing/2014/main" id="{8E502E0F-5EAD-171E-5BB6-4D525501AD78}"/>
              </a:ext>
            </a:extLst>
          </p:cNvPr>
          <p:cNvGrpSpPr/>
          <p:nvPr/>
        </p:nvGrpSpPr>
        <p:grpSpPr>
          <a:xfrm>
            <a:off x="8545640" y="4172680"/>
            <a:ext cx="1204560" cy="293760"/>
            <a:chOff x="8545640" y="4172680"/>
            <a:chExt cx="1204560" cy="29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604C23AA-C74F-2A73-A1A6-E0A8F81FF303}"/>
                    </a:ext>
                  </a:extLst>
                </p14:cNvPr>
                <p14:cNvContentPartPr/>
                <p14:nvPr/>
              </p14:nvContentPartPr>
              <p14:xfrm>
                <a:off x="8545640" y="4174120"/>
                <a:ext cx="529560" cy="292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604C23AA-C74F-2A73-A1A6-E0A8F81FF30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541320" y="4169800"/>
                  <a:ext cx="53820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177EE9-886D-3598-E382-2D7E2C14E36B}"/>
                    </a:ext>
                  </a:extLst>
                </p14:cNvPr>
                <p14:cNvContentPartPr/>
                <p14:nvPr/>
              </p14:nvContentPartPr>
              <p14:xfrm>
                <a:off x="9241880" y="4195360"/>
                <a:ext cx="154800" cy="32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177EE9-886D-3598-E382-2D7E2C14E36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237560" y="4191040"/>
                  <a:ext cx="16344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0E0052A5-6D0B-DF51-A815-874E24D126A7}"/>
                    </a:ext>
                  </a:extLst>
                </p14:cNvPr>
                <p14:cNvContentPartPr/>
                <p14:nvPr/>
              </p14:nvContentPartPr>
              <p14:xfrm>
                <a:off x="9236480" y="4294720"/>
                <a:ext cx="147600" cy="3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0E0052A5-6D0B-DF51-A815-874E24D126A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232160" y="4290400"/>
                  <a:ext cx="156240" cy="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E1E0547-E077-C480-45CD-B0145F00A4E0}"/>
                    </a:ext>
                  </a:extLst>
                </p14:cNvPr>
                <p14:cNvContentPartPr/>
                <p14:nvPr/>
              </p14:nvContentPartPr>
              <p14:xfrm>
                <a:off x="9519440" y="4172680"/>
                <a:ext cx="230760" cy="1728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E1E0547-E077-C480-45CD-B0145F00A4E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515120" y="4168360"/>
                  <a:ext cx="239400" cy="181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8A0ED07E-8846-BAC3-DD5B-84A264A48E38}"/>
              </a:ext>
            </a:extLst>
          </p:cNvPr>
          <p:cNvGrpSpPr/>
          <p:nvPr/>
        </p:nvGrpSpPr>
        <p:grpSpPr>
          <a:xfrm>
            <a:off x="6844640" y="2262520"/>
            <a:ext cx="3270960" cy="1431000"/>
            <a:chOff x="6844640" y="2262520"/>
            <a:chExt cx="3270960" cy="14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FD47444-1140-E3FB-34CE-A81849278529}"/>
                    </a:ext>
                  </a:extLst>
                </p14:cNvPr>
                <p14:cNvContentPartPr/>
                <p14:nvPr/>
              </p14:nvContentPartPr>
              <p14:xfrm>
                <a:off x="6844640" y="2282320"/>
                <a:ext cx="1736640" cy="13824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FD47444-1140-E3FB-34CE-A81849278529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840320" y="2278000"/>
                  <a:ext cx="1745280" cy="13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D610390-78A5-F3A7-F3FB-541C4459B99C}"/>
                    </a:ext>
                  </a:extLst>
                </p14:cNvPr>
                <p14:cNvContentPartPr/>
                <p14:nvPr/>
              </p14:nvContentPartPr>
              <p14:xfrm>
                <a:off x="8470040" y="2337040"/>
                <a:ext cx="42840" cy="30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D610390-78A5-F3A7-F3FB-541C4459B99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65720" y="2332720"/>
                  <a:ext cx="514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5ED91C-EFC4-7ED4-2A85-EB25A01EE28C}"/>
                    </a:ext>
                  </a:extLst>
                </p14:cNvPr>
                <p14:cNvContentPartPr/>
                <p14:nvPr/>
              </p14:nvContentPartPr>
              <p14:xfrm>
                <a:off x="8470040" y="2262520"/>
                <a:ext cx="1415520" cy="1431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5ED91C-EFC4-7ED4-2A85-EB25A01EE28C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465720" y="2258200"/>
                  <a:ext cx="1424160" cy="14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7038F08A-1C75-04AE-B138-71C4A59E2B97}"/>
                    </a:ext>
                  </a:extLst>
                </p14:cNvPr>
                <p14:cNvContentPartPr/>
                <p14:nvPr/>
              </p14:nvContentPartPr>
              <p14:xfrm>
                <a:off x="9219920" y="2318320"/>
                <a:ext cx="293400" cy="221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7038F08A-1C75-04AE-B138-71C4A59E2B97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215600" y="2314000"/>
                  <a:ext cx="302040" cy="22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43DF7AD-4657-A243-9979-5CC5C8207B4A}"/>
                    </a:ext>
                  </a:extLst>
                </p14:cNvPr>
                <p14:cNvContentPartPr/>
                <p14:nvPr/>
              </p14:nvContentPartPr>
              <p14:xfrm>
                <a:off x="9664520" y="2440720"/>
                <a:ext cx="146520" cy="176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43DF7AD-4657-A243-9979-5CC5C8207B4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660200" y="2436400"/>
                  <a:ext cx="15516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C9035185-60B4-4FCC-553D-15B14C92AC75}"/>
                    </a:ext>
                  </a:extLst>
                </p14:cNvPr>
                <p14:cNvContentPartPr/>
                <p14:nvPr/>
              </p14:nvContentPartPr>
              <p14:xfrm>
                <a:off x="9640400" y="2513080"/>
                <a:ext cx="184680" cy="194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C9035185-60B4-4FCC-553D-15B14C92AC75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9636080" y="2508760"/>
                  <a:ext cx="19332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05771572-0A38-346F-5708-56F8F4050682}"/>
                    </a:ext>
                  </a:extLst>
                </p14:cNvPr>
                <p14:cNvContentPartPr/>
                <p14:nvPr/>
              </p14:nvContentPartPr>
              <p14:xfrm>
                <a:off x="10056560" y="2315080"/>
                <a:ext cx="59040" cy="1980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05771572-0A38-346F-5708-56F8F405068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052240" y="2310760"/>
                  <a:ext cx="6768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28E5D5A-002C-A69C-77FF-8F009C6CD1A0}"/>
                    </a:ext>
                  </a:extLst>
                </p14:cNvPr>
                <p14:cNvContentPartPr/>
                <p14:nvPr/>
              </p14:nvContentPartPr>
              <p14:xfrm>
                <a:off x="8514320" y="2873440"/>
                <a:ext cx="560880" cy="3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28E5D5A-002C-A69C-77FF-8F009C6CD1A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510000" y="2869120"/>
                  <a:ext cx="56952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3012C61-ABC9-459A-B763-CD0D0BC5372F}"/>
                    </a:ext>
                  </a:extLst>
                </p14:cNvPr>
                <p14:cNvContentPartPr/>
                <p14:nvPr/>
              </p14:nvContentPartPr>
              <p14:xfrm>
                <a:off x="8967560" y="2770480"/>
                <a:ext cx="181080" cy="1936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3012C61-ABC9-459A-B763-CD0D0BC5372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963240" y="2766160"/>
                  <a:ext cx="189720" cy="20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A6258C0-9B5B-F4B2-A000-7B7AE47E1458}"/>
                    </a:ext>
                  </a:extLst>
                </p14:cNvPr>
                <p14:cNvContentPartPr/>
                <p14:nvPr/>
              </p14:nvContentPartPr>
              <p14:xfrm>
                <a:off x="8517560" y="2829160"/>
                <a:ext cx="123480" cy="1684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A6258C0-9B5B-F4B2-A000-7B7AE47E145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513240" y="2824840"/>
                  <a:ext cx="132120" cy="177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1D5CEF99-0EBD-10D2-C5EB-D7BF43AD25CD}"/>
              </a:ext>
            </a:extLst>
          </p:cNvPr>
          <p:cNvGrpSpPr/>
          <p:nvPr/>
        </p:nvGrpSpPr>
        <p:grpSpPr>
          <a:xfrm>
            <a:off x="7090880" y="283600"/>
            <a:ext cx="3183840" cy="499680"/>
            <a:chOff x="7090880" y="283600"/>
            <a:chExt cx="3183840" cy="499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D1D96041-8C6E-081F-E8EF-EA06A76A4EB8}"/>
                    </a:ext>
                  </a:extLst>
                </p14:cNvPr>
                <p14:cNvContentPartPr/>
                <p14:nvPr/>
              </p14:nvContentPartPr>
              <p14:xfrm>
                <a:off x="7090880" y="507160"/>
                <a:ext cx="239760" cy="276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D1D96041-8C6E-081F-E8EF-EA06A76A4EB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086560" y="502840"/>
                  <a:ext cx="24840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3BF0C84-601D-6FCA-F340-F5A16AA9970E}"/>
                    </a:ext>
                  </a:extLst>
                </p14:cNvPr>
                <p14:cNvContentPartPr/>
                <p14:nvPr/>
              </p14:nvContentPartPr>
              <p14:xfrm>
                <a:off x="7398320" y="396280"/>
                <a:ext cx="178560" cy="34164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3BF0C84-601D-6FCA-F340-F5A16AA9970E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394000" y="391960"/>
                  <a:ext cx="187200" cy="35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64442EF-6C88-1FA8-3699-CDB9DD531911}"/>
                    </a:ext>
                  </a:extLst>
                </p14:cNvPr>
                <p14:cNvContentPartPr/>
                <p14:nvPr/>
              </p14:nvContentPartPr>
              <p14:xfrm>
                <a:off x="7385360" y="546040"/>
                <a:ext cx="338040" cy="68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64442EF-6C88-1FA8-3699-CDB9DD531911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381040" y="541720"/>
                  <a:ext cx="346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009B5FC-2EE3-EAC5-63C5-BF16BF85608F}"/>
                    </a:ext>
                  </a:extLst>
                </p14:cNvPr>
                <p14:cNvContentPartPr/>
                <p14:nvPr/>
              </p14:nvContentPartPr>
              <p14:xfrm>
                <a:off x="7591280" y="597520"/>
                <a:ext cx="232560" cy="1411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009B5FC-2EE3-EAC5-63C5-BF16BF85608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86960" y="593200"/>
                  <a:ext cx="241200" cy="14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6EB320EA-DE55-3215-0F9C-F7A80C69BD04}"/>
                    </a:ext>
                  </a:extLst>
                </p14:cNvPr>
                <p14:cNvContentPartPr/>
                <p14:nvPr/>
              </p14:nvContentPartPr>
              <p14:xfrm>
                <a:off x="7874960" y="624880"/>
                <a:ext cx="193680" cy="100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6EB320EA-DE55-3215-0F9C-F7A80C69BD0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870640" y="620560"/>
                  <a:ext cx="202320" cy="10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E70ECF7-86E3-04E1-B976-95187F45489D}"/>
                    </a:ext>
                  </a:extLst>
                </p14:cNvPr>
                <p14:cNvContentPartPr/>
                <p14:nvPr/>
              </p14:nvContentPartPr>
              <p14:xfrm>
                <a:off x="8141360" y="401680"/>
                <a:ext cx="332640" cy="33192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E70ECF7-86E3-04E1-B976-95187F45489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137040" y="397360"/>
                  <a:ext cx="341280" cy="34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87550A77-685D-8515-2B7E-870121F5B19D}"/>
                    </a:ext>
                  </a:extLst>
                </p14:cNvPr>
                <p14:cNvContentPartPr/>
                <p14:nvPr/>
              </p14:nvContentPartPr>
              <p14:xfrm>
                <a:off x="8449880" y="622720"/>
                <a:ext cx="163800" cy="125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87550A77-685D-8515-2B7E-870121F5B19D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445560" y="618400"/>
                  <a:ext cx="17244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861EA55B-05E2-85C7-5D8B-ED3BD3976E9A}"/>
                    </a:ext>
                  </a:extLst>
                </p14:cNvPr>
                <p14:cNvContentPartPr/>
                <p14:nvPr/>
              </p14:nvContentPartPr>
              <p14:xfrm>
                <a:off x="8706920" y="577720"/>
                <a:ext cx="80280" cy="129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861EA55B-05E2-85C7-5D8B-ED3BD3976E9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702600" y="573400"/>
                  <a:ext cx="8892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8FE4164-D164-8476-0A02-9573E829FEE6}"/>
                    </a:ext>
                  </a:extLst>
                </p14:cNvPr>
                <p14:cNvContentPartPr/>
                <p14:nvPr/>
              </p14:nvContentPartPr>
              <p14:xfrm>
                <a:off x="8866040" y="283600"/>
                <a:ext cx="455760" cy="4032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8FE4164-D164-8476-0A02-9573E829FEE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861720" y="279280"/>
                  <a:ext cx="4644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6150AD1-B616-9D24-CEB9-DE44DCDBB923}"/>
                    </a:ext>
                  </a:extLst>
                </p14:cNvPr>
                <p14:cNvContentPartPr/>
                <p14:nvPr/>
              </p14:nvContentPartPr>
              <p14:xfrm>
                <a:off x="9341240" y="382600"/>
                <a:ext cx="36360" cy="7704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6150AD1-B616-9D24-CEB9-DE44DCDBB92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336920" y="378280"/>
                  <a:ext cx="45000" cy="8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142357F-2476-80EC-7C61-C96E3AEE455F}"/>
                    </a:ext>
                  </a:extLst>
                </p14:cNvPr>
                <p14:cNvContentPartPr/>
                <p14:nvPr/>
              </p14:nvContentPartPr>
              <p14:xfrm>
                <a:off x="9422600" y="528040"/>
                <a:ext cx="255960" cy="148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42357F-2476-80EC-7C61-C96E3AEE455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418280" y="523720"/>
                  <a:ext cx="264600" cy="15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6F9FD33-9A9B-E226-1BBD-1E12F0F2497D}"/>
                    </a:ext>
                  </a:extLst>
                </p14:cNvPr>
                <p14:cNvContentPartPr/>
                <p14:nvPr/>
              </p14:nvContentPartPr>
              <p14:xfrm>
                <a:off x="9435200" y="598600"/>
                <a:ext cx="181080" cy="7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6F9FD33-9A9B-E226-1BBD-1E12F0F2497D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430880" y="594280"/>
                  <a:ext cx="189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A970375-A541-8BEC-DE4E-9465D5519F7D}"/>
                    </a:ext>
                  </a:extLst>
                </p14:cNvPr>
                <p14:cNvContentPartPr/>
                <p14:nvPr/>
              </p14:nvContentPartPr>
              <p14:xfrm>
                <a:off x="9711680" y="554320"/>
                <a:ext cx="133200" cy="1573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A970375-A541-8BEC-DE4E-9465D5519F7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07360" y="550000"/>
                  <a:ext cx="14184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10ADA28-C408-DF7C-A263-088DB90B4FF8}"/>
                    </a:ext>
                  </a:extLst>
                </p14:cNvPr>
                <p14:cNvContentPartPr/>
                <p14:nvPr/>
              </p14:nvContentPartPr>
              <p14:xfrm>
                <a:off x="9973400" y="335800"/>
                <a:ext cx="301320" cy="406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10ADA28-C408-DF7C-A263-088DB90B4FF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969080" y="331480"/>
                  <a:ext cx="309960" cy="415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F74B4F9F-9905-6AEB-93D0-6CCE186DE7A5}"/>
              </a:ext>
            </a:extLst>
          </p:cNvPr>
          <p:cNvGrpSpPr/>
          <p:nvPr/>
        </p:nvGrpSpPr>
        <p:grpSpPr>
          <a:xfrm>
            <a:off x="7898360" y="960040"/>
            <a:ext cx="3365280" cy="808200"/>
            <a:chOff x="7898360" y="960040"/>
            <a:chExt cx="3365280" cy="80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46EC10-6D22-4A5C-146C-808395A1F125}"/>
                    </a:ext>
                  </a:extLst>
                </p14:cNvPr>
                <p14:cNvContentPartPr/>
                <p14:nvPr/>
              </p14:nvContentPartPr>
              <p14:xfrm>
                <a:off x="7898360" y="1202680"/>
                <a:ext cx="108000" cy="14904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46EC10-6D22-4A5C-146C-808395A1F125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894040" y="1198360"/>
                  <a:ext cx="1166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D7DAD5-A4C6-39A9-9DBE-20BD6F5C9351}"/>
                    </a:ext>
                  </a:extLst>
                </p14:cNvPr>
                <p14:cNvContentPartPr/>
                <p14:nvPr/>
              </p14:nvContentPartPr>
              <p14:xfrm>
                <a:off x="8084480" y="960040"/>
                <a:ext cx="250560" cy="335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D7DAD5-A4C6-39A9-9DBE-20BD6F5C935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080160" y="955720"/>
                  <a:ext cx="259200" cy="34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070962A-54F9-C703-E228-B3C3395908AE}"/>
                    </a:ext>
                  </a:extLst>
                </p14:cNvPr>
                <p14:cNvContentPartPr/>
                <p14:nvPr/>
              </p14:nvContentPartPr>
              <p14:xfrm>
                <a:off x="8318840" y="1114840"/>
                <a:ext cx="110520" cy="1152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070962A-54F9-C703-E228-B3C3395908AE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314520" y="1110520"/>
                  <a:ext cx="119160" cy="12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1B5F066-3C0B-F030-BAF0-33952B873F64}"/>
                    </a:ext>
                  </a:extLst>
                </p14:cNvPr>
                <p14:cNvContentPartPr/>
                <p14:nvPr/>
              </p14:nvContentPartPr>
              <p14:xfrm>
                <a:off x="8517920" y="1044640"/>
                <a:ext cx="112320" cy="1897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1B5F066-3C0B-F030-BAF0-33952B873F6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8513600" y="1040320"/>
                  <a:ext cx="120960" cy="19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E0F9F2F4-7BEE-6E5D-916C-D080CB72B9B5}"/>
                    </a:ext>
                  </a:extLst>
                </p14:cNvPr>
                <p14:cNvContentPartPr/>
                <p14:nvPr/>
              </p14:nvContentPartPr>
              <p14:xfrm>
                <a:off x="8683880" y="1141120"/>
                <a:ext cx="352440" cy="799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E0F9F2F4-7BEE-6E5D-916C-D080CB72B9B5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8679560" y="1136800"/>
                  <a:ext cx="3610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6CE458F-C591-9A09-CCAF-0F44F564B761}"/>
                    </a:ext>
                  </a:extLst>
                </p14:cNvPr>
                <p14:cNvContentPartPr/>
                <p14:nvPr/>
              </p14:nvContentPartPr>
              <p14:xfrm>
                <a:off x="9074840" y="967960"/>
                <a:ext cx="411480" cy="3589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6CE458F-C591-9A09-CCAF-0F44F564B76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070520" y="963640"/>
                  <a:ext cx="42012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8E8750D6-0F81-AAB4-72E8-9CCE0854C46A}"/>
                    </a:ext>
                  </a:extLst>
                </p14:cNvPr>
                <p14:cNvContentPartPr/>
                <p14:nvPr/>
              </p14:nvContentPartPr>
              <p14:xfrm>
                <a:off x="9164480" y="1488160"/>
                <a:ext cx="66240" cy="12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8E8750D6-0F81-AAB4-72E8-9CCE0854C4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60160" y="1483840"/>
                  <a:ext cx="748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7770200-4D9B-BCA2-0A01-60B7B06C1EA9}"/>
                    </a:ext>
                  </a:extLst>
                </p14:cNvPr>
                <p14:cNvContentPartPr/>
                <p14:nvPr/>
              </p14:nvContentPartPr>
              <p14:xfrm>
                <a:off x="8991320" y="1319320"/>
                <a:ext cx="320400" cy="448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7770200-4D9B-BCA2-0A01-60B7B06C1EA9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987000" y="1315000"/>
                  <a:ext cx="329040" cy="4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AD0AB981-62B5-6987-F3DD-F5D9E4A56A9F}"/>
                    </a:ext>
                  </a:extLst>
                </p14:cNvPr>
                <p14:cNvContentPartPr/>
                <p14:nvPr/>
              </p14:nvContentPartPr>
              <p14:xfrm>
                <a:off x="9354920" y="1618840"/>
                <a:ext cx="62640" cy="788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AD0AB981-62B5-6987-F3DD-F5D9E4A56A9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9350600" y="1614520"/>
                  <a:ext cx="71280" cy="87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311C406-0242-5DAB-428B-548CF4B9B3A4}"/>
                    </a:ext>
                  </a:extLst>
                </p14:cNvPr>
                <p14:cNvContentPartPr/>
                <p14:nvPr/>
              </p14:nvContentPartPr>
              <p14:xfrm>
                <a:off x="9498560" y="1451080"/>
                <a:ext cx="5040" cy="73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311C406-0242-5DAB-428B-548CF4B9B3A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94240" y="1446760"/>
                  <a:ext cx="13680" cy="8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1BE26E60-93C6-8EB1-B230-8D710509A854}"/>
                    </a:ext>
                  </a:extLst>
                </p14:cNvPr>
                <p14:cNvContentPartPr/>
                <p14:nvPr/>
              </p14:nvContentPartPr>
              <p14:xfrm>
                <a:off x="9489560" y="1594360"/>
                <a:ext cx="110520" cy="116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1BE26E60-93C6-8EB1-B230-8D710509A85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485240" y="1590040"/>
                  <a:ext cx="11916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2B9C042-C047-74BA-DECF-5CAA619AB199}"/>
                    </a:ext>
                  </a:extLst>
                </p14:cNvPr>
                <p14:cNvContentPartPr/>
                <p14:nvPr/>
              </p14:nvContentPartPr>
              <p14:xfrm>
                <a:off x="9677480" y="1347040"/>
                <a:ext cx="216360" cy="326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2B9C042-C047-74BA-DECF-5CAA619AB19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673160" y="1342720"/>
                  <a:ext cx="22500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E1D6BAC-B2CF-FC1D-28C4-6D4DAA920581}"/>
                    </a:ext>
                  </a:extLst>
                </p14:cNvPr>
                <p14:cNvContentPartPr/>
                <p14:nvPr/>
              </p14:nvContentPartPr>
              <p14:xfrm>
                <a:off x="9707000" y="1475200"/>
                <a:ext cx="185400" cy="1872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E1D6BAC-B2CF-FC1D-28C4-6D4DAA92058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702680" y="1470880"/>
                  <a:ext cx="19404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9B69CED-AA33-8E73-186B-6A452B50DF2F}"/>
                    </a:ext>
                  </a:extLst>
                </p14:cNvPr>
                <p14:cNvContentPartPr/>
                <p14:nvPr/>
              </p14:nvContentPartPr>
              <p14:xfrm>
                <a:off x="9917600" y="1593640"/>
                <a:ext cx="39240" cy="637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9B69CED-AA33-8E73-186B-6A452B50DF2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13280" y="1589320"/>
                  <a:ext cx="478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59905B9E-8707-7820-41F2-754E7DBE3F50}"/>
                    </a:ext>
                  </a:extLst>
                </p14:cNvPr>
                <p14:cNvContentPartPr/>
                <p14:nvPr/>
              </p14:nvContentPartPr>
              <p14:xfrm>
                <a:off x="10090040" y="1362520"/>
                <a:ext cx="12240" cy="489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59905B9E-8707-7820-41F2-754E7DBE3F5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085720" y="1358200"/>
                  <a:ext cx="2088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EBC0E9A7-94BF-B111-3379-68126CBAD31E}"/>
                    </a:ext>
                  </a:extLst>
                </p14:cNvPr>
                <p14:cNvContentPartPr/>
                <p14:nvPr/>
              </p14:nvContentPartPr>
              <p14:xfrm>
                <a:off x="10104080" y="1302760"/>
                <a:ext cx="380160" cy="4240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EBC0E9A7-94BF-B111-3379-68126CBAD31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099760" y="1298440"/>
                  <a:ext cx="38880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1B74062-6881-F481-1F2F-1EAC138E823E}"/>
                    </a:ext>
                  </a:extLst>
                </p14:cNvPr>
                <p14:cNvContentPartPr/>
                <p14:nvPr/>
              </p14:nvContentPartPr>
              <p14:xfrm>
                <a:off x="10551560" y="1319320"/>
                <a:ext cx="198000" cy="329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1B74062-6881-F481-1F2F-1EAC138E823E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547240" y="1315000"/>
                  <a:ext cx="20664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DD935979-854E-B8EA-4C81-D2CFB1EAEF91}"/>
                    </a:ext>
                  </a:extLst>
                </p14:cNvPr>
                <p14:cNvContentPartPr/>
                <p14:nvPr/>
              </p14:nvContentPartPr>
              <p14:xfrm>
                <a:off x="10510880" y="1526680"/>
                <a:ext cx="248040" cy="1040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DD935979-854E-B8EA-4C81-D2CFB1EAEF9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06560" y="1522360"/>
                  <a:ext cx="256680" cy="11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F67ACA2-07B8-B6E4-C98D-9F39809845B2}"/>
                    </a:ext>
                  </a:extLst>
                </p14:cNvPr>
                <p14:cNvContentPartPr/>
                <p14:nvPr/>
              </p14:nvContentPartPr>
              <p14:xfrm>
                <a:off x="10862240" y="1412200"/>
                <a:ext cx="20160" cy="72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F67ACA2-07B8-B6E4-C98D-9F39809845B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857920" y="1407880"/>
                  <a:ext cx="2880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3360264-4F27-F553-B909-DD2ACCB610A0}"/>
                    </a:ext>
                  </a:extLst>
                </p14:cNvPr>
                <p14:cNvContentPartPr/>
                <p14:nvPr/>
              </p14:nvContentPartPr>
              <p14:xfrm>
                <a:off x="10855760" y="1465120"/>
                <a:ext cx="407880" cy="16272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3360264-4F27-F553-B909-DD2ACCB610A0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851440" y="1460800"/>
                  <a:ext cx="416520" cy="17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58FCCD5-0BB0-0248-28EE-22DC092A1D8D}"/>
              </a:ext>
            </a:extLst>
          </p:cNvPr>
          <p:cNvGrpSpPr/>
          <p:nvPr/>
        </p:nvGrpSpPr>
        <p:grpSpPr>
          <a:xfrm>
            <a:off x="10972040" y="3671560"/>
            <a:ext cx="199440" cy="281520"/>
            <a:chOff x="10972040" y="3671560"/>
            <a:chExt cx="199440" cy="281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C8E7F732-C253-7753-77BA-3CF63279CDC1}"/>
                    </a:ext>
                  </a:extLst>
                </p14:cNvPr>
                <p14:cNvContentPartPr/>
                <p14:nvPr/>
              </p14:nvContentPartPr>
              <p14:xfrm>
                <a:off x="10972040" y="3671560"/>
                <a:ext cx="194040" cy="2815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C8E7F732-C253-7753-77BA-3CF63279CDC1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967720" y="3667240"/>
                  <a:ext cx="2026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A096D72-BDCE-C8C3-546B-49EE92603B8A}"/>
                    </a:ext>
                  </a:extLst>
                </p14:cNvPr>
                <p14:cNvContentPartPr/>
                <p14:nvPr/>
              </p14:nvContentPartPr>
              <p14:xfrm>
                <a:off x="10976000" y="3821320"/>
                <a:ext cx="195480" cy="53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A096D72-BDCE-C8C3-546B-49EE92603B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971680" y="3817000"/>
                  <a:ext cx="204120" cy="6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8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BA7E1120-24FD-E125-6C97-5F91CFB68DC7}"/>
                  </a:ext>
                </a:extLst>
              </p14:cNvPr>
              <p14:cNvContentPartPr/>
              <p14:nvPr/>
            </p14:nvContentPartPr>
            <p14:xfrm>
              <a:off x="7758680" y="2677600"/>
              <a:ext cx="567000" cy="936000"/>
            </p14:xfrm>
          </p:contentPart>
        </mc:Choice>
        <mc:Fallback xmlns=""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BA7E1120-24FD-E125-6C97-5F91CFB68DC7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7669040" y="2497960"/>
                <a:ext cx="746640" cy="129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0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F3FA1BA4-E017-EF8C-18B6-281994515423}"/>
                  </a:ext>
                </a:extLst>
              </p14:cNvPr>
              <p14:cNvContentPartPr/>
              <p14:nvPr/>
            </p14:nvContentPartPr>
            <p14:xfrm>
              <a:off x="8413880" y="2790280"/>
              <a:ext cx="27360" cy="71640"/>
            </p14:xfrm>
          </p:contentPart>
        </mc:Choice>
        <mc:Fallback xmlns=""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F3FA1BA4-E017-EF8C-18B6-281994515423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8324240" y="2610280"/>
                <a:ext cx="207000" cy="43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B557E1B4-3129-377B-8AA5-DB98210E0A9E}"/>
                  </a:ext>
                </a:extLst>
              </p14:cNvPr>
              <p14:cNvContentPartPr/>
              <p14:nvPr/>
            </p14:nvContentPartPr>
            <p14:xfrm>
              <a:off x="8300120" y="3084760"/>
              <a:ext cx="11160" cy="1476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B557E1B4-3129-377B-8AA5-DB98210E0A9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8210480" y="2904760"/>
                <a:ext cx="190800" cy="50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4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CAD93FF8-D51C-C26F-61C6-E64329FD0B06}"/>
                  </a:ext>
                </a:extLst>
              </p14:cNvPr>
              <p14:cNvContentPartPr/>
              <p14:nvPr/>
            </p14:nvContentPartPr>
            <p14:xfrm>
              <a:off x="8273840" y="3272320"/>
              <a:ext cx="6840" cy="91440"/>
            </p14:xfrm>
          </p:contentPart>
        </mc:Choice>
        <mc:Fallback xmlns=""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CAD93FF8-D51C-C26F-61C6-E64329FD0B06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8184200" y="3092680"/>
                <a:ext cx="186480" cy="45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6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CF0F203E-9C13-AA06-28FC-41E7FA16911D}"/>
                  </a:ext>
                </a:extLst>
              </p14:cNvPr>
              <p14:cNvContentPartPr/>
              <p14:nvPr/>
            </p14:nvContentPartPr>
            <p14:xfrm>
              <a:off x="8301920" y="3444760"/>
              <a:ext cx="58320" cy="66240"/>
            </p14:xfrm>
          </p:contentPart>
        </mc:Choice>
        <mc:Fallback xmlns=""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CF0F203E-9C13-AA06-28FC-41E7FA16911D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212280" y="3265120"/>
                <a:ext cx="237960" cy="425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8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1E843439-5365-2AE5-777E-997C28F863B4}"/>
                  </a:ext>
                </a:extLst>
              </p14:cNvPr>
              <p14:cNvContentPartPr/>
              <p14:nvPr/>
            </p14:nvContentPartPr>
            <p14:xfrm>
              <a:off x="8366000" y="3551320"/>
              <a:ext cx="21960" cy="21240"/>
            </p14:xfrm>
          </p:contentPart>
        </mc:Choice>
        <mc:Fallback xmlns=""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1E843439-5365-2AE5-777E-997C28F863B4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276360" y="3371680"/>
                <a:ext cx="201600" cy="38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0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3E22E29-026A-149A-6CB5-C9D81DA9B666}"/>
                  </a:ext>
                </a:extLst>
              </p14:cNvPr>
              <p14:cNvContentPartPr/>
              <p14:nvPr/>
            </p14:nvContentPartPr>
            <p14:xfrm>
              <a:off x="8449160" y="3616480"/>
              <a:ext cx="360" cy="36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3E22E29-026A-149A-6CB5-C9D81DA9B666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359160" y="3436840"/>
                <a:ext cx="180000" cy="360000"/>
              </a:xfrm>
              <a:prstGeom prst="rect">
                <a:avLst/>
              </a:prstGeom>
            </p:spPr>
          </p:pic>
        </mc:Fallback>
      </mc:AlternateContent>
      <p:grpSp>
        <p:nvGrpSpPr>
          <p:cNvPr id="91" name="Group 90">
            <a:extLst>
              <a:ext uri="{FF2B5EF4-FFF2-40B4-BE49-F238E27FC236}">
                <a16:creationId xmlns:a16="http://schemas.microsoft.com/office/drawing/2014/main" id="{ED1F5D4C-B1E9-9F16-5B63-4D437C916901}"/>
              </a:ext>
            </a:extLst>
          </p:cNvPr>
          <p:cNvGrpSpPr/>
          <p:nvPr/>
        </p:nvGrpSpPr>
        <p:grpSpPr>
          <a:xfrm>
            <a:off x="6859760" y="1994680"/>
            <a:ext cx="605520" cy="283320"/>
            <a:chOff x="6859760" y="1994680"/>
            <a:chExt cx="605520" cy="28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70C79C0F-31D7-9FD0-40B2-AD36564544E1}"/>
                    </a:ext>
                  </a:extLst>
                </p14:cNvPr>
                <p14:cNvContentPartPr/>
                <p14:nvPr/>
              </p14:nvContentPartPr>
              <p14:xfrm>
                <a:off x="6859760" y="1994680"/>
                <a:ext cx="168840" cy="2689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70C79C0F-31D7-9FD0-40B2-AD36564544E1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6855440" y="1990360"/>
                  <a:ext cx="177480" cy="2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0A7D98E3-E574-7593-6854-75C037CFA055}"/>
                    </a:ext>
                  </a:extLst>
                </p14:cNvPr>
                <p14:cNvContentPartPr/>
                <p14:nvPr/>
              </p14:nvContentPartPr>
              <p14:xfrm>
                <a:off x="7096280" y="2247400"/>
                <a:ext cx="10080" cy="75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0A7D98E3-E574-7593-6854-75C037CFA055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7091960" y="2243080"/>
                  <a:ext cx="1872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6FD3C6A-9579-A831-4853-E8BCC1E4B856}"/>
                    </a:ext>
                  </a:extLst>
                </p14:cNvPr>
                <p14:cNvContentPartPr/>
                <p14:nvPr/>
              </p14:nvContentPartPr>
              <p14:xfrm>
                <a:off x="7198520" y="2065240"/>
                <a:ext cx="145800" cy="21276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6FD3C6A-9579-A831-4853-E8BCC1E4B85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7194200" y="2060920"/>
                  <a:ext cx="1544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6E6BDF8-D143-D905-11F7-AFA0BBDE01BC}"/>
                    </a:ext>
                  </a:extLst>
                </p14:cNvPr>
                <p14:cNvContentPartPr/>
                <p14:nvPr/>
              </p14:nvContentPartPr>
              <p14:xfrm>
                <a:off x="7337480" y="2024560"/>
                <a:ext cx="127800" cy="601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6E6BDF8-D143-D905-11F7-AFA0BBDE01B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7333160" y="2020240"/>
                  <a:ext cx="136440" cy="6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0" name="Group 89">
            <a:extLst>
              <a:ext uri="{FF2B5EF4-FFF2-40B4-BE49-F238E27FC236}">
                <a16:creationId xmlns:a16="http://schemas.microsoft.com/office/drawing/2014/main" id="{215EDD63-DB41-98D9-1AFB-8C2AEF855744}"/>
              </a:ext>
            </a:extLst>
          </p:cNvPr>
          <p:cNvGrpSpPr/>
          <p:nvPr/>
        </p:nvGrpSpPr>
        <p:grpSpPr>
          <a:xfrm>
            <a:off x="7274120" y="2676520"/>
            <a:ext cx="885600" cy="624960"/>
            <a:chOff x="7274120" y="2676520"/>
            <a:chExt cx="885600" cy="624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69FC1ED-33E7-0A2A-2265-0A91D87580FF}"/>
                    </a:ext>
                  </a:extLst>
                </p14:cNvPr>
                <p14:cNvContentPartPr/>
                <p14:nvPr/>
              </p14:nvContentPartPr>
              <p14:xfrm>
                <a:off x="7274120" y="2676520"/>
                <a:ext cx="803160" cy="5853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69FC1ED-33E7-0A2A-2265-0A91D87580FF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269800" y="2672200"/>
                  <a:ext cx="811800" cy="5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52E44513-F336-B1E2-1381-728827FF670E}"/>
                    </a:ext>
                  </a:extLst>
                </p14:cNvPr>
                <p14:cNvContentPartPr/>
                <p14:nvPr/>
              </p14:nvContentPartPr>
              <p14:xfrm>
                <a:off x="8050640" y="3228760"/>
                <a:ext cx="109080" cy="727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52E44513-F336-B1E2-1381-728827FF670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8046320" y="3224440"/>
                  <a:ext cx="117720" cy="81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CFFCC457-EF5C-BA75-DF25-4B83E1B79E11}"/>
              </a:ext>
            </a:extLst>
          </p:cNvPr>
          <p:cNvGrpSpPr/>
          <p:nvPr/>
        </p:nvGrpSpPr>
        <p:grpSpPr>
          <a:xfrm>
            <a:off x="796280" y="2351440"/>
            <a:ext cx="3598920" cy="649440"/>
            <a:chOff x="796280" y="2351440"/>
            <a:chExt cx="3598920" cy="64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F69547D9-B78F-BC90-AA66-183708DDD6FC}"/>
                    </a:ext>
                  </a:extLst>
                </p14:cNvPr>
                <p14:cNvContentPartPr/>
                <p14:nvPr/>
              </p14:nvContentPartPr>
              <p14:xfrm>
                <a:off x="796280" y="2587960"/>
                <a:ext cx="190800" cy="3218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F69547D9-B78F-BC90-AA66-183708DDD6FC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791960" y="2583640"/>
                  <a:ext cx="19944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473CBF-FC12-76DB-D348-F9D6338B1CAD}"/>
                    </a:ext>
                  </a:extLst>
                </p14:cNvPr>
                <p14:cNvContentPartPr/>
                <p14:nvPr/>
              </p14:nvContentPartPr>
              <p14:xfrm>
                <a:off x="812840" y="2735200"/>
                <a:ext cx="304560" cy="1944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473CBF-FC12-76DB-D348-F9D6338B1CAD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08520" y="2730880"/>
                  <a:ext cx="3132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CEEFBB76-3529-090F-3A04-B1CF69037CD3}"/>
                    </a:ext>
                  </a:extLst>
                </p14:cNvPr>
                <p14:cNvContentPartPr/>
                <p14:nvPr/>
              </p14:nvContentPartPr>
              <p14:xfrm>
                <a:off x="1488920" y="2744920"/>
                <a:ext cx="175680" cy="6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CEEFBB76-3529-090F-3A04-B1CF69037CD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484600" y="2740600"/>
                  <a:ext cx="18432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09DC857-7566-C76C-4FC8-22ECFBD1E309}"/>
                    </a:ext>
                  </a:extLst>
                </p14:cNvPr>
                <p14:cNvContentPartPr/>
                <p14:nvPr/>
              </p14:nvContentPartPr>
              <p14:xfrm>
                <a:off x="1510880" y="2818360"/>
                <a:ext cx="146520" cy="93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09DC857-7566-C76C-4FC8-22ECFBD1E3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506560" y="2814040"/>
                  <a:ext cx="15516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AA1CA69D-EA72-4034-C6B4-F946CAAE0892}"/>
                    </a:ext>
                  </a:extLst>
                </p14:cNvPr>
                <p14:cNvContentPartPr/>
                <p14:nvPr/>
              </p14:nvContentPartPr>
              <p14:xfrm>
                <a:off x="2098760" y="2458000"/>
                <a:ext cx="264960" cy="2631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AA1CA69D-EA72-4034-C6B4-F946CAAE0892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094440" y="2453680"/>
                  <a:ext cx="273600" cy="27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6858156C-04E4-37C7-8BB6-C2EBC0AF9600}"/>
                    </a:ext>
                  </a:extLst>
                </p14:cNvPr>
                <p14:cNvContentPartPr/>
                <p14:nvPr/>
              </p14:nvContentPartPr>
              <p14:xfrm>
                <a:off x="2444000" y="2406880"/>
                <a:ext cx="338040" cy="2930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6858156C-04E4-37C7-8BB6-C2EBC0AF9600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439680" y="2402560"/>
                  <a:ext cx="34668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D2B21342-9B52-AB52-2D04-42F4684F379F}"/>
                    </a:ext>
                  </a:extLst>
                </p14:cNvPr>
                <p14:cNvContentPartPr/>
                <p14:nvPr/>
              </p14:nvContentPartPr>
              <p14:xfrm>
                <a:off x="3030800" y="2561680"/>
                <a:ext cx="330120" cy="2664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D2B21342-9B52-AB52-2D04-42F4684F379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026480" y="2557360"/>
                  <a:ext cx="33876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0C318B1-8D5D-1868-935A-42FEE4D4CAFE}"/>
                    </a:ext>
                  </a:extLst>
                </p14:cNvPr>
                <p14:cNvContentPartPr/>
                <p14:nvPr/>
              </p14:nvContentPartPr>
              <p14:xfrm>
                <a:off x="3638480" y="2402560"/>
                <a:ext cx="325800" cy="2520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0C318B1-8D5D-1868-935A-42FEE4D4CAF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634160" y="2398240"/>
                  <a:ext cx="33444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98E1255E-9BB3-BA44-9AA8-06C32F0A2423}"/>
                    </a:ext>
                  </a:extLst>
                </p14:cNvPr>
                <p14:cNvContentPartPr/>
                <p14:nvPr/>
              </p14:nvContentPartPr>
              <p14:xfrm>
                <a:off x="4049240" y="2351440"/>
                <a:ext cx="307080" cy="22032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98E1255E-9BB3-BA44-9AA8-06C32F0A242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044920" y="2347120"/>
                  <a:ext cx="31572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F294C18A-5380-C202-154E-DDAF9762C111}"/>
                    </a:ext>
                  </a:extLst>
                </p14:cNvPr>
                <p14:cNvContentPartPr/>
                <p14:nvPr/>
              </p14:nvContentPartPr>
              <p14:xfrm>
                <a:off x="1970600" y="2712520"/>
                <a:ext cx="2424600" cy="28836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F294C18A-5380-C202-154E-DDAF9762C111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966280" y="2708200"/>
                  <a:ext cx="2433240" cy="29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4" name="Group 113">
            <a:extLst>
              <a:ext uri="{FF2B5EF4-FFF2-40B4-BE49-F238E27FC236}">
                <a16:creationId xmlns:a16="http://schemas.microsoft.com/office/drawing/2014/main" id="{31FC4298-8247-6D48-9BAD-914109B4C04A}"/>
              </a:ext>
            </a:extLst>
          </p:cNvPr>
          <p:cNvGrpSpPr/>
          <p:nvPr/>
        </p:nvGrpSpPr>
        <p:grpSpPr>
          <a:xfrm>
            <a:off x="2811920" y="3054160"/>
            <a:ext cx="1333440" cy="314280"/>
            <a:chOff x="2811920" y="3054160"/>
            <a:chExt cx="1333440" cy="314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CC90DBA4-31C0-C162-7580-FF4CEE9C6E7A}"/>
                    </a:ext>
                  </a:extLst>
                </p14:cNvPr>
                <p14:cNvContentPartPr/>
                <p14:nvPr/>
              </p14:nvContentPartPr>
              <p14:xfrm>
                <a:off x="2811920" y="3153160"/>
                <a:ext cx="258120" cy="20988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CC90DBA4-31C0-C162-7580-FF4CEE9C6E7A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807600" y="3148840"/>
                  <a:ext cx="266760" cy="21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49D04571-33B3-797E-3C1B-C1D2ADE8ECCE}"/>
                    </a:ext>
                  </a:extLst>
                </p14:cNvPr>
                <p14:cNvContentPartPr/>
                <p14:nvPr/>
              </p14:nvContentPartPr>
              <p14:xfrm>
                <a:off x="3320600" y="3266920"/>
                <a:ext cx="28440" cy="129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49D04571-33B3-797E-3C1B-C1D2ADE8ECCE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316280" y="3262600"/>
                  <a:ext cx="3708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70BC636C-A188-7EB1-E516-D0475B14C102}"/>
                    </a:ext>
                  </a:extLst>
                </p14:cNvPr>
                <p14:cNvContentPartPr/>
                <p14:nvPr/>
              </p14:nvContentPartPr>
              <p14:xfrm>
                <a:off x="3485840" y="3160360"/>
                <a:ext cx="197280" cy="1634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70BC636C-A188-7EB1-E516-D0475B14C102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3481520" y="3156040"/>
                  <a:ext cx="20592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50A8DBC7-757A-5F67-F9AD-F84FA000C79F}"/>
                    </a:ext>
                  </a:extLst>
                </p14:cNvPr>
                <p14:cNvContentPartPr/>
                <p14:nvPr/>
              </p14:nvContentPartPr>
              <p14:xfrm>
                <a:off x="3831800" y="3054160"/>
                <a:ext cx="228960" cy="3142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50A8DBC7-757A-5F67-F9AD-F84FA000C79F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827480" y="3049840"/>
                  <a:ext cx="237600" cy="32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41C24BB4-5EA2-5320-3126-414919ABFFA2}"/>
                    </a:ext>
                  </a:extLst>
                </p14:cNvPr>
                <p14:cNvContentPartPr/>
                <p14:nvPr/>
              </p14:nvContentPartPr>
              <p14:xfrm>
                <a:off x="3935480" y="3236320"/>
                <a:ext cx="209880" cy="684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41C24BB4-5EA2-5320-3126-414919ABFFA2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3931160" y="3232000"/>
                  <a:ext cx="218520" cy="15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3" name="Group 112">
            <a:extLst>
              <a:ext uri="{FF2B5EF4-FFF2-40B4-BE49-F238E27FC236}">
                <a16:creationId xmlns:a16="http://schemas.microsoft.com/office/drawing/2014/main" id="{9137E6E0-A4E6-FC2E-028A-35B1F278ECD9}"/>
              </a:ext>
            </a:extLst>
          </p:cNvPr>
          <p:cNvGrpSpPr/>
          <p:nvPr/>
        </p:nvGrpSpPr>
        <p:grpSpPr>
          <a:xfrm>
            <a:off x="1560200" y="4192840"/>
            <a:ext cx="280800" cy="100440"/>
            <a:chOff x="1560200" y="4192840"/>
            <a:chExt cx="280800" cy="1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70B33D4B-9001-8733-3E05-18ED4FD3E6D1}"/>
                    </a:ext>
                  </a:extLst>
                </p14:cNvPr>
                <p14:cNvContentPartPr/>
                <p14:nvPr/>
              </p14:nvContentPartPr>
              <p14:xfrm>
                <a:off x="1560200" y="4192840"/>
                <a:ext cx="218880" cy="3060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70B33D4B-9001-8733-3E05-18ED4FD3E6D1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555880" y="4188520"/>
                  <a:ext cx="22752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B38E69E-1ADC-43DC-8A9E-85D610DFC339}"/>
                    </a:ext>
                  </a:extLst>
                </p14:cNvPr>
                <p14:cNvContentPartPr/>
                <p14:nvPr/>
              </p14:nvContentPartPr>
              <p14:xfrm>
                <a:off x="1581440" y="4271320"/>
                <a:ext cx="259560" cy="21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B38E69E-1ADC-43DC-8A9E-85D610DFC33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1577120" y="4267000"/>
                  <a:ext cx="268200" cy="30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8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6611177F-B4CB-3BBF-FBF8-E649A6AC9AC4}"/>
                  </a:ext>
                </a:extLst>
              </p14:cNvPr>
              <p14:cNvContentPartPr/>
              <p14:nvPr/>
            </p14:nvContentPartPr>
            <p14:xfrm>
              <a:off x="2388560" y="3955240"/>
              <a:ext cx="375120" cy="34740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6611177F-B4CB-3BBF-FBF8-E649A6AC9AC4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2384240" y="3950920"/>
                <a:ext cx="383760" cy="356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8" name="Group 127">
            <a:extLst>
              <a:ext uri="{FF2B5EF4-FFF2-40B4-BE49-F238E27FC236}">
                <a16:creationId xmlns:a16="http://schemas.microsoft.com/office/drawing/2014/main" id="{E43C87F7-6B30-398A-F380-4509EA3BB6C5}"/>
              </a:ext>
            </a:extLst>
          </p:cNvPr>
          <p:cNvGrpSpPr/>
          <p:nvPr/>
        </p:nvGrpSpPr>
        <p:grpSpPr>
          <a:xfrm>
            <a:off x="459680" y="4813840"/>
            <a:ext cx="1780200" cy="869400"/>
            <a:chOff x="459680" y="4813840"/>
            <a:chExt cx="1780200" cy="869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8966A0F-A846-B608-8DB6-C8F4DBCC67F1}"/>
                    </a:ext>
                  </a:extLst>
                </p14:cNvPr>
                <p14:cNvContentPartPr/>
                <p14:nvPr/>
              </p14:nvContentPartPr>
              <p14:xfrm>
                <a:off x="459680" y="5285440"/>
                <a:ext cx="82440" cy="39780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8966A0F-A846-B608-8DB6-C8F4DBCC67F1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455360" y="5281120"/>
                  <a:ext cx="910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B01F8F4D-4161-B904-B8BA-355BBC290C2E}"/>
                    </a:ext>
                  </a:extLst>
                </p14:cNvPr>
                <p14:cNvContentPartPr/>
                <p14:nvPr/>
              </p14:nvContentPartPr>
              <p14:xfrm>
                <a:off x="543200" y="5128480"/>
                <a:ext cx="139320" cy="16740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B01F8F4D-4161-B904-B8BA-355BBC290C2E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38880" y="5124160"/>
                  <a:ext cx="14796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77B6A726-56E1-BBE9-E3A1-76045933B26E}"/>
                    </a:ext>
                  </a:extLst>
                </p14:cNvPr>
                <p14:cNvContentPartPr/>
                <p14:nvPr/>
              </p14:nvContentPartPr>
              <p14:xfrm>
                <a:off x="832640" y="4946680"/>
                <a:ext cx="225000" cy="44424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77B6A726-56E1-BBE9-E3A1-76045933B26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28320" y="4942360"/>
                  <a:ext cx="2336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C7BFCDE-983D-82D8-1E0B-51AEA6EC5F53}"/>
                    </a:ext>
                  </a:extLst>
                </p14:cNvPr>
                <p14:cNvContentPartPr/>
                <p14:nvPr/>
              </p14:nvContentPartPr>
              <p14:xfrm>
                <a:off x="1136840" y="5047840"/>
                <a:ext cx="114120" cy="2192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C7BFCDE-983D-82D8-1E0B-51AEA6EC5F53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132520" y="5043520"/>
                  <a:ext cx="12276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5105CA9-495F-9C16-EC86-D828BD103D07}"/>
                    </a:ext>
                  </a:extLst>
                </p14:cNvPr>
                <p14:cNvContentPartPr/>
                <p14:nvPr/>
              </p14:nvContentPartPr>
              <p14:xfrm>
                <a:off x="1088240" y="5127400"/>
                <a:ext cx="190800" cy="140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5105CA9-495F-9C16-EC86-D828BD103D07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83920" y="5123080"/>
                  <a:ext cx="1994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5299411C-1AA4-1342-26AF-EFC0CE9EAD24}"/>
                    </a:ext>
                  </a:extLst>
                </p14:cNvPr>
                <p14:cNvContentPartPr/>
                <p14:nvPr/>
              </p14:nvContentPartPr>
              <p14:xfrm>
                <a:off x="1460120" y="5074840"/>
                <a:ext cx="166680" cy="3276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5299411C-1AA4-1342-26AF-EFC0CE9EAD2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455800" y="5070520"/>
                  <a:ext cx="1753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D9D57B12-049D-C110-1897-0356A8FD499B}"/>
                    </a:ext>
                  </a:extLst>
                </p14:cNvPr>
                <p14:cNvContentPartPr/>
                <p14:nvPr/>
              </p14:nvContentPartPr>
              <p14:xfrm>
                <a:off x="1451120" y="5177800"/>
                <a:ext cx="179280" cy="576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D9D57B12-049D-C110-1897-0356A8FD499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46800" y="5173480"/>
                  <a:ext cx="18792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72DC507B-0D18-04C4-0FB2-A1648D71341F}"/>
                    </a:ext>
                  </a:extLst>
                </p14:cNvPr>
                <p14:cNvContentPartPr/>
                <p14:nvPr/>
              </p14:nvContentPartPr>
              <p14:xfrm>
                <a:off x="1857920" y="5000680"/>
                <a:ext cx="212760" cy="22572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72DC507B-0D18-04C4-0FB2-A1648D71341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853600" y="4996360"/>
                  <a:ext cx="221400" cy="23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C60CEDC9-57D2-4DE6-DD82-7B3313AB9CBF}"/>
                    </a:ext>
                  </a:extLst>
                </p14:cNvPr>
                <p14:cNvContentPartPr/>
                <p14:nvPr/>
              </p14:nvContentPartPr>
              <p14:xfrm>
                <a:off x="2113520" y="4813840"/>
                <a:ext cx="126360" cy="44532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C60CEDC9-57D2-4DE6-DD82-7B3313AB9CBF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2109200" y="4809520"/>
                  <a:ext cx="135000" cy="45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0AE92E2F-26FC-402D-1F67-38A1F1F30C24}"/>
              </a:ext>
            </a:extLst>
          </p:cNvPr>
          <p:cNvGrpSpPr/>
          <p:nvPr/>
        </p:nvGrpSpPr>
        <p:grpSpPr>
          <a:xfrm>
            <a:off x="2635160" y="5002840"/>
            <a:ext cx="204120" cy="101160"/>
            <a:chOff x="2635160" y="5002840"/>
            <a:chExt cx="204120" cy="101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4D2353F0-503A-3A64-92AB-C4CCE575D23D}"/>
                    </a:ext>
                  </a:extLst>
                </p14:cNvPr>
                <p14:cNvContentPartPr/>
                <p14:nvPr/>
              </p14:nvContentPartPr>
              <p14:xfrm>
                <a:off x="2635160" y="5002840"/>
                <a:ext cx="204120" cy="237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4D2353F0-503A-3A64-92AB-C4CCE575D23D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2630840" y="4998520"/>
                  <a:ext cx="21276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2F932F90-D725-1803-A4D5-60C00E28B86B}"/>
                    </a:ext>
                  </a:extLst>
                </p14:cNvPr>
                <p14:cNvContentPartPr/>
                <p14:nvPr/>
              </p14:nvContentPartPr>
              <p14:xfrm>
                <a:off x="2683040" y="5092840"/>
                <a:ext cx="139320" cy="1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2F932F90-D725-1803-A4D5-60C00E28B86B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2678720" y="5088520"/>
                  <a:ext cx="147960" cy="19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4" name="Group 133">
            <a:extLst>
              <a:ext uri="{FF2B5EF4-FFF2-40B4-BE49-F238E27FC236}">
                <a16:creationId xmlns:a16="http://schemas.microsoft.com/office/drawing/2014/main" id="{45A538D9-EAD2-73BF-BD67-D39D8F8D290E}"/>
              </a:ext>
            </a:extLst>
          </p:cNvPr>
          <p:cNvGrpSpPr/>
          <p:nvPr/>
        </p:nvGrpSpPr>
        <p:grpSpPr>
          <a:xfrm>
            <a:off x="3308360" y="4717360"/>
            <a:ext cx="952920" cy="343080"/>
            <a:chOff x="3308360" y="4717360"/>
            <a:chExt cx="952920" cy="343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00755E27-17AE-09FA-54FC-C37531090494}"/>
                    </a:ext>
                  </a:extLst>
                </p14:cNvPr>
                <p14:cNvContentPartPr/>
                <p14:nvPr/>
              </p14:nvContentPartPr>
              <p14:xfrm>
                <a:off x="3308360" y="4781440"/>
                <a:ext cx="246960" cy="27072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00755E27-17AE-09FA-54FC-C3753109049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3304040" y="4777120"/>
                  <a:ext cx="2556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377E8055-7A5B-5E57-2C24-9FDDA9085980}"/>
                    </a:ext>
                  </a:extLst>
                </p14:cNvPr>
                <p14:cNvContentPartPr/>
                <p14:nvPr/>
              </p14:nvContentPartPr>
              <p14:xfrm>
                <a:off x="3720920" y="4954960"/>
                <a:ext cx="22680" cy="3816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377E8055-7A5B-5E57-2C24-9FDDA9085980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3716600" y="4950640"/>
                  <a:ext cx="31320" cy="4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D30A6DE8-5DEC-263F-0D9F-49E85A9590C3}"/>
                    </a:ext>
                  </a:extLst>
                </p14:cNvPr>
                <p14:cNvContentPartPr/>
                <p14:nvPr/>
              </p14:nvContentPartPr>
              <p14:xfrm>
                <a:off x="3881120" y="4769200"/>
                <a:ext cx="302400" cy="2912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D30A6DE8-5DEC-263F-0D9F-49E85A9590C3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3876800" y="4764880"/>
                  <a:ext cx="311040" cy="29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7AA97528-7C17-C7BD-9660-0AD2C30C4072}"/>
                    </a:ext>
                  </a:extLst>
                </p14:cNvPr>
                <p14:cNvContentPartPr/>
                <p14:nvPr/>
              </p14:nvContentPartPr>
              <p14:xfrm>
                <a:off x="4002440" y="4717360"/>
                <a:ext cx="258840" cy="356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7AA97528-7C17-C7BD-9660-0AD2C30C4072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998120" y="4713040"/>
                  <a:ext cx="267480" cy="442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6144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DC068186-C3AD-9B91-B567-82B19B3AE76D}"/>
              </a:ext>
            </a:extLst>
          </p:cNvPr>
          <p:cNvGrpSpPr/>
          <p:nvPr/>
        </p:nvGrpSpPr>
        <p:grpSpPr>
          <a:xfrm>
            <a:off x="833720" y="674920"/>
            <a:ext cx="3057480" cy="642600"/>
            <a:chOff x="833720" y="674920"/>
            <a:chExt cx="3057480" cy="64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A4DBD6FE-0A10-01F1-3FCD-1241B66B08CD}"/>
                    </a:ext>
                  </a:extLst>
                </p14:cNvPr>
                <p14:cNvContentPartPr/>
                <p14:nvPr/>
              </p14:nvContentPartPr>
              <p14:xfrm>
                <a:off x="870440" y="908920"/>
                <a:ext cx="192600" cy="271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A4DBD6FE-0A10-01F1-3FCD-1241B66B08CD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866120" y="904600"/>
                  <a:ext cx="20124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4E655030-DF61-AEDA-4F7B-A5B2D6E26437}"/>
                    </a:ext>
                  </a:extLst>
                </p14:cNvPr>
                <p14:cNvContentPartPr/>
                <p14:nvPr/>
              </p14:nvContentPartPr>
              <p14:xfrm>
                <a:off x="833720" y="1038160"/>
                <a:ext cx="281160" cy="21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4E655030-DF61-AEDA-4F7B-A5B2D6E2643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9400" y="1033840"/>
                  <a:ext cx="289800" cy="1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15C4A92-6575-F15E-68A2-2B601D168AA3}"/>
                    </a:ext>
                  </a:extLst>
                </p14:cNvPr>
                <p14:cNvContentPartPr/>
                <p14:nvPr/>
              </p14:nvContentPartPr>
              <p14:xfrm>
                <a:off x="1542560" y="965080"/>
                <a:ext cx="156600" cy="33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15C4A92-6575-F15E-68A2-2B601D168AA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538240" y="960760"/>
                  <a:ext cx="16524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03478E2C-FD44-9DAF-F846-BCA0C6C182D4}"/>
                    </a:ext>
                  </a:extLst>
                </p14:cNvPr>
                <p14:cNvContentPartPr/>
                <p14:nvPr/>
              </p14:nvContentPartPr>
              <p14:xfrm>
                <a:off x="1511600" y="1066240"/>
                <a:ext cx="161280" cy="453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03478E2C-FD44-9DAF-F846-BCA0C6C182D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507280" y="1061920"/>
                  <a:ext cx="1699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975CF97-E4EA-81D2-7BE2-7778284070DA}"/>
                    </a:ext>
                  </a:extLst>
                </p14:cNvPr>
                <p14:cNvContentPartPr/>
                <p14:nvPr/>
              </p14:nvContentPartPr>
              <p14:xfrm>
                <a:off x="2163920" y="674920"/>
                <a:ext cx="282240" cy="2973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975CF97-E4EA-81D2-7BE2-7778284070D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59600" y="670600"/>
                  <a:ext cx="290880" cy="30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DBF6954C-093B-2E23-BA5B-058241BD989B}"/>
                    </a:ext>
                  </a:extLst>
                </p14:cNvPr>
                <p14:cNvContentPartPr/>
                <p14:nvPr/>
              </p14:nvContentPartPr>
              <p14:xfrm>
                <a:off x="2235920" y="704080"/>
                <a:ext cx="262080" cy="23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DBF6954C-093B-2E23-BA5B-058241BD989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231600" y="699760"/>
                  <a:ext cx="2707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1E91B89-B82E-1931-BA30-0BC0BB2DC926}"/>
                    </a:ext>
                  </a:extLst>
                </p14:cNvPr>
                <p14:cNvContentPartPr/>
                <p14:nvPr/>
              </p14:nvContentPartPr>
              <p14:xfrm>
                <a:off x="2745320" y="858520"/>
                <a:ext cx="300960" cy="14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1E91B89-B82E-1931-BA30-0BC0BB2DC9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41000" y="854200"/>
                  <a:ext cx="30960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70E02FDA-41EE-30CD-54A0-08E9A9E3FC4F}"/>
                    </a:ext>
                  </a:extLst>
                </p14:cNvPr>
                <p14:cNvContentPartPr/>
                <p14:nvPr/>
              </p14:nvContentPartPr>
              <p14:xfrm>
                <a:off x="3202160" y="788680"/>
                <a:ext cx="570240" cy="298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70E02FDA-41EE-30CD-54A0-08E9A9E3FC4F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197840" y="784360"/>
                  <a:ext cx="57888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8E742D8-2D31-62C6-8D85-BAFD2D962EA8}"/>
                    </a:ext>
                  </a:extLst>
                </p14:cNvPr>
                <p14:cNvContentPartPr/>
                <p14:nvPr/>
              </p14:nvContentPartPr>
              <p14:xfrm>
                <a:off x="2047280" y="1183240"/>
                <a:ext cx="1843920" cy="134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8E742D8-2D31-62C6-8D85-BAFD2D962EA8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042960" y="1178920"/>
                  <a:ext cx="1852560" cy="14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9E3DA693-39CF-3127-E3C0-C2C700C76679}"/>
                  </a:ext>
                </a:extLst>
              </p14:cNvPr>
              <p14:cNvContentPartPr/>
              <p14:nvPr/>
            </p14:nvContentPartPr>
            <p14:xfrm>
              <a:off x="2749280" y="1524880"/>
              <a:ext cx="205920" cy="2034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9E3DA693-39CF-3127-E3C0-C2C700C76679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744960" y="1520560"/>
                <a:ext cx="214560" cy="21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23" name="Group 22">
            <a:extLst>
              <a:ext uri="{FF2B5EF4-FFF2-40B4-BE49-F238E27FC236}">
                <a16:creationId xmlns:a16="http://schemas.microsoft.com/office/drawing/2014/main" id="{6E64EDA6-93AF-DB93-0D3D-B0E94290F1C1}"/>
              </a:ext>
            </a:extLst>
          </p:cNvPr>
          <p:cNvGrpSpPr/>
          <p:nvPr/>
        </p:nvGrpSpPr>
        <p:grpSpPr>
          <a:xfrm>
            <a:off x="561920" y="2193400"/>
            <a:ext cx="502200" cy="531000"/>
            <a:chOff x="561920" y="2193400"/>
            <a:chExt cx="502200" cy="531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233A2B92-2F6D-7908-AF7D-FA2A60822FCA}"/>
                    </a:ext>
                  </a:extLst>
                </p14:cNvPr>
                <p14:cNvContentPartPr/>
                <p14:nvPr/>
              </p14:nvContentPartPr>
              <p14:xfrm>
                <a:off x="561920" y="2274400"/>
                <a:ext cx="202680" cy="432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233A2B92-2F6D-7908-AF7D-FA2A60822FC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57600" y="2270080"/>
                  <a:ext cx="211320" cy="44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9025AD5-47E1-1D7A-6948-B97448DDCFBB}"/>
                    </a:ext>
                  </a:extLst>
                </p14:cNvPr>
                <p14:cNvContentPartPr/>
                <p14:nvPr/>
              </p14:nvContentPartPr>
              <p14:xfrm>
                <a:off x="825440" y="2193400"/>
                <a:ext cx="238680" cy="5310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9025AD5-47E1-1D7A-6948-B97448DDCFBB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1120" y="2189080"/>
                  <a:ext cx="247320" cy="53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E5C3E9DE-AF83-7AB1-9D2D-60A8462BEDA5}"/>
                    </a:ext>
                  </a:extLst>
                </p14:cNvPr>
                <p14:cNvContentPartPr/>
                <p14:nvPr/>
              </p14:nvContentPartPr>
              <p14:xfrm>
                <a:off x="793040" y="2540800"/>
                <a:ext cx="259560" cy="75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E5C3E9DE-AF83-7AB1-9D2D-60A8462BEDA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88720" y="2536480"/>
                  <a:ext cx="268200" cy="16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F7B290C-2CBB-FDFD-56B1-FBE48725691F}"/>
              </a:ext>
            </a:extLst>
          </p:cNvPr>
          <p:cNvGrpSpPr/>
          <p:nvPr/>
        </p:nvGrpSpPr>
        <p:grpSpPr>
          <a:xfrm>
            <a:off x="1579640" y="2339200"/>
            <a:ext cx="353520" cy="333360"/>
            <a:chOff x="1579640" y="2339200"/>
            <a:chExt cx="353520" cy="333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FCDD6DA-D980-C259-6D09-23890CFA286F}"/>
                    </a:ext>
                  </a:extLst>
                </p14:cNvPr>
                <p14:cNvContentPartPr/>
                <p14:nvPr/>
              </p14:nvContentPartPr>
              <p14:xfrm>
                <a:off x="1579640" y="2339200"/>
                <a:ext cx="353520" cy="333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FCDD6DA-D980-C259-6D09-23890CFA286F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575320" y="2334880"/>
                  <a:ext cx="362160" cy="34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BD6EEDE-F708-EE86-9202-A74E26E35CBB}"/>
                    </a:ext>
                  </a:extLst>
                </p14:cNvPr>
                <p14:cNvContentPartPr/>
                <p14:nvPr/>
              </p14:nvContentPartPr>
              <p14:xfrm>
                <a:off x="1649840" y="2409040"/>
                <a:ext cx="275040" cy="2278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BD6EEDE-F708-EE86-9202-A74E26E35CB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45520" y="2404720"/>
                  <a:ext cx="283680" cy="23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603824C5-0E38-2E4E-F44D-9C0682D7BF23}"/>
              </a:ext>
            </a:extLst>
          </p:cNvPr>
          <p:cNvGrpSpPr/>
          <p:nvPr/>
        </p:nvGrpSpPr>
        <p:grpSpPr>
          <a:xfrm>
            <a:off x="2334560" y="2285920"/>
            <a:ext cx="1206360" cy="318240"/>
            <a:chOff x="2334560" y="2285920"/>
            <a:chExt cx="1206360" cy="31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B175475-DC87-2B62-D803-67D7264EE812}"/>
                    </a:ext>
                  </a:extLst>
                </p14:cNvPr>
                <p14:cNvContentPartPr/>
                <p14:nvPr/>
              </p14:nvContentPartPr>
              <p14:xfrm>
                <a:off x="2405840" y="2411560"/>
                <a:ext cx="184680" cy="471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B175475-DC87-2B62-D803-67D7264EE812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01520" y="2407240"/>
                  <a:ext cx="1933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83DBF3AC-A6F1-0450-855C-9E735B8E78A4}"/>
                    </a:ext>
                  </a:extLst>
                </p14:cNvPr>
                <p14:cNvContentPartPr/>
                <p14:nvPr/>
              </p14:nvContentPartPr>
              <p14:xfrm>
                <a:off x="2334560" y="2558800"/>
                <a:ext cx="202680" cy="93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83DBF3AC-A6F1-0450-855C-9E735B8E78A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330240" y="2554480"/>
                  <a:ext cx="211320" cy="1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5B67F2F-0F7C-2C05-1D44-0AD5ECABC7E6}"/>
                    </a:ext>
                  </a:extLst>
                </p14:cNvPr>
                <p14:cNvContentPartPr/>
                <p14:nvPr/>
              </p14:nvContentPartPr>
              <p14:xfrm>
                <a:off x="2903000" y="2337400"/>
                <a:ext cx="266400" cy="2667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5B67F2F-0F7C-2C05-1D44-0AD5ECABC7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98680" y="2333080"/>
                  <a:ext cx="2750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2F7927F-CFEB-0F03-338B-CD5FCBD65CE2}"/>
                    </a:ext>
                  </a:extLst>
                </p14:cNvPr>
                <p14:cNvContentPartPr/>
                <p14:nvPr/>
              </p14:nvContentPartPr>
              <p14:xfrm>
                <a:off x="3363800" y="2285920"/>
                <a:ext cx="177120" cy="29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2F7927F-CFEB-0F03-338B-CD5FCBD65CE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59480" y="2281600"/>
                  <a:ext cx="18576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8" name="Group 37">
            <a:extLst>
              <a:ext uri="{FF2B5EF4-FFF2-40B4-BE49-F238E27FC236}">
                <a16:creationId xmlns:a16="http://schemas.microsoft.com/office/drawing/2014/main" id="{50254721-936C-C618-A7B3-CB359A52E987}"/>
              </a:ext>
            </a:extLst>
          </p:cNvPr>
          <p:cNvGrpSpPr/>
          <p:nvPr/>
        </p:nvGrpSpPr>
        <p:grpSpPr>
          <a:xfrm>
            <a:off x="777560" y="3475720"/>
            <a:ext cx="357120" cy="286920"/>
            <a:chOff x="777560" y="3475720"/>
            <a:chExt cx="357120" cy="286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3A0010C6-3C3D-3183-843D-6786A12F0876}"/>
                    </a:ext>
                  </a:extLst>
                </p14:cNvPr>
                <p14:cNvContentPartPr/>
                <p14:nvPr/>
              </p14:nvContentPartPr>
              <p14:xfrm>
                <a:off x="804200" y="3475720"/>
                <a:ext cx="202320" cy="286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3A0010C6-3C3D-3183-843D-6786A12F087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99880" y="3471400"/>
                  <a:ext cx="210960" cy="29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5C8309E3-DF58-40B9-E8DD-8E5C90F424E5}"/>
                    </a:ext>
                  </a:extLst>
                </p14:cNvPr>
                <p14:cNvContentPartPr/>
                <p14:nvPr/>
              </p14:nvContentPartPr>
              <p14:xfrm>
                <a:off x="777560" y="3625480"/>
                <a:ext cx="357120" cy="57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5C8309E3-DF58-40B9-E8DD-8E5C90F424E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73240" y="3621160"/>
                  <a:ext cx="365760" cy="1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A20AFD7-F0D7-2743-F465-31D49F58BDEC}"/>
              </a:ext>
            </a:extLst>
          </p:cNvPr>
          <p:cNvGrpSpPr/>
          <p:nvPr/>
        </p:nvGrpSpPr>
        <p:grpSpPr>
          <a:xfrm>
            <a:off x="1688000" y="3139480"/>
            <a:ext cx="2971800" cy="696600"/>
            <a:chOff x="1688000" y="3139480"/>
            <a:chExt cx="2971800" cy="696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0DEA715-9946-B3B3-65C0-9748247128B7}"/>
                    </a:ext>
                  </a:extLst>
                </p14:cNvPr>
                <p14:cNvContentPartPr/>
                <p14:nvPr/>
              </p14:nvContentPartPr>
              <p14:xfrm>
                <a:off x="1697720" y="3580120"/>
                <a:ext cx="173880" cy="129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0DEA715-9946-B3B3-65C0-9748247128B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93400" y="3575800"/>
                  <a:ext cx="18252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E19F42E2-BF89-C061-6F52-D7863854E607}"/>
                    </a:ext>
                  </a:extLst>
                </p14:cNvPr>
                <p14:cNvContentPartPr/>
                <p14:nvPr/>
              </p14:nvContentPartPr>
              <p14:xfrm>
                <a:off x="1688000" y="3660400"/>
                <a:ext cx="201600" cy="140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E19F42E2-BF89-C061-6F52-D7863854E60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683680" y="3656080"/>
                  <a:ext cx="21024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2340090-A9BC-43E5-516C-84BA6C4D554A}"/>
                    </a:ext>
                  </a:extLst>
                </p14:cNvPr>
                <p14:cNvContentPartPr/>
                <p14:nvPr/>
              </p14:nvContentPartPr>
              <p14:xfrm>
                <a:off x="2298560" y="3315520"/>
                <a:ext cx="312480" cy="2325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2340090-A9BC-43E5-516C-84BA6C4D554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294240" y="3311200"/>
                  <a:ext cx="32112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F189401-5750-1567-C6F7-FB2AA4D23D6F}"/>
                    </a:ext>
                  </a:extLst>
                </p14:cNvPr>
                <p14:cNvContentPartPr/>
                <p14:nvPr/>
              </p14:nvContentPartPr>
              <p14:xfrm>
                <a:off x="2796080" y="3228760"/>
                <a:ext cx="150120" cy="25272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F189401-5750-1567-C6F7-FB2AA4D23D6F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791760" y="3224440"/>
                  <a:ext cx="15876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8100F57E-3168-4575-BB9A-36DDC1C9BB20}"/>
                    </a:ext>
                  </a:extLst>
                </p14:cNvPr>
                <p14:cNvContentPartPr/>
                <p14:nvPr/>
              </p14:nvContentPartPr>
              <p14:xfrm>
                <a:off x="3282800" y="3344320"/>
                <a:ext cx="239760" cy="24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8100F57E-3168-4575-BB9A-36DDC1C9BB20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3278480" y="3340000"/>
                  <a:ext cx="248400" cy="3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FF4B161-A902-9BA0-A1F1-BE73EAF3948B}"/>
                    </a:ext>
                  </a:extLst>
                </p14:cNvPr>
                <p14:cNvContentPartPr/>
                <p14:nvPr/>
              </p14:nvContentPartPr>
              <p14:xfrm>
                <a:off x="3819920" y="3149920"/>
                <a:ext cx="313920" cy="1944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FF4B161-A902-9BA0-A1F1-BE73EAF394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815600" y="3145600"/>
                  <a:ext cx="322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F6F4E9D-E4B9-312E-885C-5AF959A89FE0}"/>
                    </a:ext>
                  </a:extLst>
                </p14:cNvPr>
                <p14:cNvContentPartPr/>
                <p14:nvPr/>
              </p14:nvContentPartPr>
              <p14:xfrm>
                <a:off x="4264160" y="3139480"/>
                <a:ext cx="264600" cy="18288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F6F4E9D-E4B9-312E-885C-5AF959A89FE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259840" y="3135160"/>
                  <a:ext cx="27324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FF4CFBC-4D5A-7E76-4CC2-C41D8ADE3545}"/>
                    </a:ext>
                  </a:extLst>
                </p14:cNvPr>
                <p14:cNvContentPartPr/>
                <p14:nvPr/>
              </p14:nvContentPartPr>
              <p14:xfrm>
                <a:off x="2190920" y="3693160"/>
                <a:ext cx="2468880" cy="1429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FF4CFBC-4D5A-7E76-4CC2-C41D8ADE354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86600" y="3688840"/>
                  <a:ext cx="2477520" cy="151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60ECD796-252E-D0C2-08D2-F942379E2F33}"/>
              </a:ext>
            </a:extLst>
          </p:cNvPr>
          <p:cNvGrpSpPr/>
          <p:nvPr/>
        </p:nvGrpSpPr>
        <p:grpSpPr>
          <a:xfrm>
            <a:off x="2766920" y="3936160"/>
            <a:ext cx="1337760" cy="357480"/>
            <a:chOff x="2766920" y="3936160"/>
            <a:chExt cx="1337760" cy="35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1986D23-F884-DB4F-C769-0AB824EEBCB4}"/>
                    </a:ext>
                  </a:extLst>
                </p14:cNvPr>
                <p14:cNvContentPartPr/>
                <p14:nvPr/>
              </p14:nvContentPartPr>
              <p14:xfrm>
                <a:off x="2766920" y="4088080"/>
                <a:ext cx="278640" cy="20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1986D23-F884-DB4F-C769-0AB824EEBCB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762600" y="4083760"/>
                  <a:ext cx="28728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E902760-0540-51DC-9FC0-FD2977C578B0}"/>
                    </a:ext>
                  </a:extLst>
                </p14:cNvPr>
                <p14:cNvContentPartPr/>
                <p14:nvPr/>
              </p14:nvContentPartPr>
              <p14:xfrm>
                <a:off x="3283520" y="4236760"/>
                <a:ext cx="25560" cy="50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E902760-0540-51DC-9FC0-FD2977C578B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279200" y="4232440"/>
                  <a:ext cx="34200" cy="1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519096EA-FF1E-2499-5D9C-B7E91AD7219F}"/>
                    </a:ext>
                  </a:extLst>
                </p14:cNvPr>
                <p14:cNvContentPartPr/>
                <p14:nvPr/>
              </p14:nvContentPartPr>
              <p14:xfrm>
                <a:off x="3488000" y="4063240"/>
                <a:ext cx="136440" cy="1594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519096EA-FF1E-2499-5D9C-B7E91AD7219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483680" y="4058920"/>
                  <a:ext cx="145080" cy="16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64807A2-9D05-1C87-8F11-8BBADB2AAC40}"/>
                    </a:ext>
                  </a:extLst>
                </p14:cNvPr>
                <p14:cNvContentPartPr/>
                <p14:nvPr/>
              </p14:nvContentPartPr>
              <p14:xfrm>
                <a:off x="3821720" y="3936160"/>
                <a:ext cx="189000" cy="2854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64807A2-9D05-1C87-8F11-8BBADB2AAC4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17400" y="3931840"/>
                  <a:ext cx="197640" cy="29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BCC05F9-DBCD-91F9-5066-B1562414C5BC}"/>
                    </a:ext>
                  </a:extLst>
                </p14:cNvPr>
                <p14:cNvContentPartPr/>
                <p14:nvPr/>
              </p14:nvContentPartPr>
              <p14:xfrm>
                <a:off x="3832520" y="4091320"/>
                <a:ext cx="272160" cy="3384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BCC05F9-DBCD-91F9-5066-B1562414C5B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828200" y="4087000"/>
                  <a:ext cx="280800" cy="4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6A88DE0-3F8E-B42C-9274-9E76D2D7142C}"/>
              </a:ext>
            </a:extLst>
          </p:cNvPr>
          <p:cNvGrpSpPr/>
          <p:nvPr/>
        </p:nvGrpSpPr>
        <p:grpSpPr>
          <a:xfrm>
            <a:off x="5240480" y="3458080"/>
            <a:ext cx="258480" cy="109800"/>
            <a:chOff x="5240480" y="3458080"/>
            <a:chExt cx="258480" cy="10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2DCF1B6-6163-7DA5-C139-B7C5D4811466}"/>
                    </a:ext>
                  </a:extLst>
                </p14:cNvPr>
                <p14:cNvContentPartPr/>
                <p14:nvPr/>
              </p14:nvContentPartPr>
              <p14:xfrm>
                <a:off x="5240480" y="3458080"/>
                <a:ext cx="214560" cy="39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2DCF1B6-6163-7DA5-C139-B7C5D481146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36160" y="3453760"/>
                  <a:ext cx="2232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CF8BEA9B-CBB7-76C8-2C23-A05D960BE90C}"/>
                    </a:ext>
                  </a:extLst>
                </p14:cNvPr>
                <p14:cNvContentPartPr/>
                <p14:nvPr/>
              </p14:nvContentPartPr>
              <p14:xfrm>
                <a:off x="5309960" y="3548440"/>
                <a:ext cx="189000" cy="19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CF8BEA9B-CBB7-76C8-2C23-A05D960BE90C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305640" y="3544120"/>
                  <a:ext cx="19764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4C9B408-08F4-CFC2-A1AB-7C7769BB341C}"/>
              </a:ext>
            </a:extLst>
          </p:cNvPr>
          <p:cNvGrpSpPr/>
          <p:nvPr/>
        </p:nvGrpSpPr>
        <p:grpSpPr>
          <a:xfrm>
            <a:off x="5981000" y="3271240"/>
            <a:ext cx="480960" cy="200520"/>
            <a:chOff x="5981000" y="3271240"/>
            <a:chExt cx="480960" cy="200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4136468-712E-B052-1A7F-D2D60DE1F62D}"/>
                    </a:ext>
                  </a:extLst>
                </p14:cNvPr>
                <p14:cNvContentPartPr/>
                <p14:nvPr/>
              </p14:nvContentPartPr>
              <p14:xfrm>
                <a:off x="5981000" y="3271240"/>
                <a:ext cx="257040" cy="2005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74136468-712E-B052-1A7F-D2D60DE1F62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976680" y="3266920"/>
                  <a:ext cx="26568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A42C67-ECF3-538F-6F0B-53DC28DCE8B9}"/>
                    </a:ext>
                  </a:extLst>
                </p14:cNvPr>
                <p14:cNvContentPartPr/>
                <p14:nvPr/>
              </p14:nvContentPartPr>
              <p14:xfrm>
                <a:off x="6428120" y="3425680"/>
                <a:ext cx="33840" cy="158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A42C67-ECF3-538F-6F0B-53DC28DCE8B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423800" y="3421360"/>
                  <a:ext cx="42480" cy="2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5FDCF7D-64CF-2451-318A-A7E20C3420A6}"/>
              </a:ext>
            </a:extLst>
          </p:cNvPr>
          <p:cNvGrpSpPr/>
          <p:nvPr/>
        </p:nvGrpSpPr>
        <p:grpSpPr>
          <a:xfrm>
            <a:off x="6700640" y="3138040"/>
            <a:ext cx="655560" cy="372600"/>
            <a:chOff x="6700640" y="3138040"/>
            <a:chExt cx="65556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4A764DF-3737-F798-25F3-15F57781EAE6}"/>
                    </a:ext>
                  </a:extLst>
                </p14:cNvPr>
                <p14:cNvContentPartPr/>
                <p14:nvPr/>
              </p14:nvContentPartPr>
              <p14:xfrm>
                <a:off x="6700640" y="3236320"/>
                <a:ext cx="286560" cy="18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4A764DF-3737-F798-25F3-15F57781EAE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696320" y="3232000"/>
                  <a:ext cx="29520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8D384F84-74E6-DF94-9044-87E9F3258CE4}"/>
                    </a:ext>
                  </a:extLst>
                </p14:cNvPr>
                <p14:cNvContentPartPr/>
                <p14:nvPr/>
              </p14:nvContentPartPr>
              <p14:xfrm>
                <a:off x="6866240" y="3298240"/>
                <a:ext cx="78120" cy="2124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8D384F84-74E6-DF94-9044-87E9F3258CE4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861920" y="3293920"/>
                  <a:ext cx="8676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A95A58-AA07-9654-1760-AA535FB80FD2}"/>
                    </a:ext>
                  </a:extLst>
                </p14:cNvPr>
                <p14:cNvContentPartPr/>
                <p14:nvPr/>
              </p14:nvContentPartPr>
              <p14:xfrm>
                <a:off x="7103840" y="3138040"/>
                <a:ext cx="252360" cy="320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4A95A58-AA07-9654-1760-AA535FB80FD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099520" y="3133720"/>
                  <a:ext cx="261000" cy="32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9CB0CA2-1261-C8D0-B86A-3D856CD3E3BE}"/>
              </a:ext>
            </a:extLst>
          </p:cNvPr>
          <p:cNvGrpSpPr/>
          <p:nvPr/>
        </p:nvGrpSpPr>
        <p:grpSpPr>
          <a:xfrm>
            <a:off x="800960" y="4736800"/>
            <a:ext cx="2492640" cy="699480"/>
            <a:chOff x="800960" y="4736800"/>
            <a:chExt cx="2492640" cy="69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72001F8E-E6EE-32CE-C625-CA0DF87E93D3}"/>
                    </a:ext>
                  </a:extLst>
                </p14:cNvPr>
                <p14:cNvContentPartPr/>
                <p14:nvPr/>
              </p14:nvContentPartPr>
              <p14:xfrm>
                <a:off x="2025680" y="5111560"/>
                <a:ext cx="100440" cy="5364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72001F8E-E6EE-32CE-C625-CA0DF87E93D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021360" y="5107240"/>
                  <a:ext cx="109080" cy="6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29E6BE5-B11F-BCC4-327F-404FF07B9014}"/>
                    </a:ext>
                  </a:extLst>
                </p14:cNvPr>
                <p14:cNvContentPartPr/>
                <p14:nvPr/>
              </p14:nvContentPartPr>
              <p14:xfrm>
                <a:off x="800960" y="5148640"/>
                <a:ext cx="24840" cy="2876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29E6BE5-B11F-BCC4-327F-404FF07B901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96640" y="5144320"/>
                  <a:ext cx="3348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9152774-0882-85A1-6220-0252111905C4}"/>
                    </a:ext>
                  </a:extLst>
                </p14:cNvPr>
                <p14:cNvContentPartPr/>
                <p14:nvPr/>
              </p14:nvContentPartPr>
              <p14:xfrm>
                <a:off x="875840" y="4997440"/>
                <a:ext cx="151200" cy="1576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9152774-0882-85A1-6220-0252111905C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871520" y="4993120"/>
                  <a:ext cx="159840" cy="16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96BD116B-89BA-2EB9-5BBE-5C0BA2B3619E}"/>
                    </a:ext>
                  </a:extLst>
                </p14:cNvPr>
                <p14:cNvContentPartPr/>
                <p14:nvPr/>
              </p14:nvContentPartPr>
              <p14:xfrm>
                <a:off x="1167800" y="4886560"/>
                <a:ext cx="226800" cy="34848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96BD116B-89BA-2EB9-5BBE-5C0BA2B3619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163480" y="4882240"/>
                  <a:ext cx="235440" cy="35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87325E4-EA8D-7B02-948D-D523C467A206}"/>
                    </a:ext>
                  </a:extLst>
                </p14:cNvPr>
                <p14:cNvContentPartPr/>
                <p14:nvPr/>
              </p14:nvContentPartPr>
              <p14:xfrm>
                <a:off x="1431320" y="4968280"/>
                <a:ext cx="135000" cy="2376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87325E4-EA8D-7B02-948D-D523C467A206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427000" y="4963960"/>
                  <a:ext cx="14364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DFC5006-EA76-D5AB-162F-4A0AF31817F0}"/>
                    </a:ext>
                  </a:extLst>
                </p14:cNvPr>
                <p14:cNvContentPartPr/>
                <p14:nvPr/>
              </p14:nvContentPartPr>
              <p14:xfrm>
                <a:off x="1402520" y="5114440"/>
                <a:ext cx="213480" cy="8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DFC5006-EA76-D5AB-162F-4A0AF31817F0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398200" y="5110120"/>
                  <a:ext cx="222120" cy="1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689E98-081D-3504-EC5F-F5200BD33AA8}"/>
                    </a:ext>
                  </a:extLst>
                </p14:cNvPr>
                <p14:cNvContentPartPr/>
                <p14:nvPr/>
              </p14:nvContentPartPr>
              <p14:xfrm>
                <a:off x="1760000" y="5095360"/>
                <a:ext cx="139320" cy="129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689E98-081D-3504-EC5F-F5200BD33AA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755680" y="5091040"/>
                  <a:ext cx="147960" cy="2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5CC8BDDB-E79F-55D8-073F-A3BAF41821BE}"/>
                    </a:ext>
                  </a:extLst>
                </p14:cNvPr>
                <p14:cNvContentPartPr/>
                <p14:nvPr/>
              </p14:nvContentPartPr>
              <p14:xfrm>
                <a:off x="1770800" y="5158720"/>
                <a:ext cx="198000" cy="111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5CC8BDDB-E79F-55D8-073F-A3BAF41821B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766480" y="5154400"/>
                  <a:ext cx="2066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C0DC0D1-CBB7-8A1B-39A9-68A8921B704A}"/>
                    </a:ext>
                  </a:extLst>
                </p14:cNvPr>
                <p14:cNvContentPartPr/>
                <p14:nvPr/>
              </p14:nvContentPartPr>
              <p14:xfrm>
                <a:off x="2125040" y="4979800"/>
                <a:ext cx="209880" cy="186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C0DC0D1-CBB7-8A1B-39A9-68A8921B704A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2120720" y="4975480"/>
                  <a:ext cx="218520" cy="19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B8FCA3F-2D34-7BE6-1446-44687C950A83}"/>
                    </a:ext>
                  </a:extLst>
                </p14:cNvPr>
                <p14:cNvContentPartPr/>
                <p14:nvPr/>
              </p14:nvContentPartPr>
              <p14:xfrm>
                <a:off x="2498720" y="5075560"/>
                <a:ext cx="83520" cy="51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B8FCA3F-2D34-7BE6-1446-44687C950A8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494400" y="5071240"/>
                  <a:ext cx="9216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0CD5102-6CD5-49DE-5298-069BD324572E}"/>
                    </a:ext>
                  </a:extLst>
                </p14:cNvPr>
                <p14:cNvContentPartPr/>
                <p14:nvPr/>
              </p14:nvContentPartPr>
              <p14:xfrm>
                <a:off x="2633720" y="4955320"/>
                <a:ext cx="213120" cy="1472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0CD5102-6CD5-49DE-5298-069BD32457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29400" y="4951000"/>
                  <a:ext cx="221760" cy="15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8DE75BCD-593E-5B2B-50B2-4596FE192717}"/>
                    </a:ext>
                  </a:extLst>
                </p14:cNvPr>
                <p14:cNvContentPartPr/>
                <p14:nvPr/>
              </p14:nvContentPartPr>
              <p14:xfrm>
                <a:off x="2775200" y="5009680"/>
                <a:ext cx="103320" cy="183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8DE75BCD-593E-5B2B-50B2-4596FE19271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770880" y="5005360"/>
                  <a:ext cx="111960" cy="19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5EA4163-F759-E37B-42B4-B96D7E5ACD21}"/>
                    </a:ext>
                  </a:extLst>
                </p14:cNvPr>
                <p14:cNvContentPartPr/>
                <p14:nvPr/>
              </p14:nvContentPartPr>
              <p14:xfrm>
                <a:off x="2893280" y="4917520"/>
                <a:ext cx="208080" cy="2289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5EA4163-F759-E37B-42B4-B96D7E5ACD2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2888960" y="4913200"/>
                  <a:ext cx="216720" cy="23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A5E31D9F-6E93-86A4-A3E8-82FA058F2C3F}"/>
                    </a:ext>
                  </a:extLst>
                </p14:cNvPr>
                <p14:cNvContentPartPr/>
                <p14:nvPr/>
              </p14:nvContentPartPr>
              <p14:xfrm>
                <a:off x="3134480" y="4736800"/>
                <a:ext cx="159120" cy="3960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A5E31D9F-6E93-86A4-A3E8-82FA058F2C3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130160" y="4732480"/>
                  <a:ext cx="167760" cy="40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4A127BF-1D8A-FEAE-2D3E-259C567BEE2B}"/>
              </a:ext>
            </a:extLst>
          </p:cNvPr>
          <p:cNvGrpSpPr/>
          <p:nvPr/>
        </p:nvGrpSpPr>
        <p:grpSpPr>
          <a:xfrm>
            <a:off x="3597080" y="4895920"/>
            <a:ext cx="186120" cy="137520"/>
            <a:chOff x="3597080" y="4895920"/>
            <a:chExt cx="186120" cy="137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836801A-EF23-20C9-2775-849238DB5C36}"/>
                    </a:ext>
                  </a:extLst>
                </p14:cNvPr>
                <p14:cNvContentPartPr/>
                <p14:nvPr/>
              </p14:nvContentPartPr>
              <p14:xfrm>
                <a:off x="3597080" y="4895920"/>
                <a:ext cx="186120" cy="201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836801A-EF23-20C9-2775-849238DB5C3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3592760" y="4891600"/>
                  <a:ext cx="194760" cy="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38B148D-4358-9BF7-3373-DD64004B53EF}"/>
                    </a:ext>
                  </a:extLst>
                </p14:cNvPr>
                <p14:cNvContentPartPr/>
                <p14:nvPr/>
              </p14:nvContentPartPr>
              <p14:xfrm>
                <a:off x="3633080" y="4980880"/>
                <a:ext cx="121320" cy="525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38B148D-4358-9BF7-3373-DD64004B53EF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3628760" y="4976560"/>
                  <a:ext cx="129960" cy="61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61BB1BDC-47BF-5BE3-8EC3-9ACC60CB27A6}"/>
              </a:ext>
            </a:extLst>
          </p:cNvPr>
          <p:cNvGrpSpPr/>
          <p:nvPr/>
        </p:nvGrpSpPr>
        <p:grpSpPr>
          <a:xfrm>
            <a:off x="4199360" y="4885120"/>
            <a:ext cx="515160" cy="182520"/>
            <a:chOff x="4199360" y="4885120"/>
            <a:chExt cx="515160" cy="18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7549DD9-7982-EE45-EBE2-120ADF30B8D5}"/>
                    </a:ext>
                  </a:extLst>
                </p14:cNvPr>
                <p14:cNvContentPartPr/>
                <p14:nvPr/>
              </p14:nvContentPartPr>
              <p14:xfrm>
                <a:off x="4199360" y="4885120"/>
                <a:ext cx="287280" cy="181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7549DD9-7982-EE45-EBE2-120ADF30B8D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4195040" y="4880800"/>
                  <a:ext cx="29592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D7F9D4A3-B457-A9A1-1AEA-1790C81F0415}"/>
                    </a:ext>
                  </a:extLst>
                </p14:cNvPr>
                <p14:cNvContentPartPr/>
                <p14:nvPr/>
              </p14:nvContentPartPr>
              <p14:xfrm>
                <a:off x="4646480" y="5024080"/>
                <a:ext cx="68040" cy="435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D7F9D4A3-B457-A9A1-1AEA-1790C81F041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4642160" y="5019760"/>
                  <a:ext cx="76680" cy="5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288E24FB-2C71-485C-25F1-C794BB395DC1}"/>
              </a:ext>
            </a:extLst>
          </p:cNvPr>
          <p:cNvGrpSpPr/>
          <p:nvPr/>
        </p:nvGrpSpPr>
        <p:grpSpPr>
          <a:xfrm>
            <a:off x="4978040" y="4668400"/>
            <a:ext cx="1219320" cy="372600"/>
            <a:chOff x="4978040" y="4668400"/>
            <a:chExt cx="1219320" cy="37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F78675-E076-DDD1-2F8B-9BC98790F1E1}"/>
                    </a:ext>
                  </a:extLst>
                </p14:cNvPr>
                <p14:cNvContentPartPr/>
                <p14:nvPr/>
              </p14:nvContentPartPr>
              <p14:xfrm>
                <a:off x="4978040" y="4733200"/>
                <a:ext cx="172080" cy="2552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F78675-E076-DDD1-2F8B-9BC98790F1E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4973720" y="4728880"/>
                  <a:ext cx="18072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488FA8-C9C4-E70E-A0DD-881D07F633DE}"/>
                    </a:ext>
                  </a:extLst>
                </p14:cNvPr>
                <p14:cNvContentPartPr/>
                <p14:nvPr/>
              </p14:nvContentPartPr>
              <p14:xfrm>
                <a:off x="5246600" y="4693240"/>
                <a:ext cx="137880" cy="2710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488FA8-C9C4-E70E-A0DD-881D07F633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5242280" y="4688920"/>
                  <a:ext cx="146520" cy="27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0F20015-79E1-8EE0-01FE-E6EB81BA0A00}"/>
                    </a:ext>
                  </a:extLst>
                </p14:cNvPr>
                <p14:cNvContentPartPr/>
                <p14:nvPr/>
              </p14:nvContentPartPr>
              <p14:xfrm>
                <a:off x="5522360" y="4668400"/>
                <a:ext cx="229680" cy="224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0F20015-79E1-8EE0-01FE-E6EB81BA0A00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518040" y="4664080"/>
                  <a:ext cx="23832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B7869B6-ABDB-8C1D-BAB4-16D3462D267C}"/>
                    </a:ext>
                  </a:extLst>
                </p14:cNvPr>
                <p14:cNvContentPartPr/>
                <p14:nvPr/>
              </p14:nvContentPartPr>
              <p14:xfrm>
                <a:off x="5660600" y="4765960"/>
                <a:ext cx="92520" cy="1908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B7869B6-ABDB-8C1D-BAB4-16D3462D267C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656280" y="4761640"/>
                  <a:ext cx="101160" cy="19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3CC51461-B5CE-E7FC-928D-A1EC1AA42D23}"/>
                    </a:ext>
                  </a:extLst>
                </p14:cNvPr>
                <p14:cNvContentPartPr/>
                <p14:nvPr/>
              </p14:nvContentPartPr>
              <p14:xfrm>
                <a:off x="5928800" y="4682080"/>
                <a:ext cx="268560" cy="2106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3CC51461-B5CE-E7FC-928D-A1EC1AA42D23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5924480" y="4677760"/>
                  <a:ext cx="277200" cy="21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195C8D2-6347-9311-6570-3B301B59A876}"/>
                    </a:ext>
                  </a:extLst>
                </p14:cNvPr>
                <p14:cNvContentPartPr/>
                <p14:nvPr/>
              </p14:nvContentPartPr>
              <p14:xfrm>
                <a:off x="6049760" y="4801240"/>
                <a:ext cx="113400" cy="23976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195C8D2-6347-9311-6570-3B301B59A87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045440" y="4796920"/>
                  <a:ext cx="122040" cy="24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DC442B2-66EE-3A7C-E4CD-42E73EAD19A2}"/>
              </a:ext>
            </a:extLst>
          </p:cNvPr>
          <p:cNvGrpSpPr/>
          <p:nvPr/>
        </p:nvGrpSpPr>
        <p:grpSpPr>
          <a:xfrm>
            <a:off x="7216160" y="4667320"/>
            <a:ext cx="525240" cy="152280"/>
            <a:chOff x="7216160" y="4667320"/>
            <a:chExt cx="525240" cy="152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A86E130-0A81-7383-C0B4-E417278496B3}"/>
                    </a:ext>
                  </a:extLst>
                </p14:cNvPr>
                <p14:cNvContentPartPr/>
                <p14:nvPr/>
              </p14:nvContentPartPr>
              <p14:xfrm>
                <a:off x="7216160" y="4677400"/>
                <a:ext cx="173880" cy="1065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A86E130-0A81-7383-C0B4-E417278496B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211840" y="4673080"/>
                  <a:ext cx="182520" cy="11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ACD5507B-4493-475B-1AE1-7BA0C1257ADC}"/>
                    </a:ext>
                  </a:extLst>
                </p14:cNvPr>
                <p14:cNvContentPartPr/>
                <p14:nvPr/>
              </p14:nvContentPartPr>
              <p14:xfrm>
                <a:off x="7547000" y="4667320"/>
                <a:ext cx="194400" cy="1522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ACD5507B-4493-475B-1AE1-7BA0C1257ADC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542680" y="4663000"/>
                  <a:ext cx="203040" cy="160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A26E543D-C749-02A4-94A1-AE1E124954E7}"/>
              </a:ext>
            </a:extLst>
          </p:cNvPr>
          <p:cNvGrpSpPr/>
          <p:nvPr/>
        </p:nvGrpSpPr>
        <p:grpSpPr>
          <a:xfrm>
            <a:off x="9167000" y="4382200"/>
            <a:ext cx="1527840" cy="360720"/>
            <a:chOff x="9167000" y="4382200"/>
            <a:chExt cx="1527840" cy="36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9433635-8815-859F-43F7-5EEDA241BB40}"/>
                    </a:ext>
                  </a:extLst>
                </p14:cNvPr>
                <p14:cNvContentPartPr/>
                <p14:nvPr/>
              </p14:nvContentPartPr>
              <p14:xfrm>
                <a:off x="9167000" y="4389400"/>
                <a:ext cx="221040" cy="31284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9433635-8815-859F-43F7-5EEDA241BB4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9162680" y="4385080"/>
                  <a:ext cx="229680" cy="32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228928F-B64E-8E6A-7B51-C577D62C8B54}"/>
                    </a:ext>
                  </a:extLst>
                </p14:cNvPr>
                <p14:cNvContentPartPr/>
                <p14:nvPr/>
              </p14:nvContentPartPr>
              <p14:xfrm>
                <a:off x="9510440" y="4382200"/>
                <a:ext cx="246240" cy="3366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228928F-B64E-8E6A-7B51-C577D62C8B54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506120" y="4377880"/>
                  <a:ext cx="254880" cy="34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DAB6202-FF32-DE5D-627C-B36E0A285449}"/>
                    </a:ext>
                  </a:extLst>
                </p14:cNvPr>
                <p14:cNvContentPartPr/>
                <p14:nvPr/>
              </p14:nvContentPartPr>
              <p14:xfrm>
                <a:off x="9912920" y="4640320"/>
                <a:ext cx="17640" cy="1656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DAB6202-FF32-DE5D-627C-B36E0A285449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908600" y="4636000"/>
                  <a:ext cx="2628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5DCA8E3-E4BE-C906-D18D-43EEF0804118}"/>
                    </a:ext>
                  </a:extLst>
                </p14:cNvPr>
                <p14:cNvContentPartPr/>
                <p14:nvPr/>
              </p14:nvContentPartPr>
              <p14:xfrm>
                <a:off x="10040360" y="4382920"/>
                <a:ext cx="244080" cy="2876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5DCA8E3-E4BE-C906-D18D-43EEF0804118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036040" y="4378600"/>
                  <a:ext cx="252720" cy="29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1976C9A-91EB-2E2E-C95A-0BCBDCD6E7F3}"/>
                    </a:ext>
                  </a:extLst>
                </p14:cNvPr>
                <p14:cNvContentPartPr/>
                <p14:nvPr/>
              </p14:nvContentPartPr>
              <p14:xfrm>
                <a:off x="10211000" y="4533760"/>
                <a:ext cx="50760" cy="203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1976C9A-91EB-2E2E-C95A-0BCBDCD6E7F3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206680" y="4529440"/>
                  <a:ext cx="5940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483FEAF-A348-2A1D-4FB8-87C2FAB54F52}"/>
                    </a:ext>
                  </a:extLst>
                </p14:cNvPr>
                <p14:cNvContentPartPr/>
                <p14:nvPr/>
              </p14:nvContentPartPr>
              <p14:xfrm>
                <a:off x="10461920" y="4403800"/>
                <a:ext cx="232920" cy="185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483FEAF-A348-2A1D-4FB8-87C2FAB54F5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57600" y="4399480"/>
                  <a:ext cx="241560" cy="19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F351AEE-9CCA-60BE-481D-1D72B34B5F1C}"/>
                    </a:ext>
                  </a:extLst>
                </p14:cNvPr>
                <p14:cNvContentPartPr/>
                <p14:nvPr/>
              </p14:nvContentPartPr>
              <p14:xfrm>
                <a:off x="10592240" y="4515760"/>
                <a:ext cx="86040" cy="2271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F351AEE-9CCA-60BE-481D-1D72B34B5F1C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587920" y="4511440"/>
                  <a:ext cx="94680" cy="235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7840011E-348D-A405-255D-B023EE445302}"/>
              </a:ext>
            </a:extLst>
          </p:cNvPr>
          <p:cNvGrpSpPr/>
          <p:nvPr/>
        </p:nvGrpSpPr>
        <p:grpSpPr>
          <a:xfrm>
            <a:off x="10905440" y="4175200"/>
            <a:ext cx="378720" cy="527760"/>
            <a:chOff x="10905440" y="4175200"/>
            <a:chExt cx="378720" cy="527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58E5196-7EF0-7FBC-EDD3-F026E18DC8D1}"/>
                    </a:ext>
                  </a:extLst>
                </p14:cNvPr>
                <p14:cNvContentPartPr/>
                <p14:nvPr/>
              </p14:nvContentPartPr>
              <p14:xfrm>
                <a:off x="10905440" y="4175200"/>
                <a:ext cx="378720" cy="48096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58E5196-7EF0-7FBC-EDD3-F026E18DC8D1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901120" y="4170880"/>
                  <a:ext cx="38736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1D60F41E-EF64-2FAA-0E3C-5A79A51E6B3F}"/>
                    </a:ext>
                  </a:extLst>
                </p14:cNvPr>
                <p14:cNvContentPartPr/>
                <p14:nvPr/>
              </p14:nvContentPartPr>
              <p14:xfrm>
                <a:off x="11117840" y="4588120"/>
                <a:ext cx="117000" cy="1148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1D60F41E-EF64-2FAA-0E3C-5A79A51E6B3F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1113520" y="4583800"/>
                  <a:ext cx="125640" cy="123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762742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ADCA1F9-A5CD-AC3D-0D41-7A8CC21E2053}"/>
              </a:ext>
            </a:extLst>
          </p:cNvPr>
          <p:cNvGrpSpPr/>
          <p:nvPr/>
        </p:nvGrpSpPr>
        <p:grpSpPr>
          <a:xfrm>
            <a:off x="966200" y="309160"/>
            <a:ext cx="684000" cy="550440"/>
            <a:chOff x="966200" y="309160"/>
            <a:chExt cx="684000" cy="55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F713A64-6406-ED4E-F962-3283EDF4A1C1}"/>
                    </a:ext>
                  </a:extLst>
                </p14:cNvPr>
                <p14:cNvContentPartPr/>
                <p14:nvPr/>
              </p14:nvContentPartPr>
              <p14:xfrm>
                <a:off x="1205600" y="500680"/>
                <a:ext cx="99000" cy="358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F713A64-6406-ED4E-F962-3283EDF4A1C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01280" y="496360"/>
                  <a:ext cx="10764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A0D9AFC-4187-E29E-8FCF-CF3A265E3060}"/>
                    </a:ext>
                  </a:extLst>
                </p14:cNvPr>
                <p14:cNvContentPartPr/>
                <p14:nvPr/>
              </p14:nvContentPartPr>
              <p14:xfrm>
                <a:off x="966200" y="309160"/>
                <a:ext cx="684000" cy="84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A0D9AFC-4187-E29E-8FCF-CF3A265E306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61880" y="304840"/>
                  <a:ext cx="6926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1A9377C6-1390-C4AD-9DFB-2AEA346B15F2}"/>
                    </a:ext>
                  </a:extLst>
                </p14:cNvPr>
                <p14:cNvContentPartPr/>
                <p14:nvPr/>
              </p14:nvContentPartPr>
              <p14:xfrm>
                <a:off x="1502240" y="618040"/>
                <a:ext cx="51480" cy="132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1A9377C6-1390-C4AD-9DFB-2AEA346B15F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497920" y="613720"/>
                  <a:ext cx="60120" cy="141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4C4E1CA3-70D7-4A08-D69D-6A7A7F344FD0}"/>
              </a:ext>
            </a:extLst>
          </p:cNvPr>
          <p:cNvGrpSpPr/>
          <p:nvPr/>
        </p:nvGrpSpPr>
        <p:grpSpPr>
          <a:xfrm>
            <a:off x="2121440" y="383680"/>
            <a:ext cx="990000" cy="612000"/>
            <a:chOff x="2121440" y="383680"/>
            <a:chExt cx="990000" cy="61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2CED1DDB-728E-1283-2987-D1259CD47BC6}"/>
                    </a:ext>
                  </a:extLst>
                </p14:cNvPr>
                <p14:cNvContentPartPr/>
                <p14:nvPr/>
              </p14:nvContentPartPr>
              <p14:xfrm>
                <a:off x="2121440" y="396280"/>
                <a:ext cx="411840" cy="59940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2CED1DDB-728E-1283-2987-D1259CD47BC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117120" y="391960"/>
                  <a:ext cx="42048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A281B09-365D-A90F-B354-96CE4477F02E}"/>
                    </a:ext>
                  </a:extLst>
                </p14:cNvPr>
                <p14:cNvContentPartPr/>
                <p14:nvPr/>
              </p14:nvContentPartPr>
              <p14:xfrm>
                <a:off x="2151320" y="683920"/>
                <a:ext cx="281520" cy="943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A281B09-365D-A90F-B354-96CE4477F02E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47000" y="679600"/>
                  <a:ext cx="29016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0E92318-F824-AD63-D98A-BBEC37AF6FEC}"/>
                    </a:ext>
                  </a:extLst>
                </p14:cNvPr>
                <p14:cNvContentPartPr/>
                <p14:nvPr/>
              </p14:nvContentPartPr>
              <p14:xfrm>
                <a:off x="2536880" y="610120"/>
                <a:ext cx="14040" cy="50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0E92318-F824-AD63-D98A-BBEC37AF6FEC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32560" y="605800"/>
                  <a:ext cx="2268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08640491-E268-A8AD-A38F-2DD0B6BC2919}"/>
                    </a:ext>
                  </a:extLst>
                </p14:cNvPr>
                <p14:cNvContentPartPr/>
                <p14:nvPr/>
              </p14:nvContentPartPr>
              <p14:xfrm>
                <a:off x="2604560" y="695800"/>
                <a:ext cx="144720" cy="597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08640491-E268-A8AD-A38F-2DD0B6BC291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600240" y="691480"/>
                  <a:ext cx="153360" cy="6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967C7C1B-F045-5193-9E09-BEE8F38D9F0A}"/>
                    </a:ext>
                  </a:extLst>
                </p14:cNvPr>
                <p14:cNvContentPartPr/>
                <p14:nvPr/>
              </p14:nvContentPartPr>
              <p14:xfrm>
                <a:off x="2795360" y="383680"/>
                <a:ext cx="316080" cy="3603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967C7C1B-F045-5193-9E09-BEE8F38D9F0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791040" y="379360"/>
                  <a:ext cx="324720" cy="369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3A06767-2B44-CF62-78FC-056589E6528C}"/>
              </a:ext>
            </a:extLst>
          </p:cNvPr>
          <p:cNvGrpSpPr/>
          <p:nvPr/>
        </p:nvGrpSpPr>
        <p:grpSpPr>
          <a:xfrm>
            <a:off x="3565400" y="339040"/>
            <a:ext cx="476280" cy="396000"/>
            <a:chOff x="3565400" y="339040"/>
            <a:chExt cx="476280" cy="39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A585F45-D28C-13AD-7674-4120F78F9C59}"/>
                    </a:ext>
                  </a:extLst>
                </p14:cNvPr>
                <p14:cNvContentPartPr/>
                <p14:nvPr/>
              </p14:nvContentPartPr>
              <p14:xfrm>
                <a:off x="3566120" y="400600"/>
                <a:ext cx="112320" cy="334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A585F45-D28C-13AD-7674-4120F78F9C59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61800" y="396280"/>
                  <a:ext cx="120960" cy="34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67CD1B1-EA91-485C-C6DD-041434F043D2}"/>
                    </a:ext>
                  </a:extLst>
                </p14:cNvPr>
                <p14:cNvContentPartPr/>
                <p14:nvPr/>
              </p14:nvContentPartPr>
              <p14:xfrm>
                <a:off x="3565400" y="339040"/>
                <a:ext cx="453600" cy="34308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67CD1B1-EA91-485C-C6DD-041434F043D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561080" y="334720"/>
                  <a:ext cx="462240" cy="35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BAC27529-4D87-D3BB-D015-014FDEB7C320}"/>
                    </a:ext>
                  </a:extLst>
                </p14:cNvPr>
                <p14:cNvContentPartPr/>
                <p14:nvPr/>
              </p14:nvContentPartPr>
              <p14:xfrm>
                <a:off x="3947360" y="579880"/>
                <a:ext cx="94320" cy="1209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BAC27529-4D87-D3BB-D015-014FDEB7C32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943040" y="575560"/>
                  <a:ext cx="102960" cy="129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E8DC535E-BF58-EA1C-DEC5-C37ED967F594}"/>
              </a:ext>
            </a:extLst>
          </p:cNvPr>
          <p:cNvGrpSpPr/>
          <p:nvPr/>
        </p:nvGrpSpPr>
        <p:grpSpPr>
          <a:xfrm>
            <a:off x="4449560" y="381520"/>
            <a:ext cx="802080" cy="329760"/>
            <a:chOff x="4449560" y="381520"/>
            <a:chExt cx="802080" cy="32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43A5E690-2378-20BC-3B6D-91E37C2805CF}"/>
                    </a:ext>
                  </a:extLst>
                </p14:cNvPr>
                <p14:cNvContentPartPr/>
                <p14:nvPr/>
              </p14:nvContentPartPr>
              <p14:xfrm>
                <a:off x="4450280" y="381520"/>
                <a:ext cx="235080" cy="3117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43A5E690-2378-20BC-3B6D-91E37C2805C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4445960" y="377200"/>
                  <a:ext cx="2437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C188C00-102C-7EA2-2DF9-90512EB380DA}"/>
                    </a:ext>
                  </a:extLst>
                </p14:cNvPr>
                <p14:cNvContentPartPr/>
                <p14:nvPr/>
              </p14:nvContentPartPr>
              <p14:xfrm>
                <a:off x="4449560" y="592480"/>
                <a:ext cx="263520" cy="118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C188C00-102C-7EA2-2DF9-90512EB380D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4445240" y="588160"/>
                  <a:ext cx="272160" cy="12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6548F6CE-4CB9-B613-3BC9-87F86D4D0373}"/>
                    </a:ext>
                  </a:extLst>
                </p14:cNvPr>
                <p14:cNvContentPartPr/>
                <p14:nvPr/>
              </p14:nvContentPartPr>
              <p14:xfrm>
                <a:off x="4769960" y="491680"/>
                <a:ext cx="19440" cy="1033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6548F6CE-4CB9-B613-3BC9-87F86D4D037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4765640" y="487360"/>
                  <a:ext cx="28080" cy="1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BCADDF3B-A9A0-6CF9-D802-C02AFAED7E8B}"/>
                    </a:ext>
                  </a:extLst>
                </p14:cNvPr>
                <p14:cNvContentPartPr/>
                <p14:nvPr/>
              </p14:nvContentPartPr>
              <p14:xfrm>
                <a:off x="4789040" y="627040"/>
                <a:ext cx="270360" cy="842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BCADDF3B-A9A0-6CF9-D802-C02AFAED7E8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784720" y="622720"/>
                  <a:ext cx="27900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C2E23E2-7F3F-8D7A-93AA-E3D31385F3BC}"/>
                    </a:ext>
                  </a:extLst>
                </p14:cNvPr>
                <p14:cNvContentPartPr/>
                <p14:nvPr/>
              </p14:nvContentPartPr>
              <p14:xfrm>
                <a:off x="5123120" y="578080"/>
                <a:ext cx="128520" cy="882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C2E23E2-7F3F-8D7A-93AA-E3D31385F3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18800" y="573760"/>
                  <a:ext cx="137160" cy="96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E883BC3-350D-3F33-D1E6-BCCEC83F0797}"/>
              </a:ext>
            </a:extLst>
          </p:cNvPr>
          <p:cNvGrpSpPr/>
          <p:nvPr/>
        </p:nvGrpSpPr>
        <p:grpSpPr>
          <a:xfrm>
            <a:off x="5704520" y="271360"/>
            <a:ext cx="376920" cy="718560"/>
            <a:chOff x="5704520" y="271360"/>
            <a:chExt cx="376920" cy="71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5FBAF706-852B-2B9B-945A-DC545F8548ED}"/>
                    </a:ext>
                  </a:extLst>
                </p14:cNvPr>
                <p14:cNvContentPartPr/>
                <p14:nvPr/>
              </p14:nvContentPartPr>
              <p14:xfrm>
                <a:off x="5704520" y="271360"/>
                <a:ext cx="214560" cy="40068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5FBAF706-852B-2B9B-945A-DC545F8548E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700200" y="267040"/>
                  <a:ext cx="223200" cy="40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60AE4C5-F991-48DC-D155-16248B48D494}"/>
                    </a:ext>
                  </a:extLst>
                </p14:cNvPr>
                <p14:cNvContentPartPr/>
                <p14:nvPr/>
              </p14:nvContentPartPr>
              <p14:xfrm>
                <a:off x="5938520" y="609040"/>
                <a:ext cx="99720" cy="3096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60AE4C5-F991-48DC-D155-16248B48D494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5934200" y="604720"/>
                  <a:ext cx="10836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310CFF91-BBCD-1507-28F6-3A14FB864425}"/>
                    </a:ext>
                  </a:extLst>
                </p14:cNvPr>
                <p14:cNvContentPartPr/>
                <p14:nvPr/>
              </p14:nvContentPartPr>
              <p14:xfrm>
                <a:off x="5764280" y="613720"/>
                <a:ext cx="317160" cy="3762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310CFF91-BBCD-1507-28F6-3A14FB86442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759960" y="609400"/>
                  <a:ext cx="325800" cy="38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95472F4D-CA7C-1F0C-9314-2CEE0B37C813}"/>
              </a:ext>
            </a:extLst>
          </p:cNvPr>
          <p:cNvGrpSpPr/>
          <p:nvPr/>
        </p:nvGrpSpPr>
        <p:grpSpPr>
          <a:xfrm>
            <a:off x="6450440" y="177760"/>
            <a:ext cx="1114920" cy="506160"/>
            <a:chOff x="6450440" y="177760"/>
            <a:chExt cx="1114920" cy="506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822F384-931F-F55F-0A14-DFA7330F15F7}"/>
                    </a:ext>
                  </a:extLst>
                </p14:cNvPr>
                <p14:cNvContentPartPr/>
                <p14:nvPr/>
              </p14:nvContentPartPr>
              <p14:xfrm>
                <a:off x="6450440" y="177760"/>
                <a:ext cx="603720" cy="5061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822F384-931F-F55F-0A14-DFA7330F15F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446120" y="173440"/>
                  <a:ext cx="612360" cy="51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B4755FA3-2535-1916-88DE-839F1969273A}"/>
                    </a:ext>
                  </a:extLst>
                </p14:cNvPr>
                <p14:cNvContentPartPr/>
                <p14:nvPr/>
              </p14:nvContentPartPr>
              <p14:xfrm>
                <a:off x="6983600" y="592120"/>
                <a:ext cx="30960" cy="471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B4755FA3-2535-1916-88DE-839F1969273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6979280" y="587800"/>
                  <a:ext cx="39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C6A5E583-B385-AF6B-6DE7-959ED6E4C11E}"/>
                    </a:ext>
                  </a:extLst>
                </p14:cNvPr>
                <p14:cNvContentPartPr/>
                <p14:nvPr/>
              </p14:nvContentPartPr>
              <p14:xfrm>
                <a:off x="7088360" y="466480"/>
                <a:ext cx="48960" cy="471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C6A5E583-B385-AF6B-6DE7-959ED6E4C11E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084040" y="462160"/>
                  <a:ext cx="57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2186C88-F99D-146C-EDF9-FFA7DD6D781E}"/>
                    </a:ext>
                  </a:extLst>
                </p14:cNvPr>
                <p14:cNvContentPartPr/>
                <p14:nvPr/>
              </p14:nvContentPartPr>
              <p14:xfrm>
                <a:off x="7166480" y="253360"/>
                <a:ext cx="398880" cy="39996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2186C88-F99D-146C-EDF9-FFA7DD6D781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162160" y="249040"/>
                  <a:ext cx="407520" cy="40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D0E43DC8-4318-4129-DB41-ADE9857C23BC}"/>
              </a:ext>
            </a:extLst>
          </p:cNvPr>
          <p:cNvGrpSpPr/>
          <p:nvPr/>
        </p:nvGrpSpPr>
        <p:grpSpPr>
          <a:xfrm>
            <a:off x="7999880" y="455680"/>
            <a:ext cx="349200" cy="123120"/>
            <a:chOff x="7999880" y="455680"/>
            <a:chExt cx="349200" cy="123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D746221-C25B-1FEF-6125-B13635D1927B}"/>
                    </a:ext>
                  </a:extLst>
                </p14:cNvPr>
                <p14:cNvContentPartPr/>
                <p14:nvPr/>
              </p14:nvContentPartPr>
              <p14:xfrm>
                <a:off x="7999880" y="455680"/>
                <a:ext cx="198000" cy="1191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8D746221-C25B-1FEF-6125-B13635D1927B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995560" y="451360"/>
                  <a:ext cx="20664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A5CE73-8CD1-DDEA-3F62-D7CC99084305}"/>
                    </a:ext>
                  </a:extLst>
                </p14:cNvPr>
                <p14:cNvContentPartPr/>
                <p14:nvPr/>
              </p14:nvContentPartPr>
              <p14:xfrm>
                <a:off x="8270600" y="472240"/>
                <a:ext cx="78480" cy="1065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A5CE73-8CD1-DDEA-3F62-D7CC9908430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266280" y="467920"/>
                  <a:ext cx="87120" cy="115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31443283-B879-D8C7-2751-1FECE2D5D0A4}"/>
              </a:ext>
            </a:extLst>
          </p:cNvPr>
          <p:cNvGrpSpPr/>
          <p:nvPr/>
        </p:nvGrpSpPr>
        <p:grpSpPr>
          <a:xfrm>
            <a:off x="8668040" y="255880"/>
            <a:ext cx="916920" cy="306000"/>
            <a:chOff x="8668040" y="255880"/>
            <a:chExt cx="916920" cy="306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C12605-792E-2E77-863C-E01D1141DAAD}"/>
                    </a:ext>
                  </a:extLst>
                </p14:cNvPr>
                <p14:cNvContentPartPr/>
                <p14:nvPr/>
              </p14:nvContentPartPr>
              <p14:xfrm>
                <a:off x="8668040" y="255880"/>
                <a:ext cx="274680" cy="3060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C12605-792E-2E77-863C-E01D1141DAA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63720" y="251560"/>
                  <a:ext cx="283320" cy="31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A668352A-6963-78D9-7DC1-A6BC7E08AE62}"/>
                    </a:ext>
                  </a:extLst>
                </p14:cNvPr>
                <p14:cNvContentPartPr/>
                <p14:nvPr/>
              </p14:nvContentPartPr>
              <p14:xfrm>
                <a:off x="8965760" y="425440"/>
                <a:ext cx="180000" cy="99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A668352A-6963-78D9-7DC1-A6BC7E08AE6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961440" y="421120"/>
                  <a:ext cx="188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EC0CC714-FBD0-5CA8-BB9C-22E2CD9DB060}"/>
                    </a:ext>
                  </a:extLst>
                </p14:cNvPr>
                <p14:cNvContentPartPr/>
                <p14:nvPr/>
              </p14:nvContentPartPr>
              <p14:xfrm>
                <a:off x="9234320" y="395920"/>
                <a:ext cx="350640" cy="1378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EC0CC714-FBD0-5CA8-BB9C-22E2CD9DB06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230000" y="391600"/>
                  <a:ext cx="359280" cy="146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C45AFBA9-027C-785F-FF06-658F744993B9}"/>
              </a:ext>
            </a:extLst>
          </p:cNvPr>
          <p:cNvGrpSpPr/>
          <p:nvPr/>
        </p:nvGrpSpPr>
        <p:grpSpPr>
          <a:xfrm>
            <a:off x="10128560" y="200800"/>
            <a:ext cx="902160" cy="405000"/>
            <a:chOff x="10128560" y="200800"/>
            <a:chExt cx="902160" cy="40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86C11A7B-87CC-EF98-6F00-167F183F7967}"/>
                    </a:ext>
                  </a:extLst>
                </p14:cNvPr>
                <p14:cNvContentPartPr/>
                <p14:nvPr/>
              </p14:nvContentPartPr>
              <p14:xfrm>
                <a:off x="10128560" y="249040"/>
                <a:ext cx="111600" cy="235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86C11A7B-87CC-EF98-6F00-167F183F796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24240" y="244720"/>
                  <a:ext cx="12024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C873309-A47C-0C83-4CC2-4B0F3C67BC80}"/>
                    </a:ext>
                  </a:extLst>
                </p14:cNvPr>
                <p14:cNvContentPartPr/>
                <p14:nvPr/>
              </p14:nvContentPartPr>
              <p14:xfrm>
                <a:off x="10414760" y="248680"/>
                <a:ext cx="158040" cy="2394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C873309-A47C-0C83-4CC2-4B0F3C67BC80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10440" y="244360"/>
                  <a:ext cx="166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DC843DC-0C67-8D00-72FF-CC8CDE40A8C6}"/>
                    </a:ext>
                  </a:extLst>
                </p14:cNvPr>
                <p14:cNvContentPartPr/>
                <p14:nvPr/>
              </p14:nvContentPartPr>
              <p14:xfrm>
                <a:off x="10684400" y="200800"/>
                <a:ext cx="278280" cy="3193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DC843DC-0C67-8D00-72FF-CC8CDE40A8C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680080" y="196480"/>
                  <a:ext cx="286920" cy="32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B222C44-ADD1-A259-CDA7-C808D812A2FB}"/>
                    </a:ext>
                  </a:extLst>
                </p14:cNvPr>
                <p14:cNvContentPartPr/>
                <p14:nvPr/>
              </p14:nvContentPartPr>
              <p14:xfrm>
                <a:off x="10893200" y="487360"/>
                <a:ext cx="137520" cy="1184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B222C44-ADD1-A259-CDA7-C808D812A2F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888880" y="483040"/>
                  <a:ext cx="146160" cy="12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F23C0D4A-770B-6704-41C6-42CCA48F96C5}"/>
              </a:ext>
            </a:extLst>
          </p:cNvPr>
          <p:cNvGrpSpPr/>
          <p:nvPr/>
        </p:nvGrpSpPr>
        <p:grpSpPr>
          <a:xfrm>
            <a:off x="1143320" y="1029880"/>
            <a:ext cx="1411920" cy="390240"/>
            <a:chOff x="1143320" y="1029880"/>
            <a:chExt cx="1411920" cy="390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7398696-6182-F238-847D-6ABB9E90AB36}"/>
                    </a:ext>
                  </a:extLst>
                </p14:cNvPr>
                <p14:cNvContentPartPr/>
                <p14:nvPr/>
              </p14:nvContentPartPr>
              <p14:xfrm>
                <a:off x="1143320" y="1249840"/>
                <a:ext cx="272880" cy="1702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7398696-6182-F238-847D-6ABB9E90AB3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39000" y="1245520"/>
                  <a:ext cx="281520" cy="178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F8D96A9-960C-BC53-2437-F991FE5D9FB6}"/>
                    </a:ext>
                  </a:extLst>
                </p14:cNvPr>
                <p14:cNvContentPartPr/>
                <p14:nvPr/>
              </p14:nvContentPartPr>
              <p14:xfrm>
                <a:off x="1382720" y="1029880"/>
                <a:ext cx="262080" cy="36216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AF8D96A9-960C-BC53-2437-F991FE5D9FB6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378400" y="1025560"/>
                  <a:ext cx="270720" cy="37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C7EC049-AEA2-2287-2D80-4512FBF7CF68}"/>
                    </a:ext>
                  </a:extLst>
                </p14:cNvPr>
                <p14:cNvContentPartPr/>
                <p14:nvPr/>
              </p14:nvContentPartPr>
              <p14:xfrm>
                <a:off x="1612760" y="1290520"/>
                <a:ext cx="510840" cy="1162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C7EC049-AEA2-2287-2D80-4512FBF7CF6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08440" y="1286200"/>
                  <a:ext cx="519480" cy="12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E4C8F21-343A-65DA-0541-8FD530E0F37B}"/>
                    </a:ext>
                  </a:extLst>
                </p14:cNvPr>
                <p14:cNvContentPartPr/>
                <p14:nvPr/>
              </p14:nvContentPartPr>
              <p14:xfrm>
                <a:off x="2131520" y="1297720"/>
                <a:ext cx="157320" cy="1054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E4C8F21-343A-65DA-0541-8FD530E0F3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127200" y="1293400"/>
                  <a:ext cx="165960" cy="11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ACA2D78-C3D1-86A2-E5CC-91C81191140B}"/>
                    </a:ext>
                  </a:extLst>
                </p14:cNvPr>
                <p14:cNvContentPartPr/>
                <p14:nvPr/>
              </p14:nvContentPartPr>
              <p14:xfrm>
                <a:off x="2376320" y="1292320"/>
                <a:ext cx="178920" cy="109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6ACA2D78-C3D1-86A2-E5CC-91C81191140B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372000" y="1288000"/>
                  <a:ext cx="187560" cy="11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7D9279CE-86C0-8DBE-C118-5BC024DE9F00}"/>
              </a:ext>
            </a:extLst>
          </p:cNvPr>
          <p:cNvGrpSpPr/>
          <p:nvPr/>
        </p:nvGrpSpPr>
        <p:grpSpPr>
          <a:xfrm>
            <a:off x="2881040" y="943120"/>
            <a:ext cx="642240" cy="543960"/>
            <a:chOff x="2881040" y="943120"/>
            <a:chExt cx="642240" cy="543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C598642-9FBD-11E6-5320-736A5EB42289}"/>
                    </a:ext>
                  </a:extLst>
                </p14:cNvPr>
                <p14:cNvContentPartPr/>
                <p14:nvPr/>
              </p14:nvContentPartPr>
              <p14:xfrm>
                <a:off x="2881040" y="1291960"/>
                <a:ext cx="109080" cy="65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C598642-9FBD-11E6-5320-736A5EB42289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876720" y="1287640"/>
                  <a:ext cx="117720" cy="7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DEE2A4-4F6E-CFCB-472E-313098ED06E3}"/>
                    </a:ext>
                  </a:extLst>
                </p14:cNvPr>
                <p14:cNvContentPartPr/>
                <p14:nvPr/>
              </p14:nvContentPartPr>
              <p14:xfrm>
                <a:off x="3123680" y="943120"/>
                <a:ext cx="399600" cy="5439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DEE2A4-4F6E-CFCB-472E-313098ED06E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119360" y="938800"/>
                  <a:ext cx="408240" cy="55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927D28F-B45F-BB74-18FB-46848CF7A40C}"/>
                    </a:ext>
                  </a:extLst>
                </p14:cNvPr>
                <p14:cNvContentPartPr/>
                <p14:nvPr/>
              </p14:nvContentPartPr>
              <p14:xfrm>
                <a:off x="3106760" y="1219600"/>
                <a:ext cx="284040" cy="10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927D28F-B45F-BB74-18FB-46848CF7A40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02440" y="1215280"/>
                  <a:ext cx="292680" cy="19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1" name="Group 80">
            <a:extLst>
              <a:ext uri="{FF2B5EF4-FFF2-40B4-BE49-F238E27FC236}">
                <a16:creationId xmlns:a16="http://schemas.microsoft.com/office/drawing/2014/main" id="{30F02CF9-B894-2924-8A5D-D2541EE55F88}"/>
              </a:ext>
            </a:extLst>
          </p:cNvPr>
          <p:cNvGrpSpPr/>
          <p:nvPr/>
        </p:nvGrpSpPr>
        <p:grpSpPr>
          <a:xfrm>
            <a:off x="3830720" y="964720"/>
            <a:ext cx="2064960" cy="619560"/>
            <a:chOff x="3830720" y="964720"/>
            <a:chExt cx="2064960" cy="619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2D5B8F3-06D7-9B49-CFC0-6CE378BDADD9}"/>
                    </a:ext>
                  </a:extLst>
                </p14:cNvPr>
                <p14:cNvContentPartPr/>
                <p14:nvPr/>
              </p14:nvContentPartPr>
              <p14:xfrm>
                <a:off x="3830720" y="1004680"/>
                <a:ext cx="456480" cy="49968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2D5B8F3-06D7-9B49-CFC0-6CE378BDADD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826400" y="1000360"/>
                  <a:ext cx="465120" cy="50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60F8109-DCE4-7FA0-822E-800D3C6F4668}"/>
                    </a:ext>
                  </a:extLst>
                </p14:cNvPr>
                <p14:cNvContentPartPr/>
                <p14:nvPr/>
              </p14:nvContentPartPr>
              <p14:xfrm>
                <a:off x="3837920" y="1286560"/>
                <a:ext cx="279360" cy="90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860F8109-DCE4-7FA0-822E-800D3C6F466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833600" y="1282240"/>
                  <a:ext cx="288000" cy="9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71383D62-871D-6F86-FC9E-788DCA9A8BEE}"/>
                    </a:ext>
                  </a:extLst>
                </p14:cNvPr>
                <p14:cNvContentPartPr/>
                <p14:nvPr/>
              </p14:nvContentPartPr>
              <p14:xfrm>
                <a:off x="4181360" y="1214920"/>
                <a:ext cx="10440" cy="745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71383D62-871D-6F86-FC9E-788DCA9A8BE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177040" y="1210600"/>
                  <a:ext cx="19080" cy="8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5575D52-519A-AD45-651A-E9C6E26918DC}"/>
                    </a:ext>
                  </a:extLst>
                </p14:cNvPr>
                <p14:cNvContentPartPr/>
                <p14:nvPr/>
              </p14:nvContentPartPr>
              <p14:xfrm>
                <a:off x="4188200" y="1344880"/>
                <a:ext cx="200880" cy="3852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5575D52-519A-AD45-651A-E9C6E26918DC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183880" y="1340560"/>
                  <a:ext cx="2095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F754F27-5900-78B8-B7DA-E24D0E158ECE}"/>
                    </a:ext>
                  </a:extLst>
                </p14:cNvPr>
                <p14:cNvContentPartPr/>
                <p14:nvPr/>
              </p14:nvContentPartPr>
              <p14:xfrm>
                <a:off x="4495640" y="1312480"/>
                <a:ext cx="33840" cy="5184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F754F27-5900-78B8-B7DA-E24D0E158ECE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491320" y="1308160"/>
                  <a:ext cx="42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2C103669-67A2-99B7-CD6C-FB39B21E5972}"/>
                    </a:ext>
                  </a:extLst>
                </p14:cNvPr>
                <p14:cNvContentPartPr/>
                <p14:nvPr/>
              </p14:nvContentPartPr>
              <p14:xfrm>
                <a:off x="4610120" y="1123120"/>
                <a:ext cx="15840" cy="6732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2C103669-67A2-99B7-CD6C-FB39B21E597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605800" y="1118800"/>
                  <a:ext cx="24480" cy="7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B3D02F3-FB4E-9B4A-30DD-5E9CD1E874F1}"/>
                    </a:ext>
                  </a:extLst>
                </p14:cNvPr>
                <p14:cNvContentPartPr/>
                <p14:nvPr/>
              </p14:nvContentPartPr>
              <p14:xfrm>
                <a:off x="4683200" y="964720"/>
                <a:ext cx="494280" cy="3996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B3D02F3-FB4E-9B4A-30DD-5E9CD1E874F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678880" y="960400"/>
                  <a:ext cx="502920" cy="40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21423970-4C51-5BFF-03C0-D989217474C1}"/>
                    </a:ext>
                  </a:extLst>
                </p14:cNvPr>
                <p14:cNvContentPartPr/>
                <p14:nvPr/>
              </p14:nvContentPartPr>
              <p14:xfrm>
                <a:off x="5205200" y="1159120"/>
                <a:ext cx="7560" cy="158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21423970-4C51-5BFF-03C0-D989217474C1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200880" y="1154800"/>
                  <a:ext cx="16200" cy="2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E43B2B6-E594-D06A-9623-B1247AE8D263}"/>
                    </a:ext>
                  </a:extLst>
                </p14:cNvPr>
                <p14:cNvContentPartPr/>
                <p14:nvPr/>
              </p14:nvContentPartPr>
              <p14:xfrm>
                <a:off x="5294120" y="1247680"/>
                <a:ext cx="113040" cy="356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E43B2B6-E594-D06A-9623-B1247AE8D26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289800" y="1243360"/>
                  <a:ext cx="121680" cy="4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CDC8CA53-956B-0023-B313-33B446CE3774}"/>
                    </a:ext>
                  </a:extLst>
                </p14:cNvPr>
                <p14:cNvContentPartPr/>
                <p14:nvPr/>
              </p14:nvContentPartPr>
              <p14:xfrm>
                <a:off x="5280800" y="1172080"/>
                <a:ext cx="366480" cy="4122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CDC8CA53-956B-0023-B313-33B446CE377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276480" y="1167760"/>
                  <a:ext cx="3751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4806DAFE-699F-F566-A7BC-7613A1F0A7BA}"/>
                    </a:ext>
                  </a:extLst>
                </p14:cNvPr>
                <p14:cNvContentPartPr/>
                <p14:nvPr/>
              </p14:nvContentPartPr>
              <p14:xfrm>
                <a:off x="5797760" y="1292680"/>
                <a:ext cx="97920" cy="1314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4806DAFE-699F-F566-A7BC-7613A1F0A7BA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793440" y="1288360"/>
                  <a:ext cx="106560" cy="140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B904AD8C-2069-A2C6-A9FA-86BC2C9BF66F}"/>
              </a:ext>
            </a:extLst>
          </p:cNvPr>
          <p:cNvGrpSpPr/>
          <p:nvPr/>
        </p:nvGrpSpPr>
        <p:grpSpPr>
          <a:xfrm>
            <a:off x="6398240" y="1150480"/>
            <a:ext cx="564120" cy="164880"/>
            <a:chOff x="6398240" y="1150480"/>
            <a:chExt cx="564120" cy="16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579578E-32F9-6F0B-2721-68F896166D23}"/>
                    </a:ext>
                  </a:extLst>
                </p14:cNvPr>
                <p14:cNvContentPartPr/>
                <p14:nvPr/>
              </p14:nvContentPartPr>
              <p14:xfrm>
                <a:off x="6398240" y="1150480"/>
                <a:ext cx="288000" cy="16488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579578E-32F9-6F0B-2721-68F896166D23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393920" y="1146160"/>
                  <a:ext cx="29664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53C2FDF-CCA3-56B7-6E45-43001A2DD8B5}"/>
                    </a:ext>
                  </a:extLst>
                </p14:cNvPr>
                <p14:cNvContentPartPr/>
                <p14:nvPr/>
              </p14:nvContentPartPr>
              <p14:xfrm>
                <a:off x="6814760" y="1197640"/>
                <a:ext cx="147600" cy="10548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53C2FDF-CCA3-56B7-6E45-43001A2DD8B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6810440" y="1193320"/>
                  <a:ext cx="156240" cy="11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9" name="Group 78">
            <a:extLst>
              <a:ext uri="{FF2B5EF4-FFF2-40B4-BE49-F238E27FC236}">
                <a16:creationId xmlns:a16="http://schemas.microsoft.com/office/drawing/2014/main" id="{9A60BA12-4184-1040-A1D7-FA171CF2D2F1}"/>
              </a:ext>
            </a:extLst>
          </p:cNvPr>
          <p:cNvGrpSpPr/>
          <p:nvPr/>
        </p:nvGrpSpPr>
        <p:grpSpPr>
          <a:xfrm>
            <a:off x="7356560" y="780760"/>
            <a:ext cx="1017000" cy="594000"/>
            <a:chOff x="7356560" y="780760"/>
            <a:chExt cx="1017000" cy="594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0CDAF03-449E-6FDF-ED51-A316B1C326CA}"/>
                    </a:ext>
                  </a:extLst>
                </p14:cNvPr>
                <p14:cNvContentPartPr/>
                <p14:nvPr/>
              </p14:nvContentPartPr>
              <p14:xfrm>
                <a:off x="7370960" y="780760"/>
                <a:ext cx="449640" cy="5940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0CDAF03-449E-6FDF-ED51-A316B1C326CA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366640" y="776440"/>
                  <a:ext cx="458280" cy="60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31C315A-7A84-28E6-704A-F614937B9542}"/>
                    </a:ext>
                  </a:extLst>
                </p14:cNvPr>
                <p14:cNvContentPartPr/>
                <p14:nvPr/>
              </p14:nvContentPartPr>
              <p14:xfrm>
                <a:off x="7356560" y="1139320"/>
                <a:ext cx="300240" cy="11232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31C315A-7A84-28E6-704A-F614937B954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352240" y="1135000"/>
                  <a:ext cx="3088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A100DC3-9F05-AF5C-A2A9-6AC70E671194}"/>
                    </a:ext>
                  </a:extLst>
                </p14:cNvPr>
                <p14:cNvContentPartPr/>
                <p14:nvPr/>
              </p14:nvContentPartPr>
              <p14:xfrm>
                <a:off x="7718720" y="1084960"/>
                <a:ext cx="42840" cy="518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A100DC3-9F05-AF5C-A2A9-6AC70E67119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714400" y="1080640"/>
                  <a:ext cx="51480" cy="6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8323039-8AD8-6C5B-2754-5024E561C6B1}"/>
                    </a:ext>
                  </a:extLst>
                </p14:cNvPr>
                <p14:cNvContentPartPr/>
                <p14:nvPr/>
              </p14:nvContentPartPr>
              <p14:xfrm>
                <a:off x="7768040" y="1168120"/>
                <a:ext cx="177480" cy="4536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8323039-8AD8-6C5B-2754-5024E561C6B1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63720" y="1163800"/>
                  <a:ext cx="1861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FA38DF-4DCF-C0F3-BFC9-79C41B29C0FB}"/>
                    </a:ext>
                  </a:extLst>
                </p14:cNvPr>
                <p14:cNvContentPartPr/>
                <p14:nvPr/>
              </p14:nvContentPartPr>
              <p14:xfrm>
                <a:off x="8011760" y="856720"/>
                <a:ext cx="361800" cy="4190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FA38DF-4DCF-C0F3-BFC9-79C41B29C0F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07440" y="852400"/>
                  <a:ext cx="370440" cy="42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46C7B3E-CC94-E434-FA33-88E60ECF3586}"/>
              </a:ext>
            </a:extLst>
          </p:cNvPr>
          <p:cNvGrpSpPr/>
          <p:nvPr/>
        </p:nvGrpSpPr>
        <p:grpSpPr>
          <a:xfrm>
            <a:off x="8720960" y="791920"/>
            <a:ext cx="1784160" cy="595080"/>
            <a:chOff x="8720960" y="791920"/>
            <a:chExt cx="1784160" cy="5950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74102D49-1099-6EAA-0DB3-D106E60041E9}"/>
                    </a:ext>
                  </a:extLst>
                </p14:cNvPr>
                <p14:cNvContentPartPr/>
                <p14:nvPr/>
              </p14:nvContentPartPr>
              <p14:xfrm>
                <a:off x="8720960" y="791920"/>
                <a:ext cx="476280" cy="5950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74102D49-1099-6EAA-0DB3-D106E60041E9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716640" y="787600"/>
                  <a:ext cx="484920" cy="60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7496E49-2CC5-AA3B-8F9B-B14800E6FE00}"/>
                    </a:ext>
                  </a:extLst>
                </p14:cNvPr>
                <p14:cNvContentPartPr/>
                <p14:nvPr/>
              </p14:nvContentPartPr>
              <p14:xfrm>
                <a:off x="8795840" y="1054720"/>
                <a:ext cx="354240" cy="15696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7496E49-2CC5-AA3B-8F9B-B14800E6FE00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791520" y="1050400"/>
                  <a:ext cx="36288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BCBFD4F-D51B-1E5A-F5C3-3AC5D32DB68E}"/>
                    </a:ext>
                  </a:extLst>
                </p14:cNvPr>
                <p14:cNvContentPartPr/>
                <p14:nvPr/>
              </p14:nvContentPartPr>
              <p14:xfrm>
                <a:off x="9173120" y="1029520"/>
                <a:ext cx="487440" cy="1123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BCBFD4F-D51B-1E5A-F5C3-3AC5D32DB68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168800" y="1025200"/>
                  <a:ext cx="496080" cy="12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A8D0CF41-B88C-5BCB-AA19-EC7E8970E596}"/>
                    </a:ext>
                  </a:extLst>
                </p14:cNvPr>
                <p14:cNvContentPartPr/>
                <p14:nvPr/>
              </p14:nvContentPartPr>
              <p14:xfrm>
                <a:off x="9876920" y="862120"/>
                <a:ext cx="279360" cy="38160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A8D0CF41-B88C-5BCB-AA19-EC7E8970E596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72600" y="857800"/>
                  <a:ext cx="28800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A2699A6-5B64-6C8E-75D5-BCD27914EB70}"/>
                    </a:ext>
                  </a:extLst>
                </p14:cNvPr>
                <p14:cNvContentPartPr/>
                <p14:nvPr/>
              </p14:nvContentPartPr>
              <p14:xfrm>
                <a:off x="9933800" y="863560"/>
                <a:ext cx="425160" cy="2707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A2699A6-5B64-6C8E-75D5-BCD27914EB7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929480" y="859240"/>
                  <a:ext cx="43380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9E61DDF-5E7C-EACB-52C0-E0A99EE7275D}"/>
                    </a:ext>
                  </a:extLst>
                </p14:cNvPr>
                <p14:cNvContentPartPr/>
                <p14:nvPr/>
              </p14:nvContentPartPr>
              <p14:xfrm>
                <a:off x="10338440" y="1012600"/>
                <a:ext cx="166680" cy="1306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9E61DDF-5E7C-EACB-52C0-E0A99EE727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334120" y="1008280"/>
                  <a:ext cx="175320" cy="139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4" name="Group 103">
            <a:extLst>
              <a:ext uri="{FF2B5EF4-FFF2-40B4-BE49-F238E27FC236}">
                <a16:creationId xmlns:a16="http://schemas.microsoft.com/office/drawing/2014/main" id="{78EFB2F0-98D7-067D-F4F9-D5041034628C}"/>
              </a:ext>
            </a:extLst>
          </p:cNvPr>
          <p:cNvGrpSpPr/>
          <p:nvPr/>
        </p:nvGrpSpPr>
        <p:grpSpPr>
          <a:xfrm>
            <a:off x="1104440" y="1642240"/>
            <a:ext cx="1128240" cy="559440"/>
            <a:chOff x="1104440" y="1642240"/>
            <a:chExt cx="1128240" cy="559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7989641-672E-A304-3852-EF4140DD2661}"/>
                    </a:ext>
                  </a:extLst>
                </p14:cNvPr>
                <p14:cNvContentPartPr/>
                <p14:nvPr/>
              </p14:nvContentPartPr>
              <p14:xfrm>
                <a:off x="1104440" y="1807480"/>
                <a:ext cx="158760" cy="3942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7989641-672E-A304-3852-EF4140DD266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100120" y="1803160"/>
                  <a:ext cx="167400" cy="40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F2CC4AAB-AE3C-81D2-28B7-33D123DDB143}"/>
                    </a:ext>
                  </a:extLst>
                </p14:cNvPr>
                <p14:cNvContentPartPr/>
                <p14:nvPr/>
              </p14:nvContentPartPr>
              <p14:xfrm>
                <a:off x="1104440" y="1954000"/>
                <a:ext cx="378000" cy="111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F2CC4AAB-AE3C-81D2-28B7-33D123DDB14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0120" y="1949680"/>
                  <a:ext cx="38664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7BE653C5-21AF-0399-7287-47FA84237F15}"/>
                    </a:ext>
                  </a:extLst>
                </p14:cNvPr>
                <p14:cNvContentPartPr/>
                <p14:nvPr/>
              </p14:nvContentPartPr>
              <p14:xfrm>
                <a:off x="1574960" y="1678240"/>
                <a:ext cx="190440" cy="38412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7BE653C5-21AF-0399-7287-47FA84237F15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70640" y="1673920"/>
                  <a:ext cx="199080" cy="39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F4EE83E-ACF6-4B94-8F91-763626A0CA31}"/>
                    </a:ext>
                  </a:extLst>
                </p14:cNvPr>
                <p14:cNvContentPartPr/>
                <p14:nvPr/>
              </p14:nvContentPartPr>
              <p14:xfrm>
                <a:off x="1886360" y="1642240"/>
                <a:ext cx="163080" cy="3834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F4EE83E-ACF6-4B94-8F91-763626A0CA3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882040" y="1637920"/>
                  <a:ext cx="171720" cy="39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ABDA1CA-8A7E-4888-FB3D-3FDF5BB85B76}"/>
                    </a:ext>
                  </a:extLst>
                </p14:cNvPr>
                <p14:cNvContentPartPr/>
                <p14:nvPr/>
              </p14:nvContentPartPr>
              <p14:xfrm>
                <a:off x="2044400" y="1914040"/>
                <a:ext cx="188280" cy="162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ABDA1CA-8A7E-4888-FB3D-3FDF5BB85B7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040080" y="1909720"/>
                  <a:ext cx="196920" cy="170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583A643D-AC5C-0BC3-D893-D7AA02FFDF39}"/>
              </a:ext>
            </a:extLst>
          </p:cNvPr>
          <p:cNvGrpSpPr/>
          <p:nvPr/>
        </p:nvGrpSpPr>
        <p:grpSpPr>
          <a:xfrm>
            <a:off x="2672240" y="1671040"/>
            <a:ext cx="997200" cy="415800"/>
            <a:chOff x="2672240" y="1671040"/>
            <a:chExt cx="997200" cy="415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61EC1697-0965-04BB-2D62-7D73129F90E7}"/>
                    </a:ext>
                  </a:extLst>
                </p14:cNvPr>
                <p14:cNvContentPartPr/>
                <p14:nvPr/>
              </p14:nvContentPartPr>
              <p14:xfrm>
                <a:off x="2672240" y="1671040"/>
                <a:ext cx="355320" cy="4158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61EC1697-0965-04BB-2D62-7D73129F90E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2667920" y="1666720"/>
                  <a:ext cx="363960" cy="42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26F6062-9658-4E0A-0545-40576835FC65}"/>
                    </a:ext>
                  </a:extLst>
                </p14:cNvPr>
                <p14:cNvContentPartPr/>
                <p14:nvPr/>
              </p14:nvContentPartPr>
              <p14:xfrm>
                <a:off x="2772320" y="1678240"/>
                <a:ext cx="525960" cy="3952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26F6062-9658-4E0A-0545-40576835FC6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768000" y="1673920"/>
                  <a:ext cx="53460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78B1232E-2B22-948A-DA2D-97568F1E2590}"/>
                    </a:ext>
                  </a:extLst>
                </p14:cNvPr>
                <p14:cNvContentPartPr/>
                <p14:nvPr/>
              </p14:nvContentPartPr>
              <p14:xfrm>
                <a:off x="3195680" y="1953640"/>
                <a:ext cx="127080" cy="7740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78B1232E-2B22-948A-DA2D-97568F1E2590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191360" y="1949320"/>
                  <a:ext cx="135720" cy="8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B4EC996-3A61-5753-CAF8-4E58C4772C67}"/>
                    </a:ext>
                  </a:extLst>
                </p14:cNvPr>
                <p14:cNvContentPartPr/>
                <p14:nvPr/>
              </p14:nvContentPartPr>
              <p14:xfrm>
                <a:off x="3536600" y="1685440"/>
                <a:ext cx="132840" cy="3924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B4EC996-3A61-5753-CAF8-4E58C4772C67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32280" y="1681120"/>
                  <a:ext cx="141480" cy="40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6F73BCB5-4BE2-0B07-5C96-A9789363F96F}"/>
                    </a:ext>
                  </a:extLst>
                </p14:cNvPr>
                <p14:cNvContentPartPr/>
                <p14:nvPr/>
              </p14:nvContentPartPr>
              <p14:xfrm>
                <a:off x="3449840" y="1851760"/>
                <a:ext cx="206280" cy="183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6F73BCB5-4BE2-0B07-5C96-A9789363F96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45520" y="1847440"/>
                  <a:ext cx="2149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2" name="Group 101">
            <a:extLst>
              <a:ext uri="{FF2B5EF4-FFF2-40B4-BE49-F238E27FC236}">
                <a16:creationId xmlns:a16="http://schemas.microsoft.com/office/drawing/2014/main" id="{21DA3D5B-17FD-AC12-5F0C-9577A39A9744}"/>
              </a:ext>
            </a:extLst>
          </p:cNvPr>
          <p:cNvGrpSpPr/>
          <p:nvPr/>
        </p:nvGrpSpPr>
        <p:grpSpPr>
          <a:xfrm>
            <a:off x="4393400" y="1820080"/>
            <a:ext cx="295560" cy="209520"/>
            <a:chOff x="4393400" y="1820080"/>
            <a:chExt cx="295560" cy="209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E1712341-27AE-5FA9-204D-CE2830169567}"/>
                    </a:ext>
                  </a:extLst>
                </p14:cNvPr>
                <p14:cNvContentPartPr/>
                <p14:nvPr/>
              </p14:nvContentPartPr>
              <p14:xfrm>
                <a:off x="4400600" y="1820080"/>
                <a:ext cx="240480" cy="209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E1712341-27AE-5FA9-204D-CE2830169567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396280" y="1815760"/>
                  <a:ext cx="249120" cy="21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DB7E635-2C20-67A3-5C73-89AC9931D240}"/>
                    </a:ext>
                  </a:extLst>
                </p14:cNvPr>
                <p14:cNvContentPartPr/>
                <p14:nvPr/>
              </p14:nvContentPartPr>
              <p14:xfrm>
                <a:off x="4393400" y="1920520"/>
                <a:ext cx="295560" cy="20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DB7E635-2C20-67A3-5C73-89AC9931D24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389080" y="1916200"/>
                  <a:ext cx="304200" cy="28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1" name="Group 100">
            <a:extLst>
              <a:ext uri="{FF2B5EF4-FFF2-40B4-BE49-F238E27FC236}">
                <a16:creationId xmlns:a16="http://schemas.microsoft.com/office/drawing/2014/main" id="{07BF2141-1D37-82A0-7AF3-9496BAF12997}"/>
              </a:ext>
            </a:extLst>
          </p:cNvPr>
          <p:cNvGrpSpPr/>
          <p:nvPr/>
        </p:nvGrpSpPr>
        <p:grpSpPr>
          <a:xfrm>
            <a:off x="4979480" y="1641160"/>
            <a:ext cx="1560600" cy="331920"/>
            <a:chOff x="4979480" y="1641160"/>
            <a:chExt cx="1560600" cy="331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6213B4B-E8BA-9BE0-F10E-6EC0C5FCBDFE}"/>
                    </a:ext>
                  </a:extLst>
                </p14:cNvPr>
                <p14:cNvContentPartPr/>
                <p14:nvPr/>
              </p14:nvContentPartPr>
              <p14:xfrm>
                <a:off x="4984160" y="1848160"/>
                <a:ext cx="155520" cy="6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6213B4B-E8BA-9BE0-F10E-6EC0C5FCBDF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4979840" y="1843840"/>
                  <a:ext cx="16416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6A2003B-9212-CFEB-6664-E8CF4EFDDB09}"/>
                    </a:ext>
                  </a:extLst>
                </p14:cNvPr>
                <p14:cNvContentPartPr/>
                <p14:nvPr/>
              </p14:nvContentPartPr>
              <p14:xfrm>
                <a:off x="4979480" y="1917640"/>
                <a:ext cx="221760" cy="1224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6A2003B-9212-CFEB-6664-E8CF4EFDDB0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975160" y="1913320"/>
                  <a:ext cx="230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FAC686B-1FAF-F371-A10A-FF6E3EF98CB4}"/>
                    </a:ext>
                  </a:extLst>
                </p14:cNvPr>
                <p14:cNvContentPartPr/>
                <p14:nvPr/>
              </p14:nvContentPartPr>
              <p14:xfrm>
                <a:off x="5412200" y="1699840"/>
                <a:ext cx="281160" cy="27324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FAC686B-1FAF-F371-A10A-FF6E3EF98CB4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5407880" y="1695520"/>
                  <a:ext cx="289800" cy="28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848572B8-0A9D-AF6C-11A3-D0055D367825}"/>
                    </a:ext>
                  </a:extLst>
                </p14:cNvPr>
                <p14:cNvContentPartPr/>
                <p14:nvPr/>
              </p14:nvContentPartPr>
              <p14:xfrm>
                <a:off x="5804240" y="1917640"/>
                <a:ext cx="48960" cy="165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848572B8-0A9D-AF6C-11A3-D0055D36782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5799560" y="1913320"/>
                  <a:ext cx="57600" cy="2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9DB0C7B-D5A0-16EF-49A3-C876FD82580D}"/>
                    </a:ext>
                  </a:extLst>
                </p14:cNvPr>
                <p14:cNvContentPartPr/>
                <p14:nvPr/>
              </p14:nvContentPartPr>
              <p14:xfrm>
                <a:off x="5991800" y="1692640"/>
                <a:ext cx="220680" cy="251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9DB0C7B-D5A0-16EF-49A3-C876FD82580D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5987480" y="1688320"/>
                  <a:ext cx="229320" cy="26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4C25E32E-C169-9DD5-CBCF-5F26360EFBC2}"/>
                    </a:ext>
                  </a:extLst>
                </p14:cNvPr>
                <p14:cNvContentPartPr/>
                <p14:nvPr/>
              </p14:nvContentPartPr>
              <p14:xfrm>
                <a:off x="6367640" y="1641160"/>
                <a:ext cx="172440" cy="3175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4C25E32E-C169-9DD5-CBCF-5F26360EFBC2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6363320" y="1636840"/>
                  <a:ext cx="181080" cy="326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0" name="Group 109">
            <a:extLst>
              <a:ext uri="{FF2B5EF4-FFF2-40B4-BE49-F238E27FC236}">
                <a16:creationId xmlns:a16="http://schemas.microsoft.com/office/drawing/2014/main" id="{F66D2A66-1A83-A564-90C2-C6B3B9016134}"/>
              </a:ext>
            </a:extLst>
          </p:cNvPr>
          <p:cNvGrpSpPr/>
          <p:nvPr/>
        </p:nvGrpSpPr>
        <p:grpSpPr>
          <a:xfrm>
            <a:off x="1045040" y="3232360"/>
            <a:ext cx="295560" cy="280440"/>
            <a:chOff x="1045040" y="3232360"/>
            <a:chExt cx="295560" cy="28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3D5564FB-E75E-6944-A4AE-6DCEAFD54006}"/>
                    </a:ext>
                  </a:extLst>
                </p14:cNvPr>
                <p14:cNvContentPartPr/>
                <p14:nvPr/>
              </p14:nvContentPartPr>
              <p14:xfrm>
                <a:off x="1045040" y="3232360"/>
                <a:ext cx="225360" cy="28044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3D5564FB-E75E-6944-A4AE-6DCEAFD54006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040720" y="3228040"/>
                  <a:ext cx="234000" cy="28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34F1172D-24AF-CDA4-85F7-CB00E55343C8}"/>
                    </a:ext>
                  </a:extLst>
                </p14:cNvPr>
                <p14:cNvContentPartPr/>
                <p14:nvPr/>
              </p14:nvContentPartPr>
              <p14:xfrm>
                <a:off x="1069160" y="3359800"/>
                <a:ext cx="271440" cy="324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34F1172D-24AF-CDA4-85F7-CB00E55343C8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64840" y="3355480"/>
                  <a:ext cx="280080" cy="11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9" name="Group 108">
            <a:extLst>
              <a:ext uri="{FF2B5EF4-FFF2-40B4-BE49-F238E27FC236}">
                <a16:creationId xmlns:a16="http://schemas.microsoft.com/office/drawing/2014/main" id="{28E36AF1-364D-94CC-C588-C44DF59FC5D9}"/>
              </a:ext>
            </a:extLst>
          </p:cNvPr>
          <p:cNvGrpSpPr/>
          <p:nvPr/>
        </p:nvGrpSpPr>
        <p:grpSpPr>
          <a:xfrm>
            <a:off x="1637240" y="3344320"/>
            <a:ext cx="187200" cy="92520"/>
            <a:chOff x="1637240" y="3344320"/>
            <a:chExt cx="187200" cy="92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B3ADF172-93B8-7909-7746-C424D78D8AA7}"/>
                    </a:ext>
                  </a:extLst>
                </p14:cNvPr>
                <p14:cNvContentPartPr/>
                <p14:nvPr/>
              </p14:nvContentPartPr>
              <p14:xfrm>
                <a:off x="1637240" y="3344320"/>
                <a:ext cx="187200" cy="5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B3ADF172-93B8-7909-7746-C424D78D8AA7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632920" y="3340000"/>
                  <a:ext cx="19584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B0F6653-C1FB-1501-5C81-8065A6AB95D9}"/>
                    </a:ext>
                  </a:extLst>
                </p14:cNvPr>
                <p14:cNvContentPartPr/>
                <p14:nvPr/>
              </p14:nvContentPartPr>
              <p14:xfrm>
                <a:off x="1640120" y="3418480"/>
                <a:ext cx="181080" cy="1836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B0F6653-C1FB-1501-5C81-8065A6AB95D9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635800" y="3414160"/>
                  <a:ext cx="189720" cy="27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18" name="Group 117">
            <a:extLst>
              <a:ext uri="{FF2B5EF4-FFF2-40B4-BE49-F238E27FC236}">
                <a16:creationId xmlns:a16="http://schemas.microsoft.com/office/drawing/2014/main" id="{EFD58661-B6F1-A240-5F09-CD1F9778A60C}"/>
              </a:ext>
            </a:extLst>
          </p:cNvPr>
          <p:cNvGrpSpPr/>
          <p:nvPr/>
        </p:nvGrpSpPr>
        <p:grpSpPr>
          <a:xfrm>
            <a:off x="2162840" y="2967760"/>
            <a:ext cx="1564560" cy="381240"/>
            <a:chOff x="2162840" y="2967760"/>
            <a:chExt cx="1564560" cy="38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B1AEC201-941E-D93A-9604-455CD09EBC74}"/>
                    </a:ext>
                  </a:extLst>
                </p14:cNvPr>
                <p14:cNvContentPartPr/>
                <p14:nvPr/>
              </p14:nvContentPartPr>
              <p14:xfrm>
                <a:off x="2162840" y="2967760"/>
                <a:ext cx="364320" cy="3812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B1AEC201-941E-D93A-9604-455CD09EBC74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2158520" y="2963440"/>
                  <a:ext cx="37296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A6DDFE8A-2871-9B37-2EA4-AA08D7DAEE22}"/>
                    </a:ext>
                  </a:extLst>
                </p14:cNvPr>
                <p14:cNvContentPartPr/>
                <p14:nvPr/>
              </p14:nvContentPartPr>
              <p14:xfrm>
                <a:off x="2302880" y="3068200"/>
                <a:ext cx="218880" cy="2307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A6DDFE8A-2871-9B37-2EA4-AA08D7DAEE22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2298560" y="3063880"/>
                  <a:ext cx="22752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394F292E-BB99-2164-AC90-83818FD787B3}"/>
                    </a:ext>
                  </a:extLst>
                </p14:cNvPr>
                <p14:cNvContentPartPr/>
                <p14:nvPr/>
              </p14:nvContentPartPr>
              <p14:xfrm>
                <a:off x="2782400" y="3244960"/>
                <a:ext cx="253080" cy="1044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394F292E-BB99-2164-AC90-83818FD787B3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2778080" y="3240640"/>
                  <a:ext cx="26172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7B7D1C1A-AA69-08B8-248C-2246F32D1439}"/>
                    </a:ext>
                  </a:extLst>
                </p14:cNvPr>
                <p14:cNvContentPartPr/>
                <p14:nvPr/>
              </p14:nvContentPartPr>
              <p14:xfrm>
                <a:off x="3142760" y="3067120"/>
                <a:ext cx="584640" cy="270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7B7D1C1A-AA69-08B8-248C-2246F32D1439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3138440" y="3062800"/>
                  <a:ext cx="593280" cy="279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82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87ACBB6-816F-A282-B33F-C5808D3F34FD}"/>
                  </a:ext>
                </a:extLst>
              </p14:cNvPr>
              <p14:cNvContentPartPr/>
              <p14:nvPr/>
            </p14:nvContentPartPr>
            <p14:xfrm>
              <a:off x="2156360" y="3517840"/>
              <a:ext cx="1708560" cy="103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87ACBB6-816F-A282-B33F-C5808D3F34FD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152040" y="3513520"/>
                <a:ext cx="1717200" cy="11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4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9C20659E-6EB8-139D-496D-04B70D3B592B}"/>
                  </a:ext>
                </a:extLst>
              </p14:cNvPr>
              <p14:cNvContentPartPr/>
              <p14:nvPr/>
            </p14:nvContentPartPr>
            <p14:xfrm>
              <a:off x="2825600" y="3813400"/>
              <a:ext cx="137880" cy="1548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9C20659E-6EB8-139D-496D-04B70D3B592B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2821280" y="3809080"/>
                <a:ext cx="146520" cy="163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2" name="Group 121">
            <a:extLst>
              <a:ext uri="{FF2B5EF4-FFF2-40B4-BE49-F238E27FC236}">
                <a16:creationId xmlns:a16="http://schemas.microsoft.com/office/drawing/2014/main" id="{F589EC45-43CA-0BC7-9E50-ADD25311AD69}"/>
              </a:ext>
            </a:extLst>
          </p:cNvPr>
          <p:cNvGrpSpPr/>
          <p:nvPr/>
        </p:nvGrpSpPr>
        <p:grpSpPr>
          <a:xfrm>
            <a:off x="4847720" y="2998720"/>
            <a:ext cx="619920" cy="249480"/>
            <a:chOff x="4847720" y="2998720"/>
            <a:chExt cx="619920" cy="24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B0338305-AFB5-407B-B586-A361DD6BEFC8}"/>
                    </a:ext>
                  </a:extLst>
                </p14:cNvPr>
                <p14:cNvContentPartPr/>
                <p14:nvPr/>
              </p14:nvContentPartPr>
              <p14:xfrm>
                <a:off x="4854200" y="2998720"/>
                <a:ext cx="206280" cy="24696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B0338305-AFB5-407B-B586-A361DD6BEFC8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4849880" y="2994400"/>
                  <a:ext cx="21492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DBD34EE1-A8F7-2191-077B-A5BE8C96C3B0}"/>
                    </a:ext>
                  </a:extLst>
                </p14:cNvPr>
                <p14:cNvContentPartPr/>
                <p14:nvPr/>
              </p14:nvContentPartPr>
              <p14:xfrm>
                <a:off x="4847720" y="3150280"/>
                <a:ext cx="269640" cy="756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DBD34EE1-A8F7-2191-077B-A5BE8C96C3B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4843400" y="3145960"/>
                  <a:ext cx="278280" cy="1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F9B42FF1-FCA4-77BB-6401-2AFDB491BF4F}"/>
                    </a:ext>
                  </a:extLst>
                </p14:cNvPr>
                <p14:cNvContentPartPr/>
                <p14:nvPr/>
              </p14:nvContentPartPr>
              <p14:xfrm>
                <a:off x="5252360" y="3026080"/>
                <a:ext cx="215280" cy="2221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F9B42FF1-FCA4-77BB-6401-2AFDB491BF4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5248040" y="3021760"/>
                  <a:ext cx="2239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0" name="Group 129">
            <a:extLst>
              <a:ext uri="{FF2B5EF4-FFF2-40B4-BE49-F238E27FC236}">
                <a16:creationId xmlns:a16="http://schemas.microsoft.com/office/drawing/2014/main" id="{724D7A04-9140-91E7-0A42-64D8C5F358D2}"/>
              </a:ext>
            </a:extLst>
          </p:cNvPr>
          <p:cNvGrpSpPr/>
          <p:nvPr/>
        </p:nvGrpSpPr>
        <p:grpSpPr>
          <a:xfrm>
            <a:off x="5781560" y="2961280"/>
            <a:ext cx="1954800" cy="491760"/>
            <a:chOff x="5781560" y="2961280"/>
            <a:chExt cx="1954800" cy="491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5C57E8D8-DB79-FE65-E30B-0DCB13E98718}"/>
                    </a:ext>
                  </a:extLst>
                </p14:cNvPr>
                <p14:cNvContentPartPr/>
                <p14:nvPr/>
              </p14:nvContentPartPr>
              <p14:xfrm>
                <a:off x="5781560" y="3125800"/>
                <a:ext cx="205920" cy="396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5C57E8D8-DB79-FE65-E30B-0DCB13E98718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5777240" y="3121480"/>
                  <a:ext cx="21456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982E74FF-35D0-6197-606C-0C226D1139CA}"/>
                    </a:ext>
                  </a:extLst>
                </p14:cNvPr>
                <p14:cNvContentPartPr/>
                <p14:nvPr/>
              </p14:nvContentPartPr>
              <p14:xfrm>
                <a:off x="5811440" y="3230560"/>
                <a:ext cx="194400" cy="1044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982E74FF-35D0-6197-606C-0C226D1139C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5807120" y="3226240"/>
                  <a:ext cx="203040" cy="1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DD6C66CC-6FA1-11AE-4E59-765BD7118460}"/>
                    </a:ext>
                  </a:extLst>
                </p14:cNvPr>
                <p14:cNvContentPartPr/>
                <p14:nvPr/>
              </p14:nvContentPartPr>
              <p14:xfrm>
                <a:off x="6229760" y="2961280"/>
                <a:ext cx="329400" cy="2484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DD6C66CC-6FA1-11AE-4E59-765BD7118460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6225440" y="2956960"/>
                  <a:ext cx="3380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2568E0D4-531E-AA6D-6310-06EF71776B46}"/>
                    </a:ext>
                  </a:extLst>
                </p14:cNvPr>
                <p14:cNvContentPartPr/>
                <p14:nvPr/>
              </p14:nvContentPartPr>
              <p14:xfrm>
                <a:off x="6309680" y="3010240"/>
                <a:ext cx="181800" cy="1692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2568E0D4-531E-AA6D-6310-06EF71776B4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305360" y="3005920"/>
                  <a:ext cx="19044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F077071-2AD0-A979-37EC-F7A38DB263D8}"/>
                    </a:ext>
                  </a:extLst>
                </p14:cNvPr>
                <p14:cNvContentPartPr/>
                <p14:nvPr/>
              </p14:nvContentPartPr>
              <p14:xfrm>
                <a:off x="6720800" y="3082600"/>
                <a:ext cx="293760" cy="2376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F077071-2AD0-A979-37EC-F7A38DB263D8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716480" y="3078280"/>
                  <a:ext cx="30240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6F8D740A-A425-7AA9-FD9B-DD49A69983B5}"/>
                    </a:ext>
                  </a:extLst>
                </p14:cNvPr>
                <p14:cNvContentPartPr/>
                <p14:nvPr/>
              </p14:nvContentPartPr>
              <p14:xfrm>
                <a:off x="6983600" y="3033280"/>
                <a:ext cx="752760" cy="4197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6F8D740A-A425-7AA9-FD9B-DD49A69983B5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79280" y="3028960"/>
                  <a:ext cx="761400" cy="428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3" name="Group 142">
            <a:extLst>
              <a:ext uri="{FF2B5EF4-FFF2-40B4-BE49-F238E27FC236}">
                <a16:creationId xmlns:a16="http://schemas.microsoft.com/office/drawing/2014/main" id="{A5019048-976A-2E6D-D003-09440E7DA932}"/>
              </a:ext>
            </a:extLst>
          </p:cNvPr>
          <p:cNvGrpSpPr/>
          <p:nvPr/>
        </p:nvGrpSpPr>
        <p:grpSpPr>
          <a:xfrm>
            <a:off x="1013360" y="4723840"/>
            <a:ext cx="245160" cy="248400"/>
            <a:chOff x="1013360" y="4723840"/>
            <a:chExt cx="245160" cy="248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F24A290B-705D-7928-FE8F-F9C1F6F3CC40}"/>
                    </a:ext>
                  </a:extLst>
                </p14:cNvPr>
                <p14:cNvContentPartPr/>
                <p14:nvPr/>
              </p14:nvContentPartPr>
              <p14:xfrm>
                <a:off x="1013360" y="4723840"/>
                <a:ext cx="178200" cy="248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F24A290B-705D-7928-FE8F-F9C1F6F3CC40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09040" y="4719520"/>
                  <a:ext cx="186840" cy="25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C7B90D3D-7350-E82F-C4D8-08AE56AEF080}"/>
                    </a:ext>
                  </a:extLst>
                </p14:cNvPr>
                <p14:cNvContentPartPr/>
                <p14:nvPr/>
              </p14:nvContentPartPr>
              <p14:xfrm>
                <a:off x="1068440" y="4730680"/>
                <a:ext cx="190080" cy="1792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C7B90D3D-7350-E82F-C4D8-08AE56AEF08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064120" y="4726360"/>
                  <a:ext cx="198720" cy="18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2" name="Group 141">
            <a:extLst>
              <a:ext uri="{FF2B5EF4-FFF2-40B4-BE49-F238E27FC236}">
                <a16:creationId xmlns:a16="http://schemas.microsoft.com/office/drawing/2014/main" id="{C043DA80-2D5D-D484-B869-31859A487389}"/>
              </a:ext>
            </a:extLst>
          </p:cNvPr>
          <p:cNvGrpSpPr/>
          <p:nvPr/>
        </p:nvGrpSpPr>
        <p:grpSpPr>
          <a:xfrm>
            <a:off x="1781960" y="4800160"/>
            <a:ext cx="244080" cy="45720"/>
            <a:chOff x="1781960" y="4800160"/>
            <a:chExt cx="244080" cy="45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B9BFCF8-7C0D-E3A0-EAC0-423C5DC10B1F}"/>
                    </a:ext>
                  </a:extLst>
                </p14:cNvPr>
                <p14:cNvContentPartPr/>
                <p14:nvPr/>
              </p14:nvContentPartPr>
              <p14:xfrm>
                <a:off x="1801760" y="4800160"/>
                <a:ext cx="208080" cy="3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B9BFCF8-7C0D-E3A0-EAC0-423C5DC10B1F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797440" y="4795840"/>
                  <a:ext cx="216720" cy="1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64C6E3E5-5018-DAF2-FBF6-E103BC21E8A4}"/>
                    </a:ext>
                  </a:extLst>
                </p14:cNvPr>
                <p14:cNvContentPartPr/>
                <p14:nvPr/>
              </p14:nvContentPartPr>
              <p14:xfrm>
                <a:off x="1781960" y="4826440"/>
                <a:ext cx="244080" cy="19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64C6E3E5-5018-DAF2-FBF6-E103BC21E8A4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777640" y="4822120"/>
                  <a:ext cx="252720" cy="28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63236E32-E0FD-43EF-173B-03F0F09BC2A9}"/>
              </a:ext>
            </a:extLst>
          </p:cNvPr>
          <p:cNvGrpSpPr/>
          <p:nvPr/>
        </p:nvGrpSpPr>
        <p:grpSpPr>
          <a:xfrm>
            <a:off x="2573960" y="4580560"/>
            <a:ext cx="1893960" cy="479160"/>
            <a:chOff x="2573960" y="4580560"/>
            <a:chExt cx="1893960" cy="479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00D361D3-9249-36BB-1B45-44AB7B1885E4}"/>
                    </a:ext>
                  </a:extLst>
                </p14:cNvPr>
                <p14:cNvContentPartPr/>
                <p14:nvPr/>
              </p14:nvContentPartPr>
              <p14:xfrm>
                <a:off x="2632640" y="4663720"/>
                <a:ext cx="230400" cy="2055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00D361D3-9249-36BB-1B45-44AB7B1885E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2628320" y="4659400"/>
                  <a:ext cx="2390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D9DAFCD3-A7B6-4709-4FBC-5ED1018546B6}"/>
                    </a:ext>
                  </a:extLst>
                </p14:cNvPr>
                <p14:cNvContentPartPr/>
                <p14:nvPr/>
              </p14:nvContentPartPr>
              <p14:xfrm>
                <a:off x="2573960" y="4783960"/>
                <a:ext cx="320040" cy="684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D9DAFCD3-A7B6-4709-4FBC-5ED1018546B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2569640" y="4779640"/>
                  <a:ext cx="328680" cy="1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9DB51608-D153-EA56-DA04-6C9997F78F80}"/>
                    </a:ext>
                  </a:extLst>
                </p14:cNvPr>
                <p14:cNvContentPartPr/>
                <p14:nvPr/>
              </p14:nvContentPartPr>
              <p14:xfrm>
                <a:off x="2992640" y="4642840"/>
                <a:ext cx="226440" cy="1648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9DB51608-D153-EA56-DA04-6C9997F78F8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2988320" y="4638520"/>
                  <a:ext cx="23508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FF68EA34-4FAA-FAFA-7002-B5318FDBA027}"/>
                    </a:ext>
                  </a:extLst>
                </p14:cNvPr>
                <p14:cNvContentPartPr/>
                <p14:nvPr/>
              </p14:nvContentPartPr>
              <p14:xfrm>
                <a:off x="3578720" y="4580560"/>
                <a:ext cx="108000" cy="243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FF68EA34-4FAA-FAFA-7002-B5318FDBA027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3574400" y="4576240"/>
                  <a:ext cx="116640" cy="25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852C906-6408-9F35-864A-2FC24945DB18}"/>
                    </a:ext>
                  </a:extLst>
                </p14:cNvPr>
                <p14:cNvContentPartPr/>
                <p14:nvPr/>
              </p14:nvContentPartPr>
              <p14:xfrm>
                <a:off x="3491240" y="4707280"/>
                <a:ext cx="263160" cy="14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852C906-6408-9F35-864A-2FC24945DB18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3486920" y="4702960"/>
                  <a:ext cx="271800" cy="2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DE1CF551-7D04-6DE8-253E-0327EEEC84EB}"/>
                    </a:ext>
                  </a:extLst>
                </p14:cNvPr>
                <p14:cNvContentPartPr/>
                <p14:nvPr/>
              </p14:nvContentPartPr>
              <p14:xfrm>
                <a:off x="3725240" y="4586320"/>
                <a:ext cx="742680" cy="4734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DE1CF551-7D04-6DE8-253E-0327EEEC84E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3720920" y="4582000"/>
                  <a:ext cx="751320" cy="48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6" name="Group 145">
            <a:extLst>
              <a:ext uri="{FF2B5EF4-FFF2-40B4-BE49-F238E27FC236}">
                <a16:creationId xmlns:a16="http://schemas.microsoft.com/office/drawing/2014/main" id="{19A9EF67-3D02-A2C8-D477-2AFD4B244C42}"/>
              </a:ext>
            </a:extLst>
          </p:cNvPr>
          <p:cNvGrpSpPr/>
          <p:nvPr/>
        </p:nvGrpSpPr>
        <p:grpSpPr>
          <a:xfrm>
            <a:off x="5432000" y="4589200"/>
            <a:ext cx="329040" cy="79200"/>
            <a:chOff x="5432000" y="4589200"/>
            <a:chExt cx="329040" cy="79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0051A3F3-22C1-5680-1632-24A6364A6498}"/>
                    </a:ext>
                  </a:extLst>
                </p14:cNvPr>
                <p14:cNvContentPartPr/>
                <p14:nvPr/>
              </p14:nvContentPartPr>
              <p14:xfrm>
                <a:off x="5432000" y="4589200"/>
                <a:ext cx="221040" cy="262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0051A3F3-22C1-5680-1632-24A6364A6498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5427680" y="4584880"/>
                  <a:ext cx="229680" cy="3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F80C0EDA-5FDD-D314-02CE-A8864DA417D6}"/>
                    </a:ext>
                  </a:extLst>
                </p14:cNvPr>
                <p14:cNvContentPartPr/>
                <p14:nvPr/>
              </p14:nvContentPartPr>
              <p14:xfrm>
                <a:off x="5501480" y="4630240"/>
                <a:ext cx="259560" cy="381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F80C0EDA-5FDD-D314-02CE-A8864DA417D6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5497160" y="4625920"/>
                  <a:ext cx="268200" cy="46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4" name="Group 163">
            <a:extLst>
              <a:ext uri="{FF2B5EF4-FFF2-40B4-BE49-F238E27FC236}">
                <a16:creationId xmlns:a16="http://schemas.microsoft.com/office/drawing/2014/main" id="{150B2413-46E4-BA88-BE79-21B75D245BF6}"/>
              </a:ext>
            </a:extLst>
          </p:cNvPr>
          <p:cNvGrpSpPr/>
          <p:nvPr/>
        </p:nvGrpSpPr>
        <p:grpSpPr>
          <a:xfrm>
            <a:off x="6168200" y="4092400"/>
            <a:ext cx="4425480" cy="550800"/>
            <a:chOff x="6168200" y="4092400"/>
            <a:chExt cx="4425480" cy="550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349B04B2-7590-77F6-F8E7-04EACF717AB5}"/>
                    </a:ext>
                  </a:extLst>
                </p14:cNvPr>
                <p14:cNvContentPartPr/>
                <p14:nvPr/>
              </p14:nvContentPartPr>
              <p14:xfrm>
                <a:off x="6168200" y="4395520"/>
                <a:ext cx="260280" cy="2206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349B04B2-7590-77F6-F8E7-04EACF717AB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6163880" y="4391200"/>
                  <a:ext cx="268920" cy="22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EF79C019-1C6F-51BC-946E-3D50C021545E}"/>
                    </a:ext>
                  </a:extLst>
                </p14:cNvPr>
                <p14:cNvContentPartPr/>
                <p14:nvPr/>
              </p14:nvContentPartPr>
              <p14:xfrm>
                <a:off x="6640160" y="4530160"/>
                <a:ext cx="11160" cy="1224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EF79C019-1C6F-51BC-946E-3D50C021545E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6635840" y="4525840"/>
                  <a:ext cx="198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A8CCAEF6-C870-3D5C-79C3-5F4D0684F2E1}"/>
                    </a:ext>
                  </a:extLst>
                </p14:cNvPr>
                <p14:cNvContentPartPr/>
                <p14:nvPr/>
              </p14:nvContentPartPr>
              <p14:xfrm>
                <a:off x="6699920" y="4352320"/>
                <a:ext cx="257040" cy="24660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A8CCAEF6-C870-3D5C-79C3-5F4D0684F2E1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695600" y="4348000"/>
                  <a:ext cx="265680" cy="25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93C0035D-1A55-582D-E6D3-401BC13C2CF2}"/>
                    </a:ext>
                  </a:extLst>
                </p14:cNvPr>
                <p14:cNvContentPartPr/>
                <p14:nvPr/>
              </p14:nvContentPartPr>
              <p14:xfrm>
                <a:off x="7125800" y="4334680"/>
                <a:ext cx="137880" cy="263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93C0035D-1A55-582D-E6D3-401BC13C2CF2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121480" y="4330360"/>
                  <a:ext cx="14652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77322F42-DE3B-BA49-5CE9-86FCA910ADD3}"/>
                    </a:ext>
                  </a:extLst>
                </p14:cNvPr>
                <p14:cNvContentPartPr/>
                <p14:nvPr/>
              </p14:nvContentPartPr>
              <p14:xfrm>
                <a:off x="7364120" y="4105720"/>
                <a:ext cx="212760" cy="53748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77322F42-DE3B-BA49-5CE9-86FCA910ADD3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359800" y="4101400"/>
                  <a:ext cx="221400" cy="54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1BA58F8D-2DE2-F6FC-6B2F-077FD4D13115}"/>
                    </a:ext>
                  </a:extLst>
                </p14:cNvPr>
                <p14:cNvContentPartPr/>
                <p14:nvPr/>
              </p14:nvContentPartPr>
              <p14:xfrm>
                <a:off x="7646360" y="4278520"/>
                <a:ext cx="198000" cy="22752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1BA58F8D-2DE2-F6FC-6B2F-077FD4D13115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642040" y="4274200"/>
                  <a:ext cx="2066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A6D8F55-4505-E9DD-46A0-6FCE3A9FE803}"/>
                    </a:ext>
                  </a:extLst>
                </p14:cNvPr>
                <p14:cNvContentPartPr/>
                <p14:nvPr/>
              </p14:nvContentPartPr>
              <p14:xfrm>
                <a:off x="8008520" y="4474000"/>
                <a:ext cx="35640" cy="576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A6D8F55-4505-E9DD-46A0-6FCE3A9FE803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8004200" y="4469680"/>
                  <a:ext cx="44280" cy="1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365700ED-B954-9CFD-4F00-C0540ECA50D2}"/>
                    </a:ext>
                  </a:extLst>
                </p14:cNvPr>
                <p14:cNvContentPartPr/>
                <p14:nvPr/>
              </p14:nvContentPartPr>
              <p14:xfrm>
                <a:off x="8150000" y="4292560"/>
                <a:ext cx="215280" cy="21816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365700ED-B954-9CFD-4F00-C0540ECA50D2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8145680" y="4288240"/>
                  <a:ext cx="223920" cy="22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F088E872-5987-9508-6EEC-451F906DCE22}"/>
                    </a:ext>
                  </a:extLst>
                </p14:cNvPr>
                <p14:cNvContentPartPr/>
                <p14:nvPr/>
              </p14:nvContentPartPr>
              <p14:xfrm>
                <a:off x="8528720" y="4172320"/>
                <a:ext cx="189720" cy="38376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F088E872-5987-9508-6EEC-451F906DCE22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8524400" y="4168000"/>
                  <a:ext cx="19836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82756E91-9765-C98D-4BA2-344AFB218C6B}"/>
                    </a:ext>
                  </a:extLst>
                </p14:cNvPr>
                <p14:cNvContentPartPr/>
                <p14:nvPr/>
              </p14:nvContentPartPr>
              <p14:xfrm>
                <a:off x="8564000" y="4393720"/>
                <a:ext cx="238680" cy="2376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82756E91-9765-C98D-4BA2-344AFB218C6B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8559680" y="4389400"/>
                  <a:ext cx="247320" cy="3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734A801-7A9C-D3A7-818A-A019E7FD66E4}"/>
                    </a:ext>
                  </a:extLst>
                </p14:cNvPr>
                <p14:cNvContentPartPr/>
                <p14:nvPr/>
              </p14:nvContentPartPr>
              <p14:xfrm>
                <a:off x="8894480" y="4092400"/>
                <a:ext cx="176040" cy="4482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734A801-7A9C-D3A7-818A-A019E7FD66E4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8890160" y="4088080"/>
                  <a:ext cx="18468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E644F04-833F-1D44-38E5-9913BAF35D42}"/>
                    </a:ext>
                  </a:extLst>
                </p14:cNvPr>
                <p14:cNvContentPartPr/>
                <p14:nvPr/>
              </p14:nvContentPartPr>
              <p14:xfrm>
                <a:off x="9313520" y="4211560"/>
                <a:ext cx="73440" cy="27036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E644F04-833F-1D44-38E5-9913BAF35D4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9309200" y="4207240"/>
                  <a:ext cx="8208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D215018-E2A3-C21A-BF5C-F3644F5AEC9D}"/>
                    </a:ext>
                  </a:extLst>
                </p14:cNvPr>
                <p14:cNvContentPartPr/>
                <p14:nvPr/>
              </p14:nvContentPartPr>
              <p14:xfrm>
                <a:off x="9246560" y="4340440"/>
                <a:ext cx="279360" cy="2844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D215018-E2A3-C21A-BF5C-F3644F5AEC9D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9242240" y="4336120"/>
                  <a:ext cx="288000" cy="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6E9F1A9E-43F4-27C0-2C8B-2B479EA55279}"/>
                    </a:ext>
                  </a:extLst>
                </p14:cNvPr>
                <p14:cNvContentPartPr/>
                <p14:nvPr/>
              </p14:nvContentPartPr>
              <p14:xfrm>
                <a:off x="9727880" y="4129120"/>
                <a:ext cx="317520" cy="24264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6E9F1A9E-43F4-27C0-2C8B-2B479EA55279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9723560" y="4124800"/>
                  <a:ext cx="32616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63" name="Ink 162">
                  <a:extLst>
                    <a:ext uri="{FF2B5EF4-FFF2-40B4-BE49-F238E27FC236}">
                      <a16:creationId xmlns:a16="http://schemas.microsoft.com/office/drawing/2014/main" id="{7E1ABB8B-B1F4-B629-0252-E6CE9C2CABD0}"/>
                    </a:ext>
                  </a:extLst>
                </p14:cNvPr>
                <p14:cNvContentPartPr/>
                <p14:nvPr/>
              </p14:nvContentPartPr>
              <p14:xfrm>
                <a:off x="10206680" y="4118680"/>
                <a:ext cx="387000" cy="280800"/>
              </p14:xfrm>
            </p:contentPart>
          </mc:Choice>
          <mc:Fallback xmlns="">
            <p:pic>
              <p:nvPicPr>
                <p:cNvPr id="163" name="Ink 162">
                  <a:extLst>
                    <a:ext uri="{FF2B5EF4-FFF2-40B4-BE49-F238E27FC236}">
                      <a16:creationId xmlns:a16="http://schemas.microsoft.com/office/drawing/2014/main" id="{7E1ABB8B-B1F4-B629-0252-E6CE9C2CABD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10202360" y="4114360"/>
                  <a:ext cx="395640" cy="289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6F0A7926-4090-E74C-6896-68A2C2643390}"/>
              </a:ext>
            </a:extLst>
          </p:cNvPr>
          <p:cNvGrpSpPr/>
          <p:nvPr/>
        </p:nvGrpSpPr>
        <p:grpSpPr>
          <a:xfrm>
            <a:off x="5555120" y="5416840"/>
            <a:ext cx="320760" cy="121680"/>
            <a:chOff x="5555120" y="5416840"/>
            <a:chExt cx="320760" cy="12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49D66068-A631-DD71-D6D2-4D34EF813DAD}"/>
                    </a:ext>
                  </a:extLst>
                </p14:cNvPr>
                <p14:cNvContentPartPr/>
                <p14:nvPr/>
              </p14:nvContentPartPr>
              <p14:xfrm>
                <a:off x="5555120" y="5416840"/>
                <a:ext cx="202680" cy="226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49D66068-A631-DD71-D6D2-4D34EF813DAD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550440" y="5412520"/>
                  <a:ext cx="211320" cy="3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6F697CDA-EA04-5DF6-87FE-B17666B1DBDC}"/>
                    </a:ext>
                  </a:extLst>
                </p14:cNvPr>
                <p14:cNvContentPartPr/>
                <p14:nvPr/>
              </p14:nvContentPartPr>
              <p14:xfrm>
                <a:off x="5581040" y="5524480"/>
                <a:ext cx="294840" cy="1404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6F697CDA-EA04-5DF6-87FE-B17666B1DBD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5576720" y="5520160"/>
                  <a:ext cx="303480" cy="22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3" name="Group 172">
            <a:extLst>
              <a:ext uri="{FF2B5EF4-FFF2-40B4-BE49-F238E27FC236}">
                <a16:creationId xmlns:a16="http://schemas.microsoft.com/office/drawing/2014/main" id="{E3473292-55A0-0A0F-584D-AD1562EC2285}"/>
              </a:ext>
            </a:extLst>
          </p:cNvPr>
          <p:cNvGrpSpPr/>
          <p:nvPr/>
        </p:nvGrpSpPr>
        <p:grpSpPr>
          <a:xfrm>
            <a:off x="6272960" y="5087440"/>
            <a:ext cx="1460160" cy="435240"/>
            <a:chOff x="6272960" y="5087440"/>
            <a:chExt cx="1460160" cy="435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AB6E601A-3C4F-49C6-15EE-95AEF1F6C6C2}"/>
                    </a:ext>
                  </a:extLst>
                </p14:cNvPr>
                <p14:cNvContentPartPr/>
                <p14:nvPr/>
              </p14:nvContentPartPr>
              <p14:xfrm>
                <a:off x="6272960" y="5300920"/>
                <a:ext cx="228600" cy="22176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AB6E601A-3C4F-49C6-15EE-95AEF1F6C6C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6268640" y="5296600"/>
                  <a:ext cx="237240" cy="23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A6E61D6-91D6-D9DF-DD80-59B75A1DC2A8}"/>
                    </a:ext>
                  </a:extLst>
                </p14:cNvPr>
                <p14:cNvContentPartPr/>
                <p14:nvPr/>
              </p14:nvContentPartPr>
              <p14:xfrm>
                <a:off x="6726920" y="5192200"/>
                <a:ext cx="142200" cy="2725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A6E61D6-91D6-D9DF-DD80-59B75A1DC2A8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6722600" y="5187880"/>
                  <a:ext cx="15084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CCE890BD-D01F-014E-D6D7-7AF26EC00F63}"/>
                    </a:ext>
                  </a:extLst>
                </p14:cNvPr>
                <p14:cNvContentPartPr/>
                <p14:nvPr/>
              </p14:nvContentPartPr>
              <p14:xfrm>
                <a:off x="7070000" y="5397040"/>
                <a:ext cx="17640" cy="1764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CCE890BD-D01F-014E-D6D7-7AF26EC00F63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7065680" y="5392720"/>
                  <a:ext cx="26280" cy="2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9B0FC032-9F11-7C34-D4FB-7F8C1872159E}"/>
                    </a:ext>
                  </a:extLst>
                </p14:cNvPr>
                <p14:cNvContentPartPr/>
                <p14:nvPr/>
              </p14:nvContentPartPr>
              <p14:xfrm>
                <a:off x="7269080" y="5087440"/>
                <a:ext cx="119520" cy="24912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9B0FC032-9F11-7C34-D4FB-7F8C1872159E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7264760" y="5083120"/>
                  <a:ext cx="12816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72" name="Ink 171">
                  <a:extLst>
                    <a:ext uri="{FF2B5EF4-FFF2-40B4-BE49-F238E27FC236}">
                      <a16:creationId xmlns:a16="http://schemas.microsoft.com/office/drawing/2014/main" id="{8536F72F-7BC9-EA33-380B-5D2F97E58BC9}"/>
                    </a:ext>
                  </a:extLst>
                </p14:cNvPr>
                <p14:cNvContentPartPr/>
                <p14:nvPr/>
              </p14:nvContentPartPr>
              <p14:xfrm>
                <a:off x="7553120" y="5087800"/>
                <a:ext cx="180000" cy="226080"/>
              </p14:xfrm>
            </p:contentPart>
          </mc:Choice>
          <mc:Fallback xmlns="">
            <p:pic>
              <p:nvPicPr>
                <p:cNvPr id="172" name="Ink 171">
                  <a:extLst>
                    <a:ext uri="{FF2B5EF4-FFF2-40B4-BE49-F238E27FC236}">
                      <a16:creationId xmlns:a16="http://schemas.microsoft.com/office/drawing/2014/main" id="{8536F72F-7BC9-EA33-380B-5D2F97E58BC9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7548800" y="5083480"/>
                  <a:ext cx="188640" cy="2347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80236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121</Words>
  <Application>Microsoft Office PowerPoint</Application>
  <PresentationFormat>Widescreen</PresentationFormat>
  <Paragraphs>10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PERT</vt:lpstr>
      <vt:lpstr>PERT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Cape Peninsula University of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Tem Makhurane</dc:creator>
  <cp:lastModifiedBy>Tem Makhurane</cp:lastModifiedBy>
  <cp:revision>1</cp:revision>
  <dcterms:created xsi:type="dcterms:W3CDTF">2026-02-25T16:40:03Z</dcterms:created>
  <dcterms:modified xsi:type="dcterms:W3CDTF">2026-02-26T06:05:48Z</dcterms:modified>
</cp:coreProperties>
</file>