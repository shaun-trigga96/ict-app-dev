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2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5074,'0'0'11336,"1"-3"-9652,5-14 4345,-6 20-5821,13 198 3479,-13-17-1906,42 344 0,-17-372-1436,4 162 1,-16 253 129,-13-565-473,0 86 7,-14 108 1,9-145-10,3 77 0,2-82 0,2-18 0,2 0 0,1-1 0,8 32 0,-2-12 0,-4-25 0,-5-28 0,-1 1 0,0-1 0,0 0 0,0 1 0,1-1 0,-2 0 0,1 0 0,0 1 0,0-1 0,1-4 0,7-30-2323,-2-2-3340,5-21-5253,0 21-2181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4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97 215 400,'0'0'2116,"-19"-10"-1185,-58-36 15428,106 42-12119,48 3-3685,-71 1 434,725-32 2698,282-26-2122,3 48 8,-492-17-1366,4 0-62,-495 27-145,556 18 0,-450-5 0,244-9 0,-291-19 0,-66 10 0,-1 1 0,40-2 0,-65 6 0,1 0 0,0 0 0,-1 1 0,1-1 0,-1 0 0,1 0 0,-1 1 0,0-1 0,1 1 0,-1-1 0,1 0 0,-1 1 0,0-1 0,1 1 0,-1-1 0,0 1 0,1-1 0,-1 1 0,0-1 0,0 1 0,0 0 0,1-1 0,-1 1 0,0-1 0,0 1 0,0-1 0,0 1 0,0 0 0,0-1 0,0 2 0,-1 19 0,1-19 0,-4 63 0,-3 0 0,-2 0 0,-20 68 0,11-52 0,-10 100 0,8 165 0,-13 140 0,11-268 0,-11 88 0,23-196 0,5 156 0,6-163 0,1-39 0,2 1 0,17 85 0,-11-74 0,-4 0 0,-6 137 0,-2-86 0,2-119 0,1 0 0,1-1 0,-1 1 0,5 13 0,4 24 0,-10-45-2,-4-18-2812,-9 7-4300,-17-4-8856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6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6627,'7'-12'23688,"-7"241"-21236,1-232-2452,-1 1 0,1 0 0,0 0 0,0-1 0,0 1 0,0 0 0,1 0 0,-1 0 0,0 0 0,1 1 0,-1-1 0,1 0 0,0 0 0,0 1 0,0-1 0,0 1 0,0 0 0,0 0 0,0-1 0,0 1 0,0 1 0,0-1 0,1 0 0,-1 0 0,5 0 0,64-13 0,-67 13 0,253-21-86,275 10 1,-171 10-45,730-34-252,-725 12 265,89-2 170,-6 41 126,-440-14-171,66 3-15,0-2 0,143-17-1,-115 3-193,2 5 0,131 8 0,-84 1-257,-119-2 366,351 14 1555,-365-13-1164,-8 0-830,-19-1-2271,-11-3-5665,-2-12-7085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8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0 204 944,'0'0'9765,"29"15"-5320,2-10 3265,26-7-6767,-18 0-462,607-50 135,-275 12-308,490-4 26,-512 31-268,98 2 499,215-12 478,-510 8-851,134-6 233,-163 20-385,227 28 0,-206-12-7,162-3-1,-38-5-15,-100-2 1251,-167-5-825,32 0 2542,-80 0-2926,-46 0-1918,29 5-4577,12 2-2192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9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0 251 6067,'0'0'10322,"35"0"-5328,175 2-1874,358-13-3631,-283-18 483,519-29 1166,-339 57-983,735-24-182,-95 12 331,-998 17-231,-40 0 283,70-6 0,-14-24 2101,61 7 203,-179 15-1581,-15-2-741,-29-7-1283,21 8-205,-31-15-4983,-10-8-5334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1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3762,'0'0'14438,"3"6"-12074,5 14-514,2 5-8,-2 0 1,0 0 0,-1 1 0,5 39 0,-4 409-813,-11-278-921,30 382-109,-22-221 0,-8-230 0,15 148 0,15 115 0,-27-317 0,-1 11 0,16 143 0,-2-127 0,1 147 0,-14-236 0,2-1 0,-1 0 0,1 1 0,6 17 0,-4-18 0,-2 0 0,1 0 0,-1 0 0,1 19 0,10 18 0,-11-43 0,-1-6-564,0 0 0,1 0 0,-1 0-1,0 0 1,0 0 0,0 0 0,0 0 0,0 0 0,0 0-1,0 0 1,-1-1 0,1-3 0,6-6-9062,-2 1 1839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2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 4306,'0'0'17291,"-1"16"-14186,-30 139 437,-15 207 1,30-213-2563,-3 27-980,6 1 0,23 352 0,19 437 0,-30-717 0,-12-31 0,13 151 0,1-367 0,3-2-395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1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3121,'0'0'9730,"9"-18"-5963,-7 19-3655,-1-1-1,0 0 0,0 1 1,1-1-1,-1 0 1,0 1-1,0 0 0,1-1 1,-1 1-1,0 0 0,0 0 1,0-1-1,0 1 1,0 0-1,0 0 0,0 0 1,0 0-1,-1 1 0,1-1 1,0 0-1,-1 0 1,1 0-1,0 0 0,-1 1 1,0-1-1,1 0 0,-1 1 1,0-1-1,1 0 1,-1 1-1,0-1 0,0 0 1,0 2-1,-1 62 487,0-38-165,8 338 565,-7 578 827,22-659-1236,-2-83 92,-14 281 1233,-7-307-1411,1-175-490,0-44-7074,0 12 1687,0-7-2354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14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2769,'0'0'5472,"12"1"2803,37 3-6316,62-4-1456,522-18 784,-305 12-1063,-201 7-189,165 10-24,409-5 164,-440-7-1,78-12-98,5 1 14,65-4-41,-113 2-138,-288 14 107,139-4 313,165-26 0,-306 30 1099,-9 1-974,-15 6-3284,-2 1-1971,-6-1-2074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16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60 379 5138,'0'0'12017,"-12"-18"-11116,8 16-730,1 0-1,-1 0 0,1 0 1,-1 0-1,0 1 0,1 0 1,-8-2-1,-1-1 2505,32 1-1558,190-21-429,268-65 0,-271 46-560,137 4-130,-46 8-33,106-10 91,-78 12-80,280-13 148,3 45 320,-190 2-321,-233-6-76,263 5 226,-269 18-16,-5 0-71,-64-14 19,-110-8-115,-1 0-1,0 1 1,1-1-1,-1 1 1,0-1-1,0 1 0,0-1 1,1 1-1,-1-1 1,0 1-1,0 0 0,0-1 1,0 1-1,0-1 1,0 1-1,0-1 1,0 1-1,0-1 0,0 1 1,0-1-1,-1 1 1,1-1-1,0 1 0,0-1 1,0 1-1,-1-1 1,1 1-1,-1 0 1,-44-3-8910,25-5 811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19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2513,'0'0'4221,"4"0"-3829,172-12 5453,86-34-5296,-81 12 1968,-141 30-1864,1 1 0,-1 2 0,43 5 0,36 0 712,-117-4-9,-3 0-1255,-1 0 0,1 0 0,0 1-1,-1-1 1,1 0 0,0 1 0,0 0 0,-1-1 0,1 1 0,0-1 0,0 1 0,0 0 0,0 0 0,0 0 0,0 0 0,0 0-1,0 0 1,0 0 0,0 0 0,1 0 0,-1 0 0,0 0 0,0 3 0,-14 37 584,6-14-265,3-7-31,0 0 1,1-1 0,1 1-1,1 1 1,1-1-1,1 0 1,1 27 0,-3 35 284,-32 132 773,15-106-1072,10-35 149,2 86-1,-3 18 362,3-46-750,8 134 1,3-101-82,3 32-54,-4-183 0,-1 0 0,2-1 0,-1 1 0,2-1 0,0 0 0,0 0 0,1 0 0,0 0 0,1-1 0,10 14 0,-9-15 0,-1 1 0,0 0 0,0 0 0,-1 1 0,-1-1 0,0 1 0,-1 0 0,0 0 0,0 1 0,0 14 0,-4 7 0,0-25 0,0 0 0,1 0 0,0 0 0,0 0 0,1 0 0,0 0 0,1 0 0,0 0 0,0 0 0,5 12 0,-2-9 0,-1-1 0,0 1 0,-1 0 0,-1 0 0,0 1 0,0-1 0,-1 1 0,-1-1 0,-1 18 0,1-17 0,0 91-1173,0-63-135,0-32 521,0-13-72,0 3 342,0 0 1,0 0-1,0 0 0,0 0 1,0 0-1,0 0 1,-1 1-1,1-1 0,0 0 1,0 0-1,-1 0 0,1 0 1,-1 1-1,1-1 1,-1 0-1,1 0 0,-1 1 1,1-1-1,-1 0 1,1 1-1,-1-1 0,0 0 1,1 1-1,-2-1 1,-22-10-11319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21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0 282 2897,'0'0'4328,"10"0"-4859,23 0 12158,-27 0-9966,109-2-1486,-1-6-1,206-40 0,352-46-187,9 70-67,-139 0 235,-356 5-122,366-19 171,803 38 332,-1206-12-451,10-1 57,217 13 2489,-417 7-2151,21 1-1732,-15 3-11025,9-10 4906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23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1 375 5507,'0'0'7037,"8"0"-6439,99-9 4742,9-9-4322,141-16 223,-66 12-281,65-14 454,353-3 0,-232 30-849,513-78 1,-354 33-351,5 31-156,-162 9-155,-200 5 25,393-12 172,-464 21-106,-107 0 786,26 19-311,-24-12-3337,0-4 469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25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2001,'0'0'6208,"20"-17"3735,-10 59-7948,-8-34-1763,1-1-1,-2 0 0,1 0 1,-1 0-1,1 10 0,-2 238 3625,0 342-1824,13-437-1802,7 181 210,-14-196-368,1 8 200,0 53 222,2-90-12,-8 171 0,-3-128 34,2-105-348,0-54-168,5 0-1688,11-18-5913,3-16 1118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27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14 2081,'0'0'8238,"-1"-1"-7912,0 0 0,1 0 0,-1 0 0,1 0 0,-1 0 0,0 0 0,0 0 0,0 1 0,1-1 0,-1 0 0,0 0 0,0 1 0,0-1 0,0 1 0,0-1 0,-1 0 0,-1 3-128,1-1 0,0 0 1,-1 1-1,1 0 1,0-1-1,0 1 0,0 0 1,0 0-1,0 0 1,0 0-1,1 1 0,-1-1 1,1 0-1,0 1 1,-1-1-1,1 1 0,0-1 1,-1 5-1,-15 54 2521,13-9-793,5 89 0,1-52-781,18 414 2320,-20 209-2021,-20-487-1418,20-182-22,1-11 29,-1-1 1,-7 44-1,-6 88-14,10-111-5,-1 6-87,1-32 98,-2 7 17,3-27-39,0 1-1,1-1 1,0 1 0,0 0-1,1-1 1,-1 1-1,2 8 1,-1-4 0,0-11 13,1 0-85,-1-1 34,1 1 0,-1 0 0,1-1 0,-1 1 0,1-1 1,-1 1-1,1-1 0,-1 1 0,0-1 0,1 0 0,-1 1 1,0-1-1,1 1 0,-1-1 0,0 0 0,0 1 0,0-1 0,1 0 1,-1 1-1,0-1 0,0 0 0,0 1 0,0-1 0,0 0 1,-1-1-1,1-29-5763,0 20-461,0-4-2820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1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4290,'0'0'10359,"1"-4"-9297,9-11 9155,-8 22-9722,-3 64 614,-1-25-498,3 1-1,7 57 0,-7-58-223,-1-46-142,-1-27 70,-5-1-261,2 0 0,0-1 0,2 1 0,1-1 0,4-35 0,-1-3-42,-2 61-13,1-1 0,1 0 0,-1 1 0,1-1 1,0 1-1,1 0 0,-1 0 0,1 0 0,1 0 0,5-8 0,10-22-90,-17 34 84,0-1 0,0 1 0,1 0 0,-1-1 0,0 1 0,1 0 0,0 0 0,-1 1 0,1-1 0,0 0 0,0 1 0,0 0 0,0 0 0,0 0 0,0 0 0,0 0 0,0 0 0,0 1 0,6-1 0,-1 0-8,0 1 0,0-1 0,0 1 1,0 1-1,1 0 0,-2 0 0,10 2 0,-14-1 17,-1-1 1,1 0-1,-1 1 1,0 0-1,1 0 0,-1 0 1,0 0-1,0 0 1,0 0-1,-1 0 0,1 1 1,-1-1-1,1 0 1,-1 1-1,0 0 1,1-1-1,-1 1 0,1 4 1,11 55 64,-12-52-60,10 45 50,-6-35 5,-1-1 1,-1 1-1,0 24 1,11 30 292,-14 21 362,0-94-693,19-7-621,-18-1-346,1 0 0,-1 0 0,-1 0 0,1 0 0,-1 0 0,0 0 0,-2-13 0,0-7-6608,1 12 1230,-5 3-578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16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82 6851,'0'0'8863,"-6"-15"721,6 10-8040,15-3-1147,1 1 1,0 1 0,22-5-1,-10 2-26,-12 4-74,1 1 0,-1 0 1,1 1-1,21 0 1,8 2-6999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32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1777,'0'0'6037,"13"34"-215,-13 58-4522,-20 156 1,-10 62-495,27-264-569,-30 401 657,30-258-652,-1 9 348,-6-47-220,8-79 143,-21 118-1,13-120 176,4-1-1,1 75 1,6-152-1288,0 0 0,1 0 0,0 0 0,0 0 1,0 0-1,1 1 0,7-15 0,9-25-6124,-6 8 761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3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1 421 4434,'0'0'4885,"35"-12"-3324,621-139 2971,-14 82-2558,-473 57-2008,-80 6 6,433-43 168,-297 24-71,255 5 1,36-6 1755,2 0-721,-338 26-851,621 7 1052,-690-4-1242,-1-4 0,150-21 1,-239 16 2041,8 1 1704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3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0 3153,'0'0'9986,"0"12"-3268,0 49-4498,-2-20-1764,-3-1 0,-1 0 1,-19 63-1,-4 32-147,19-76 133,-6 29 103,-6 162-1,19-205-287,-2-1 0,-1 1 0,-20 65 0,-10 68 1157,9-24-382,23-130-831,-1-1 0,-1 1-1,-16 36 1,12-36-5,2 0 0,1 1 0,-5 28 0,-40 436 1528,42-436-1622,6-40-68,2 0 1,-1 0-1,1 17 1,0-6-35,0 0 0,-8 36 0,5-36 0,1 0 0,-1 38 0,4-11-973,-1-26-436,2 1 0,3 34 0,-30-69-18138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38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1 367 5475,'0'0'14241,"20"0"-13030,56-4 206,0-4 0,86-19 1,31-4-1343,-113 22-41,377-32 82,222-13-39,233-14 3,-161 21-273,-576 33 215,771-9 40,-765 24-86,-86-1 969,161-20 1,-222 13 2188,-50 7-4912,-32-1-1904,-11-2-2436,-8-7-4465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39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55 190 544,'0'0'5979,"-40"21"760,26-14-6592,14-7-109,0 0 1,0 0-1,0 0 1,0 0-1,1 0 0,-1 0 1,0 0-1,0 0 1,0 0-1,0 0 1,0 0-1,0 0 0,0 0 1,0 0-1,1 0 1,-1 0-1,0 0 1,0 0-1,0 0 0,0 0 1,0 0-1,0 1 1,0-1-1,0 0 1,0 0-1,0 0 0,0 0 1,1 0-1,-1 0 1,0 0-1,0 0 1,0 0-1,0 1 0,0-1 1,0 0-1,0 0 1,0 0-1,0 0 1,0 0-1,0 0 0,0 0 1,0 1-1,0-1 1,0 0-1,0 0 1,0 0-1,0 0 0,0 0 1,0 0-1,0 0 1,0 1-1,-1-1 1,1 0-1,0 0 0,0 0 1,0 0-1,0 0 1,0 0-1,0 0 1,20 3 969,27-2 0,8 0-464,0-3 0,0-2 1,78-16-1,23-12 44,2 8 1,182-6 0,325 23 235,-413 8-666,1020-31 749,293-10-739,-1496 41-166,1-4-1,122-20 1,-171 20 631,0 0 0,27 1 0,23-3 3,-69 5 156,-42 0-635,-2 0-3257,-17 3-8588,31-2 2457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41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101 387 2881,'0'0'1075,"-16"-2"-826,-69-13 9892,92 9-8368,21 2-265,-1 1 0,1 1-1,31 2 1,-23 0-1277,43-4 1,110-25 347,253-21-83,348 9-715,-6 25 349,-503 18-102,239-26 31,-457 15-88,754-70-20,-534 64 233,207-4 1268,-448 18-1491,-3-1 3757,-38 2-3222,27-3 213,99-14-215,-42 0-418,-67 13-4,0-1-1,0 2 1,32-2 0,-49 5-88,-1 0 32,-41-2-2665,-5-1-5782,25-5-525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42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45 3105,'0'0'7196,"4"-7"-6497,14-23-6,-13 22 5150,-5 54-3095,-30 335 2671,13-228-4523,7-59-454,-14 239 1141,10-140-1047,1 3-202,-8 106 260,8-44-433,-6 163 535,16-317-572,4-71-81,-6 58 1,0-43 170,2 69 1,3-102-129,0-14 34,7-27-8503,1-16 734,4-14-5421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44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 2497,'0'0'6950,"4"7"-5517,0 3-816,-1 1 1,0 0 0,0-1-1,-1 1 1,0 0 0,-1 0 0,0 0-1,-1 0 1,0 1 0,-2 10-1,-5 27 1708,-13 49-1,-1 8-655,-13 188 1340,-40 230-858,35-340-1680,-18 236 0,16-82-186,16-163-139,3-34 15,-17 126 197,38-220-298,1-41-52,1 1 1,-1-1-1,-1 1 1,1-1-1,-1 1 1,0-1-1,-2 7 1,1-6 1139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58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9444,'0'0'7033,"0"20"-5315,0 339 5090,0-356-6756,20 489 4205,21 76-2640,-56 117 221,11-599-1838,4 1 0,4 0 0,23 140 0,-10-149 0,-4-18 0,7 65 0,-9-15 0,-5-64 0,-5-36 0,0-12 0,-1-66-6653,0 54 4166,0-14-7214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7443,'0'0'10944,"6"-1"-7810,24 0-2661,119 12 733,511-26-701,5 0-183,-232 17-156,467-4 407,-652-7-60,108-2 519,349 33-619,139 10-1160,-830-32 729,-1 0 0,1-1 0,0-1 0,-1 0 0,1-1 0,-1 0 0,0-1 0,0-1 0,-1 0 0,1-1 0,10-6 1603,-30 19-3596,5-5 1325,0 0 0,0 0 0,0-1 0,-1 1-1,1-1 1,-1 1 0,1-1 0,-1 0 0,1 0 0,-1 0 0,-3 0 0,-20 3-8542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1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1 388 4866,'0'0'10064,"22"-1"-8952,173-16 2703,200-43 1831,-159 21-5284,334-28 1220,618 7 0,-532 40-1543,166-2 475,268-46 209,-428 55-537,-614 15 78,-47-2 499,-48 0 227,21 1-1434,-23 0-4040,22-7-6280,7-13-2242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1313,'0'0'6693,"13"-2"-5695,131-28 2572,-116 26-2644,0 1 0,1 1 0,38 3 0,-34 0-346,0-2 1,39-5-1,319-46 2595,-226 33-782,-74 16 511,-60 3 3289,-33 14-6183,0-1-1,-1 1 1,0-1-1,-1 1 1,0-1-1,-1-1 1,-7 14 0,-2 6-4,12-26-6,-36 90 0,-37 142 0,12 12 0,-41 197 0,70-103 0,5-23 0,-31-67 0,50-211 0,-19 51 0,18-63 0,1 1 0,2 1 0,-6 45 0,1 365 0,13-358 0,1-68 0,1 1 0,0-1 0,2 0 0,0 1 0,0-1 0,2-1 0,11 24 0,-22-45-579,0 0 1,0 0-1,0 0 0,0 1 1,-1 0-1,1 0 1,-1 0-1,-7-2 0,-20-9-6645,-7-2-3475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5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2513,'2'1'19641,"17"2"-19561,502-26 929,-304 10-948,1169-28-162,-510 23 409,-3 0-163,-231 31-110,-58-11-1060,-201-11 1994,-5 8 7182,-365 1-7709,-52 2-2146,-73 13 0,24-1-10666,41-9 50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6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1 185 6371,'0'0'5080,"83"5"2003,-62-5-6412,312-14 3164,1069-83-2082,189 77-1583,-550 16-658,-622 5 125,-180-21 324,-44 0 444,82 20 3912,-304-16-23508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7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8660,'0'0'10226,"2"7"-8612,3 9-777,-1 1-1,-1 0 1,0 0 0,0 27-1,-8 79 1389,-30 172 0,17-114-1123,6 225 0,6-94-488,2 198-78,9-460-484,3-1 0,22 80 0,-18-86-21,-2 0 0,-1 0 0,4 82 0,-7 525-31,8-523-59,-7-89-3561,0-8-1539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8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8 4418,'6'-7'16301,"-10"96"-12474,-22 121 0,-3 55-1941,7 724 531,-2-426-2328,20-502-87,-7 74-2,-4 104 0,28 160 0,-6-272 0,7-30 0,-13-86 37,1-11 1,2-23-412,-4 19-408,0-11-3390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1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90 3730,'6'-6'18992,"-6"6"-18904,0 202 2504,0-114-11256,-6-144 5345,3-5 3474,1 38 1469,2 0 0,0-1 0,6-41 1,-5 59-1443,0 0 1,1 1 0,0-1 0,0 1 0,0-1 0,1 1 0,0 0 0,0 0-1,0 0 1,1 0 0,-1 1 0,1-1 0,0 1 0,1 0 0,-1 0 0,1 1 0,-1-1-1,11-4 1,-5 3-63,0 1-1,0 0 0,1 1 1,0 0-1,-1 1 1,1 0-1,0 1 1,0 0-1,12 1 0,-8 0-67,-12-1-27,0 1 0,0 0 0,0 0 0,0 0 0,0 0 0,0 1-1,0-1 1,0 1 0,4 1 0,-6-1-18,0 0-1,0 0 1,0 0-1,0 1 1,0-1-1,0 0 0,0 0 1,-1 0-1,1 1 1,0-1-1,-1 0 1,1 1-1,-1-1 1,1 1-1,-1-1 1,0 0-1,1 1 1,-1-1-1,0 1 1,0-1-1,0 1 1,0-1-1,-1 2 1,1 8 99,1-3 137,-1 1-1,-1-1 0,1 0 1,-1 0-1,-3 12 0,2-17-152,1 1 0,-1-1 0,0 0 0,0 0-1,0 0 1,0 0 0,0 0 0,-1 0 0,1-1-1,-1 1 1,0-1 0,0 0 0,0 1 0,-6 2 0,3-2-16,1 1-1,-1-2 1,0 1 0,0-1 0,0 0 0,0 0 0,0 0 0,-1-1 0,1 0 0,-9 0 0,14-1 25,2 3-295,-1-1 121,1 1 0,-1-1-1,1 1 1,0-1-1,0 1 1,0-1-1,1 1 1,-1-1-1,0 0 1,1 0 0,0 0-1,-1 0 1,1 0-1,4 3 1,40 32-710,-9-8 186,-35-27 594,0-1 0,0 1 0,0 0 0,-1 0 0,1 1 0,-1-1 0,1 0 0,-1 0-1,0 1 1,0-1 0,0 1 0,0-1 0,0 1 0,-1-1 0,1 1 0,-1-1 0,0 1-1,1 0 1,-1-1 0,-1 1 0,1 4 0,-1-4 94,-1 0-1,1 0 1,-1 0 0,0 0-1,1 0 1,-1 0 0,0 0-1,-1-1 1,1 1 0,0-1-1,-1 0 1,0 1 0,1-1-1,-5 2 1,-7 4 301,1-1 1,-1-1-1,0 0 1,-1-1-1,1 0 1,-20 2 0,28-5-311,-50 4 1316,53-6-1331,0 0-1,0 0 1,-1 0-1,1-1 1,0 1 0,0-1-1,0 0 1,0 0 0,0 0-1,0 0 1,0-1-1,0 1 1,0-1 0,0 0-1,-4-4 1,6 4-65,1 0-133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45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88 768,'0'0'3984,"4"-10"-3259,-2 3-406,12-30 452,7 14 2627,-19 22-2898,-1 0 0,1 0 0,0 0 1,-1 0-1,1 0 0,0 0 1,0 0-1,0 0 0,0 1 1,0-1-1,0 1 0,0 0 0,2-1 1,-3 2-350,0-1 0,0 1 0,0-1 0,1 1 1,-1 0-1,0 0 0,0-1 0,0 1 0,0 0 1,0 0-1,0 0 0,-1 0 0,1 0 0,0 0 0,0 0 1,-1 1-1,1-1 0,-1 0 0,1 0 0,-1 0 0,1 1 1,-1-1-1,0 0 0,0 2 0,51 219 4779,-8 122-2676,-23-157-1818,55 584 508,-72-296-117,-5-252-203,9-135-530,-7-87-157,0 1 0,1-1 1,-1 0-1,0 0 1,1 1-1,-1-1 0,1 0 1,0 0-1,-1 0 0,1 1 1,0-1-1,-1 0 0,1 0 1,0 0-1,0 0 0,0 0 1,0-1-1,0 1 0,0 0 1,0 0-1,2 0 1,-1 0-17,0 0 0,0 1 0,-1-1 1,1 0-1,-1 1 0,1-1 1,-1 1-1,1 0 0,-1-1 1,0 1-1,0 0 0,0 0 1,0 0-1,1 3 0,6 46-2706,-13-103-7889,4 9 3919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47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0 211 2625,'0'0'7094,"5"0"-5939,215-11 6312,5-13-4033,-91 9-2716,448-20-365,-102 9 679,483-1-466,-523 25-353,-86-11-86,105-1-46,-36 16 37,446-4 335,-712-14-425,-100 8 121,60 0-1,101-1 1375,-164 8-1254,21 0 3790,-95 8-3933,-1 7-4483,13-8-552,-4 1-3220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4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0,'-1'4'17157,"-2"6"-11729,-13 63-3271,3 28-566,6 0 0,5 129 0,3-119-1018,16 109-26,0 2-269,-14-17-32,-7 223 420,-5-350-457,-4 0-1,-24 80 1,16-74-57,-14 118 1,22 210-141,14-345-13,-15 201 1,15-255-1076,-4-35-10702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50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1777,'0'0'9185,"-8"23"-4644,-19 48-973,18-51-3071,1 0 1,-8 30 0,4 41 394,11-30 6294,30-61-7148,73-5-10,157-28 1,54-5-246,212 9-246,117-3-16,-319 27 501,362-22-23,-225 2-33,-36 22 343,353 4-103,9 10 634,-613-8 1129,-188-3-4192,-1-1 1,0 0 0,-16-4-1,4-2-5882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5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4162,'0'0'5405,"28"-3"1784,-15 4-7033,38 4 284,0-2-1,63-3 1,-39-2-375,235-23 44,-77 1-124,855-17 900,-360 35 2142,-432 7-3100,1769-5 324,-1739 2-209,-231-10 628,34 9 1695,-62 0-1306,0 3-1,101 12 1,-181-12-723,0 1 0,0 0 1,0 1-1,-25 7 0,-24 8-1613,1 1-5004,51-16 4435,-21 5-5398,3-2-3224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54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0 264 4066,'0'0'7214,"11"-3"-6355,33-4 1676,-1 2 1,83 0-1,-5 6-2081,-8 1 163,137-15 1,214-52-475,519-49 458,-77 100-94,-262 9-213,31 0 1251,-64 1-1372,-596 4-159,31-1 126,87-12-1,-55 3 3182,35 7-3126,-92 3 91,-20 0 474,41 0-165,174 27-1222,-227-30-357,0 0-6304,-2-1 1323,-1 0 5993,-12-2-5847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55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79 768,'0'0'5944,"2"-6"-4711,0 0-821,-1 4-231,0 0 1,-1-1-1,1 1 1,0 0 0,0 0-1,1 0 1,-1 0-1,0 0 1,1 0-1,2-3 1,9-18 6372,-2 5-1852,-8 21-3349,-2 13-881,-1-1-215,-20 452 4856,-12-99-3675,31-360-1406,-7 458 1488,9-331-1415,-22 178 415,21 308-229,7-496-288,-6-105 8,1-1 0,1 1 0,8 29 0,-2-13-18,11 118 23,-13-100-16,-6-49-29,-1-5-198,0-28-3426,1-34-8611,5 39 5675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5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70 4530,'0'0'7203,"14"-29"-2659,-11-5-2303,-1 28 1110,-1 22-1873,-3 19-339,-1-1 1,-12 49 0,7-42-129,-3 46 1,7 237 1220,1-22-486,-6-69-1746,-9 131 0,14-137 0,-1 20 0,-8 216 0,13-371 0,7 62 0,-7 50-141,0-246-3515,0 0-7268,0 10-4801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19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136 123 2305,'0'0'6955,"14"-12"-6050,-3 1-484,36-34-200,-12-8 13667,-35 53-13685,-1 0-1,-18-2 2361,-20 9-1880,23-1-341,1 2 0,0 0 0,1 1 0,-1 0 0,2 1 0,0 1-1,-14 13 1,21-18-263,1 1 0,-1 0-1,1 0 1,1 0 0,-1 0-1,1 1 1,1 0 0,-1-1-1,1 1 1,1 1 0,0-1-1,0 0 1,0 1 0,1-1-1,0 15 1,0-18-57,1-1-1,0 0 1,1 0 0,-1 0-1,1 1 1,0-1 0,0 0-1,0 0 1,0 0 0,1 0-1,-1 0 1,4 5 0,-3-7-17,0 0-1,0 0 1,1 0 0,-1-1 0,0 1 0,1 0 0,-1-1-1,1 1 1,0-1 0,-1 0 0,1 0 0,0 0 0,0 0-1,0-1 1,0 1 0,-1-1 0,1 0 0,5 0 0,5 1-2,1-1 0,-1 0 1,0-1-1,0-1 0,0 0 1,-1-1-1,1 0 0,-1-1 1,1 0-1,-1-1 0,0 0 1,-1-1-1,1-1 0,-1 0 1,20-16-1,3-4-3,-20 25-3660,-6 3-2546,10-5-4690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0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1777,'0'0'6795,"7"-30"4399,-7 34-10549,0 91 8772,0 158-8594,0-252-847,0-40-5002,-1-9-6929,-5 31 5688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54 4114,'0'0'10466,"0"-5"-8868,0 4-1425,0-1 0,0 1 0,0-1 0,0 1 1,1-1-1,-1 1 0,0 0 0,1-1 0,-1 1 0,1 0 0,-1-1 0,1 1 0,0 0 0,-1-1 0,1 1 1,0 0-1,0 0 0,0 0 0,0 0 0,0 0 0,0 0 0,0 0 0,1 0 0,-1 0 0,0 1 0,3-2 1,2 0 275,1 0 0,0 0 1,0 1-1,-1 0 1,1 0-1,8 1 1,-6-1-382,101-4 289,128 9-1,-236-3-347,0 0 0,1-1-1,-1 1 1,0 0-1,1 0 1,-1 0 0,0 1-1,0-1 1,0 1 0,0-1-1,0 1 1,0-1-1,0 1 1,-1 0 0,1 0-1,-1 0 1,1 0 0,-1 0-1,0 0 1,0 0-1,0 1 1,0-1 0,0 0-1,0 1 1,0-1-1,-1 0 1,1 1 0,-1-1-1,0 1 1,0-1 0,0 1-1,0 3 1,0 8 397,-1-1-1,0 1 1,-1-1 0,-6 25-1,-34 95 1396,35-114-1652,-1 0 0,-1 0 0,0-1 0,-23 30 0,28-44-52,0 0 1,0 0 0,-1-1 0,0 1 0,1-1 0,-1 0 0,0-1 0,-1 1 0,1-1 0,0 0-1,-1 0 1,1 0 0,-1-1 0,0 0 0,-9 1 0,-11 0 111,0-1 0,-31-3 0,26 0-31,16 1-83,0-1-1,0 0 1,-23-8-1,21 5-18,1 1 0,-1 1 0,0 0 0,-27 0 0,69 27-2090,-21-22 985,0 1 1,0-1-1,1-1 1,-1 1-1,1-1 1,-1 1-1,7 0 1,22-1-8467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2594 3265,'0'0'4917,"7"-6"388,28-27-4991,17-16-343,70-66 968,205-150 0,1059-617 2649,-969 613-2503,-177 107-550,-25 16-523,106-65 664,-166 114-65,-126 66 191,-10 8-441,21-9 224,1 2 0,1 2 1,51-26-1,-38 22-117,-19 1 1346,-31 26-1766,0-1 1,0 1 0,1 1 0,-1-1 0,1 1-1,0 0 1,10-5 0,4 1 38,-11 6 80,-1-1 0,1-1 0,-1 0 0,0 0 0,0 0 0,9-7 1,-10 5 243,3-2-275,-20 7-1454,-31 16-13751,27-15 8794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5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3794,'0'0'13323,"1"0"-12927,0-1 0,1 1 0,-1-1 0,0 1 0,1-1 0,-1 1 0,1 0 0,-1 0 0,0 0 0,1-1 0,-1 1 0,1 1 0,1-1 0,11 7 246,1 0 0,-1-2 0,1 1-1,0-2 1,1 0 0,24 3 0,99 0 1078,-15-1 9,-111-6-1628,-10-1-73,0 1 0,1 0 0,-1 0 0,0 0 0,1 0 0,-1 1 0,0 0 0,1-1 0,-1 1 0,4 2 0,-9-3 40,-1 0 0,1 1 1,-1-1-1,1 0 0,-1 1 1,1 0-1,0 0 0,-1 0 1,1 0-1,0 0 0,0 0 1,-1 0-1,1 1 0,0-1 1,0 1-1,1-1 0,-4 4 1,-32 34-70,23-16 52,0 1-1,2 0 0,1 0 0,1 2 0,-8 28 0,-10 25 156,18-56-195,-55 152-3,62-153-3402,-2 1-4860,-1-8 37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1980 1473,'0'0'11023,"0"-7"-10060,0-24-68,0 6 5120,2 22-5775,0 1 1,1-1-1,-1 0 0,1 1 0,-1-1 0,1 1 1,0 0-1,0 0 0,4-2 0,12-11-179,58-57 4,161-117 0,107-37-119,-180 123 108,220-179 0,-362 262-29,74-65 8,151-100 0,-76 58-100,0-1-35,-122 95 241,-1-3 0,63-60 0,-85 73-62,0 2 1,35-21 0,-30 21 41,41-35 1,-30 23 585,-30 24-341,-1 0 0,1-2-1,-2 1 1,13-15 0,-17 11 1772,-7 13-2090,0 0-1,0 0 1,1 0-1,-1 0 1,0 0-1,1 1 1,-1-1-1,1 0 0,-1 0 1,1 0-1,-1 0 1,1 0-1,0 1 1,-1-1-1,1 0 1,0 1-1,0-1 1,0 0-1,-1 1 1,1-1-1,0 1 0,0-1 1,0 1-1,0 0 1,0-1-1,0 1 1,2 0-1,-2 0 401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9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7347,'0'0'13644,"7"27"-10061,-5-25-3437,0-1 0,0 1 1,1 0-1,-1-1 0,1 0 0,-1 0 0,1 0 1,-1 0-1,1 0 0,-1 0 0,1 0 0,0-1 1,0 0-1,5 1 0,48-2 1164,-32 0-902,15 0 82,-8 1-36,0 0 0,36 6 0,-65-6-435,-1 0 1,1 1-1,0-1 1,-1 1-1,1-1 1,-1 1-1,1 0 1,-1 0-1,1-1 1,-1 1 0,1 0-1,-1 0 1,0 1-1,0-1 1,0 0-1,1 0 1,-1 0-1,0 1 1,0-1-1,-1 1 1,1-1 0,1 3-1,-1 0 73,1 0 0,-1 0 0,-1 1 0,1-1 0,-1 0 0,1 1 0,-1-1 0,-1 8 0,-2 6 196,-1 0 0,0 0 1,-8 22-1,-75 176-288,48-125 0,34-79 0,-1 0 0,1 1 0,0 0 0,1-1 0,1 1 0,0 0 0,-2 18 0,4-15-1998,2-7-4544,14-8-1107,-10-1 6334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9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2401,'0'0'2897,"-88"36"-4161,81-33 287,1-3-2080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40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163 104 192,'0'0'11747,"-21"-12"-10544,-66-37 432,43 22 2801,44 27-4233,-1-1 0,0 1 0,0 0 1,1-1-1,-1 0 0,1 1 0,-1-1 0,0 1 0,1-1 1,-1 0-1,1 1 0,-1-1 0,1 0 0,0 1 1,-1-1-1,1 0 0,-1-4 4169,9 18-3758,8 11 138,1-1 0,1 0 0,35 33 1,72 55 61,-58-59-579,125 75 0,85 23 421,-109-61-491,272 132-165,-380-194 0,1-3 0,1-3 0,101 22 0,-88-25 0,-1 3 0,76 33 0,-69-19 0,209 104 0,94 41 0,-123-65 0,-79-39 0,-1 0 0,51 21 0,100 52 0,-304-136 0,-1 2 0,42 29 0,30 17 0,-72-51 0,-20-8 0,0 1 0,-1-1 0,1 1 0,-1 0 0,8 5 0,-13-6-181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41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1 4994,'0'0'8127,"-6"2"-6687,-8 5-899,3 9 4941,8 27 3799,3-36-9044,1 8 59,1 0 1,0 1 0,2-1 0,-1 0-1,2-1 1,0 1 0,14 27 0,2 7-6,-15-38-291,0 1 0,0 0 0,12 13 0,6 12 0,-12-19 0,0-1 0,2 1 0,20 19 0,15 20 0,-131-48 0,-29 16 0,68-13 0,-1-3 0,-76 7 0,81-14 0,12-2 0,0 1 0,0 1 0,0 2 0,-41 10 0,68-14-65,-1 1-1,1-1 1,-1 0 0,1 0-1,-1 1 1,1-1 0,0 0 0,-1 1-1,1-1 1,-1 1 0,1-1-1,0 0 1,-1 1 0,1-1-1,0 1 1,-1-1 0,1 1 0,0-1-1,0 1 1,0-1 0,-1 1-1,1-1 1,0 1 0,0 0-1,0-1 1,0 1 0,0-1 0,0 1-1,0-1 1,0 1 0,0-1-1,0 1 1,0 0 0,0-1-1,1 1 1,-1-1 0,0 1-1,0-1 1,1 1 0,-1-1 0,0 1-1,0-1 1,1 1 0,-1-1-1,1 0 1,-1 1 0,0-1-1,1 1 1,-1-1 0,1 0 0,-1 0-1,1 1 1,-1-1 0,1 0-1,-1 0 1,1 1 0,-1-1-1,1 0 1,-1 0 0,1 0 0,0 0-1,-1 0 1,1 0 0,-1 0-1,1 0 1,0 0 0,11 0-6987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4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4052 224,'0'0'10530,"7"-2"-9375,20-5 8522,-20 6-9549,-1-1 1,0 0-1,1 0 1,-1 0-1,0-1 0,0 0 1,0 0-1,11-8 1,19-9 105,554-249 324,45-18-505,-114 89 458,97-39 200,-20 28-293,-13 7-17,-105 38-412,-167 64 6,-89 26 28,101-36 18,332-122-71,-141 56-79,-43 36 222,-306 98-140,179-70 0,124-41 376,-78 31-221,181-49-14,-35 12 84,-277 73 384,73-27 525,-298 100-868,8-2-76,-1-1-1,-1-3 1,0-1-1,-2-2 1,38-28-1,-50 31 216,1 1-1,0 1 1,1 2 0,1 1 0,0 1-1,42-11 1,-58 18-290,-1 0 1,0-1-1,18-12 0,-22 12-19,1 0 0,0 1 0,1 0 0,-1 1-1,1 1 1,15-5 0,69-16-69,-89 23 0,1-1 0,-1 0 0,0 0 0,-1-1 0,1 0 0,0 0 0,-1 0 0,0-1 0,0 0 0,9-10 0,-8 9 0,0 1 0,0-1 0,1 1 0,0 0 0,11-4 0,4-4 0,8-4 0,-25 15 0,-1 0 0,0-1 0,1 0 0,-1 0 0,0 0 0,-1-1 0,1 0 0,4-4 0,-8-4 0,0 10 0,4 0 0,-1-2 0,0 1 0,-1-1 0,1 0 0,-1 0 0,1 0 0,-1 0 0,-1-1 0,1 0 0,2-4 0,16-24 0,-16 31 0,-4-1 0,-3 2 0,-1 0 0,1 1 0,0-1 0,-1 0 0,1 1 0,0-1 0,-1 1 0,1 0 0,-1 0 0,1 0 0,0 0 0,-3 1 0,3-1 0,-128 1 0,-240 34 0,327-27 0,-9 1 0,-104 6 0,150-15 0,12-1 0,0 0 0,0 1 0,0 0 0,0 0 0,0 0 0,6 2 0,15 0 0,405-33 0,-406 28 0,5 0 0,55 1 0,-19 5 0,-66-3 0,-1 0 0,1 0 0,-1 1 0,1-1 0,-1 0 0,1 0 0,-1 1 0,0-1 0,1 0 0,-1 1 0,0-1 0,1 1 0,-1-1 0,0 0 0,1 1 0,-1-1 0,0 1 0,0-1 0,1 1 0,-1-1 0,0 1 0,0-1 0,0 1 0,0-1 0,0 1 0,0-1 0,0 1 0,0-1 0,0 1 0,0 0 0,0-1 0,0 1 0,0 0 0,-2 16 0,-5 3 0,-1 0 0,-16 30 0,3-7 0,5 0 0,2 1 0,2 0 0,-10 80 0,-9 31 0,27-141 0,1 0 0,1 0 0,-2 26 0,4-47-1060,0-3-5225,0-12-7900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47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1 278 80,'0'0'20249,"35"4"-18082,958-53-311,-713 28-1759,314-36 81,-59 4 489,245 8 16,-708 46-571,-48 0-29,0 0 1,0-2-1,0 0 1,1-2-1,-1-1 1,23-6 0,-2 0 1040,81-7 0,-108 15-725,-15 1-53,-5 1 131,-51-3-16953,38-5 10091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48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6611,'1'5'23246,"6"23"-22198,3-16-857,0 0 0,0-1 0,1 0 0,0-1 0,1-1 0,22 15 0,36 32 334,-64-50-525,18 18 0,1-1 0,34 25 0,-53-40 0,-5-7 0,-1 0 0,1 0 0,0-1 0,-1 1 0,1 0 0,0 0 0,0 0 0,-1-1 0,1 1 0,0 0 0,0-1 0,0 1 0,0-1 0,0 1 0,0-1 0,0 1 0,0-1 0,0 0 0,0 1 0,0-1 0,0 0 0,2 0 0,-2 2 0,-1 0 0,0 1 0,1-2 0,-58 21 0,47-18 0,0 1 0,1 0 0,-1 1 0,1 0 0,0 1 0,1-1 0,-14 15 0,-50 65 0,2-3 0,67-79 0,-4 2 0,0 1 0,0 1 0,0-1 0,1 1 0,0 0 0,1 1 0,-9 16 0,2-6 0,10-17 0,1 0 0,0-1 0,-1 1 0,1 0 0,0 0 0,0 0 0,0 0 0,0 0 0,0 0 0,0 0 0,0 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03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7507,'7'0'21417,"-7"0"-21299,0 0 0,0 0 0,0 0 0,0 0 0,0 1 0,0-1 0,0 0 0,0 0 0,0 0 0,-2 15 92,-1 0-1,0-1 0,-1 0 0,0 0 0,-1 0 0,-1 0 0,0-1 0,-1 0 0,-11 16 0,-11 25 64,-45 81-54,73-135-218,1 1-1,0-1 1,0 0 0,0 1-1,0-1 1,-1 0-1,1 1 1,0-1 0,0 0-1,0 1 1,0-1 0,0 0-1,0 1 1,0-1 0,0 1-1,0-1 1,0 0-1,0 1 1,0-1 0,0 0-1,0 1 1,0-1 0,0 0-1,0 1 1,1-1 0,-1 0-1,0 1 1,0-1-1,0 0 1,1 1 0,-1-1-1,0 0 1,0 0 0,1 1-1,-1-1 1,0 0 0,1 0-1,17 7 25,26-5 5,-41-2-29,61 1-1,-35 1 0,0-1 0,0-2 0,0-1 0,-1-1 0,53-13 0,-77 15 7,-4 1-11,1 0 1,-1 0-1,1 0 0,-1 0 1,1 0-1,-1 0 1,1-1-1,-1 1 1,1 0-1,-1 0 0,1-1 1,-1 1-1,0 0 1,1 0-1,-1-1 0,1 1 1,-1 0-1,0-1 1,1 1-1,-1-1 0,0 1 1,0 0-1,1-1 1,-1 1-1,0-1 0,0 1 1,1-1-1,-1 1 1,0-1-1,0 1 0,0 0 1,0-1-1,0 1 1,0-1-1,0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03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6163,'0'0'11133,"4"-3"-9466,3 0-838,1 0 1,1 0-1,-1 1 0,0 0 0,1 0 0,-1 1 0,1 0 0,-1 0 0,1 1 0,16 2 0,27-3 144,-11-1-667,-28 2 36,0-1-1,0 0 1,0 0 0,20-6-1,-62 17-9167,-43 24-1,46-21 2709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04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1056,'0'0'11288,"29"-12"-6603,-17 7-3321,-2-1-589,1 1 0,0 1-1,-1 0 1,1 1 0,1 0-1,-1 0 1,0 1 0,1 1-1,11-1 1,45 2 1889,-40 0-3855,-9 0-7637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05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881 1 1281,'0'7'26377,"0"31"-23997,-14 62 349,7 35-2729,0 413 0,5-496 0,-9 51 0,4-52 0,0 53 0,1 246 0,-15-84 0,21-200 0,2 73 0,-7 1 0,-27 170 0,-1-63 0,-7 39 0,18-146 0,-7 214 0,4-17 0,14-242 0,-51 480 0,3-27 0,15-171 0,4-11 0,-20 216 0,41-385 0,-10 209 0,23 120 0,6-463 0,-14 107 0,-11 127 0,3-21 0,0-70 0,3-89 0,5 1 0,1 153 0,10-215 0,-16 92 0,-1 4 0,-18 154 0,9-84 0,-3 33 0,28 94 0,7-183 0,10 328 0,-13-227 0,-3-307-2158,-7 11-4091,-4 3-8186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14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5106,'0'0'20893,"1"8"-19250,1 5-1134,-1 0 0,0 0 0,-1 0 0,0 0-1,-1 0 1,0 0 0,-4 14 0,-46 127 200,-18 66-364,68-213-886,-9 26-9301,14-76-12542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14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15127,'0'0'8262,"22"0"-7840,74 2-22,-92-2-388,1 1 0,-1-1 0,1 1-1,-1 0 1,0 0 0,0 1 0,0-1 0,0 1 0,0 0-1,0 0 1,0 1 0,0-1 0,-1 1 0,1-1 0,-1 1-1,0 0 1,0 0 0,0 1 0,0-1 0,-1 1 0,1-1-1,-1 1 1,0 0 0,2 5 0,-1-2-45,-1 1 1,0-1-1,0 1 0,-1 0 1,0-1-1,-1 1 0,0 0 1,0-1-1,0 1 0,-1 0 1,-2 8-1,1-11 30,0 0-1,-1 1 1,1-1 0,-1 0 0,0-1-1,0 1 1,-1 0 0,1-1 0,-1 0-1,0 0 1,-1 0 0,1 0-1,0-1 1,-1 1 0,0-1 0,0 0-1,0-1 1,-6 3 0,-10 5 44,-1-1 1,0-2 0,-23 6-1,7-6 42,0-2-1,0-1 1,-70-3-1,68-1-158,39 0 35,1 0 0,0 0 0,0 0 0,0 0 1,-1 0-1,1 0 0,0 0 0,0 1 1,-1-1-1,1 0 0,0 0 0,-1 0 1,1 0-1,0 0 0,0 0 0,-1 0 1,1 0-1,0 0 0,0-1 0,-1 1 0,1 0 1,0 0-1,0 0 0,-1 0 0,1 0 1,0 0-1,0 0 0,-1-1 0,1 1 1,0 0-1,0 0 0,0 0 0,0-1 0,-1 1 1,1 0-1,0 0 0,0 0 0,0-1 1,0 1-1,0 0 0,-1 0 0,1-1 1,0 1-1,0 0 0,0 0 0,0-1 1,0 1-1,0 0 0,0 0 0,0-1 0,0 1 1,0 0-1,0-1 0,0 1 0,0 0 1,0 0-1,0-1 0,1 1 0,-1 0 1,0 0-1,0-1 0,0 1 0,0 0 0,14-12-6137,6 5-655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1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8052,'0'0'16271,"-7"14"-14243,-83 140 2458,26-47-2884,59-98-1572,1-1 0,0 2-1,0-1 1,1 0 0,1 1 0,0 0 0,0-1 0,1 1-1,0 0 1,0 16 0,2-25-32,-1 0-1,1 0 1,-1 0-1,1 0 1,-1-1-1,1 1 1,0 0-1,-1 0 1,1-1-1,0 1 1,0 0-1,-1-1 1,1 1-1,0-1 1,0 1-1,0-1 1,0 1-1,0-1 1,0 0-1,0 1 1,0-1-1,0 0 1,0 0-1,0 0 1,0 0-1,0 0 1,0 0-1,0 0 1,1 0-1,42 0-105,-31 0 94,34 0-353,-14 2-798,0-3 1,61-7-1,-77 1-2186,-5-4-3804,-6 2-483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15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11189,'0'0'8948,"142"-29"-7411,-88 25-897,0 1 17,-20 1-593,0 2-64,-14 0-96,-33 20-13735,-21-6 4723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15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7491,'0'0'12214,"149"-4"-9909,-108-1-1328,6 3-721,-6 2-256,-8 0-128,8 0-1825,-14 0-3250,7-2-3345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16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73 321 10805,'0'0'15362,"-5"22"-13866,-2 8-1088,-35 123 1738,37-136-2067,-9 16-1218,15-59-20574,-1-6 20277,3 20 1032,0 0 1,1 0-1,1 1 0,9-20 1,8-7 1264,29-37 1,-33 50-522,112-140 4772,-31 66 2532,-94 95-6907,0 0 1,1 0-1,-1 0 1,1 0-1,0 1 1,0 0-1,0 0 1,0 1-1,10-3 1,-14 5-594,0-1 0,0 1 0,0 0 0,-1 0 0,1-1 0,0 1 0,0 1 0,0-1 0,0 0 0,-1 0 0,1 1-1,0-1 1,0 1 0,-1-1 0,1 1 0,0 0 0,-1 0 0,1 0 0,0 0 0,-1 0 0,0 0 0,1 0 0,-1 0 0,1 1 0,-1-1 0,0 0 0,0 1 0,0-1 0,0 1 0,0-1 0,0 1 0,0 0 0,-1-1 0,1 1 0,-1 0 0,1 0 0,0 2-1,2 10 13,0 0 0,-1 0 0,0 0-1,-1 21 1,-1-31-139,0 1-1,0-1 1,-1 0 0,1 0-1,-1 0 1,0 0 0,-1 0 0,1-1-1,0 1 1,-1 0 0,0 0-1,0-1 1,0 1 0,0-1-1,-1 0 1,0 0 0,1 0 0,-1 0-1,-6 5 1,-5-1-17,0 0 0,0-1 0,0 0 0,-1-1 0,1-1 0,-1-1 0,0 0 0,-1 0 0,-23-1 0,13 1 0,1 0 0,-30 8 0,54-11 0,-1 1 0,0-1 0,0 0 0,1 0 0,-1 1 0,0-1 0,1 1 0,-1 0 0,0-1 0,1 1 0,-1 0 0,1 0 0,0 0 0,-1 0 0,1 0 0,0 1 0,-1-1 0,1 0 0,0 0 0,0 1 0,0-1 0,0 1 0,0-1 0,0 1 0,1-1 0,-1 1 0,0 0 0,1-1 0,-1 1 0,1 0 0,0-1 0,0 1 0,-1 0 0,1 0 0,0-1 0,0 1 0,1 0 0,-1 0 0,0-1 0,0 1 0,1 0 0,-1-1 0,1 1 0,0 0 0,0-1 0,-1 1 0,3 1 0,2 6 0,0-1 0,1 0 0,0-1 0,1 1 0,0-1 0,14 12 0,9 3-5,1-1 0,1-2 0,1-1 0,0-1 0,1-2 0,70 21 0,-104-36-41,23 4-941,-12-6-2239,-3-22-13786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16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12342,'0'0'17336,"-3"20"-14719,-13 66-2145,13-73-472,-1-1 0,0 0 0,-1 0 0,0 0 0,-1 0 0,0-1 0,-13 17 0,-11 23 0,17-31-4956,13-20 4752,0 1-1,-1-1 1,1 1 0,0-1 0,0 1 0,-1-1 0,1 0 0,0 1-1,-1-1 1,1 1 0,-1-1 0,1 1 0,0-1 0,-1 0 0,1 1 0,-1-1-1,1 0 1,-1 0 0,1 1 0,-1-1 0,1 0 0,-1 0 0,1 0-1,-1 0 1,1 1 0,-1-1 0,0 0 0,1 0 0,-1 0 0,1 0-1,-1 0 1,1 0 0,-1-1 0,1 1 0,-1 0 0,1 0 0,-1 0-1,0 0 1,1-1 0,-1 1 0,1 0 0,0 0 0,-1-1 0,0 0 0,-6-16-9425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16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16215,'0'0'13033,"24"-5"-11819,-24 5-1207,44-9 746,0 2-1,70-2 1,152 26-704,-74-2-58,18-10 9,-258 3-2423,15-1-1872,-8 0-4242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17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6243,'0'0'19417,"74"-14"-18217,-40 12-832,7 0-304,-1 0-64,8 2-96,6 0-1424,0-3-1730,0-1-5026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17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7059,'0'0'17224,"-47"115"-15239,27-56-144,-1 4-352,8 2-657,-7-1-112,6-8-95,0-9-561,1-6-64,6-7-144,-6-9-913,6-5-560,0-6-2000,0-10-1858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18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2 12486,'0'0'17336,"16"-2"-17000,49 2-35,-63 1-284,1-1 0,-1 1 0,0 0 0,0 0 0,0 0 0,0 0-1,0 0 1,0 1 0,0-1 0,0 0 0,0 1 0,-1 0 0,1-1 0,-1 1 0,1 0-1,-1 0 1,0 0 0,1 0 0,-1 0 0,0 0 0,0 0 0,-1 0 0,2 4 0,0 2 9,0 0 0,-1-1 0,0 1 0,1 15 1,-2-20-26,0 1 0,0-1 0,0 1 0,0 0 0,-1-1 0,1 1 0,-1-1 0,0 1 0,0-1 0,0 1 0,0-1 0,-1 0 0,0 0 0,-3 6 0,2-6-4,-1-1 1,1 1 0,-1-1-1,1 0 1,-1 0-1,0 0 1,0 0 0,0-1-1,0 1 1,0-1 0,-8 1-1,-6 1-225,-1-1 1,1 0-1,-24-2 0,32 0-160,9 0 302,0 0 1,0 0-1,0 0 1,1 0-1,-1 0 0,0 0 1,0-1-1,0 1 1,0 0-1,1 0 0,-1-1 1,0 1-1,0-1 1,1 1-1,-1-1 0,0 1 1,1-1-1,-1 1 1,1-1-1,-1 1 0,0-1 1,1 0-1,-1 1 1,1-1-1,0 0 0,-1 0 1,1 1-1,0-1 1,-1 0-1,1 0 0,0-1 1,-2-28-5816,2 20 2885,0-6-4254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19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2 654 14182,'0'0'17371,"1"17"-16349,5 76-830,-7-90-192,0-4 0,1 1 0,0 0 0,-1 0 0,1 0 0,0 0 0,-1 0 0,1-1 0,0 1 0,-1 0 0,1 0 0,0-1 0,-1 1 0,1 0 0,0-1 0,0 1 0,-1 0 0,1-1 0,0 1 0,0 0 0,0-1 0,0 1 0,-1 0 0,1-1 0,0 1 0,0 0 0,0-1 0,0 1 0,0-1 0,0 1 0,0 0 0,0-1 0,0 1 0,0-1 0,0 1 0,0 0 0,0-1 0,0 1 0,1 0 0,-1-1 0,0 0 0,0-10-31,0 0-1,1 0 1,1 0 0,-1 0-1,2 0 1,0 0 0,0 1-1,0 0 1,2-1 0,-1 1-1,1 1 1,1-1 0,-1 1 0,2 0-1,-1 0 1,1 0 0,1 1-1,-1 0 1,2 1 0,-1 0-1,1 0 1,11-7 0,28-8-817,-38 19-223,0 1 0,0 0-1,1 1 1,-1 0 0,15 0 0,6 4-3360,-1 1 0,40 10 0,-6 2 21037,-71-9-13023,-5 1-6201,10-6 4505,-7 2-1716,1 1-1,-1 0 1,1 0 0,0 1 0,1 0-1,-10 9 1,14-11-131,0-1-1,0 1 1,0 0 0,1 0-1,0 0 1,0 0 0,0 0 0,0 0-1,1 0 1,-1 1 0,1-1-1,0 1 1,0-1 0,1 1-1,-1 6 1,1-10-50,1 1 1,-1-1-1,1 1 0,-1-1 1,1 1-1,0-1 0,-1 0 1,1 1-1,0-1 0,0 0 1,0 0-1,0 0 1,0 0-1,0 0 0,0 0 1,1 0-1,-1 0 0,0 0 1,0 0-1,1 0 0,-1-1 1,1 1-1,-1-1 0,0 1 1,1-1-1,-1 0 0,1 1 1,-1-1-1,1 0 0,-1 0 1,3 0-1,59 2-567,-49-3 417,-9 1 61,-1 0-1,1-1 1,0 1 0,-1-1-1,1 0 1,-1-1-1,1 1 1,-1-1 0,0 0-1,0 0 1,1 0-1,-1 0 1,-1-1 0,1 0-1,0 0 1,-1 0 0,1 0-1,-1 0 1,0-1-1,0 0 1,0 1 0,-1-1-1,1 0 1,-1 0-1,0 0 1,0-1 0,2-6-1,-3 6 103,1 0 1,-1 0-1,0 0 0,0-1 0,0 1 1,-1 0-1,0 0 0,0-1 0,-1 1 1,1 0-1,-1 0 0,0-1 0,0 1 1,-1 0-1,1 0 0,-1 0 0,-1 0 1,1 1-1,0-1 0,-1 0 0,0 1 0,0 0 1,-6-7-1,-1 2 146,7 5-85,-1-1 0,0 1 0,-1 0 0,1 0-1,-1 0 1,1 1 0,-1 0 0,0 0 0,0 0 0,-1 0-1,1 1 1,-10-3 0,14 5-443,14-3-5281,13 7 3666,-8-1 657,23 0-657,1-1-1,51-5 0,-78 1 1523,0 0 0,0-1 1,0-1-1,-1 0 1,0-1-1,0 0 0,0-1 1,0-1-1,22-15 1,-9 0 1217,0-2 1,-2-1 0,-1-1-1,-1-1 1,-2-1 0,0-1 0,-2 0-1,15-33 1,-29 53 149,-1 0 0,0 0 0,0 0-1,-1-1 1,3-11 0,-2-26 8610,-21 60-8265,-6 10-1241,0 1 0,2 1 0,1 1 0,1 0 0,-16 32 0,-72 156 0,69-133 0,24-47 0,14-33 0,0-1 0,0 0 0,0 1 0,0-1 0,1 1 0,-1-1 0,0 0 0,1 1 0,-1-1 0,0 0 0,1 1 0,-1-1 0,0 0 0,1 0 0,-1 1 0,0-1 0,1 0 0,-1 0 0,1 0 0,-1 0 0,0 1 0,1-1 0,-1 0 0,1 0 0,-1 0 0,1 0 0,-1 0 0,0 0 0,1 0 0,-1 0 0,1 0 0,-1 0 0,1 0 0,-1-1 0,0 1 0,1 0 0,-1 0 0,1 0 0,-1-1 0,1 1 0,25-4-91,49-14 0,-51 11-101,0 1 0,45-5 0,-52 10-120,-8 0 216,0 1 0,0 0 0,-1 0 0,16 2 0,-23 0 119,0-1 0,0 1 0,0-1 0,0 1 0,0 0 0,0 0 0,-1-1 0,1 1 0,0 0 0,-1 0 0,0 0 1,1-1-1,-1 1 0,0 0 0,0 0 0,0 0 0,0 0 0,-1 3 0,-3 39 598,3-40-608,-2 0-1,1 0 1,0 0-1,-1 0 1,0 0 0,0-1-1,0 1 1,0-1-1,0 0 1,-1 0-1,1 0 1,-1 0 0,0-1-1,0 0 1,0 1-1,0-1 1,0-1-1,-1 1 1,1-1 0,-1 1-1,1-1 1,-5 0-1,-14 3 38,0-1 0,1-1 0,-26-2 0,41 0-48,3 0-2,-20 1 0,-1-2 0,1-1 0,-38-6 0,51 1-873,20 1-1401,17-1-4402,11 1-2187,14-1-3105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1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3 15831,'0'0'14345,"-22"-1"-13267,-67-1-264,84 3-790,1 0 0,-1 0 0,1 0 0,0 1 1,-1-1-1,1 1 0,0 0 0,0 1 0,0-1 0,0 1 0,0 0 0,1-1 0,-1 2 0,1-1 1,0 0-1,0 1 0,0-1 0,0 1 0,0 0 0,1 0 0,0 0 0,0 0 0,0 0 0,0 1 1,1-1-1,0 1 0,-1-1 0,1 8 0,0-11-34,1 0 0,0 0 1,0 0-1,-1 0 0,1 0 0,0 0 1,0 0-1,0 0 0,1 1 0,-1-1 1,0 0-1,0 0 0,0 0 0,1 0 0,-1 0 1,1 0-1,-1 0 0,1 0 0,-1 0 1,1 0-1,-1 0 0,1 0 0,0 0 0,0-1 1,-1 1-1,1 0 0,0 0 0,0-1 1,0 1-1,0 0 0,0-1 0,0 1 1,0-1-1,0 0 0,0 1 0,0-1 0,0 0 1,0 1-1,0-1 0,2 0 0,55 0-873,-39-1 476,-11 1 64,0 0 1,0-1 0,0 0 0,0 0 0,0-1-1,-1 0 1,1-1 0,-1 0 0,1 0 0,-1 0-1,0-1 1,0 0 0,-1 0 0,1-1 0,-1 0-1,0 0 1,0 0 0,10-13 0,-12-4 7236,-5 32-5595,1-6-1725,-1 0 1,1 0-1,0 0 1,1 0-1,-1 1 0,1-1 1,-1 0-1,1 0 0,0 0 1,1-1-1,-1 1 1,1 0-1,3 6 0,-2-8-92,0 0 0,0 0 0,0 0-1,0 0 1,0-1 0,1 0 0,-1 1-1,0-1 1,1 0 0,-1-1 0,1 1-1,-1 0 1,1-1 0,-1 0 0,1 0-1,-1 0 1,5-1 0,30 1-6925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20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0 21754,'0'0'10231,"-22"19"-9465,0-3-753,9-8-13,2 1 1,-1 0-1,1 1 0,0 0 0,1 1 1,0 0-1,1 1 0,0 0 0,1 0 1,-12 25-1,2 10 0,2 1 0,2 1 0,-8 55 0,-23 80 0,42-174 0,3-8 0,-1 0 0,1 0 0,-1 0 0,0 0 0,1 0 0,-1 0 0,0 0 0,0 0 0,-1 0 0,1 0 0,0-1 0,0 1 0,-1 0 0,1-1 0,-1 1 0,0-1 0,1 0 0,-4 3 0,14-26 0,-2 14-84,0 0 0,1 1 0,0 0 0,1 0 1,-1 1-1,1 0 0,1 1 0,-1 0 0,1 0 0,-1 1 0,1 0 0,1 1 0,-1 0 1,0 1-1,1 0 0,-1 0 0,20 1 0,-29 1 91,0 1-1,-1 0 1,1-1-1,-1 1 1,1 0 0,0 0-1,-1 0 1,1 0 0,-1-1-1,0 1 1,1 0-1,-1 0 1,0 0 0,0 0-1,1 0 1,-1 0 0,0 0-1,0 0 1,0 0-1,0 0 1,0 0 0,-1 2-1,1 34 835,0-26-577,0-9-258,-1 1 0,1 0 0,-1 0 0,1-1 1,-1 1-1,0 0 0,0-1 0,0 1 0,-1-1 1,1 1-1,0-1 0,-1 0 0,0 0 1,1 1-1,-1-1 0,0 0 0,0 0 0,0-1 1,0 1-1,-1 0 0,1-1 0,0 1 0,-1-1 1,1 0-1,-1 0 0,0 0 0,1 0 1,-1 0-1,0 0 0,1-1 0,-5 1 0,-13 2 8,1-1-1,0-1 0,-30-1 1,26-1-13,-31-6-1,51 7 0,0-1 0,0 0 0,0 1 0,0-1 0,0-1 0,1 1 0,-1 0 0,0-1 0,1 1 0,-1-1 0,1 0 0,-1 0 0,1 0 0,0 0 0,0 0 0,-2-3 0,3 4-155,1 0 0,-1 0 0,1 0 0,-1 0 0,1 0 0,0-1 0,0 1 1,0 0-1,-1 0 0,1 0 0,0-1 0,0 1 0,1 0 0,-1 0 0,0 0 0,0-1 0,1 0 0,0-1-680,0 1 0,1 0 0,-1 0-1,0 0 1,1 0 0,0 0 0,-1 0 0,1 1-1,0-1 1,0 1 0,0-1 0,3-1 0,33-19-11147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31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0 208,'3'6'25158,"0"9"-23018,-4-1-1663,0 0 1,-2 0-1,1-1 0,-2 0 1,0 1-1,0-1 0,-1 0 1,-9 14-1,-8 24-1059,15-74-15698,7 23 16165,0-39-12917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31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12742,'0'0'17256,"7"-12"-17256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32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5827,'0'0'4498,"0"2"-5587,-7 5 497,0 2 32,0-2-241,1-3-175,6 3-497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32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5 3810,'29'-5'22047,"-40"19"-20281,-9 13-1204,2 1 1,1 0-1,1 2 0,2 0 0,1 0 0,-16 57 1,17-42-690,3 0 1,1 1-1,2 1 1,1 59-1,5-105 3,-1 1-1,1-1 1,0 0-1,0 0 1,0 0-1,0 0 1,1 0-1,-1 0 1,0 0-1,0 0 0,1 1 1,-1-1-1,0 0 1,1 0-1,-1 0 1,1 0-1,-1 0 1,1-1-1,0 1 1,-1 0-1,1 0 1,0 0-1,0 0 1,1 0-1,28 2-7239,-28-3 6980,23-2-7980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32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12406,'0'0'20361,"-27"95"-20361,20-79 0,0-3-192,7-4-1041,0-4-896,-7-3-2465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32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6755,'0'0'22442,"0"-25"-22442,6 25-4802,8 18-10757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33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0 2817,'0'0'23507,"-20"5"-20524,1-1-2205,1-1-443,1 1 1,-1 0-1,1 2 0,0 0 0,0 1 1,0 0-1,-18 13 0,33-20-378,1 1 1,-1 0-1,1 0 1,0 0-1,-1 0 1,1 0-1,0 0 1,0 0-1,0 1 1,0-1-1,0 0 1,0 1-1,0-1 1,0 0-1,1 1 1,-1-1-1,0 1 1,1-1-1,-1 1 1,1 0-1,0-1 1,0 1-1,-1-1 1,1 1-1,0 0 1,0-1-1,0 1 0,1 0 1,-1-1-1,0 1 1,1 2-1,1-1-86,0 0 0,0 0 0,0 0-1,0-1 1,1 1 0,-1 0-1,1-1 1,-1 0 0,1 1-1,0-1 1,0 0 0,6 2 0,20 17-1330,-29-21 1454,1 0 0,-1 1 0,1-1 0,-1 1 0,0-1 0,1 1-1,-1-1 1,0 0 0,0 1 0,1-1 0,-1 1 0,0-1 0,0 1 0,0-1-1,0 1 1,1-1 0,-1 1 0,0 0 0,0-1 0,0 1 0,0-1-1,0 1 1,0-1 0,0 1 0,-1-1 0,1 1 0,0-1 0,0 1 0,0-1-1,0 1 1,-1-1 0,1 1 0,0-1 0,-1 1 0,1-1 0,0 1-1,-1-1 1,1 0 0,0 1 0,-1-1 0,1 0 0,-1 1 0,1-1 0,0 0-1,-1 1 1,1-1 0,-1 0 0,1 0 0,-1 0 0,1 1 0,-1-1-1,0 0 1,1 0 0,-1 0 0,1 0 0,-1 0 0,1 0 0,-1 0 0,0 0-1,-5 1-6,-7 3-96,-1 0-1,0-1 1,-17 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33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0 18825,'0'0'13942,"-68"120"-13942,41-62 0,0 3 0,0-2 0,7-5 0,6-4 0,-6-7 0,-1-9 0,1-12 0,7-4 0,-1-6-192,1-8-3346,-8-4-2593,8 0-5634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33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13958,'0'0'9434,"22"-2"-5654,3-1-2992,119-5 2053,-112 7-2519,-3 0-88,0 1 1,-1 1 0,1 1 0,0 2 0,-1 0 0,55 18 0,-82-21-235,0-1 0,0 1 0,0 0 0,0 0 0,0 0 0,0 0 0,-1 0 0,1 1 0,0-1 0,-1 0 0,1 0 0,-1 0 0,1 0 0,-1 1 0,0-1 0,1 0 0,-1 1 0,0-1 0,0 0 0,0 0 0,0 1 0,0-1 0,0 0 0,0 1 0,-1 1 0,-8 33 0,-46 87 0,50-117-3497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34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12614,'0'0'20153,"6"-24"-20153,-6 28-2929,0 10-1361,0 2-1713,0-1-3121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34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10261,'0'0'20174,"-18"3"-18173,-57 10-1670,71-13-331,0 1 0,0 0 0,0 1 0,1-1 0,-1 1 0,1-1 0,-1 1 0,1 0 0,0 0 0,0 1 0,0-1 0,0 1 0,0-1 0,0 1 0,0 0 0,1 0 0,0 0 0,0 1 0,-3 3 0,3-1 0,0 0 0,0 0 0,0 0 0,1 1 0,0-1 0,0 1 0,1-1 0,0 9 0,0-14 0,0 0 0,1 0 0,-1-1 0,0 1 0,0 0 0,1 0 0,-1 0 0,1 0 0,-1-1 0,1 1 0,-1 0 0,1 0 0,0-1 0,-1 1 0,1 0 0,0-1 0,-1 1 0,1-1 0,0 1 0,0-1 0,0 1 0,-1-1 0,1 0 0,0 1 0,0-1 0,1 1 0,29 5 0,-24-5 0,28 4-915,-1-2 0,37-2 0,-22-1-5896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49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6668 1505,'0'0'6040,"6"1"-5429,17 0-139,-18-1 953,38 0 1384,234-14-2021,6-1-714,-225 14 534,0-2 0,78-16 0,-93 14-386,1 1-1,54 3 0,-51 1 91,85-10 1,-113 7-284,268-50 1007,-217 41-694,0 3 0,81 1 0,-39 2-448,-98 4 104,0 0 1,0-2-1,0 1 0,0-2 0,-1 0 1,25-13-1,-23 10 83,1 1 0,0 1 0,0 0-1,20-4 1,119-9 197,-106 15-308,0-2 0,0-2 0,52-17 0,-82 17 33,-1 0 0,0-2 0,0 0 0,-1-1 0,15-14 0,11-6 248,-2 8-56,1 2 1,0 1-1,2 3 0,0 1 1,61-13-1,76-28-4,-169 52-187,-1-2-1,0 1 0,0-2 0,-1 1 0,0-1 1,0-1-1,-1 0 0,0 0 0,-1-1 0,0 0 1,0 0-1,8-16 0,35-42 233,207-241 205,-230 275-471,-1-4 65,39-72 0,-3 5 684,-29 45-83,-2 0 0,35-97 1,-59 137-569,16-51 287,19-82-1,-5 15 506,-15 74 131,61-114 1,-16 39-710,-44 86-189,-9 23 10,-2 0-1,-1-1 1,-1-1 0,-1 0 0,6-42 0,11-95 910,21 14-519,-43 129-504,2-6 37,-1 0 1,2-58-1,7-179 66,-4 130-58,-5 28-24,5 1 0,5 0 1,5 1-1,35-108 0,6 63 0,4-15-3,41-154 21,-93 267-103,8-85 0,-3 15-61,25-46-158,-40 159 296,4-16-36,17-46 79,165-360-1220,-169 383 1154,-15 34 7,1 1 1,0 0 0,12-19 0,17-37-45,-32 61 46,1 1 0,0 0 0,1-1 0,0 2 0,1-1 0,0 1 0,13-14 1,75-74-377,-73 80 340,0 0 1,1 2 0,1 0 0,1 2-1,39-18 1,53-32-15,-101 55 10,0 0-1,1 1 1,0 1 0,0 0 0,34-7 0,-10 5-121,63-4 0,68-12 101,-128 18 54,27-1 175,-1 3 0,83 5-1,-62 1 104,-87 0-262,0 0 0,0 0 0,0 0 0,0 0 0,0 0 1,0 1-1,-1 0 0,1 0 0,-1 0 0,1 0 1,-1 0-1,0 1 0,1 0 0,-2-1 0,4 4 1,44 54-6,-37-43 6,30 36 26,-13-20-22,-3 2-1,-1 1 1,-1 1 0,22 47 0,-39-69 1,1 0 0,1 0-1,0 0 1,17 17 0,-16-20-2,-1 0 0,0 1 0,-1 1 1,0-1-1,12 29 0,21 51 8,-32-73-7,0-1 0,-1 2 0,-1-1 0,-1 1 0,-1 0 1,0 1-1,-2-1 0,3 30 0,-5-19 26,1-1 0,2 0 0,11 38 0,4 28-27,-14-34-28,-3 106 0,1 15 160,1 24 33,-1-4 56,58 168 962,-23-172-312,9-6-58,-29-129-307,16 94-1,18 133-487,-41-231-21,-3 1 0,2 79 0,5 41 0,-9-129 0,3-1 0,2 0 0,2 0 0,37 86 0,-11-29 0,34 75 0,-32-75 0,65 200 0,-32-83 0,-38-103 0,-28-83 0,3-1 0,20 46 0,83 193 0,-95-231 0,2-2 0,2 0 0,46 65 0,17 31 0,-77-126 0,-1 0 0,2 0 0,0-1 0,1-1 0,0 0 0,1 0 0,1-1 0,0-1 0,30 19 0,7-2 0,94 38 0,-92-44 0,300 101 0,-215-94 0,-31-8 0,139 16 0,-167-28 0,116 27 0,-133-22 0,1-2 0,116 6 0,131-17 0,73 5 0,219 28 0,-497-34 0,-61 0 0,-35 0 0,-11 0 0,-35 1-1003,-20-1-4168,1-7-3568,-4-14-7802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59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1023 1 3073,'0'0'8039,"-3"18"-7276,-20 138 1350,8-63 975,4-30-1847,-5 119 0,15-135-1001,-3 0 1,-2-1-1,-1 0 0,-28 89 0,30-113-219,1 0 0,0 0 1,2 0-1,0 44 0,2-44 106,0 1-1,-2-1 0,0 0 1,-2 0-1,-6 23 0,-16 33 296,3-11-321,2 1 1,-10 70-1,-26 102-14,-1 15-1,30 4-92,8-51 60,-10 3-41,-16 165 174,1 198 414,16 177 327,-14-200 339,19-285-917,-37 431 957,-135 813 401,127-940-1154,64-514-253,-3 1 0,-17 66-1,24-119-814,1-3 574,0-1 0,0 1 0,0 0 0,0 0 1,0-1-1,-1 1 0,1 0 0,0-1 0,0 1 0,0 0 0,-1-1 0,1 1 1,0 0-1,-1-1 0,1 1 0,-1-1 0,1 1 0,-1-1 0,1 1 0,-1-1 1,1 1-1,-1-1 0,0 1 0,-7 0-4263,3-1 138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2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5442,'0'0'14180,"0"4"-13102,-3 28 334,0-1-1,-3 0 1,0 0 0,-12 33-1,5-20-1078,-7 53 0,8-34-1139,11-62 582,1 0-1,0 0 1,-1 0 0,1 0 0,0 0-1,-1-1 1,1 1 0,-1 0-1,1 0 1,-1-1 0,1 1-1,-1 0 1,1-1 0,-1 1 0,0-1-1,0 1 1,1 0 0,-1-1-1,0 0 1,0 1 0,-1 0 0,0 0-1288,2-1 1210,-1 0-1,1 0 1,0 0 0,-1 0 0,1 0-1,0 0 1,-1 0 0,1 0-1,-1 0 1,1 0 0,0 0-1,-1 0 1,1 0 0,-1 0 0,1 0-1,0 0 1,-1 0 0,1-1-1,-5-32-13572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3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8356,'0'0'8273,"16"-19"-7590,50-60 0,-64 76-604,0 1 0,0-1 0,0 1 0,1 0 0,-1 0 0,1 0 0,-1 0 0,1 0 0,0 0 0,0 1 0,0-1 0,0 1 1,0 0-1,0 0 0,0 0 0,0 0 0,0 1 0,0-1 0,0 1 0,1 0 0,-1 0 0,0 0 0,0 0 0,6 1 0,8 1 1173,-16-2-1227,0 0-1,0 1 1,1-1-1,-1 1 1,0-1 0,0 1-1,0-1 1,1 1-1,-1 0 1,0-1 0,0 1-1,0 0 1,0 0-1,0 0 1,0 0 0,-1 0-1,1 0 1,0 0-1,0 0 1,-1 0 0,1 0-1,-1 0 1,1 0-1,-1 1 1,1-1 0,-1 0-1,0 0 1,1 1-1,-1-1 1,0 2 0,3 44-45,-3-42 85,-1 3 31,0 0-1,0 1 1,0-1-1,-1 0 0,-1 0 1,1 0-1,-2-1 1,1 1-1,-1 0 1,0-1-1,0 0 0,-1 0 1,1 0-1,-2-1 1,1 0-1,-1 0 0,0 0 1,0 0-1,-1-1 1,-12 8-1,5-3-93,6-6-5,1 1-1,0 1 1,0-1 0,0 1 0,0 1 0,1-1 0,0 1-1,-6 9 1,12-16-48,-1 1 0,1 0-1,0-1 1,0 1 0,0-1-1,0 1 1,0 0-1,-1-1 1,1 1 0,0-1-1,0 1 1,1 0 0,-1-1-1,0 1 1,0-1 0,0 1-1,0 0 1,0-1 0,1 1-1,-1-1 1,0 1-1,0-1 1,1 1 0,-1-1-1,0 1 1,1-1 0,-1 1-1,1-1 1,-1 1 0,1-1-1,-1 0 1,1 1 0,0 0-1,23 9-162,-8-4 131,7 8-136,-2 1-1,0 1 1,0 1 0,-2 0 0,0 2 0,31 39 0,-49-57 252,0 1 0,0-1 1,0 0-1,0 0 0,0 1 0,0-1 1,-1 0-1,1 1 0,0-1 1,-1 0-1,1 1 0,-1-1 0,0 1 1,1-1-1,-1 1 0,0 0 1,0-1-1,0 1 0,0-1 0,0 1 1,0-1-1,-1 1 0,1-1 1,0 1-1,-1-1 0,1 1 0,-1-1 1,0 0-1,1 1 0,-1-1 1,0 0-1,0 1 0,0-1 0,0 0 1,0 0-1,0 0 0,0 0 1,0 0-1,0 0 0,-1 0 0,1 0 1,0 0-1,-3 1 0,-8 3 864,1 0 0,-1 0 0,0-1 0,-18 4 0,6-2-17,6 0 23,4-1-390,0 0 1,-1-1-1,1 0 1,-1-1-1,-24 1 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3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14 8052,'-2'0'15778,"7"0"-15031,102-3 3006,-59 0-4496,-15 0-3885,0 0-5032,-19 2-2166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129 115 2865,'0'0'16827,"29"7"-13626,-28-7-3178,85 1 1078,-81-1-1069,0 0 0,0-1 0,-1 1 1,1-1-1,-1 0 0,1-1 0,0 1 0,-1-1 0,0 0 0,1 0 0,-1 0 1,0 0-1,0-1 0,0 0 0,-1 0 0,6-5 0,-8 6 14,1-1 0,-1 0-1,1 0 1,-1 0 0,0 1-1,0-1 1,-1 0-1,1-1 1,-1 1 0,1 0-1,-1 0 1,0 0 0,0-4-1,0 5-5,0 1-1,-1-1 0,1 0 0,0 1 1,0-1-1,-1 1 0,1-1 1,-1 1-1,1-1 0,-1 1 0,1-1 1,-1 1-1,0 0 0,0-1 0,0 1 1,0 0-1,0 0 0,0 0 1,0 0-1,0 0 0,0 0 0,-1 0 1,1 0-1,0 0 0,-1 0 0,-2-1 1,-17-1 4,-1 0 0,0 1 0,0 1 1,-24 3-1,4-2 55,37 2-70,-1-1 0,0 1 0,0 0 0,0 0 0,1 1 0,0 0 0,-1 0 0,1 0 0,0 0 0,0 1 1,-5 5-1,-9 5 278,16-12-229,-1 1 0,0 0 0,1 0 0,0 0 0,0 0 0,0 0 0,0 1 0,0-1 0,1 1 0,-1 0 1,1 0-1,0 0 0,0 0 0,1 0 0,-1 0 0,1 1 0,-2 7 0,3-9-10,0 0 0,0 0 0,0 0 0,1 1-1,-1-1 1,1 0 0,-1 0 0,1 0 0,0 0 0,0 0 0,0-1 0,1 1 0,-1 0 0,1 0 0,-1-1 0,1 1 0,0-1 0,0 1 0,0-1-1,0 0 1,1 0 0,-1 0 0,1 0 0,-1 0 0,1-1 0,3 2 0,9 5 211,2-1 0,32 10-1,25 10 503,-69-25-919,-1-1 1,1 0 0,0 1 0,0-2-1,0 1 1,-1 0 0,1-1 0,0 0 0,0 0-1,0 0 1,6-2 0,7 1-1653,-13 1 562,1-1-1,0 1 1,0-1-1,0 0 1,-1 0-1,1-1 1,7-2-1,15-11-8605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5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 17160,'0'0'10295,"-18"21"-9110,-5 5-749,8-10-119,1 1 0,1 0 1,0 1-1,1 0 0,-15 34 1,2 4-133,3 1 0,2 1 1,-21 106-1,41-157-1229,-2 8-1748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6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8820,'0'0'9751,"21"-5"-6155,315-53 4133,-328 58-7598,-7 0 0,-14 2-64,0 1 0,-1 1 1,2 0-1,-1 1 0,0 0 0,1 1 0,0 0 1,-18 12-1,25-14-67,0 0 0,0 0 0,0 1-1,1-1 1,0 1 0,0 0 0,0 0 0,0 1 0,-3 5 0,6-8-5,-1 1 0,1-1 1,0 0-1,0 1 1,0-1-1,1 1 0,-1-1 1,1 1-1,0 0 0,0-1 1,0 1-1,0-1 0,1 1 1,-1-1-1,1 1 0,0-1 1,1 5-1,-1-7-17,0 0 0,0 0 0,0 0 0,-1 0 0,1-1 0,0 1 0,0 0 0,0 0 0,0-1 0,0 1 0,1-1 0,-1 1 0,0-1 0,0 1 0,0-1 0,0 1 0,1-1 0,-1 0 0,0 0 0,0 0 1,3 0-1,33 0-516,-25 0 377,-4-1 36,0 1 0,0-1 0,1-1 1,-1 0-1,0 0 0,-1-1 0,1 1 0,0-2 0,-1 1 0,0-1 0,0 0 0,0-1 0,0 0 0,0 0 1,-1 0-1,0-1 0,0 1 0,-1-2 0,0 1 0,0-1 0,10-16 3421,-17 24-2769,-5 11-894,6-8 267,0-1 0,0 1 0,1-1 1,-1 1-1,1-1 0,-1 1 0,1-1 1,0 1-1,1-1 0,-1 1 1,0-1-1,1 1 0,0-1 0,0 0 1,0 1-1,0-1 0,1 0 0,-1 1 1,1-1-1,0 0 0,2 3 0,0-3-581,0 0 0,0 0 0,1 0 0,-1-1 0,1 1 0,0-1 0,-1 0-1,1-1 1,0 1 0,0-1 0,0 0 0,0 0 0,0-1 0,8 1 0,27 0-9185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17432,'0'0'10421,"-122"147"-7412,102-93-2273,6-2-191,1-5-209,6-4-336,0-9-144,7-7-673,-7-6-863,7-10-2306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6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20617,'0'0'5272,"27"13"-3266,4-1-1661,-15-6-238,0 1 0,-1 0 0,0 1 0,0 0 0,0 2 0,-1-1 0,-1 2 0,20 18 0,-15-11 47,-1 0 0,0 1 1,20 32-1,-31-42-155,-1 0 0,0 1 0,-1-1 0,0 1 0,0 0 0,-1 0 0,-1 1 0,1-1 0,-2 1 0,0-1 0,1 12 0,-3-17-16,0 1 0,0 0 0,-1 0 0,0-1 0,0 1 0,0-1 0,0 1-1,-1-1 1,0 0 0,0 0 0,0 0 0,-1 0 0,0-1 0,0 0 0,0 1 0,0-1 0,-1-1-1,1 1 1,-1-1 0,0 1 0,-9 3 0,-14 8 70,-1-1-1,-52 17 1,67-26 21,-129 49 145,140-53 95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6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14999,'0'0'16904,"-75"93"-16872,75-80-32,0-4-625,0-4-799,14-52-28254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6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1 624,'0'0'22523,"0"115"-26381,0-86-5106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18536,'0'0'13028,"-17"12"-12212,-50 37-637,65-48-197,1 0 1,0 0-1,-1 0 1,1 0 0,0 0-1,0 0 1,0 0-1,0 1 1,0-1-1,0 0 1,1 1-1,-1-1 1,0 1-1,1-1 1,-1 1-1,1-1 1,-1 1-1,1-1 1,0 1 0,-1-1-1,1 1 1,0 0-1,0-1 1,0 1-1,1-1 1,-1 1-1,0-1 1,1 1-1,-1 0 1,0-1-1,1 1 1,0-1-1,-1 1 1,1-1-1,0 0 1,0 1 0,0-1-1,0 0 1,0 0-1,0 1 1,0-1-1,0 0 1,0 0-1,1 0 1,-1 0-1,2 1 1,6 7-195,-7-7 209,0 1 0,0 0 0,0 0 0,0 0 0,-1 0 0,1 0 0,-1 0 0,0 1 0,0-1 0,0 0 0,0 1 0,-1-1 0,1 0 0,-1 1 0,0-1 0,0 1 0,0-1 0,0 1 0,-1-1 0,1 0 0,-3 6 0,2-6-107,0-1 0,0 0-1,-1 0 1,1-1 0,-1 1-1,1 0 1,-1 0 0,0-1-1,0 1 1,1-1 0,-1 1-1,0-1 1,0 0 0,-1 0-1,1 0 1,-3 1 0,-32 4-5709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7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23163,'0'0'8852,"-74"158"-8100,53-102-752,1-2 0,6-2 0,1-4 0,-1-8 0,1-6 0,-8-7-144,8-11-2801,-7-9-2338,-1-7-3393,1 0-5186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7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13942,'0'0'18302,"13"23"-17822,38 73-437,-48-89-43,1-1 0,-1 1 0,0-1 0,-1 1 0,1 0 0,-2 0 0,1 0 0,-1 0 0,0 0 0,1 14 0,-1-40-11,0 1-1,2-1 1,0 0-1,2 1 1,0 0-1,8-21 1,-9 28-4,1 0 1,0 1-1,0-1 0,1 1 1,1 0-1,-1 1 0,2-1 1,-1 1-1,1 1 0,1-1 1,10-8-1,-17 16-132,-1 1 0,0-1 0,0 0 0,1 0 0,-1 0 0,0 1 0,1-1 0,-1 1 0,1-1 0,-1 1 0,1-1 0,-1 1 0,1 0 0,-1 0 0,1 0 1,-1 0-1,1 0 0,-1 0 0,1 0 0,-1 0 0,1 1 0,-1-1 0,4 2 0,-3-1-885,0 1 0,0 0 1,1-1-1,-1 1 0,0 0 0,-1 1 1,1-1-1,0 0 0,-1 0 0,3 6 1,4 10-8472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7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6419,'0'0'26348,"0"43"-26348,0-38 0,0-3 0,0 0 0,14-45-23163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21642,'0'0'11125,"0"-6"-11125,0 12-48,0 1-1089,0 0-992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8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9748,'51'50'4261,"-49"-48"-3841,-1 0 1,1 1-1,-1-1 1,0 1-1,1 0 0,-1-1 1,-1 1-1,1 0 1,0-1-1,-1 1 0,1 0 1,-1 0-1,0 0 1,0 0-1,0-1 1,0 1-1,-1 5 0,-1 7 1292,2 28 215,-2 0 1,-14 81-1,11-102-1465,-1 0 0,-1 0 0,-1 0 0,-1-1 1,-1 0-1,-1 0 0,-15 21 0,3-10-462,-30 48 0,45-70 0,7-18 0,5-19 0,-2 22-35,1 0 0,1 1 0,-1 0 0,0-1 0,1 1 0,0 1-1,0-1 1,0 0 0,1 1 0,-1 0 0,1 0 0,-1 0 0,1 1 0,0-1 0,0 1 0,0 1 0,1-1 0,-1 1 0,0-1-1,1 1 1,-1 1 0,1-1 0,-1 1 0,0 0 0,1 0 0,10 3 0,-14-2 34,0 0 1,0 1-1,-1-1 1,1 1-1,-1-1 1,1 1-1,-1 0 1,1 0 0,-1 0-1,0 0 1,0 0-1,0 0 1,0 0-1,0 0 1,0 0-1,-1 0 1,1 0-1,-1 1 1,1-1-1,-1 0 1,0 1-1,0-1 1,0 0-1,-1 5 1,1-1 19,0 0 0,0 0 0,-1 1 0,0-1 0,0 0 1,0 0-1,-1 0 0,-4 10 0,1-9 19,-1-1 1,0 0-1,0 0 1,-1 0-1,0-1 0,0 0 1,0 0-1,0-1 1,-1 0-1,0 0 1,0-1-1,0 0 0,0 0 1,0-1-1,-1 0 1,1-1-1,-1 1 1,1-2-1,-18 1 0,26-2-265,0 0 0,0 0 0,0 0 0,0 0 0,-1 0-1,1 1 1,0-1 0,1 0 0,-1 0 0,0 0 0,0 0 0,0 0-1,0 0 1,1 1 0,-1-1 0,0 0 0,1 0 0,-1 0-1,1 1 1,0-2 0,8-5-2762,0 1 0,1 0 0,0 0 0,0 1 1,21-7-1,7-2-4879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10965,'2'-1'21546,"10"55"-21290,-9-51-341,0-1 1,0 0-1,0 0 0,1 0 1,-1 0-1,1-1 1,-1 1-1,1-1 0,-1 0 1,1 0-1,0 0 0,0 0 1,-1-1-1,1 1 0,0-1 1,0 0-1,0 0 1,0-1-1,6 0 0,-4 0-42,0 0 0,0 0 0,0 0 0,0-1 0,0 1 0,0-2 0,0 1 0,0-1 0,-1 1 0,1-2 0,8-5 0,-14 9 193,1 0 0,-1 1 0,1-1 0,-1 0 0,0 0 0,1 1 1,-1-1-1,0 0 0,1 0 0,-1 1 0,0-1 0,0 1 0,1-1 1,-1 0-1,0 1 0,0-1 0,1 1 0,-1-1 0,0 0 0,0 1 1,0-1-1,0 1 0,0-1 0,0 1 0,0-1 0,0 0 0,0 1 1,0-1-1,0 1 0,0-1 0,0 1 0,0-1 0,0 1 1,0-1-1,-1 0 0,1 1 0,1 28-5443,-1-26 2821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9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 21098,'0'0'6235,"-18"20"-2420,-57 68-2359,69-80-1443,1 1 0,0 1 0,1-1 0,-1 1 0,2 0 0,0 0 0,0 0 0,0 0 0,1 0 1,1 1-1,0-1 0,0 0 0,2 21 0,-2 16-33,0-19 23,-4 44 1,4-69-6,1-1 1,-1 1-1,1-1 0,-1 1 0,0-1 1,0 1-1,0-1 0,0 0 1,0 0-1,-1 1 0,1-1 1,0 0-1,-1 0 0,0 0 1,0 0-1,1-1 0,-1 1 0,0 0 1,0-1-1,-1 1 0,1-1 1,-2 1-1,-14 1-3975,-6-6-7727,24 3 11255,-20-5-16156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10373,'0'0'21751,"17"2"-21175,54 11-509,-67-13-67,-1 1 0,0 0 0,0 0 0,1 0 0,-1 0 0,0 0 0,0 0 0,0 1 0,0-1 0,0 1 0,0 0 0,-1 0 0,1 0 0,0 1 0,-1-1 0,0 0 0,1 1 0,-1 0 0,0-1 0,-1 1 0,1 0 0,0 0 0,-1 0 0,1 0 0,0 4 0,-2-3 0,1 0 0,-1 0 0,0 0 0,0 0 0,-1 0 0,1 0 0,-1 0 0,0 1 0,0-2 0,0 1 0,-1 0 0,1 0 0,-1 0 0,0-1 0,-4 7 0,4-6-1175,-4 9-5152,12-38-15689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19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7443,'0'0'25324,"-40"16"-25324,40 5-80,-7 1-1441,7 1-1344,-7-1-2353,7-4-5459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20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34 16215,'0'0'14495,"-18"18"-13721,-56 55-190,71-70-561,0 0-1,0 0 1,1 0 0,-1 0 0,1 1-1,-1-1 1,1 1 0,0 0-1,1 0 1,-1 0 0,0 0 0,1 0-1,0 0 1,0 0 0,0 0-1,1 0 1,0 1 0,-1-1-1,1 0 1,1 0 0,0 6 0,0 9 13,-1-19-50,0 1 0,0 0-1,0 0 1,0 0 0,1 0-1,-1-1 1,0 1 0,0 0 0,1 0-1,-1 0 1,0-1 0,1 1-1,-1 0 1,1-1 0,-1 1-1,1 0 1,0-1 0,-1 1-1,1-1 1,-1 1 0,1-1 0,0 1-1,0-1 1,-1 1 0,1-1-1,1 1 1,29 3-514,-26-4 364,0-1 0,0 1 1,0-1-1,0 0 0,0-1 0,0 1 0,0-1 0,0 0 0,8-4 0,-9 1-188,1 0 0,-1 0 0,1 0-1,-1-1 1,-1 1 0,1-1 0,-1 0 0,0 0 0,0-1-1,-1 1 1,0 0 0,0-1 0,0 1 0,0-10 0,2-11-186,-2 0 1,-2-34 0,0 34 4406,9 29-2437,-5 0-1354,0 0 0,0 1-1,0-1 1,0 1 0,-1 0-1,1 0 1,-1 1-1,0-1 1,0 0 0,0 1-1,0 0 1,0 0 0,-1 0-1,0 0 1,0 0-1,0 0 1,0 1 0,-1-1-1,0 1 1,1-1 0,-2 1-1,2 9 1,-1-8 31,0 0 1,-1 0-1,0 0 0,0 0 1,0 0-1,-1 0 0,0 0 1,0 0-1,0 0 0,-1-1 1,0 1-1,0 0 0,0-1 1,-1 1-1,0-1 0,0 0 1,-7 9-1,9-13 294,10-2-251,13-8-209,-1 0-1,0-2 1,27-17 0,-46 27 243,-1 3-184,0-1 1,0 0-1,0 0 0,-1 1 0,1-1 0,-1 0 0,1 1 0,-1-1 0,1 0 0,-1 1 0,0-1 0,0 1 1,0-1-1,1 1 0,-1-1 0,-1 0 0,1 1 0,0-1 0,0 1 0,-1 1 0,1-2-3,1 22 0,0 29-1619,-10-26-2316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22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23 1377,'0'0'8254,"0"-4"-6640,1-14 3580,2 37-2528,0 42-692,-16 435 2854,-1-2-3731,-1-47-1023,2-318-20,-40 182 0,34-230-304,3 1 1,4 0-1,-2 110 1,27-206-9243,1-14 207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23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238 235 2945,'0'0'1980,"7"-22"-502,4-8-873,-2 7 337,-2 0 1,0 0 0,5-34-1,-9 16 3024,-5 25 2881,-6 20-5494,2 3-1089,0 1 0,1 0 1,-1 0-1,1 0 0,1 1 0,0-1 0,0 1 1,-5 19-1,-15 85 1499,18-84-1502,-43 376 2192,29 6-1144,14-232-867,2-95-368,-19 338 612,-33-4-229,39-328-457,4 0 0,-3 143 0,16-232-14,0-1 1,0 1-1,0 0 1,0 0-1,0-1 0,0 1 1,1 0-1,-1-1 1,0 1-1,0 0 0,1 0 1,-1-1-1,0 1 1,1 0-1,-1-1 0,1 1 1,-1-1-1,1 1 1,-1-1-1,1 1 0,-1-1 1,1 1-1,-1-1 1,1 1-1,0-1 1,-1 0-1,1 1 0,0-1 1,-1 0-1,1 1 1,1-1-1,26 1-1526,-17-1 508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26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0 899 208,'0'0'10776,"3"-4"-9941,1 2-387,-1-1 0,1 1 0,0 0 0,0 0 0,-1 0 0,1 0-1,0 1 1,1 0 0,-1 0 0,0 0 0,0 0 0,0 0 0,1 1 0,7 0 0,-2-1-1020,371-43 2930,-82 1-1718,-64 6-173,502-67 88,-312 61 372,-130 19-680,-181 10-72,393-33 560,308 4-10,-667 34-573,269-13-8,291-21 1113,-94 5-723,320-30 261,359-8-459,-826 41-360,-185 10 26,-78 10 57,1154-71 987,218 49 469,-1564 38-1255,0-2 1,1 1-1,-1-2 0,0 0 0,0 0 0,0-1 0,15-6 0,-97 7-262,-44 16-4884,-5 1-6841,15-12-2653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41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2721,'0'0'21061,"0"81"-18066,-4-1 0,-25 145 0,21-179-3446,-1-44-3773,-5-2-5120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42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61 154 6611,'0'0'13902,"9"-13"-12730,30-41 95,-34 48-924,0 1 0,0-1 0,1 1 0,0 1 0,0-1 0,0 1 0,0 0 0,1 0 0,-1 1 0,1-1 0,0 2-1,14-5 1,-14 5-164,19-5 199,0 1 0,0 1 1,0 1-1,0 2 1,48 1-1,-73 1-364,0 0 1,0 0-1,-1 1 0,1-1 1,0 0-1,-1 1 0,1-1 1,0 0-1,-1 1 0,1-1 1,-1 1-1,1-1 0,-1 1 1,1 0-1,-1-1 0,1 1 1,-1-1-1,1 1 0,-1 0 1,0-1-1,1 1 0,-1 0 0,0-1 1,0 1-1,1 0 0,-1 0 1,0-1-1,0 1 0,0 0 1,0 0-1,0 1 0,0 31 459,0-24-222,-1-2-199,1-1 0,-1 0 0,-1 0 0,1 0 1,-1 0-1,0-1 0,0 1 0,-1 0 0,0-1 0,0 1 0,0-1 1,-1 0-1,1 0 0,-1 0 0,0-1 0,-8 7 0,-9 7 218,-1 0 0,-34 21 0,37-27-240,54-10-513,-31-2 415,0 0-1,0 1 0,0-1 1,0 1-1,0 0 0,1 0 1,-2 0-1,1 1 1,0-1-1,0 1 0,0 0 1,-1 0-1,1 0 1,3 3-1,-1 1-75,0 0 0,0 0 1,-1 0-1,0 1 0,0 0 0,6 11 1,-7-8 105,0 0 0,0 0 0,-1 0 0,0 1 0,-1-1 0,0 1 0,-1-1 0,0 1 0,0 0 0,-2 0 0,1-1 0,-1 1 1,-4 18-1,3-25 102,0 0 1,0 0 0,-1 0 0,1 0-1,-1-1 1,0 1 0,0-1 0,0 1-1,0-1 1,-1 0 0,1 0 0,-1-1-1,0 1 1,0-1 0,0 0 0,0 0-1,0 0 1,0 0 0,-1-1 0,1 1 0,0-1-1,-8 0 1,-11 3 319,-1-1 0,0-1 1,-24-2-1,37 0-361,-12 0-23,9 1 0,0-1 0,0 0 0,0-1 0,1-1 0,-1 0 0,-14-5 0,27 6-224,-1 1 0,0 0 0,1-1-1,-1 1 1,1 0 0,-1 0 0,1 0 0,-1 0 0,0 0-1,1 0 1,-1 0 0,1 0 0,-1 1 0,1-1 0,-1 1-1,1-1 1,-1 1 0,1 0 0,-1-1 0,-1 3 0,-5 1-3617,-18 3-6532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44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1 488 5314,'0'0'6406,"8"0"-5707,51-16 17431,-59-11-18009,2 15-122,0 1 1,0-1-1,1 1 0,1 0 0,0 0 0,0 0 1,1 1-1,1-1 0,-1 1 0,14-17 1,7-14-40,-7 8-73,2 1 0,1 1 1,2 2-1,1 0 0,1 1 0,47-38 0,-73 66 130,0-1 0,1 1 0,-1-1 0,1 1 0,-1 0-1,0-1 1,1 1 0,-1 0 0,1-1 0,-1 1 0,1 0-1,-1 0 1,1-1 0,-1 1 0,1 0 0,0 0 0,-1 0 0,1 0-1,-1 0 1,1 0 0,-1 0 0,1 0 0,0 0 0,-1 0-1,1 0 1,-1 0 0,1 0 0,-1 0 0,1 1 0,-1-1 0,2 1-1,6 17 330,-6 37 399,-2-48-430,0 14-181,0 41 294,-13 110 0,13-171-428,0-1 0,0 1 0,-1-1 0,1 1 0,0-1 0,0 1 0,0-1 0,0 1 0,0-1 0,-1 1 0,1-1 0,0 1 0,0 0 0,1-1 0,-1 1 0,0-1 0,0 1 0,0-1 0,0 1 0,0-1 0,0 1 0,1-1 0,-1 1 0,0-1 0,0 1 0,1-1 0,-1 1 0,0-1 0,1 0 0,-1 1 0,1-1 0,-1 1 0,17-11 0,28-41 0,-30 33 0,4-3 0,234-239 0,-252 260 0,-1-1 0,1 0 0,-1 1 0,1-1 0,-1 1 0,1-1 0,-1 1 0,1-1 0,0 1 0,-1 0 0,1-1 0,0 1 0,-1 0 0,1-1 0,0 1 0,-1 0 0,1 0 0,0 0 0,0 0 0,-1-1 0,1 1 0,0 0 0,-1 0 0,2 1 0,2 13 0,-13 24 0,-9 7 0,10-26 0,1-1 0,-7 31 0,2 7 0,5-32 0,2-1 0,1 2 0,1-1 0,1 29 0,2-51-418,0-1 95,0-1 1,0 0-1,0 1 0,0-1 1,0 0-1,0 1 0,0-1 1,0 1-1,0-1 0,0 0 1,0 1-1,0-1 0,0 1 1,0-1-1,0 0 0,0 1 1,-21 6-13912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50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2353,'0'0'18256,"8"-11"-9067,16 13-8950,0 2-1,1 0 1,-1 2 0,-1 1 0,1 0 0,-1 2 0,-1 0 0,38 23 0,-37-17-114,-1 1 0,23 21 0,-29-22-36,1-1 0,1-1-1,0 0 1,25 12 0,-22-16-89,-20-7 0,-49 1 0,44-3 0,-1 1 0,1 0 0,-1 0 0,1 0 0,-1 1 0,1-1 0,0 1 0,0 0 0,0 1 0,0-1 0,-7 6 0,-44 41 0,26-23 0,-42 28 0,42-33 0,-45 41 0,73-61-29,0 0 0,0-1 0,0 1-1,0 0 1,1 0 0,-1 0 0,0 0 0,0 0 0,1 0 0,-1 1 0,0-1-1,1 0 1,0 0 0,-1 0 0,1 1 0,-1-1 0,1 0 0,0 3-1,0-3-42,0-1-1,1 1 0,-1 0 1,0-1-1,1 1 1,-1 0-1,1-1 0,-1 1 1,1-1-1,-1 1 0,1-1 1,-1 1-1,1-1 0,0 1 1,-1-1-1,1 1 0,0-1 1,-1 0-1,1 1 0,0-1 1,-1 0-1,2 1 1,46 3-6684,-45-4 5747,24 0-11572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51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26 1409,'0'0'11744,"0"-26"7849,0 45-19580,0-4-13,1-1 1,-2 0 0,0 0 0,0 0 0,-2 0 0,1 0 0,-2-1 0,-6 18 0,-4 3-1,2 0 0,1 1 0,-7 43 0,0-27-5290,18-49 4867,-1-1 1,0 1 0,0 0 0,0 0 0,0-1 0,0 1 0,0 0 0,-1-1 0,1 1 0,0-1-1,-1 0 1,1 1 0,-1-1 0,0 0 0,1 0 0,-1 0 0,0 0 0,0 0 0,1-1-1,-1 1 1,0 0 0,-3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52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57 864,'0'0'25087,"21"-8"-24231,72-27-136,-80 31-559,1 1 0,0 1 0,0 0 0,0 0 0,0 2 0,0-1 0,22 4 0,7-1 149,-18-2-10,-15-1 100,0 0 0,1 1 0,-1 1 0,19 3 1,-27-3-360,0-1 1,0 1 0,-1-1 0,1 1 0,0 0 0,-1 0 0,1-1 0,0 1 0,-1 1 0,1-1 0,-1 0 0,0 0 0,1 0-1,-1 1 1,0-1 0,0 1 0,0-1 0,0 1 0,0-1 0,0 1 0,0 0 0,0 0 0,-1-1 0,1 1 0,-1 0 0,1 0-1,-1 0 1,0-1 0,1 1 0,-1 0 0,0 2 0,0 3-42,0-3 0,0-1 0,1 1 0,-1 0 0,0 0 0,-1-1 0,1 1 0,-1 0 0,0 0 0,0-1 0,0 1 0,0-1 0,0 1 0,-1-1 0,0 1 0,0-1 0,0 0 0,-4 5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52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0,'0'0'28189,"27"-9"-29662,-27 27-1520,0 2-2450,0-4-3953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53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7876,'52'130'5007,"-35"-103"2562,-6-27 204,-3 0-6320,-6 3-1298,0-1-1,0 1 1,0 0 0,-1 0 0,1-1 0,-1 1 0,0 0 0,0 0 0,0 0 0,0 1 0,0-1 0,-1 0-1,1 6 1,1 49 761,-2-52-938,29-35-300,-16 18 317,0 0 1,26-15 0,-33 22 27,0 1 1,1-1-1,-1 1 1,1 1-1,0-1 0,-1 1 1,1 0-1,0 1 1,9-1-1,-15 12 51,-2-9-73,1 0 0,0-1 0,-1 1 1,1 0-1,0 0 0,0-1 0,-1 1 0,1 0 0,0 0 0,0-1 1,0 1-1,0 0 0,0 0 0,0 0 0,0-1 0,0 1 0,0 0 1,1 0-1,-1-1 0,0 1 0,0 0 0,1 0 0,-1-1 1,0 1-1,1 0 0,-1-1 0,1 1 0,-1 0 0,1-1 0,-1 1 1,1-1-1,-1 1 0,1-1 0,0 1 0,-1-1 0,1 1 0,0-1 1,-1 0-1,1 1 0,0-1 0,0 0 0,-1 0 0,1 0 1,0 1-1,0-1 0,0 0 0,18-1-1,0-1 0,-1-1 0,0-1 0,0 0 0,29-12 0,-43 15 0,-4 0 0,0 1 0,0 0 0,1 0 0,-1 0 0,0 0 0,0 0 0,1-1 0,-1 1 0,0 0 0,0 0 0,1 0 0,-1 0 0,0 0 0,0 0 0,1 0 0,-1 0 0,0 0 0,1 0 0,-1 0 0,0 0 0,0 0 0,1 0 0,-1 0 0,0 0 0,0 0 0,1 0 0,-1 1 0,0-1 0,0 0 0,1 0 0,-1 0 0,0 0 0,0 1 0,1-1 0,-1 0 0,0 0 0,0 0 0,0 1 0,0-1 0,1 0 0,-1 0 0,0 1 0,0-1 0,0 0 0,0 0 0,0 1 0,0-1 0,0 0 0,0 0 0,1 1 0,-1-1 0,0 0 0,0 0 0,0 1 0,-1 0 0,-3 14 0,3-14 0,-1 25-933,2-24 558,-1 0 0,1 0-1,0 0 1,0 0-1,0 1 1,0-1-1,0 0 1,0 0-1,0 0 1,1 0 0,-1 0-1,2 3 1,-1-4-38,0 1 0,1-1 1,-1 1-1,1-1 0,0 0 1,-1 0-1,1 0 0,0 0 1,0 0-1,-1 0 0,1-1 1,0 1-1,0-1 0,0 1 0,0-1 1,0 0-1,0 1 0,2-1 1,22 2-13194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53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11925,'0'0'14052,"27"9"-10909,-20-6-3071,0-1 0,0 0 1,0 0-1,0 0 0,0-1 0,0 0 1,1 0-1,-1-1 0,0 0 0,0 0 1,1-1-1,8-1 0,-15 1-73,1 0-1,-1-1 1,0 1-1,1 0 1,-1 0 0,0 0-1,0-1 1,0 1-1,0-1 1,0 1-1,-1-1 1,1 1 0,0-1-1,-1 1 1,1-1-1,-1 0 1,1 1 0,-1-1-1,0 0 1,0-2-1,3-37 128,-4 39-103,1 1 0,-1-1 0,0 1 1,-1 0-1,1-1 0,0 1 0,0 0 0,0 0 0,-1-1 0,1 1 0,-1 0 0,1 1 0,-1-1 0,1 0 1,-1 0-1,0 1 0,1-1 0,-1 0 0,0 1 0,1 0 0,-1-1 0,0 1 0,0 0 0,1 0 0,-1 0 1,-3 1-1,-54-2 1554,57 1-1564,0 1-1,0 0 1,0 1 0,0-1 0,0 0-1,0 0 1,0 1 0,1-1-1,-1 1 1,0-1 0,1 1-1,0 0 1,-1 0 0,1 0-1,0 0 1,0-1 0,0 2-1,0-1 1,0 0 0,0 0-1,1 0 1,-1 0 0,1 0-1,0 1 1,-1 1 0,-6 63 68,7-66-81,1 1 0,-1 0 0,1-1 0,-1 1 0,1-1 0,0 1 0,-1 0 0,1-1 0,0 1 0,0-1 0,0 0 0,0 1 0,0-1 0,1 0 0,-1 0 0,0 1 0,0-1 0,1 0 0,-1 0 0,1-1 0,-1 1 0,1 0 0,-1 0 0,1-1 0,0 1 0,-1-1 0,1 1 0,2-1 0,56 10 0,-51-9 0,97 11 0,-106-12-20,0 0 0,0 0 0,-1 1-1,1-1 1,0 0 0,0 0 0,0 0 0,0 0 0,0 1 0,0-1-1,-1 0 1,1 0 0,0 0 0,0 0 0,0 1 0,0-1 0,0 0-1,0 0 1,0 0 0,0 1 0,0-1 0,0 0 0,0 0 0,0 1-1,0-1 1,0 0 0,0 0 0,0 0 0,0 1 0,0-1 0,0 0-1,1 0 1,-1 0 0,0 0 0,0 1 0,0-1 0,0 0 0,0 0-1,0 0 1,1 0 0,-1 1 0,0-1 0,0 0 0,0 0 0,0 0-1,1 0 1,-1 0 0,0 0 0,0 0 0,0 0 0,1 1 0,-1-1-1,0 0 1,0 0 0,0 0 0,1 0 0,-1 0 0,0 0 0,0 0-1,-20 4-4140,-6-2-3496,-12-2-6945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12 5202,'0'0'15658,"4"-11"-8537,-16 11-6745,-6-1-111,1 2-1,-1 0 1,-18 4-1,30-4-269,-1 1 0,1 0 1,-1 1-1,1-1 0,0 1 0,0 0 0,0 1 1,0 0-1,1 0 0,0 0 0,-8 7 0,7-6-25,1 0 0,0 1 0,0-1 0,0 1 0,0 0-1,1 0 1,0 0 0,1 1 0,-1-1 0,1 1 0,1 0 0,-1 0-1,1 0 1,0 0 0,1 1 0,-1-1 0,1 0 0,1 1-1,0-1 1,0 0 0,0 1 0,2 7 0,-1-13-9,0 0 1,0-1 0,0 1-1,1-1 1,-1 1 0,1-1-1,-1 1 1,1-1-1,-1 0 1,1 1 0,0-1-1,-1 0 1,1 0 0,0 0-1,0-1 1,0 1-1,0 0 1,0-1 0,0 1-1,0-1 1,0 0 0,0 1-1,0-1 1,0 0-1,3 0 1,55-4-704,-53 2 811,0 0-1,-1-1 0,1 0 0,-1 0 0,1-1 1,-1 0-1,-1 0 0,1 0 0,0-1 0,7-8 1,46-57 917,-62 102 1573,-15 15-2110,10-27-126,0-1 0,-9 41 1,14-35-303,-2-1 1,-1 1-1,-1-1 0,-1 0 1,-17 34-1,16-36-2773,5 1-3994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37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34 2769,'0'0'16760,"1"-5"-15565,5-23 5328,-15 28-6360,0 2-1,1-1 1,-1 1-1,1 1 1,-1-1-1,1 1 1,0 1-1,0-1 1,0 2-1,0-1 1,-11 10-1,15-12-173,0 1 0,0 0 0,1 0 0,-1 0 0,1 0 0,0 1 0,0-1 0,0 1 0,1-1 0,-1 1 0,1 0 0,0 0 0,0 1 0,0-1 0,0 0 0,1 1 0,0-1 0,0 1 0,0-1 0,0 1 0,1-1 0,0 1 0,0 8 0,4-2-31,1 0 0,0-1 0,0 1 0,1-1 0,0 0 0,1-1 0,9 11 0,16 26 95,-26-34-57,0 0-1,-2 0 0,1 1 0,-2 0 0,1 0 1,-2 0-1,0 0 0,0 0 0,-1 21 0,-1-31 8,0-1-1,-1 0 0,1 0 0,-1 0 0,1 0 0,-1 0 0,0 0 0,0 0 1,0-1-1,0 1 0,0 0 0,0 0 0,0-1 0,-1 1 0,1 0 0,-1-1 1,1 0-1,-1 1 0,1-1 0,-1 0 0,0 0 0,0 0 0,0 0 0,-3 2 1,0-1-9,-1 0 0,0 0 0,1 0 0,-1-1 0,0 0 0,0 0 0,-10 0 0,15-2-20,0-1 0,0 1 0,0-1 0,0 0 0,1 1 0,-1-1 0,0 0 0,1 1 0,-1-1 0,1 0 0,0 0 0,-1 0 0,1 1 0,0-1 0,0 0 0,0 0 0,0 0 0,1 1 0,-1-1 0,1-2 0,-1-4-31,2-12 58,0 1 0,2 0 0,0 0 0,1 1 0,0-1 0,2 1 1,0 0-1,15-25 0,-10 18 140,0 0 1,-2-1 0,7-28-1,-13 37 415,-1 0 1,0-1-1,0-29 0,-4 46-553,0 0 0,0 0-1,-1 1 1,1-1 0,-1 0 0,1 1-1,0-1 1,-1 0 0,1 1 0,-1 0-1,1-1 1,-1 1 0,1 0 0,-1 0-1,1 0 1,-1 0 0,0 0 0,1 0 0,-1 0-1,-1 1 1,2-1-320,0 0 0,-1 0-1,1 0 1,-1 0 0,1 0-1,0 1 1,-1-1 0,1 1 0,0-1-1,-1 1 1,1-1 0,0 1 0,0 0-1,0-1 1,-2 2 0,-10 30-10931,6-14 1926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23.1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82 132 1809,'0'0'3802,"-29"27"2099,-23 0-4869,51-24 753,18-3 4460,61-12-5407,19-9-524,172-14-1,105 17-256,-78 7 49,231-28 39,133-8-36,-121 41 0,-342 7 2215,-196-1-1583,0 5 1632,-10 16-2665,-3-11-1198,0 0 0,0-1 0,-1-1 0,0 0 0,-1 0 0,0-2 0,-23 9 0,26-10 140,-60 23-7873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24.2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4434,'0'0'4752,"4"0"-3336,55-8 3741,13-2 3618,260-13-5923,0-1-2428,-131 22 168,221 5 862,-173 15-440,51 2 104,282-16-339,-573-5-779,-5 1 0,-1 0 0,1-1 0,0 1 0,-1 1 0,1-1 0,-1 1 0,1-1 0,5 3 0,-8-2 0,-2 1-54,0 1 0,-1-1-1,1 0 1,0-1 0,-1 1 0,1 0 0,-1 0 0,0-1-1,1 1 1,-1-1 0,0 1 0,0-1 0,0 0 0,0 0-1,0 0 1,0 0 0,-3 1 0,-5 4-903,-6 2-3037,0 1-1,-32 9 0,-5 0-7573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25.1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84 2273,'0'0'10002,"9"0"-9055,170-14 7133,-27-1-5134,1883-30 4290,-1911 36-5953,-134 16-3305,-9 4-3634,-13 5-3041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26.1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1 217 8196,'0'0'6221,"0"-4"-5471,0 3-611,0 1 0,0-1 0,0 0 0,0 0 0,0 1 0,0-1 0,0 0 0,0 0 1,0 1-1,1-1 0,-1 0 0,0 1 0,0-1 0,1 0 0,-1 1 0,1-1 0,-1 0 0,0 1 0,1-1 0,-1 1 0,1-1 0,-1 1 1,1-1-1,0 1 0,-1-1 0,1 1 0,-1-1 0,2 1 0,26-3 4106,-19 3-4794,89-5 1110,0-4 0,144-34 0,-27 4-1292,461-25-768,-365 42 2721,86 12 5614,-300 11-4692,-112 15-3169,-39 21-6813,15-18-1956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27.1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80 4834,'0'0'10827,"4"1"-8875,11 4-459,-1-2-1,1 0 0,26 2 1,100-6-100,-58-2-1203,660-29-322,-126 1 1275,-262 17 1635,115-1 1034,-463 15-3812,0 1 0,0 0 0,0 0 0,-1 1 0,1 0 0,0 0 0,-1 1 0,1-1 0,-1 1 0,0 1 0,0-1 0,0 1 0,0 0 0,-1 1 0,1-1 0,7 9 0,-13-12-46,1 0 0,-1-1 0,0 1 0,1 0 0,-1-1 1,0 1-1,1 0 0,-1-1 0,0 1 0,0 0 0,0 0 0,0-1 0,0 1 0,0 0 0,0-1 0,0 1 1,0 0-1,0 0 0,0-1 0,0 1 0,-1 0 0,1-1 0,0 1 0,0 0 0,-1-1 0,1 1 0,0 0 1,-1-1-1,0 2 0,-21 10-4625,-15-3-3800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28.0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 9941,'0'0'3999,"17"5"-3559,19 3 302,0 0-1,45 3 1,362-8 2726,-323-4-2774,489-17 4636,128 0 1340,-688 20-6670,60 10 0,30 3 0,-64-15 0,-45 0 0,-24 0 0,-10 0 0,-24 1-1142,1 1 0,-49 9 0,-56 25-9196,86-23-6744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28.9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0 245 7491,'0'0'3610,"22"-9"-1660,47-15 1342,133-27 1,408-45 3945,4 43-2972,256 44-2711,-732 9-1483,-123 1-72,-12-1 0,1 1 0,0-1 0,0 0 0,-1 0 0,1-1 0,0 1 0,-1-1 0,8-2 0,-17 4 10,0 0 0,1 0 1,-1-1-1,0 0 0,0 0 0,-6-1 1,-29 0-379,14 4-2294,8-2-4379,-2-1-7051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31.1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1166 39 6547,'0'0'11827,"-1"-8"-10381,0-3-2525,-2-9 7389,-2 22-2760,-4 14-2415,3 1-551,0 1-1,1 1 0,-3 23 0,-1 0 6,1 10-559,2 1 1,2 1 0,6 90 0,0-44-45,-3 98 14,-32 256 0,2-61 0,32 3 0,2-153 0,-10 202 0,3-309 0,-24 151 0,-43 135 0,24-154 0,-35 141 0,43-226 0,-3 10 0,-46 258 0,-13 98 0,-20 183 0,70-329 0,0 9 0,38-270 0,-9 123 0,-6 70 0,10-147 0,-11 102 0,-11 145 0,17-214 0,13-138 0,-55 416 0,23-85 0,35-339 0,5 127 0,3-105 0,-2-93 0,0-6-78,0 0 1,0 0-1,1 0 0,-1 0 0,0 0 1,1 0-1,0 0 0,-1 0 1,1 0-1,0 0 0,0 0 0,0-4 1,0-19-6765,0-10-7508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32.3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5635,'0'0'13352,"5"-2"-7352,3 2-4041,1 4-1756,1-1 1,-1-1-1,1 1 1,-1-2 0,1 1-1,0-1 1,0-1 0,-1 1-1,1-2 1,19-2-1,9 1-191,-36 2-93,28 4-2315,-21 3-2120,-12 9-4074,-8-4-1694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33.0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0 109 1601,'0'0'6485,"9"-16"-6206,-6 12 2655,12 1 1178,8-7-2120,-5 2-997,43-10 373,1 3 1,1 3 0,0 2-1,112-2 1,-173 12 221,-1 1-1856,-1 0 1,0 0-1,1-1 1,-1 1-1,0 0 0,0 0 1,0 0-1,0 0 0,0 0 1,0 0-1,0 0 1,0 0-1,0 0 0,-1 0 1,1-1-1,0 1 1,0 0-1,-1 0 0,1 0 1,-1 1-1,-4 10-8251,-2-1-3147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34.0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37 4290,'0'0'8484,"4"-1"-6755,4-2-702,0 0 0,0 1 0,0 0 0,1 0 0,9 0 0,88 0 1905,-50 3-2150,287-12 3191,-295 2 151,-47 9-5789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35.8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88 16 1665,'0'0'6976,"0"-16"12908,-1 27-19661,0 0 0,-1-1 0,-1 1 0,0-1 0,0 0 0,-1 0 0,0 0 0,-1 0 0,-8 13 0,5-9-133,1-1 0,1 1 1,0 0-1,-4 16 0,6-11-87,-4 26 10,9-44-13,-1-1-1,1 1 0,0 0 0,0-1 1,-1 1-1,1 0 0,0-1 0,0 1 1,0-1-1,0 1 0,0-1 0,0 1 1,0-1-1,0 0 0,0 0 0,0 1 1,0-1-1,0 0 0,0 0 0,2 0 1,23 2 10,-12-2 1,0 1 11,-1-1 1,1 0-1,-1-1 0,1 0 0,-1-1 0,0-1 0,0 0 0,0-1 0,16-7 0,-15 6-2486,-13 5 2090,0 0 1,-1-1-1,1 1 1,0 0-1,-1 0 1,1-1-1,0 1 1,-1 0 0,1-1-1,0 1 1,-1-1-1,1 1 1,-1-1-1,1 1 1,-1-1-1,1 1 1,-1-1-1,1 1 1,-1-1 0,0 0-1,1 1 1,-1-1-1,0 0 1,1 1-1,-1-1 1,0 0-1,0 1 1,0-1-1,0 0 1,0 1 0,0-1-1,0 0 1,0 0-1,0 1 1,0-1-1,0 0 1,0 0-1,0 1 1,-1-2-1,1-7-8326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36.1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 3105,'0'0'17742,"13"-2"-15989,140-8 2842,-81 9-9753,-72 1 4202,4 0-1155,-3 4-4045,-1 8-591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36.3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35 7764,'0'0'15639,"34"0"-14535,-20 0-383,-1 0-113,7 0-448,-6-5-160,6 1-48,-6-3-977,13 2-1696,-7 1-3394,7-5-2945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36.6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 1 12758,'0'0'13574,"-47"133"-12838,40-115-191,7-2-289,0 0-64,-7-5-192,7-2-80,0-2-224,0-3-881,0-2-1232,-7 1-1265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37.1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37 11749,'0'0'9773,"10"-6"-8957,-1 1-577,-1 1-1,1 0 1,-1 0-1,1 0 1,16-3 0,-22 6-146,0 1 0,0-1 0,1 1 0,-1 0 0,0 0 0,0 0 0,1 0 0,-1 0 1,0 1-1,0 0 0,1-1 0,-1 1 0,0 0 0,0 0 0,0 1 0,0-1 0,0 1 1,-1 0-1,1-1 0,0 1 0,-1 0 0,1 0 0,-1 1 0,4 3 0,5 10 67,-1 0 0,-1 0 0,0 1 0,-2 0 0,1 0 0,-2 1-1,-1 0 1,0 0 0,-1 0 0,-1 1 0,0-1 0,-2 1 0,-1 35 0,0-53-105,-1 0 1,1 1 0,-1-1 0,0 0 0,0 0 0,1 0-1,-1 0 1,0 0 0,0 0 0,0 0 0,0-1 0,0 1-1,0 0 1,0 0 0,0-1 0,-1 1 0,1-1-1,0 1 1,0-1 0,0 1 0,-1-1 0,1 0 0,0 1-1,-1-1 1,1 0 0,-2 0 0,-45 6 1260,36-5-951,-30 3 449,15-3-765,1 2-1,0 1 1,-40 12-1,100-15-10250,-9-1 1590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2.5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251 103 224,'0'0'5864,"3"-16"-5165,12-46 147,-6 38 15673,-9 35-14622,-1 3-1579,0-1-1,-1 1 0,-1-1 0,0 0 1,-1 0-1,-8 20 0,-41 78 573,30-68-679,-38 66 66,39-72-239,1 1 0,1 1 0,-25 76 0,44-112-68,-1 1 0,1-1-1,0 1 1,1 0-1,-1-1 1,1 1 0,-1 0-1,1 0 1,1-1 0,-1 1-1,0 0 1,1 0-1,1 6 1,0-8 11,-1 0 0,1-1 1,0 1-1,-1 0 0,1-1 0,0 1 0,0-1 0,0 0 0,0 0 0,0 0 1,0 0-1,1 0 0,-1 0 0,0 0 0,0-1 0,1 1 0,-1-1 1,0 0-1,1 0 0,-1 1 0,0-1 0,4-1 0,3 1-87,28 2 217,69-6 0,-94 2-487,-1 0 0,0 0 0,-1-1 0,1 0 0,0-1 0,-1 0 0,0-1 0,0 0 0,0 0 0,15-12 0,-13 4-2352,-10 1-1924,-2 1-1924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2.7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13670,'0'0'8228,"115"-18"-8100,-81 18-128,0 0-320,7 0-2017,-1 2-3170,8 5-2929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3.3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33 2593,'0'0'13484,"0"8"-11758,0-6-1599,-1 1-1,1-1 1,0 0 0,0 1-1,0-1 1,0 0 0,1 1-1,-1-1 1,0 0 0,1 1-1,0-1 1,0 0 0,-1 0 0,1 0-1,0 1 1,1-1 0,-1 0-1,0 0 1,1-1 0,-1 1-1,1 0 1,-1 0 0,1-1-1,0 1 1,0-1 0,-1 1 0,1-1-1,0 0 1,1 0 0,-1 0-1,0 0 1,0 0 0,0 0-1,1-1 1,-1 1 0,0-1-1,0 1 1,1-1 0,-1 0 0,0 0-1,1 0 1,2-1 0,3 2-89,-1-1 1,1-1-1,-1 1 1,0-1-1,1-1 1,-1 1-1,0-1 1,9-4-1,-14 5-16,1 0 0,-1-1-1,0 0 1,0 1 0,0-1-1,0 0 1,0 0 0,0 0-1,0 0 1,-1 0 0,1-1-1,-1 1 1,1 0 0,-1-1-1,0 1 1,0-1 0,0 0-1,0 1 1,-1-1-1,1 0 1,-1 1 0,1-1-1,-1 0 1,0 0 0,0-3-1,0 4-9,0 1-1,0 0 1,-1 0-1,1 0 1,0 0-1,0 0 0,-1 0 1,1 0-1,0 0 1,-1 0-1,1 0 0,-1 0 1,1 0-1,-1 0 1,0 0-1,1 0 1,-1 0-1,0 0 0,0 1 1,1-1-1,-1 0 1,0 1-1,0-1 1,0 0-1,0 1 0,0-1 1,-1 0-1,-2 0 13,0 0 0,1 0 0,-1 1 0,0-1 0,0 1 0,0 0 0,1 0 0,-6 0 1,-5 2 55,0 1 0,0-1 0,-23 10 0,34-11 18,0 0 1,0 0-1,0 0 1,1 1-1,-1-1 1,0 1-1,1 0 1,-1 0-1,1 0 1,-1 0-1,1 0 1,0 1-1,0-1 1,0 1-1,0-1 1,0 1-1,1 0 1,-1 0 0,1-1-1,0 1 1,0 0-1,0 0 1,0 1-1,0-1 1,1 0-1,-1 0 1,1 0-1,0 0 1,0 0-1,0 1 1,0-1-1,1 0 1,-1 0-1,1 0 1,0 0-1,0 0 1,0 0-1,0 0 1,3 6-1,-1-5-9,-1 0 0,0 0 0,1 0 0,0 0 0,0 0 0,0-1 0,0 1 0,1-1 0,-1 0 0,1 0 0,0 0 0,0 0 0,0-1 0,0 0 0,0 0 0,1 0 0,-1 0 0,10 2 0,38 3-2110,-3-13-8230,-29-3-970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3.8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211 0 10085,'0'0'7747,"-115"138"-7747,81-102-336,0-2-3538,7-7-6082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4.4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116 1 9845,'0'0'14833,"-6"16"-14059,-83 285 2459,79-277-3059,9-21-141,-1 0 1,1 1-1,0-1 1,-1 0 0,1 0-1,1 1 1,-1-1-1,0 1 1,1 6 0,29-10-392,-9-1 367,0-1 0,-1 0 0,1-2 0,-1 0 1,0-1-1,0-1 0,0-1 0,-1-1 0,21-11 0,-38 18-347,0 1 0,-1-1 0,1 0 0,0 0 0,-1 1 0,1-1 0,-1 0 0,1 0 1,-1 0-1,1 1 0,-1-1 0,0 0 0,1 0 0,-1 0 0,0 0 0,0 0 0,1 0 0,-1-2 0,0-9-9817,0 1-276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4.6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34 8036,'0'0'16343,"142"-29"-15494,-115 26-161,0 3-112,-7-2-480,-6 2-96,-7 0-832,-28 14-11110,-13 4 4019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4.8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54 7668,'0'0'14406,"136"-38"-13926,-102 31-272,-7 5-208,0 2-256,0 0-2497,0-2-3730,0-3-3922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5.0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5987,'0'0'20617,"-41"131"-19352,34-99-449,0-5-368,1-4-400,6-10-48,0-2-80,-7-4-912,0-7-5379,7-18-2465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5.3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83 0 12182,'0'0'15847,"22"21"-14441,-3-2-1162,21 20 480,69 52-1,-101-85-578,19 14 277,45 42-1,-66-56-412,0 1-1,0-1 1,-1 1-1,1 0 1,-2 0 0,1 0-1,-1 1 1,0 0-1,-1 0 1,1 0-1,-2 0 1,4 15-1,-6-20-13,0-1-1,0 1 0,0 0 0,-1-1 0,1 1 0,-1 0 1,1-1-1,-1 1 0,0-1 0,0 1 0,0-1 0,0 1 1,-1-1-1,1 0 0,-1 0 0,1 0 0,-1 0 0,0 0 1,0 0-1,0 0 0,0 0 0,0 0 0,0-1 0,0 1 1,-5 1-1,-7 4 31,0 0 0,0-1 0,-22 6 0,19-7-3,-142 33 161,27-8 40,113-22-1283,33-6-2671,29-5-2241,10-6-1636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5.5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278 0 224,'0'0'22490,"-129"93"-18600,89-52-720,-1-3-2722,14-4-448,7-5-849,6-11-3136,7-11-5972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5.8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0 22234,'0'0'10533,"-14"124"-10533,14-88 0,-7-2 0,7-7 0,-6-2 0,6-5 0,-7-2 0,-7 1-672,7-4-1633,-6-8-2129,-1-7-3698,-6 0-8596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6.1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75 18713,'0'0'9188,"155"-65"-7027,-87 58-1489,-7 5 96,0 2-319,-20 0-337,-1 0-64,-13 2-96,-13 7-433,-1-2-719,-6 4-705,7-2-1505,-1-2-1824,1-2-4226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6.3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122 1 19625,'0'0'13142,"-34"124"-13142,21-97 0,6-2 0,0-3 0,7-4 0,-7-2 0,0-4 0,7-6 0,-6-6-1409,-8 0-3345,1-6-4674,-1-28-7156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6.6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1 13350,'0'0'16693,"25"6"-15807,-6-1-644,4 0 13,1 1 1,-1 1-1,-1 1 0,0 2 1,34 18-1,-34-14-239,-1 0 0,0 2 0,-2 0 0,32 33 0,-46-44-17,-1 0 1,1 1-1,-1-1 0,0 1 1,-1 0-1,1 0 0,-1 0 0,0 0 1,-1 0-1,1 1 0,-1-1 1,-1 1-1,1 0 0,-1-1 1,0 1-1,-1 0 0,0 0 0,0 0 1,0 0-1,-1-1 0,0 1 1,-3 11-1,2-13 5,-1 0 0,0 0 0,0-1 1,-1 1-1,1-1 0,-1 0 0,0 0 0,0 0 0,-1 0 1,1-1-1,-1 1 0,0-1 0,1 0 0,-1-1 0,-1 1 1,-9 3-1,-10 2-122,0 0 0,-33 5 0,-38-1-4006,29-10-3306,8-2-3912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47.3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0 851 11669,'0'0'6289,"20"-1"-5772,85-15 222,0-5 0,111-38 0,-32 8 128,1739-343 155,-795 263-3120,-374 66 6621,-501 43-1119,-240 21-3288,258-27 2619,-207 18-2233,1-3 0,68-23 0,-112 33-502,-22 13 0,-26 12 0,-16-11-2424,13-7-3905,-17-3-7472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39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90 197 3586,'0'0'19731,"0"17"-19125,-2 11-183,-1 1 1,-2 0-1,0-1 0,-2 0 0,-1 0 1,-1-1-1,-2 0 0,-14 28 1,21-40-174,4-14-140,0 0 0,0 0 0,0 0 0,-1 0 0,1 0 1,0 0-1,0 0 0,-1 0 0,1 0 0,-1 0 1,1 0-1,-1 0 0,1 0 0,-1 0 0,1 0 0,-1 0 1,-1 1-1,1-41 725,1 36-833,-2-20 12,2-1 0,1 0 0,2 1 0,0 0 0,1-1 0,1 1 0,9-24 0,-4 23-26,1 0 0,1 2 0,2-1-1,0 1 1,1 1 0,1 1 0,1 0-1,1 1 1,22-18 0,-24 22 16,-14 13-8,0 0-1,1-1 1,-1 1-1,0 0 0,1 0 1,0 0-1,0 1 1,-1-1-1,1 1 1,0-1-1,0 1 1,0 0-1,1 0 1,-1 0-1,0 1 1,0-1-1,0 1 1,1 0-1,-1-1 1,6 2-1,-8-1 10,1 0 0,-1 0 0,0 1-1,0-1 1,0 0 0,0 1 0,0-1 0,1 1 0,-1-1-1,0 1 1,0-1 0,0 1 0,0 0 0,0-1-1,0 1 1,-1 0 0,1 0 0,0 0 0,0 0 0,-1 0-1,1 0 1,1 1 0,10 35 125,-7 39 178,-5-75-302,0 33 81,1-5 116,-1 1 0,-1-1 1,-2 1-1,0-1 0,-2 0 1,-11 34-1,11-49-203,1 0 0,0 0 0,1 0 0,-2 16 0,7-28 0,-2-2-114,0-1 0,0 1 0,1 0 0,-1 0-1,0 0 1,1 0 0,-1 0 0,0 0 0,0 0 0,1 0 0,-1-1 0,0 1 0,0 0-1,1 0 1,-1 0 0,0-1 0,0 1 0,0 0 0,1 0 0,-1 0 0,0-1-1,0 1 1,0 0 0,0-1 0,0 1 0,1 0 0,-1 0 0,0-1 0,0 1 0,0 0-1,0-1 1,0 1 0,0 0 0,0 0 0,0-1 0,0 1 0,0 0 0,0-1 0,0 1-1,0 0 1,0 0 0,-1-1 0,0-11-8663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39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6963,'0'-9'20378,"20"8"-19416,0-1 0,0-1 0,25-7 0,25-3-19,-67 14-695,14-3 139,-16 1-387,-2-1-666,-1 6-1179,-7 7-4966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48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1 332 7267,'0'0'9944,"5"6"-7906,-2 1-1478,1 0 0,-1 0-1,0 1 1,0 0 0,-1-1 0,0 1 0,-1 0 0,0 0-1,0 0 1,0 0 0,-1 0 0,-2 16 0,3 5 707,0 12-346,-2-32-134,-1-13 568,-4-22-1514,2-1 0,1 1 0,1-1-1,1 0 1,5-51 0,-1 58 85,1-1 0,1 1 0,1 1 0,1-1-1,0 1 1,2 0 0,0 1 0,15-23 0,-17 31 82,3-6-14,0 0 0,25-27-1,-31 40 35,-1 0 1,1-1-1,0 1 0,-1 1 0,1-1 0,1 0 0,-1 1 0,0 0 0,1 0 0,-1 0 0,1 1 0,-1-1 0,1 1 0,0 0 0,-1 0 1,8 0-1,-10 2-3,-1-1 0,1 1 0,0-1 0,-1 1 0,1-1 0,-1 1 0,1 0 0,-1 0 0,1 0 0,-1 0 0,0 0 0,1 0 0,-1 0 0,0 0 0,0 0 0,0 1 0,0-1 0,0 1 0,0-1 0,0 0 0,0 1 0,-1 0 0,1-1 0,0 1 0,0 2 0,11 49 452,-10-41-353,6 40 435,-2 1 0,-3 103 0,-4-100-422,7-49-137,-5-5-256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48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13254,'0'0'14055,"128"-52"-13991,-107 47-64,-1 5-16,7 0-1553,-7 0-1264,-6 0-3811,6 0-5905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5:49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7059,'0'0'8615,"9"0"-6598,27 0-246,10-4 8291,-15 1-7539,13 5-1874,16-1-758,-23-5-4228,-22-1-2255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08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16 6547,'0'0'9167,"-20"8"-8311,-65 27-322,79-32-341,0 0 0,0 1 0,0-1 0,1 1 0,-1 0 0,1 0 0,0 1 0,0 0 0,1 0 0,-1 0-1,1 0 1,0 1 0,-3 6 0,-3 2 326,2-1-191,1 0-1,0 1 1,1-1-1,1 1 1,0 1-1,0-1 1,2 1-1,-1-1 1,2 1-1,0 0 1,1 0-1,1 20 1,4-34-338,0 0 0,-1 0 0,1 0 0,0 0 0,0-1 0,0 1 0,0-1 0,0 0 0,0 0 0,7-2 0,-7 2 16,11-1-33,0-2 1,0 0-1,-1 0 0,0-1 0,0-1 1,0-1-1,0 0 0,-1 0 1,1-1-1,-2-1 0,1-1 1,-1 1-1,-1-2 0,1 0 1,-2 0-1,15-18 0,-20 19 7,0-1 0,-1 0 0,0-1 0,-1 1 0,0-1 0,-1 1 0,0-1 0,-1 0 0,0 0 0,0 0 0,-1 0 0,-1 0 0,-3-19 0,4 27 27,-1 0 1,0 0-1,1 1 0,-1-1 0,-1 1 1,1-1-1,0 1 0,0-1 0,-1 1 0,0 0 1,1-1-1,-1 1 0,0 0 0,0 0 1,0 0-1,0 1 0,0-1 0,-1 0 0,1 1 1,0-1-1,-1 1 0,0 0 0,1 0 1,-1 0-1,1 0 0,-1 1 0,0-1 0,-4 0 1,3 0-4,-1 1 1,1-1 0,0 1-1,-1 0 1,1 0 0,0 1 0,-1-1-1,1 1 1,0 0 0,0 0-1,0 1 1,0-1 0,0 1 0,0 0-1,0 0 1,0 0 0,0 0-1,-3 3 1,-21 35-1605,10 4-4753,16-16-517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0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11861,'0'0'13489,"-4"15"-11880,-5 23-762,-8 31 9,3 1 0,-10 136 0,21-194-2313,-9-9-5708,11-3 6654,0 0 0,0-1 1,0 1-1,0-1 0,0 1 1,0-1-1,0 0 0,0 1 1,0-1-1,0 0 0,0 0 1,0 1-1,0-1 0,1 0 1,-1 0-1,0 0 0,1 0 1,-1 0-1,1 0 0,-1 0 0,0-2 1,-6-26-4901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09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44 7267,'0'0'15848,"15"-9"-14045,43-24-122,-57 33-1645,-1 0 0,0-1-1,1 1 1,-1 0 0,1 0 0,-1 0 0,0 0 0,1 0 0,-1 0-1,0 0 1,1 0 0,-1 0 0,1 0 0,-1 0 0,0 0 0,1 0 0,-1 0-1,0 0 1,1 1 0,-1-1 0,0 0 0,1 0 0,-1 0 0,0 0-1,1 1 1,-1-1 0,0 0 0,0 0 0,1 1 0,-1-1 0,0 0-1,0 1 1,1-1 0,-1 0 0,0 1 0,5 17 933,-9 20 703,2-35-1611,0 0-1,0-1 0,0 1 0,0 0 1,0-1-1,-1 0 0,1 0 0,-1 1 1,1-1-1,-1-1 0,0 1 1,0 0-1,0-1 0,0 1 0,0-1 1,-4 1-1,-60 15 986,41-11-881,-34 10-760,69-19-6659,18-14 691,17-11-3068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09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19321,'0'0'10565,"-68"161"-8548,48-105-1153,13 1-864,-7-5 0,8-7 0,6-5 0,-7-8 0,0-5 0,7-9 0,-7-7 0,-6-4-1825,-1-7-2465,1 0-3121,-15-7-6788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09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18232,'0'0'3279,"22"-1"435,266-5 2518,-286 6-6219,-1 0-1,1 0 1,-1 0-1,1 0 1,-1 0-1,1 0 1,0 0 0,-1 0-1,1 0 1,-1 1-1,1-1 1,-1 1-1,1-1 1,-1 1 0,0 0-1,1-1 1,-1 1-1,0 0 1,1 0-1,-1 0 1,0 0 0,0 0-1,0 0 1,0 0-1,0 0 1,0 1-1,0-1 1,0 0 0,0 1-1,-1-1 1,1 1-1,0-1 1,-1 0-1,1 1 1,-1-1 0,0 1-1,0 0 1,1-1-1,-1 1 1,0-1-1,0 1 1,0-1 0,0 1-1,-1-1 1,1 1-1,0-1 1,-1 1-1,0 1 1,-3 10 119,-1-1 1,-1-1-1,1 1 0,-14 18 0,11-18-99,4-4-3107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09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6611,'0'0'19705,"27"90"-22394,-20-63-3490,0-2-5170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0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17064,'0'0'11498,"14"4"-10540,40 18-251,-53-21-674,1 0 1,-1 0-1,0 0 0,0 0 0,0 0 0,0 0 1,0 0-1,0 1 0,0-1 0,0 0 0,0 1 1,-1-1-1,1 0 0,0 1 0,-1-1 0,1 1 1,-1-1-1,0 1 0,1-1 0,-1 1 0,0-1 1,0 1-1,0-1 0,0 1 0,0 0 0,0-1 1,-1 1-1,1-1 0,-1 3 0,0 9 46,1-12-239,1-6-1451,1 0 1399,1 0-1,1 0 1,-1 0 0,1 0-1,-1 0 1,1 1 0,1-1 0,-1 1-1,1 0 1,9-6 0,56-33-921,-62 39 1345,1 0 1,0 0-1,0 1 1,0 0-1,0 1 1,1 0-1,-1 0 1,19 0-1,-27 47 3718,-1-44-3925,0 0-1,-1 0 1,1 0-1,0 0 1,0 1-1,0-1 1,0 0-1,0 0 0,0 0 1,0 0-1,0 0 1,1 0-1,-1 0 1,0 0-1,1 0 1,-1 0-1,0 0 1,1 0-1,-1 0 1,1 0-1,0-1 1,-1 1-1,1 0 0,0 0 1,-1 0-1,1-1 1,0 1-1,0 0 1,1 0-1,0-2-106,0 1-1,0-1 1,1 1-1,-1-1 0,0 0 1,0 0-1,0 0 1,0 0-1,0 0 1,0 0-1,0-1 0,0 1 1,2-3-1,16-10-352,1 1-1,0 1 0,1 1 0,0 1 1,33-10 3403,-53 24-2761,-1 0-1,0 0 1,0 0 0,0 0 0,0 1-1,-1-1 1,0 6 0,0 2-591,-1-9-112,1 0 0,-1 1 0,1-1 0,0 0 0,0 0 0,1 0 0,-1 0 0,1 0 0,-1 0 0,1 0 0,0 0 0,0 0 0,3 5 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0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6163,'0'0'26604,"7"40"-26604,-7-24 0,0-5 0,0-2 0,0-2 0,0-5 0,-7-2-1329,0 0-1968,-6 0-2946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11509,'0'0'16760,"21"14"-17160,-15 11-673,1 0-2304,-7 2-2994,14-7-4258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1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17544,'0'0'13718,"-22"7"-12450,-72 23-1031,87-27-237,1-1 0,-1 1 0,0 0 0,1 0 0,0 1 0,0 0 0,0 0 0,-6 6 0,11-9 0,0 0 0,0 0 0,0 0 0,0 0 0,0 1 0,0-1 0,0 0 0,0 1 0,0-1 0,1 1 0,-1-1 0,1 1 0,-1-1 0,1 1 0,0-1 0,-1 1 0,1-1 0,0 1 0,0 0 0,0-1 0,0 1 0,0-1 0,0 1 0,1 0 0,-1-1 0,1 1 0,-1-1 0,2 3 0,2 0 0,0 0 0,0 0 0,0 0 0,1-1 0,-1 0 0,1 0 0,0 0 0,0 0 0,8 2 0,20 13 0,-32-17 0,0 0 0,0 0 0,1 0 0,-1 0 0,0 0 0,0 0 0,0 1 0,0-1 0,0 0 0,-1 1 0,1-1 0,0 0 0,0 1 0,-1-1 0,1 1 0,-1-1 0,1 1 0,-1-1 0,0 1 0,0-1 0,0 1 0,0-1 0,0 1 0,0 0 0,0-1 0,0 1 0,0-1 0,-1 1 0,0 1 0,0 0 0,0-1 0,0 0 0,-1 0 0,1 1 0,-1-1 0,0-1 0,0 1 0,1 0 0,-1 0 0,0 0 0,0-1 0,-1 1 0,1-1 0,0 0 0,0 0 0,-4 1 0,-5 3-765,-1-1 1,-1 0-1,1-1 1,0 0-1,-1-1 1,-22 0-1,35-2 530,-1 0-1,1 0 1,0 0-1,-1 0 1,1 0-1,0 0 1,-1 0 0,1 0-1,-1-1 1,1 1-1,0 0 1,0 0-1,-1 0 1,1-1-1,0 1 1,-1-1-707,0 1 707,1 0-1,0-1 1,0 1-1,0 0 1,0-1-1,-1 1 1,1 0 0,0-1-1,0 1 1,0-1-1,0 1 1,0 0-1,0-1 1,0 1-1,0 0 1,0-1-1,0 1 1,0 0 0,0-1-1,0 1 1,0-1-1,1 1 1,-1 0-1,0-1 1,0 1-1,0 0 1,0-1-1,1 1 1,-1 0 0,0-1-1,6-25-10049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1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11797,'0'0'17705,"-14"149"-14488,1-88-3169,-7 2-48,6-2 0,0-4 0,1-8 0,-1-6 0,8-11 0,-1-7 0,-7-5 0,7-6 0,-6-3 0,-1-7-3490,1-4-2528,-1 0-4179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1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15799,'0'0'5750,"20"-7"-906,-12 4-4476,22-8 829,0 2 1,1 0-1,0 2 1,34-3-1,-57 10-1185,34-1-1,-41 0-11,0 1 0,0 0 0,0 0 0,0 0 0,0 0 0,0 0-1,0 0 1,0 0 0,0 0 0,0 1 0,0-1 0,0 0-1,0 0 1,0 1 0,0-1 0,0 1 0,-1-1 0,1 1-1,0-1 1,0 1 0,0 0 0,-1-1 0,1 1 0,0 0 0,-1 0-1,1-1 1,0 1 0,0 2 0,0 8 0,-1 0 0,-1 0 0,0-1 0,0 1 0,-1 0 0,-1 0 0,1 0 0,-2-1 0,-4 12 0,-17 32 0,35-54-5539,7-7-5137,9-17-1618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1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2289,'0'0'29758,"-14"50"-29758,14-26-256,0 4-1169,0 1-2177,0-2-2288,0 0-5828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1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0 8356,'0'0'24203,"-136"47"-23995,116-28-208,7 1 0,-1 2 0,14-1 0,0-1 0,0-4 0,0-3 0,27-4 0,0-2 0,7-5 0,0-2 0,0 0-6147,-7 0-10324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4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13 7700,'0'0'12619,"-9"-2"-12168,5 0-341,0 1-17,1-1 0,-1 1 1,0 0-1,1 0 0,-1 0 1,0 0-1,0 1 0,0 0 1,1 0-1,-1 0 0,0 0 1,0 0-1,0 1 0,1-1 1,-1 1-1,0 0 0,1 0 1,-1 1-1,0-1 1,1 1-1,-6 3 0,-17 22 2804,-42 55-1,53-59-2751,1-1 1,0 2-1,2 0 0,1 1 1,0 0-1,2 0 0,1 1 1,1 0-1,-6 53 0,10-53-95,1-1 1,2 0-1,0 1 0,2-1 0,0 0 0,8 30 1,-7-44-38,0 0 0,1 0 0,0 0 1,1-1-1,0 0 0,0 0 0,1 0 0,1-1 1,-1 0-1,1 0 0,1 0 0,0-1 1,0 0-1,1-1 0,0 0 0,11 7 0,-12-9-159,-1-2 0,1 1 0,-1-1-1,1-1 1,0 1 0,0-1-1,0-1 1,1 1 0,-1-1 0,0-1-1,0 1 1,1-2 0,-1 1-1,0-1 1,0 0 0,1-1 0,11-3-1,29-17-4127,-5-10-3332,-4-7-4682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5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15575,'0'0'10402,"-9"26"-8126,0-2-1780,-2 5 214,1 1 1,1 1-1,-5 42 0,2 15-88,7-45-484,-1 0 1,-3-1 0,-18 57 0,24-97-139,0-12 0,5-15 0,1 19-52,0 1 0,1 0 0,-1 0 0,1 1 0,0-1 0,1 1 0,-1 0 0,1 0 1,0 0-1,0 1 0,0 0 0,0 0 0,1 0 0,-1 0 0,9-1 0,-8 1-9,1 1 0,-1 0 0,1 0 0,-1 1 0,1-1 0,0 2-1,0-1 1,0 1 0,0 0 0,-1 0 0,1 1 0,0 0 0,12 3 0,-17-2 60,1-1 0,0 1 1,-1 0-1,0 0 0,1 0 1,-1 0-1,0 0 0,0 0 0,0 1 1,0-1-1,-1 1 0,1-1 0,-1 1 1,1 0-1,-1 0 0,0 0 1,0-1-1,0 1 0,-1 0 0,1 0 1,-1 0-1,1 0 0,-1 0 0,0 1 1,-1 3-1,2-3 46,-2 0 1,1 1-1,0-1 0,-1 1 1,0-1-1,0 0 1,0 0-1,0 1 0,-1-1 1,0 0-1,0 0 0,0 0 1,0-1-1,0 1 0,-1 0 1,0-1-1,-3 4 1,-2-2 12,1-1 0,-1 0 1,0 0-1,0-1 0,0 0 1,0 0-1,0-1 1,-1 0-1,1-1 0,-1 0 1,0 0-1,1 0 0,-1-1 1,-11-2-1,7 2-45,1-6-13,12 6 0,0 0 0,-1 0 0,1 0 0,0 0 0,0 0 0,0 0 0,0 0 0,0-1 0,-1 1 0,1 0 0,0 0 0,0 0 0,0 0 0,0 0 0,0 0 0,0 0 0,-1 0 0,1-1 0,0 1 0,0 0 0,0 0 0,0 0 0,0 0 0,0 0 0,0 0 0,0-1 0,0 1 0,0 0 0,0 0 0,0 0 0,0 0 0,0-1 0,0 1 0,0 0 0,0 0 0,0 0 0,0 0 0,0 0 0,0-1 0,0 1 0,0 0 0,0 0 0,0 0 0,0 0 0,0 0 0,0-1 0,0 1 0,0 0 0,1 0 0,-1 0 0,0 0 0,0 0 0,0 0 0,0 0 0,0-1 0,0 1 0,0 0 0,1 0 0,-1 0 0,0 0 0,0 0 0,0 0 0,0 0 0,0 0 0,1 0 0,-1 0 0,0 0 0,0 0 0,24-3-18,36-2-429,-1-4 1,0-1 0,76-25 0,-96 21-539,52-26 0,-79 33 740,1 0 0,-2 0 0,1-1 0,-1-1 0,0 0 0,0 0 0,17-22 0,-27 30 287,0 0 0,0 1 0,0-1 0,-1 0 0,1 0 0,0 0 0,0 0 0,-1 0 0,1 0 0,-1-1 0,1 1 0,-1 0 0,0 0 0,1 0 0,-1 0 0,0-1 0,0 1 0,1 0 0,-1 0 0,0-1 0,0 1 0,-1 0 0,1 0 0,0 0 0,-1-3 0,0 3 84,0 0-1,0 1 0,0-1 1,0 0-1,-1 0 1,1 1-1,0-1 0,0 1 1,-1-1-1,1 1 0,0 0 1,-1-1-1,1 1 1,0 0-1,-1 0 0,1 0 1,-1 0-1,-1 0 1,-6 1 235,0 0 0,0 0 0,0 1 1,1 0-1,-14 6 0,13-4-342,0 0 0,1 1 0,0 0 0,0 1 0,-12 11 0,17-15-21,1 1 1,-1 0 0,1 0-1,-1 0 1,1 1 0,0-1-1,1 0 1,-1 1 0,0 0-1,1-1 1,0 1 0,0 0-1,0-1 1,0 1 0,1 0-1,-1 6 1,1-8-69,1 0 0,-1 0-1,0 0 1,1 1 0,-1-1 0,1 0-1,-1 0 1,1 0 0,0 0 0,0 0 0,0 0-1,0 0 1,0 0 0,1-1 0,-1 1 0,1 0-1,-1-1 1,1 1 0,-1-1 0,1 1-1,0-1 1,0 0 0,0 1 0,0-1 0,0 0-1,0 0 1,0-1 0,0 1 0,0 0 0,0-1-1,3 1 1,8 2-1014,1-1 0,0-1 0,0 0 0,15-2 0,-13 1-314,43 0-7257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5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 12806,'0'0'15556,"-21"-1"-12789,-61 2-1545,80-1-1213,1 0 1,-1 0 0,1 0-1,-1 1 1,1-1-1,0 0 1,-1 1 0,1-1-1,-1 1 1,1-1-1,0 1 1,-1 0 0,1-1-1,0 1 1,0 0-1,-1 0 1,1 0 0,0 0-1,0 0 1,0 0 0,0 0-1,0 1 1,0-1-1,1 0 1,-1 0 0,0 1-1,1-1 1,-1 1-1,1-1 1,-1 0 0,1 1-1,0-1 1,-1 1-1,1-1 1,0 1 0,0-1-1,0 1 1,0-1-1,1 3 1,-1 0-7,1 0 0,0 0 1,0 0-1,0 0 0,0 0 0,1 0 0,0 0 1,-1 0-1,5 4 0,-1-2-27,-1 0-1,1-1 1,-1 2-1,0-1 1,0 0 0,-1 1-1,0 0 1,5 12 0,-8-16 17,0-1 0,1 0 0,-1 1 0,0-1 0,0 1 0,0-1 0,-1 1 0,1-1 0,0 1 0,-1-1 0,0 0 0,0 1 0,1-1 0,-1 0 0,-1 0 0,1 0 0,0 0 0,0 1 1,-1-2-1,1 1 0,-1 0 0,0 0 0,0 0 0,1-1 0,-1 1 0,0-1 0,0 1 0,0-1 0,-1 0 0,-2 1 0,1 1-6,-6 3-11,0 0 0,-1-1-1,0 0 1,0 0-1,0-1 1,0 0 0,-1-1-1,-15 2 1,27-5-70,-1-1 0,1 1 1,0 0-1,0 0 0,0-1 0,0 1 0,-1 0 0,1 0 1,0-1-1,0 1 0,0 0 0,0 0 0,0-1 0,0 1 1,0 0-1,0-1 0,0 1 0,0 0 0,0 0 0,0-1 1,0 1-1,0 0 0,0-1 0,0 1 0,0 0 0,0 0 1,0-1-1,0 1 0,0 0 0,1 0 0,-1-1 0,0 1 1,0 0-1,0 0 0,0-1 0,1 1 0,-1 0 0,0 0 1,0 0-1,1-1 0,52-67-11968,-8 18 1490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6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17592,'0'0'15175,"-102"149"-15175,82-104 0,6-4 0,1-3 0,13-2 0,0-9 0,0-2 0,0-9 0,20-5 0,1-8 0,12-3 0,1 0-240,7-9-5155,-7-16-5506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6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7027,'0'0'21418,"169"-3"-21418,-101 3-1425,-1 3-2929,1-3-5810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6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16488,'0'0'13238,"0"167"-10629,0-103-2177,-21 1-432,1-4 0,0-2 0,-1-5 0,8-11 0,-1-7 0,1-11 0,-1-7 0,14-9-1505,-7-9-1904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6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8036,'0'0'23803,"16"13"-23014,47 41-650,-62-53-139,1 0 0,-1 0 0,0 1 0,0-1 0,1 0 0,-1 0 0,0 0 0,0 1 0,0-1 0,-1 1 0,1-1 0,0 1 0,0-1 0,-1 1 0,1-1 0,-1 1 0,1-1 0,-1 1 0,0 0 0,0-1 0,0 1 0,0 0 0,0-1 0,0 1 0,0 0 0,0-1 0,0 1 0,-1-1 0,1 1 0,-1 0 0,1-1 0,-1 1 0,0-1 0,0 0 0,0 1 0,0-1 0,1 1 0,-2-1 0,1 0 0,0 0 0,0 0 0,0 1 0,-2 0 0,-4 3 0,0-1 0,-1 0 0,1 0 0,-1 0 0,-15 4 0,22-8 0,-124 38-59,123-37-589,49-22-27090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7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43 18024,'0'0'13759,"-9"6"-12908,5-3-794,1-2-54,0 1 0,0-1 0,1 1 0,-1 0 0,1 0 0,0 0 0,-1 0 0,1 0 0,0 1 0,0-1 0,1 0 0,-1 1 0,0 0 1,1-1-1,-1 1 0,1 0 0,0 0 0,0 0 0,0 0 0,1 0 0,-1 0 0,1 0 0,-1 0 0,1 3 0,0-4-3,0-1 0,-1 1 0,1-1 0,0 1 0,1-1 0,-1 0 0,0 1 0,0-1 0,1 1 0,-1-1 0,0 0 0,1 1 0,-1-1 0,1 0 0,0 1 0,-1-1 0,1 0 0,0 0 0,0 0 0,0 0 0,0 0 0,0 0 0,0 0 0,0 0 0,2 1 0,1-1 0,-1 0 0,1 0 0,-1 0 0,1-1 0,-1 0 0,1 0 0,0 0 0,4 0 0,8-1 0,-12 1-28,0 0 0,0-1 1,1 1-1,-1-1 0,0 0 0,0-1 1,0 1-1,0-1 0,0 1 0,0-1 1,-1-1-1,1 1 0,-1 0 0,1-1 0,-1 0 1,0 1-1,0-1 0,0-1 0,0 1 1,0 0-1,-1-1 0,0 1 0,0-1 0,0 0 1,0 0-1,0 1 0,-1-1 0,1-1 1,-1 1-1,0 0 0,0 0 0,-1 0 1,0 0-1,1-1 0,-1 1 0,0 0 0,-1 0 1,-1-8-1,1 10 33,0 0 0,0 0 1,0 0-1,-1 0 0,1 0 0,-1 0 0,0 0 1,1 0-1,-1 0 0,0 1 0,0-1 1,0 1-1,0 0 0,0-1 0,-1 1 0,1 0 1,0 0-1,-1 0 0,1 1 0,0-1 1,-1 0-1,1 1 0,-1 0 0,1-1 0,-1 1 1,-2 0-1,-70 0-312,73 0 281,1 0-72,1 0 1,-1 0-1,0 0 0,0 0 1,0 1-1,0-1 0,1 0 1,-1 0-1,0 0 1,0 1-1,0-1 0,1 1 1,-1-1-1,0 0 0,1 1 1,-1-1-1,0 1 1,1-1-1,-1 1 0,1 0 1,-1-1-1,0 1 1,1 0-1,0-1 0,-1 1 1,1 0-1,-1 0 0,1-1 1,0 1-1,-1 1 1,0 16-9883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 12294,'0'0'19078,"-19"1"-17870,-63 6-1021,79-7-187,-1 1 0,1-1 0,0 1 0,-1 0 0,1 0 0,0 0 0,-1 0 0,1 0 0,0 1 0,0-1 0,0 1 0,0 0 0,1 0 0,-1 0 0,0 1 0,1-1 0,-1 0 0,1 1 0,0 0 0,0-1 0,0 1 0,0 0 0,0 0 0,1 0 0,-1 1 0,1-1 0,0 0 0,0 0 0,0 1 0,0 5 0,1-8 0,0 0 0,0-1 0,0 1 0,1 0 0,-1 0 0,0-1 0,1 1 0,-1 0 0,1 0 0,-1-1 0,0 1 0,1-1 0,0 1 0,-1 0 0,1-1 0,-1 1 0,1-1 0,0 1 0,-1-1 0,1 1 0,0-1 0,-1 0 0,1 1 0,0-1 0,0 0 0,1 1 0,24 4 0,-20-4 0,22 3-78,-14-2-132,0 0 0,0 1 0,22 7 0,-35-10 199,-1 0 0,1 0 0,-1 0 0,1 0-1,-1 1 1,1-1 0,-1 0 0,1 0 0,-1 1 0,1-1-1,-1 0 1,0 0 0,1 1 0,-1-1 0,1 0-1,-1 1 1,0-1 0,1 1 0,-1-1 0,0 0 0,0 1-1,1-1 1,-1 1 0,0-1 0,0 1 0,0-1 0,1 1-1,-1-1 1,0 1 0,0-1 0,0 1 0,0-1 0,0 1-1,0-1 1,0 1 0,0-1 0,0 1 0,0-1-1,0 1 1,-1-1 0,1 1 0,0-1 0,0 1 0,0-1-1,-1 1 1,1-1 0,0 0 0,0 1 0,-1-1 0,1 1-1,0-1 1,-1 0 0,1 1 0,-1-1 0,1 0 0,0 1-1,-1-1 1,1 0 0,-1 0 0,1 1 0,-1-1-1,1 0 1,-1 0 0,1 0 0,-2 0 0,-29 15 828,8-8-216,11-4-595,-1 1 0,2 0 0,-1 1 0,0 0 0,1 0 0,0 1 0,-19 14 0,53-19-17398,14-16 4511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7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3 2097,'0'0'27207,"-18"-1"-24240,-57-1-2471,72 3-496,0-1 0,0 1 0,0 0 0,-1 0 0,1 0 0,0 0 0,1 1 0,-1-1 0,0 1 0,0-1 0,1 1 0,-1 0 0,1 0 0,-1 1 0,1-1 0,0 0 0,0 1 0,0-1 0,0 1 0,-2 3 0,-2 3 0,4-7 0,0 1 0,1 0 0,-1 1 0,1-1 0,-1 0 0,1 0 0,0 0 0,1 1 0,-1-1 0,0 1 0,1-1 0,0 0 0,0 1 0,0-1 0,0 5 0,0 1 0,3-6-19,-1-1-1,0 1 1,0-1 0,1 0-1,0 0 1,-1 0 0,1 0-1,0 0 1,0-1 0,0 1-1,0-1 1,0 0 0,0 0 0,0 0-1,6 1 1,16 8-494,-24-9 400,1-1 1,-1 1-1,0 0 0,1 0 0,-1 0 0,0 0 0,0 0 0,0 0 0,1 0 1,-1 0-1,0 0 0,0 0 0,-1 0 0,1 1 0,0-1 0,0 0 0,0 3 1,-1-3 112,0 0 1,0 0 0,0-1 0,0 1 0,-1 0 0,1 0 0,0-1 0,0 1 0,-1 0-1,1-1 1,-1 1 0,1 0 0,0-1 0,-1 1 0,1 0 0,-1-1 0,0 1 0,1-1-1,-1 1 1,1-1 0,-1 1 0,0-1 0,1 0 0,-2 1 0,-9 4 586,0 0 0,-1-1 1,-21 4-1,4 0-177,28-7-992,4-1-584,0-1 0,0 1-1,0 0 1,0-1 0,0 1-1,0-1 1,0 0 0,0 0-1,-1 0 1,5-2-1,25-16-8271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8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12598,'0'0'20169,"0"77"-20169,0-61 0,0-5 0,0-4 0,0-3 0,14-4 0,-1 0-2577,8 0-3186,-8-11-4626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8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16872,'0'0'9908,"54"-9"-18776,-27 5-1665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15015,'0'0'8767,"-3"19"-3650,0 12-4039,-2 20-381,-1 1 1,-3-1-1,-26 82 1,27-113-698,7-14 0,-1-1 0,0 0 0,0 1 0,0-1 0,-1 0 0,-5 6 0,68-16 0,-56 5 0,54 2 0,-57-2 0,0 0 0,0 0 0,0 0 0,0 0 0,0 0 0,0 1 0,0-1 0,-1 0 0,1 0 0,0 1 0,0-1 0,0 0 0,0 1 0,0-1 0,-1 1 0,1-1 0,0 1 0,0 0 0,-1-1 0,1 1 0,0 0 0,-1-1 0,1 1 0,-1 0 0,1 0 0,-1 0 0,1-1 0,-1 1 0,0 0 0,1 0 0,-1 0 0,0 0 0,0 0 0,1 0 0,-1 0 0,0 0 0,0 0 0,0 0 0,0 0 0,0-1 0,0 1 0,-1 0 0,1 0 0,0 0 0,0 0 0,-1 0 0,1 0 0,-1 0 0,1 0 0,0-1 0,-1 1 0,-1 1 0,0 1 0,-2 1 0,1-1 0,0-1 0,-1 1 0,1 0 0,-1-1 0,0 0 0,0 0 0,0 0 0,0 0 0,0 0 0,0-1 0,-6 1 0,-60 13 0,25-9-1905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8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 20025,'0'0'8265,"-14"27"-4522,-6 10-2995,3-4-753,0 1 1,-17 54-1,-65 207 5,90-250-539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9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15255,'0'0'16416,"18"0"-15629,125 0-478,-141-1-320,-1 1 1,0-1-1,0 0 1,0 1-1,0-1 1,0 0-1,0 0 1,0 0-1,0 0 1,0 0-1,-1 0 1,1 0-1,0 0 1,-1 0-1,1 0 1,0 0-1,-1 0 1,1 0-1,-1-1 1,0 1-1,1 0 1,-1 0-1,0-1 0,0 1 1,0 0-1,0 0 1,0-1-1,0 1 1,0 0-1,-1-3 1,1 1-18,0-1-1,0 0 1,0 1 0,-1-1 0,1 1 0,-1-1 0,0 1-1,0 0 1,0-1 0,-1 1 0,-1-3 0,2 4 36,0 0 0,-1 1 0,1-1 0,-1 1-1,1-1 1,-1 1 0,0 0 0,0 0 0,1 0 0,-1 0 0,0 0 0,0 0 0,0 0 0,0 0 0,0 1 0,0-1 0,0 1 0,0 0 0,0 0 0,-1-1 0,1 1 0,0 0 0,0 1 0,0-1 0,0 0 0,0 1-1,0-1 1,0 1 0,0-1 0,0 1 0,0 0 0,0 0 0,0 0 0,0 0 0,1 0 0,-1 1 0,0-1 0,1 0 0,-1 1 0,-1 2 0,-2 1 20,0 0 0,1 1 0,0-1 1,0 1-1,1 0 0,0 0 0,0 0 0,0 1 0,1-1 1,-1 1-1,0 8 0,2-12-128,1-1-1,-1 0 1,1 1-1,0-1 1,0 1 0,0-1-1,0 0 1,0 1 0,1-1-1,-1 1 1,1-1-1,-1 0 1,1 1 0,0-1-1,0 0 1,0 0-1,0 0 1,1 0 0,-1 0-1,0 0 1,1 0-1,0 0 1,-1 0 0,1-1-1,0 1 1,0-1 0,0 1-1,0-1 1,0 0-1,0 0 1,0 1 0,0-2-1,1 1 1,2 1-1,8 1-1334,0 0 0,0-1 0,0-1 0,1 0 0,14-2-1,-20 1 470,38 0-12243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19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15463,'0'0'14316,"10"24"-11758,-5-11-2337,7 13-179,-2 0 0,-1 1-1,-1 0 1,7 48 0,-7-17-42,-3 0 0,-2 1 0,-9 111 0,3-159-50,0 0 0,0-1-1,-1 1 1,-1-1 0,1 0 0,-2 0 0,1 0 0,-1-1-1,-1 0 1,0 0 0,0-1 0,-1 1 0,0-2-1,0 1 1,-1-1 0,-14 9 0,-1 1-1357,-1-2-1,-1-1 1,-1-1-1,0-2 1,-31 10-1,4-5-19660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0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1 616 1169,'3'1'19491,"20"-1"-13640,-9-38-3290,-5 6-2102,34-57-66,-21 47-445,31-87-1,-37 62-91,-13 49 57,1 1 0,1 0 0,0 0 0,15-31 0,-20 48 91,0 0-1,0 0 1,0 0 0,0 0-1,0 0 1,0 0 0,0 0-1,0-1 1,0 1 0,0 0-1,0 0 1,1 0 0,-1 0 0,0 0-1,0 0 1,0 0 0,0 0-1,0 0 1,0 0 0,0 0-1,0 0 1,1 0 0,-1 0-1,0 0 1,0 0 0,0 0-1,0 0 1,0 0 0,0 0-1,1 0 1,-1 0 0,0 0-1,0 0 1,0 0 0,0 0-1,0 0 1,0 0 0,0 0-1,1 0 1,-1 0 0,0 0 0,0 0-1,0 0 1,0 0 0,0 0-1,0 0 1,0 0 0,0 1-1,0-1 1,1 0 0,-1 0-1,0 0 1,0 0 0,0 0-1,0 0 1,0 0 0,0 0-1,0 1 1,0-1 0,0 0-1,0 0 1,0 0 0,0 0-1,0 0 1,0 0 0,0 1-1,0-1 1,0 0 0,4 19 270,3 41 309,-4-28-197,29 121 1538,-26-127-1818,-5-19-106,0-5 0,-1 0 0,0 0 0,1 0 0,-1 0 0,1 0 0,0 0 0,-1 0 0,1 0 0,0 0 0,0-1 0,0 1 0,0 0 0,1-1 0,-1 1 0,0 0 0,1-1 0,-1 0 0,1 1 0,0-1 0,-1 0 0,4 2 0,-4-2 0,0-1 0,0 0 0,0 1 0,1-1 0,-1 0 0,0 0 0,0 0 0,0 0 0,0 0 0,0 0 0,0 0 0,0 0 0,0 0 0,0-1 0,0 1 0,0 0 0,0-1 0,0 1 0,0-1 0,0 1 0,0-1 0,0 1 0,0-1 0,1-1 0,21-21 0,-16 15 0,68-71 0,111-126 0,-151 166 0,-26 32 0,-2-1 0,1-1 0,-1 1 0,0-1 0,-1 0 0,0-1 0,6-11 0,-12 21 0,0 0 0,0 0 0,0 0 0,0 0 0,0 0 0,0 0 0,0 0 0,0 1 0,0-1 0,0 0 0,0 0 0,0 0 0,0 0 0,0 0 0,1 0 0,-1 0 0,0 0 0,0 0 0,0 0 0,0 0 0,0 0 0,0 0 0,0 0 0,0 0 0,1 0 0,-1 0 0,0 0 0,0 0 0,0 0 0,0 0 0,0 0 0,0 0 0,0 0 0,0 0 0,1 0 0,-1 0 0,0 0 0,0 0 0,0 0 0,0 0 0,0 0 0,0 0 0,0 0 0,0 0 0,0 0 0,1 0 0,-1 0 0,0 0 0,0-1 0,1 13 0,-3 37 0,-12 67 0,6-66 0,-2 73 0,2-73-808,6-44 376,1 1-1,-1-1 1,1 1 0,0-1 0,1 1 0,-1-1-1,1 1 1,0 0 0,1-1 0,2 12-1,6-13-6671,15-4-5873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1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12534,'0'0'19753,"108"-14"-19449,-74 14-128,7 0-176,-1 0-1153,1 0-4657,6-4-13367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1 572 2961,'0'0'13358,"6"1"-10340,-5-1-2747,1 0 1,0 1-1,0-1 1,0 0-1,-1 0 1,1 0-1,0-1 1,0 1-1,0 0 1,-1-1-1,1 1 1,0-1-1,-1 1 1,1-1-1,3-2 1,-3 1 89,1-1 0,-1 1 0,1-1 0,-1 1 1,0-1-1,0 0 0,0 0 0,-1 0 0,3-5 0,18-33 448,1 2 0,35-44-1,30-50-846,-77 113 6,25-44-914,36-90 1,-72 154 954,0 0 0,0 0 0,0 0 0,0 0 0,0 1 0,1-1 0,-1 0 1,0 0-1,0 0 0,0 0 0,0 0 0,0 0 0,0 0 0,0 0 0,0 0 0,0 1 1,0-1-1,0 0 0,1 0 0,-1 0 0,0 0 0,0 0 0,0 0 0,0 0 0,0 0 1,0 0-1,0 0 0,1 0 0,-1 0 0,0 0 0,0 0 0,0 0 0,0 0 0,0 0 1,0 0-1,1 0 0,-1 0 0,0 0 0,0 0 0,0 0 0,0 0 0,0 0 0,0 0 1,0 0-1,0 0 0,1-1 0,-1 1 0,0 0 0,3 25 297,-2 36 241,-1 299 2038,9-364-3116,187-175-1375,-111 98 491,77-85 38,-162 166 1448,0 1 1,0-1-1,0 0 0,0 0 0,0 0 1,0 0-1,0 0 0,0 1 0,0-1 0,0 0 1,0 0-1,0 0 0,0 0 0,0 0 1,0 0-1,0 1 0,1-1 0,-1 0 1,0 0-1,0 0 0,0 0 0,0 0 1,0 0-1,0 0 0,0 1 0,1-1 0,-1 0 1,0 0-1,0 0 0,0 0 0,0 0 1,0 0-1,0 0 0,1 0 0,-1 0 1,0 0-1,0 0 0,0 0 0,0 0 1,1 0-1,-1 0 0,0 0 0,0 0 0,0 0 1,0 0-1,0 0 0,1 0 0,-1 0 1,0 0-1,0 0 0,0-1 0,0 1 1,0 0-1,0 0 0,1 0 0,-1 0 1,0 0-1,0 0 0,0 0 0,0 0 0,0-1 1,0 1-1,0 0 0,0 0 0,0 0 1,0 0-1,0 0 0,1-1 0,-2 22 1177,-12 31-1112,1-26-111,-12 21-19,3 1 0,2 0 1,2 1-1,-15 77 0,31-125-238,1 1-1,-1-1 1,1 0 0,0 1-1,-1-1 1,1 1-1,0-1 1,0 1 0,0-1-1,0 0 1,0 1 0,1-1-1,-1 1 1,0-1-1,1 0 1,-1 1 0,1-1-1,-1 1 1,1-1 0,-1 0-1,1 0 1,0 1 0,0-1-1,0 0 1,0 0-1,0 0 1,0 0 0,0 0-1,0 0 1,0 0 0,0 0-1,3 0 1,-1 0-497,0-1 1,0 0-1,0 0 0,0-1 1,0 1-1,-1-1 1,1 1-1,0-1 0,0 0 1,0 0-1,0 0 1,-1 0-1,1-1 0,-1 1 1,1-1-1,2-2 0,29-25-10398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10885,'0'0'16261,"-9"10"-14439,2-3-1589,1-2-22,1 0 1,0 0-1,0 0 1,1 1 0,-1 0-1,1-1 1,1 1 0,-1 1-1,1-1 1,0 1-1,0-1 1,1 1 0,0 0-1,-3 13 1,5-17-185,0 0-1,-1 1 1,1-1 0,1 1 0,-1-1-1,0 0 1,1 1 0,0-1 0,-1 0-1,1 1 1,1-1 0,-1 0 0,3 6-1,-1-8-75,0 1-1,-1-1 1,1 1 0,0-1-1,0 0 1,0 0-1,0 0 1,0 0 0,0-1-1,0 1 1,0-1-1,0 0 1,0 0-1,0 0 1,5-1 0,-4 1-38,-1-1 1,1 1-1,-1-1 1,0 0-1,1 0 1,-1 0-1,0-1 1,0 1-1,0-1 1,0 0-1,0 0 1,0 0-1,0 0 0,0 0 1,-1 0-1,0-1 1,1 0-1,-1 1 1,0-1-1,0 0 1,0 0-1,0 0 1,-1 0-1,1 0 1,-1 0-1,0-1 1,0 1-1,0-1 1,0 1-1,0-6 1,0 5 70,-1 0 1,1 0-1,-1-1 1,0 1-1,0 0 1,0 0 0,0 0-1,-1-1 1,1 1-1,-1 0 1,0 0-1,-1 0 1,1 0-1,-1 0 1,1 0-1,-1 1 1,0-1-1,-1 0 1,1 1-1,-1 0 1,1-1-1,-1 1 1,0 0 0,0 0-1,-7-4 1,-7 3-48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2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2097,'0'0'28066,"-19"10"-27572,-58 31-222,59-24-199,18-5-26,24 4 46,-20-14-58,9 4 142,-2-1-435,0 0 1,-1 1-1,1 0 1,14 13-1,-23-18 198,0 1-1,0-1 1,-1 1 0,1 0-1,0 0 1,-1 0 0,0 0-1,1 0 1,-1 0-1,0 0 1,0 0 0,0 0-1,0 0 1,-1 0-1,1 1 1,-1-1 0,1 0-1,-1 1 1,0-1-1,0 0 1,0 1 0,0-1-1,0 1 1,0-1 0,-1 0-1,1 0 1,-1 1-1,1-1 1,-1 0 0,-2 4-1,1-3 20,-1 0-1,0-1 0,0 1 1,0-1-1,0 0 0,0 0 1,-1 0-1,1 0 0,-1 0 1,1-1-1,-1 1 0,0-1 1,1 0-1,-1 0 0,0-1 1,0 1-1,0-1 0,1 1 1,-1-1-1,-5-1 0,7-43-14178,2 11 2834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2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20201,'0'0'6051,"-95"124"-2385,68-76-2418,7 1-255,-1-1-385,15-5-608,-1-10 0,7-3 0,0-10 0,0-9 0,7-2 0,6-6-432,14-3-753,14 0-768,13 0-2112,0-7-3171,0-18-7859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9236,'0'0'5315,"142"0"-5956,-87-2-4769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3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5507,'0'0'21321,"-14"20"-17794,7-9-2927,-21 31 306,-44 88 0,60-104-906,6-14 0,0 1 0,1-1 0,1 1 0,0 0 0,0 0 0,1 1 0,-2 25 0,5-38 0,1-1 0,-1 1 0,0-1 0,0 1 0,1 0 0,-1-1 0,0 1 0,1-1 0,-1 1 0,0-1 0,1 1 0,-1-1 0,1 1 0,-1-1 0,1 0 0,-1 1 0,1-1 0,-1 1 0,1-1 0,-1 0 0,1 0 0,-1 1 0,1-1 0,0 0 0,-1 0 0,1 0 0,0 0 0,-1 1 0,1-1 0,-1 0 0,2 0 0,25 1 0,-20-2 0,33 2 0,58-2 0,-74-9-2572,-22 8 1864,0 1 1,0-1 0,-1 0 0,1 0 0,-1 0 0,1 0 0,-1 0-1,0 0 1,0 0 0,0 0 0,0 0 0,0-1 0,1-2 0,3-10-10688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3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15959,'0'0'16808,"0"57"-16808,-7-39 0,0 0 0,0-2 0,1-5 0,-1-2-2737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3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17432,'0'0'5458,"41"-5"-18119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4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 15975,'0'0'5264,"-11"22"-662,-9 26-2870,2 1-1,3 0 1,-16 82-1,25-99-1731,-15 45 0,-1 4 0,16-61 0,3-24 0,3 0 0,1 1 0,-1-1 0,1 1 0,-1 0 0,1-1 0,0 1 0,0 0 0,1 0 0,-1 0 0,4-5 0,69-97-388,-65 94 330,0 0 1,1 1-1,0 0 1,1 1-1,0 1 1,0-1-1,15-7 1,-25 15 60,0 1 0,0-1 1,0 1-1,0-1 1,-1 1-1,1-1 0,0 1 1,0-1-1,0 1 1,0 0-1,0 0 1,0-1-1,0 1 0,0 0 1,0 0-1,1 0 1,-1 0-1,0 0 0,0 0 1,0 1-1,0-1 1,0 0-1,0 0 0,0 1 1,0-1-1,1 1 1,-1 0 12,-1 1 1,1-1-1,-1 0 0,1 0 1,-1 0-1,0 0 1,1 1-1,-1-1 1,0 0-1,0 0 1,0 1-1,0-1 1,0 0-1,0 1 0,0-1 1,0 0-1,-1 3 1,-2 5 75,0 0 0,0 0 0,0 0 0,-8 12 0,5-12-92,-1-1 0,1 0 0,-2-1 0,1 0 0,-13 10 0,2-2 0,17-14 0,-1 0 0,1 0 0,0 1 0,0-1 0,0 0 0,0 1 0,0-1 0,0 0 0,0 1 0,0-1 0,1 1 0,-1-1 0,0 1 0,1 0 0,-1-1 0,1 1 0,0-1 0,0 1 0,-1 0 0,1 0 0,0-1 0,0 1 0,1 0 0,-1-1 0,0 1 0,1 0 0,-1-1 0,1 1 0,-1-1 0,1 1 0,-1-1 0,1 1 0,0-1 0,0 1 0,0-1 0,0 0 0,0 1 0,0-1 0,0 0 0,1 0 0,-1 0 0,0 0 0,1 0 0,-1 0 0,1 0 0,-1 0 0,1-1 0,-1 1 0,1 0 0,-1-1 0,1 1 0,0-1 0,-1 0 0,1 0 0,0 1 0,-1-1 0,4-1 0,87 6-4479,-84-5 3584,0-1 1,0 1-1,0-1 0,0-1 1,0 0-1,-1 0 1,1 0-1,-1-1 1,10-5-1,-1-5-8795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4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44 3762,'0'0'23280,"6"-1"-21146,116 0 1120,-54 3-3056,-68-2-202,1 0 0,-1 0 0,0 0 0,0 0 0,1 0 0,-1 0 0,0 0 0,0 0 0,1 0 0,-1-1 0,0 1 0,0 0-1,1 0 1,-1 0 0,0 0 0,0 0 0,0 0 0,1 0 0,-1-1 0,0 1 0,0 0 0,0 0 0,1 0 0,-1 0 0,0-1 0,0 1 0,0 0 0,0 0-1,1-1 1,-1 1 0,0 0 0,0 0 0,0 0 0,0-1 0,0 1 0,0 0 0,0-1 0,0 1 0,0 0 0,0 0 0,0-1 0,0 1 0,0 0 0,0 0-1,0-1 1,0 1 0,0 0 0,0 0 0,0-1 0,0 1 0,-1 0 0,1 0 0,0 0 0,0-1 0,0 1 0,0 0 0,0 0 0,-1 0 0,1-1 0,0 1-1,0 0 1,0 0 0,-1 0 0,1 0 0,0 0 0,-1-1 0,-5-3 19,0 0 0,-1 1 0,1 0-1,-1 0 1,0 0 0,0 1 0,0 0-1,0 0 1,0 1 0,0 0 0,-10 0 0,11 0 1,0 0 1,0 1 0,0 0-1,0 0 1,0 1 0,0 0-1,0 0 1,0 0 0,0 1-1,0-1 1,1 1 0,-1 1-1,-10 5 1,14-5-89,0 0-1,0 0 1,0 0 0,0 0-1,1 0 1,-1 1 0,1-1-1,0 1 1,-1-1 0,2 1-1,-1-1 1,0 1 0,1-1-1,0 1 1,0 0 0,0-1-1,0 1 1,0 0 0,1-1-1,-1 1 1,1-1 0,0 1-1,0-1 1,1 1 0,-1-1-1,1 1 1,0-1 0,-1 0-1,1 0 1,1 0 0,-1 0-1,0 0 1,1-1 0,-1 1-1,1-1 1,0 0 0,0 1-1,0-1 1,0 0 0,0-1-1,1 1 1,-1-1 0,6 3-1,-1-3-1480,-1-1-1,1 0 1,-1 0-1,1 0 1,0-1-1,-1 0 1,1 0-1,-1-1 1,11-3-1,16-17-7693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21930,'0'0'8313,"-18"19"-6114,-58 67-1874,68-75-325,1 0 0,-1 0 0,2 0 0,0 1 0,0 0 0,1 0 0,1 1 0,-6 23 0,6-10 0,1 0 0,1 46 0,2-57 0,0-11-98,0 0 1,0 1-1,1-1 1,-1 0-1,1 0 0,0 0 1,0 0-1,0 0 0,0 0 1,1 0-1,0 0 1,-1 0-1,2-1 0,-1 1 1,0 0-1,1-1 0,-1 0 1,1 0-1,0 0 1,0 0-1,0 0 0,1 0 1,-1-1-1,7 4 1,-6-4-339,1-1 0,-1 1 0,1-1 0,0 0 1,-1 0-1,1-1 0,0 0 0,-1 1 0,1-2 1,0 1-1,0 0 0,-1-1 0,1 0 0,7-2 1,15-10-14039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5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12822,'0'0'19945,"74"20"-19945,-60-11 0,-8 0 0,8-2 0,-7-3-176,0 1-3042,6-5-2320,1 0-4995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5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712 1 12550,'0'0'18558,"-16"22"-17134,-1 1-1219,5-9-201,1 1 0,1 0-1,1 0 1,0 1 0,1 0 0,0 1-1,-7 26 1,-5 28-4,9-31 0,-1 1 0,-33 71 0,39-100 0,-1 0 0,0-1 0,0 0 0,-1-1 0,-1 0 0,0 0 0,0 0 0,-1-1 0,0-1 0,0 0 0,-1 0 0,0-1 0,-19 9 0,13-9-468,-2 0 0,1-1 1,-1-1-1,0-1 0,-27 3 0,-101-2-5876,68-5-2001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6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96,'0'0'20983,"0"14"-18617,0 269 3800,-3-245-5123,-4-21-3438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6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6851,'0'0'17958,"21"-7"-16011,66-21-653,-80 25-1123,1 2 0,0-1 0,-1 1 0,1 0 0,0 0 0,0 1 0,0 0 0,0 1 0,0 0 0,-1 0 1,11 3-1,-15-3-129,0 0 1,-1 0 0,1 0-1,-1 0 1,1 0 0,-1 1-1,0-1 1,0 1-1,1 0 1,-1 0 0,0-1-1,0 1 1,-1 1 0,1-1-1,0 0 1,-1 0 0,1 1-1,-1-1 1,0 1 0,0-1-1,0 1 1,0-1 0,0 1-1,-1 0 1,1-1 0,-1 1-1,1 0 1,-1 4 0,0-3 14,1 1 0,-1 0 0,0 0 0,-1 0 0,1 0 0,-1 0 0,0 0 0,0-1 1,0 1-1,-1 0 0,1-1 0,-1 1 0,-1-1 0,1 0 0,0 1 0,-1-1 0,0 0 0,0 0 0,0-1 1,-1 1-1,1-1 0,-1 1 0,0-1 0,-7 5 0,-9 5-57,0-1 0,-31 15 0,51-27 0,-1 0 0,1 0 0,0 0 0,-1 0 0,1 0 0,0 1 0,-1-1 0,1 0 0,0 0 0,-1 1 0,1-1 0,0 0 0,-1 0 0,1 1 0,0-1 0,0 0 0,0 1 0,-1-1 0,1 0 0,0 1 0,0-1 0,0 0 0,-1 1 0,1-1 0,0 0 0,0 1 0,0-1 0,0 1 0,0-1 0,0 0 0,0 1 0,0-1 0,0 1 0,0-1 0,0 0 0,0 1 0,0-1 0,1 1 0,-1-1 0,0 0 0,0 1 0,0-1 0,0 0 0,1 1 0,-1-1 0,0 0 0,0 1 0,1-1 0,-1 0 0,16 13 0,29 5-206,-32-13 48,0-1-1,0 1 1,-1 1-1,1 0 1,-1 1-1,0 1 1,-1 0-1,0 0 1,0 1-1,-1 0 1,12 14-1,-21-21 166,1-1-1,-1 1 1,0 0-1,0-1 1,0 1-1,0 0 1,-1 0-1,1 0 1,0 0-1,-1 0 1,0 0-1,1 0 1,-1 0-1,0 0 1,0 0-1,0 0 1,0 0-1,0 0 1,0 0-1,-1 0 1,0 3-1,-1-2 48,1 0 0,-1 0 0,0 0 0,0 0-1,0-1 1,0 1 0,-1-1 0,1 1 0,-1-1-1,1 0 1,-7 3 0,-6 4 264,-1-1 1,0-1-1,-33 10 1,37-13-274,4-1-45,-32 6 0,39-9-32,1 0 0,0 0 0,-1 0 0,1 0 0,0 0 0,-1 0 0,1 0 1,0 0-1,-1 0 0,1 0 0,0 0 0,0 0 0,-1-1 0,1 1 0,0 0 0,-1 0 0,1 0 0,0 0 0,0-1 0,-1 1 0,1 0 1,0 0-1,0-1 0,-1 1 0,1 0 0,0 0 0,0-1 0,0 1 0,0 0 0,-1 0 0,1-1 0,0 1 0,0 0 0,0-1 0,0 1 1,0 0-1,0-1 0,0 1 0,0 0 0,0-1 0,0 1 0,0 0 0,0-1 0,0 1 0,0 0 0,0-1 0,5-11-4262,20-14-3645,14-5-4819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6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20569,'0'0'9381,"149"0"-9125,-115 0-256,6 0-240,-6 0-1681,7-7-3410,-1-7-8083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7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14983,'0'0'14839,"0"149"-13527,-7-104-191,1-2-609,-1-5-512,7-4 0,0-7 0,0-4 0,0-10-336,-7-4-1233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7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39 10981,'0'0'5704,"21"-6"-1369,4-4-2836,-15 6-893,1 0 1,0 0-1,0 1 1,0 1 0,1 0-1,-1 0 1,0 1 0,17 1-1,-24 0-471,1 1 1,0 0-1,-1 0 0,1 0 1,-1 0-1,0 1 0,1-1 1,-1 1-1,0 0 0,0 1 1,0-1-1,0 1 0,-1 0 1,1 0-1,-1 0 0,1 0 1,-1 0-1,0 1 0,0 0 1,-1-1-1,1 1 0,-1 0 1,0 0-1,0 0 0,0 1 1,1 4-1,-1-4-85,0 1 1,0-1-1,-1 0 1,0 1-1,0-1 0,0 1 1,-1 0-1,0-1 0,0 1 1,0-1-1,-1 1 1,0-1-1,0 1 0,0-1 1,-1 1-1,1-1 0,-1 0 1,-1 0-1,1 0 1,-1 0-1,-5 8 0,-1-3-45,-1-1-1,0 0 0,0 0 1,-1-1-1,0 0 0,-21 11 1,-78 27-18,71-32 1,9 6-2998,19-11-3190,-2-2-3890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7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9524,'0'0'19679,"15"7"-18439,1 1-994,0-2 0,1 0 0,-1-1 0,25 5-1,-33-9-190,-1 0-1,0 0 0,0-1 1,1 1-1,-1-2 0,0 1 1,0-1-1,1 0 1,-1-1-1,0 0 0,0 0 1,0 0-1,0-1 0,-1 0 1,1 0-1,7-6 0,-13 9-55,0-1 1,0 0-1,1 1 0,-1-1 0,0 0 0,0 0 1,0 0-1,-1 0 0,1 0 0,0 0 0,0 0 1,0 0-1,-1 0 0,1-1 0,-1 1 0,1 0 1,-1 0-1,1-1 0,-1-1 0,0 2-2,0 1 0,0-1 0,0 0 0,-1 0 0,1 1 0,0-1 0,-1 0 0,1 0 0,-1 1 0,1-1 0,-1 0 0,1 1 0,-1-1 0,1 1 0,-1-1 0,0 1 0,1-1 0,-1 1 0,0-1 0,0 1 0,1-1 0,-2 1 0,-3-2-2,-1 0-1,1 0 0,-1 1 0,1 0 1,-1 0-1,0 0 0,-5 0 1,-20 0 28,14 0 32,0 1 0,-31 3 0,44-3-49,1 1 0,0 0-1,-1-1 1,1 1-1,0 0 1,-1 1 0,1-1-1,0 1 1,0-1 0,0 1-1,0 0 1,0 0 0,1 0-1,-1 1 1,0-1-1,1 0 1,0 1 0,-1 0-1,-1 3 1,3-3-23,0-1 1,0 0-1,0 1 1,1-1-1,-1 0 0,1 1 1,0-1-1,-1 1 1,1-1-1,0 1 1,0-1-1,1 1 0,-1-1 1,1 1-1,-1-1 1,1 0-1,0 1 0,-1-1 1,1 0-1,0 1 1,1-1-1,-1 0 0,0 0 1,1 0-1,-1 0 1,1 0-1,0 0 1,-1-1-1,1 1 0,3 2 1,2 2-303,1 0 1,0 0-1,1-1 1,-1 0-1,19 8 1,-16-9-1589,0 0 0,1 0 0,0-2 0,17 3 0,18-3-6943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8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16 15191,'0'0'15095,"-16"-3"-12950,-49-9-1809,63 12-336,0 0 0,1-1 0,-1 1 0,0 0 0,1 0 0,-1 0 0,0 1 0,1-1 0,-1 0 0,0 1 0,1-1 0,-1 1 0,0-1 0,1 1 0,-1 0 0,1-1 0,-1 1 0,1 0 0,0 0 0,-1 0 0,1 0 0,0 0 0,0 1 0,-1-1 0,1 0 0,0 1 0,0-1 0,0 0 0,1 1 0,-1-1 0,0 1 0,1 0 0,-1-1 0,0 1 0,1-1 0,-1 4 0,0 1 0,1 0 0,-1 0 0,1 0 0,0 0 0,0 0 0,1 0 0,1 10 0,2-4 0,-2-6 0,-1 0 0,1 1 0,-1-1 0,0 0 0,-1 0 0,1 1 0,-1 6 0,-1-11 0,0 0 0,1 0 0,-1 0 0,0 0 0,0 0 0,0 0 0,0 0 0,0-1 0,0 1 0,-1 0 0,1 0 0,0-1 0,-1 1 0,0-1 0,1 1 0,-1-1 0,0 0 0,0 0 0,1 0 0,-1 0 0,0 0 0,0 0 0,0 0 0,0-1 0,-3 1 0,-3 2-46,0-1 0,0 0 1,-1-1-1,1 0 0,-11 0 0,18-4-2593,2 1 1939,-1 1-1,0-1 1,0 1-1,1-1 1,-1 1-1,1-1 1,0 1-1,-1-1 1,1 1-1,0-1 1,0 1-1,0 0 1,0 0-1,0-1 1,0 1-1,0 0 1,0 0-1,2-1 1,22-20-10049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8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0 16231,'0'0'15792,"-12"3"-15117,0 0-658,1 0 0,0 1 1,1 0-1,-19 10 0,27-12-17,-1-1-1,1 0 1,-1 1-1,1-1 1,0 1-1,0 0 1,0 0-1,0-1 0,0 1 1,0 1-1,0-1 1,1 0-1,-1 0 1,1 1-1,-1-1 1,1 1-1,0-1 1,0 1-1,0 0 0,1-1 1,-1 1-1,0 0 1,1-1-1,0 1 1,0 0-1,0 0 1,0 0-1,0-1 1,0 1-1,1 0 1,0 3-1,2-2 1,0-1 0,1-1 0,-1 1 0,1 0 0,-1-1 0,1 1 0,0-1 0,0 0 0,0-1 0,0 1 0,0-1 0,0 1 0,0-1 0,7 0 0,12 7 0,-21-8 0,0 1 0,0-1 0,-1 1 0,1 0 0,0 0 0,0 0 0,-1 0 0,1 0 0,0 0 0,-1 0 0,1 1 0,-1-1 0,0 0 0,1 1 0,-1-1 0,0 1 0,0 0 0,0-1 0,0 1 0,0 0 0,0 0 0,-1-1 0,1 1 0,-1 0 0,1 0 0,-1 0 0,0 0 0,1 0 0,-1 0 0,0 4 0,-1-4 0,0 1 0,0 0 0,-1 0 0,1 0 0,-1-1 0,1 1 0,-1 0 0,0-1 0,0 0 0,0 1 0,0-1 0,0 0 0,0 0 0,-1 0 0,1 0 0,-1-1 0,1 1 0,-6 2 0,-37 14 0,43-14-104,29-24-18649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8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15383,'0'0'17384,"-68"126"-17384,62-110 0,-1-3 0,-7-1 0,8-8-1233,-8-4-4353,0 0-5043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9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19081,'0'0'9460,"27"127"-11589,-27-84-1393,0-3-2960,-6-4-2339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9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8308,'0'0'23920,"6"13"-23410,0-1-484,17 54-23,-22-65-3,-1 1 0,0-1 0,0 0 0,0 0 0,1 0 0,-1 0 0,0 0 0,1 0 0,-1 0 0,1 0 0,-1 0 0,1 0 0,0 0 0,-1 0 0,1 0 0,0 0 0,0-1 0,0 1 0,-1 0 0,1 0 0,0-1 0,0 1 0,0-1 0,0 1 0,0-1 0,0 1 0,0-1 0,0 0 0,0 1 0,1-1 0,-1 0 0,0 0 0,0 0 0,0 0 0,0 0 0,0 0 0,0 0 0,1 0 0,-1 0 0,0 0 0,0-1 0,0 1 0,0-1 0,0 1 0,0 0 0,0-1 0,0 0 0,1 0 0,8-5 0,-1 0 0,-1-1 0,1 0 0,9-11 0,0 1 0,63-35 0,-54 94 0,-24-39 0,0 1 0,1-1 0,0 0 0,-1-1 0,1 1 0,0-1 0,0 0 0,1 0 0,-1 0 0,0 0 0,1-1 0,-1 1 0,1-1 0,-1-1 0,1 1 0,0 0 0,-1-1 0,1 0 0,0 0 0,-1-1 0,1 1 0,0-1 0,6-2 0,-9 3 0,-1-1 0,1 0 0,-1 0 0,1 1 0,-1-1 0,1 0 0,-1 0 0,0 0 0,0 0 0,1-1 0,-1 1 0,0 0 0,1-2 0,-1 2 0,0-1 0,0 1 0,0 0 0,0 0 0,0 0 0,0 0 0,0 0 0,1 0 0,-1 0 0,0 0 0,1 1 0,-1-1 0,0 0 0,1 1 0,-1-1 0,1 1 0,-1 0 0,1-1 0,-1 1 0,1 0 0,-1 0 0,1 0 0,2 0 0,-3 1-11,0-1-1,-1 1 1,1-1 0,-1 1 0,1-1-1,-1 1 1,1-1 0,-1 1-1,1 0 1,-1-1 0,0 1-1,1 0 1,-1-1 0,0 1 0,1 0-1,-1 0 1,0-1 0,0 1-1,0 0 1,0 0 0,0-1 0,0 1-1,0 0 1,0 0 0,0 1-1,-1 29-2734,1-24 287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9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21978,'0'0'10789,"-28"102"-10789,28-91 0,0-4 0,0 2 0,0-5 0,0-1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29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17448,'0'0'14455,"0"63"-14455,0-36-785,0 5-1856,0-7-3218,6-7-5634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0 20041,'0'0'8369,"-20"5"-4730,-61 15-2921,80-20-718,0 1 0,-1-1 0,1 0 0,0 1 0,0-1 0,0 1 0,0-1 0,0 1 0,0-1 0,0 1 0,0 0 0,0 0 0,0-1 0,0 1 0,0 0 0,1 0 0,-1 0 0,0 0 0,0 0 0,1 0 0,-1 0 0,1 0 0,-1 0 0,1 0 0,0 1 0,-1-1 0,1 0 0,0 0 0,0 0 0,-1 0 0,1 1 0,0-1 0,0 0 0,0 0 0,1 0 0,-1 3 0,1-2 0,0 0 0,-1 0 0,1 1 0,0-1 0,1 0 0,-1 0 0,0 0 0,0 0 0,1 0 0,-1-1 0,3 3 0,4 1 0,0 1 0,-1-1 0,0 1 0,0 1 0,0-1 0,10 14 0,-16-18 0,0 0 0,0-1 0,0 1 0,0 0 0,0 0 0,-1 0 0,1-1 0,0 1 0,-1 0 0,0 0 0,1 0 0,-1 0 0,0 0 0,0 0 0,0 0 0,0 0 0,0 0 0,-1 0 0,1 0 0,0 0 0,-1 0 0,0 0 0,1 0 0,-1 0 0,0 0 0,0-1 0,0 1 0,0 0 0,0-1 0,-1 1 0,1-1 0,0 1 0,-1-1 0,1 1 0,-1-1 0,1 0 0,-4 2 0,-4 3-116,0 0 1,0 0-1,-1-1 1,0-1-1,0 1 1,0-1-1,-1-1 1,1 0-1,-22 3 1,35-31-13099,14-9-1182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22266,'0'0'10501,"0"151"-10501,0-97 0,0 1 0,0-3 0,-7-3 0,-6-1 0,-1-10 0,-6-4 0,0-7 0,-1-7 0,-6-6 0,0-5-1921,0-9-4306,0 0-5506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0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17688,'0'0'3826,"22"-4"394,42-6-703,93-1-1,-134 11-3516,-7-1 0,0 1 0,1 0 0,-1 2 0,24 4 0,-38-6 0,1 1 0,0 0 0,0 0 0,0 0 0,-1 0 0,1 0 0,-1 1 0,1-1 0,-1 1 0,1-1 0,-1 1 0,0 0 0,0 0 0,0 0 0,0 0 0,0 1 0,0-1 0,0 0 0,-1 1 0,1-1 0,-1 1 0,0 0 0,0-1 0,0 1 0,0 0 0,0 0 0,-1-1 0,1 1 0,-1 0 0,1 6 0,-1 0-15,-4 48-730,4-55 636,0 1 0,-1-1 0,1 0 0,-1 0 1,0 0-1,1 0 0,-1 0 0,0 0 0,0 0 1,0 0-1,-1 0 0,1-1 0,0 1 0,-1 0 1,1-1-1,-1 1 0,1-1 0,-1 1 0,0-1 1,0 0-1,0 0 0,-2 2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1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18713,'0'0'14054,"0"63"-14054,0-34 0,0-2-1617,0 5-1488,0-5-2402,0-7-5442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1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13654,'0'0'17136,"-6"13"-15434,4-7-1568,-1 1-122,0 0 0,0-1-1,-1 1 1,1-1 0,-1 0 0,-1 0-1,1 0 1,-1-1 0,0 0 0,0 0-1,-10 7 1,5-4-12,-33 27 0,41-33 0,0-1 0,1 1 0,0 0 0,-1 0 0,1 0 0,0 0 0,0 0 0,0 1 0,0-1 0,1 0 0,-1 0 0,0 1 0,1-1 0,0 0 0,0 1 0,-1-1 0,1 0 0,0 1 0,1-1 0,0 4 0,0-4 0,0 1 0,1-1 0,0 0 0,-1 0 0,1-1 0,0 1 0,0 0 0,0 0 0,0-1 0,0 0 0,0 1 0,1-1 0,-1 0 0,0 0 0,1 0 0,-1 0 0,0 0 0,1-1 0,2 1 0,51 11 0,-56-12 0,17 2 105,9 2-1323,-7-3-2394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2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71 2161,'0'0'12672,"1"-12"-10953,4-35-63,-1 36 6687,-3 22-5357,-2 0-3686,-8 11 1101,-2 0 0,-1-1-1,0 0 1,-16 18-1,11-15-179,2 1 0,-20 38-1,29-50-174,4-9-31,0 0 0,0 0 0,0 1 1,1-1-1,-1 1 0,1-1 0,0 1 0,0 6 0,1-11-14,0 1 0,1 0 1,-1-1-1,0 1 0,0-1 0,1 1 1,-1-1-1,0 1 0,1-1 1,-1 1-1,0-1 0,1 1 0,-1-1 1,1 1-1,-1-1 0,1 0 0,-1 1 1,1-1-1,-1 0 0,1 1 1,0-1-1,-1 0 0,1 0 0,-1 0 1,1 1-1,-1-1 0,1 0 0,0 0 1,-1 0-1,1 0 0,0 0 0,-1 0 1,1 0-1,-1 0 0,1 0 1,0-1-1,-1 1 0,1 0 0,0-1 1,0 1 3,52-3 148,-1-3 1,0-2-1,62-17 1,-36 7-61,45-14-80,-122 32-256,-1-17-12536,0 4 3826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3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12630,'0'0'10695,"7"-2"-9102,37-8 594,47-7 0,3 10-4621,-93 7 2201,-1 0 0,0 0 0,1 0 0,-1 0 0,1 0 0,-1 0 0,0 1 0,1-1 0,-1 0 0,0 0 0,1 0 0,-1 0 0,0 1 0,1-1 0,-1 0 0,0 0 1,1 0-1,-1 1 0,0-1 0,0 0 0,1 1 0,-1-1 0,0 0 0,0 1 0,0-1 0,1 0 0,-1 1 0,0-1 0,0 0 0,0 1 0,0-1 0,0 0 0,0 1 0,0-1 1,0 0-1,0 1 0,0-1 0,0 1 0,0-1 0,0 0 0,0 1 0,0-1 0,0 0 0,0 1 0,0-1 0,-1 1 0,-9 19-6496,-14 1 911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3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9076,'0'0'17320,"122"-4"-16760,-95 4-256,-6 0-127,-1 0-177,7 0-785,0-3-1392,7 1-288,7-7-3458,-14 0-4129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3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11077,'0'0'14679,"0"128"-12806,0-98-577,0-6-415,0-6-497,0-4-224,0-5-96,0-4-64,0-3-416,0-29-16776,-13 0 5410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4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11877,'0'0'12572,"20"1"-11265,0 0-962,-1 0 1,1 1-1,-1 1 1,0 1-1,1 1 1,-2 0-1,37 17 1,-41-14-256,0 0-1,0 2 1,-1 0 0,0 0 0,0 1 0,-1 0 0,-1 2 0,0-1-1,11 17 1,-19-24-69,1 0-1,-1 1 1,0-1 0,0 1-1,0 0 1,-1 0-1,0 0 1,0 0-1,-1 0 1,0 0 0,0 1-1,0-1 1,-1 0-1,1 1 1,-2-1-1,1 0 1,-1 1 0,0-1-1,0 0 1,0 0-1,-1 0 1,0 0-1,-1 0 1,1 0 0,-1 0-1,-6 9 1,-6 4 194,-2 0-1,0-1 1,0 0 0,-2-2 0,0 0 0,-1-1 0,-1-1 0,0-1 0,0-1-1,-2-1 1,1-1 0,-27 9 0,42-17-219,0-1 0,1 1 1,-1-1-1,0 0 0,0-1 0,-7 1 0,13-4-294,1 1 0,1 0 0,-1 0-1,0 0 1,0-1 0,1 1 0,-1 0-1,1 0 1,0 0 0,0 0 0,0 0 0,0 0-1,2-2 1,36-31-6645,-21 22 2814,16-16-6193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4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3474,'-2'0'24540,"6"0"-23378,130 0 1880,0 0-5478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4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1153,'0'0'26396,"122"-13"-25260,-95 6-400,0 5-495,-6 0-81,-1 2-160,-6 0-32,6 0-417,0 0-1215,1 0-1586,6 0-2144,13-9-4995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5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76 267 6851,'0'0'13991,"-2"19"-11662,1-9-2024,-3 21 1241,0-1 0,-18 60 0,15-68-1015,5-15-350,-1 1 1,1-1 0,-1 0 0,-1 0 0,0 0 0,-4 7 0,7-14-179,1 0 0,0 0 0,0 0 0,0 0 1,0 1-1,0-1 0,0 0 0,0 0 0,0 0 1,0 0-1,0 0 0,0 0 0,0 0 0,-1 0 0,1 0 1,0 0-1,0 0 0,0 0 0,0 0 0,0 0 1,0 0-1,0 0 0,0 0 0,0 0 0,-1 0 0,1 0 1,0 0-1,0 0 0,0 0 0,0 0 0,0 0 1,0 0-1,0 0 0,-1 0 0,1 0 0,0 0 0,0 0 1,0 0-1,0 0 0,0 0 0,0 0 0,0 0 1,0 0-1,0 0 0,0 0 0,-1 0 0,1 0 0,0-1 1,0 1-1,0 0 0,0 0 0,0 0 0,0 0 1,0 0-1,0 0 0,0 0 0,0 0 0,0-1 0,0 1 1,0 0-1,0 0 0,0 0 0,0 0 0,0 0 1,0 0-1,-2-15 48,1-16-43,1 30-5,0-16 25,-1 1-145,1 0 0,0 1 0,2-1-1,0 1 1,1-1 0,5-19-1,12-23-919,-5 15-417,25-55 1,-34 86 1360,1 0 0,0 0 0,1 1 0,0 0 0,0 0 0,1 1 0,1 0 1,20-16-1,-26 23 115,-1 1 1,1 0 0,0 0-1,0 1 1,-1-1 0,1 1-1,0 0 1,0 0 0,0 0-1,0 0 1,0 1 0,1 0-1,5 0 1,-9 1 33,0-1 0,0 1 0,-1 0 0,1 0 0,0 0 0,-1 0 0,1 0 0,-1 0 0,1 0 0,-1 0 0,0 0-1,1 0 1,-1 1 0,0-1 0,0 0 0,0 0 0,0 0 0,0 0 0,0 0 0,0 0 0,0 2 0,0 39 893,-1-30-632,8 292 3981,-7-255-5333,-17-49-6600,7-1-1500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5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9620,'0'0'12774,"122"0"-10581,-88 0-1520,0 0-433,-7 0-240,7 0 0,0-3-641,-1-3-2144,-5-8-5219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6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8420,'0'0'17867,"3"11"-15912,4 18-824,-1 0 1,-1 0-1,1 57 0,-5-49-1098,0-24-76,0 0 0,-1 0 1,-1 0-1,0-1 0,0 1 0,-7 22 0,8-34-107,-1-1 0,1 1 0,0 0 0,-1-1 0,1 1 0,-1 0 0,1-1 0,-1 1 0,1-1 0,-1 1 0,0-1 0,1 1 0,-1-1 0,0 1 0,1-1 0,-1 0 0,0 1 0,0-1 0,1 0 0,-2 1 0,-12 0-7382,2-1-840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6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11573,'0'0'16440,"68"-11"-15896,-41 11-304,-7 0-208,1-2-32,6 2-864,0-5-1841,0-2-1297,0-4-4546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6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 10629,'0'0'18227,"-1"9"-14780,-3 2-3405,-1 0-1,0 0 1,-1-1 0,0 0 0,0 0 0,-1-1 0,-1 1-1,1-1 1,-1-1 0,-15 12 0,-1 5-38,-10 7-4,25-24 0,0-1 0,0 1 0,1 1 0,0 0 0,1 0 0,-8 12 0,15-20 0,0-1 0,0 0 0,0 0 0,0 1 0,0-1 0,0 0 0,0 1 0,0-1 0,0 0 0,0 0 0,0 1 0,0-1 0,0 0 0,1 1 0,-1-1 0,0 0 0,0 0 0,0 1 0,0-1 0,1 0 0,-1 0 0,0 0 0,0 1 0,0-1 0,1 0 0,-1 0 0,0 0 0,0 0 0,1 1 0,-1-1 0,0 0 0,0 0 0,1 0 0,-1 0 0,0 0 0,0 0 0,1 0 0,-1 0 0,0 0 0,1 0 0,-1 0 0,0 0 0,1 0 0,-1 0 0,0 0 0,1 0 0,16 0 0,-16 0 0,69-2 0,1-2 0,-2-4 0,1-3 0,-1-2 0,87-30 0,-136 35-105,-20 8 94,0 0-1,0 0 1,0 0 0,0 0-1,0 0 1,0 0-1,0 0 1,0-1 0,0 1-1,0 0 1,0 0-1,0 0 1,0 0 0,0 0-1,0 0 1,0 0-1,0 0 1,0 0 0,0 0-1,0 0 1,0 0-1,0 0 1,0 0 0,0 0-1,0 0 1,0-1-1,0 1 1,0 0 0,0 0-1,0 0 1,0 0-1,-30 11-1802,28-10 929,0 0 0,0 0 0,0 0 0,1-1 1,-1 1-1,0-1 0,0 0 0,0 1 0,0-1 0,0 0 0,0 0 0,-3 0 0,-2-1-3509,-7 1-4684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7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6755,'0'0'23499,"-21"73"-21610,14-46-1265,1 0-624,-1-2 0,7-5 0,-7-2 0,7 0 0,0-7 0,0 1 0,0-3-2785,7-5-2818,13-4-6146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7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7 438 9877,'0'0'14174,"-5"-15"-11792,4-2-1977,1-1-1,0 0 0,2 1 0,0-1 1,1 1-1,1 0 0,11-32 0,-8 24-284,7-25-12,3 0-1,32-70 1,-49 120-100,0 0 1,0-1-1,0 1 1,0 0-1,1 0 1,-1-1 0,0 1-1,0 0 1,0 0-1,0-1 1,0 1-1,0 0 1,0 0-1,0 0 1,0-1-1,1 1 1,-1 0-1,0 0 1,0 0-1,0-1 1,0 1-1,1 0 1,-1 0 0,0 0-1,0 0 1,0 0-1,1-1 1,-1 1-1,0 0 1,0 0-1,0 0 1,1 0-1,-1 0 1,0 0-1,0 0 1,1 0-1,-1 0 1,0 0-1,0 0 1,1 0 0,-1 0-1,0 0 1,0 0-1,1 0 1,-1 0-1,0 0 1,0 0-1,0 0 1,1 0-1,-1 1 1,0-1-1,0 0 1,1 0-1,-1 0 1,7 19 898,-2 26 374,-5-24-1281,0 0 0,2 0 0,0 1 0,2-1 0,0-1 0,10 28 0,-14-47 0,0 0 0,1-1 0,-1 1 0,0 0 0,0-1 0,1 1 0,-1 0 0,1-1 0,-1 1 0,1-1 0,-1 1 0,1-1 0,-1 1 0,1-1 0,-1 1 0,1-1 0,-1 1 0,1-1 0,0 0 0,-1 1 0,1-1 0,0 0 0,-1 0 0,1 0 0,0 1 0,-1-1 0,1 0 0,0 0 0,0 0 0,-1 0 0,1 0 0,0 0 0,0 0 0,-1 0 0,1-1 0,0 1 0,0 0 0,11-5 0,-1-1 0,0 0 0,0 0 0,0-1 0,-1 0 0,0-1 0,-1 0 0,11-12 0,-11 11 0,22-17 0,-11 9 0,-1-1 0,26-30 0,-57 93 0,5-23 0,1 0 0,1 0 0,0 0 0,2 1 0,1 0 0,1 0 0,2 35 0,-1-30 0,0-26-33,0-1 0,0 0 0,0 0 0,0 0 0,1 0 0,-1 0 0,0 0 0,0 0 0,1 0 0,-1 0 0,1 0 0,-1 0 0,1 0 0,-1 0 0,1 0 0,1 1 0,11 6-3640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8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32 3314,'0'0'12411,"1"-5"-10600,2-2-2846,6-13 12202,-9 36-8931,-4 9-1939,-3 34 986,-2 65 0,9-31-5965,-27-89-16744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2977,'0'0'24139,"41"-11"-23114,-21 11-401,8 0-112,-1 0-304,-7 0-208,14 0-48,0 0-352,13 0-464,-6 0-1697,13-9-2434,-13-11-4657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9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14375,'0'0'15663,"-2"12"-14169,-3 60-766,5-48-643,-2 1-1,0-1 1,-1 0-1,-1 0 1,-11 34-1,6-45-3224,9-12 2564,-1-1-1,0 1 0,0 0 1,1-1-1,-1 1 0,0 0 0,0-1 1,0 1-1,0-1 0,0 1 1,0-1-1,0 0 0,0 0 0,0 1 1,0-1-1,0 0 0,0 0 1,-1 0-1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8:5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26 12246,'0'0'15004,"22"-3"-13822,177-17 779,-170 19-1665,-21 0-253,-1 0-1,0 1 0,1 0 0,-1 1 0,0-1 1,9 3-1,-16-2-34,1 1 0,-1 0-1,0-1 1,0 1 0,0-1 0,0 1 0,0-1 0,-1 1 0,1 0 0,0-1-1,-1 1 1,1-1 0,-1 1 0,0-1 0,1 1 0,-1-1 0,0 0 0,0 1-1,-1 0 1,-5 5 29,0 0 1,0-1-1,0 0 0,-1 0 0,-16 8 0,17-11-20,1 1-1,-1 0 1,1 0 0,0 0-1,0 1 1,0 0-1,0 0 1,1 1 0,0 0-1,-7 10 1,11-15-20,1 0 0,-1 0 0,1 1 0,0-1 0,-1 0 1,1 1-1,0-1 0,0 0 0,-1 1 0,1-1 0,0 0 0,0 1 1,1-1-1,-1 0 0,0 1 0,0-1 0,1 0 0,-1 1 0,1-1 1,-1 0-1,1 0 0,-1 0 0,1 1 0,0-1 0,0 0 0,-1 0 0,1 0 1,0 0-1,2 2 0,37 22-258,-27-18 210,4 3-75,0-1-9,-1 1 0,0 0 0,14 13 0,-27-21 129,-1 0 0,1 0 1,-1 0-1,0 0 0,0 0 1,0 0-1,0 1 0,0-1 1,-1 1-1,1-1 0,-1 1 1,0 0-1,1-1 1,-1 1-1,0 0 0,-1 0 1,1 0-1,0 0 0,-1 0 1,0 0-1,0 0 0,0 0 1,0 0-1,0 0 1,0 0-1,-2 4 0,1-4 47,-1 0-1,0 0 0,-1 0 1,1-1-1,0 1 1,-1-1-1,0 1 0,1-1 1,-1 0-1,0 0 1,0 0-1,0 0 1,0-1-1,-6 3 0,-55 19 1133,46-17-708,-15 5-304,-4 2-146,-69 14 1,85-23-781,-10 1-3142,3-2-3525,6-3-8141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01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100 375 304,'0'0'11259,"-7"-11"-5529,-52 11-109,57 0-5255,-19 0 1322,11 0 1274,23 0-1527,152-8 260,196-33 0,-195 17-1729,206-3 0,547-33-1335,-761 36 925,71-7 328,155 9-15,-30 3-602,-349 19 730,74-6-12,-1-3 0,103-25 0,-112 20 310,0 4 0,1 2 0,90 1 0,-108 5-328,2 1 67,-15 1 160,57-8-1,-147 2 1160,35 5-1353,11 1 0,0-1 0,1 1 0,-1 0 0,0 0 0,0 0 0,0 1 0,0 0 0,1 0 0,-1 0 0,0 0 0,1 1 0,-1-1 0,1 1 0,-1 1 0,1-1 0,0 0 0,0 1 0,-7 6 0,9-7-412,-1 0 0,0 1 1,1-1-1,-1 0 0,0-1 0,0 1 0,-1 0 0,-4 1 1,-28 3-8958,15-6-4640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02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0 4162,'0'0'17301,"-19"8"-15828,15-7-1433,-48 20 2515,-63 35-1,62-24-1055,-50 39 0,85-58-1261,1 2 0,1 0 0,0 1 0,1 0 0,0 1-1,-15 25 1,25-33-236,0-1-1,1 1 1,0 0-1,0 0 1,1 0-1,0 1 0,1-1 1,0 1-1,1 0 1,-1-1-1,2 1 1,0 10-1,0-18-1,1 0 0,0 0 0,0-1 0,0 1 0,0 0 0,0 0 0,0-1 0,0 1 0,0-1 0,0 1 0,1-1 0,-1 0 0,1 1 0,-1-1 0,1 0 0,0 0 0,-1 0 0,1 0 0,0 0 0,0 0 0,0-1 0,-1 1 0,1 0 0,0-1 0,3 1 0,51 9 0,-42-9 0,64 2 0,-72-3 0,-1-1 0,0 1 0,0-1 0,0 0 0,1-1 0,-1 1 0,0-1 0,-1 0 0,1 0 0,0-1 0,0 0 0,4-3 0,1-2 0,-7 6 0,0 0 0,0 0 0,-1-1 0,1 1 0,-1-1 0,1 1 0,-1-1 0,0 0 0,0 0 0,-1 0 0,1 0 0,2-6 0,1-2 0,3-14 0,-8 24 0,-1 1 0,1-1 0,0 0 0,-1 0 0,1 1 0,-1-1 0,1 0 0,-1 0 0,1 1 0,-1-1 0,1 1 0,-1-1 0,0 1 0,1-1 0,-1 1 0,0-1 0,1 1 0,-1-1 0,0 1 0,0 0 0,1-1 0,-1 1 0,0 0 0,0 0 0,0 0 0,1-1 0,-1 1 0,0 0 0,0 0 0,0 0 0,0 0 0,0 1 0,0-1 0,-89 2 0,70 0 0,0-2 0,-32-2 0,53 26-4708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12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7379,'0'0'4621,"7"25"5656,-2 36-5550,16 30-2254,2 18-752,-18-67-1445,2 7 370,0 54 1,-6-80-647,2 0 0,0 0 0,10 34 0,-7-35 0,-1 1 0,-1-1 0,1 36 0,2 645 0,-7 37 0,7-426 0,-7-242 0,14 325 0,4-83 0,11 74 0,5-70 0,-29-248 0,23 292 0,12-12 0,-30-158 0,-6-59 0,0-41 0,6 62 0,2-12 0,-8 201 0,-6-178 0,22 212 0,-20 668 0,-14-758 0,2-120 0,-12 187 0,-7 253 0,17-231 0,1 265 0,6-192 0,-13 126 0,13-125 0,0-155 0,7-335-2924,0 0-4775,0 36 6810,0-38-11578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15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14 314 2113,'0'0'2577,"-1"15"-2692,-2 4 178,1 13-295,-5 13 12856,14-38-13046,11 0 504,0-1 1,1-1 0,0 0-1,0-1 1,37 2 0,103-6 609,-76-2-226,702-36 988,-454-1-1092,247-22 100,-297 42-436,440-25 73,-550 38 54,524-13 1338,112 30-461,1041-13 322,-1298-38-564,31-1 1490,-541 41-2136,896-29 1194,-220-14-1118,-151 11-92,-397 29-148,280-19-391,-345 6 346,-63 9 48,0 1 1,50-1-1,178 7 70,-267 0-56,-56 1-780,42 2-743,-27 4-8485,13-6-2262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17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15 592 3025,'-14'-4'18470,"32"-3"-16286,26-5-2151,803-48 1094,-340 36-728,15-6-395,107-8-8,-290 9-76,996-61-221,-736 63 280,291-5-1951,16 6 957,-6 0 917,248-3 1133,-167-23-856,-93-22 2052,-704 63-1660,11-1 205,-88 3 4365,-144 9-11255,-2 0-4278,-6 0-4338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1 3794,'0'3'20677,"0"6"-16091,0 43-3872,0-51-700,0 96 1178,-13 106 0,1-66-978,8 180 0,1-7-44,-31-38-170,19-179 0,-5 151 0,21-21 0,-8 387 0,3-34 0,7-300 0,-10 232 0,4-354 0,-33 224 0,5-61 0,13-94 0,-18 392 0,36 4 0,2-263 0,5 167 0,-6-335 0,-16 428 0,2-317 0,-1-2 0,-23 268 0,7-80 0,6-96 0,-7 88 0,16-27 0,2-30 0,6-346 0,-5 113 0,9-169 135,-4-30 1,-3-35-1490,10 27-6324,0-4-10133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3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0 546 2961,'0'0'14428,"20"-16"-10279,-14 8-3760,0 0-1,-1 0 1,0 0 0,0 0-1,0-1 1,-1 0 0,-1 0 0,4-11-1,6-14-186,75-200-189,-59 148-20,-19 60 205,-7 19-85,0 0-1,0 0 1,-1 0 0,1-1-1,-2 1 1,2-9 0,-3 16-94,0-1-1,1 1 1,-1 0 0,0 0 0,0-1 0,1 1 0,-1 0 0,0 0 0,1 0 0,-1 0 0,0-1-1,0 1 1,1 0 0,-1 0 0,0 0 0,1 0 0,-1 0 0,0 0 0,1 0 0,-1 0-1,0 0 1,1 0 0,-1 0 0,0 0 0,1 0 0,-1 0 0,0 0 0,1 1 0,-1-1-1,0 0 1,1 0 0,-1 0 0,0 0 0,1 0 0,-1 1 0,0-1 0,0 0 0,1 0 0,-1 1-1,0-1 1,0 0 0,0 0 0,1 1 0,-1-1 0,0 0 0,0 1 0,0-1 0,0 1-1,0 379 3798,2-351-3144,10 47 1,-7-47-4114,-3-10-7315,-2-37 3700,0-6-2359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3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8100,'0'0'12053,"129"-43"-11589,-109 41-352,1 2-31,-8-2-81,1 2-1617,13-3-2561,-7 1-3570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3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4482,'0'0'15367,"-15"9"-13059,-49 18 527,48-22-2480,-1 1 0,1 1 0,0 1 0,1 0 0,0 1 0,0 0-1,1 2 1,0-1 0,-19 21 0,31-29-342,1 1 1,-1-1-1,0 0 0,1 1 1,0-1-1,-1 1 0,1 0 1,0-1-1,1 1 0,-1 0 1,0 0-1,1 0 0,0-1 1,-1 1-1,1 0 0,0 0 1,1 4-1,-1-6-8,0 1-1,1-1 1,-1 1 0,1-1-1,-1 1 1,1-1 0,0 1-1,-1-1 1,1 0 0,0 1-1,0-1 1,0 0 0,0 0-1,0 0 1,0 1 0,1-1-1,-1 0 1,0-1-1,1 1 1,-1 0 0,0 0-1,1 0 1,-1-1 0,1 1-1,-1-1 1,1 1 0,-1-1-1,1 0 1,-1 1 0,3-1-1,101 2-2555,-88-3 1345,0-1 1,0 0-1,-1-1 1,1-1 0,-1-1-1,0 0 1,19-9-1,0-6-9681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4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5330,'0'0'19906,"0"8"-18004,0-4-1687,0 25 1101,-1 1 0,-1-1 0,-7 37 1,-6 3-1146,12-49-742,-1 0 0,-1-1 0,0 0 0,-12 26 0,16-43 36,1-1 0,-1 0 1,0 1-1,0-1 0,0 0 1,0 0-1,0 1 0,0-1 1,0 0-1,0 0 0,0 0 1,-1 0-1,1 0 0,0-1 1,-1 1-1,-1 1 0,-11-1-7823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4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8676,'0'0'11811,"24"-2"-9629,183-5 769,-162 4-2204,-30 2-576,0 0 0,-1 0 1,1 2-1,0 0 0,27 5 0,-41-5-169,0 0 0,0 0 0,-1 0 0,1 0 0,0 0 0,-1 0 0,1 0 0,-1 0 0,1 0 0,-1 0 0,1 0 0,-1 1 1,0-1-1,0 0 0,0 0 0,1 0 0,-1 0 0,0 1 0,-1 1 0,1 31 74,0-26-9,-10 51 501,2-24-2068,6-10-3328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4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11541,'0'0'12038,"13"38"-12326,-6-22-2434,-7 2-2544,7 0-3282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5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2065,'0'0'24184,"7"18"-22828,11 26-29,38 68 0,-55-111-1321,0 1-1,0 0 1,0-1-1,0 1 1,0-1-1,0 1 1,0-1-1,1 0 1,-1 1-1,1-1 1,-1 0-1,0 0 1,1 0-1,0 0 1,-1 0-1,1 0 1,0-1-1,-1 1 1,1 0-1,0-1 1,0 1-1,0-1 1,3 1-1,-3-2-25,1 1 1,-1-1-1,1 0 0,0 0 1,-1 0-1,1 0 0,-1 0 0,0 0 1,1-1-1,-1 1 0,0-1 1,0 0-1,0 1 0,3-4 1,2-4-48,1 0 0,-1 0 0,-1-1 0,0 0 0,0 0 0,6-15 0,10-27 94,12-35 471,-28 74-495,-3 15 669,0 23-3173,-1-11-8884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5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13670,'0'0'18729,"-34"117"-18361,27-99-368,7 0 0,0-9 0,0-2-1088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5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2 800,'0'0'26573,"7"-2"-27454,14 9-1568,-8-3-1921,7-4-2481,7 0-5187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5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2993,'0'0'23422,"-11"23"-20090,-35 75-1481,39-81-1673,0 1-1,2 0 0,0 0 1,1 0-1,-2 23 0,-4 17-72,4-30-711,5-18-288,-1-1 0,0 0 0,-1 0 0,-5 14 0,7-21 547,0 1 0,-1-1 0,1 0 0,-1 1 0,0-1 0,0 0 0,0 0 0,0 0 0,0 0 0,0-1 0,0 1 0,0 0 0,-1-1 0,1 0 0,-1 1 0,1-1 0,-1 0 0,0 0 0,-4 1 0,-13 1-10479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5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10789,'0'0'21178,"47"2"-20474,-20 5-608,-13-5-96,13 5 0,-7-2 0,0-3 0,7 2-1137,1-1-991,5-3-1858,1 0-3138,7 0-6194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6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7139,'0'0'24283,"33"45"-23194,-12-34-833,-1 1-256,-6-3 0,6 0 0,-7 0 0,1-5 0,0 1 0,-1-3-1233,1-2-1584,-8 0-2513,15 0-4691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6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11557,'0'0'13631,"5"9"-8413,-5 51-2857,-6-38-2361,-1 0 0,0 0 0,-2 0 0,-1-1 0,-1 0 0,-16 24 0,17-29 0,-18 34-535,-45 71-5893,52-93-2728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29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1 727 1056,'0'0'14879,"194"-6"-6868,96-17-7935,-68 5 150,687-26-541,-357 22 342,236 2 8,-52 2-46,-481 7 202,804-53 16,221-14 273,-324 28-715,-917 47 230,1079-109-120,-324 12 783,-674 87-604,471-46 373,-67 35-45,-115 9 111,434-3 3036,-299 14-2256,-535 4-1185,26-3 715,-34 3-785,0 0 0,0-1 0,0 1 1,-1 0-1,1 0 0,0-1 0,0 1 0,0 0 0,-1-1 1,1 1-1,0-1 0,0 1 0,-1-1 0,1 1 0,0-1 1,-1 0-1,1 1 0,0-1 0,-1 0 0,1 0 0,-1 1 1,0-1-1,1 0 0,-1 0 0,1 1 0,-1-1 0,0 0 0,0 0 1,1 0-1,-1-2 0,-61 2-18,55 1-200,-1 1 1,1 0-1,0 1 1,0 0-1,0 0 1,-7 3-1,-36 9-5139,-15-10-4957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3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31 262 7059,'0'0'16322,"11"-12"-13240,-9 54-977,0 25-315,0-38-1427,-1 0-1,-1 0 1,-6 32 0,6-60-361,0 1-1,-1-1 0,1 0 1,0 1-1,-1-1 1,1 1-1,-1-1 1,0 0-1,1 1 0,-1-1 1,0 0-1,0 0 1,0 0-1,0 0 0,0 0 1,0 1-1,0-2 1,0 1-1,0 0 0,0 0 1,0 0-1,-2 0 1,2-1-12,0 0 0,0 0 0,1 0 0,-1 0 1,0 0-1,0 0 0,0 0 0,1 0 0,-1-1 0,0 1 0,1 0 1,-1-1-1,0 1 0,1 0 0,-1-1 0,0 1 0,1-1 1,-1 1-1,1-1 0,-1 1 0,1-1 0,-1 1 0,1-1 1,-1 0-1,1 1 0,-1-1 0,1 0 0,0 1 0,0-1 1,-1 0-1,1 0 0,0 1 0,0-1 0,0 0 0,0 0 1,-1 1-1,1-1 0,0 0 0,1 0 0,-1 0 0,-3-25-177,2 0 0,0 0 0,2 0 0,1 0 0,1 0 0,1 1 0,1-1 0,15-40 0,-14 48 128,1 0 0,0 0 0,2 1 0,0 1 0,1-1 1,1 2-1,0-1 0,1 1 0,0 1 0,2 0 0,-1 1 0,25-18 0,-35 29 106,0 0 0,0 0-1,-1 0 1,1 0-1,0 1 1,0 0 0,1-1-1,-1 1 1,0 0 0,0 0-1,1 1 1,-1-1-1,0 1 1,1 0 0,-1-1-1,1 1 1,-1 1 0,6 0-1,-6 0 8,0 1-1,0-1 1,-1 1-1,1 0 1,-1 0-1,0 0 1,1 0-1,-1 0 1,0 1-1,0-1 1,0 0-1,-1 1 0,1 0 1,0-1-1,-1 1 1,0 0-1,0 0 1,0 0-1,1 5 1,5 23 205,-1 1 0,-2-1 1,-1 1-1,-2 0 0,-5 57 1,2-5 6,3-77-3102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30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14791,'0'0'15015,"129"-9"-14215,-88 9-336,-7 0-448,6 0-32,-6 0-48,0 2-1168,0 0-2578,-7-2-4754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32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0 506 7251,'0'0'10373,"7"-18"-5165,6 15-4869,0 0 0,1 1 0,-1 1-1,21 0 1,23-3 106,178-33-254,927-122 1715,271 57-1372,-690 57 608,-257 10 156,916-42-395,25 61 367,827 54-1100,-1212-28-25,-702-11-108,389-24 126,-411 9-126,-294 16-37,83-9 0,-191 26-1163,30-12-4552,-11-4-5319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33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45 204 10725,'0'0'10629,"-1"-1"-10167,1 0 1,-1 0 0,1 1-1,-1-1 1,0 0-1,0 0 1,1 1-1,-1-1 1,0 0 0,0 1-1,0-1 1,0 1-1,1-1 1,-1 1 0,0-1-1,0 1 1,-2-1-1,0 5-310,1 0 1,0-1-1,0 1 0,0 0 0,0 1 0,0-1 0,1 0 0,0 0 0,0 1 1,0-1-1,0 8 0,-4 55 1109,5 62-1413,-2-202-11722,0-15 6134,8 3 3355,-4 77 2395,0 0 0,0 0 0,1 1-1,0-1 1,0 0 0,1 1-1,7-12 1,-3 9 683,-1 0-1,1 0 1,1 1-1,18-16 1,-19 18 254,1 1-1,0-1 1,0 1 0,1 1 0,0 0-1,0 0 1,0 1 0,1 0-1,-1 1 1,1 0 0,0 1-1,0 0 1,12 0 0,-22 2-880,0 0-1,0 1 1,0-1 0,0 1 0,0-1-1,0 1 1,0-1 0,0 1 0,0 0-1,0-1 1,0 1 0,-1 0 0,1 0-1,0 0 1,-1-1 0,1 1 0,0 0-1,-1 0 1,1 0 0,-1 0 0,1 0-1,-1 0 1,0 0 0,1 0 0,-1 1-1,0-1 1,0 0 0,0 0-1,1 0 1,-2 2 0,3 40 662,-2-36-480,-1-3-239,0 0 1,0 0-1,0-1 1,-1 1-1,0 0 1,1-1-1,-2 1 1,1-1 0,0 1-1,-1-1 1,1 0-1,-1 0 1,0 0-1,0-1 1,0 1-1,0-1 1,0 1 0,-1-1-1,1 0 1,-1 0-1,0-1 1,-5 3-1,-9 4 7,-1-1 0,1 0-1,-25 4 1,48-11-17,-1 0 0,1 1 0,-1-1 0,1 1 0,0 0 0,-1 0 0,1 0 0,-1 1 0,0 0 0,1 0 0,-1 0 0,0 0 0,0 0 0,0 1 0,-1 0 0,1 0 0,0 0 0,3 4 0,3 3 0,0 0 0,-1 0 0,0 1 0,0 0 0,8 16 0,-14-23-40,-1 1 1,1 0-1,-1 0 0,0 0 1,0 0-1,-1 1 0,1-1 1,-1 0-1,0 1 0,-1-1 0,1 8 1,-2-11 29,1 0-1,-1 0 1,0 0 0,1 1-1,-1-1 1,0-1 0,0 1 0,0 0-1,0 0 1,-1 0 0,1 0 0,0-1-1,-1 1 1,0-1 0,1 1-1,-1-1 1,0 0 0,1 1 0,-1-1-1,0 0 1,0 0 0,0 0 0,0 0-1,0-1 1,0 1 0,0 0-1,0-1 1,-1 0 0,-1 1 0,-21 2 157,0 0 1,0-2-1,-34-2 1,9 0-8296,30 1-1630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34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82 488 4322,'0'0'7833,"-14"0"-6673,-54 0 1946,79 0 1727,13 0-1695,544-45-1632,-348 20-1392,1171-79-134,-1127 88 75,872-70 2659,12 0-250,5 46-973,115 23-1427,1 0-77,207-12 13,-649 7 0,612 43 0,-1091-18 0,-345-3 0,23-2 0,-25 2 0,0 0 0,-1 0 0,1-1 0,0 1 0,-1 0 0,1 0 0,0-1 0,-1 1 0,1 0 0,-1-1 0,1 1 0,-1-1 0,1 1 0,-1-1 0,1 1 0,-1-1 0,1 1 0,-1-1 0,0 1 0,1-1 0,-1 0 0,0 1 0,1-1 0,-1 1 0,0-1 0,0 0 0,0 1 0,0-1 0,0 0 0,1-1 0,-23 0 0,-141 2-3534,118 0 756,-64 0-7590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35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44 5635,'0'0'10596,"14"-6"-8389,63-29 10481,-95 33-10867,-24 3-2060,13 6 247,1 1-1,-1 2 0,1 0 1,1 2-1,0 1 0,1 2 1,-39 27-1,59-38-7,1 0 0,-1 0 0,1 1 0,0 0 0,1 0 0,-1 0 0,1 0 0,0 1 0,1-1 0,-1 1 0,1 0 0,0 0 0,0 1 0,1-1 0,0 0 0,0 1 0,0 0 0,0 12 0,2-17 0,0 0 0,1 0 0,-1 0 0,1 0 0,-1 0 0,1 0 0,0 0 0,0-1 0,0 1 0,0 0 0,0-1 0,0 1 0,0 0 0,0-1 0,1 0 0,-1 1 0,1-1 0,-1 0 0,1 1 0,0-1 0,-1 0 0,1 0 0,0 0 0,0-1 0,-1 1 0,1 0 0,0-1 0,0 1 0,0-1 0,3 1 0,9 1 0,0 0 0,0 0 0,18-1 0,-19-1 0,68 1 0,-39-2 0,0 2 0,75 11 0,-93 0-2206,-11 8-4309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36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1 375 3378,'0'0'12058,"7"0"-10582,191-8 9052,110-22-9333,-12 0-1150,1691-105 1046,1433-16 1371,-610 130-1928,916 21-534,-3709 3 31,-22 4-1,-13 2-336,14-7 91,-42 10-7670,2-9-3107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37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2881,'0'1'26070,"0"16"-24842,0 114 2725,0-87-7823,0 0-7589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37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12 15335,'0'0'9162,"19"-3"-7247,15-1-1265,44-1-1,-64 5-420,1 1 1,-1 0-1,1 1 1,-1 1-1,0 0 1,0 1-1,19 8 1,-7-1 17,-1 1 0,0 1 0,-1 2 0,26 20 0,-44-30-235,0 0 0,0 1 0,0 0 0,-1 0 0,1 0 0,-2 1 0,1-1 0,-1 1-1,0 0 1,0 1 0,-1-1 0,0 1 0,0-1 0,-1 1 0,0 0 0,0 0 0,-1 0 0,1 14 0,-2-16 4,1 0-1,-2 0 1,1 0 0,0 0-1,-1 0 1,0 0 0,-1-1-1,1 1 1,-1 0 0,0-1 0,-1 1-1,1-1 1,-1 0 0,0 0-1,0 0 1,-1 0 0,0 0-1,1-1 1,-2 0 0,1 1 0,0-1-1,-1-1 1,0 1 0,1-1-1,-11 5 1,-4 2 71,0 0 0,-1-2 1,-1 0-1,1-2 0,-1 0 0,-29 4 0,-132 7 548,97-11-530,85-6-242,-1 0 0,0 0-1,1 0 1,-1 0 0,1 0 0,-1 0-1,0 0 1,1 1 0,-1-1 0,0 0 0,1 1-1,-1-1 1,1 0 0,-1 1 0,1-1-1,-1 0 1,1 1 0,-1-1 0,1 1 0,-1-1-1,1 1 1,0-1 0,-1 1 0,0 1-1,0 11-8291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39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157 467 2497,'0'0'6166,"-14"0"-5057,1 0-695,5 0-124,1 0 0,0 0 1,0-1-1,0 0 0,-1 0 1,1-1-1,0 0 0,1 0 0,-11-4 1,14 5 310,0 0 1,-1 0-1,1 1 1,0-1-1,-1 1 0,1 0 1,-1 0-1,-6 0 1,-1 1 2802,38-8-1384,349-67 2963,504-48-4535,1758-30 1244,-1702 125-845,205-4 24,-378 15-871,326-2 0,-620 17 0,532 3 0,-435 16 0,60 2 0,3-12 0,199 1 0,157 3 0,-1085-10-312,63 2-4145,-51 1 0,-9-5-7463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40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11 7876,'0'0'16802,"-1"-10"-9607,-7 28-7058,-1 0 1,-1 0-1,0-1 0,-1 0 0,-20 23 1,-4 6-68,28-37-70,1 0 0,0 0 0,0 0 0,1 1 0,1 0 0,-1 0 0,1 0 0,1 1 0,0-1 0,-2 15 0,7-24 0,0 1 0,0-2 0,0 1 0,1 0 0,-1 0 0,0-1 0,0 1 0,1-1 0,-1 0 0,0 1 0,1-1 0,3-1 0,-4 1 0,239 5 0,-194-7 0,-1-2 0,0-2 0,53-13 0,-66 12 0,-33 7 1,0 0 1,0 0-1,0 0 1,0 0-1,0 0 0,-1 0 1,1-1-1,0 1 1,0 0-1,0 0 0,0 0 1,0 0-1,0 0 1,-1 0-1,1 0 0,0 0 1,0 0-1,0 0 0,0 0 1,0 0-1,0-1 1,0 1-1,0 0 0,-1 0 1,1 0-1,0 0 1,0 0-1,0 0 0,0-1 1,0 1-1,0 0 1,0 0-1,0 0 0,0 0 1,0 0-1,0-1 1,0 1-1,0 0 0,0 0 1,0 0-1,0 0 1,0 0-1,0 0 0,0-1 1,0 1-1,0 0 1,0 0-1,0 0 0,0 0 1,1 0-1,-1 0 1,0-1-1,0 1 0,0 0 1,0 0-1,0 0 0,0 0 1,0 0-1,0 0 1,1 0-1,-1 0 0,0 0 1,0-1-1,0 1 1,0 0-1,0 0 0,1 0 1,-12-4-254,10 3 14,-34-10-8238,9 0-1173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4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7555,'0'0'15109,"0"-5"-13223,0 4-1746,-1-1 1,1 1-1,0 0 1,0 0-1,1 0 0,-1 0 1,0 0-1,0-1 1,1 1-1,-1 0 1,0 0-1,1 0 0,-1 0 1,1 0-1,-1 0 1,1 0-1,0 0 0,-1 0 1,1 0-1,0 0 1,0 1-1,0-1 1,0 0-1,-1 0 0,1 1 1,0-1-1,0 0 1,2 0-1,42-3 3578,394 6-3291,-465 0-2433,-51 11-9480,25-3 3256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41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9941,'0'0'14465,"10"-2"-12355,24-3 408,45-1-1,50 5-877,-84 1-2155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44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1348 1 6163,'0'0'12742,"14"42"1120,0 22-13862,-5 1 0,-5-51 0,-2-1 0,0 1 0,1 16 0,-3 41 0,-5 196 0,1-213 0,-3 0 0,-25 101 0,-54 180 0,69-260 0,4 0 0,-6 132 0,5-44 0,-37 150 0,1-8 0,-4 48 0,-8 43 0,15-72 0,-41 218 0,6 16 0,36-230 0,-28 325 0,-7 47 0,11-105 0,-9 52 0,-58 371 0,90-533 0,-34 238 0,74-674 0,-53 323 0,51-320 0,3-1 0,-1 57 0,2-20 0,-2 129 0,4 40 0,5-161 0,-16 145 0,-4-78 0,3 178 0,17-340 2,4-11 0,5-13-22,-1-26-2779,-4 18-3003,6-23-8952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45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23 3201,'0'0'3837,"-27"0"-1615,22 0-2081,1 0-1,-1 1 1,0-1 0,0 1-1,1 1 1,-1-1-1,0 0 1,1 1-1,0 0 1,-1 0 0,1 1-1,-9 7 8911,21-5-6041,5-2-3402,59 5 1305,0-3 1,99-6 0,-50-1 29,196-11-164,-2 1-646,1203 2 564,-924-4-821,230-3 290,-162 17 1347,-690 8-184,-6 8-3510,-6 3-2724,-3-6-2627,-15-3-4481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47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2417,'0'0'5218,"19"9"-1872,-11-6 1083,89 0 1974,9 0-5275,104-18-808,-48 2-162,734-44-17,318-21 1410,-880 61-1338,1077-6 1532,-1128 23-43,-215-4 603,-83 22-7740,-14-7-101,-15 0-4596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48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0 207 3570,'0'0'6829,"14"0"-5625,-14 0-1195,21 0 758,-1-1 1,1 0-1,39-10 0,34-9 1221,1 4-1,183-8 1,-67 9-505,829-59 1037,-747 58-2009,1215-12 3810,-1229 29-2909,-275-1-1397,33-1 357,0 1 1,0 2-1,0 2 0,69 16 0,-106-20-382,0 1-1,1-1 1,-1 0-1,0 0 1,0 1-1,1-1 1,-1 0 0,0 0-1,0 1 1,0-1-1,1 0 1,-1 1-1,0-1 1,0 0-1,0 1 1,0-1 0,0 1-1,0-1 1,0 0-1,0 1 1,0-1-1,0 0 1,0 1 0,0-1-1,0 0 1,0 1-1,0-1 1,0 1-1,0-1 1,0 0 0,0 1-1,-1-1 1,1 0-1,0 1 1,0-1-1,0 0 1,-1 0-1,1 1 1,0-1 0,0 0-1,-1 0 1,1 1-1,0-1 1,0 0-1,-1 0 1,1 0 0,-1 1-1,-11 10-3247,-9 0-5682,-11 1-7558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49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3730,'6'-6'17393,"-3"5"-15732,459-35-984,-205 9-485,716-14 78,-255 17 90,413 3 5004,-321 14-2244,-696-5-3120,-81 6 0,51 0 0,-53 7 0,-23 0 0,0 0 0,1-1 0,-1 0 0,0 0 0,0-1 0,16-3 0,-70 33-880,-15-10-5193,-23-2-7559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50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5 245 4866,'0'0'8716,"-5"-20"3458,132 10-10394,-37 4-1359,113-14-234,634-59 42,3 41-224,-612 37 426,349-6-744,-1-33 4235,-545 38-3711,-22 2-197,0 0 0,0-1-1,0 0 1,1-1 0,-1 0 0,0 0 0,-1-1-1,1 0 1,10-5 0,-18 9-74,-1-1 0,0 1 0,1-1 0,-1 1 0,0 0 0,0-1 0,0 1 0,0 0 0,0-1 0,0 1 0,1 0 0,-1-1 0,-1 1 0,1 0 0,0-1 0,0 1 0,0 0 0,0-1 0,0 1 0,-1-1 0,1 1 0,0 0 0,0-1 0,-1 1 0,1-1 0,0 1 0,-1-1 0,1 1 0,-1-1 0,0 2 0,-4 0-1265,1 1 0,-1 0-1,0-1 1,0 0 0,0 0-1,0-1 1,0 1 0,-8 0-1,-21 3-11890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51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28 4594,'0'0'5122,"0"-12"-5058,0 8-64,-7-1-32,0 3-768,0 0-1217,0 0-1312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52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55 315 7347,'-46'-70'1919,"37"56"7018,18 13-4964,15 2-2805,-15-1-437,88-5 926,176-31 0,-50 3-1649,1116-43-2010,-299 28 618,-232 27 6579,-748 21-5020,-44-3 1089,-10 1-911,1 0 1,-1 1 0,1 0 0,-1 0-1,13 0 1,-18 1-383,-1 0 0,1 0 1,-1 0-1,1-1 0,-1 1 0,1 0 1,-1 0-1,1 1 0,-1-1 0,1 0 1,-1 0-1,1 0 0,-1 0 0,1 0 0,-1 1 1,1-1-1,-1 0 0,1 0 0,-1 1 1,1-1-1,-1 0 0,1 1 0,-1-1 1,0 0-1,1 1 0,-1-1 0,0 1 0,1-1 1,-1 0-1,0 1 0,0-1 0,1 1 1,-1-1-1,0 1 0,0-1 0,0 1 0,0-1 1,1 1-1,-1-1 0,0 1 0,0-1 1,0 1-1,0 0 0,0-1 0,-1 1 1,1-1-1,0 1 0,0-1 0,0 1 0,0-1 1,-1 1-1,1 1-359,-1-1 1,0 1-1,1-1 0,-1 0 1,0 1-1,0-1 0,0 0 1,0 1-1,0-1 0,0 0 1,0 0-1,0 0 0,-1 0 1,1 0-1,0 0 0,-2 0 1,-34 8-12689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53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6355,'0'0'9404,"8"-20"-1189,937-31-5296,-359 9-2749,264 13-27,-71 3 168,-680 17 1034,-33-1 2357,-60 9-3499,1 1-203,-6 1 3,-1-1 0,1 0 0,-1 1 0,1-1 0,-1 0 0,1 1 0,-1-1 0,0 1 0,1-1 0,-1 1 1,1-1-1,-1 1 0,0-1 0,0 1 0,1-1 0,-1 1 0,0-1 0,0 1 0,1 0 0,-1-1 0,0 1 0,0-1 0,0 1 0,0-1 0,0 1 0,0 0 0,0-1 0,0 2 0,-1 21-223,1-21-19,0 0-70,0-1 1,0 1-1,0-1 0,-1 0 0,1 0 1,0 1-1,-1-1 0,1 0 0,-1 1 1,1-1-1,-1 0 0,0 0 0,1 0 1,-1 0-1,0 0 0,0 0 0,-2 2 1,-21 11-9195,-2-7-2807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55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847 30 7860,'0'0'8153,"0"-4"-7975,0-21 12177,-19 50-8652,17-14-3623,1 0 0,0 1 0,0-1 0,1 1 0,3 15 0,-2 9-42,-1 46-38,6 176 0,7-34 0,-9-115 0,-11 133 0,-2-17 0,9-83 0,-6 316 0,-3-211 0,-17 219 0,17-272 0,-2 11 0,-6-44 0,-12 88 0,-3 119 0,7-52 0,-101 1154 0,98-1049 0,-25 131 0,4-47 0,-12 190 0,57-647 0,-38 536 0,26-286 0,-9-34 0,4-71 0,-32 239 0,23-211 0,21-145 0,-36 364 0,18-132 0,0-61 0,6-49 0,-4 114 0,18-3 0,8-323-90,2-1-1,-1 1 1,2 0 0,0 0-1,0 0 1,11-21 0,2-6-1869,7-18-6127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57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86 672,'0'0'7244,"-9"-4"-6481,-1-2-364,6 4-177,1 0 0,-1 0-1,1 0 1,-1 1 0,0 0-1,0-1 1,0 1 0,0 1-1,0-1 1,0 0 0,-9 1 9668,17-2-9853,0 0-1,0 1 1,1-1 0,-1 1-1,1 0 1,-1 0-1,9 0 1,-9 1-2,222-20 745,-97 13-426,366-15 1107,-163 21 2985,-281 1-1183,-54 1-4889,0 0 1130,1 0-1,-1 0 0,1 0 0,-1 0 1,1 1-1,0-1 0,-1 1 0,1-1 1,0 1-1,0 0 0,-2 2 0,-5 4-1227,-25 16-4495,-5 1-2494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5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6147,'0'0'10269,"3"-4"-9562,1 1-509,-1 0 0,1 0 0,0 0 0,0 1 0,0-1 0,1 1 0,-1 0 1,1 0-1,-1 0 0,1 1 0,0 0 0,-1-1 0,1 2 0,0-1 0,0 1 1,0-1-1,0 1 0,6 1 0,497-3 3758,342 2-2379,-817 0-1153,55 1-834,-29-2 6151,-61 21-13916,-11-11 1503,-6 0-1756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5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1809,'0'0'7931,"0"1"-7547,0 0-1,0 0 0,0 0 0,1 0 0,-1 0 0,0 0 0,1 0 1,-1 0-1,0 0 0,1 0 0,-1 0 0,1 0 0,-1 0 0,1-1 1,0 1-1,-1 0 0,2 1 0,11 0 538,-1 1 0,1-2 1,0 1-1,0-2 0,0 0 0,17-2 0,13 0 160,188 5 2194,291-9-411,-359-7-1176,-163 14-1721,1-1 0,-1 0-1,0 1 1,1-1 0,-1 0-1,1 1 1,-1-1 0,0 1-1,1-1 1,-1 1 0,0-1-1,0 1 1,1-1-1,-1 1 1,0-1 0,0 1-1,0 0 1,0-1 0,1 1-1,-1-1 1,0 1 0,0-1-1,0 1 1,0 0 0,0-1-1,-1 1 1,1-1 0,0 1-1,0-1 1,0 1 0,0-1-1,-1 1 1,1-1 0,0 1-1,0-1 1,-1 1-1,1-1 1,0 1 0,-2 0-1,-8 23-10093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59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 1761,'-14'-9'22792,"49"9"-22510,112-1-67,572 28 2310,-679-21-2008,82 8 259,-41-11 2760,-81-2-3528,0-1 0,0 0 0,1 0 0,-1 0 0,0 0 1,0 1-1,0-1 0,0 0 0,0 0 0,0 0 0,1 1 0,-1-1 0,0 0 0,0 0 0,0 0 0,0 1 0,0-1 0,0 0 0,0 0 0,0 1 0,0-1 0,0 0 1,0 0-1,0 1 0,0-1 0,0 0 0,0 0 0,0 1 0,0-1 0,0 0 0,-1 0 0,1 0 0,0 1 0,0-1 0,0 0 0,0 0 0,0 0 0,0 1 1,-1-1-1,1 0 0,0 0 0,0 0 0,0 0 0,-1 0 0,1 1 0,0-1 0,0 0 0,0 0 0,-1 0 0,-8 11-254,8-11 201,-21 21-5302,7-8-2541,11-10 4980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00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7924,'0'0'8654,"3"3"-7024,2 2-703,0-1-1,1-1 0,-1 1 1,1-1-1,0 0 1,11 4-1,44 6 1829,-23-11-2667,57-3 0,-28-2 328,574 3 254,-365 0 2947,-274 30-4519,-2-26-30,-1 0-1,1-1 1,0 1 0,-1-1 0,0 1-1,1-1 1,-2 0 0,-1 7 0,-10 10-8497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01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0 160,'0'0'9420,"2"6"-8118,0-1-1459,12 34 3885,-13-37-3584,0-1-1,-1 1 1,0 0 0,1-1-1,-1 1 1,0-1 0,0 1 0,0 0-1,0-1 1,0 1 0,0-1-1,0 1 1,-1 0 0,1-1-1,-1 1 1,1-1 0,-1 1-1,1-1 1,-1 1 0,0-1-1,0 0 1,0 1 0,-1 1 0,-6 3-88,4-3-318,0 0 0,0 0 1,0 0-1,0 1 0,0-1 0,1 1 1,0 0-1,0 0 0,-3 6 0,0 1-2103,1 5 6712,5-15-4058,1 0 0,0 0 1,0 0-1,0 0 0,0 0 1,0-1-1,0 1 0,0 0 1,0-1-1,0 1 0,0-1 0,0 1 1,0-1-1,0 1 0,0-1 1,0 0-1,1 0 0,1 1 0,25 4 670,0 0-1,0-2 0,0-1 1,35-1-1,119-17-136,-6 2-190,-156 13-561,122-2 404,161-25 1,-233 8 1125,-71 54-14802,-5-19 3599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4:02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8404,'0'0'15153,"27"-1"-14024,3 0-755,12 0 238,0-2-1,42-9 1,99-13 2316,369 0 0,-596 27-4301,19 0-2857,1-1-5193,4-1-4972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5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 4258,'0'0'15068,"-10"7"-14355,-7 6 56,0 0 1,1 2-1,1 0 1,0 1-1,1 0 1,1 1-1,0 0 1,-12 24-1,19-28-619,0 1 0,1 0 0,1 1 0,0-1 0,1 1 0,0 0 0,1-1 0,0 25 0,3-37-177,-1-1-1,1 0 0,-1 0 1,1 0-1,0 0 0,-1 0 1,1 0-1,0 0 0,0 0 1,0 0-1,0 0 0,-1 0 0,1 0 1,1-1-1,-1 1 0,0 0 1,0-1-1,0 1 0,0-1 1,0 1-1,1-1 0,-1 1 1,0-1-1,0 0 0,1 0 1,-1 1-1,0-1 0,0 0 1,1 0-1,-1 0 0,2-1 1,43-4-622,-40 2 656,0 0-1,0 0 1,-1 0-1,0-1 1,1 0-1,-1 0 1,-1 0 0,1-1-1,-1 1 1,1-1-1,-1 0 1,-1 0-1,1-1 1,-1 1-1,0-1 1,0 0-1,-1 0 1,1 0-1,-1 0 1,-1 0-1,3-11 1,0-12 107,-1-1-1,-1 1 1,-3-44 0,0 32-8,2 40-104,-1 1 1,0-1-1,0 0 1,0 1-1,1-1 1,-1 1-1,0-1 0,0 0 1,0 0-1,0 1 1,0-1-1,-1 0 1,1 1-1,0-1 1,0 1-1,0-1 1,0 0-1,-1 1 1,1-1-1,0 0 1,-1 1-1,1-1 1,0 1-1,-1-1 1,1 1-1,-1-1 1,1 1-1,-1-1 1,1 1-1,-1-1 1,1 1-1,-1 0 1,0-1-1,1 1 1,-1 0-1,1 0 1,-1-1-1,0 1 1,1 0-1,-1 0 1,0 0-1,1 0 1,-2 0-1,1 0-74,-1 1 0,1-1 0,0 1 0,0 0 0,0 0 0,0-1 0,0 1 0,0 0 0,0 0 0,0 0 0,0 0 0,0 0 0,0 0 0,1 1-1,-1-1 1,0 0 0,1 0 0,-1 0 0,1 1 0,-1-1 0,1 2 0,-13 59-8180,12-31-237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5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12438,'0'0'12629,"-4"23"-11177,-46 186 727,32-151-2303,3-11 2525,7-20-4581,3-10-4258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5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24 120 1793,'0'0'9868,"20"-20"-6354,64-59-566,-56 60-541,-27 19-2329,-1-1 0,1 1-1,-1 0 1,0 0 0,1 0 0,-1 0-1,1 0 1,-1 0 0,1 0 0,-1 0-1,1 0 1,-1 0 0,1 0 0,-1 0-1,1 0 1,-1 0 0,1 0 0,-1 0-1,1 0 1,-1 1 0,1-1 0,-1 0-1,0 0 1,1 1 0,-1-1 0,1 0-1,-1 1 1,1-1 0,-1 2 129,1 0 0,0 0 0,-1 0 0,1 0-1,-1 0 1,1 0 0,-1 0 0,0 0 0,0-1 0,0 1 0,0 0 0,-1 3 0,1-1-153,0 15 625,-1 1-1,-1-1 1,-1 0 0,-8 34-1,9-46-584,-1 0-1,1 0 1,-1 0-1,0-1 0,0 1 1,-1-1-1,0 0 1,0 0-1,-1 0 0,0-1 1,1 1-1,-2-1 0,1 0 1,-1-1-1,1 1 1,-8 3-1,11-7-63,-1 0 0,1 1 0,-1-1-1,1 0 1,-1-1 0,0 1 0,1 0 0,-1-1 0,0 1-1,1-1 1,-1 0 0,0 0 0,0 0 0,0 0 0,1-1 0,-1 1-1,0-1 1,1 1 0,-1-1 0,-3-2 0,4 2-145,1 0 0,0 0 0,-1 0 0,1 0 0,0-1 1,-1 1-1,1 0 0,0-1 0,0 1 0,0-1 0,0 1 0,1-1 0,-1 0 0,0 1 1,1-1-1,-1 0 0,1 0 0,-1 1 0,1-1 0,0 0 0,0 0 0,0 0 0,0 1 1,0-1-1,0 0 0,0 0 0,1 0 0,-1 1 0,1-1 0,-1 0 0,2-1 1,-1 0-559,1 1 1,-1 0 0,1-1 0,0 1 0,0 0 0,0 0-1,0 0 1,0 0 0,0 1 0,1-1 0,-1 0 0,1 1-1,-1 0 1,6-2 0,4-4-4343,20-10-7348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19241,'0'0'9716,"-61"153"-8291,40-99-561,8-2 177,6-7-561,-6-4-480,-1-9 0,7-5 0,0-7 0,1-6-720,-1-3-1153,-7-4-1953,1-7-1825,-7 0-4945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6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4498,'0'0'13572,"21"-9"-9344,71-30-1880,-86 37-2129,0-1-1,1 1 1,-1 0-1,1 1 1,-1-1-1,1 1 1,-1 1-1,1-1 1,12 2-1,0-1 380,-18 1-517,1-1 1,0 1 0,-1-1 0,1 1-1,0 0 1,-1 0 0,1 0 0,-1 0-1,0 0 1,1 0 0,-1 0 0,0 0 0,1 1-1,-1-1 1,0 0 0,0 1 0,0-1-1,0 1 1,-1-1 0,1 1 0,0 0 0,0-1-1,-1 1 1,1 0 0,-1-1 0,0 1-1,1 0 1,-1 0 0,0 3 0,4 61-1380,-4-59-226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6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11973,'0'0'17288,"-48"113"-18168,48-90-2081,0-3-2402,0 3-3313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7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8788,'0'0'14524,"11"0"-13462,37 0 242,-47 0-1187,1 0-1,-1 1 1,1-1-1,0 0 0,-1 1 1,1-1-1,-1 1 1,1-1-1,-1 1 0,1 0 1,-1 0-1,0 0 1,1-1-1,-1 1 0,0 0 1,0 1-1,0-1 1,0 0-1,0 0 0,0 0 1,0 1-1,0-1 1,0 0-1,0 1 0,-1-1 1,1 1-1,0-1 1,-1 1-1,0-1 0,1 1 1,-1 2-1,2 5 166,-2 1 0,1-1 0,-1 0 0,-1 12-1,0-5 255,1-16-535,0 0 0,0 1 0,-1-1 0,1 0 0,0 0 0,0 1 0,0-1 0,0 0 0,0 0 0,0 1 0,0-1-1,0 0 1,0 0 0,0 1 0,1-1 0,-1 0 0,0 0 0,0 1 0,0-1 0,0 0 0,0 0 0,0 0 0,0 1 0,1-1 0,-1 0 0,0 0 0,0 0 0,0 1 0,0-1 0,1 0 0,-1 0 0,0 0 0,0 0 0,1 0 0,-1 0 0,0 1 0,0-1 0,0 0 0,1 0 0,-1 0 0,11-8-125,15-23-197,-19 22 323,4-4-22,-1 2 1,1-1-1,1 1 1,0 1-1,1 0 1,0 1 0,0 1-1,1 0 1,23-10-1,-37 18 41,1 0 0,0 0 1,-1 0-1,1 1 0,-1-1 0,1 0 0,-1 0 0,0 1 0,1-1 1,-1 0-1,1 1 0,-1-1 0,0 0 0,1 1 0,-1-1 1,1 1-1,-1-1 0,0 1 0,0-1 0,1 1 0,-1-1 0,0 1 1,0-1-1,0 1 0,0-1 0,1 1 0,-1-1 0,0 1 0,0-1 1,0 1-1,0-1 0,0 1 0,0-1 0,0 1 0,0 0 1,-1 0-1,1 31 1086,0-25-980,3-6-133,1 0-1,-1-1 1,1 0-1,-1 0 1,1 0 0,-1 0-1,1 0 1,-1-1-1,7-1 1,22-16-493,-28 15 505,-1 0-1,1 1 1,0 0 0,0 0-1,-1 0 1,2 0-1,-1 0 1,0 1-1,0 0 1,0-1-1,9 1 1,-13 39 490,0-26-1713,0 18-9494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7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18136,'0'0'14183,"-20"66"-14183,13-55-80,7-2-817,0 0-815,-7-2-1634,0-3-1248,-6-1-3730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7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17880,'0'0'8212,"0"147"-12326,7-115-2369,0-5-2449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7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3682,'0'0'27930,"-21"8"-26951,-60 25-803,80-32-176,0-1 0,-1 0 0,1 1 0,0-1 0,0 1 0,-1 0 0,1-1 0,0 1 0,0 0 0,0 0 0,0-1 0,0 1 0,0 0 0,0 0 0,1 0 0,-1 0 0,0 0 0,0 1 0,1-1 0,-1 0 0,1 0 0,-1 0 0,1 1 0,-1-1 0,1 0 0,0 0 0,0 1 0,-1-1 0,1 0 0,0 1 0,0-1 0,0 0 0,1 1 0,-1-1 0,0 0 0,0 0 0,1 3 0,1 3 0,2 33-344,0 18-671,-4-56 980,0 1 1,0-1-1,-1 1 0,1-1 0,-1 1 0,0-1 1,0 1-1,0-1 0,0 0 0,0 1 1,0-1-1,-1 0 0,1 0 0,-1 0 1,1 0-1,-1 0 0,0 0 0,-3 2 0,0 1-159,-1-1 0,1-1 0,-1 1 0,0-1 0,0 0 0,0-1 0,0 1 0,0-1 0,-1 0 0,1-1-1,-9 2 1,14-4-51,1 1-1,-1 0 0,1-1 1,-1 1-1,1-1 0,-1 1 1,1-1-1,-1 1 0,1-1 1,0 1-1,-1-1 1,1 1-1,0-1 0,-1 1 1,1-1-1,0 0 0,0 1 1,-1-1-1,1 0 0,0 1 1,0-1-1,0 0 0,0 1 1,0-1-1,0 0 0,0 1 1,0-1-1,0 0 0,0 1 1,1-1-1,-1 0 1,0 1-1,0-1 0,1 1 1,-1-1-1,0 0 0,1 1 1,-1-1-1,12-33-9852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8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9156,'0'0'22442,"-41"133"-21273,34-86-1169,-6 1 0,6-1 0,-7-4 0,1-2 0,6-5 0,-6-4 0,-1-5 0,0-5-1521,-6-6-1936,7-9-2738,-8-5-4546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3153,'0'0'17115,"19"-12"-13111,64-34-1146,-78 42-2589,1 1-1,1 0 1,-1 1 0,0 0 0,1 0-1,-1 0 1,1 0 0,-1 1 0,1 0 0,0 1-1,0-1 1,10 2 0,4 0 487,-20-1-737,0 0 0,0 1 0,0-1 1,1 1-1,-1-1 0,0 1 0,0 0 0,0-1 0,0 1 1,0 0-1,0 0 0,0 0 0,-1-1 0,1 1 1,0 0-1,0 0 0,-1 0 0,1 1 0,0-1 1,-1 0-1,1 0 0,-1 0 0,0 0 0,1 0 1,-1 1-1,0-1 0,0 0 0,0 0 0,1 1 1,-1-1-1,0 0 0,-1 2 0,1 54 637,-1-38-558,1 50-490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14 1201,'0'0'31566,"-13"-13"-31566,6 29 0,0 2 0,0 0-800,7 2-2354,0-2-2144,0-2-3618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3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18408,'0'0'14359,"-102"84"-14359,96-64 0,-1 2 0,7-1 0,0-1 0,0-4 0,13-3 0,8-1-944,6-12-3426,0 0-5747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40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7 137 1889,'0'0'21474,"1"0"-21035,0 0 1,0 0 0,0 0-1,1 0 1,-1 0-1,0 1 1,0-1 0,0 0-1,0 1 1,0-1-1,0 1 1,0-1 0,0 1-1,0-1 1,0 1-1,0 0 1,1 1 0,0 74 268,1-39-447,-3 0 0,-6 59 0,5-91-261,0 0 0,-1 0 0,1 0 0,-1 0 0,0 0 0,-1 0 0,-3 6 0,6-11 0,-1 0 0,1 0 0,0 0 0,0 0 0,-1 0 0,1 0 0,0 0 0,0-1 0,-1 1 0,1 0 0,0 0 0,0 0 0,-1 0 0,1 0 0,0 0 0,0-1 0,0 1 0,-1 0 0,1 0 0,0 0 0,0 0 0,0-1 0,0 1 0,-1 0 0,1 0 0,0-1 0,0 1 0,0 0 0,0 0 0,0-1 0,0 1 0,0 0 0,0 0 0,0-1 0,0 1 0,0 0 0,0 0 0,0-1 0,0 1 0,0 0 0,0 0 0,0-1 0,0 1 0,0-1 0,-2-13 0,2 2 0,5-115 0,-3 111 0,1 0 0,1 1 0,0-1 0,2 1 0,12-29 0,-7 24 0,2 1 0,16-22 0,10-15 0,-30 43 0,-8 13 0,-1 0 0,0-1 0,1 1 0,-1 0 0,1 0 0,-1-1 0,0 1 0,1 0 0,-1 0 0,1 0 0,-1-1 0,1 1 0,-1 0 0,0 0 0,1 0 0,-1 0 0,1 0 0,-1 0 0,1 0 0,-1 0 0,1 0 0,-1 0 0,1 0 0,-1 0 0,1 0 0,-1 1 0,0-1 0,1 0 0,-1 0 0,1 0 0,-1 1 0,0-1 0,1 0 0,-1 0 0,1 1 0,-1-1 0,0 0 0,1 1 0,-1-1 0,0 0 0,0 1 0,1-1 0,-1 1 0,0-1 0,0 1 0,0-1 0,1 0 0,-1 1 0,0-1 0,0 1 0,0-1 0,0 1 0,0-1 0,0 1 0,0-1 0,0 1 0,0-1 0,0 0 0,0 1 0,-1 0 0,6 48 0,-3 0 0,-5 56 0,1-11 0,2 38-213,0-156-3718,0 0-6774,0 6-698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40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12 9893,'0'0'22458,"-7"-11"-22042,14 11-416,7 0 0,-1 0 0,8 0-1425,6 0-3409,6 0-7668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41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0 864,'0'0'417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42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0 649 5410,'55'-43'26488,"-56"41"-25715,8-23-677,-6 21-96,1 2 0,0 0 0,0 0 0,0-1 0,0 1 0,0-1 0,-1 0 0,1 1 0,-1-1 0,0 0 0,0 0 0,0 0 0,0 0 0,1-5 0,4-12 0,34-53 0,3 2 0,57-71 0,6-10 0,-105 152 0,3-8 0,1 1 0,0 0 0,0 0 0,1 0 0,0 0 0,0 1 0,0 0 0,11-7 0,1 7 0,-16 10 0,-2-3 0,23 154 0,-5-21 0,-14-89 0,-4-36 0,0 0 0,1-1 0,0 1 0,1 0 0,-1-1 0,5 12 0,-6-20 0,0 1 0,0-1 0,1 0 0,-1 1 0,0-1 0,0 1 0,0-1 0,1 0 0,-1 1 0,0-1 0,0 0 0,1 1 0,-1-1 0,0 0 0,1 1 0,-1-1 0,1 0 0,-1 0 0,0 1 0,1-1 0,-1 0 0,1 0 0,-1 0 0,0 0 0,1 0 0,-1 1 0,1-1 0,-1 0 0,1 0 0,-1 0 0,0 0 0,1 0 0,-1 0 0,1 0 0,-1-1 0,1 1 0,-1 0 0,1 0 0,-1 0 0,0 0 0,1 0 0,-1-1 0,1 1 0,-1 0 0,0 0 0,1-1 0,-1 1 0,0 0 0,1-1 0,-1 1 0,0 0 0,0-1 0,1 1 0,-1-1 0,24-31 0,0 0 0,3 2 0,32-30 0,98-76 0,-76 69 0,-62 51 0,-19 16 0,0 0 0,0 0 0,0 0 0,1 0 0,-1 0 0,0 0 0,0 0 0,0-1 0,1 1 0,-1 0 0,0 0 0,0 0 0,1 0 0,-1 0 0,0 0 0,0 0 0,1 0 0,-1 0 0,0 0 0,0 0 0,0 0 0,1 0 0,-1 0 0,0 0 0,0 1 0,0-1 0,1 0 0,-1 0 0,0 0 0,0 0 0,0 0 0,1 0 0,-1 1 0,0-1 0,0 0 0,0 0 0,0 0 0,1 0 0,-1 1 0,0-1 0,0 0 0,0 0 0,0 0 0,0 1 0,0-1 0,0 0 0,0 0 0,0 0 0,0 1 0,0-1 0,0 0 0,0 0 0,0 1 0,0-1 0,0 0 0,0 0 0,0 1 0,1 15 0,-1-15 0,-14 161 0,1 5 0,12-163-296,1 0-1,0 0 1,1 0-1,-1 0 1,1 0-1,-1-1 1,1 1-1,0 0 1,3 7-1,-3-10-161,1 1 0,-1-1 1,0 0-1,1 0 0,-1 1 0,1-1 0,-1 0 0,1 0 0,0 0 0,-1-1 0,1 1 0,0 0 0,0 0 0,-1-1 1,1 0-1,0 1 0,0-1 0,0 0 0,0 0 0,0 1 0,-1-2 0,4 1 0,21 0-18492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44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36 1169,'0'0'4868,"0"-36"16865,-1 85-21390,-3 0 0,-2-1 0,-2 0 0,-20 66 0,20-90-3261,5-19 1137,1 1-1,0-1 1,1 1-1,-1 0 1,1 0 0,0 8-1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45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12758,'0'0'10234,"13"-12"-9786,1 5-196,0 0 0,0 2 0,0 0 0,0 0 0,1 1 0,0 1 0,0 0 0,0 1 0,0 1 0,27 1 0,-41 0-246,0 0-1,0 0 1,0 1 0,0-1 0,0 0-1,0 1 1,0-1 0,0 1 0,0 0-1,0-1 1,-1 1 0,1-1 0,0 1-1,0 0 1,-1 0 0,1 0 0,0-1-1,-1 1 1,1 0 0,0 0 0,-1 0-1,1 0 1,-1 0 0,0 0 0,1 0-1,-1 0 1,0 0 0,0 0 0,0 0-1,1 2 1,1 33 214,-2-33-172,1 2 26,-1 1 1,0 0 0,0 0-1,0 0 1,-1 0 0,0 0-1,0-1 1,-1 1 0,0 0 0,0-1-1,0 1 1,0-1 0,-1 0-1,0 1 1,0-2 0,0 1-1,-1 0 1,0 0 0,1-1 0,-7 5-1,-65 52 1794,121-58-3482,-40-3 1604,0 0-1,1 1 1,-1 0 0,0 0 0,0 1 0,0 0 0,0 0-1,0 0 1,-1 1 0,1 0 0,-1 0 0,10 7 0,2 3-351,-1 2 0,21 23-1,-37-38 358,1 1 5,0 0-1,1 1 0,-1-1 0,0 0 0,0 1 0,0-1 0,0 0 0,0 1 0,-1-1 0,1 1 1,0 0-1,0-1 0,-1 1 0,1-1 0,-1 1 0,0 0 0,0 0 0,1-1 0,-1 1 0,0 0 0,0-1 1,0 1-1,-1 3 0,0-3 119,-1 0 0,1 0 0,0 0 0,-1 0 0,1 0 0,-1 0 0,0-1 0,1 1-1,-1 0 1,0-1 0,0 0 0,0 1 0,0-1 0,0 0 0,-3 1 0,-12 4 792,0 0-1,0-1 0,-31 4 0,35-7-995,-58 3-130,52-5-469,5 7-8432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53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0 480,'0'0'2129,"0"7"-2737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54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77 1024,'2'4'1422,"4"-9"-1361,13-18-1281,9-30 28266,-30 68-24509,-1-5-2401,0 0 0,-1 0 1,0-1-1,-1 0 0,0 0 0,-10 14 0,-7 13 213,7-10-203,11-21-130,0 1 1,1 0-1,0 0 0,0 0 1,0 1-1,0-1 0,1 1 1,0-1-1,1 1 0,-2 13 1,25-19-244,12-4 259,0-1 1,-1-2-1,1-1 0,50-17 1,33-8 98,58-2-219,-173 33 67,-17 3-12022,3-2 4501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54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12886,'0'0'14471,"-129"129"-11638,102-82-1585,14 1-959,6-5-289,7-5 0,0-4-369,0-2-1391,0-3-2819,0-7-3968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55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35 12870,'0'0'15439,"-9"-4"-13940,1 1-1279,0 0-1,0 0 1,0 1 0,0 0-1,0 0 1,-1 1-1,1 1 1,-9-1 0,14 1-216,1 0 1,-1 0 0,1 1 0,-1-1 0,1 0 0,0 1 0,-1 0 0,1 0 0,0 0 0,-1 0 0,1 0 0,0 0 0,0 0 0,0 1 0,0-1-1,0 1 1,0-1 0,0 1 0,1 0 0,-1 0 0,0 0 0,1 0 0,0 0 0,-1 0 0,1 0 0,0 0 0,0 1 0,0-1 0,1 0-1,-1 1 1,0-1 0,1 0 0,0 1 0,-1-1 0,1 1 0,0-1 0,1 5 0,0 0-73,0-1 1,0 0-1,1 0 1,0 0-1,0 0 1,1 0-1,0 0 1,0-1-1,0 1 0,1-1 1,-1 0-1,1 0 1,0 0-1,1-1 1,-1 1-1,7 3 1,-6-3 45,0-1 1,0 1 0,0-1 0,-1 1-1,0 1 1,0-1 0,0 0-1,-1 1 1,0 0 0,0 0 0,0 0-1,0 0 1,-1 1 0,0-1-1,-1 0 1,2 10 0,-3-2-4,1-11 30,-1 0 1,0 0-1,1 0 1,-1 0-1,0 0 0,0 0 1,-1 0-1,1-1 0,0 1 1,-1 0-1,0 0 1,0 0-1,0-1 0,0 1 1,0 0-1,0-1 0,-1 1 1,1-1-1,-1 1 0,0-1 1,0 0-1,0 0 1,0 0-1,0 0 0,-4 3 1,0-1 8,0 0 1,-1 0 0,1-1 0,-1 0 0,1 0-1,-1 0 1,0-1 0,0 0 0,0-1 0,-13 2-1,18-9-334,2 1 278,1 0-1,-1 0 1,2 0-1,-1 0 1,0 1-1,1-1 1,0 0-1,0 1 1,0-1-1,1 1 1,-1 0-1,5-6 1,47-50 21,-6 7 66,-45 49-47,54-81 169,-53 77-89,0 0 0,0 0 0,0 0 0,-1-1 0,-1 1 0,1-1 0,-1 1 0,-1-1 0,1-11-1,-2 19-53,0 0 1,0 0-1,0-1 0,0 1 0,-1 0 0,1 0 0,0 0 0,-1 0 0,1 0 0,-1 0 0,1 0 0,-1 0 0,0 0 0,1 0 0,-1 0 0,0 0 0,0 0 0,0 0 0,1 1 0,-1-1 0,0 0 0,0 1 0,0-1 0,0 0 0,0 1 0,0-1 0,-1 1 0,1 0 0,0-1 0,0 1 0,0 0 0,0 0 0,-2-1 0,-46 1 941,31 1-815,9 0-212,0 0 0,0 0 0,0 0 1,0 2-1,0-1 0,0 1 0,-12 6 0,19-9 0,0 1 0,0 0 0,0-1 0,0 1-1,1 0 1,-1 0 0,0 1 0,0-1 0,1 0 0,-1 0-1,1 1 1,-1-1 0,1 1 0,0 0 0,-1-1 0,1 1 0,0 0-1,0 0 1,0-1 0,0 1 0,1 0 0,-1 0 0,0 0 0,1 0-1,0 0 1,-1 0 0,1 1 0,0-1 0,0 0 0,0 0 0,0 0-1,0 0 1,1 0 0,-1 0 0,0 0 0,1 0 0,0 0-1,1 2 1,11 8-5684,12-2-4270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56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7187,'0'0'7332,"4"1"-6190,3-1-566,15 11 14328,-22 16-14786,0-20 616,1-3-335,-7 3-24,5-5-375,1 0 0,47 0 0,109-17 0,-155 15 0,0 1 0,0-1 0,0 1 0,0 0 0,0 0 0,0-1 0,0 1 0,-1 0 0,1 0 0,0 0 0,0 0 0,-1 0 0,1 0 0,-1 0 0,1 0 0,-1 0 0,1 0 0,-1 0 0,0 1 0,1-1 0,-1 0 0,0 0 0,0 0 0,0 1 0,0-1 0,0 0 0,0 0 0,0 2 0,-1 51 0,0-36 0,-2 17 0,-2 0 0,-1-1 0,-2 1 0,-2-2 0,-16 40 0,16-42 0,-19 40 0,-3-2 0,-51 82 0,79-143 0,-2 3-299,-5 10-1563,8-20 346,4-12-354,4-19-5085,2-5-3546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56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12966,'0'0'10501,"155"-52"-8468,-60 32-753,0-3-703,13-4-577,1 2-3250,6-6-10228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57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22 100 592,'0'0'20711,"4"-12"-19409,-1 3-1010,-3 6-216,1 0 0,0 0 0,0-1-1,0 1 1,0 0 0,1 0 0,-1 0 0,1 0-1,-1 0 1,1 0 0,0 0 0,0 1 0,1-1-1,-1 1 1,0 0 0,1-1 0,0 1 0,-1 0-1,1 0 1,0 1 0,0-1 0,5-2 0,10-1 322,0 1 0,0 1 0,0 1 0,1 0 0,-1 1 0,1 1 0,-1 1 0,22 3 1,-38-3-376,0-1 1,0 1 0,0 0-1,0 0 1,0 0 0,-1 0 0,1 0-1,0 0 1,-1 1 0,1-1-1,-1 0 1,1 1 0,-1 0 0,0-1-1,1 1 1,-1-1 0,0 1-1,0 0 1,0 0 0,-1 0 0,1 0-1,0 0 1,-1 0 0,1 0-1,0 3 1,0 6 141,0 1 0,-1-1 0,-1 19 0,0-8 50,1-17-145,0 0 0,0 0 0,-1-1 0,0 1 0,0 0 0,-1 0 1,1-1-1,-1 1 0,0-1 0,0 1 0,0-1 0,-1 0 0,0 0 0,1 0 0,-1 0 0,-7 6 0,-2 1 330,-1-1 0,-1 0 0,-23 13 0,1-1-139,34-20-304,43-2-760,-34 0 754,-1 0-1,1 0 0,-1 1 1,1-1-1,0 1 0,-1 1 1,0-1-1,1 1 1,6 3-1,-10-3 41,0 0 0,-1 0 0,1 0 0,-1 1 1,0-1-1,1 1 0,-1-1 0,0 1 0,-1 0 0,1-1 0,0 1 0,-1 0 0,1 0 1,-1 0-1,0 0 0,0 1 0,0-1 0,-1 0 0,1 0 0,-1 7 0,1-4 50,0 1-1,-1 0 0,0-1 1,0 1-1,0 0 0,-1-1 1,0 1-1,-1 0 0,1-1 1,-1 0-1,-1 1 0,1-1 1,-1 0-1,0 0 0,0 0 1,-1 0-1,0-1 0,-5 7 1,1-5 22,1 0 1,-1 0-1,-1-1 1,1 0-1,-1 0 1,0-1-1,0 0 1,-1-1-1,1 0 1,-1 0-1,-11 2 1,0-1-64,-1-1 0,1-1 0,-1-1 0,-28 0 0,42 3-2079,8 4-3413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6:58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3314,'0'0'16127,"13"-10"-14774,1-1-1008,1 1 1,-1 1 0,2 1 0,-1 0 0,1 1-1,0 0 1,19-4 0,-18 8 89,-1 0 0,1 1 0,0 1 0,24 1-1,-40 0-387,0 1 0,0-1 0,0 1 0,-1-1 0,1 1 0,0-1 0,0 1 0,0 0 0,0-1 0,-1 1 0,1 0 0,0 0-1,-1-1 1,1 1 0,0 0 0,-1 0 0,1 0 0,-1 0 0,0 0 0,1 0 0,-1 0 0,0 0 0,1 0 0,-1 0 0,0 0-1,0 0 1,0 0 0,0 0 0,0 1 0,0 40 924,-1-32-543,1-2-317,-1-1 0,0 1 0,0 0 0,-1-1 0,0 1 0,0-1-1,-1 0 1,0 0 0,0 0 0,0 0 0,-1 0 0,-8 9 0,-6 6 535,0-1 0,-27 23-1,25-25-221,-30 36-1,50-55-423,-1 0 0,1 1 0,0-1 0,-1 0 0,1 1 0,0-1 0,-1 1 0,1-1 0,0 0 0,0 1 0,-1-1 0,1 1 0,0-1 0,0 1 0,0-1 0,0 1 0,0-1 0,0 0 0,0 1 0,0-1 0,0 1 0,0-1 0,0 1 0,0-1 0,0 1 0,0-1 0,0 1 0,0-1 0,0 1 0,0-1 0,1 0 0,-1 1 0,0-1 0,0 1 0,1-1 0,-1 0 0,0 1 0,1-1 0,-1 1 0,0-1 0,1 0 0,-1 0 0,0 1 0,1-1 0,-1 0 0,1 0 0,-1 1 0,0-1 0,1 0 0,-1 0 0,1 0 0,-1 0 0,1 0 0,-1 0 0,1 1 0,-1-1 0,1 0 0,-1 0 0,1-1 0,0 1 0,39 0 0,-28 0 0,24-3 0,0-1 0,0-1 0,0-2 0,41-15 0,18-2 0,-88 23-1231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06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3 3298,'-6'-2'26091,"-3"6"-27200,-21 16 1170,1 1 0,1 2 1,-31 32-1,-71 86 217,119-129-304,0 2 1,0-1-1,1 1 1,1 1-1,1 0 1,0 0-1,0 0 1,2 1 0,0 0-1,1 1 1,1-1-1,0 1 1,1 0-1,-1 24 1,4-40 1,0 0 0,0 0 0,0 0 1,0 0-1,0 0 0,1 0 0,-1 0 0,0-1 0,1 1 1,-1 0-1,1 0 0,-1 0 0,0-1 0,1 1 0,0 0 1,-1-1-1,1 1 0,-1 0 0,1-1 0,0 1 0,0-1 1,-1 1-1,1-1 0,0 1 0,0-1 0,-1 1 0,3 0 1,31 2-232,-26-3 259,1-1-1,-1-1 0,0 1 0,0-1 0,0-1 1,8-3-1,-10 3 17,0 0 0,-1 0-1,1 0 1,-1-1 0,0 0 0,0 0 0,0 0 0,0-1-1,-1 1 1,0-1 0,0 0 0,0-1 0,-1 1 0,1-1-1,-1 1 1,0-1 0,-1 0 0,0 0 0,0 0 0,0-1-1,0 1 1,0-10 0,-2 14 41,0 0 1,0 0-1,0 0 0,0 0 1,0 1-1,0-1 0,-1 0 1,1 0-1,-1 0 0,1 0 1,-1 1-1,0-1 0,0 0 0,0 1 1,0-1-1,0 0 0,0 1 1,0 0-1,0-1 0,-1 1 1,1-1-1,0 1 0,-1 0 1,1 0-1,-1 0 0,1 0 0,-1 0 1,-2-1-1,-4 0 36,1 1 0,0-1 0,-1 1 0,1 1 0,0-1 0,-9 2 1,9-1-184,6 0-522,1 13-9509,0-4 2353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09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9284,'0'0'18121,"0"4"-17134,-2 10-696,-2-1 1,1 0 0,-2 0-1,0 0 1,0-1 0,-9 16-1,-2 4 37,2 1-181,1 1 1,2 0-1,-11 53 1,14-4-8531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09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85 110 17352,'0'0'11162,"-13"23"-10793,-42 74-244,53-92-104,-1 0 1,1 0-1,0 0 1,0 1-1,1-1 0,0 0 1,0 1-1,0-1 1,0 1-1,1 0 0,0-1 1,0 1-1,1 7 1,1 8-15,-2-20-8,0 0 0,0 0 0,0 1 0,0-1 1,1 0-1,-1 0 0,0 0 0,1 0 0,-1 1 0,1-1 0,-1 0 1,1 0-1,-1 0 0,1 0 0,0 0 0,0 0 0,-1-1 0,1 1 1,0 0-1,0 0 0,0 0 0,0-1 0,0 1 0,1 0 1,1 0-9,0 1 0,0-1 1,0 0-1,1 0 1,-1-1-1,0 1 1,1-1-1,-1 0 1,4 1-1,-1-1 7,0-1 0,1 1 0,-1-1 1,1 0-1,-1-1 0,0 0 0,0 0 0,0 0 0,10-5 0,-8 1 28,-1 1-1,1-2 0,-1 1 0,0-1 1,-1 0-1,0 0 0,0-1 0,0 0 0,-1 0 1,0 0-1,-1-1 0,0 1 0,0-1 1,4-17-1,-4 8 234,0-1-1,-2 1 1,0-1 0,-2 0 0,0 0 0,-4-32 0,4 48-246,-1-1 1,1 1 0,-1-1 0,0 1 0,0 0-1,-1-1 1,1 1 0,-1 0 0,1 0-1,-1 0 1,0 0 0,0 0 0,-3-2 0,4 4-190,0 0 0,0 0 1,0 0-1,0 1 1,0-1-1,0 0 0,-1 1 1,1-1-1,0 0 1,0 1-1,-1 0 0,1-1 1,0 1-1,-3 0 0,2 0-365,1 0-1,-1 0 1,0 0-1,1 1 1,-1-1-1,0 1 0,1-1 1,-1 1-1,1-1 1,-1 1-1,1 0 1,-1 0-1,1 0 0,-2 1 1,-18 19-10686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11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54 4034,'0'0'10850,"0"-7"-9772,0-19-184,0 6 9705,0 39-10585,-3 29 287,-2 0 0,-23 93 1,17-90-225,3-19-2717,5-21-199,0 0 0,1 1 0,0-1 1,0 15-1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1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80 9076,'0'0'15292,"-1"-7"-14985,1 5-272,-1 1 0,1-1 0,0 0-1,0 0 1,0 1 0,0-1 0,0 0 0,0 0-1,0 0 1,0 1 0,1-1 0,-1 0-1,1 1 1,-1-1 0,1 0 0,0 1-1,0-1 1,0 1 0,0-1 0,0 1 0,1-2-1,2 0 93,0 0-1,0 0 0,0 1 0,0 0 1,0 0-1,0 0 0,1 0 0,-1 1 1,5-1-1,3-2 18,-1 2 1,0-1-1,1 2 0,0-1 1,-1 2-1,1 0 0,0 0 1,16 3-1,-27-2-138,1 0-1,-1 0 1,0 0 0,0 0-1,1 0 1,-1 0-1,0 0 1,0 0 0,0 1-1,-1-1 1,1 0 0,0 1-1,0-1 1,-1 1-1,1-1 1,-1 1 0,1-1-1,-1 1 1,0-1 0,0 1-1,1-1 1,-1 1-1,0 0 1,0-1 0,0 1-1,-1-1 1,1 1-1,-1 1 1,1 3 47,-1 0 1,1 0-1,-2 0 0,1 0 1,-1-1-1,-2 8 0,-2-4 103,0-1-1,-1 0 1,1 0-1,-2 0 0,1-1 1,-1 0-1,0-1 1,0 0-1,-1 0 0,0-1 1,-14 7-1,22-11-168,4 2-175,1 0 1,0 1-1,0-1 0,1-1 1,-1 1-1,0-1 0,6 2 0,-1 1 36,1 2-55,0-1 0,0 2 0,-1-1 1,17 17-1,-23-20 197,0 0-1,0 0 1,0 0 0,-1 0 0,1 0 0,-1 0-1,0 1 1,0-1 0,-1 1 0,1-1-1,-1 1 1,0 0 0,0 0 0,0 8 0,-1-12 78,0 0 0,-1 0 1,1 0-1,0 0 1,-1 0-1,1 0 1,-1 0-1,1-1 1,-1 1-1,1 0 0,-1 0 1,0 0-1,1 0 1,-1-1-1,0 1 1,1 0-1,-1-1 0,0 1 1,0 0-1,0-1 1,0 1-1,0-1 1,0 0-1,-2 1 0,-27 8 975,23-7-747,-25 5 246,1-2 1,-1-1-1,-42 0 0,74-4-605,0 0 0,-1 0 0,1 0 0,0 1 1,-1-1-1,1 0 0,0 0 0,-1 0 0,1 0 0,0 1 0,0-1 0,-1 0 0,1 0 1,0 0-1,0 1 0,-1-1 0,1 0 0,0 1 0,0-1 0,-1 0 0,1 0 1,0 1-1,0-1 0,0 0 0,0 1 0,0-1 0,0 0 0,0 1 0,-1-1 0,1 0 1,0 1-1,1 19-8097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1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11 4130,'0'-2'17134,"0"-7"-11282,-2 17-5577,0 0-1,0-1 1,0 0-1,-1 1 1,0-1-1,0 0 0,-1 0 1,0-1-1,0 1 1,-7 7-1,-17 30 104,16-21-401,9-19-123,0 1-1,1-1 0,-1 1 1,1 0-1,0 0 0,1 0 1,-1 0-1,1 0 0,0 0 1,-1 7-1,30-11-1536,-13-2 1395,-1-1 1,0 0-1,1-1 1,-1-1 0,22-9-1,-23 8 281,1 0-1,-1 1 1,1 1 0,0 0-1,24-1 1,-36 24 1082,-3-9-793,0 1 1,-1-1-1,-1 0 0,0 0 0,0 0 0,-1 0 0,0 0 1,-1-1-1,-9 16 0,-65 88 1009,69-101-1093,9-12-230,-1 1-1,1-1 0,-1 0 0,0 0 0,1 1 0,-1-1 0,0 0 1,0-1-1,0 1 0,0 0 0,1-1 0,-1 1 0,0-1 1,-1 1-1,1-1 0,-3 0 0,-41-1-3811,24 0 792,16 1 2098,1 0-1,-1-1 1,1 0-1,-1 0 1,1 0-1,0-1 0,0 1 1,-1-1-1,-4-3 1,-18-13-6071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15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1889,'0'0'22170,"122"-4"-20601,-81 4-337,6 0-703,14 0-225,0 0-160,-7 0-64,-20 0-80,-7 0-897,-13 0-1920,-8 6-2785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17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62 1585,'0'0'3249,"0"-24"-794,-3-11 14187,-5 32-11018,-16 13-2920,-7 12-5019,18-11 3788,10-9-1463,1 0-1,0 0 1,0 1-1,0-1 1,1 0-1,-1 1 1,1-1-1,-1 1 1,1 0 0,0-1-1,0 1 1,0 0-1,0 0 1,0 3-1,1-4-19,0-1 0,0 0 0,0 0 0,1 1 0,-1-1 0,0 0 0,1 0 0,-1 1 0,1-1 1,0 0-1,-1 0 0,1 0 0,0 0 0,-1 0 0,1 0 0,0 0 0,0 0 0,0 0 0,0 0 0,0 0 0,0 0 0,0-1 0,0 1 0,1 0 0,-1-1 0,0 1 0,0-1 0,0 0 0,1 1 0,-1-1 0,2 0 0,26 8-198,-2-2-123,48 20 0,-70-25 294,0 1 0,-1 1 0,1-1 0,0 1 0,-1-1 0,0 1 0,0 1 0,0-1 0,0 1 0,0-1 0,0 1 0,-1 0 0,0 0 0,0 1 0,0-1 0,3 7 0,-5-7 31,1 0 1,-1-1 0,0 1-1,-1 0 1,1 0 0,0 0-1,-1 0 1,0 0 0,0 0-1,-1 0 1,1 0 0,-1 0-1,1 0 1,-1 0 0,0 0-1,-1-1 1,1 1 0,-3 4-1,1-3 34,-1 0 0,0 0 0,0 0 0,0-1 0,0 0 0,-1 0 0,1 0-1,-1 0 1,0-1 0,0 0 0,-6 3 0,-4 1-24,0-1 0,0-1 0,-1 0 0,0-1 0,0 0 0,0-1 0,0-1 0,-18 0 0,33-3-331,0 1 0,0 0 0,0 0 0,0 0 0,1-1 1,-1 1-1,0-1 0,0 1 0,0 0 0,1-1 0,-1 1 0,0-1 0,0 1 0,1-1 0,-1 0 0,1 1 0,-1-1 0,0 0 0,1 0 1,-1 1-1,1-1 0,0 0 0,-1 0 0,1 1 0,0-1 0,-1 0 0,1 0 0,0 0 0,0 0 0,0 0 0,0 0 0,-1 1 0,2-3 1,-2-2-1778,-1-10-5916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18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13142,'0'0'13430,"135"-49"-12485,-88 40-417,1 0-304,-1 4-112,-6 3-96,-28 2-16,1 0-1409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28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14 5891,'0'-14'20172,"-2"23"-19960,0 0 0,0-1 0,-1 1 0,0-1 0,-1 1 0,0-1 0,0 0 0,0-1 0,-1 1 0,-11 12 0,-16 30 569,33-49-765,-1-1 1,0 0-1,0 1 0,1-1 1,-1 1-1,0-1 0,1 0 1,-1 1-1,0-1 0,1 0 1,-1 0-1,0 1 0,1-1 1,-1 0-1,1 0 0,-1 1 1,0-1-1,1 0 0,-1 0 1,1 0-1,-1 0 0,1 0 1,-1 0-1,1 0 1,-1 0-1,0 0 0,1 0 1,-1 0-1,1 0 0,-1 0 1,1 0-1,-1 0 0,1 0 1,-1 0-1,0-1 0,1 1 1,31-3-15,-20 2 29,-4 1-69,0-1 0,0 2 0,-1-1 0,1 1 1,0 1-1,-1-1 0,1 1 0,-1 0 0,10 5 1,-13-5 12,0 1 1,0 0-1,0 1 1,0-1 0,-1 1-1,0 0 1,1-1-1,-1 1 1,-1 1-1,1-1 1,-1 0 0,1 1-1,-1-1 1,3 10-1,-5-12 51,1 1-1,0-1 0,-1 0 0,1 0 1,-1 1-1,0-1 0,0 0 0,0 0 1,0 1-1,0-1 0,-1 0 0,1 0 0,0 1 1,-1-1-1,0 0 0,0 0 0,1 0 1,-1 0-1,0 0 0,-3 3 0,1 0 50,-1 0 0,0-1-1,0 0 1,-1 0-1,1 0 1,-1 0-1,-9 5 1,-2 0 101,-1-1 1,1 0-1,-2-2 1,-19 6-1,30-10-112,1 0 0,-1-1 0,0 0 0,0 0 0,-13-1 0,19 0-282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28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4482,'6'-1'19624,"23"-3"-18532,24-5-537,54-18-1,-67 15 269,1 2 0,66-7 0,-99 21-1674,-15 4-3985,3-4 1580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41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25 5138,'0'0'5085,"7"-5"-4324,20-15 8744,-33 30-4806,-34 44-3791,12-16-282,15-22-463,9-12-144,1 0-1,0 0 1,-1 0-1,1 0 0,1 1 1,-1-1-1,1 1 0,-1-1 1,1 1-1,1 0 1,-1 0-1,-1 9 0,30-13 108,43-1 250,1-4 1,73-12-1,-107 9 1437,46-16-1,-82 22-1417,-1 0-123,0 1-496,-1 0-228,0 0 0,0 0-1,0 0 1,0 0 0,0 0 0,0 1 0,0-1 0,0 0 0,0 1-1,0-1 1,0 1 0,0-1 0,0 1 0,0 0 0,1-1-1,-3 2 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41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 4530,'0'0'15730,"-5"-1"-14748,-33-1 7193,14 2-12380,23 0 4327,0 0 75,1 0 1,-1-1-1,0 1 0,0 0 0,1 0 0,-1 0 0,0 0 0,0 0 1,1 0-1,-1 0 0,0 0 0,0 0 0,1 0 0,-1 0 0,0 1 0,0-1 1,1 0-1,-1 0 0,0 1 0,1-1 0,-1 0 0,0 1 0,1-1 1,-1 1-1,1-1 0,-1 1 0,0 0 0,-3 7-93,0 1 0,1 0-1,1-1 1,-1 1 0,2 0 0,-1 0-1,0 14 1,2 71 817,0-51-759,1-20-162,-2-1 0,-1 1 0,-1-1 0,-5 23 0,8-44 0,-4 11-44,1 2 1,0-1-1,2 0 0,-2 18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50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12950,'0'0'15263,"1"7"-13974,2 10-963,-1 1 1,-1-1-1,-1 0 1,0 0-1,-1 0 1,-1 1-1,-1-1 1,0-1-1,-7 22 1,5-27-327,1 0 0,1 1 0,0-1 0,0 1 0,2 0 0,-2 22 0,5-33 0,0 0 0,0 0 0,0 0 0,0-1 0,0 1 0,0-1 0,0 1 0,0-1 0,0 0 0,0 0 0,0 0 0,0 0 0,4-1 0,-3 1 0,126-3 0,139-21 0,-255 22-1469,-37 4-11330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7:50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13766,'0'0'10741,"-81"118"-7059,60-66-1761,1 2-769,0-5-335,6-6-561,14-4-224,-7-5-32,1-7-1249,-1-3-1184,-7-3-2961,1-5-4387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0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16984,'0'1'15532,"0"4"-15281,0-3-441,0 0 1,0 1-1,0-1 0,-1 0 1,1 1-1,-1-1 1,1 0-1,-1 1 0,0-1 1,1 0-1,-1 0 0,-1 0 1,1 0-1,-1 2 0,-23 13-7709,-1-8-4584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06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19785,'0'0'10093,"-7"2"-7044,-13 7-4978,6 0-3927,1 0-3983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4 14054,'0'0'17619,"-3"-2"-16674,3 2-942,0 0 0,0 0 1,-1 0-1,1-1 0,0 1 1,0 0-1,0 0 1,-1 0-1,1 0 0,0 0 1,0 0-1,-1-1 1,1 1-1,0 0 0,-1 0 1,1 0-1,0 0 0,0 0 1,-1 0-1,1 0 1,0 0-1,0 0 0,-1 0 1,1 0-1,0 1 0,-1-1 1,1 0-1,0 0 1,0 0-1,-1 0 0,1 0 1,0 0-1,0 0 0,0 1 1,-1-1-1,1 0 1,0 0-1,0 0 0,0 1 1,-1-1-1,1 0 0,0 0 1,0 1-1,0-1 1,0 0-1,0 0 0,0 1 1,-1-1-1,1 0 0,0 0 1,0 1-1,0-1 1,0 1-1,-1 17-24,1-14 9,-11 23-2755,-16 12-7759,17-26 6296,-9 12-9301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07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6419,'0'0'24979,"-2"6"-25042,-3 13-5527,-3-6-2718,-5 1-2758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0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19849,'0'0'10450,"0"-9"-7371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47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2161,'0'0'18246,"-2"13"-8968,-8 48-7252,0-17-1498,-21 59 0,31-103-528,0 0 0,0 1 0,0-1 0,0 1 0,0-1 0,0 1 0,0-1 0,0 1 0,0-1 0,0 0 0,0 1 0,0-1 0,0 1 0,0-1 0,0 1 0,0-1 0,1 1 0,-1-1 0,0 0 0,0 1 0,0-1 0,1 0 0,-1 1 0,0-1 0,1 1 0,-1-1 0,0 0 0,1 0 0,-1 1 0,1-1 0,-1 0 0,0 0 0,1 1 0,-1-1 0,1 0 0,-1 0 0,0 0 0,1 0 0,-1 0 0,1 0 0,-1 0 0,1 0 0,-1 0 0,1 0 0,-1 0 0,1 0 0,-1 0 0,0 0 0,1 0 0,-1 0 0,1 0 0,-1 0 0,1-1 0,-1 1 0,42-9 0,-19 4 0,-7 3 0,0 0 0,1 2 0,29 2 0,-44-1 0,-1-1 0,1 1 0,-1 0 0,1 0 0,-1 1 0,1-1 0,-1 0 0,0 0 0,0 1 0,0-1 0,0 1 0,0-1 0,0 1 0,0-1 0,0 1 0,0-1 0,-1 1 0,1 0 0,0 0 0,-1-1 0,0 1 0,1 0 0,-1 0 0,0 2 0,3 49 0,-3-50 0,0 10 0,1-3 0,-1 0 0,-1 0 0,0 0 0,0 0 0,-4 16 0,3-22 0,1 0 0,-1-1 0,0 1 0,0-1 0,-1 1 0,1-1 0,-1 0 0,0 0 0,1 0 0,-2 0 0,1 0 0,0-1 0,0 1 0,-1-1 0,1 0 0,-1 0 0,-5 2 0,-27 13-65,-2-2 1,1-1-1,-2-3 1,-72 14-1,111-28-927,0 1-1,0 0 1,0 0-1,0 0 1,0 0-1,0 0 1,1-1 0,-1 1-1,1 0 1,-1 0-1,1 0 1,0 0-1,1-2 1,10-16-10931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48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6099,'6'-1'22321,"29"1"-21453,13 9-172,0-3 0,0-1-1,0-3 1,92-7 0,-131 6-2083,-13 2-2091,-19 8-5671,20-10 7548,-11 5-7899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5426,'-1'4'22570,"-11"20"-22446,-2-2 165,2 0 0,1 1 1,-10 25-1,11-22-196,-2 0-1,-16 25 1,-12 22 787,39-73-868,1 1-1,-1-1 1,1 1-1,0 0 1,-1-1-1,1 1 1,0 0-1,-1-1 0,1 1 1,0 0-1,0-1 1,0 1-1,0 0 1,-1-1-1,1 1 1,0 0-1,0 0 1,0-1-1,1 1 1,-1 0-1,0-1 1,0 1-1,0 0 1,0-1-1,1 1 0,-1 0 1,0-1-1,1 1 1,-1 0-1,0-1 1,1 1-1,-1-1 1,1 1-1,-1-1 1,1 1-1,-1-1 1,1 1-1,-1-1 1,1 1-1,-1-1 0,1 0 1,0 1-1,-1-1 1,1 0-1,0 1 1,-1-1-1,1 0 1,0 0-1,1 0 1,41 1 65,-29-2-42,59-1 54,1-3 1,0-3-1,136-34 0,-199 38-45,-7 3 75,-1 0 1,1 0-1,0 0 1,0 0-1,-1 1 0,1 0 1,0 0-1,0 0 1,5 0-1,-8 0-420,-23 0-13703,16-1 9157,-7-7-2170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54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4002,'0'0'19118,"-4"2"-17368,0 0-1450,1 1 0,-1-1 0,1 1 0,0-1-1,0 1 1,0 0 0,0 0 0,0 1 0,1-1 0,-1 1 0,1-1 0,-2 6 0,-27 59 2247,13-26-1547,-21 58-560,30-74-429,-32 114-11,39-125-2748,2-14 2444,0-1 0,0 1 0,0-1 0,0 1 0,0-1 0,0 1 0,0 0 0,0-1 0,0 1 0,0-1 0,0 1 0,-1-1 0,1 1 0,0-1 0,0 1 0,-1-1 0,1 1 0,0-1 0,-1 0 0,1 1 0,0-1 0,-1 1 0,1-1 0,-1 0 0,1 1 0,0-1 0,-1 0 0,1 1 0,-1-1 0,1 0 0,-1 0 0,1 0 0,-1 1 0,0-1 0,1 0 0,-1 0 0,0 0 0,-13 4-9199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05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3906,'0'0'2748,"6"5"-2695,3 4-88,7 4-244,-1 0-1,27 16 1,-36-25-132,0-1-1,0 0 1,0 0-1,1-1 1,-1 0-1,1 0 1,30 9 30211,-37-12-29800,0-1 1,0 1-1,-1 0 1,1-1-1,-1 1 1,1 0-1,-1-1 1,0 1-1,1 0 1,-1-1 0,0 1-1,0 0 1,0 0-1,0 0 1,0 0-1,0 0 1,0 0-1,0 0 1,0 0-1,0 1 1,0-1-1,-1 0 1,1 0 0,0 1-1,-1-1 1,1 1-1,-1 0 1,1-1-1,0 1 1,-3 0-1,-48-4-3,46 4 3,-9 0 0,-1 1 0,1 1 0,-1 0 0,1 1 0,0 1 0,0 0 0,0 1 0,-24 12 0,33-14 0,0 0 0,1 0 0,-1 1 0,1 0 0,0 0 0,0 0 0,0 0 0,0 1 0,1 0 0,0 0 0,0 0 0,0 0 0,1 1 0,0 0 0,0-1 0,0 1 0,0 0 0,1 1 0,0-1 0,1 0 0,-1 1 0,1-1 0,0 13 0,1 109 0,0-127 0,0 1 0,0 0 0,0-1 0,0 1 0,0 0 0,1-1 0,-1 1 0,1 0 0,-1-1 0,1 1 0,0-1 0,0 1 0,0-1 0,-1 0 0,1 1 0,0-1 0,1 0 0,-1 1 0,0-1 0,0 0 0,0 0 0,3 1 0,0 0 0,-1 0 0,0-1 0,1 0 0,-1 0 0,1 0 0,0 0 0,-1 0 0,1-1 0,0 1 0,4-1 0,-1 0 0,0-1 0,1 1 0,-1-1 0,0-1 0,0 1 0,0-1 0,0 0 0,0-1 0,0 0 0,9-5 0,-2-3 0,0 0 0,-1-1 0,0-1 0,-1 0 0,-1-1 0,0 0 0,0-1 0,-2 0 0,11-22 0,0 1 0,-20 36 0,0 0 0,0 0 0,0 0 0,0 0 0,0 0 0,0 0 0,0 0 0,0 0 0,0 0 0,0 0 0,0 1 0,1-1 0,-1 0 0,0 0 0,0 0 0,0 0 0,0 0 0,0 0 0,0 0 0,0 0 0,0 0 0,0 0 0,0 0 0,0 0 0,0 0 0,0-1 0,1 1 0,-10 23 0,-132 353 0,106-289 0,-33 76 0,67-161-34,15-23-11740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6:40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20 7876,'1'-2'12753,"-1"2"-12576,0 0 1,0 0-1,0-1 1,-2-5 5502,1 6-5503,-10-3-155,-1 0-1,0 1 0,0 1 0,0 0 0,0 0 0,0 2 0,0-1 0,1 1 0,-1 1 0,0 0 0,0 1 1,1 0-1,-1 1 0,1 0 0,0 1 0,0 0 0,1 1 0,-1 0 0,1 0 0,-17 15 0,25-19-23,0 0 0,0 0-1,0 0 1,0 0 0,1 0 0,-1 0-1,0 1 1,1-1 0,0 0 0,-1 1-1,1-1 1,0 1 0,0-1-1,1 1 1,-1 0 0,1-1 0,-1 1-1,1 0 1,0 0 0,0-1 0,0 1-1,0 0 1,0 0 0,1-1-1,-1 1 1,1 0 0,0-1 0,-1 1-1,1 0 1,1-1 0,-1 1-1,0-1 1,0 0 0,3 3 0,0 1 31,0 0 0,1-1 0,-1 0 0,1 0 0,1 0 0,-1 0 0,1-1 1,-1 0-1,1 0 0,0 0 0,1-1 0,11 5 0,0-4 25,-1-1-1,1 0 0,0-1 1,0-1-1,19-2 0,-23 1-66,-12 0 7,0 0 0,1 0 0,-1-1 0,0 1 0,0-1 0,0 1 0,0-1 0,0 0 0,0 0 1,0 0-1,0 0 0,0 0 0,-1 0 0,1-1 0,0 1 0,-1-1 0,1 1 0,2-4 0,20-36 224,-14 21-8,-43 123 3482,-53 135-3177,57-154-515,-23 111 0,49-181-633,0 8-2507,1-32-2617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56 295 5442,'0'0'17376,"0"12"-16114,0 1-827,1 2 92,-1-1 0,-1 1 1,0-1-1,-1 1 0,0-1 1,-1 0-1,-8 24 0,8-31-359,-2 4 21,0 0-1,1 0 0,0 0 1,-4 22-1,8-33-185,0-1 0,0 1 0,0 0 1,0 0-1,0 0 0,0 0 0,0 0 0,0 0 0,0 0 0,0 0 1,0 0-1,0 0 0,0 0 0,0 0 0,0 0 0,-1 0 0,1 0 0,0 0 1,0 0-1,0 0 0,0 0 0,0 0 0,0 0 0,0 0 0,0 0 1,0 0-1,0 0 0,0 0 0,-1 0 0,1 0 0,0 0 0,0 0 1,0 0-1,0 0 0,0 0 0,0 0 0,0 0 0,0 0 0,0 0 0,0 0 1,0 0-1,0 0 0,0 0 0,-1 0 0,1 0 0,0 0 0,0 0 1,0 0-1,0 0 0,0 0 0,0 0 0,0 1 0,0-1 0,0 0 1,0 0-1,0 0 0,0 0 0,0 0 0,-3-11 68,2-21-182,0 1-75,2 1 1,0-1 0,2 1 0,13-56-1,-15 81 137,8-31-115,2 1 1,1 1 0,2 0 0,1 1-1,2 1 1,21-33 0,-37 64 168,0 0 1,-1 0-1,1 0 1,0 0 0,0-1-1,0 1 1,0 0-1,0 0 1,0 1-1,0-1 1,0 0 0,0 0-1,0 0 1,1 1-1,-1-1 1,0 1-1,1-1 1,-1 1 0,0-1-1,1 1 1,-1 0-1,0 0 1,1-1-1,-1 1 1,3 0 0,-3 1 9,1 0 1,0 0 0,-1 0 0,1 0 0,-1 0 0,1 0 0,-1 0-1,1 1 1,-1-1 0,0 0 0,1 1 0,-1-1 0,0 1-1,0-1 1,0 1 0,0 2 0,5 7 80,-2 0 0,1 1 0,-2 0 0,4 17 0,3 37 482,-3 0 1,-3 99 0,-11-111-485,7-54-145,0-42-20876,0 30 13665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1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7379,'0'0'15912,"14"-9"-15224,6 9-368,1 0-288,6 0-32,-7 0-640,7 0-1761,0 0-3250,7 0-4401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1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7828,'0'0'13830,"4"1"-12854,14 3-170,-1-1 0,1-1-1,0 0 1,21-2-1,30 3-948,-49 0-724,8 0-2490,-11-2-3974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1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7363,'0'0'15976,"20"29"-14936,1-29-175,6 0-513,0 0-304,0 0-48,0-2-224,0-1-1233,0 1-1200,0-2-2802,7-1-4273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2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10965,'0'0'15455,"-2"6"-14657,-12 26-119,-2-1-1,-24 36 1,22-39-394,2 0-1,1 1 1,-17 45 0,30-67-260,1 0 0,0 1 0,1-1 0,0 0 0,1 12 0,-1 1 126,6-19-139,0 1 1,0-1-1,0 0 1,0 0-1,0-1 0,0 0 1,0 0-1,8-1 1,-9 1-10,96-1 388,130-18-1,-193 12 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2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8788,'0'0'18459,"-15"24"-16530,-45 77-411,55-91-1355,1-1-1,0 1 1,0 0-1,1 0 1,0 0-1,0 1 1,2-1-1,-1 1 1,1-1-1,1 19 1,-3 18 122,-1-9-2214,4-32 1039,-1 0 1,1 1-1,0-1 0,1 1 0,-1-1 1,1 1-1,2 5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11221,'0'0'13465,"0"14"-10648,0 3-2232,0 0 0,-1-1 0,-1 1 0,-1 0 0,0-1-1,-1 1 1,-1-1 0,-11 27 0,-51 120-585,65-154 0,0 0 0,0 0 0,1 0 0,0 0 0,1 16 0,0-19 0,1-6 0,-1 1 0,0 0 0,1 0 0,-1 0 0,1 0 0,-1-1 0,1 1 0,-1 0 0,1 0 0,0-1 0,-1 1 0,1 0 0,0-1 0,-1 1 0,1-1 0,0 1 0,0-1 0,0 1 0,-1-1 0,1 0 0,0 1 0,0-1 0,0 0 0,0 0 0,0 0 0,0 1 0,0-1 0,0 0 0,0 0 0,1-1 0,39 1 0,-31 0 0,14 0-11,0-1 1,1-1-1,-1-1 0,0-1 1,0-1-1,-1-2 0,0 0 1,0-1-1,0-1 0,37-22 1,-30 6-874,-18 7-3380,-11 12-1315,-2 5 5021,1 0 1,0 1-1,-4-8-6136,-13-3-6862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9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10549,'0'0'13862,"82"-57"-12133,-49 50-544,-5 3-289,-1 2-288,0-1-304,0 3-304,0 0 0,-7 0-560,1 9-2401,-21 5-1553,0 2-4018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9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11029,'0'0'14439,"108"-5"-14327,-81 1-112,1 2-481,5 2-767,1-5-3186,0-2-3826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9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14102,'0'0'14663,"-7"117"-13430,0-83-177,7-2-576,-7-3-448,7-6-64,-6-8-96,6-6-944,0-6-561,-7-3-1920,0 0-2050,0-23-5922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9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10885,'0'0'18187,"23"9"-17331,69 26-348,165 66 28,-243-95-539,-1 1 0,0 0 0,-1 1 1,0 0-1,0 1 0,10 11 1,-20-18 1,1 0 0,-1 0 0,0 1 0,0 0 0,0-1 0,0 1 0,-1 0 0,1 0 0,-1 0 1,1 0-1,-1 0 0,0 0 0,0 0 0,-1 0 0,1 0 0,-1 1 0,1-1 0,-1 0 0,0 0 0,0 1 1,-1-1-1,1 0 0,0 0 0,-1 0 0,0 1 0,0-1 0,0 0 0,0 0 0,-1 0 0,1 0 0,-1 0 1,1-1-1,-1 1 0,-4 4 0,-4 4 51,0 0 0,-1 0 0,-1-1 1,0 0-1,-18 10 0,-74 40 908,69-41-539,-28 17-363,-2-4 0,-85 31 0,184-78-2603,48-25-7944,-3-6-2403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0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17560,'0'0'12902,"128"-5"-12246,-80 3-288,-8 0-79,-6 2-49,0 0-240,-7 0-16,-7 0-689,1 0-543,-14 0-1153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0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13110,'0'0'18408,"115"0"-17591,-74 0-593,-1 0-224,-6 0-224,0-2-1521,-7-7-3185,0-9-7348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3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5314,'0'0'20954,"-7"0"-19577,0 7-673,0 7-352,1 4-128,-22 4-160,22 3-64,-21 2-1248,6-2-2194,8-7-3521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4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1 344 9012,'0'0'11389,"0"0"-11249,0 1 0,0-1 1,0 1-1,0-1 0,0 1 0,0 0 0,0-1 0,0 1 0,1-1 0,-1 1 0,0-1 0,0 1 0,0 0 0,1-1 0,-1 1 0,0-1 0,1 1 0,-1-1 1,0 0-1,1 1 0,-1-1 0,1 1 0,-1-1 0,0 0 0,1 1 0,-1-1 0,2 1 0,2-5 172,1 0-1,-1 0 0,0 0 1,-1 0-1,1-1 1,-1 0-1,0 0 1,0 0-1,-1 0 1,4-8-1,8-14 54,37-47-170,86-96 0,-136 170-141,0 1-1,0 0 1,-1 0 0,1 0 0,0 0-1,0 0 1,-1 0 0,1 0 0,0 0 0,-1 0-1,1 1 1,-1-1 0,0 0 0,1 0 0,-1 0-1,0 1 1,0-1 0,1 0 0,-1 2 0,8 35 190,-7-27-230,0-1 0,1 0 0,1 0 0,-1 0 0,2 0 0,-1 0 0,1 0 0,1-1 0,0 0 0,0 0 0,7 9 0,-8-17-97,-1 0 1,1 0-1,-1 0 0,1-1 0,-1 1 0,1-1 0,-1 0 0,1 0 0,-1-1 0,1 1 0,-1-1 0,6-1 1,0-1 1,-1 0 1,1-1 0,-1 0 0,0 0-1,0-1 1,0 0 0,9-9-1,55-52-656,-39 35 615,42-47 3947,-75 96-2328,-1-6-1487,0-1 0,-1 1 0,-5 17 0,-3 20-18,7-28-8,1-11-135,0 0-1,1 0 1,0 0-1,0 0 1,1 0-1,1 0 1,0 0-1,2 11 1,-2-20-105,-1 0 1,1 0-1,0-1 1,-1 1 0,1 0-1,0-1 1,-1 1-1,1-1 1,0 1-1,0-1 1,-1 1-1,1-1 1,0 1 0,0-1-1,0 0 1,0 0-1,0 1 1,0-1-1,0 0 1,0 0-1,-1 0 1,1 0 0,0 0-1,0 0 1,0 0-1,0 0 1,2-1-1,0 1-790,29 0-7128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4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16023,'0'0'11237,"74"0"-10292,-47 0-273,-6 0-320,6 0-240,0 0-64,-7 0-48,-6 0-416,-1 0-688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4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8516,'0'0'19145,"82"2"-18489,-49-4-512,1-7-144,0 2-368,0 3-2065,7-1-2113,13-4-4627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5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15 11477,'0'0'15888,"0"-1"-15706,-1 0 0,1 0 0,0 0 0,-1 1 0,1-1 0,-1 0 0,1 0 0,-1 0 0,1 1 0,-1-1 0,0 0 0,0 1 0,1-1 0,-1 1 0,0-1 0,0 1 0,1-1 0,-1 1 0,0-1 1,-2 1-1,-6 6-70,0 0 1,0 1 0,0 1 0,1-1 0,0 1-1,0 1 1,1 0 0,0 0 0,1 0 0,0 0 0,0 1-1,1 0 1,-4 11 0,9-20-134,0 0 0,0-1 0,0 1 0,0 0 0,0 0 0,0-1 0,0 1 0,0 0 0,0 0 0,0-1 0,1 1 0,-1 0 0,0 0 0,0-1 0,1 1 0,-1 0 0,0-1 0,1 1 0,-1 0 0,1-1 0,-1 1 0,1-1 0,-1 1 0,1-1 0,-1 1 0,1-1 0,0 1 0,-1-1 0,1 0 0,0 1 0,-1-1 0,1 0 0,0 1 0,-1-1 0,2 0 0,35 11-1245,-21-7 898,-13-3 334,72 27-422,-68-25 415,-1 1 1,1-1-1,-1 1 0,0 0 0,0 1 0,0-1 1,-1 1-1,9 10 0,-13-14 63,1 1 0,-1 0 0,0 0 0,0 0 0,0 0 1,0 0-1,0 0 0,-1 0 0,1 0 0,-1 0 0,1 0 0,-1 1 0,0-1 0,0 0 0,0 0 0,0 0 0,0 1 0,0-1 0,-1 0 0,1 0 0,-1 3 1,-1-1 123,0 0 0,0 0 1,0 0-1,-1 0 1,1 0-1,-1-1 1,0 1-1,0-1 1,-7 6-1,2-2-37,0-1-1,0-1 1,0 1-1,-1-1 1,0-1 0,0 0-1,0 0 1,-1-1 0,-10 3-1,17-5-366,0 0 1,0-1-1,0 0 0,0 1 0,0-1 0,0 0 0,0 0 0,0-1 1,0 1-1,0 0 0,0-1 0,1 0 0,-6-1 0,6 0-433,0 0 0,1 1 0,-1-1 0,0 0 0,1 0-1,-1 0 1,1 0 0,0-1 0,-1 1 0,1 0 0,0 0 0,0-1 0,1 1-1,-1-1 1,0-4 0,-6-21-8409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7603,'0'0'14567,"135"-75"-12598,-121 69-224,6 3-641,-13 3-479,-1 0-593,1 0-32,0 5-801,0 8-2016,13 3-3170,0-2-2721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5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14935,'0'0'12854,"-75"126"-12902,55-108-1729,-7 0-1393,-7-4-5313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5555,'0'0'21031,"0"3"-19727,1 83 2027,-1 61-1266,-1-107-4960,-11 64-1,9-92-3600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6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17032,'0'0'13585,"16"-2"-13161,-6 0-335,15-3 114,1 2 0,-1 1-1,29 0 1,-46 3-174,0-1-1,0 1 1,0 1 0,0 0 0,0 0 0,14 6 0,-19-7-41,0 1 0,0-1-1,0 1 1,0 0 0,0 0 0,-1 1 0,1-1 0,-1 0 0,1 1 0,-1 0 0,0-1 0,0 1 0,0 0 0,0 0-1,-1 0 1,3 6 0,-3-6 8,0-1-1,0 1 1,0 0 0,0 0-1,-1 0 1,1 0-1,-1 0 1,1-1-1,-1 1 1,0 0 0,-1 0-1,1 0 1,0 0-1,-1 0 1,0 0-1,1 0 1,-1 0 0,0-1-1,-1 1 1,1 0-1,-3 4 1,-1-2 20,0 0 0,0 0 0,0-1 0,-1 0 0,1 1 0,-1-2 0,-7 4 0,7-4-18,0 1 0,1-1 0,-1 1 0,1 0 0,0 1 0,0-1 0,0 1 0,0 0 0,-4 6 0,8-4-265,0 0-1,0 1 1,0-1-1,1 1 1,0-1 0,1 1-1,-1-1 1,3 8 0,-3-12 259,2 6-197,1-1 0,-1 0 0,1 0 1,1 0-1,0 0 0,0-1 1,0 1-1,7 7 0,-7-9 95,1 0-1,-1 0 1,-1 0-1,1 1 0,-1 0 1,0-1-1,-1 1 1,1 0-1,-1 0 0,-1 1 1,2 8-1,-3-14 137,0 0 1,0 0-1,0 0 0,0 0 1,0 0-1,0 0 0,-1-1 0,1 1 1,-1 0-1,1 0 0,-1 0 1,0 0-1,0-1 0,1 1 0,-1 0 1,-1-1-1,1 1 0,0 0 1,0-1-1,-2 2 0,-1 0 201,0-2-1,0 1 1,0 0-1,0-1 1,-1 0-1,1 0 1,-8 1-1,5-1 9,-39 6 1165,25-5-748,-1 2 0,-23 6 0,44-9-481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7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4914,'0'0'14727,"12"0"-12862,147 2 1769,27 0-4523,-184-2-917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7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1521,'0'0'21209,"34"29"-19720,-7-22 64,0-3-561,0-1-704,0-1-288,-7-2-144,7 0-1761,0 0-2401,1-2-4097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4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6 7924,'0'0'16695,"0"-1"-16586,0 1 0,-1-1 0,1 1 0,-1-1 0,1 1 0,0 0 0,-1-1 0,1 1 0,-1 0 0,1 0 0,-1-1 0,0 1 0,1 0 0,-1 0 1,1 0-1,-1-1 0,1 1 0,-1 0 0,1 0 0,-1 0 0,0 0 0,1 0 0,-1 0 0,1 0 0,-1 0 0,1 0 0,-1 1 0,0-1 0,-14 10 143,0 1 0,2 0 0,-1 1 0,1 1 0,-18 23 0,-3 1 367,-19 18-176,3 2 0,-82 120 0,124-163-453,-1 1 0,2 0 0,0 0-1,0 1 1,2 0 0,0 0 0,1 0 0,0 0 0,-2 30 0,7-44-13,-1 1 0,0-1 0,1 0 0,0 0 0,0 1 0,-1-1 0,1 0 0,0 0 0,1 0 0,-1 0 0,0 0 0,0 0 1,1-1-1,0 1 0,-1 0 0,1-1 0,0 1 0,-1-1 0,1 1 0,0-1 0,0 0 0,0 0 0,0 0 0,1 0 0,-1 0 0,0 0 1,0-1-1,0 1 0,1-1 0,-1 1 0,5-1 0,11 2 14,0 0 1,1-2-1,19-1 1,-16 1 66,-22 0-39,1 0 0,-1-1 1,1 1-1,-1 0 0,1 0 0,-1-1 1,1 1-1,-1 0 0,1 0 0,-1-1 1,1 1-1,-1 0 0,0-1 0,1 1 1,-1-1-1,1 1 0,-1-1 0,0 1 1,0-1-1,1 1 0,-1-1 0,0 1 1,0-1-1,1 1 0,-1-1 0,0 1 1,0-1-1,0 1 0,0-1 0,0 0 1,0 1-1,0-1 0,0 1 0,0-1 1,0 1-1,0-1 0,0 0 0,-1 1 1,1-1-1,0 1 0,0-1 0,0 1 1,-1-1-1,0 0 0,-13-26 982,3 19-954,0 0 0,0 0 0,-1 1 0,0 1 0,0 0 0,0 1 0,-1 0 0,0 1 0,-15-4 0,28 8-56,0 1-1,-1-1 1,1 0-1,-1 0 1,1 0-1,0 0 1,-1 0-1,1 1 1,0-1-1,-1 0 1,1 0-1,0 1 1,-1-1-1,1 0 1,0 1-1,0-1 1,-1 0-1,1 1 1,0-1-1,0 0 1,0 1-1,-1-1 1,1 0-1,0 1 1,0-1-1,0 1 1,0-1-1,0 0 1,0 1-1,0-1 1,0 1-1,0-1 1,0 0-1,0 1 1,0-1-1,0 1 1,1 11-2140,-1 5-3998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1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0 11461,'0'0'16421,"-10"8"-15183,-38 36 104,-78 88 1,21-18-381,103-113-962,1 1 0,-1 0 0,0-1 0,0 1 0,1 0 0,-1 0 0,1 0 0,0 0 0,0 1 0,0-1 0,0 0 0,0 1 0,0-1 0,0 0 0,1 1 0,-1-1 0,1 1 0,0-1 0,-1 1 0,1-1 0,0 1 0,1-1 0,-1 3 0,1-3 0,0 0 0,0 0 0,0 0 0,1-1 0,-1 1 0,0 0 0,1-1 0,-1 1 0,1-1 0,-1 0 0,1 1 0,0-1 0,0 0 0,-1 0 0,1 0 0,0 0 0,0 0 0,0-1 0,0 1 0,0 0 0,0-1 0,0 0 0,0 1 0,1-1 0,2 0 0,75 5 0,142-9 0,-177-5-5134,-15 3-3218,-42 6-1501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1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7459,'0'0'20026,"-48"151"-17689,48-108-913,0-4-303,0-5-721,0-10-400,0-1 0,0-5 0,0-4-592,14-5-1521,13-5-2769,0-4-3426,14 0-5106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1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6963,'0'0'24961,"-2"14"-24273,-10 231-533,12-244-162,-3 52-5649,3-51 5341,0-1 0,0 1 1,0-1-1,0 1 0,-1 0 1,1-1-1,0 1 0,-1-1 1,1 1-1,-1-1 1,0 1-1,1-1 0,-1 0 1,0 1-1,0-1 0,0 0 1,0 1-1,0-1 0,0 0 1,0 0-1,0 0 0,-1 0 1,1 0-1,0 0 0,-1 0 1,1-1-1,0 1 1,-3 0-1,-8-1-8284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17432,'0'0'14567,"102"-5"-14295,-55 5-272,1 0-160,19-4-1105,1-5-1712,-7-7-4163,7-9-8515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2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3 5282,'2'-2'22737,"1"2"-21440,-4 7-95,-8 12-910,-2 0 0,0-1 0,-2 0 0,0-1-1,0 0 1,-22 19 0,-4 8-86,26-29-206,1 0 0,0 1 0,1 1 0,1-1 0,-15 33 0,25-49 0,0 1 0,0-1 0,0 1 0,0-1 0,0 0 0,0 1 0,0-1 0,0 1 0,1-1 0,-1 0 0,0 1 0,0-1 0,0 0 0,0 1 0,0-1 0,1 1 0,-1-1 0,0 0 0,0 1 0,1-1 0,-1 0 0,0 0 0,0 1 0,1-1 0,-1 0 0,0 0 0,1 1 0,-1-1 0,0 0 0,1 0 0,-1 0 0,0 0 0,1 1 0,-1-1 0,1 0 0,-1 0 0,0 0 0,1 0 0,-1 0 0,1 0 0,-1 0 0,0 0 0,1 0 0,0 0 0,24 0 0,-20 0 0,95-3 0,177-26 0,-271 29-187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2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9604,'0'0'19465,"-61"115"-17320,54-79-1056,7 0-625,0-4-464,0-3 0,0-4 0,0 0 0,0-3 0,0-4-1105,7 0-1664,7-2-1457,-1-2-1953,8-1-3441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3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 10597,'0'0'13750,"-25"17"-11506,-81 59-547,90-64-1430,0 1 0,0 1 0,2 0-1,0 1 1,0 0 0,2 1 0,-1 0 0,2 1 0,1 1 0,0 0 0,1 0 0,1 1 0,0 0 0,-7 34 0,12-44-227,1 1 1,0 0-1,1 0 0,0 0 1,0-1-1,1 1 0,0 0 0,4 20 1,-3-26-111,0-1 1,0 1-1,0-1 0,1 1 1,-1-1-1,1 0 1,0 1-1,0-1 1,1 0-1,-1 0 1,0-1-1,1 1 0,0 0 1,0-1-1,-1 1 1,2-1-1,-1 0 1,0 0-1,0 0 0,1-1 1,-1 1-1,0-1 1,1 0-1,0 0 1,6 1-1,10 1-2267,-1-1-1,1-1 0,0-1 1,21-3-1,-5-3-6255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13110,'0'0'17819,"-14"12"-16707,-40 38-533,53-49-569,-1 0 1,1 1-1,0-1 0,0 0 0,0 1 0,0-1 1,0 1-1,0-1 0,0 1 0,0 0 0,0-1 0,1 1 1,-1 0-1,0 3 0,1-5-21,0 1 0,0 0 0,1 0 0,-1 0 0,0-1 0,0 1 0,0 0 0,1 0 0,-1-1 0,0 1 0,1 0 0,-1-1 0,1 1 0,-1 0 0,1-1 0,-1 1-1,1 0 1,-1-1 0,1 1 0,0-1 0,-1 1 0,2-1 0,3 3-146,0-1-1,0 0 0,0 0 0,0-1 1,0 0-1,9 2 0,-6-2-211,9 4-102,0 1 1,0 0-1,29 16 0,-44-20 409,0-1-1,0 0 0,0 1 1,0-1-1,0 1 1,0 0-1,0 0 1,0 0-1,-1 0 1,1 0-1,-1 0 1,1 0-1,-1 0 1,0 1-1,1 2 1,-2-3 67,0 0 0,0 0 1,0 0-1,0-1 0,0 1 1,-1 0-1,1 0 0,-1-1 1,1 1-1,-1 0 0,0-1 0,0 1 1,1-1-1,-1 1 0,0-1 1,0 1-1,-1-1 0,1 0 1,0 1-1,0-1 0,-1 0 1,1 0-1,-1 0 0,1 0 1,-3 1-1,-13 10 473,-1-1 0,-1-1 1,1-1-1,-2-1 0,1 0 0,-1-1 0,-39 7 1,59-14-584,0 1 1,-1-1 0,1 0-1,-1 0 1,1 0 0,-1 0-1,1 0 1,0 0-1,-1 0 1,1 0 0,-1 0-1,1 0 1,-1 0 0,1 0-1,-1-1 1,1 1-1,0 0 1,-1 0 0,1 0-1,-1-1 1,1 1 0,0 0-1,-1 0 1,1-1 0,0 1-1,-1 0 1,1 0-1,0-1 1,0 1 0,-1-1-1,1 1 1,0 0 0,0-1-1,-1 0 1,0-17-5895,2 10 3525,-1-23-7362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15431,'0'0'13014,"108"3"-12934,-81 1-80,7-2-432,0-2-2113,0 0-2818,-7 0-5586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4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4226,'0'0'19235,"11"5"-17933,0 0-916,-1 1 0,1 0 0,-2 1 0,1 0 0,-1 0 0,0 1 0,0 0-1,-1 1 1,0-1 0,-1 2 0,0-1 0,0 1 0,7 15 0,-6-1-78,-1 0 0,-2 0 0,0 1 1,-2 0-1,0 0 0,-2 0 0,-3 46 0,1-21-172,1-37-136,-1 0 0,0-1 0,-1 1 0,-1-1 0,0 1 0,0-1 0,-1 0 0,-1 0 0,0-1 0,-1 1 0,0-1 0,-1 0 0,0-1 0,0 0 0,-14 14 0,-3-6-3952,15-18-519,12-14-1246,14-15-9901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4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4514,'0'0'15122,"1"6"-12468,3 25 499,0 1 0,-2 62 0,-8 18-1441,2-42-5520,3-2-5438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17512,'0'0'10149,"156"-5"-9413,-102 5-672,0 0-64,1-2-1569,6-7-2417,0-7-4914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8 176,'0'0'23771,"-1"-8"-16979,-6 24-6521,0 0-1,-1-1 0,0 0 1,-1 0-1,-1-1 0,-15 18 1,3-1-136,-54 66-135,40-53 0,-56 90 0,83-118 0,1 0 0,0 1 0,1 0 0,1 0 0,1 1 0,1 0 0,0-1 0,1 2 0,-1 34 0,4-52 0,0 0 0,0 0 0,0 1 0,0-1 0,1 0 0,-1 0 0,0 0 0,1 1 0,-1-1 0,1 0 0,-1 0 0,1 0 0,0 0 0,0 0 0,-1 0 0,1 0 0,0 0 0,0 0 0,0 0 0,0-1 0,0 1 0,0 0 0,0-1 0,1 2 0,3 0 0,-1-1 0,0 1 0,0-1 0,1 0 0,-1 0 0,0-1 0,6 1 0,10 0 0,-1-2 0,26-3 0,-43 4 0,7-1 0,0-1 0,-1 0 0,1 0 0,0-1 0,-1 0 0,0-1 0,1 0 0,11-8 0,-16 10 0,-1 0 0,0-1 0,1 1 0,-1-1 0,0 0 0,-1 0 0,1 0 0,0-1 0,-1 1 0,0 0 0,0-1 0,0 0 0,0 1 0,0-1 0,-1 0 0,0 0 0,1 0 0,-2 0 0,1 0 0,0-8 0,0 9 0,-1 0 0,0 0 0,0 0 0,0 0 0,0 0 0,-1 0 0,1 0 0,-1 0 0,0 0 0,1 0 0,-1 0 0,-1 1 0,1-1 0,0 0 0,-1 0 0,1 1 0,-1-1 0,0 1 0,0 0 0,0-1 0,0 1 0,-1 0 0,1 0 0,0 0 0,-1 0 0,1 1 0,-1-1 0,0 1 0,1 0 0,-1-1 0,0 1 0,0 0 0,0 1 0,0-1 0,-4 0 0,-6-2 21,-1 1-1,0 1 1,0 1 0,-15 0-1,25 0-44,1 0-1,-1 1 1,1-1-1,-1 1 0,1 0 1,-1 0-1,1 0 0,0 0 1,-1 0-1,1 1 1,0 0-1,0-1 0,0 1 1,0 0-1,1 1 1,-1-1-1,0 0 0,1 1 1,0 0-1,-4 4 0,3 4-2947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1 338 5747,'5'2'15505,"19"3"-12898,225-4 1369,-113-4-3833,718-15-159,-253-10-52,-554 24 48,137-8-45,276-23 127,307-29 56,-356 27-251,145-9 90,-292 30 97,296-8 28,-6 12-139,-173 3 60,-167-9 170,6 0 3600,-219 18-3204,1 0-263,3 0-255,7-1-51,9 5 0,-48-2 0,13 0 0,-79 8-3456,9 0-6385,-2-3-8749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8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1 6019,'0'0'16551,"-3"1"-14905,-13 5-950,1 1-1,0 0 0,0 1 0,1 1 1,0 1-1,1 0 0,-16 15 1,-7 4 24,-70 46 41,58-43-384,2 2 0,1 2-1,-47 47 1,84-73-377,0 0 0,1 0 0,0 1 0,0 0 0,1 0 0,-4 14 0,7-20 0,1 1 0,0-1 0,1 1 0,-1-1 0,1 1 0,0 0 0,0 0 0,1-1 0,0 1 0,0 0 0,0 0 0,1 0 0,0 0 0,0-1 0,4 11 0,-3-13-3,0 0 1,0 0-1,1 0 0,-1 0 1,1 0-1,0-1 0,-1 0 1,1 1-1,1-1 0,-1 0 1,0 0-1,0-1 1,1 1-1,-1-1 0,1 1 1,-1-1-1,1 0 0,0-1 1,-1 1-1,6 0 0,13 1-66,0 0-1,28-3 0,-28 1-33,-12-1-43,1 1 0,-1-2 0,1 1 0,-1-2 0,0 1-1,0-1 1,0-1 0,0 0 0,15-8 0,-21 10 134,-1 0 1,1 0-1,-1 0 0,0-1 0,0 1 1,0-1-1,0 0 0,0 0 0,0 0 1,-1 0-1,1-1 0,-1 1 0,0 0 0,0-1 1,0 0-1,-1 1 0,1-1 0,-1 0 1,0 0-1,0 0 0,0 0 0,0 0 1,-1 0-1,0 0 0,0 0 0,0 0 0,-1-6 1,0 8 28,0-1 1,0 1-1,0 0 1,0 0-1,0 0 1,-1 0-1,1 0 1,-1 0-1,1 0 1,-1 0-1,0 1 1,0-1-1,0 1 1,0-1-1,0 1 1,0 0-1,0-1 1,0 1-1,0 0 1,-1 1-1,1-1 1,-5-1-1,-58-9 445,60 11-427,-146-2 1165,165 3-1416,35 5-2986,-16-5-3779,-5-1-6124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9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6547,'0'0'16925,"14"-1"-15948,60-4 157,156-7 554,-247 22-14063,13-8 10562,-22 11-7044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9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12038,'0'0'14054,"149"-13"-12725,-101 4-1089,6 0-240,0-1-320,-7-1-2514,8-5-4257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9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0 6195,'0'0'23056,"-10"15"-22163,-211 268 1730,211-270-2623,5-6 0,-1 0 0,1 1 0,0-1 0,1 1 0,-1 0 0,2 0 0,-1 0 0,1 0 0,0 1 0,1-1 0,0 1 0,-1 10 0,3-19 0,0 1 0,1 0 0,-1-1 0,0 1 0,0-1 0,1 1 0,-1 0 0,1-1 0,-1 1 0,0-1 0,1 1 0,-1-1 0,1 1 0,0-1 0,-1 0 0,1 1 0,-1-1 0,1 0 0,-1 1 0,1-1 0,0 0 0,-1 0 0,1 1 0,0-1 0,-1 0 0,1 0 0,0 0 0,-1 0 0,2 0 0,25 2 0,-22-2 0,9 0 0,316 0 0,-310-2-45,-19 2-385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9:59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6035,'0'0'24075,"-129"93"-22683,115-59-303,1 2-913,6-2-176,0-3 0,7-1 0,0-3-160,0-7-1617,21-2-1632,13-6-2402,13-8-4290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0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20794,'0'0'10868,"0"3"-10038,1 47-761,-3 0 0,-1 0-1,-20 90 1,21-132-632,0 1 0,1 0 0,0-1 0,0 14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0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20633,'0'0'12134,"149"0"-12134,-88 0 0,0 0 0,7 0-1345,0 0-2640,-7-11-5764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0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19385,'0'0'8188,"21"0"-7169,-1 0-794,13-1 409,0 1 0,0 2 0,35 6 0,-67-8-618,0 0 0,0 0 0,0 1-1,0-1 1,1 0 0,-1 0 0,0 1 0,0-1 0,0 0-1,0 1 1,0-1 0,0 1 0,0 0 0,-1-1 0,1 1-1,0 0 1,0-1 0,0 1 0,0 0 0,-1 0 0,1 0-1,0 0 1,-1 0 0,1 0 0,-1 0 0,1 0 0,-1 0-1,0 0 1,1 0 0,-1 0 0,0 0 0,0 0 0,1 0-1,-1 0 1,0 0 0,0 0 0,0 1 0,0-1 0,-1 0-1,1 0 1,0 0 0,0 0 0,-1 0 0,1 0 0,-1 0-1,1 0 1,-1 0 0,1 0 0,-1 0 0,1 0 0,-1 0-1,0 0 1,-1 0 0,-3 6 77,0 0 0,0-1 1,-1 1-1,0-1 0,-11 7 0,0 0-93,1-3 0,0 2 0,1 0 0,0 0 0,1 2 0,1-1 0,0 2 0,-14 20 0,27-35 0,0 1 0,-1-1 0,1 1 0,0-1 0,0 1 0,0-1 0,0 1 0,-1 0 0,1-1 0,0 1 0,0-1 0,0 1 0,0 0 0,0-1 0,1 1 0,-1-1 0,0 1 0,0 0 0,0-1 0,0 1 0,1-1 0,-1 1 0,0-1 0,0 1 0,1-1 0,-1 1 0,1-1 0,-1 1 0,0-1 0,1 0 0,-1 1 0,1-1 0,-1 1 0,1-1 0,-1 0 0,1 1 0,-1-1 0,1 0 0,-1 0 0,1 0 0,0 1 0,30 9 0,-23-8 0,19 4-204,1-1-1,1-1 1,-1-1 0,47-1-1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1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 6563,'-5'-1'23098,"-27"1"-20851,18 4-2197,0 1 1,1 0 0,-1 1-1,1 0 1,0 1-1,1 1 1,-1 0-1,2 0 1,-1 1-1,1 1 1,1 0-1,-1 1 1,2 0-1,-1 0 1,2 1-1,-15 25 1,21-34-52,0 1 0,1-1 1,-1 1-1,1-1 0,-1 1 0,1 0 0,0 0 0,1 0 1,-1-1-1,1 1 0,0 0 0,0 0 0,0 0 1,0 0-1,0 0 0,1 0 0,0 0 0,0-1 0,0 1 1,0 0-1,1-1 0,-1 1 0,1 0 0,0-1 1,0 0-1,0 1 0,1-1 0,-1 0 0,1 0 1,0-1-1,-1 1 0,1 0 0,1-1 0,-1 0 0,0 0 1,0 0-1,1 0 0,-1 0 0,1-1 0,0 1 1,-1-1-1,1 0 0,0 0 0,0 0 0,0-1 0,0 1 1,-1-1-1,5 0 0,4 1-155,1 0 1,-1-1-1,0-1 1,0 0-1,0 0 0,0-1 1,15-4-1,-22 3 116,1 1 0,0-1 0,-1 0 0,0 0 0,0-1 0,0 1 0,0-1 0,0-1-1,-1 1 1,1 0 0,-1-1 0,-1 0 0,1 0 0,-1 0 0,1-1 0,2-7 0,-1 1 76,-1 0 1,0 0-1,-1 0 1,0 0-1,-1-1 1,-1 1-1,0-1 0,0 1 1,-2-15-1,1 24-8,0 1 16,0 0-1,0 1 1,-1-1 0,1 0-1,0 1 1,-1-1-1,1 1 1,-1-1 0,1 1-1,-1-1 1,0 1 0,1-1-1,-1 1 1,0-1 0,0 1-1,0 0 1,0 0-1,0-1 1,-1 1 0,1 0-1,0 0 1,-1 0 0,1 0-1,0 1 1,-1-1 0,1 0-1,-1 0 1,1 1-1,-1-1 1,1 1 0,-1-1-1,0 1 1,1 0 0,-1 0-1,0 0 1,1 0 0,-3 0-1,3 0-271,-1 0 1,1 0-1,-1 0 0,1 1 0,0-1 0,-1 0 1,1 1-1,0-1 0,-1 1 0,1 0 0,0-1 0,-1 1 1,1 0-1,0 0 0,0 0 0,-2 1 0,-1 9-5803,7 4-3843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1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9 9380,'0'0'22050,"-4"-2"-20918,3 1-1121,0 0 1,0 1 0,0-1-1,0 1 1,0-1 0,-1 1-1,1-1 1,0 1 0,0-1-1,0 1 1,0 0 0,0 0-1,-1 0 1,1-1 0,0 1-1,0 0 1,0 1 0,-1-1-1,1 0 1,0 0 0,-2 1-1,1 1-16,0 1 0,0-1 0,0 1 0,0-1 0,1 1 0,0-1-1,-1 1 1,1 0 0,-1 4 0,-7 18 5,1-1 0,2 1 0,0 0 0,2 0 0,0 1 0,2-1 0,1 34 0,0-33-911,0-18-424,0 0 0,1 0 1,0 0-1,3 16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2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14375,'0'0'18392,"129"-9"-18392,-75 9 0,-6 0 0,-1 0 0,0 0 0,1-2-1489,-1-5-2753,-13-6-5138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2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535 1 11573,'0'0'18115,"-17"5"-17026,-26 12-758,-1 2 1,2 1 0,1 3 0,1 1-1,-70 55 1,92-64-332,2 1 0,0 1 0,0 0 0,2 1 0,-20 31 0,29-38 0,-1 0 0,1 0 0,1 0 0,0 0 0,1 1 0,0 0 0,0-1 0,2 1 0,-1 0 0,2 0 0,-1 0 0,3 17 0,-2-24-15,1-1-1,0 0 1,0 0 0,0 0-1,0 0 1,1 0 0,0 0-1,0 0 1,0 0 0,0-1 0,0 1-1,1-1 1,0 1 0,0-1-1,-1 0 1,2 0 0,-1-1-1,0 1 1,1 0 0,-1-1-1,1 0 1,0 0 0,-1 0-1,1 0 1,0-1 0,5 2-1,8 1-92,-1 0-1,1-1 0,0-1 0,0-1 0,21 0 0,-35-1 102,-1-1 1,1 1 0,-1 0-1,1 0 1,-1-1-1,1 0 1,-1 1-1,1-1 1,-1 0-1,0 0 1,1 0-1,-1-1 1,0 1 0,0 0-1,0-1 1,0 0-1,0 1 1,0-1-1,0 0 1,-1 0-1,1 0 1,-1 0 0,1 0-1,-1 0 1,0-1-1,1 1 1,-1 0-1,-1-1 1,1 1-1,0-1 1,0 1 0,-1-1-1,1-4 1,-1 4 41,0 0 1,0-1 0,0 1 0,0 0-1,0-1 1,-1 1 0,0 0-1,0-1 1,0 1 0,0 0 0,0 0-1,0 0 1,-1 0 0,0 0 0,1 0-1,-1 0 1,0 0 0,0 1-1,-1-1 1,1 1 0,-1-1 0,1 1-1,-1 0 1,0 0 0,-5-3 0,-3 0-14,0 1 1,-1 0 0,1 1 0,-1 0-1,0 1 1,0 0 0,0 1 0,0 0 0,0 1-1,0 1 1,-1 0 0,-13 2 0,15 0-1084,0-1 1,0 2 0,1-1 0,-15 8 0,-2 1-8673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4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1 448 416,'0'0'19201,"27"0"-17376,10-1-104,-1-3 0,54-12-1,14-1-1146,1437-146-43,-1085 121-495,274-22 75,-1 33 361,202 30 3039,-909 0-3419,0-1 1,0-2 0,-1 0 0,1-1 0,-1-1 0,-1-1-1,1-1 1,-1-1 0,31-18 0,-37 20-93,1 1 0,0 1 0,0 1 0,0 0 0,1 1 0,-1 0 0,24 0 0,119 5 0,-95 1 0,-17-4 0,-6 1 0,-46 7 0,-26 6 0,-25 8-1076,-42 15-7468,32-17-4374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4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590 13 10997,'0'0'16632,"0"0"-16578,1 0-1,-1-1 1,0 1 0,0 0 0,0 0 0,0 0 0,0-1 0,0 1 0,0 0 0,0 0-1,0 0 1,0-1 0,0 1 0,0 0 0,0 0 0,0-1 0,0 1 0,0 0 0,0 0-1,0 0 1,0-1 0,0 1 0,0 0 0,0 0 0,0 0 0,-1 0 0,1-1 0,0 1-1,0 0 1,0 0 0,0 0 0,0 0 0,-1-1 0,1 1 0,0 0 0,0 0 0,0 0 0,0 0-1,-1 0 1,1 0 0,0 0 0,0 0 0,0-1 0,-1 1 0,-3-1 92,0 0 1,0 0-1,0 1 0,0-1 1,0 1-1,0 0 1,0 0-1,0 0 0,0 1 1,0-1-1,-8 3 1,-46 17 638,13 0-748,1 3-1,1 1 0,2 2 0,-44 35 1,62-42-39,1 0 1,1 1 0,1 1 0,1 1 0,0 0 0,2 2-1,1 0 1,-18 36 0,29-49 1,1 1 0,0 0 0,1 0 0,0 0 0,1 0 0,1 1 0,0-1 0,0 1 0,1-1 0,2 15 0,-1-23 0,0-1 0,0 0 0,0 1 0,0-1 0,1 0 0,0 0 0,-1 0 0,1 0 0,0 0 0,0-1 0,0 1 0,1 0 0,-1-1 0,1 0 0,-1 1 0,1-1 0,0 0 0,0-1 0,0 1 0,0 0 0,0-1 0,0 1 0,0-1 0,1 0 0,-1 0 0,6 0 0,8 3 0,0-1 0,0-1 0,34-1 0,-36 0 0,1-2 0,0 0 0,-1-1 0,1 0 0,-1-2 0,21-6 0,-32 9 0,-1 0 0,0-1 0,1 1 0,-1-1 0,0 0 0,0 0 0,0 0 0,0 0 0,0-1 0,0 1 0,0-1 0,-1 0 0,0 1 0,1-1 0,-1-1 0,0 1 0,0 0 0,-1 0 0,1-1 0,-1 1 0,1-1 0,-1 1 0,0-1 0,-1 1 0,1-1 0,0 0 0,-1 1 0,0-1 0,0 0 0,0 0 0,-1 1 0,1-1 0,-2-5 0,1 7 0,0 0 0,1 1 0,-1-1 0,0 1 0,0-1 0,0 1 0,-1-1 0,1 1 0,0 0 0,-1 0 0,1 0 0,0-1 0,-1 1 0,1 0 0,-1 1 0,0-1 0,1 0 0,-1 0 0,0 1 0,1-1 0,-4 0 0,-45-8 0,44 8 0,-33-2 0,-43 3 0,43 0 0,39 0-35,0 0 0,0 0 0,0 0 0,0 0 0,0 0 0,0 1 0,0-1 0,0 0 0,0 0-1,1 0 1,-1 0 0,0 0 0,0 0 0,0 0 0,0 1 0,0-1 0,0 0 0,0 0 0,0 0 0,0 0 0,0 0 0,0 0 0,0 1 0,0-1 0,0 0 0,0 0 0,0 0 0,0 0 0,0 0-1,0 0 1,0 1 0,0-1 0,0 0 0,0 0 0,-1 0 0,1 0 0,0 0 0,0 0 0,0 0 0,0 0 0,0 1 0,0-1 0,0 0 0,0 0 0,0 0 0,-1 0 0,16 6-5238,17-4-3270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5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2673,'0'0'19380,"5"0"-15409,11 0-2865,50-6-164,129-9 1665,-130 12-5261,0 2-3489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5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8900,'0'0'18937,"143"2"-18361,-103-2-96,8 2-480,-14 1-48,-7 1-1921,-14 1-2641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8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6787,'0'0'12513,"3"0"-10686,17-2-367,0 0 0,33-8 0,34-5-528,67 15-721,-152 0-222,0 0 1,0 0 0,-1 0 0,1 1 0,0-1-1,-1 0 1,1 1 0,0 0 0,-1-1 0,1 1 0,0 0-1,-1 0 1,1 0 0,-1 0 0,0 0 0,1 0-1,-1 0 1,0 0 0,1 0 0,-1 1 0,0-1 0,1 3-1,0-1 17,-1 1-1,0-1 1,0 0-1,0 0 1,0 1-1,-1-1 1,0 0-1,1 1 0,-1-1 1,0 1-1,-1 3 1,0 3 26,-1-1 1,0 0-1,0 1 1,-1-1-1,0 0 0,-1-1 1,-8 17-1,7-18-16,-1 1 0,0-1-1,0 0 1,-1-1-1,1 1 1,-1-1 0,-1 0-1,1-1 1,-1 0 0,0 0-1,0-1 1,-1 0 0,1 0-1,-13 3 1,20-7-179,13 1-686,0 0 713,-1 1-1,1 1 1,0-1-1,-1 2 0,0 0 1,0 0-1,0 1 1,0 0-1,-1 1 0,0 0 1,0 1-1,0 0 1,10 10-1,-19-16 121,0 0 0,0 0 0,0 0 0,0 0 0,0 0 0,0 0 0,-1 0 0,1 0 0,0 0-1,0 1 1,-1-1 0,1 0 0,-1 0 0,1 1 0,-1-1 0,0 0 0,0 1 0,1-1 0,-1 0 0,0 1 0,0-1 0,0 0 0,0 1 0,0-1 0,-1 0 0,1 1 0,0-1-1,-1 0 1,1 1 0,-1-1 0,1 0 0,-1 0 0,0 0 0,1 1 0,-1-1 0,0 0 0,0 0 0,0 0 0,0 0 0,-1 1 0,-3 3 306,-1 0 0,0-1 0,0 0 1,0 0-1,-12 6 0,-3 0 445,-108 47 2117,117-53-2591,-1 0 0,0 0 1,0-1-1,-1-1 0,1 0 1,0-1-1,-1 0 1,-14-1-1,26-1-245,0 0 0,-1 0 0,1 0 1,0 0-1,-1 0 0,1 0 0,0-1 0,0 1 0,0 0 0,0-1 1,0 0-1,1 0 0,-3-2 0,3 3-10,0-1-1,0 1 1,0 0-1,-1 0 1,1 0-1,0 0 1,-1 0-1,1 0 1,-1 0 0,1 0-1,-1 0 1,1 1-1,-1-1 1,-2 0-1,3 1-117,25-19-16911,6 6 6858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8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2 13110,'0'0'11728,"-18"2"-10741,-59 10-82,70-10-765,-1 0 1,1 0 0,-1 1 0,1 0 0,0 1 0,0-1 0,0 2 0,1-1-1,0 1 1,-1 0 0,2 0 0,-1 0 0,0 1 0,-7 11 0,0-3 85,7-6-203,1 0-1,1-1 1,-1 2 0,1-1-1,1 0 1,-1 1-1,1 0 1,1-1 0,0 1-1,0 0 1,1 0-1,0 1 1,0-1 0,2 15-1,-1-22-46,0 0-1,1 0 1,-1 0-1,1 1 0,-1-1 1,1 0-1,0 0 1,0 0-1,0 0 1,0 0-1,0-1 1,0 1-1,1 0 1,-1 0-1,1-1 1,-1 1-1,1-1 1,0 1-1,-1-1 0,1 0 1,0 1-1,0-1 1,0 0-1,0 0 1,0 0-1,0-1 1,0 1-1,0 0 1,0-1-1,0 0 1,5 1-1,9 1-157,0 0 1,0-1-1,22-2 1,-17 0 139,-8 1-55,1-1-1,-1 0 0,0-1 1,0-1-1,0 0 0,0-1 0,0 0 1,0-1-1,20-11 0,-27 13 120,-1 0 0,1-1 0,-1 0 0,0 0 0,-1 0 0,1 0 0,-1-1 0,1 0 0,-1 0 0,-1 0 0,1 0 0,-1 0 0,0-1 0,0 0 0,0 0-1,-1 1 1,0-1 0,0-1 0,-1 1 0,1 0 0,-1 0 0,0-12 0,-1 13 185,0 1 1,0 0-1,-1-1 0,1 1 0,-1-1 0,0 1 0,0 0 1,-1 0-1,1 0 0,-1-1 0,0 1 0,0 1 1,-4-7-1,1 4-73,0 1 0,-1 0 1,0 0-1,0 0 0,0 1 1,0-1-1,-8-2 0,8 3-230,0 2-1,1-1 0,-1 1 1,0-1-1,0 2 0,0-1 0,0 1 1,0 0-1,-1 0 0,1 0 1,-9 1-1,11 1-430,0-1 0,0 1 0,1 0 0,-1 0 0,1 0 0,-1 0 0,1 0 0,-1 1 0,1 0 0,0 0 0,-1 0 0,-3 4 0,-19 15-7437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9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66 6499,'-8'2'19766,"12"-2"-18293,20 0-990,299-13 1342,365-36-1526,5 45-77,-445 5-44,-230-2 160,-32 0 355,11 1-617,-1-1 0,1 2 1,0-1-1,-1 0 0,1 1 0,0-1 1,0 1-1,-1 0 0,1 0 0,0 0 1,0 1-1,-5 2 0,-27 36-4244,27-33 2223,1 0 1,-1-1 0,0 0-1,0 0 1,-1 0 0,-8 3-1,-10 3-10562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09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537 1 8868,'0'0'14087,"-21"9"-12850,1 0-763,-9 4 511,1 0 0,-50 34 0,43-23-260,-149 118 2098,169-128-2698,0 0 1,0 1 0,2 1-1,0 0 1,1 1 0,0 0 0,2 1-1,-16 35 1,24-48-156,0-1 0,0 1 0,1 0 0,0-1 0,0 1 0,0 0 0,1 0 0,-1 0 0,1 0 0,0-1 0,1 1 0,-1 0 0,1 0 1,0 0-1,0-1 0,2 6 0,-1-6-31,0-1 0,0 0 0,1 0 1,-1-1-1,1 1 0,-1 0 0,1-1 1,0 1-1,0-1 0,0 0 1,0 0-1,1 0 0,-1-1 0,0 1 1,1-1-1,-1 0 0,1 0 1,0 0-1,-1 0 0,8 0 0,6 2-58,0-2 0,-1 0 0,1-1 0,0 0 0,0-2 0,0 0 0,25-6 0,-33 5 76,0 0-1,0 0 0,0-1 1,0 0-1,-1 0 1,1-1-1,-1 0 0,0-1 1,-1 0-1,1 0 1,-1 0-1,-1-1 0,1 0 1,9-14-1,-14 18 61,0 1 0,0-1-1,-1 1 1,1-1 0,-1 0 0,0 0 0,1 1-1,-1-1 1,-1 0 0,1 0 0,0 0-1,-1 0 1,1 0 0,-1-1 0,0 1-1,0 0 1,0 0 0,-1 0 0,1 0-1,-2-6 1,0 6 39,0 1 0,1-1 0,-1 0 0,-1 0-1,1 1 1,0-1 0,-1 1 0,1 0 0,-1-1 0,0 1 0,0 0 0,0 1 0,0-1-1,0 0 1,-5-1 0,-9-2 175,0 0 1,-1 1-1,0 0 0,1 2 0,-32-1 0,20 1-79,16 1-198,0 1 0,0 0 1,-1 0-1,-12 3 0,19 2-816,40-4-17255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10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12214,'0'0'14710,"142"0"-14550,-81 0 65,-6 0 175,-8 0-144,-6 0-192,-14 0-48,-7 0-16,-6 0-176,-21 13-8068,-34-6 1809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10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15095,'0'0'9508,"176"-6"-7811,-108 1-1249,6 3-336,-6 0-112,-14-5-2673,-13-5-5683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1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 12822,'0'0'11744,"-2"7"-10477,-5 11-923,0 0-1,-1-1 1,-1 0 0,-1 0-1,0-1 1,-16 19-1,-89 95 2950,26-32-2057,88-97-1236,1-1 0,-1 0 0,1 1 0,0-1 0,-1 0 0,1 1 0,0-1 0,0 1 0,-1-1 0,1 0 0,0 1 0,0-1 0,-1 1 0,1-1 0,0 1 0,0-1 0,0 1 0,0-1 0,0 1 0,0-1 0,0 1 0,0-1 0,0 1 0,0-1 0,0 1 0,0-1 0,0 1 0,0-1 0,0 0 0,1 1 0,-1-1 0,0 1 0,0-1 0,1 1 0,-1-1 0,0 1 0,0-1 0,1 0 0,-1 1 0,0-1 0,1 0 0,-1 1 0,1-1 0,-1 0 0,0 0 0,1 1 0,-1-1 0,1 0 0,-1 0 0,1 0 0,-1 1 0,1-1 0,-1 0 0,0 0 0,1 0 0,-1 0 0,1 0 0,-1 0 0,1 0 0,-1 0 0,1 0 0,-1 0 0,2-1 0,41 1 0,-35-1 0,340-1 0,-337 2 0,0 0 0,-1 1 0,1 1 0,-1 0 0,0 0 0,1 1 0,-1 0 0,0 1 0,16 9 0,-25-9 0,1 0 0,-1 0 0,0 0 0,-1 0 0,1 0 0,-1 0 0,1 1 0,-1-1 0,-1 0 0,1 0 0,-1 0 0,1 1 0,-3 4 0,0-2 0,0 0 0,0 0 0,-1 0 0,0-1 0,-1 1 0,0-1 0,1 0 0,-2 0 0,-10 8 0,-58 43 0,58-48 0,1-1 0,-1 0 0,0-1 0,-1-1 0,0 0 0,0-1 0,0-1 0,-20 1 0,-20 1 0,-76-1 0,132-6-90,0 1 0,0 0 0,0-1 0,0 1-1,1-1 1,-1 1 0,0-1 0,0 0 0,1 1 0,-1-1 0,0 0 0,1 1 0,-1-1 0,0 0-1,1 0 1,-1 1 0,1-1 0,-1 0 0,1 0 0,0 0 0,-1 0 0,1 0 0,0 0 0,0 0-1,0 0 1,0 0 0,-1 0 0,1 0 0,0 0 0,1 0 0,-1 1 0,0-3 0,4-34-6878,7 10-2428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11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13606,'0'0'14732,"20"-3"-11677,473 17-1681,-480-14-1374,-11 2 0,-5 0-162,-1 0 0,0 0 1,0-1-1,1 0 0,-1 1 0,0-1 1,-1-1-1,1 1 0,0 0 0,-5-1 1,-17 1-5181,-1-1-3880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46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32 457 5138,'0'0'12401,"14"3"-3904,-14 30-7557,-1 0-1,-2 0 1,-1-1-1,-14 57 1,13-61-777,-2 5 80,5-29-93,1-19 22,0-55-129,-1 37-149,1 0 1,2 0-1,1 0 1,1 0-1,2 1 1,18-63-1,0 37-411,44-79 1,-56 116 466,2 1 0,0 1 0,1 0 0,1 1 0,1 1 0,0 0 0,21-16 0,-36 32 53,0 0-1,-1 1 0,1-1 1,0 0-1,0 1 0,0-1 0,-1 1 1,1-1-1,0 1 0,0-1 1,0 1-1,0 0 0,0-1 0,0 1 1,0 0-1,0 0 0,0-1 1,0 1-1,0 0 0,0 0 0,0 0 1,0 1-1,0-1 0,0 0 0,0 0 1,0 0-1,0 1 0,0-1 1,0 0-1,0 1 0,0-1 0,0 1 1,0-1-1,-1 1 0,1 0 1,0-1-1,0 1 0,-1 0 0,1-1 1,0 1-1,-1 0 0,1 0 1,0 0-1,-1 0 0,0 0 0,1-1 1,-1 1-1,1 0 0,-1 0 1,0 0-1,0 0 0,1 2 0,1 7 60,1 1-1,-2-1 0,2 22 1,-3-24-7,6 72 379,7 210 1461,-13-266-1787,1 0 0,1-1-1,1 1 1,11 39 0,-11-54 955,1-37-24040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47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13654,'0'0'10917,"149"-20"-10869,-108 13-48,13-5-112,0-1-1953,0-7-3569,7-3-4179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47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17704,'0'0'10613,"129"7"-9861,-95-7-480,7 0-192,-14 0-80,-7 0-640,0 0-1649,-20 4-1473,0 12-2929,-6 7-2737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4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12214,'0'0'15431,"135"-43"-14903,-101 39-320,13-1-208,-6-4-1137,6-2-2112,8-5-3426,6-6-4418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47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20185,'0'0'11870,"10"0"-11265,42 0-482,76 3-139,-125-3 16,0 1 0,0 0 0,-1 0 0,1 0 0,0 0 0,0 0 0,-1 0 0,1 1 0,-1-1 0,1 1 0,-1 0 0,0 0 0,1 0 0,-1 0 0,0 0 0,0 0 0,0 1 0,-1-1 0,1 1 0,-1-1 0,1 1 0,-1-1 0,0 1 0,0 0 0,0 0 0,0 0 0,0-1 0,0 5 0,1 10 0,0 1 0,-1-1 0,-2 32 0,0-19 0,-2 9 0,-2 1 0,-1-1 0,-2 0 0,-15 43 0,14-47 0,4-19 7,-4 29-67,9-44-490,1-1 124,-1 0-36,1 0 1,0 1-1,-1-1 0,1 0 1,-1 0-1,1 0 0,0 0 1,-1 0-1,1 0 1,0 0-1,-1-1 0,1 1 1,0 0-1,-1 0 0,1 0 1,-1-1-1,1 1 0,-1 0 1,1-1-1,0 1 0,4-8-6001,-4-7-1738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48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14983,'0'0'15575,"149"-68"-14599,-101 63-495,6-1-481,0 1-80,0-2-961,14-2-1552,0-7-3922,13-11-7251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49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7 535 6883,'-5'-4'23890,"3"-3"-24281,4-9 650,-1-1 0,2 1 0,0 0 0,1 0 0,1 0 0,0 1 0,1 0-1,13-25 1,76-113-629,-76 126 317,-9 12-131,10-16-230,32-36 0,-46 61 391,-1 0 0,1 0-1,0 0 1,1 1 0,-1 0 0,1 0-1,0 0 1,0 1 0,1 0 0,-1 1-1,15-5 1,-21 8 27,0 0-1,0 0 1,-1 0-1,1 0 0,0 0 1,0 0-1,0 0 1,0 0-1,0 0 1,-1 1-1,1-1 1,0 0-1,0 1 1,-1-1-1,1 1 0,0-1 1,0 1-1,-1-1 1,1 1-1,0-1 1,-1 1-1,1 0 1,-1-1-1,1 1 1,-1 0-1,1-1 0,-1 1 1,1 0-1,-1 0 1,0-1-1,1 1 1,-1 0-1,0 0 1,0 0-1,0 0 1,0 0-1,0 0 0,5 42 458,-5-31-330,2 159 731,-3-95-678,1-76-184,0 1 0,0 0 0,0-1 0,0 1 0,0 0 0,0-1 0,0 1 0,0-1 0,0 1 0,0 0 0,0-1 0,0 1 0,1 0 0,-1-1 0,0 1 0,0-1 0,1 1 0,-1-1 0,0 1 0,1-1 0,-1 1 0,1-1 0,-1 1 0,0-1 0,1 1 0,-1-1 0,1 1 0,-1-1 0,1 0 0,0 1 0,-1-1 0,2 1 0,20-9 0,22-27 0,-43 35 0,88-85 0,115-103 0,-189 177 0,-15 11 0,0 0 0,0 0 0,0 1 0,0-1 0,0 0 0,0 0 0,0 0 0,0 1 0,0-1 0,0 0 0,0 0 0,0 0 0,0 1 0,0-1 0,0 0 0,0 0 0,0 1 0,0-1 0,0 0 0,0 0 0,0 0 0,0 0 0,0 1 0,1-1 0,-1 0 0,0 0 0,0 0 0,0 0 0,0 1 0,0-1 0,1 0 0,-1 0 0,0 0 0,0 0 0,0 0 0,1 0 0,-1 0 0,0 1 0,0-1 0,0 0 0,1 0 0,-1 0 0,0 0 0,0 0 0,0 0 0,1 0 0,-1 0 0,0 0 0,0 0 0,0 0 0,1 0 0,-1 0 0,0 0 0,0-1 0,0 1 0,1 0 0,-1 0 0,0 0 0,0 0 0,0 0 0,1 0 0,-1 0 0,0-1 0,0 1 0,0 2 0,-2 13 0,0 0 0,-1 0 0,-1 0 0,0 0 0,-1 0 0,-7 13 0,-11 41 0,17-43 0,1 0 0,1 1 0,1 0 0,2 31 0,13-52-1801,7-6-3806,4 0-8563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49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41 9636,'-2'-1'18923,"9"-2"-18263,41-6 298,0 2 0,64-1 0,-8 0-284,-69 5-4448,15 2-7872,-73 1 1582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49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12422,'0'0'17368,"143"7"-16920,-103-7-448,1-9-192,13 0-1393,-7-3-2577,14-8-4226,-6-5-4770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82 8644,'0'0'17344,"-13"-1"-15106,-2-1-1756,-16-1 818,-49 1 1,73 1-1210,1 2 0,0-1 0,-1 0 0,1 1 1,0 0-1,0 1 0,0 0 0,0-1 0,0 2 0,0-1 0,1 1 0,-1 0 1,1 0-1,-1 0 0,-8 9 0,13-11-91,0 0 0,0 1 0,0-1 0,0 0 0,0 1 0,0-1 0,1 1 0,-1-1 0,1 1 0,-1 0 0,1-1 0,0 1 0,-1 0 0,1-1 0,0 1 0,0 0 0,0-1 0,0 1 0,0 0 0,1-1 0,-1 1 0,0-1 0,1 1 0,-1 0 0,1-1 0,0 1 0,-1-1 0,1 1 0,0-1 0,0 0 0,0 1 0,0-1 0,0 0 0,0 1 0,3 0 0,4 5 0,0 0 0,0-1 0,1 0 0,13 7 0,-10-6 0,11 7 0,1-1 0,-1 2 0,0 0 0,-1 1 0,32 32 0,-53-48 0,-1 1 0,1-1 0,-1 1 0,1-1 0,-1 0 0,1 1 0,-1-1 0,0 1 0,1-1 0,-1 1 0,0-1 0,1 1 0,-1-1 0,0 1 0,0 0 0,0-1 0,1 1 0,-1-1 0,0 1 0,0 0 0,0-1 0,0 1 0,0-1 0,0 1 0,0 0 0,0-1 0,0 1 0,-1-1 0,1 1 0,0 0 0,0-1 0,-1 1 0,-19 8 0,-41-8 0,50-1 0,-107 0 0,117 0 0,0-1 0,1 1 0,-1 0 0,0 0 0,0 0 0,0 0 0,1 0 0,-1-1 0,0 1 0,1 0 0,-1-1 0,0 1 0,0-1 0,1 1 0,-1 0 0,1-1 0,-1 1 0,0-1 0,1 0 0,-1 1 0,1-1 0,-1 1 0,1-1 0,0 0 0,-1 0 0,1 1 0,0-1 0,-1 0 0,1 1 0,0-1 0,0 0 0,0 0 0,-1 0 0,1 1 0,0-1 0,0 0 0,0-1 0,1 0 0,-1 0 0,0-1 0,1 1 0,-1 0 0,1 0 0,0 0 0,-1 0 0,1 0 0,0 0 0,0 0 0,0 0 0,1 0 0,1-3 0,13-9 0,0 1 0,1 1 0,0 0 0,1 1 0,27-12 0,24-16 0,-56 31 0,1-1 0,-1-1 0,-1 0 0,21-22 0,-30 29 0,0-1 0,-1 1 0,1 0 0,-1-1 0,0 0 0,1 1 0,-2-1 0,1 0 0,0 0 0,-1 0 0,0 0 0,0-1 0,0 1 0,0 0 0,-1 0 0,0-1 0,0 1 0,0 0 0,0 0 0,0-1 0,-1 1 0,0 0 0,-2-6 0,2 9 0,-1-1 0,0 1 0,0 0 0,0 0 0,1 0 0,-1 0 0,0 0 0,0 1 0,0-1 0,0 0 0,-1 1 0,1 0 0,0-1 0,0 1 0,0 0 0,-4 0 0,2 0 0,-1 0 0,1 0 0,-1 0 0,1 0 0,-1 1 0,1 0 0,-8 2 0,10-1-299,0 0 1,1 1-1,-1-1 0,1 1 0,0-1 1,-1 1-1,1 0 0,0-1 1,0 1-1,1 0 0,-1 0 0,1-1 1,-1 1-1,1 0 0,0 0 0,0 0 1,0 0-1,0 0 0,1 0 1,0 2-1,0 10-2718,-1 3-7526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1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4066,'0'0'15276,"5"-6"-12621,-2 3-2591,11-11 2523,-9 16-783,-6 14-355,-10 41 604,6-39-1350,2-1 0,0 1 1,-1 26-1,4-14-703,-1-2 0,2-1 0,5 38 0,-4-47-5943,-4-31-5626,-4-18-1477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2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14711,'0'0'11237,"21"-4"-8286,6-2-2324,-7 1-186,1 1 0,0 1 0,0 1 1,26 1-1,-22 1-173,0 1 1,44 9 0,-60-8-249,0 0 1,0 0 0,0 1 0,0 1 0,-1-1 0,0 2 0,1-1-1,-1 1 1,-1 0 0,15 12 0,-20-15-21,-1-1 0,1 1 0,-1 0 0,1-1 0,-1 1 0,0 0 0,0 0 0,0 0 0,0 0 0,0 0 0,0 0 0,-1 0 0,1 0 0,-1 0 0,1 0 0,-1 1 0,0-1 0,0 0 0,0 0 0,0 0 0,0 1 0,0-1 0,-1 0 0,1 0 0,-1 0 0,1 0 0,-1 0 0,0 0 0,0 0 0,0 0 0,0 0 0,0 0 0,0 0 0,-1 0 0,1-1 0,-1 1 0,1 0 0,-1-1 0,1 1 0,-4 1 0,-8 8 0,-1-1 0,0-1 0,0 0 0,-19 9 0,15-9 0,-81 44 0,99-53 0,-1 1 0,1-1 0,-1 0 0,1 0 0,-1 0 0,1 0 0,0 0 0,-1 1 0,1-1 0,-1 0 0,1 0 0,0 1 0,-1-1 0,1 0 0,0 1 0,-1-1 0,1 0 0,0 1 0,-1-1 0,1 0 0,0 1 0,0-1 0,0 1 0,-1-1 0,1 0 0,0 1 0,0-1 0,0 1 0,0-1 0,0 1 0,0-1 0,0 1 0,0-1 0,0 0 0,0 1 0,0-1 0,0 1 0,0-1 0,0 1 0,0-1 0,1 1 0,-1-1 0,0 0 0,0 1 0,0-1 0,1 1 0,-1-1 0,0 0 0,0 1 0,1-1 0,-1 0 0,0 1 0,1-1 0,-1 0 0,1 1 0,25 9 0,-22-9 0,58 16 3,-36-11-7,-1 0 0,0 2 0,-1 0 0,0 2 0,0 1 0,-1 1 0,37 25 0,-55-33-33,-1-1 0,0 1 1,-1 0-1,1 1 0,-1-1 1,0 0-1,0 1 1,0 0-1,-1 0 0,1 0 1,2 9-1,-4-12 37,-1 1 0,0-1 1,1 0-1,-1 0 0,0 0 0,0 0 1,0 1-1,0-1 0,0 0 0,-1 0 1,1 0-1,-1 1 0,0-1 0,1 0 1,-1 0-1,0 0 0,0 0 0,0 0 0,0 0 1,-1-1-1,1 1 0,0 0 0,-1-1 1,1 1-1,-1-1 0,0 1 0,1-1 1,-1 1-1,0-1 0,0 0 0,-3 1 0,-15 7 43,1-1 0,-1-1 0,-1-1 0,1-1 0,-1 0 0,-29 1 0,-129 1 116,163-7-157,-19-4-2,34 4 0,0 0 0,0 0 0,0 0 0,0 0 0,0-1 0,0 1 0,0 0 0,0-1 0,0 1 0,0 0 0,0-1 0,0 1 0,0-1 0,1 0 0,-1 1 0,0-1 0,0 0 0,1 1 0,-1-1 0,0 0 0,1 0 0,-1 1 0,1-1 0,-1 0 0,1 0 0,-1 0 0,1-1 0,2 0-19,1 1 0,0-1-1,0 1 1,0 0 0,0 0 0,0 0 0,0 0 0,0 0-1,0 1 1,1 0 0,-1-1 0,5 1 0,-2 0-367,114-14-8439,-47 3-476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12294,'0'0'19272,"155"-2"-18663,-100-2-177,-8-1-272,-6 1-160,-8 4 0,-12 0-720,-8 0-721,-40 24-18040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2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11349,'0'0'17864,"136"0"-17575,-89-5-289,7-4-337,1-2-2208,6-5-2337,-7-2-4947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2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1056,'0'0'31711,"-41"131"-31711,28-95 0,6 0 0,0-4 0,7-3 0,-13-2 0,13-6 0,-7-6 0,0-6 0,7-6-912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3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5394,'0'0'26092,"14"-4"-24931,22-3-1131,-1 1 0,1 2 0,64 1 0,-97 3-30,-1 0 0,1 1 0,0-1 0,-1 1 0,1 0 0,-1 0 0,1 0 0,0 0 0,-1 0 0,0 0 0,1 1 0,-1-1 0,0 1 0,0-1 0,0 1 0,0 0 0,0 0 0,0 0 0,0 0 0,-1 0 0,1 0 0,-1 1 0,1-1 0,-1 1 0,0-1 0,0 1 0,0-1 0,0 1 0,-1-1 0,1 1 0,-1 0 0,1 0 0,-1-1 0,0 1 0,0 0 0,0-1 0,0 1 0,-1 0 0,1 0 0,-1-1 0,0 1 0,0-1 0,0 1 0,0-1 0,0 1 0,0-1 0,-1 1 0,1-1 0,-3 3 0,-4 2 0,0-1 0,-1 0 0,0-1 0,0 1 0,0-2 0,0 1 0,-1-1 0,-15 4 0,11-4 0,1 1 0,-1 1 0,-18 11 0,31-16 0,1-1 0,0 0 0,0 0 0,0 1 0,0-1 0,-1 0 0,1 1 0,0-1 0,0 0 0,0 1 0,0-1 0,0 0 0,0 1 0,0-1 0,0 0 0,0 1 0,0-1 0,0 0 0,0 1 0,0-1 0,0 0 0,0 1 0,0-1 0,1 0 0,-1 1 0,0-1 0,0 0 0,0 1 0,0-1 0,1 0 0,-1 1 0,0-1 0,0 0 0,1 0 0,-1 0 0,0 1 0,0-1 0,1 0 0,-1 0 0,0 0 0,1 1 0,-1-1 0,0 0 0,1 0 0,-1 0 0,0 0 0,1 0 0,-1 0 0,0 0 0,1 0 0,-1 0 0,0 0 0,1 0 0,-1 0 0,0 0 0,1 0 0,0 0 0,41 9 0,37 10 0,-74-17 0,0 0 0,0 0 0,0 0 0,0 1 0,-1-1 0,1 1 0,-1 0 0,1 1 0,-1-1 0,0 1 0,7 8 0,-10-10-1,1 1 1,-1 0-1,1 0 0,-1 0 0,0 0 1,0 1-1,0-1 0,-1 0 0,1 0 1,-1 0-1,0 1 0,0-1 1,0 0-1,0 0 0,0 1 0,-1-1 1,1 0-1,-1 0 0,0 0 0,0 1 1,0-1-1,0 0 0,-1 0 1,1-1-1,-1 1 0,0 0 0,0 0 1,0-1-1,0 1 0,0-1 0,-1 0 1,-3 3-1,-10 2 4,-1 0-1,0-1 1,0-1 0,0-1 0,-1 0-1,0-1 1,1-1 0,-1-1 0,-19-1-1,-34 5-5,64 0-2142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4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14 10517,'0'0'16482,"3"-3"-15135,-3 2-1307,0 1 0,0-1 0,0 1 0,0 0 0,0-1 0,0 1 0,0-1 0,0 1 0,1 0 0,-1-1 0,0 1 0,0-1 0,0 1 0,1 0 0,-1-1 0,0 1 0,1 0 0,-1-1 0,0 1 0,1 0 0,-1 0 0,0-1 0,1 1 0,-1 0 0,0 0 0,1 0 0,-1 0 0,0-1 0,1 1 0,-1 0 0,1 0 0,-1 0-1,1 0 1,-1 0 0,0 0 0,1 0 0,-1 0 0,1 0 0,0 0 0,-2 20 657,-15 37 214,-29 22-346,33-62-473,1 0 1,1 1 0,1 0 0,1 1-1,0 0 1,-7 30 0,15-48-93,0 0 0,0 0 0,0 0 0,0 0 0,0 0 0,0 0 0,0 0 0,1 0 0,-1 0 0,0 0 0,1 1 0,-1-1 0,1-1 0,-1 1 0,1 0 0,0 0 0,-1 0 0,1 0 0,0 0 0,0 0 0,-1-1 0,1 1 0,0 0 0,0-1 0,0 1 0,0-1 0,0 1 0,0-1 0,0 1 0,0-1 0,0 1 0,0-1 0,0 0 0,0 0 0,1 0 0,-1 0 0,0 0 0,0 0 0,0 0 0,1 0 0,60-1 0,-45-1 0,68-1 0,84-6 0,-166 8-216,-1 1 0,0-1 0,1 1 0,-1-1 0,1 0 0,-1 1 0,0-1 0,0-1-1,1 1 1,-1 0 0,0 0 0,2-3 0,-2 3-377,0-1 0,-1 0-1,1 0 1,-1 0 0,0 0-1,1 0 1,-1 0 0,0 0-1,0-1 1,0 1 0,-1 0-1,1-1 1,0 1 0,-1 0-1,0-1 1,1 1 0,-1-5-1,0-9-11289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5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12438,'0'0'16311,"115"-54"-15895,-74 49-31,-1 1-385,8 2 32,-8-3-32,-6 5-561,-7 0-1904,-20 0-1409,-7 9-3681,-13 11-1777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12854,'0'0'16535,"142"0"-16166,-101-9-369,0-2-401,13 0-1295,7-3-1794,13-4-4706,-6-7-3473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5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19753,'0'0'11285,"0"146"-9908,0-116-1025,0-5-352,0-7 0,0-5 0,0-6 0,-7-5 0,0-2-3474,0 0-1184,-6-9-6419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5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15367,'0'0'2983,"20"1"162,-18 0-2992,19 0 750,-1 1 1,0 1-1,0 1 1,0 1 0,0 1-1,20 9 1,1 3-324,-2 3 0,0 1 1,-1 2-1,-2 2 0,0 1 0,-2 2 1,52 56-1,-83-82-575,0 0 1,-1 0-1,1 1 1,-1-1-1,1 1 1,-1-1-1,0 1 1,-1 0-1,1 0 1,-1-1-1,0 1 1,0 0-1,0 1 0,0-1 1,0 0-1,-1 0 1,0 0-1,0 0 1,0 0-1,-1 1 1,1-1-1,-1 0 1,0 0-1,0 0 1,-3 6-1,0-3-4,-1 0 0,1 0 0,-2 0-1,1-1 1,-1 0 0,0 0 0,0 0 0,-1-1 0,0 0-1,0 0 1,-10 5 0,-10 6-1,-56 32 0,74-43 0,-1-1 0,1 0 0,-1-1 0,0 1 0,0-2 0,-16 3 0,26-5-75,-1 0 1,1 0-1,-1 0 1,1 0-1,-1 0 1,1 0-1,-1 0 0,1 0 1,-1 0-1,1 0 1,-1 0-1,1 0 1,-1 0-1,1 0 0,-1 0 1,1-1-1,-1 1 1,1 0-1,0 0 1,-1-1-1,1 1 0,-1 0 1,1-1-1,0 1 1,-1 0-1,1-1 1,0 1-1,-1-1 0,1 1 1,0 0-1,0-1 1,-1 1-1,1-1 0,0 1 1,0-1-1,0 0 1,5-21-7052,23-17-3222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5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19897,'0'0'10629,"135"18"-8388,-67-18-2241,-7 0 0,-7 0 0,-6 0 0,-8 0 0,-13 0 0,-13 0 0,-7 0 0,-7 2-1921,-28 10-2161,-19 4-4178,-7 4-3585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6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6403,'0'0'19513,"129"7"-17256,-68-7-1185,0-7-559,-14-2-513,0 2-160,-6 1-2594,0-1-4465,-14-4-12406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7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3153,'0'0'14260,"0"-3"-11597,0-16 3585,16 19-2065,285 13-1923,-261-13-2260,-24-2 0,1 1 0,-1 1 0,0 1 0,0 0 0,0 1 0,0 1 0,0 0 0,-1 1 0,17 7 0,-29-9 0,0 0 0,-1 0 0,1 1 0,-1-1 0,1 1 0,-1 0 0,0 0 0,0-1 0,0 1 0,0 0 0,-1 1 0,1-1 0,-1 0 0,0 0 0,0 1 0,0-1 0,0 1 0,-1-1 0,1 1 0,-1-1 0,0 1 0,0-1 0,0 1 0,-1-1 0,1 1 0,-1-1 0,-1 6 0,-2 8 0,-1 0 0,0 0 0,-1-1 0,-10 18 0,-23 47 0,-3 1 0,-40 116 0,78-192-2545,-6 4-5942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7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12198,'0'0'17352,"129"-9"-16328,-95 9-336,13 0-336,-6 0-223,0 0-129,13 0-64,7 0-977,6-3-1648,8-12-3026,-7-13-8291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7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16151,'0'0'14965,"-1"21"-13581,-8 90-1075,-8 160-351,17-257-793,0 9-3596,0-22 4253,0-1 1,0 1-1,0 0 0,0-1 0,0 1 1,-1-1-1,1 1 0,0-1 0,0 0 1,-1 1-1,1-1 0,0 1 0,-1-1 1,1 1-1,0-1 0,-1 0 0,1 1 1,-1-1-1,1 0 0,-1 0 0,1 1 1,0-1-1,-1 0 0,1 0 1,-1 1-1,1-1 0,-1 0 0,0 0 1,1 0-1,-1 0 0,1 0 0,-1 0 1,0 0-1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7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8756,'0'0'23707,"156"-20"-23403,-109 15-304,8-2 0,-1-2 0,0 0 0,-7 2-224,1-2-2177,-8-2-2626,1-2-5745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9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7283,'0'0'15085,"4"5"-13101,-2-1-1866,1-1 0,-1 1 0,0 0 0,0 0 0,0 0 0,-1 0 0,0 0 0,1 1 0,-1-1 0,-1 0 0,1 1 0,-1-1 0,0 0 0,0 9 0,-1-3 262,-1-1 1,0 1 0,0-1-1,-1 0 1,-1 0-1,-6 14 1,-8 8 929,-1-1 0,-41 50 0,51-68-1259,3-5-51,0 0 0,0 1 0,1-1 0,0 1 0,0 0 0,1 1 0,0-1 0,1 1 0,-1 0 0,2 0 0,-3 12 0,6-20 0,0 0 0,0 0 0,0-1 0,0 1 0,0-1 0,0 1 0,1-1 0,-1 1 0,0-1 0,0 0 0,1 1 0,-1-1 0,0 0 0,0 0 0,1 0 0,-1 0 0,0 0 0,0 0 0,1-1 0,1 1 0,-3 0 0,541-25 0,-556 26-2488,-37-3-11125,32-2 5191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9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5683,'0'0'21049,"-7"117"-19464,0-74-128,1 3-337,-1-1-416,0-5-479,7-1-177,0-5-48,0-5-641,0-7-975,0-6-1570,0-7-1264,41-9-12966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59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2 11813,'0'0'14191,"-22"0"-12678,1 0-1109,13-1-255,0 1 0,0 0 0,0 0 0,-1 1 1,1 0-1,0 0 0,0 1 0,1 0 0,-1 0 0,0 1 0,1 0 1,-1 0-1,1 1 0,0 0 0,-11 8 0,-6 7 110,0 1-1,2 1 0,0 1 1,2 1-1,-24 35 0,34-45-182,1 2 0,1-1 0,0 1-1,2 0 1,-1 1 0,2 0 0,0 0 0,1 0 0,0 0-1,1 1 1,0 26 0,3-40-88,0 1 0,1-1-1,-1 0 1,1 1 0,0-1 0,0 1-1,1-1 1,-1 0 0,1 0 0,-1 0 0,1 0-1,0 0 1,0 0 0,0 0 0,0-1-1,1 1 1,-1-1 0,1 0 0,0 1 0,-1-1-1,1 0 1,0-1 0,0 1 0,0 0-1,1-1 1,-1 0 0,0 1 0,0-1 0,1-1-1,5 2 1,9 1-403,0 0 0,0-1 0,0-1 0,30-2 0,-1-8-4881,-1-10-3871,2-9-5562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2:0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15 7716,'0'0'22719,"-20"10"-21934,-64 32-236,82-40-537,-1-1 0,0 1-1,1-1 1,-1 1-1,1 0 1,-1 0 0,1 1-1,0-1 1,0 0 0,0 1-1,0-1 1,0 1 0,1 0-1,-1-1 1,1 1 0,-1 0-1,1 0 1,0 0 0,1 0-1,-1 0 1,0 0 0,1 0-1,-1 1 1,1-1 0,0 0-1,0 0 1,1 0-1,-1 0 1,0 0 0,1 1-1,0-1 1,0 0 0,0 0-1,0 0 1,0-1 0,1 1-1,-1 0 1,1 0 0,0-1-1,0 1 1,0-1 0,0 1-1,0-1 1,0 0 0,1 0-1,-1 0 1,1 0 0,3 2-1,62 32-106,-49-27-266,-1 0 1,0 2 0,32 23-1,-49-33 316,0-1-1,1 1 0,-1 0 0,0 1 0,1-1 0,-1 0 0,0 0 0,0 0 0,0 1 1,0-1-1,0 0 0,-1 1 0,1-1 0,0 1 0,-1-1 0,1 1 0,-1-1 1,1 1-1,-1 0 0,0-1 0,1 1 0,-1-1 0,0 1 0,0 0 0,0-1 0,-1 1 1,1 3-1,-2-3 34,0 0 0,1 1 1,-1-1-1,0 0 0,0 0 1,0 0-1,0-1 1,0 1-1,-1 0 0,1-1 1,0 1-1,-1-1 0,1 0 1,-5 2-1,-7 1 50,1 0 0,-1 0-1,0-1 1,0-1 0,-18 1 0,31-3-31,0 0 0,0 0 0,1 0 0,-1 0 1,0 0-1,0 0 0,0-1 0,0 1 0,0 0 0,0-1 0,1 1 0,-1 0 1,0-1-1,0 1 0,1-1 0,-1 1 0,0-1 0,0 0 0,1 1 1,-1-1-1,1 0 0,-1 1 0,1-1 0,-1 0 0,1 0 0,-1 1 0,1-1 1,-1 0-1,1 0 0,-1-1 0,1-2-6,-1 0 0,1 1 0,0-1-1,0 1 1,0-1 0,0 0 0,1 1 0,0-6 0,2-2-16,0 0 1,1 0 0,0 1 0,10-20-1,13-9 13,-19 28 83,0 0-1,0 0 1,-1 0 0,0-1-1,-1 0 1,0 0 0,-1-1-1,-1 0 1,0 0 0,0 0-1,2-25 1,-5 36-18,-1 0-1,0-1 1,0 1-1,0 0 1,0 0-1,0 0 1,0 0-1,-1 0 1,1 0 0,-1 0-1,1 0 1,-1 0-1,0 0 1,0 0-1,0 1 1,0-1-1,0 0 1,0 0-1,-3-2 1,1 2 16,0 1 1,0 0-1,0 0 1,-1 1-1,1-1 1,0 1-1,0-1 0,-1 1 1,1 0-1,-6 1 1,-4-1-268,12 0 106,1 1 1,-1-1-1,1 0 1,-1 0-1,1 0 0,-1 1 1,1-1-1,0 0 1,-1 0-1,1 1 0,-1-1 1,1 0-1,0 1 1,-1-1-1,1 1 1,0-1-1,-1 0 0,1 1 1,0-1-1,0 1 1,0-1-1,-1 1 0,1-1 1,0 1-1,0-1 1,0 1-1,0-1 0,0 1 1,0-1-1,0 1 1,0-1-1,0 1 0,0-1 1,0 1-1,1 5-3981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2:00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10293,'0'0'18264,"14"6"-17074,-4-3-1021,-1 1 1,0 1-1,0-1 1,0 2-1,0-1 1,-1 1-1,0 0 1,0 1-1,-1 0 1,0 0-1,0 1 1,0 0-1,-1 0 1,0 0-1,-1 1 1,6 11-1,-1 3-157,-1 2-1,-1-1 1,-1 1 0,-2 1-1,0-1 1,-1 1-1,-2-1 1,0 1-1,-2 0 1,-1 0-1,-6 39 1,4-53-12,0-1 0,-1 0 0,0 0 0,0 0 0,-8 11 0,10-16 0,-1-1 0,0 0 0,-1 0 0,1-1 0,-1 1 0,0-1 0,0 0 0,0 0 0,-1 0 0,1 0 0,-10 5 0,14-9-9,-1 0-1,1 1 1,0-1-1,-1 0 1,1 0-1,0 1 1,-1-1-1,1 0 1,0 0-1,-1 0 1,1 0-1,-1 0 1,1 0-1,0 0 1,-1 0-1,1 0 1,-1 0-1,1 0 1,0 0-1,-1 0 1,1 0-1,-1 0 1,1 0-1,0 0 1,-1 0-1,1 0 1,-1 0-1,1-1 1,0 1-1,-1 0 1,1 0-1,0-1 1,-1 1-1,1 0 1,0 0-1,0-1 1,-1 1-1,1 0 1,0-1-1,0 1 1,-1 0-1,1-1 1,0 1-1,0-1 1,0 1-1,0 0 1,-1-1-1,1 1 1,0-1-1,0 1 1,0 0-1,0-1 1,0 1-1,0-1 1,0 1-1,0 0 1,0-1-1,1 1 1,-1-1-1,5-20-2648,19-9-3110,8-5-3036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2:0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10 304,'0'0'28104,"-4"-3"-26312,3 3-1714,0-1 0,0 0 0,1 1 0,-1-1 0,0 1 0,0-1 0,0 1 0,0-1 0,0 1 0,0 0 0,0-1 0,0 1 0,0 0 0,0 0 0,0 0 0,0 0 0,0 0 0,0 0 0,0 0 0,0 0 0,-2 1 0,2 0-21,-1 1-1,1-1 1,0 1 0,0 0 0,0-1-1,0 1 1,0 0 0,0 0 0,1-1-1,-1 1 1,0 0 0,1 0 0,-1 0-1,1 4 1,-12 65-1513,4 1 0,1 142 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2:00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19673,'0'0'12998,"115"-21"-12902,-68 19-96,1-3 0,6 1 0,-7-3 0,1 0 0,-7 1 0,-8-3-320,8-3-3522,-14 1-5474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2:01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13366,'0'0'16808,"-13"133"-14935,13-85-1153,0 1-720,0-4 0,0-6 0,0-3 0,0-9 0,0-4 0,0-5 0,0-7-2113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2:02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47 16728,'0'0'14718,"26"-7"-13917,86-20-353,-95 23-438,0 1 1,0 0-1,0 2 0,0 0 0,1 1 1,32 4-1,-48-4-10,-1 0 0,0 0 0,0 0 0,1 0 0,-1 1 0,0-1 0,0 1 0,0-1 0,0 0 0,0 1 0,0 0 0,1-1 0,-1 1 0,0 0 0,-1-1 0,1 1 0,0 0 0,0 0 0,0 0 0,0 0 0,-1 0 0,1 0 0,0 0 0,-1 0 0,1 0 0,-1 0 0,1 0 0,-1 1 0,0-1 0,1 0 0,-1 0 0,0 0 0,0 1 0,0-1 0,0 0 0,0 0 0,0 3 0,0-1 0,-1 0 0,0 0 0,0 1 0,0-1 0,0 0 0,0 0 0,0 0 0,-1 0 0,0-1 0,1 1 0,-1 0 0,0 0 0,0-1 0,-3 3 0,-11 7 0,0 0 0,-1 0 0,-25 11 0,23-12 0,0 0 0,-21 17 0,39-28 0,0 0 0,1 1 0,-1-1 0,1 1 0,-1-1 0,1 0 0,-1 1 0,1-1 0,-1 1 0,1-1 0,0 1 0,-1 0 0,1-1 0,-1 1 0,1-1 0,0 1 0,0 0 0,-1-1 0,1 1 0,0-1 0,0 1 0,0 0 0,0-1 0,0 1 0,0 0 0,0-1 0,0 1 0,0 0 0,0-1 0,0 1 0,0 0 0,0-1 0,1 1 0,-1 0 0,0-1 0,0 1 0,1 0 0,-1-1 0,1 1 0,-1-1 0,0 1 0,1-1 0,-1 1 0,1-1 0,0 1 0,26 12 0,6-7 0,-11-3 0,-1 1 0,0 1 0,0 1 0,0 0 0,-1 2 0,34 17 0,-53-24 0,0-1 0,0 1 0,0 0 0,1-1 0,-1 1 0,0 0 0,0 0 0,0 0 0,0 0 0,-1 0 0,1 0 0,0 0 0,0 0 0,0 0 0,-1 0 0,1 0 0,-1 1 0,1-1 0,-1 0 0,1 0 0,-1 1 0,0-1 0,0 0 0,1 1 0,-1 1 0,-1-1 0,0-1 0,1 1 0,-1 0 0,0-1 0,0 1 0,0-1 0,0 0 0,0 1 0,-1-1 0,1 0 0,0 1 0,-1-1 0,1 0 0,-1 0 0,1 0 0,-3 1 0,-7 3 0,-1 1 0,0-1 0,-23 5 0,-6 1 0,14-5 0,1 0 0,0 2 0,1 1 0,0 1 0,-42 24 0,62-31-449,-1 1 0,1-1 0,-1 0 0,0-1 0,0 1 0,-8 1 0,-19 3-7773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2:03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1 689 1281,'0'0'18880,"11"0"-17327,23-1 27,128-6 4191,-50-1-4697,559-65-111,317-28-667,-217 13-397,-75-1 221,5 31-79,-72 6 102,139 1 100,15-1-539,192 2 266,-121 10 94,-314 22 1121,-591 24-2468,-6 1-5515,17-5-7819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2:04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8 8852,'0'0'12024,"9"-2"-10524,27-4-73,-27 6 4508,-18 13-5062,-75 58 392,57-51-819,-43 42-1,65-56-445,-97 110 0,89-100 0,2 1 0,0-1 0,1 2 0,0 0 0,-10 29 0,19-44 0,0 0 0,0-1 0,0 1 0,1 0 0,-1-1 0,1 1 0,0 0 0,0 0 0,0-1 0,0 1 0,0 0 0,1 3 0,0-5 0,-1 1 0,1-1 0,0 0 0,-1 0 0,1 0 0,0 1 0,0-1 0,0 0 0,-1 0 0,1 0 0,0 0 0,1 0 0,-1 0 0,0-1 0,0 1 0,0 0 0,3 1 0,3 0 0,1 0 0,0-1 0,0 1 0,-1-2 0,1 1 0,16-1 0,-15 0 0,14 0 0,-1-1 0,0-1 0,41-9 0,-55 9 0,0 0 0,-1-1 0,1 0 0,0 0 0,-1-1 0,0 0 0,0 0 0,0-1 0,0 0 0,-1 0 0,0 0 0,0-1 0,8-10 0,-13 15 0,1 0 0,-1 0 0,0-1 0,0 1 0,-1 0 0,1-1 0,0 1 0,0-1 0,-1 1 0,1-1 0,-1 1 0,1-1 0,-1 1 0,0-1 0,1 1 0,-1-1 0,0 0 0,0 1 0,0-1 0,0 0 0,-1 1 0,1-3 0,-1 3 0,0 0 0,0-1 0,0 1 0,0 0 0,0 0 0,0 0 0,-1 0 0,1 0 0,0 0 0,-1 0 0,1 0 0,-1 0 0,1 1 0,0-1 0,-1 1 0,0-1 0,1 1 0,-2-1 0,-12-1 0,1 0 0,0 1 0,-29 1 0,29 1 0,-26-2 0,-45 1 0,78 0 0,0 1 0,0 0 0,0 1 0,0-1 0,0 1 0,0 1 0,0 0 0,1-1 0,-9 6 0,15-8 0,1 0 0,-1 0 0,0 0 0,1 0 0,-1 0 0,0 1 0,1-1 0,-1 0 0,0 0 0,1 0 0,-1 0 0,0 0 0,1 0 0,-1 0 0,0 1 0,0-1 0,1 0 0,-1 0 0,0 0 0,0 1 0,1-1 0,-1 0 0,0 0 0,0 1 0,0-1 0,0 0 0,1 1 0,-1-1 0,0 0 0,0 0 0,0 1 0,0-1 0,0 0 0,0 1 0,0-1 0,0 0 0,0 1 0,0-1 0,0 0 0,0 1 0,0-1 0,0 0 0,0 1 0,0-1 0,0 0 0,0 1 0,0-1 0,0 0 0,-1 0 0,1 1 0,0-1 0,0 0 0,0 1 0,0-1 0,-1 0 0,1 0 0,0 0 0,0 1 0,-1-1 0,1 0 0,0 0 0,35 2 0,-32-2 0,35 1-139,23-1-1886,1-7-4639,12-16-10392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2:05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16728,'0'0'4887,"20"-2"-1992,138-23-265,114-22 94,-251 39-2551,-31 4-1063,-33 3-2819,32 3 913,0 0 0,-1 1 0,-20 9 1,-2 2-7602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2:05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9556,'0'0'13532,"24"-3"-10117,390-67 2849,-378 64-6558,-16 4-571,-40 3-793,-16 6-3249,-9 3-3184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35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85 4818,'0'0'15586,"0"0"-15500,0 0 0,-1 0 0,1 0 0,0 0 0,0 0 0,0 0 0,0 0 0,0 1 0,0-1 0,0 0 0,-1 0 0,1 0 0,0 0 0,0 0 0,0 0 0,0 0 0,0 0 0,-1 0 0,1 0 0,0 0 0,0 0 0,0 0 0,0 0 0,0 0 0,-1 0 0,1 0 1,0 0-1,0 0 0,0 0 0,0 0 0,0 0 0,0 0 0,-1-1 0,1 1 0,0 0 0,0 0 0,0 0 0,0 0 0,0 0 0,0 0 0,0 0 0,0 0 0,-1-1 0,1 1 0,0 0 0,0 0 0,0 0 0,0 0 0,0 0 0,0 0 0,0-1 0,0 1 0,0 0 0,0 0 0,0 0 0,0 0 0,0 0 0,0-1 0,0 1 0,0 0 0,0 0 0,42-19 302,2 3 0,53-13 1,-74 23-307,1 2 1,-1 1 0,1 0 0,-1 2 0,1 1 0,31 3 0,-53-2-61,-1-1 0,1 0 0,-1 1 0,1-1 0,-1 1 0,0 0 0,1-1 1,-1 1-1,0 0 0,0 0 0,1 0 0,-1 0 0,0 0 0,0 0 0,0 0 0,0 0 0,0 1 0,-1-1 0,1 0 1,0 0-1,0 1 0,0 2 0,1 1 41,0 1 0,-1 0 0,1 0 0,-1 0 0,-1 0 0,1 6 1,-1 4 76,-1-1 1,0 0 0,-1 0 0,-5 20 0,-47 113 852,35-103-615,2 2 0,-15 64-1,30-102-870,-1 4 920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36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9220,'0'0'16856,"109"-2"-16120,-75 2-464,6-9-80,14-2-192,1-1-80,-1-1-1184,-7 2-1185,1-3-1713,-15 3-3234,1-1-3441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36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5715,'0'0'20446,"6"9"-17703,-4 10-1959,0 0-1,-1 0 1,-3 36 0,0-2-56,1-30-728,-2 1 0,-7 33 0,5-34 0,2 0 0,-2 34 0,-2-8-9954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36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9220,'0'0'17192,"75"-25"-15895,-42 21-321,1-1-416,7 1-303,-7-3-257,13 2-497,1-4-1840,13-2-2129,6-7-4898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47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3410,'0'0'22295,"9"-9"-21775,4 2-497,0 1-1,1 1 1,0 0-1,0 1 0,27-4 1,78-4 24,-108 11-26,27 1-2,-37 0-16,0 0-1,0 1 0,0-1 1,0 0-1,0 0 1,1 1-1,-1-1 1,0 0-1,0 1 1,0-1-1,0 1 1,-1 0-1,1-1 1,0 1-1,0 0 1,0-1-1,0 1 0,-1 0 1,1 0-1,0 0 1,0 0-1,-1-1 1,1 1-1,-1 0 1,1 0-1,-1 0 1,1 2-1,4 20 250,-2-14-224,-1 0 0,0 0 1,-1 1-1,1-1 0,-2 1 1,0-1-1,0 1 1,-2 11-1,1-18-20,-1 0 0,1 0 0,-1 0 0,0-1 0,0 1 0,0-1 0,-1 1 0,1-1 0,0 0 0,-1 0 0,0 0 0,1 0 0,-1 0 0,0-1 0,0 1 0,0-1 0,0 0 0,0 1 0,-1-2-1,1 1 1,-5 1 0,-7 1 69,0-1-1,0 0 0,-19-1 0,32-1 60,17 0-645,17-3 76,-16 1 212,0 0 1,1 2-1,-1 0 1,0 0-1,20 4 0,-33-3 194,0 0 0,0-1 0,0 1 0,0 0 0,0 1 0,-1-1-1,1 0 1,0 1 0,0 0 0,-1-1 0,1 1 0,-1 0 0,0 1-1,0-1 1,1 0 0,-1 0 0,-1 1 0,1 0 0,0-1 0,-1 1 0,1 0-1,-1-1 1,0 1 0,0 0 0,0 0 0,0 0 0,0 0 0,-1 0-1,1 1 1,-1-1 0,0 0 0,0 5 0,0-4 69,0 1 1,0 0-1,0-1 0,-1 1 1,0-1-1,0 1 1,0-1-1,0 0 0,-1 1 1,0-1-1,1 0 1,-2 0-1,1 0 0,0 0 1,-1 0-1,0-1 1,0 1-1,0-1 0,0 0 1,0 1-1,-1-2 1,1 1-1,-1 0 0,0-1 1,0 1-1,0-1 1,-7 3-1,-10 3 449,0-1 0,0-1 0,0-1 0,-1-1-1,0 0 1,0-2 0,0-1 0,-41-2 0,43 1-200,19 0-264,1-1-333,0 0 0,0-1 0,0 1 0,0 0 0,0 0 1,1-1-1,-1 1 0,1 0 0,-1 0 0,1 0 1,-1-1-1,1 1 0,-1 0 0,1 0 0,0 0 0,0 0 1,-1 0-1,3-1 0,22-14-5086,8-1-4186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47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18 15063,'0'0'9156,"9"-2"-8334,39-5 186,1 2 1,73 1-1,-121 4-992,0 0 0,1 0 0,-1 0 0,0 1 0,0-1 0,0 0 0,1 0 0,-1 1 0,0-1 0,0 1 0,0-1 0,0 1-1,0-1 1,1 1 0,-1 0 0,0-1 0,-1 1 0,1 0 0,0 0 0,0 0 0,0 0 0,0-1 0,-1 1 0,1 1 0,0 0 0,0 0 6,0 1-1,0 0 1,0 0 0,-1 0 0,1-1 0,-1 1 0,0 0-1,1 0 1,-2 0 0,1 5 0,-1-1 10,-1 0 0,1 0 0,-1 0-1,0 0 1,-1 0 0,0 0 0,0 0 0,-5 7 0,-8 4 41,0-1 0,-1-1 0,-1 0 1,0-1-1,-25 14 0,17-11 42,-47 43 1,72-61-104,0 1 0,0 0 1,0 0-1,0 0 1,0 0-1,0 0 1,0 0-1,1 0 0,-1 1 1,0-1-1,1 0 1,-1 0-1,1 1 0,-1-1 1,1 0-1,-1 3 1,1-4-9,1 1 0,-1-1 1,0 1-1,0-1 0,1 1 1,-1-1-1,0 1 0,1-1 0,-1 1 1,0-1-1,1 1 0,-1-1 1,1 0-1,-1 1 0,1-1 1,-1 0-1,1 1 0,-1-1 0,1 0 1,-1 0-1,1 1 0,-1-1 1,1 0-1,-1 0 0,1 0 1,0 0-1,55 0 153,-37-1-36,227 1 832,-154 0-3285,-93 0 1922,1 0-1,-1 0 1,1 0 0,-1 0 0,1 0 0,-1 0-1,1 0 1,-1 0 0,1 0 0,-1 0 0,1-1-1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48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4 8932,'0'0'12979,"0"0"-12839,0-1-1,-1 1 1,1 0-1,0 0 0,0 0 1,-1-1-1,1 1 0,0 0 1,0 0-1,-1 0 1,1 0-1,0-1 0,-1 1 1,1 0-1,0 0 0,-1 0 1,1 0-1,0 0 1,-1 0-1,1 0 0,0 0 1,-1 0-1,1 0 0,0 0 1,-1 0-1,1 0 1,0 0-1,-1 0 0,1 1 1,0-1-1,-1 0 1,1 0-1,0 0 0,0 0 1,-1 1-1,1-1 0,0 0 1,0 0-1,-1 1 1,1-1-1,-11 40 331,-1-3 465,3 0-1,0 1 0,3 1 0,-3 54 0,9-5-5283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48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5250,'0'0'21978,"101"-11"-20649,-67 9-689,-7 0-400,7-1-63,0-1-177,0-1-289,6-2-783,8-2-2098,-1-4-2128,7-7-5939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48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10533,'0'0'17338,"4"12"-15854,2 15-1105,-2 0 0,0 0 0,-2 1 0,-1-1 0,-1 1 1,-2-1-1,0 1 0,-8 30 0,5-34-4412,3 1-6679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49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18649,'0'0'9655,"25"-7"-9100,79-18-118,-95 22-348,-1 1 0,1 1-1,0-1 1,0 1 0,0 1 0,0 0-1,16 2 1,-12-1-31,-11-1-46,1 1 0,-1 0 0,0-1 0,0 1 0,0 0 0,0 0 0,0 0 0,0 0 0,-1 0-1,1 0 1,0 1 0,0-1 0,-1 1 0,1-1 0,-1 1 0,1-1 0,-1 1 0,0 0 0,0 0-1,0 0 1,0 0 0,0 0 0,0 0 0,0 0 0,-1 0 0,1 0 0,0 3 0,0-2 0,-1 1-1,1 0 1,-1-1 0,0 1 0,0 0 0,0-1 0,0 1 0,0-1 0,-1 1 0,0 0 0,0-1 0,0 1 0,0-1 0,0 0 0,-1 1 0,-2 3 0,-4 2 114,-1 0 1,0 0 0,0-1-1,-1-1 1,-16 11-1,-7 5 112,33-23-246,-1 0 0,1 1 0,-1-1-1,1 0 1,0 0 0,-1 0-1,1 1 1,0-1 0,-1 0-1,1 0 1,0 1 0,-1-1-1,1 0 1,0 1 0,-1-1-1,1 0 1,0 1 0,0-1-1,-1 1 1,1-1 0,0 0 0,0 1-1,0-1 1,0 1 0,0-1-1,0 0 1,0 1 0,0-1-1,-1 1 1,2-1 0,-1 1-1,0-1 1,0 1 0,0-1-1,0 0 1,0 1 0,0-1 0,0 1-1,0-1 1,1 0 0,-1 1-1,0-1 1,0 1 0,1-1-1,-1 0 1,0 1 0,0-1-1,1 0 1,-1 1 0,0-1-1,1 0 1,-1 0 0,0 1-1,1-1 1,-1 0 0,1 0 0,-1 0-1,0 0 1,1 1 0,-1-1-1,1 0 1,-1 0 0,1 0-1,29 6-377,-28-6 336,27 6-293,56 18 1,-77-22 327,-1 1 0,0 0 0,-1 0 0,1 0 0,0 1 0,-1 0 1,0 1-1,0-1 0,0 1 0,0 0 0,-1 1 0,0-1 0,7 10 0,-11-12 49,1-1-1,-1 0 1,0 1 0,0 0-1,0-1 1,0 1-1,0 0 1,0-1 0,-1 1-1,1 0 1,-1 0-1,0 0 1,0 0 0,0-1-1,0 1 1,0 0-1,-1 0 1,1 0 0,-1-1-1,0 1 1,0 0-1,0 0 1,0-1 0,0 1-1,-1-1 1,1 1-1,-1-1 1,1 0 0,-1 0-1,0 1 1,0-1-1,0 0 1,0 0 0,0-1-1,-1 1 1,1 0-1,-1-1 1,1 0 0,-1 1-1,-3 0 1,-12 6 291,-1 0 0,1-2 0,-2 0 0,-29 4-1,37-7-295,-8 0-1077,-1-1-1,1 0 1,-22-2 0,36 0 367,-6 0-8259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50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0 488 8452,'0'0'9938,"35"0"-5152,6 0-2798,12 1-1400,0-2-1,0-3 1,60-11-1,925-154 8,779 12-40,-1394 127 860,392-35-50,57 22-42,-827 38-1323,-81 8-1596,1 1 1,-58 14-1,-10 2-4873,31-11-5662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51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4610,'2'0'21252,"-5"3"-19635,-32 21-376,3-5-810,2 1 1,0 1-1,1 2 0,2 1 0,0 1 0,2 2 0,-23 29 0,38-43-388,0 1-1,2 1 0,-1-1 1,2 1-1,0 0 0,1 1 0,0 0 1,1 0-1,1 0 0,1 1 0,0-1 1,0 20-1,3-34-48,1 0 0,-1 0 1,1-1-1,0 1 0,0 0 1,0 0-1,0 0 0,0-1 0,1 1 1,-1 0-1,0-1 0,1 1 0,-1-1 1,1 0-1,-1 1 0,1-1 0,0 0 1,0 0-1,-1 0 0,1 0 0,0 0 1,0-1-1,0 1 0,0 0 0,0-1 1,4 1-1,58 10-106,-62-11 104,27 3-108,1-1 0,39-3 1,-61 1 112,-1-1 0,1 0 0,-1 0 0,0-1 1,1 0-1,-1 0 0,0-1 0,0 0 0,-1 0 1,1 0-1,-1-1 0,1 0 0,-1-1 0,10-8 1,-15 12 6,1-1 1,-1 1-1,1-1 1,-1 0-1,1 1 1,-1-1-1,0 0 1,0 0 0,0 0-1,0 0 1,0 0-1,0 0 1,0 0-1,-1 0 1,1 0-1,-1-1 1,0 1 0,1 0-1,-1 0 1,0 0-1,0-1 1,-1-1-1,0 2 11,0-1-1,0 1 1,0 0-1,-1 1 0,1-1 1,-1 0-1,1 0 1,-1 0-1,1 1 1,-1-1-1,0 1 1,0-1-1,0 1 0,0 0 1,0 0-1,-4-2 1,-7-2 45,1 1 1,-1 1-1,0 0 0,0 1 1,-23-2-1,-138 4-60,173 0 0,0 0 0,0 0 0,0 0 0,1 1 0,-1-1 0,0 0 0,0 1 0,0-1 0,1 1 0,-1-1 0,0 1 0,1-1 0,-1 1 0,0-1 0,1 1 0,-1 0 0,0-1 0,1 1 0,0 0 0,-1 0 0,1-1 0,-1 1 0,1 0 0,0 0 0,-1 0 0,1 0 0,0-1 0,0 1 0,0 0 0,0 0 0,-1 0 0,1 0 0,1 0 0,-1 0 0,0 0 0,0-1 0,0 1 0,0 0 0,1 0 0,-1 0 0,0 0 0,1-1 0,-1 1 0,0 0 0,1 0 0,-1-1 0,1 1 0,-1 0 0,1 0 0,0-1 0,-1 1 0,1-1 0,0 1 0,-1-1 0,1 1 0,0-1 0,0 1 0,-1-1 0,1 0 0,0 1 0,0-1 0,0 0 0,0 0 0,0 1 0,-1-1 0,1 0 0,0 0 0,1 0 0,24 0-1804,-2 0-4331,-19 0 4584,15 0-11769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52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10389,'0'0'13531,"23"0"-11805,171 1 1769,-163-1-3290,0-2 0,1-1 0,-1-2 0,32-9 0,-62 14-1088,-18 1-8906,-14 5 2546,-9 3-1294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3:52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4882,'0'0'19257,"115"22"-16792,-68-22-480,8 0-736,-8 0-481,-6 0-320,-7 0-304,-14 0-144,-13 0-592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4:52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78 6739,'0'0'11339,"5"-3"-10384,29-14 883,-33 16-979,-1-5 3853,-6-19-3696,2 22-966,0 0-1,0 1 1,0-1 0,0 1-1,-1 0 1,1 0 0,0 1 0,-1-1-1,1 1 1,-1 0 0,1 0 0,-9 0-1,-64-1 365,55 3-274,9 1-65,1 0 0,-1 0 0,1 2 0,-1 0 0,1 0 0,1 1 0,-1 0 0,1 1-1,-1 1 1,2-1 0,-1 2 0,1 0 0,-12 11 0,20-16-53,0 0 1,0-1-1,0 2 1,1-1-1,-1 0 1,1 0 0,0 0-1,0 1 1,0-1-1,0 0 1,0 1-1,1-1 1,0 6-1,0 53 398,1-35 29,-1-24-430,0 1-1,0-1 0,1 0 0,-1 1 1,1-1-1,-1 0 0,1 0 1,0 0-1,1 1 0,-1-1 0,0 0 1,1-1-1,-1 1 0,1 0 0,0 0 1,0-1-1,3 4 0,-1-3-4,0 0 0,0 0-1,0-1 1,0 1 0,1-1 0,-1 0-1,1 0 1,-1-1 0,1 0 0,0 1-1,7 0 1,0 0 12,1-1 0,0 0 0,0 0 0,0-2 0,0 1 0,0-2 1,0 0-1,23-6 0,-29 6-20,0-1 1,1 0-1,-1 0 1,-1-1-1,1 0 1,0 0-1,-1-1 1,0 1-1,0-2 1,0 1-1,-1 0 1,0-1-1,0 0 1,0 0-1,6-13 1,1-4 182,3-6 351,-14 29-534,-1 0 1,0 0 0,0 0-1,0 0 1,0 0 0,0 1-1,0-1 1,0 0 0,0 0 0,1 0-1,-1 0 1,0 0 0,0 0-1,0 0 1,0 0 0,0 1-1,1-1 1,-1 0 0,0 0-1,0 0 1,0 0 0,0 0-1,1 0 1,-1 0 0,0 0 0,0 0-1,0 0 1,0 0 0,1 0-1,-1 0 1,0 0 0,0 0-1,0 0 1,0 0 0,1 0-1,-1-1 1,0 1 0,0 0 0,0 0-1,0 0 1,0 0 0,1 0-1,-1 0 1,0 0 0,0 0-1,0-1 1,-1 17-7,0 0 0,-1-1 0,-1 1 0,-6 17 0,-1 7 0,4 22 0,5-50 0,1 0 0,-2 0 0,0 0 0,0 0 0,-6 17 0,-26 108 0,7-23 0,19-87-696,2 0-1,1 1 1,1 0 0,0 56-1,3-70-5255,-5 5-3519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2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22 432 6963,'0'0'13390,"0"13"-10127,-1 9-2641,0 1 0,-2-1 1,0 0-1,-7 22 0,6-2-490,5-36-303,-1-27-86,-1-15-79,2 0 0,0 1 0,3-1 1,1 0-1,2 1 0,11-37 0,-5 36-187,2 0 0,0 2 0,3 0-1,1 1 1,1 1 0,2 0 0,30-33-1,-51 63 590,1 1 0,-1-1-1,0 1 1,1 0 0,-1-1-1,1 1 1,0 0 0,-1 0-1,1 0 1,0 0-1,-1 0 1,1 1 0,4-2-1,-6 2-18,1 0-1,0 0 0,-1 0 0,1 0 1,0 0-1,-1 1 0,1-1 0,0 0 1,-1 0-1,1 1 0,0-1 0,-1 0 1,1 1-1,0-1 0,-1 0 0,1 1 1,-1-1-1,1 1 0,-1-1 0,1 1 1,-1-1-1,1 1 0,-1 0 0,0-1 1,1 1-1,2 6 213,-1-1 0,0 0 0,0 1 0,-1-1 1,0 1-1,1 7 0,0-4-187,13 102 2495,3 174 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2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9284,'0'0'14263,"115"-43"-13719,-60 37-48,-1-3-496,14 0-96,6-5-1136,1-4-2066,6-2-3409,-13-3-4882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3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14279,'0'0'12565,"149"16"-11780,-95-16-321,0-7-304,1-4-160,-15 4-512,1 0-1169,-14 5-1344,-13 2-3042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16680,'0'0'7235,"115"-32"-6211,-61 18-815,-6 3-209,6 0-385,-7-3-1680,8-4-3441,6-4-5315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3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18152,'0'0'8236,"22"-3"-7129,170-18 254,-137 20-1262,-55 1-101,1 0 0,0 0 0,-1 0 0,1 0 1,0 1-1,-1-1 0,1 0 0,-1 0 1,1 0-1,0 1 0,-1-1 0,1 0 1,-1 1-1,1-1 0,0 1 0,-1-1 0,1 0 1,-1 1-1,0-1 0,1 1 0,-1-1 1,1 1-1,-1 0 0,0-1 0,1 1 0,-1-1 1,0 1-1,0 0 0,1 0 0,0 27-16,-2-21 24,0-1 1,-1 1-1,0 0 1,0-1-1,-1 1 0,-5 9 1,-7 4 55,-1 0-1,-1-2 1,-24 22 0,24-25 219,1 1 1,0 1-1,1 1 1,-22 33-1,36-50-263,0 0 0,0-1 0,1 1 0,-1 0 1,0 0-1,1 0 0,-1 0 0,1 0 0,-1 0 0,1 0 0,-1 0 0,1 0 0,0 0 0,0 0 1,-1 0-1,1 0 0,0 0 0,0 0 0,0 1 0,0-1 0,0 0 0,0 0 0,1 0 0,-1 0 1,0 0-1,1 0 0,-1 0 0,0 0 0,1 0 0,-1 0 0,1 0 0,-1 0 0,1 0 1,0 0-1,0 0 0,-1-1 0,1 1 0,0 0 0,0 0 0,0-1 0,-1 1 0,1-1 0,0 1 1,0-1-1,0 1 0,0-1 0,0 1 0,0-1 0,1 0 0,-1 1 0,1-1 0,9 1 202,0 0-1,0 0 0,0-1 1,16-2-1,-4 1-72,32-4-406,0-1-1,0-3 1,73-23 0,-105 26-57,46-14-3501,-1-6-3739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4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0 529 11509,'0'0'12966,"0"-14"-11861,0 1-968,1 0 0,0 1 0,1-1 0,0 1-1,1-1 1,0 1 0,1 0 0,9-19 0,-12 28-117,16-30 126,28-40 1,-40 66-171,0 0 0,1 0 0,-1 0 0,1 1 0,0 0 0,1 0-1,0 1 1,-1 0 0,2 0 0,-1 1 0,15-8 0,-20 12-1,-1 0-1,1 0 0,-1 0 1,1-1-1,-1 1 1,1 0-1,-1 1 0,1-1 1,-1 0-1,1 0 0,-1 1 1,0-1-1,1 1 1,-1-1-1,1 1 0,-1 0 1,0-1-1,1 1 1,-1 0-1,0 0 0,0 0 1,0 0-1,0 0 0,0 0 1,0 0-1,0 0 1,0 1-1,0-1 0,1 2 1,23 49 295,-15-30-268,-10-20-3,1 0 0,0 0 0,0 0 0,0 0 0,0 0 0,1 0 0,-1 0 0,0-1 0,1 1 0,-1 0 1,1-1-1,0 1 0,-1-1 0,1 0 0,0 0 0,0 1 0,0-1 0,0 0 0,0 0 0,0-1 0,0 1 0,0 0 0,1-1 0,-1 1 0,0-1 0,0 0 0,0 0 0,1 0 0,-1 0 0,0 0 0,0 0 0,1-1 0,-1 1 0,0-1 0,0 1 1,0-1-1,0 0 0,0 0 0,4-2 0,6-4-2,-1-2 1,0 1-1,0-1 1,-1-1-1,12-13 1,-5 6-62,211-217-611,-228 234 794,1 0 0,-1 0 0,0 0 0,1 0 0,-1 0 0,0 1 0,1-1 0,-1 0 0,0 0 1,1 1-1,-1-1 0,0 0 0,0 0 0,1 1 0,-1-1 0,0 0 0,0 1 0,0-1 0,1 0 0,-1 1 1,0-1-1,0 0 0,0 1 0,0-1 0,0 0 0,0 1 0,0-1 0,0 0 0,0 1 0,0-1 0,0 1 0,0-1 1,0 0-1,0 1 0,0-1 0,0 0 0,0 1 0,-1 0 0,4 37 1521,-2 47-824,-1-83-710,0 23-102,-1-16-101,1 0 0,0 0 1,0 0-1,1 0 0,0 0 0,4 15 0,-4-22-164,0 0 0,0 1-1,1-1 1,-1 0 0,0 0 0,1 0-1,-1 0 1,1-1 0,0 1-1,-1 0 1,1-1 0,2 3 0,-1-3-480,1 1 1,-1 0-1,0-1 1,1 0-1,-1 1 1,1-1-1,-1-1 1,1 1 0,7 0-1,22 0-7604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5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10773,'0'0'17688,"142"-16"-17016,-115 16-464,7 0-160,-7 0-48,-7 5-272,-6-1-1056,-7 3-1121,-7 0-1137,-21 9-11237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5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11957,'0'0'14839,"122"-5"-14391,-75-4-448,14-5-544,0 1-1857,7-3-1793,7-4-3729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5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7475,'0'0'22744,"-2"22"-20588,-10 69-1764,10-82-392,0 1 0,-1-1 0,0 0 0,0 1 0,-1-1 0,-1-1 0,1 1 0,-1-1 0,-1 0 0,-12 15 0,-1 2 0,10-12 0,4-8 0,1 0 0,0 1 0,0 0 0,1 0 0,0 0 0,0 0 0,0 0 0,1 1 0,0-1 0,0 1 0,-2 9 0,6-15 0,-1 0 0,1-1 0,0 1 0,-1 0 0,1-1 0,-1 1 0,1-1 0,0 0 0,-1 0 0,1 0 0,0 0 0,-1 0 0,4 0 0,-2 0 0,47 1-52,1-1 0,-1-3 0,1-2 0,-1-3 0,-1-1 0,0-3 0,93-35 0,-123 35-2560,-19 5-1950,-15 3-1441,-15 2-3807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5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20505,'0'0'11254,"-81"118"-10246,67-71-1008,1-2 0,-1-2 0,7-7 0,7 0 0,0-4 0,0 0 0,0-5-3201,0-5-4115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6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9332,'0'0'15405,"0"25"-13100,0 9-1605,-2 141 3119,0-129-2976,1-23-785,-1 0 0,0 0 0,-9 30 0,10-43-1077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7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19 16247,'0'0'9954,"20"-4"-7691,68-9-1156,-81 12-1082,1 0 0,-1 1 0,0 0 0,1 1 0,-1 0 0,0 0 0,0 0 0,0 1 0,0 0 0,0 0 0,0 1 0,0 0 0,-1 0 0,1 1 0,-1-1 0,0 1 0,0 1 1,-1-1-1,1 1 0,-1 0 0,0 0 0,0 1 0,0 0 0,-1-1 0,0 2 0,0-1 0,-1 0 0,1 1 0,-2-1 0,1 1 0,-1 0 0,0 0 0,0 0 0,0 0 0,-1 1 0,0-1 0,-1 0 0,0 13 0,-2-14-49,1-1 0,-1 0 0,0 1 0,0-1 0,0 0 0,-1 0 0,0-1 0,0 1 0,0 0 0,0-1 0,-1 0-1,0 0 1,1 0 0,-2 0 0,1-1 0,0 1 0,-7 3 0,-12 7 24,0-1 0,-32 13 1,42-20 28,5-3-113,-23 10 271,31-13-213,0 0 0,-1 0 0,1 0 1,0 0-1,-1 0 0,1 0 0,0 1 0,-1-1 1,1 0-1,0 0 0,-1 0 0,1 1 0,0-1 0,0 0 1,-1 0-1,1 1 0,0-1 0,0 0 0,0 1 1,-1-1-1,1 0 0,0 0 0,0 1 0,0-1 0,0 1 1,0-1-1,0 0 0,-1 1 0,1-1 0,0 0 1,0 1-1,0-1 0,0 0 0,0 1 0,0-1 0,1 0 1,-1 1-1,0-1 0,0 0 0,0 1 0,0-1 1,0 0-1,0 1 0,1-1 0,-1 0 0,0 1 0,0-1 1,0 0-1,1 1 0,-1-1 0,0 0 0,0 0 0,1 0 1,-1 1-1,0-1 0,1 0 0,-1 0 0,0 0 1,1 0-1,-1 1 0,0-1 0,1 0 0,-1 0 0,0 0 1,1 0-1,-1 0 0,51 22-1159,-20-10 704,46 26 0,-69-33 400,-1-1-1,0 1 0,0 0 0,0 1 0,-1 0 0,0 0 0,0 0 0,-1 0 0,1 1 0,-1 0 1,5 10-1,-9-15 111,0 0 0,0 1 0,0-1 0,0 0 0,0 1 0,0-1 0,-1 1 0,1-1 0,-1 1 0,1-1 1,-1 1-1,0-1 0,0 1 0,0-1 0,-1 1 0,1-1 0,0 1 0,-1-1 0,0 1 0,0-1 0,0 1 1,0-1-1,0 0 0,0 0 0,0 1 0,-1-1 0,1 0 0,-1 0 0,1 0 0,-1-1 0,0 1 0,0 0 0,0-1 1,0 1-1,0-1 0,0 1 0,0-1 0,-1 0 0,1 0 0,0 0 0,-1 0 0,-2 0 0,-13 5 577,0-1 0,-1-1 1,1 0-1,-30 0 0,32-2-432,-131 3 1161,132-5-1237,14 0-309,4-8-2961,-1 5 2532,0 1 1,1-1 0,-1 1-1,1 0 1,0 0-1,0 0 1,0 0 0,0 0-1,0 1 1,0 0-1,5-2 1,7-4-2336,31-16-7899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7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11445,'0'0'14199,"155"-36"-11574,-100 29-1505,-8 0-383,-6 5-401,-14 0-336,-14 2-16,-20 9-4914,-33 13 2144,-14 3-3601,-21 2-3313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9300,'0'0'11782,"163"0"-10454,-95-9-703,-7-5-625,-1-1-577,1-6-4737,0-6-6484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7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18729,'0'0'13787,"-8"8"-13544,0 0-237,4-5-6,0 0 0,1 0 0,-1 0 1,1 1-1,0 0 0,0-1 0,0 1 0,0 0 0,1 0 0,-1 1 0,1-1 0,0 0 1,1 1-1,-1 0 0,1-1 0,-1 8 0,2-8 0,0-1 0,0 1 0,1 0 0,-1 0 0,1-1 0,0 1 0,0 0 0,0-1 0,1 1 0,-1-1 0,1 0 0,0 1 0,0-1 0,0 0 0,1 0 0,-1 0 0,1 0 0,-1-1 0,1 1 0,0-1 0,3 3 0,17 16 0,-12-9 0,26 29 0,-36-39 0,1 1 0,-1-1 0,0 0 0,1 0 0,-1 1 0,0-1 0,0 1 0,-1-1 0,1 1 0,0-1 0,-1 1 0,0-1 0,0 1 0,1-1 0,-1 1 0,-1 0 0,0 4 0,-1-4 0,0-1 0,0 1 0,0-1 0,-1 1 0,1-1 0,-1 0 0,0 0 0,0 0 0,0-1 0,0 1 0,0-1 0,0 1 0,0-1 0,0 0 0,0 0 0,-7 1 0,-9 4 0,-13 10 50,25-12-92,0 0 0,-1 0 0,0-1 1,0 0-1,0 0 0,0-1 0,0 0 0,-1 0 1,-11 0-1,20-2-141,-1 0 0,1-1 0,-1 1 0,1 0 0,-1-1 0,1 1 0,-1-1-1,1 1 1,0-1 0,-1 1 0,1-1 0,0 1 0,-1-1 0,1 1 0,0-1 0,-1 1 0,1-1 0,0 0 0,0 1 0,0-1 0,0 1 0,0-1 0,0 0 0,0 1 0,0-1 0,0 1 0,0-2 0,0-25-4318,0 18 2156,0-28-7070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8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11797,'0'0'15832,"149"-11"-13207,-101 11-848,-1 0-1041,0 0-736,-13 0 0,-13 0 0,-1 0 0,-13 0 0,-21 0-7603,-27 7-225,-6 2-8452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9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35 106 7780,'0'0'14323,"7"-17"-12098,20-54-146,-21 53-353,-6 47-1064,-1 1 0,-2-1 0,-1 0 0,-1 0 0,-1 0 0,-15 39 0,13-48-662,2 1 0,0 1 0,1-1 0,2 1 0,0-1 0,0 30 0,3-50 0,1 0 0,-1 0 0,0 1 0,1-1 0,-1 0 0,1 0 0,0 0 0,-1 0 0,1 0 0,0-1 0,0 1 0,-1 0 0,1 0 0,0 0 0,0-1 0,0 1 0,0 0 0,0-1 0,0 1 0,0-1 0,0 1 0,0-1 0,0 1 0,0-1 0,1 0 0,-1 0 0,0 0 0,0 1 0,0-1 0,0 0 0,0 0 0,2-1 0,52 1 0,-36-1 0,22 2 1,-14 0-4,0-1 0,0-1 1,0-1-1,0-2 0,44-11 0,-62 13-509,6-2 434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13814,'0'0'12262,"135"-4"-11446,-101-1-416,-7 3-207,1 0-193,-8-1-257,-7 3-1455,1 0-1170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9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16424,'0'0'10132,"116"-9"-9235,-62-4-321,-7-3-416,1 0-160,-15 2-864,15-1-2466,6-1-5266,0 0-1457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4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17896,'0'0'9637,"0"165"-8101,-7-116-239,7-6-977,-7-4-224,0-12-96,1-7-112,-1-9-976,0-8-865,0-3-1201,0-5-2368,-6-26-3538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0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14038,'0'0'13078,"21"7"-12624,149 53-51,-123-44-260,-5-2 49,66 33 0,-98-42-188,-1 0-1,0 0 0,0 1 1,0 1-1,-1-1 0,0 1 1,0 1-1,-1 0 0,0 0 1,0 0-1,-1 0 0,8 14 1,-13-20-3,0 1 0,0-1 1,0 0-1,0 1 0,0-1 0,-1 1 1,1-1-1,-1 1 0,1 0 1,-1-1-1,0 1 0,0-1 1,0 1-1,-1-1 0,1 1 0,-1-1 1,1 1-1,-1-1 0,0 1 1,0-1-1,0 1 0,0-1 0,0 0 1,0 0-1,-1 1 0,1-1 1,-1 0-1,0 0 0,1-1 0,-1 1 1,-4 3-1,-5 2 24,0 1 0,-1-2 0,0 0 0,0 0 0,-13 4 0,3-1-8,-43 17-7,33-14-6,0 1 0,1 1-1,1 2 1,-52 36 0,80-51-61,1 0 0,0 0 0,-1 0-1,1 1 1,0-1 0,0 0 0,0 1 0,0-1-1,0 1 1,0-1 0,1 1 0,-1-1 0,0 1-1,0 1 1,0 14-5546,41-15-12395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0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7924,'0'0'21337,"122"-25"-20120,-68 16-113,7 0-463,-7 4-369,1 1-272,-15 4 0,-13-3-304,0 3-897,-20 0-384,-41 3-21113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0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10341,'0'0'14358,"122"0"-11316,-68-2-1618,7-5-319,-14 1-737,1 3-368,-8 3-384,1-6-2385,-7-8-6580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1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21 3810,'-2'0'19736,"-7"2"-14210,44-8-4775,-3 0 230,1 1 1,43 0-1,-63 5-981,7-1 0,0 1 0,-1 1 0,1 1 0,0 1 0,24 7 0,-40-9 0,-1 0 0,1 0 0,-1 0 0,1 1 0,-1 0 0,0 0 0,1 0 0,-1 0 0,0 0 0,0 0 0,0 1 0,-1-1 0,1 1 0,-1 0 0,1 0 0,-1 0 0,0 0 0,0 1 0,0-1 0,-1 0 0,1 1 0,-1-1 0,0 1 0,0 0 0,0-1 0,0 1 0,-1 0 0,1-1 0,-1 1 0,0 0 0,0 0 0,-1 0 0,1-1 0,-1 1 0,-1 6 0,-1-3 0,1 1 0,-2 0 0,1-1 0,-1 0 0,0 0 0,0 0 0,-1 0 0,0-1 0,0 0 0,-1 0 0,-8 7 0,-15 13 0,-33 21 0,40-31 0,-58 48 0,80-64 0,0 0 0,-1 0 0,1 0 0,0 0 0,0 1 0,0-1 0,-1 0 0,1 0 0,0 0 0,0 1 0,0-1 0,0 0 0,-1 0 0,1 1 0,0-1 0,0 0 0,0 0 0,0 1 0,0-1 0,0 0 0,0 0 0,0 1 0,0-1 0,0 0 0,0 0 0,0 1 0,0-1 0,0 0 0,0 1 0,0-1 0,0 0 0,0 0 0,0 1 0,0-1 0,0 0 0,1 0 0,-1 1 0,0-1 0,0 0 0,0 0 0,0 0 0,0 1 0,1-1 0,-1 0 0,0 0 0,0 0 0,1 0 0,-1 1 0,0-1 0,0 0 0,1 0 0,-1 0 0,29 2 0,-1-2 0,0-1 0,1-1 0,-1-1 0,0-2 0,40-12 0,15-1 0,199-20-1211,-281 37 890,0 1 0,-1 0 0,1 0 0,0 0 0,0 0-1,-1-1 1,1 1 0,0 0 0,-1-1 0,1 1 0,0 0 0,-1-1 0,1 1 0,0-1 0,-1 1 0,1-1 0,-1 0 0,1 1 0,-1-1 0,1 1 0,-1-1 0,0 0-1,1 0 1,0-1-540,6-10-8426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2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17640,'0'0'10760,"0"21"-9066,-6 158 979,3-115-2673,2-39 0,-1 1 0,0-1 0,-10 37 0,10-53-2959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14983,'0'0'13446,"122"-15"-12582,-89 15-239,-5 0-449,5-3-176,8-1-208,6-3-2161,8-7-2418,-1-6-6578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2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 9588,'0'0'21197,"-5"19"-19586,2-3-1391,2-7-208,-1 0 1,0 0-1,-1 0 1,0 0 0,0 0-1,-1-1 1,0 1 0,0-1-1,-1 0 1,0 0-1,-12 13 1,-114 97-13,35-36 0,94-80 0,0 0 0,0 0 0,0 0 0,0 0 0,1 0 0,-1 0 0,1 0 0,-1 0 0,1 1 0,0-1 0,0 0 0,0 1 0,0-1 0,0 1 0,1 0 0,-1-1 0,0 4 0,30-4 0,91-6 0,0-5 0,164-33 0,-229 25 0,-74 17-2697,-14-11-7345,19-3-1150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3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18056,'0'0'11221,"-54"138"-8451,40-95-2050,14-3-720,0-4 0,-7-2 0,7-2 0,-7-5 0,7-4 0,0-3 0,0-7 0,0-1-112,0-8-2705,7-4-1825,20 0-4034,7-9-5571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3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16632,'0'0'13016,"-14"0"-12159,13 0-849,-5 0 102,0 0 0,-1 0 0,1 0 0,0 1 1,-1 0-1,1 0 0,0 1 0,0 0 0,0 0 0,0 0 1,0 1-1,0 0 0,0 0 0,1 0 0,0 1 0,-6 4 0,-9 10-38,1 1-1,1 0 1,1 2-1,-19 28 0,30-38-68,-1 0-1,2 0 0,0 1 0,0 0 1,1 0-1,0 0 0,1 1 0,0-1 1,1 1-1,0 24 0,1-29-2,1 1 0,1-1 0,-1 0 0,1 0 0,1 0 0,-1 0 0,1-1 0,1 1 0,-1 0 0,7 11 0,-6-15 0,0 0 0,0-1 0,1 1 0,-1-1 0,1 0 0,-1 0 0,1 0 0,0-1 0,0 1 0,0-1 0,0 0 0,1 0 0,-1 0 0,1-1 0,-1 0 0,1 0 0,-1 0 0,1 0 0,8 0 0,1 0-799,0 0 0,1 0-1,-1-2 1,0 1 0,0-2 0,15-3-1,13-16-6587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3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21562,'0'0'9127,"-11"22"-7329,-78 161-1518,84-172-280,0 0 0,1 0 0,1 1 0,-1 0 0,2-1 0,0 1 0,0 0 0,1 18 0,3-29 0,1 1 0,-1-1 0,1 0 0,0 0 0,0 0 0,0 0 0,-1-1 0,1 1 0,0-1 0,0 0 0,0 0 0,0 0 0,6 0 0,-5 0 0,44 2 0,126 0 0,-147-3 0,-1-1 0,1-2 0,0-1 0,34-10 0,-55 13 0,32-12-288,-35 8-281,-23 4-476,11 2-707,-19-1-9198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4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17336,'0'0'15431,"-14"149"-15431,8-110 0,-1-3 0,0-2 0,7-3 0,-7-4 0,7-6 0,0-5 0,0-5-1713,27-9-12005,-6-4-3618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4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6419,'0'0'23307,"21"17"-21955,69 59-210,-80-67-1087,-1 1-1,-1 0 0,0 1 1,0-1-1,-1 2 1,-1-1-1,0 1 1,0 0-1,7 23 1,-2-5-53,-6-17-2,0 1 0,-1 1 0,0-1 0,-1 0 0,0 1 0,-2 0 0,1 20 0,-2-32 1,0 1 0,-1-1 0,1 0 0,-1 1-1,0-1 1,0 0 0,0 0 0,0 1 0,-1-1 0,1 0 0,-1 0 0,0 0-1,0-1 1,0 1 0,0 0 0,0-1 0,-1 1 0,-3 2 0,-6 4-5,-1 0 0,0-1 1,-16 8-1,-22 13-78,54-51-6244,20-10-3964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4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17592,'0'0'11563,"3"19"-8495,6 51-2796,-1 87 0,-8-142-272,-4 80 0,3-86 0,0-1 0,-1 1 0,0 0 0,-1-1 0,0 1 0,0-1 0,-1 0 0,-7 11 0,11-17-87,-1-1 0,0 0 0,0 0 0,0 0 0,0 0 0,-1 0 0,1-1 0,0 1 0,0 0 0,-1 0-1,1-1 1,0 1 0,-1-1 0,1 1 0,0-1 0,-1 0 0,-1 1 0,-14-6-4666,3-14-6487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21306,'0'0'11461,"135"0"-11461,-88 0 0,1 0 0,-8 0 0,-6 0 0,0 0 0,-7-2 0,7-7-544,-7-5-4242,0-8-7892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5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0 160,'0'0'29478,"-4"23"-27582,-31 136-663,34-158-1233,1 1 0,0-1 0,-1 0 0,1 1 0,0-1 0,0 0 0,-1 1 0,1-1 0,0 0 0,1 1 0,-1-1 0,0 0 0,0 1 0,0-1 0,1 0 0,-1 1 0,1-1 0,-1 0 0,1 0 0,-1 0 0,1 1 0,0-1 0,0 0 0,0 0 0,-1 0 0,1 0 0,0 0 0,0 0 0,0 0 0,0-1 0,1 1 0,-1 0 0,1 0 0,4 1 0,-1-1 0,0 0 0,1-1 0,-1 1 0,1-1 0,10-1 0,0 1 0,58-1-395,81 3-1064,-153-2 1452,-1 0 1,1 0-1,0 0 1,-1 0-1,1 0 1,-1 1-1,1-1 1,-1 1-1,1-1 1,-1 1 0,1 0-1,-1-1 1,1 1-1,-1 0 1,0 0-1,1 0 1,-1 0-1,0 0 1,0 1-1,0-1 1,0 0-1,1 2 1,-1-2 48,-1 1 0,0-1 1,0 1-1,0-1 0,1 1 0,-2-1 1,1 1-1,0-1 0,0 0 1,0 1-1,-1-1 0,1 1 0,-1-1 1,1 0-1,-1 1 0,1-1 0,-1 0 1,0 0-1,0 1 0,1-1 1,-1 0-1,0 0 0,0 0 0,0 0 1,-1 0-1,-1 1 0,-24 19 81,0-1 0,-2-2 1,0-1-1,-1-2 0,-1 0 0,-38 11 0,60-23-529,1 0 0,-1-1 0,1 0 0,-1-1 0,-11 0 0,17 0 76,0-1 0,1 0-1,-1 0 1,0 0 0,0 0 0,1-1 0,-1 1 0,0-1 0,0 0 0,1 0 0,-1 0 0,1 0 0,-1 0 0,1 0 0,-1-1 0,1 1 0,0-1 0,-1 0 0,1 1 0,-3-5 0,-10-27-10840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5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16039,'0'0'7988,"122"-4"-2433,-61 4-2706,6 0-2513,1 0-336,-7 0 0,0-3 0,-20 1 0,-8 2 0,-19 0-944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7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1220 6515,'0'0'12312,"23"-5"-10642,-5 0-1307,138-28 2479,241-54 979,-73 10-3739,1717-266 758,-779 124-805,-356 84 439,-33 8-511,-755 104 17,718-114 2535,-557 121-1345,-172 13-985,-104 3-185,-2 0 0,1 0 0,0 0 0,0 0 0,-1-1 0,1 1 0,0 0 0,-1-1 0,1 1 0,0-1 0,-1 1 0,1-1 0,-1 0 0,1 0 0,-1 0 0,3-1 0,-46 1 0,18 7 41,1 0 0,-29 13 0,-12 3-732,0-7-3052,-14-1-4176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7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 4994,'0'0'20380,"0"4"-18189,-1 0-1941,1 0 1,-1 0 0,0-1-1,0 1 1,-1 0 0,1-1 0,-1 1-1,0-1 1,0 1 0,0-1-1,0 0 1,-3 4 0,-41 43 998,18-20-686,-5 7-474,5-7-65,1 1 1,-24 39-1,45-61-26,1-1 0,0 1-1,1 0 1,0 1 0,0-1 0,1 1-1,0 0 1,0-1 0,1 1 0,1 1 0,0-1-1,0 0 1,1 19 0,1-27 2,-1 0 0,1 0 0,0 0 0,-1 0 0,1 0 0,0 0 0,0-1 0,0 1 0,0 0 0,1 0 0,-1-1 0,0 1 0,1-1 0,-1 1 0,1-1 0,0 1 0,-1-1 0,1 0 0,0 0 0,0 0 0,0 0 0,0 0 0,0 0 0,0-1 0,0 1 0,0-1 0,3 1 0,6 1 0,1 0 0,0-1 0,20-1 0,-21 0 0,11-1 0,0 0 0,0-1 0,-1-1 0,1-1 0,23-7 0,-36 8 0,0 0 0,0-1 0,0 0 0,-1 0 0,1-1 0,-1 0 0,0-1 0,0 0 0,-1 0 0,0 0 0,0-1 0,0 0 0,-1 0 0,6-9 0,-11 14 0,1 0 0,0-1 0,-1 1 0,0 0 0,1-1 0,-1 1 0,0-1 0,0 1 0,-1-1 0,1 0 0,0 1 0,-1-1 0,0 0 0,1 0 0,-1 1 0,0-1 0,-1 0 0,1 0 0,0 1 0,-1-1 0,1 0 0,-1 1 0,-2-5 0,1 4 0,0 0 0,-1 0 0,0 0 0,1 1 0,-1-1 0,0 1 0,-1-1 0,1 1 0,0 0 0,-1 0 0,1 1 0,-1-1 0,1 1 0,-7-2 0,-12-2 0,-1 1 0,1 0 0,-1 2 0,-32 1 0,32 0-67,-22 0-638,43 1 588,0 0-1,0 0 0,0 1 1,0-1-1,0 1 0,0-1 1,0 1-1,1 0 0,-1-1 1,0 1-1,0 0 0,0 0 1,1 0-1,-1 1 0,1-1 1,-3 2-1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8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9380,'0'0'17112,"23"0"-15527,-5 0-1332,99 0 1966,117-16-1,-209 13-2233,-16 3-65,-1-1 0,0 0 1,1 0-1,-1-1 0,0 0 0,0-1 0,11-4 0,-27 8-5884,-14-3 1590,3 1-311,-26 1-7667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58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10405,'0'0'16167,"136"0"-13478,-75-7-1200,-14-4-256,1 0-705,-8 1-336,-6 6-192,-14 2-288,-13 2-1057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04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76 4322,'0'0'10229,"8"-11"-8762,6-6-848,26-30 9229,-39 47-9724,-3 21 1302,-6 27-1008,-52 190 1924,59-229-2464,-1 0-1,0 0 0,0 0 0,-1 0 0,0-1 0,0 1 0,-1-1 0,0 0 0,-1 0 0,0-1 0,0 1 0,-11 11 0,9-11-246,0-1-2718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05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0 5010,'0'0'15928,"1"4"-14637,0 0-1089,-1-1 0,1 1 0,-1 0 0,0-1 0,0 1 0,-1 0 0,1-1 0,-1 1 0,0-1 0,0 1 1,0 0-1,0-1 0,0 0 0,-1 1 0,0-1 0,0 0 0,-2 4 0,-48 57 1097,30-38-713,-23 27 54,22-27-512,0 1 0,2 1 0,1 1 1,-22 41-1,40-67-128,1 1 0,0-1 0,-1 0-1,1 0 1,0 1 0,0-1 0,1 0 0,-1 1 0,1-1 0,0 1 0,-1-1-1,2 1 1,-1-1 0,0 0 0,1 1 0,-1-1 0,1 1 0,0-1 0,1 4-1,0-5-6,0 1 0,1 0 0,-1 0-1,0-1 1,1 1 0,-1-1-1,1 1 1,0-1 0,0 0 0,0 0-1,0-1 1,0 1 0,0-1-1,1 1 1,4 0 0,11 3-26,1-1 0,0-1 1,1-1-1,-1-1 0,21-1 1,-33 0 35,-3 1-35,1-1 0,-1 0 0,0-1 0,0 1 0,0-1 0,1 0 0,-1 0 0,0-1-1,0 0 1,8-4 0,-11 5 33,0-1-1,0 0 1,0 0-1,0 0 1,0-1-1,0 1 1,-1 0-1,1-1 1,-1 1-1,0-1 1,0 1-1,0-1 1,0 1-1,0-1 1,-1 0-1,1 0 1,-1 1-1,1-1 1,-1 0-1,0 0 1,-1-5-1,0 5 37,0 0 0,0 0-1,0 1 1,-1-1 0,1 0-1,-1 0 1,0 1-1,1-1 1,-1 1 0,-1-1-1,1 1 1,0 0 0,0 0-1,-1 0 1,0 0 0,1 0-1,-1 1 1,0-1 0,0 1-1,1 0 1,-1 0-1,0 0 1,-4-1 0,-72-21 727,53 19-543,0 2 1,0 0-1,-29 2 1,20 1-140,26 3-2410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06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70 4098,'0'0'6550,"-7"0"-5835,3 0-2144,-23 1 7434,27-1-5731,-1 0-1,0-1 0,1 1 0,-1 0 1,0 0-1,0 0 0,1 0 0,-1-1 1,0 1-1,1 0 0,-1-1 0,0 1 1,1-1-1,-1 1 0,1 0 1,-1-1-1,1 0 0,-1 1 0,1-1 1,-1 1-1,1-1 0,-1 1 0,1-1 1,-1 0-1,1 1 0,0-1 0,0 0 1,-1 0-1,1 1 0,0-1 0,0 0 1,0 1-1,0-2 0,1 0-240,1 0 0,0 0-1,-1 0 1,1 0 0,0 1-1,0-1 1,0 1 0,1 0-1,-1-1 1,0 1 0,0 0-1,1 0 1,-1 1 0,1-1-1,-1 0 1,0 1 0,5-1-1,-1-1 55,94-22 549,-90 23-556,1-1 0,0 1 0,0 1 0,0 0 0,0 0 0,0 1 0,15 3-1,-24-3-70,0-1 0,0 1 0,0 0 0,0 0 0,-1 0 0,1 0 0,0 0 0,-1 0 0,1 1 0,-1-1 0,1 0 0,-1 1-1,0-1 1,0 1 0,1 0 0,-1-1 0,0 1 0,0 0 0,1 3 0,-1 0 5,1-1 1,-1 1-1,0 1 1,0-1-1,-1 0 0,1 0 1,-1 9-1,-1-4 36,0 0 0,-1 0 0,0 0 0,0 0 0,-1 0 0,0-1 0,-8 17 0,-4-5 10,-1-1 0,-1-1-1,0-1 1,-1 0 0,-1-1 0,-1-1-1,-31 20 1,-4 5 182,55-41-239,-1 0 0,1 0-1,0 0 1,0 0 0,0 0-1,0 0 1,0 0 0,0 0-1,0 0 1,0 0 0,0 0-1,-1 0 1,1 1 0,0-1-1,0 0 1,0 0 0,0 0-1,0 0 1,0 0 0,0 0-1,0 0 1,0 0 0,0 1-1,0-1 1,0 0-1,0 0 1,0 0 0,0 0-1,0 0 1,0 0 0,0 0-1,0 0 1,0 1 0,0-1-1,0 0 1,0 0 0,0 0-1,0 0 1,0 0 0,0 0-1,0 0 1,0 1 0,0-1-1,0 0 1,0 0 0,0 0-1,1 0 1,-1 0 0,0 0-1,0 0 1,0 0 0,0 0-1,0 0 1,0 0 0,0 0-1,0 0 1,0 1-1,1-1 1,-1 0 0,0 0-1,0 0 1,0 0 0,13 2 66,23-1 35,-31-1-42,57-4 358,-1-2-1,62-14 1,-18 3-548,-85 14-206,72-14-3635,-82 14 2000,-1 0 0,1-1 0,-1 0 1,9-5-1,10-12-8025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06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13606,'0'0'14556,"-3"17"-13112,-12 180 1603,12-106-4214,4-84 297,-2 10-3463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07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7139,'0'0'22427,"122"-23"-21355,-75 21-560,-6-5-416,13 0-96,-7 0-224,1-4-1264,-1 2-2914,1-7-4611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07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13894,'0'0'15255,"0"138"-14022,0-100-241,0-1-351,0-8-449,0-2-112,0-9-80,0-2-657,0-9-863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08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3586,'0'0'21866,"122"0"-21530,-61 0-336,6-5-640,1 1-977,0-5-3185,0-9-4483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08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1 20137,'0'0'5565,"-26"1"-2243,-84 6-1551,104-6-1678,0-1-1,0 1 0,0 0 1,0 1-1,0 0 0,0 0 0,1 0 1,-1 0-1,1 1 0,-1 0 1,1 0-1,0 0 0,-8 8 0,11-9-64,0 0-1,1 0 0,-1 1 0,0-1 0,1 1 0,0-1 1,0 1-1,0-1 0,0 1 0,0 0 0,0 0 1,1-1-1,-1 1 0,1 0 0,0 0 0,0 0 1,0-1-1,0 1 0,0 0 0,1 0 0,-1 0 0,1-1 1,0 1-1,2 5 0,0-3-71,1 0 1,0 0-1,0-1 0,1 1 0,0-1 1,-1 0-1,1 0 0,1-1 1,-1 1-1,0-1 0,1 0 1,0-1-1,9 4 0,20 12-216,-24-12 176,-1 2 0,0-1 0,-1 1 0,14 14 0,-21-21 85,-1 0 0,0 0 1,0 0-1,1 1 1,-1-1-1,0 0 0,0 1 1,0-1-1,0 1 0,-1-1 1,1 1-1,0-1 0,-1 1 1,1 0-1,-1-1 0,1 1 1,-1 0-1,0-1 1,0 1-1,1 0 0,-1-1 1,-1 1-1,1 0 0,0 0 1,0-1-1,-1 1 0,1 0 1,0-1-1,-1 1 0,0 0 1,1-1-1,-1 1 1,0-1-1,0 1 0,0-1 1,0 0-1,0 1 0,0-1 1,0 0-1,-1 0 0,1 1 1,0-1-1,-3 1 0,-4 3-149,0-1 0,0 0 0,-1 0 0,0-1 0,0 0 0,0 0 0,0-1 0,-16 2 0,-9-2-3414,1-3-3354,6-3-3028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08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19017,'0'0'7347,"142"-9"-4562,-102 9-1776,1 0-801,-7 0-208,-21 0-480,-6 7-1713,-7 2-3554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09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9 856 2881,'0'0'9229,"-1"0"-9099,1-1 0,-1 1 0,1 0 0,0 0 0,-1-1 0,1 1 0,-1 0 0,1 0 0,-1-1 0,1 1 0,0-1 1,-1 1-1,1 0 0,0-1 0,0 1 0,-1-1 0,1 1 0,0-1 0,0 1 0,0-1 0,-1 1 0,1-1 1,0 1-1,0-1 0,7-3 557,0 1 1,0 0 0,1 1-1,-1 0 1,1 0 0,8-1-1,-5 1 89,233-41 4489,-45 10-4197,1645-296-478,-928 204-529,1 39 841,-553 68-3,138-8 1059,-7-35-885,-482 58-1073,130-29 0,-130 28 0,-1 0 0,1-1 0,-1-1 0,-1 0 0,1 0 0,-1-1 0,0 0 0,17-16 0,-61 40 0,23-10-3,-26 17-786,-50 25 1,70-41-313,-1-2 0,0 0 0,-25 6 0,-18-2-9739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10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 7267,'-1'0'23915,"-14"17"-23947,-69 76 790,-19 23-30,83-90-689,1 1-1,-28 53 1,41-66-38,0 0 1,1 1 0,0-1-1,1 1 1,1 0 0,0 0 0,1 0-1,0 20 1,2-34-2,0 0 0,1-1 0,-1 1 0,0 0 0,1 0 0,-1-1 0,1 1 0,-1 0 0,1-1 0,-1 1 0,1-1 0,-1 1 0,1 0 0,-1-1 0,1 1 0,0-1 0,-1 0 0,1 1 0,0-1 0,0 1 0,-1-1 0,1 0 0,0 0 0,0 1 0,-1-1 0,1 0 0,0 0 0,0 0 0,0 0 0,1 0 0,32 1 0,-27-1 0,14 0-26,1 0 1,-1-2-1,0 0 1,24-6-1,-37 5 20,0 1-1,-1-1 1,1 0-1,-1-1 1,0 0 0,0 0-1,0-1 1,0 1-1,-1-1 1,0-1 0,0 1-1,-1-1 1,1 0-1,5-8 1,-9 11 11,0 0 0,0 0 0,-1 0 0,1 0 0,0 0 0,-1 0 1,0 0-1,0 0 0,0-1 0,0 1 0,-1 0 0,1-1 0,-1 1 0,0-1 0,0 1 0,0 0 0,0-1 1,0 1-1,-1-1 0,0 1 0,1 0 0,-1 0 0,-1-1 0,1 1 0,0 0 0,-1 0 0,1 0 1,-1 0-1,0 0 0,0 1 0,0-1 0,-1 0 0,1 1 0,-1 0 0,1-1 0,-1 1 0,0 0 0,0 0 1,1 1-1,-1-1 0,-1 1 0,1-1 0,-6-1 0,-5 0-5,0-1 0,0 2 0,0 0 0,0 1 0,0 0 0,-18 2 0,9-1 0,15 2-872,34 1-12358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11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8932,'0'0'16023,"20"1"-13509,71 3 111,129-11 0,-172 1-2590,-12 3-58,0-3-1,67-17 1,-134 24-5804,14-3 3077,-35 2-6998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11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13286,'0'0'12614,"122"0"-10181,-61 0-960,-7 0-417,0 0-720,-20 0-336,0 0-16,-20 0-1312,-8 0-2546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16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4210,'0'0'11322,"4"-2"-9796,0-1-864,11-8 711,-10 0 4817,-5 11-6125,0 0 0,0 0 0,0 0 0,0 0 1,0 1-1,1-1 0,-1 0 0,0 0 0,0 0 1,0 0-1,0 0 0,0 0 0,0 0 1,0 0-1,0 0 0,0 0 0,1 0 0,-1 0 1,0 0-1,0 0 0,0 0 0,0 0 0,0 0 1,0 0-1,0 0 0,0 0 0,1 0 0,-1-1 1,0 1-1,0 0 0,0 0 0,3 18 341,-9 320 2089,-1-283-2343,7-55-157,0-26-14119,0 7 6939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18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4130,'0'0'5744,"43"0"4450,-39-1-9759,1 1 0,-1-1 0,1-1 0,-1 1 1,0 0-1,0-1 0,1 0 0,5-4 0,25-10 753,16-3-710,-36 12-158,1 2 0,-1-1 0,1 2 0,0 0 0,0 1 0,1 0 0,18 0 0,-24 3-170,-10-1-123,0 1 0,0 0 0,0 0-1,0-1 1,0 1 0,-1 0 0,1 0-1,0 0 1,0 0 0,0 0 0,0 0 0,0 0-1,0 0 1,-1 1 0,1-1 0,0 0-1,0 0 1,0 1 0,0-1 0,-1 1-1,1-1 1,0 0 0,0 1 0,-1-1 0,1 1-1,0 0 1,-1-1 0,1 1 0,0 0-1,-1-1 1,1 1 0,-1 0 0,1 0-1,-1-1 1,0 1 0,1 0 0,-1 0 0,0 0-1,1 0 1,-1-1 0,0 1 0,0 0-1,0 0 1,0 0 0,0 0 0,0 0-1,0 0 1,0-1 0,0 1 0,0 0 0,-1 1-1,0 25 59,1-15 22,-1-1 0,1 0 0,1 1-1,0-1 1,5 18 0,-5-25-91,0 0-1,-1 0 1,1 0 0,-1 0 0,1-1-1,-1 1 1,0 0 0,-1 0 0,1 0-1,-1 0 1,1 0 0,-1 0-1,-1-1 1,1 1 0,0 0 0,-1-1-1,-3 7 1,-4 4 148,-1-1 0,0 0 0,-13 13 0,-10 12 87,18-17 0,2 1 1,0 0-1,-14 34 1,21-49-189,6-7-62,-1 1 0,0-1 0,1 1 0,-1 0 1,1-1-1,-1 1 0,1 0 0,-1-1 0,1 1 0,0 0 1,-1 0-1,1-1 0,0 1 0,0 0 0,-1 0 0,1 0 1,0 0-1,0-1 0,0 1 0,0 0 0,0 0 0,0 0 1,0 0-1,0-1 0,1 2 0,34 0-1,76 1 0,-45-1 0,0-2 0,87-12 0,-138 9 69,-27 4-12,-15-2-693,26-22-5626,1 15 3520,0-18-6425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19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4818,'0'0'15789,"7"-8"-13964,-5 6-1778,2-3 311,0 0 0,0 1 0,1-1 0,-1 1 1,1 0-1,0 0 0,0 1 0,1-1 0,-1 1 0,1 0 0,-1 1 0,1-1 0,0 1 0,12-2 0,27-2 863,0 3 1,0 2-1,53 5 0,-96-5-1220,-1 1 0,1 0 0,0 0 0,0 0 0,0 0 0,0 1-1,0-1 1,-1 0 0,1 1 0,0-1 0,0 1 0,-1 0 0,1 0 0,0-1 0,-1 1 0,1 0 0,-1 0 0,1 1 0,-1-1 0,1 0 0,-1 0-1,0 1 1,0-1 0,1 1 0,-1-1 0,0 1 0,-1-1 0,1 1 0,0 0 0,0-1 0,-1 1 0,1 0 0,-1 0 0,1 0 0,-1-1-1,0 1 1,1 0 0,-1 0 0,0 0 0,-1 0 0,1 0 0,0 2 0,-2 1-2,1 1 1,-1 0-1,-1 0 0,1-1 1,-1 1-1,1-1 0,-2 0 1,1 0-1,0 0 0,-1 0 1,-6 5-1,-4 2 1,-1 0 0,0-1 0,-19 10 0,-28 20 0,61-40 0,1-1 0,0 0 0,-1 0 0,1 1 0,0-1 0,-1 0 0,1 1 0,0-1 0,-1 0 0,1 1 0,0-1 0,0 1 0,-1-1 0,1 0 0,0 1 0,0-1 0,0 1 0,-1-1 0,1 1 0,0-1 0,0 1 0,0-1 0,0 1 0,0-1 0,0 0 0,0 1 0,0-1 0,0 1 0,0-1 0,0 1 0,1-1 0,-1 1 0,0-1 0,0 1 0,0-1 0,1 0 0,-1 1 0,0-1 0,0 1 0,1-1 0,-1 0 0,0 1 0,1-1 0,-1 0 0,0 1 0,1-1 0,-1 0 0,1 0 0,-1 1 0,0-1 0,1 0 0,-1 0 0,1 0 0,-1 0 0,1 1 0,31 9 0,-27-8 0,14 3 0,-1 2 0,0 0 0,-1 1 0,0 1 0,0 0 0,-1 1 0,0 1 0,26 24 0,-41-34 0,1 0 0,-1 0 0,0 0 0,1 1 0,-1-1 0,0 1 0,0-1 0,0 1 0,0-1 0,-1 1 0,1 0 0,0-1 0,-1 1 0,1 0 0,-1-1 0,1 1 0,-1 0 0,0 0 0,0 2 0,0-2 0,0-1 0,-1 0 0,0 1 0,1-1 0,-1 0 0,0 1 0,1-1 0,-1 0 0,0 0 0,0 0 0,0 1 0,0-1 0,0 0 0,-1 0 0,1-1 0,0 1 0,0 0 0,-3 1 0,-7 3 0,0-1 0,0 0 0,0-1 0,-21 3 0,18-3 0,-35 7 20,-46 12 6,87-20-52,0 2 0,1-1 0,-1 1 0,1 0 0,0 0 0,0 1 0,0 0 0,1 0 0,-9 9 1,-20 18-4797,7-13-2863,-4-3-3030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19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4034,'0'0'18963,"26"-2"-17479,281-42 2042,582-90-615,-845 129-2808,3 1 690,67-14 0,-115 18-790,1 0 1,0 0-1,0 0 0,0 0 1,0 1-1,0-1 0,0 0 1,0 0-1,0 0 0,-1 0 1,1 1-1,0-1 0,0 0 1,0 0-1,0 0 0,0 1 1,0-1-1,0 0 0,0 0 1,0 1-1,0-1 0,0 0 1,0 0-1,1 0 0,-1 0 1,0 1-1,0-1 0,0 0 1,0 0-1,0 0 0,0 1 1,0-1-1,0 0 0,1 0 1,-1 0-1,0 0 0,0 0 1,0 1-1,0-1 0,1 0 1,-1 0-1,0 0 0,0 0 1,0 0-1,0 0 0,1 0 1,-1 0-1,0 0 0,0 0 1,0 0-1,1 0 0,-1 0 1,0 0-1,0 0 0,1 0 1,-1 0-1,0 0 0,0 0 1,1 0-1,-10 10-43,-21 19-4056,25-24 2282,-1 0-1,0-1 0,0 0 0,-1-1 0,1 1 0,-11 3 0,-16 2-8597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19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1 7411,'0'0'19284,"-21"21"-17302,-122 126 264,90-93-1631,2 2-1,-85 124 1,130-172-615,2 1 0,-1-1 0,1 1 0,1 0 0,0 0 0,0 0 0,0 1 0,1-1 0,1 0 0,0 1 0,-1 17 0,3-26 0,-1 0 0,0 1 0,0-1 0,0 0 0,1 0 0,-1 1 0,1-1 0,-1 0 0,1 0 0,-1 0 0,1 0 0,0 0 0,-1 0 0,1 0 0,0 0 0,0 0 0,0 0 0,0 0 0,0 0 0,0-1 0,0 1 0,0 0 0,0-1 0,0 1 0,0-1 0,0 1 0,1-1 0,-1 1 0,0-1 0,2 1 0,47 3 0,-41-4 0,4 0-2,35 1-113,0-1 1,49-9 0,-83 8 88,-1-2 1,1 0 0,-1-1-1,0 0 1,0-1 0,-1 0-1,1-1 1,-1 0 0,0-1-1,-1 0 1,0-1-1,11-11 1,-19 17 40,-1-1 0,1 0 0,-1 0 0,0 0 0,0 0 0,0 0 0,-1-1 0,1 1 0,-1 0 0,0-1 0,0 1 0,0-1 0,0 0 0,-1 1 0,1-1 0,-1 0 0,0 1 0,0-1 0,0 0 0,-1 1 0,1-1 0,-1 0 0,0 1 0,0-1 0,0 1 0,0-1 0,-1 1 0,0 0 0,1 0 0,-1-1 0,0 1 0,0 0 0,-1 1 0,1-1 0,-1 0 0,1 1 0,-1-1 0,0 1 0,0 0 0,0 0 0,0 0 0,0 0 0,-1 0 0,-4-1 0,-17-8-385,1 2 0,-1 0 0,-1 2 0,1 0 0,-1 2 0,0 1 0,0 1 0,-1 1 0,-47 4 0,103-8-6412,11-10-3642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20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12470,'0'0'15516,"13"-3"-14553,419-50 2727,-536 73-15247,53-7 3436,-2 1-1847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20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9412,'-23'130'3349,"23"-129"-3082,-1 0 0,1 0 0,0 0 1,-1 0-1,1 1 0,0-1 1,0 0-1,0 0 0,0 0 1,0 0-1,0 1 0,0-1 1,0 0-1,0 0 0,1 0 1,-1 0-1,0 0 0,1 0 1,-1 0-1,1 1 0,-1-1 1,1 0-1,1 1 0,11-3 501,-12 0 28,126-4 6453,-69-1-4942,72-16-1,-129 22-2403,-1-1 1,1 1 0,-1 0-1,1 0 1,-1 0 0,1 0 0,-1 0-1,1 0 1,-1 0 0,1 0 0,0 0-1,-1 0 1,1 0 0,-1 1-1,1-1 1,-1 0 0,1 0 0,-1 0-1,0 1 1,1-1 0,-1 0-1,1 1 1,-1-1 0,1 0 0,-1 1-1,0-1 1,1 0 0,-1 1 0,0-1-1,1 1 1,-1-1 0,0 1-1,0-1 1,1 0 0,-1 1 0,0-1-1,0 2 1,-2 19-12130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37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1950 8052,'8'-1'19926,"-5"-9"-19732,0 0 0,0-1 0,0 0 0,-2 0 0,2-13 0,2-14-112,11-28 275,35-94 1,-30 102-216,-3-1 0,15-80 1,-15-3-114,-6-1 1,-8-216-1,-10 303-11,-2 1 0,-19-67 0,16 83 2,2-1 0,2-1 1,1 0-1,2 0 1,3-74-1,2 104-3,2 1 0,-1-1 1,1 1-1,1-1 0,0 1 0,1 0 0,0 0 1,12-17-1,-17 24-11,0 2-3,0 1-1,0 0 1,0 0-1,1-1 0,-1 1 1,0 0-1,0 0 1,0-1-1,0 1 1,0 0-1,0-1 0,0 1 1,0 0-1,0 0 1,1 0-1,-1-1 1,0 1-1,0 0 0,0 0 1,1-1-1,-1 1 1,0 0-1,0 0 1,0 0-1,1 0 1,-1 0-1,0-1 0,0 1 1,1 0-1,-1 0 1,0 0-1,0 0 1,1 0-1,-1 0 0,0 0 1,1 0-1,-1 0 1,1 0-1,0 0 404,26 2 1069,-13 4-1475,1-1 0,0-1 0,0-1 0,1 0 0,-1-1 0,0 0 0,1-2 0,-1 0 0,1 0 0,-1-1 0,1-1 0,-1-1 0,0 0 0,0-1 0,0-1 0,0 0 0,-1-1 0,19-10 0,-27 13 0,14-14 0,-20 23-2164,1 12-6045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38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4002,'2'0'17848,"4"-1"-14003,29 0-3379,31-3 34,125-23-1,-134 17 538,-56 10-968,-1 0 1,1-1 0,0 1-1,-1 0 1,1 0-1,0 0 1,0-1 0,-1 1-1,1 0 1,0 0-1,0 0 1,0 0 0,-1 0-1,1 1 1,0-1-1,0 0 1,-1 0 0,1 0-1,0 1 1,-1-1-1,1 0 1,0 1 0,0-1-1,-1 0 1,1 1-1,-1-1 1,1 1-1,0-1 1,-1 1 0,1-1-1,-1 1 1,1 0-1,-1-1 1,0 1 0,1 0-1,-1-1 1,0 1-1,1 0 1,-1-1 0,0 1-1,0 0 1,1 0-1,-1-1 1,0 1 0,0 0-1,0 0 1,0 0-1,0-1 1,0 1-1,0 0 1,-1 0 0,1-1-1,0 1 1,0 0-1,0-1 1,-1 1 0,0 1-1,0 12-255,-2 86 426,-5 0 0,-41 196 0,34-212-240,-4 132 0,14-131 0,-23 123 0,16-149 0,8-33 0,-1-1 0,-1 1 0,-1-1 0,-2 0 0,-17 36 0,18-44 0,0 0 0,1 0 0,1 1 0,1 0 0,0 0 0,-3 31 0,1 113 0,7-153 0,0-39-980,0 7-2765,0 4-5985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39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20 1297,'0'0'16306,"7"-4"-13121,20-11-274,-27 15-2774,1 0 1,-1 0-1,0 0 1,1 0-1,-1 0 1,0 0-1,1 1 1,-1-1-1,0 0 1,1 0-1,-1 0 1,0 0-1,0 1 1,1-1-1,-1 0 1,0 0-1,0 1 0,1-1 1,-1 0-1,0 1 1,0-1-1,0 0 1,0 0-1,1 1 1,-1-1-1,0 0 1,0 1-1,0-1 1,0 0-1,0 1 1,0-1-1,0 1 1,0-1-1,0 0 1,0 1-1,0-1 1,0 0-1,0 1 1,0-1-1,-1 1 1,2 19 982,-1-18-607,-1 9-389,-1 0-1,0 0 1,0 0 0,-1 0 0,0 0-1,-1-1 1,0 1 0,-1-1 0,0 0-1,-11 16 1,-11 11 94,-37 42 0,60-73-217,-12 11-1,-4 7 0,-32 45 0,47-61 0,1 0 0,-1 0 0,2 0 0,-1 1 0,1-1 0,1 1 0,-1 0 0,1 0 0,1 0 0,-1 15 0,2-23 0,0 0 0,0 0 0,0 0 0,1-1 0,-1 1 0,0 0 0,1 0 0,-1-1 0,1 1 0,-1 0 0,0-1 0,1 1 0,0 0 0,-1-1 0,1 1 0,-1-1 0,1 1 0,0-1 0,-1 1 0,1-1 0,0 1 0,0-1 0,-1 0 0,1 0 0,0 1 0,0-1 0,-1 0 0,1 0 0,0 0 0,1 1 0,29 1 0,-25-2 0,52 3 0,0-3 0,-1-2 0,1-3 0,0-3 0,69-17 0,-122 23 9,0 0 0,-1 0 1,1 0-1,-1 0 0,0 0 0,0-1 0,0 0 1,6-5-1,-10 8-18,1-1 0,0 1-1,-1-1 1,1 1 0,-1-1 0,0 0 0,1 1 0,-1-1 0,0 1 0,1-1 0,-1 0 0,0 0 0,1 1 0,-1-1 0,0 0-1,0 1 1,0-1 0,0 0 0,0 0 0,0 1 0,0-1 0,0-1 0,-1 0-25,0 1-1,1 0 1,-1 0-1,0 0 1,0 0 0,0 0-1,0 1 1,0-1 0,0 0-1,0 0 1,0 1 0,0-1-1,0 0 1,0 1-1,-1-1 1,1 1 0,0-1-1,-2 1 1,-4-2-1404,-11-5-5452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3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489 0 14983,'0'0'10853,"-109"149"-6787,69-81-1537,-1 6-2193,-6-1-336,-1 1 0,1 3 0,-7 0-208,6-3-4402,-6-4-6131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1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4 10485,'-4'-1'13416,"-28"-2"-12463,22 4-858,0 1-1,0 1 1,0-1 0,0 2-1,1-1 1,0 1 0,-1 1 0,1-1-1,-10 9 1,-9 6 70,-37 32 1,56-43-87,0 1 0,0 1 1,1-1-1,1 1 0,-1 1 0,-8 17 0,13-23-57,0 1-1,1-1 1,0 1 0,0-1-1,0 1 1,0 0-1,1 0 1,0 0-1,1 0 1,-1 0-1,1 0 1,0 0-1,0 0 1,1 0 0,2 10-1,-2-13-18,0 0-1,1-1 1,-1 1 0,1-1 0,0 1-1,-1-1 1,1 0 0,0 0-1,1 0 1,-1 0 0,0 0 0,0 0-1,1-1 1,-1 1 0,1-1-1,0 1 1,-1-1 0,1 0 0,0 0-1,0 0 1,0 0 0,5 0-1,7 1-13,1 0-1,0-1 1,18-2 0,-15 1-86,97-4-3254,-39-8-5354,-29-1-1660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2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87 4530,'0'0'14359,"0"0"-14233,-1 1 0,1-1 1,-1 0-1,1 1 0,0-1 1,-1 1-1,1-1 0,0 0 0,-1 1 1,1-1-1,0 1 0,0-1 1,0 1-1,-1-1 0,1 1 1,0-1-1,0 1 0,0-1 1,0 1-1,0-1 0,0 1 0,0-1 1,0 1-1,0-1 0,0 1 1,0-1-1,0 1 0,0 0 1,3 1 49,0 1 1,-1-1 0,1 0 0,0 1-1,0-1 1,0-1 0,0 1 0,1 0-1,-1-1 1,0 0 0,1 1 0,-1-2-1,1 1 1,-1 0 0,8 0-1,60 0 246,-47-1-342,-15 0-70,-1 0-1,1-1 1,0 0 0,0 0-1,-1-1 1,1 0-1,-1 0 1,1-1-1,12-6 1,-18 7-35,0 0-1,0 0 1,0-1 0,0 1-1,0-1 1,0 1 0,-1-1-1,0 0 1,1 0 0,-1 0-1,0 0 1,0-1 0,0 1-1,-1 0 1,1-1 0,-1 1-1,0-1 1,0 0 0,0 1-1,-1-1 1,1 0 0,-1 0-1,0-6 1,0 9 22,-1-1 0,1 1 1,-1 0-1,1-1 0,-1 1 0,0 0 1,0-1-1,0 1 0,0 0 0,0 0 1,0 0-1,0 0 0,0 0 0,0 0 1,0 0-1,0 0 0,-1 0 0,1 1 1,0-1-1,-1 1 0,1-1 0,0 0 0,-1 1 1,1 0-1,-1-1 0,1 1 0,-1 0 1,1 0-1,-1 0 0,1 0 0,-3 0 1,-60 0 148,50 1-116,-8 0 45,0 1-1,0 2 1,0 0 0,1 1-1,-1 1 1,1 1 0,1 1 0,-27 13-1,44-18-27,0-1 0,0 0-1,1 1 1,-1-1-1,1 1 1,0 0 0,-1-1-1,1 1 1,1 0-1,-1 0 1,0 1 0,1-1-1,-1 0 1,1 1-1,0-1 1,0 1 0,0-1-1,1 1 1,-1-1 0,1 1-1,0-1 1,0 1-1,0-1 1,0 1 0,1 0-1,0-1 1,-1 1-1,2 3 1,2 6 27,1 1 0,0-1 0,0 0 0,1 0 0,12 19 0,-14-27-225,-1 0 1,1 0 0,1 0-1,-1 0 1,1 0-1,-1-1 1,1 0-1,1 0 1,-1 0 0,0-1-1,1 0 1,0 0-1,0 0 1,12 3-1,-9-3-911,1-1-1,0-1 0,0 0 1,0 0-1,0-1 0,0 0 1,1 0-1,-1-1 0,11-3 1,32-13-6713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2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18681,'0'0'11941,"-27"136"-10933,27-111-351,0-3-593,-7-2-48,7-4-16,0-7-592,0-4-801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2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7908,'0'0'20633,"0"2"-20633,0 14-368,0 0-1713,0-2-1457,0-3-3329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3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0 16904,'0'0'5344,"-6"27"-1231,-35 173 457,2 125-2915,25-173-1474,13-123-115,1-23-131,0 0 0,-1 0-1,1 0 1,-1 0 0,-3 12 0,3-12-902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3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19625,'0'0'12854,"0"116"-12566,0-94-288,0-4 0,0-4 0,0-3 0,0-4 0,0-3 0,-7-4-112,1 0-2081,-1 0-1457,0-27-12629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3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11109,'0'0'13286,"0"63"-13366,0-29-1729,0 5-3265,0-1-2401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3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13062,'0'0'17800,"0"14"-16807,0 67-102,0-81-892,0 1 0,0 0 0,0-1 0,0 1 0,0 0 0,0-1 0,0 1 0,0 0 1,0 0-1,1-1 0,-1 1 0,0 0 0,0-1 0,1 1 0,-1-1 0,0 1 0,1 0 0,-1-1 1,1 1-1,-1-1 0,1 1 0,-1-1 0,1 1 0,-1-1 0,1 1 0,-1-1 0,1 0 0,-1 1 1,1-1-1,0 0 0,0 1 0,25-5-994,-19 0 487,-1 1 0,1-1-1,-1 0 1,13-10 0,-14 9 391,20-19-594,-25 23 865,1 0 0,0 1 0,0-1 1,-1 0-1,1 1 0,0-1 0,0 1 0,0-1 0,0 1 0,0-1 0,0 1 0,0 0 0,0-1 0,0 1 0,0 0 0,0 0 0,0 0 0,0 0 0,0 0 0,0 0 0,0 0 0,0 0 0,0 0 0,2 1 0,-1 1-102,-1 0 0,1 0 0,0 0 0,-1 0 0,0 1 0,0-1 0,1 0 0,-1 1 0,0-1 0,-1 1 0,2 3-1,-2-3-296,1 0-1,0 0 0,1 1 0,-1-1 1,0 0-1,1 0 0,0 0 0,-1 0 0,1 0 1,0-1-1,1 1 0,2 3 0,-3-5-560,1 0-1,-1 0 1,0 0-1,0 0 1,0 0-1,1-1 1,-1 1-1,0-1 1,1 0-1,-1 1 1,0-1-1,1 0 1,2-1-1,-5 1 541,26 0-10734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4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0 12454,'0'0'16922,"-11"8"-15695,-35 27-461,44-32-740,-1 0 1,1 0-1,0 0 1,0 0-1,1 0 1,-1 0-1,1 1 1,-1-1-1,1 1 1,0-1-1,1 1 1,-1-1-1,0 1 0,1-1 1,0 1-1,0 0 1,0-1-1,0 1 1,1 0-1,1 5 1,-1 8 17,-1-16-69,0 0 0,0 0-1,0 0 1,0 0-1,1 0 1,-1 0 0,0 0-1,1 0 1,-1 0-1,0-1 1,1 1 0,-1 0-1,1 0 1,0 0 0,-1-1-1,1 1 1,-1 0-1,1 0 1,0-1 0,0 1-1,-1-1 1,1 1-1,0-1 1,0 1 0,0-1-1,1 1 1,34 4-664,-31-5 576,0-1-1,0 1 0,-1-1 0,1 0 0,0 0 0,0-1 1,0 0-1,-1 1 0,1-2 0,-1 1 0,8-5 0,-6 0-65,-1 3 110,0-1 1,0 0-1,0 0 1,-1 0-1,0 0 0,0-1 1,-1 0-1,1 0 1,-1 0-1,0 0 0,-1 0 1,0-1-1,0 1 0,2-12 1,-4 17 361,0 13 550,-2 18-699,-1-1 0,-9 36 0,-5 43 41,13 357 1567,8-234-567,-3-226-1179,-1 0 0,0 0-1,-1 1 1,1-1 0,-1 0 0,0 0 0,0 0 0,-1 0-1,1 0 1,-1 0 0,-4 8 0,3-11-7,1 1 0,-1-1 1,1 1-1,-1-1 0,0 0 0,0 0 1,0 0-1,0 0 0,0-1 0,0 1 0,-1-1 1,1 0-1,0 0 0,-1 0 0,1 0 1,-1-1-1,-4 1 0,-9 1 1,1 0 0,0-2 0,-1 0 0,1 0 0,-1-1 0,1-2 0,0 1 0,0-2 0,0 0 0,0-1 0,1 0 0,-28-15 0,15 6-164,1-1 1,1-1-1,0-1 1,1-1-1,1-1 1,-29-31-1,46 39-5814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6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14 4914,'0'0'17302,"4"-4"-14808,9-6-597,-27 25-633,-25 27-191,4-3-285,2 3 0,-39 64 0,62-87-648,0 1 1,1-1 0,1 1 0,1 1 0,1 0-1,1 0 1,0 0 0,-2 42 0,6-41-100,-1 10-16,1 0-1,6 55 1,-4-83-114,0 0 0,0 0 0,0-1 0,1 1 0,0 0 0,-1-1 0,1 1 0,0-1 0,1 0 0,-1 1 0,1-1 0,-1 0 0,1 0 1,0-1-1,0 1 0,0-1 0,0 1 0,1-1 0,-1 0 0,1 0 0,-1-1 0,1 1 0,0-1 0,-1 1 0,1-1 0,0 0 0,0-1 0,6 1 0,2 1-523,0-1-1,0-1 0,-1 0 0,1-1 0,0 0 1,0 0-1,0-2 0,17-4 0,-13 0-1334,0 0-1,26-16 1,39-27-7410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6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 11557,'0'0'12393,"-14"26"-10400,-51 83-235,54-92-1023,-2 0-1,-26 28 1,33-40-491,0 1 1,1 1-1,0-1 0,-1 1 1,2 0-1,-1 0 0,1 0 1,0 1-1,-4 13 0,8-20-249,0-1 0,0 1-1,1 0 1,-1-1 0,0 1-1,0 0 1,1-1 0,-1 1-1,0 0 1,1-1 0,-1 1-1,1-1 1,-1 1 0,1-1-1,-1 1 1,1-1 0,-1 1-1,1-1 1,-1 1 0,1-1-1,0 0 1,-1 1 0,1-1-1,-1 0 1,1 1 0,0-1-1,0 0 1,-1 0 0,1 0-1,0 0 1,-1 0 0,1 0 0,0 0-1,0 0 1,-1 0 0,1 0-1,0 0 1,-1 0 0,1 0-1,1-1 1,36-2-156,17-7-245,-25 5 165,1 0 0,40 0 1,-51 4 72,-13 1 8,-1-1-1,1 1 0,0 0 0,0 1 0,10 2 0,-15-3 143,-1 1-1,1-1 1,-1 1-1,0 0 1,1-1-1,-1 1 1,0 0-1,0 0 1,0 0 0,1 0-1,-1 0 1,0 0-1,0 0 1,0 0-1,-1 0 1,1 1-1,0-1 1,0 0-1,-1 1 1,1-1 0,-1 0-1,1 1 1,-1-1-1,1 1 1,-1-1-1,0 1 1,0-1-1,0 0 1,0 1-1,0 2 1,0 0 78,-1 1 0,1-1-1,-1 1 1,0-1 0,-1 1 0,1-1 0,-1 0 0,0 0-1,0 1 1,0-1 0,0-1 0,-1 1 0,0 0 0,0 0-1,0-1 1,0 0 0,0 0 0,-5 4 0,-9 6 513,0-1 0,-35 17 0,26-14-281,6-3-121,-1-2 0,1 0 0,-30 10 0,41-18-533,0 1 0,-1-2-1,1 1 1,0-1 0,-1-1 0,-14 0 0,23 0 185,0 0 0,1-1 0,-1 1 0,0 0 0,1 0 0,-1-1 0,0 1 0,1 0 0,-1-1 0,1 1 0,-1 0 0,1-1 1,-1 1-1,1-1 0,-1 1 0,1-1 0,-1 0 0,1 1 0,-1-1 0,1 1 0,0-1 0,-1 0 0,1 1 0,0-1 0,0 0 0,-1 1 1,1-1-1,0 0 0,0 1 0,0-2 0,0-28-6182,0 16 2606,0-25-6057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7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11093,'0'0'17336,"136"14"-16840,-102-12-336,0-2-48,-1 0-112,1 0-256,0 0-1729,0 0-1824,0 0-3619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7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16247,'0'0'16520,"0"12"-16520,0-10 0,0 0 0,0 0 0,0 1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7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8868,'0'0'19198,"-12"31"-14497,-9 86-4701,-6 60 0,19 37 0,19-232-1804,9-3-3369,-10 10-234,17-22-9037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46 9332,'0'0'14153,"-1"-8"-12261,-5-29 1144,28 55-1307,19 25-1292,-2 2 1,-1 2-1,-3 1 1,-2 2-1,51 103 1,-77-139-438,-1 0 0,0 0 0,-1 1 0,-1 0 0,0 0 0,-1 1 0,-1-1 0,0 1 0,-1-1 0,-2 29 0,1-40 0,-1 0 0,0-1 0,0 1 0,0 0 0,-1 0 0,1 0 0,-1-1 0,0 1 0,0 0 0,0-1 0,-1 0 0,1 0 0,-1 1 0,0-2 0,-4 5 0,-54 34 0,41-29 0,-12 2 0,31-14 3,1 0-1,0 0 1,0 0-1,0 0 1,-1 0-1,1 0 1,0 0 0,0 0-1,0 0 1,-1 0-1,1 0 1,0 0-1,0 0 1,0 0-1,-1 0 1,1 0 0,0 0-1,0-1 1,0 1-1,0 0 1,0 0-1,-1 0 1,1 0 0,0 0-1,0 0 1,0-1-1,0 1 1,0 0-1,0 0 1,-1 0-1,1 0 1,0-1 0,0 1-1,0 0 1,0 0-1,0 0 1,0-1-1,0 1 1,0 0-1,0 0 1,0 0 0,0-1-1,0 1 1,0 0-1,0 0 1,0 0-1,0 0 1,0-1 0,0 1-1,0 0 1,0 0-1,1 0 1,-1-1-1,0 1 1,0 0-1,0 0 1,0 0 0,0 0-1,0 0 1,0-1-1,1 1 1,-1 0-1,0 0 1,7-14-1111,24-19-4052,15-6-4855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8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6371,'0'0'21034,"4"0"-19578,32 5-580,0-2 0,0-1 0,57-6 0,-35 2-474,86-2-5834,-151 4 66,-1 4 2905,0-1 212,-24 10-5502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08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6259,'0'0'18873,"108"2"-17449,-74-2-415,7 0-321,-7-4-112,-7 2-352,7-3-224,-7 3-224,-7 0-1953,7-1-1553,0-3-4577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1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600 10 224,'0'0'10690,"14"-8"1010,-43 7-10701,17 2-654,1 1-1,0 1 0,0 0 0,0 0 1,0 1-1,1 1 0,-1-1 0,-13 10 0,-80 58 2147,56-36-1781,5-6-206,1 3 0,-52 52 0,77-67-336,2-1 0,0 2-1,1 0 1,1 1 0,0 0 0,2 1 0,-16 39 0,23-48-168,1-1 0,0 1 0,1 0 0,0 0 0,0 0 0,2 0 0,0 15 0,0-23 0,0 0 0,1 1 0,-1-1 0,1 1 0,0-1 0,0 0 0,1 0 0,-1 0 0,1 0 0,0 0 0,0 0 0,0 0 0,1 0 0,-1-1 0,1 1 0,0-1 0,0 0 0,0 1 0,1-2 0,-1 1 0,7 4 0,3-2 0,0-1 0,0 0 0,1-1 0,0-1 0,-1 0 0,1-1 0,0 0 0,0-1 0,0-1 0,20-3 0,-29 4 0,-1-1 0,0 0 0,0 0 0,1-1 0,-1 1 0,0-1 0,0 0 0,-1 0 0,1 0 0,0-1 0,-1 1 0,1-1 0,-1 0 0,0 0 0,0 0 0,0-1 0,0 1 0,0 0 0,-1-1 0,0 0 0,0 0 0,0 0 0,3-6 0,-1-2 0,0 0 0,-1-1 0,0 1 0,-1-1 0,-1 0 0,1-22 0,-2 33 0,-1 1 0,1 0 0,-1-1 0,1 1 0,-1 0 0,0 0 0,1 0 0,-1 0 0,0 0 0,0-1 0,0 1 0,1 0 0,-1 1 0,0-1 0,-1 0 0,1 0 0,0 0 0,0 1 0,0-1 0,0 0 0,0 1 0,-1-1 0,1 1 0,0-1 0,-1 1 0,1 0 0,0 0 0,-1 0 0,1-1 0,-2 1 0,-48-3 0,45 4 0,-25-2 0,19 0 0,0 0 0,0 1 0,0 1 0,0-1 0,0 2 0,0 0 0,1 0 0,-1 1 0,1 1 0,-1 0 0,1 0 0,0 1 0,-14 9 0,36-5 0,4 2 0,-15-10-149,0 4-2762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0 6979,'0'0'18745,"-13"1"-17006,-1 0-1245,-1 0-1,1 2 1,0-1-1,0 2 1,0 0 0,-25 11-1,15-3-299,0 1 0,1 2-1,1 0 1,0 2 0,-36 33 0,51-42-158,0 0 0,1-1 0,0 2 0,0-1 0,1 1 0,0 0 1,0 0-1,1 0 0,0 1 0,1 0 0,0 0 0,0-1 0,1 2 0,1-1 1,0 0-1,0 0 0,0 0 0,3 16 0,-2-23-36,1 1 0,0-1 0,0 1 0,0-1 0,0 0 0,1 1 0,-1-1 0,1 0 0,0 0 0,0 0 0,0 0 0,0-1 0,0 1 0,1 0 0,-1-1 0,1 0 0,0 1 0,0-1 0,0 0 0,0-1 0,0 1 0,0 0 0,0-1 0,0 0 0,1 1 0,-1-1 0,7 1 0,8 1 0,1-1 0,-1 0 0,1-1 0,19-1 0,-16-1 0,-6 1-606,0-1 1,-1-1-1,28-6 0,-26 3-999,0 0-1,-1-2 1,0 0-1,0 0 0,26-18 1,0-5-9742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2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3458,'0'0'19947,"7"6"-18797,-4-3-1052,2 2 123,-1-1 1,1 0-1,-1-1 0,1 1 0,0-1 0,1 0 0,-1 0 0,0 0 0,1-1 1,0 0-1,-1 0 0,1-1 0,0 1 0,7 0 0,7-1 72,-4 1-224,0-1 0,0-1-1,1 0 1,-1-1 0,0 0 0,0-2 0,0 0 0,21-7 0,-36 10-74,1-1 0,-1 1 0,0-1 0,0 1 0,0-1 0,0 0 0,0 0 0,0 1 0,0-1 0,0 0 0,-1 0 0,1 0 1,0 0-1,0 0 0,-1 0 0,1 0 0,-1 0 0,1 0 0,-1 0 0,1-1 0,-1 1 0,0 0 0,1 0 0,-1 0 0,0-1 1,0 1-1,0 0 0,0 0 0,0-1 0,0 1 0,0 0 0,0 0 0,-1 0 0,1-1 0,0 1 0,-1 0 0,1 0 0,-1 0 1,1 0-1,-2-1 0,1-1 8,-1 0 1,0 1-1,0-1 1,0 1-1,0-1 1,-1 1-1,1 0 1,0 0-1,-1 0 1,0 0-1,1 1 1,-1-1-1,0 1 1,-5-2-1,0 0 142,-1 2-1,0-1 1,0 1 0,1 0-1,-1 1 1,0 0 0,0 1-1,0-1 1,0 2 0,1-1-1,-1 1 1,0 1-1,-14 5 1,18-6-68,1 1 1,0-1-1,-1 1 0,1 0 0,0 0 1,0 0-1,0 0 0,0 1 0,1-1 1,0 1-1,-1 0 0,1 0 1,1 0-1,-1 1 0,1-1 0,-1 1 1,1-1-1,0 1 0,1 0 0,-1 0 1,1-1-1,0 1 0,0 0 0,1 0 1,-1 7-1,1-8-124,0 0 0,0 1 1,1-1-1,-1 0 0,1 0 0,0 0 0,0 0 1,0 0-1,1 0 0,-1 0 0,1-1 0,0 1 1,0 0-1,0-1 0,1 1 0,-1-1 0,1 0 1,0 0-1,0 0 0,0 0 0,0 0 0,0-1 1,1 0-1,-1 1 0,1-1 0,-1 0 1,1-1-1,0 1 0,0-1 0,0 1 0,0-1 1,0 0-1,0-1 0,0 1 0,0-1 0,8 0 1,79 2-7423,-53-8 1894,3-11-3949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9716,'0'0'20234,"6"24"-19322,-6-5-304,0-4-448,0 1-160,0-5-224,0-2-944,0-4-1345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2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20345,'0'0'11558,"0"59"-11558,0-41-657,0-4-1584,14-5-2081,6-7-2705,1-2-4370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3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11397,'0'0'17120,"-8"29"-13566,-3 8-2870,-2 6-680,2 0 0,-6 45 0,-5 33 77,10-68-254,3 1 0,-3 89 0,32-145-9063,1-15-1227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3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19433,'0'0'13334,"-34"127"-13334,34-114 0,0-2 0,0-6 0,-13-5 0,13-9-4722,-7-16-801,7-7-3297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3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14086,'0'0'15367,"47"41"-15367,-40-19-976,0 5-3042,0-2-3793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17704,'0'0'12328,"-1"15"-9996,-1 45-1929,2-58-403,0-1 0,1 1 0,-1-1 0,1 1 0,-1-1 0,1 1 0,0-1 0,-1 1 0,1-1 0,0 0 0,0 0 0,0 1 0,0-1 0,0 0 0,0 0 0,0 0 0,1 0 0,-1 0 0,0 0 0,1 0 0,-1-1 0,0 1 0,1 0 0,-1-1 0,1 1 0,-1-1 0,1 1 0,-1-1 0,1 0 0,0 0 0,-1 0 0,1 0 0,-1 0 0,3 0 0,1 0 0,1 0 0,-1 0 0,1-1 0,-1 0 0,0 0 0,1 0 0,7-4 0,10-7-699,-1-2 1,22-18-1,-1 1 39,-39 33 843,-1 1 0,0 0 0,-1-1 0,1 1-1,0 0 1,-1 0 0,0 1 0,1-1 0,2 7 0,15 18 744,1-14-3029,12-6-6566,-6-7-1820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4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1 18440,'0'0'13124,"-19"5"-12100,-60 15-845,76-20-179,1 1 0,0 0 0,0 0 0,0 0 0,-1 0 0,1 0 0,0 0 0,0 0 0,1 1 0,-1-1 0,0 1 0,0-1 0,1 1 0,-1 0 0,1 0 0,-1 0 0,1 0 0,0 0 0,0 0 0,0 0 0,0 0 0,0 0 0,0 0 0,1 1 0,-1-1 0,1 0 0,-1 0 0,1 1 0,0-1 0,0 0 0,0 1 0,0-1 0,0 0 0,1 1 0,-1-1 0,2 4 0,-1 9 0,4-13-142,0-1 1,0 0-1,0 0 1,1 0-1,-1-1 0,0 0 1,0 0-1,0 0 1,7-1-1,-10 1-8,1-1 14,1 1-1,-1-1 1,0 1 0,0-1 0,0 0-1,0-1 1,1 1 0,-2 0 0,1-1-1,0 0 1,0 1 0,0-1 0,-1 0-1,1 0 1,-1-1 0,0 1 0,3-3-1,30-51-466,-22 33 1068,-12 24-298,-1 0-1,1 0 0,0 0 0,0 0 0,-1 0 0,1 0 0,0 1 0,-1-1 0,1 0 0,-1 0 0,0 0 0,1 1 0,-1-1 1,0 0-1,0 1 0,0-1 0,0 0 0,0 0 0,0 2 0,6 43 167,28 587 169,-33-619-502,-1 0 0,-1 0 0,0 1 0,-1-1 0,-1 0 0,-8 26 0,9-36 0,0 0 0,0 0 0,0 0 0,-1-1 0,0 1 0,1 0 0,-1-1 0,-1 0 0,1 1 0,0-1 0,-1-1 0,0 1 0,1 0 0,-1-1 0,0 0 0,0 0 0,-1 0 0,1 0 0,0-1 0,0 0 0,-1 1 0,1-2 0,-1 1 0,1 0 0,-8-1 0,-7 0 0,0 0 0,0-2 0,0 0 0,0-1 0,0-1 0,1-1 0,0-1 0,0 0 0,0-1 0,1-1 0,0-1 0,0 0 0,1-1 0,0-1 0,1 0 0,0-2 0,1 1 0,0-2 0,1 0 0,-14-19 0,22 26-264,1 0 0,0 0-1,0 0 1,0 0 0,1-1 0,0 0-1,0 1 1,1-1 0,0 0 0,1 0 0,-1 0-1,1-14 1,1 17-133,0 0 0,1-1 0,0 1 0,0-1 0,0 1 0,1 0 0,0 0 0,0 0 0,0 0 0,0 0 0,1 0 0,0 0-1,0 1 1,0-1 0,1 1 0,-1 0 0,1 0 0,0 0 0,6-4 0,40-27-10109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4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24 14359,'0'0'17648,"-1"-5"-16979,1 4-666,0 0 0,-1 0-1,1 0 1,0 0 0,-1 0-1,1 0 1,-1 0 0,1 1-1,-1-1 1,0 0 0,1 0-1,-1 0 1,0 1 0,1-1-1,-1 0 1,0 1 0,0-1-1,0 1 1,1-1 0,-1 1-1,0-1 1,0 1 0,0 0-1,0-1 1,0 1 0,0 0-1,0 0 1,0-1 0,0 1 0,0 0-1,0 0 1,-1 0 0,-4 1 0,0 0 1,0 0-1,0 0 1,1 0-1,-1 1 1,-8 3 0,-17 10-15,-39 24 0,63-35 10,-14 10 1,0 0 0,0 2 0,1 0 0,1 1 0,1 1 0,1 1 0,0 0 0,-25 40 0,34-47 0,2 0 0,0 0 0,0 0 0,1 0 0,0 1 0,1 0 0,1 0 0,0 0 0,0 0 0,2 1 0,-1-1 0,2 1 0,0-1 0,1 1 0,0-1 0,1 1 0,0-1 0,7 21 0,-6-26-60,1 0 0,0 0-1,0-1 1,1 1 0,0-1 0,1 0-1,-1 0 1,1-1 0,1 0 0,-1 0 0,1 0-1,0-1 1,0 0 0,1 0 0,-1-1-1,1 0 1,0 0 0,1 0 0,15 3-1,-8-3-388,0 0 0,0-1 0,0-1-1,1 0 1,-1-2 0,1 0-1,-1 0 1,1-2 0,-1 0-1,17-4 1,40-23-9075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17032,'0'0'14847,"-16"9"-14050,-49 33-706,62-40-91,1 0 0,-1 1 0,0-1 0,1 1 0,-1 0 0,1 0 0,0 0 0,0 0 0,0 0 0,0 1 0,0-1 0,1 0 0,0 1 0,-1-1 0,1 1 0,1 0 0,-2 3 0,2-5 0,0 0 0,0 0 0,0 0 0,0 0 0,0 0 0,1 0 0,-1 0 0,0 0 0,1 0 0,-1-1 0,1 1 0,0 0 0,0 0 0,0 0 0,0-1 0,0 1 0,0 0 0,0-1 0,0 1 0,1-1 0,-1 0 0,1 1 0,-1-1 0,4 2 0,24 10 0,0-1 0,45 12 0,-44-16 0,-1 2 0,39 18 0,-66-28 0,-1 1 0,1-1 0,-1 1 0,0-1 0,1 1 0,-1 0 0,0-1 0,0 1 0,0 0 0,1 0 0,-1 0 0,0 0 0,0 0 0,0 0 0,0 0 0,-1 0 0,1 1 0,0-1 0,0 0 0,-1 0 0,1 1 0,-1-1 0,1 0 0,-1 1 0,1-1 0,-1 1 0,0-1 0,0 0 0,0 1 0,0-1 0,0 1 0,0-1 0,0 1 0,0-1 0,0 0 0,-1 1 0,1-1 0,-1 1 0,1-1 0,-1 0 0,1 0 0,-1 1 0,0-1 0,0 0 0,1 0 0,-1 0 0,0 1 0,0-1 0,0 0 0,0 0 0,-1-1 0,1 1 0,0 0 0,-2 1 0,-6 5 0,-1 0 0,0-1 0,0 0 0,-1 0 0,-11 4 0,4-4 0,0-1 0,-1 0 0,1-1 0,-1-1 0,0 0 0,0-2 0,-27-1 0,42 0-157,1 0 0,-1 0 1,1-1-1,-1 0 0,0 0 0,1 0 1,-1 0-1,1 0 0,0-1 0,0 0 0,-1 1 1,1-1-1,0 0 0,0-1 0,1 1 1,-6-5-1,4 2-553,0 1 0,1-1 0,-1 0 0,1 0 0,0 0 0,1-1 0,-1 1 0,1-1 0,-3-10 1,-3-28-9472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5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3970,'0'0'15447,"122"-25"-10149,-81 23-1440,-1 2-2113,1 0-641,-7 0-976,0 0-128,-7 0-608,-7 0-1889,7 7-3426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5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18216,'0'0'14551,"13"31"-14551,-6-31 0,7-9 0,-1-11-6659,8-7-8148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6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95 8228,'0'0'19715,"-18"-15"-18322,-60-45-254,74 57-1040,-1 1 0,1-1 0,-1 1 0,0 0-1,0 0 1,0 1 0,0 0 0,0 0 0,0 0-1,0 0 1,0 1 0,-1 0 0,1 0 0,0 0 0,0 0-1,-8 3 1,-3-1 86,9-1-163,0 0 1,1 1-1,-1 0 0,0 0 0,1 1 1,0 0-1,0 0 0,0 0 1,0 1-1,0-1 0,0 2 0,-8 7 1,11-9-18,0 0 1,0-1-1,1 1 1,-1 0-1,1 1 1,0-1-1,0 0 1,0 1-1,0-1 1,1 1-1,-1-1 1,1 1-1,0 0 1,0 0-1,0 0 1,1 0-1,-1-1 1,1 1-1,0 0 1,0 0-1,0 0 1,1 0-1,-1 0 1,2 5-1,0-6-4,0 0 0,0-1 0,0 1 0,0 0 0,0-1 0,1 1 0,-1-1 0,1 0 0,-1 0-1,1 0 1,0 0 0,0 0 0,0-1 0,0 1 0,0-1 0,0 0 0,0 0 0,6 1 0,63 11-91,-46-11-197,0-1 0,0-1-1,27-3 1,-46 2 313,0 0-1,0 0 1,0-1 0,0 0-1,-1 0 1,1-1 0,-1 1 0,1-1-1,-1-1 1,0 1 0,0-1-1,0 0 1,-1 0 0,1-1-1,-1 0 1,6-6 0,-10 52 758,-1-14-784,-4 160 0,1-151 0,-1-1 0,-1 1 0,-12 37 0,11-66-518,5-18-3713,7-15-5875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6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42 3217,'0'0'24174,"-2"-6"-22458,-1-21-568,12 19-426,15 12 94,-18-1-765,-1 0 0,1 0 1,-1 0-1,0 1 0,0 0 0,0 0 0,-1 0 0,1 1 0,5 7 0,37 56 331,-21-29-301,19 23-81,56 103 0,-89-142 0,-2-1 0,0 1 0,-2 1 0,-1 0 0,0 0 0,-2 0 0,-1 1 0,2 46 0,-5-65 0,-1 0 0,0 0 0,0 0 0,0 0 0,-1-1 0,0 1 0,0 0 0,-1 0 0,0-1 0,0 1 0,0-1 0,0 1 0,-1-1 0,0 0 0,0 0 0,0 0 0,-1 0 0,0-1 0,0 1 0,0-1 0,0 0 0,-1 0 0,1 0 0,-1-1 0,0 0 0,0 0 0,-8 3 0,7-2 0,0 0 0,0 0 0,0-1 0,0 0 0,0 0 0,-1 0 0,1-1 0,-1 0 0,0 0 0,-11 1 0,17-4-67,1 1 0,-1-1 0,0 1 0,1-1 0,-1 0 0,1 1 0,-1-1 0,1 1 0,-1-1 0,1 0 0,-1 0 0,1 1 0,0-1 0,0 0 0,-1 0 0,1 1 0,0-1 0,0 0 0,0 0 0,0 0 0,0 0 0,0 1 0,0-1 0,0 0 0,0 0 0,0 0 0,0 1 0,0-1 0,1-1 0,-1 1-935,2-31-6596,10-5-6299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6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7716,'0'0'16687,"5"-2"-14320,14-2-1035,-1 0 0,1 1 1,33 0-1,21-3-677,-72 6-655,269-45 13,-268 44-12,-1 2-9,1-1 0,-1 0-1,0-1 1,0 1-1,0 0 1,1 0-1,-1-1 1,0 1-1,0 0 1,0-1-1,0 1 1,1-1 0,-1 1-1,0-1 1,0 0-1,0 0 1,0 1-1,0-1 1,-1 0-1,1 0 1,0 0 0,0 0-1,0 0 1,-1 0-1,1 0 1,0-2-1,-55 0-9128,19 5 1968,-4 5-2438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7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10373,'0'0'19673,"102"34"-17800,-61-34-1025,-1 0-848,-6 0 0,0 0 0,-7 0 0,-7 0 0,1 0 0,-15 0 0,1-7-4274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19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658 1 5186,'-6'0'17018,"-23"0"-13618,15 4-2846,0 0 0,0 1 0,0 0 0,0 1 0,1 1 0,-20 13 0,-19 8 319,26-16-799,-23 10 378,1 2 0,-70 47 0,105-61-376,0 0-1,0 1 1,1 0-1,1 1 1,0 1-1,0 0 1,1 0 0,1 1-1,0 0 1,1 0-1,1 1 1,-10 27-1,-5 16-75,13-35 0,1 1 0,-7 31 0,14 26 0,1-79 0,1 0 0,0 0 0,0 0 0,0 0 0,0 0 0,0 0 0,0 0 0,1 0 0,-1-1 0,0 1 0,1 0 0,0-1 0,-1 1 0,1-1 0,0 0 0,0 0 0,0 0 0,0 0 0,0 0 0,0 0 0,0 0 0,0 0 0,0-1 0,0 1 0,0-1 0,0 1 0,1-1 0,2 0 0,66 6 0,-38-5 0,-19 1 0,0-2 0,0 0 0,25-3 0,-36 2 0,0 1 0,0-1 0,-1 0 0,1 0 0,0 1 0,-1-2 0,1 1 0,-1 0 0,1-1 0,-1 1 0,1-1 0,-1 1 0,0-1 0,0 0 0,0 0 0,0 0 0,0 0 0,-1-1 0,1 1 0,-1 0 0,1-1 0,-1 1 0,0-1 0,2-3 0,-1-1 0,0 1 0,-1-1 0,1 0 0,-1 1 0,-1-1 0,1 0 0,-1 0 0,0 0 0,-1 1 0,-1-8 0,1 11 0,1 1 0,-1-1 0,0 1 0,0 0 0,-1 0 0,1 0 0,0-1 0,-1 1 0,1 0 0,-1 1 0,0-1 0,0 0 0,1 0 0,-1 1 0,0-1 0,-1 1 0,1 0 0,0-1 0,0 1 0,0 0 0,-1 0 0,1 1 0,-1-1 0,1 0 0,-1 1 0,1-1 0,-1 1 0,1 0 0,-4 0 0,0 0 0,-5-2 0,-1 2 0,0-1 0,0 1 0,0 1 0,0 0 0,1 1 0,-1 0 0,-16 6 0,14-1 0,4-3 0,0 1 0,0-1 0,0-1 0,-12 3 0,22-6 5,-1 1 0,1-1 0,-1 0 0,1 1 0,-1-1 0,1 0-1,-1 1 1,1-1 0,0 1 0,-1-1 0,1 1 0,0-1 0,-1 1 0,1-1 0,0 1 0,0 0 0,-1-1 0,1 1-1,0-1 1,0 1 0,0 0 0,0-1 0,0 1 0,0-1 0,0 1 0,0 0 0,0-1 0,0 1 0,0 0 0,0-1-1,0 1 1,0-1 0,1 2 0,-1-2-43,0 1-1,1 0 1,-1 0-1,0-1 1,0 1-1,0 0 0,0 0 1,0 0-1,0-1 1,0 1-1,-1 0 1,1 0-1,0-1 1,0 1-1,0 0 1,-1 0-1,1-1 1,-1 1-1,1 0 1,0-1-1,-2 2 1,-15 3-4556,-3-1-5451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29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190 200 2545,'0'0'9530,"6"-1"-8015,18-2 959,7 0 9011,-31-25-9711,1 11-1617,-1 5-124,0-1 0,0 1 0,-1-1 0,-1 1 0,0-1 0,-4-12 0,5 23-35,0-1 0,0 0-1,-1 0 1,1 0 0,-1 1 0,0-1-1,0 1 1,0-1 0,0 1-1,0 0 1,0 0 0,-1 0 0,1 0-1,-1 0 1,1 1 0,-1-1-1,0 1 1,0-1 0,0 1-1,1 0 1,-1 0 0,0 0 0,0 1-1,-1-1 1,1 1 0,0 0-1,0-1 1,0 1 0,0 1 0,-4-1-1,3 1 2,0 0-1,0 1 1,0-1 0,0 1-1,0 0 1,0 0-1,0 0 1,0 0 0,1 1-1,-1 0 1,1-1-1,0 1 1,0 0-1,0 1 1,0-1 0,0 0-1,-2 6 1,-7 9 16,1 0-1,-12 24 1,14-20-11,1-1 0,1 1 0,1 0 0,0 1 1,-4 45-1,7-11 61,4 71 0,3-87 37,1-1 0,17 61 0,6 34 125,-22-53-184,-4 111 0,-2-103-1636,-2-112-10885,-3-9 3063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29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15319,'0'0'3618,"122"-45"-385,-68 36-1792,7-3-1361,0 3-80,-7 0 0,0-4-1057,0-3-1856,1-7-2770,-1-10-3617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15319,'0'0'5346,"-68"174"-1232,55-99-1424,-8 1-1410,8-3 113,-1-10-593,1-9-144,6-11-463,7-11-129,0-10-64,0-8-705,0-5-863,13-9-2082,8 0-1424,6-12-4051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0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13830,'0'0'11928,"-22"22"-9332,-66 70-1174,84-87-1295,-1 0 0,1 0-1,0 0 1,0 1 0,0 0 0,1 0-1,0 0 1,0 0 0,-3 10-1,0 2 288,3-9-306,0 0-1,1-1 1,0 1-1,0 0 1,1 0 0,0 0-1,1 0 1,1 11 0,-1-19-109,1 0 1,-1 0 0,1 0-1,0 0 1,-1 0 0,1 0 0,0-1-1,0 1 1,0 0 0,0 0 0,0-1-1,0 1 1,0 0 0,0-1-1,0 1 1,0-1 0,0 1 0,0-1-1,0 1 1,0-1 0,0 0 0,1 0-1,-1 0 1,0 1 0,0-1 0,0 0-1,0-1 1,1 1 0,1 0-1,40-3-196,-35 1 87,-1-1 0,0 0 0,0 0 0,0-1-1,0 0 1,0 0 0,-1 0 0,0-1 0,0 0 0,0 0 0,-1-1-1,1 0 1,-1 0 0,-1 0 0,1 0 0,-1-1 0,0 0 0,0 0 0,-1 0-1,0 0 1,0 0 0,-1-1 0,0 1 0,0-1 0,-1 1 0,0-1-1,0 0 1,-1 0 0,0 0 0,0 1 0,-2-13 0,0 16 85,-1 0 1,1 0-1,-1 0 0,1 0 1,-1 1-1,0-1 1,0 1-1,-1 0 0,1 0 1,-1 0-1,1 1 0,-1-1 1,0 1-1,0-1 1,0 1-1,0 1 0,-1-1 1,1 1-1,0-1 1,-1 1-1,1 0 0,-1 1 1,1-1-1,-1 1 0,0 0 1,1 0-1,-1 0 1,1 1-1,-1 0 0,-7 1 1,11 0-458,0-1 0,0 0 0,1 0 0,-1 0 0,0 1 0,0-1 0,1 0 0,-1 1 0,1-1 0,-1 1 0,1-1 0,0 1 0,-1-1 0,1 0 0,0 1 0,0-1 0,0 1 0,0-1 0,0 1 1,1-1-1,-1 1 0,0-1 0,1 1 0,-1-1 0,2 2 0,9 8-7429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0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25 14567,'0'0'13038,"-22"6"-12107,-72 23-147,89-27-675,0 1 0,0 0 0,0 0 0,0 0 1,1 1-1,-1 0 0,1 0 0,0 0 0,1 0 0,-1 0 0,0 1 0,1 0 0,0 0 0,0 0 1,1 0-1,0 0 0,-1 0 0,2 1 0,-3 8 0,-1 1 116,3-12-207,1 0 1,-1 1 0,1-1-1,0 1 1,0-1 0,1 1-1,-1-1 1,1 1 0,-1 0-1,1-1 1,0 1 0,1-1 0,-1 1-1,1 0 1,-1-1 0,2 5-1,0-7-37,-1 1-1,1 0 0,-1 0 1,1-1-1,0 1 0,0-1 1,-1 1-1,1-1 0,0 0 0,0 0 1,1 0-1,-1 0 0,0 0 1,0 0-1,0-1 0,1 1 1,-1-1-1,0 1 0,1-1 1,-1 0-1,0 0 0,1 0 0,3-1 1,5 2-156,0-2 0,1 0 0,-1 0 0,0-1 0,-1 0 1,1-1-1,10-4 0,-15 4 97,0 1-1,0-1 1,-1-1 0,1 1 0,-1-1 0,0 0-1,0 0 1,-1-1 0,1 1 0,-1-1 0,0 0 0,0 0-1,-1-1 1,4-5 0,-4 2 125,0 1-1,-1-1 1,0 0 0,-1 0-1,0 0 1,0-1 0,-1 1-1,0 0 1,-1 0 0,0 0 0,0 0-1,-1 0 1,-5-17 0,6 24-40,0 0 0,0 0 0,-1 1 1,1-1-1,-1 1 0,1-1 0,-1 1 1,1-1-1,-1 1 0,0 0 1,1 0-1,-1 0 0,0 0 0,0 0 1,0 0-1,0 0 0,0 1 0,0-1 1,0 1-1,0-1 0,-1 1 0,1 0 1,0 0-1,0 0 0,0 0 1,0 0-1,0 1 0,0-1 0,0 0 1,0 1-1,0 0 0,0-1 0,0 1 1,0 0-1,-3 2 0,2-2-211,1 1 0,0 0 0,0-1 0,0 1 0,0 0 0,0 0 0,0 0 0,1 0 0,-1 0 0,1 0 0,-1 0 0,1 1 0,0-1 0,0 1 0,0-1 0,0 1 0,0-1 0,0 5 0,-1 15-4599,4-8-2416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1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8468,'0'0'20428,"6"3"-19051,-2-1-1246,-1 1 0,1-1 0,-1 1 1,0 0-1,1-1 0,-1 1 1,-1 1-1,1-1 0,0 0 0,-1 1 1,1-1-1,-1 1 0,0 0 1,0 0-1,-1 0 0,1 0 0,-1 0 1,1 8-1,1 10-131,-3-22 0,-1 0 0,1 0 0,0 0 0,0 0 0,0 1 0,0-1 0,0 0 0,0 0 0,0 0 0,0 0 0,0 0 0,0 0 0,0 0 0,0 1 0,0-1 0,-1 0 0,1 0 0,0 0 0,0 0 0,0 0 0,0 0 0,0 0 0,0 0 0,0 0 0,-1 0 0,1 0 0,0 0 0,0 0 0,0 0 0,0 1 0,0-1 0,0 0 0,-1 0 0,1 0 0,0 0 0,0-1 0,0 1 0,0 0 0,0 0 0,-1 0 0,1 0 0,0 0 0,0 0 0,0 0 0,0 0 0,0 0 0,0 0 0,0 0 0,-1 0 0,1 0 0,0 0 0,0-1 0,0 1 0,0 0 0,0 0 0,0 0 0,0 0 0,0 0 0,-3-3 0,1 0 0,0 0 0,0 0 0,0 0 0,1-1 0,-1 1 0,1 0 0,-2-7 0,0-5 0,1 0 0,0-1 0,1 1 0,2-26 0,-1 10 0,0 26-4,1-1 0,0 0-1,0 1 1,0-1 0,0 1 0,1-1 0,0 1-1,0-1 1,0 1 0,1 0 0,0 0 0,0 0-1,0 1 1,1-1 0,-1 1 0,1-1 0,0 1 0,0 0-1,1 1 1,6-5 0,-4 2-69,2 2 1,-1-1-1,1 1 0,-1 0 0,1 1 1,0 0-1,0 0 0,0 1 1,1 0-1,-1 1 0,18-1 1,48 2-8874,-35 0-2038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1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38 3714,'0'0'22759,"3"-9"-20891,-2 8-1806,0 0 0,-1 0-1,1-1 1,-1 1 0,1-1 0,-1 1 0,1 0 0,-1-1-1,0 1 1,0-1 0,1 1 0,-1-1 0,0 1-1,-1 0 1,1-1 0,0 1 0,0-2 0,-1 2-30,0 1-1,1 0 1,-1-1 0,1 1 0,-1 0 0,0 0 0,1 0 0,-1 0-1,0 0 1,1 0 0,-1 0 0,0 0 0,1 0 0,-1 0-1,1 0 1,-1 0 0,0 0 0,1 0 0,-1 1 0,0-1 0,1 0-1,-1 0 1,1 1 0,-1-1 0,1 0 0,-1 1 0,0 0 0,-64 47 1266,15-5-894,-83 92 0,112-110-352,1 1 1,1 0-1,2 2 1,0 0-1,-22 53 1,34-65-53,0 0 0,1-1 0,0 1 0,1 1 0,1-1 0,1 0 0,1 29 0,0-36 0,1-1 0,0 1 0,1-1 0,0 0 0,0 0 0,1 0 0,0 0 0,0 0 0,1-1 0,0 1 0,0-1 0,1 0 0,0 0 0,0 0 0,0-1 0,11 9 0,-4-6 10,1 0 1,0-1-1,0 0 1,1-1-1,0-1 1,0 0-1,1-1 1,0 0-1,-1-1 1,22 2-1,15 0-241,89-2 0,-123-4 114,22-4-3026,-36 3 2498,0 0 1,-1-1-1,1 1 1,0-1-1,0 1 1,-1-1-1,1 0 1,-1 0-1,3-2 0,18-26-11104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2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13494,'0'0'17590,"-13"7"-16299,6-2-1197,-68 48 226,67-47-322,1 1-1,0-1 1,0 1-1,1 0 1,0 1-1,0 0 1,1 0-1,-9 16 1,14-23 2,-1 0 0,1 1 0,-1-1 0,1 0 0,-1 0 0,1 1 0,0-1 0,0 0 0,0 1 0,-1-1 0,1 0 0,1 1 0,-1-1 0,0 0 0,0 1 0,0-1 0,1 0 0,-1 1 0,1-1 0,-1 0 0,1 0 0,-1 1 0,1-1 0,0 0 0,-1 0 0,1 0 0,0 0 0,0 0 0,0 0 0,0 0 0,0 0 0,0 0 0,0-1 0,0 1 0,0 0 0,1 0 0,-1-1 0,0 1 0,0-1 0,1 0 0,-1 1 0,0-1 0,0 0 0,3 1 0,9 1 0,0 0 0,-1-1 0,27-2 0,-15 1 0,11 2-1,63 6-14,-89-7 11,1 1 0,-1 1 0,0-1 0,0 1 0,0 1 0,0-1 0,14 10 0,-22-13 4,0 1 1,0 0-1,0 0 0,-1-1 0,1 1 1,0 0-1,0 0 0,-1 0 1,1 0-1,-1 0 0,1 0 0,0 0 1,-1 0-1,0 0 0,1 0 1,-1 1-1,0-1 0,0 0 0,1 0 1,-1 0-1,0 0 0,0 0 1,0 1-1,0-1 0,-1 0 0,1 0 1,0 0-1,0 0 0,-1 0 1,1 1-1,0-1 0,-1 0 0,0 0 1,1 0-1,-1 0 0,1 0 1,-1 0-1,0 0 0,0-1 0,1 1 1,-3 1-1,-38 34 36,-4-5-36,-61 32 0,105-63-36,0 1-1,0 0 1,1-1-1,-1 1 1,0-1-1,0 1 1,0-1 0,-1 1-1,1-1 1,0 0-1,0 1 1,0-1-1,0 0 1,0 0 0,0 0-1,0 0 1,0 0-1,-1 0 1,1 0-1,0 0 1,0 0 0,0-1-1,0 1 1,0 0-1,0-1 1,0 1-1,0-1 1,0 1 0,0-1-1,0 0 1,0 1-1,0-1 1,-1-1-1,1-1-314,-1 0 0,1-1 0,-1 1 0,1-1-1,0 1 1,1-1 0,-1 1 0,0-6 0,-4-14-2179,-6-12-4758,3-4-4171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2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5539,'0'0'21257,"129"-54"-18824,-95 52-944,0 0-496,0-1-529,6 1-96,-6 0-352,-7 0-16,0 2-400,0 0-1073,7 0-1424,-13 0-4050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2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19129,'1'4'12944,"5"9"-12250,-6-12-747,1-1-1,0 1 1,-1-1-1,1 1 1,-1 0-1,1-1 1,0 0 0,-1 1-1,1-1 1,0 1-1,0-1 1,-1 0-1,1 1 1,0-1-1,0 0 1,-1 0 0,1 0-1,0 0 1,0 0-1,0 0 1,-1 0-1,1 0 1,1 0 0,7-2-3924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3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7059,'0'0'15509,"2"-3"-13274,2 2-1572,-1 9 274,1 28 1383,-3 58 1490,-1-77-3576,-1 0-234,1 1 0,1-1 0,0 0 0,2 0 0,0 0 0,0 0 0,2 0 0,7 17 0,-12-33-80,1 1 0,0 0 0,0-1 0,0 1 0,0-1 0,0 0 0,1 1 0,-1-1 0,0 0 0,1 0 0,-1 0-1,1 0 1,-1 0 0,1 0 0,-1 0 0,1 0 0,-1-1 0,1 1 0,3 0 0,20 2-4610,-5-3-6211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10453,'0'0'13235,"4"-5"-11410,-3 4-1744,-1 1 0,1-1 0,0 0 0,-1 0 0,1 0 0,0 0 0,0 1 0,0-1 0,0 0 0,-1 1 0,1-1 0,0 1 0,0-1 0,0 1 0,1-1 0,-1 1 0,0 0 0,0-1 0,0 1 0,0 0 0,0 0 0,0 0 0,0 0 0,0 0 0,0 0 0,1 0 0,-1 0 0,0 0 0,0 1 0,0-1 0,2 1 0,2 3 296,1 1 0,-1-1 0,0 1-1,0 0 1,7 10 0,23 26-62,112 141 1079,-120-145-1221,-1 2 0,-2 1 0,19 44 0,-40-77-173,-1 0 0,1 1 0,-1-1 0,0 0 0,-1 1 0,1-1 0,-2 1 0,1 14 0,-1-18 0,0-1 0,-1 0 0,1 0 0,-1 0 0,0 0 0,0 0 0,0 0 0,0 0 0,-1 0 0,1 0 0,-1 0 0,0-1 0,0 1 0,0-1 0,0 1 0,0-1 0,0 0 0,-1 1 0,1-1 0,-1 0 0,1-1 0,-1 1 0,-3 1 0,-6 3-83,0 0 0,0-1 0,-1-1 0,0 0 0,1-1-1,-27 4 1,56-20-12480,19-15-2673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3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11237,'0'0'14932,"20"1"-12629,0 0-1828,12 1 742,0-1-1,55-6 0,-67 2-2069,120-16 2877,-92 15-5740,0 3-6363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3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2769,'0'0'26316,"115"11"-25227,-61-11-465,-6 0-464,-1 0-160,1-9-512,-1 0-1825,0-4-3234,14-5-8451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4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9508,'0'0'21287,"-2"7"-19315,-3 3-1972,-1 1 0,0 0 0,0-1 0,-1 0 0,-1-1 0,1 0 0,-2 0 0,-9 8 0,9-8 0,1-1 0,0 1 0,0 0 0,0 1 0,1-1 0,1 2 0,0-1 0,-8 17 0,14-26 0,0-1 0,0 1 0,0 0 0,0-1 0,0 1 0,0 0 0,0-1 0,0 1 0,0-1 0,0 1 0,0 0 0,0-1 0,1 1 0,-1 0 0,0-1 0,0 1 0,1-1 0,-1 1 0,0-1 0,1 1 0,-1-1 0,1 1 0,-1-1 0,0 1 0,1-1 0,-1 1 0,1-1 0,-1 0 0,1 1 0,0-1 0,-1 0 0,1 0 0,-1 1 0,1-1 0,-1 0 0,1 0 0,0 0 0,-1 0 0,1 1 0,0-1 0,-1 0 0,1 0 0,0-1 0,39 2 0,-27-1 0,39 0 0,0 3 0,-1 2 0,95 21 0,-143-25 0,1 1 0,0-1 0,0 1 0,-1 0 0,1 0 0,-1 0 0,1 1 0,-1-1 0,0 1 0,0 0 0,0 0 0,-1 0 0,1 0 0,-1 0 0,1 1 0,-1-1 0,0 1 0,0 0 0,-1-1 0,1 1 0,-1 0 0,0 0 0,0 0 0,0 0 0,0 0 0,-1 0 0,0 0 0,1 0 0,-2 0 0,1 0 0,0 1 0,-1-1 0,-1 7 0,0-8 0,1 1 0,-1-1 0,0 0 0,0 0 0,0 1 0,0-1 0,0 0 0,-1-1 0,1 1 0,-1 0 0,0-1 0,0 1 0,0-1 0,0 0 0,0 0 0,0 0 0,-7 2 0,-64 25 0,65-26 0,-9 3 0,-1-1 0,0 0 0,0-2 0,-1 0 0,1-1 0,-1-1 0,1-1 0,-24-3 0,41 3-164,1 0 0,-1-1 0,1 1 1,-1-1-1,1 0 0,0 1 0,-1-1 0,1 0 0,-1 0 0,1 0 1,0 0-1,0 0 0,0 0 0,0 0 0,0 0 0,0 0 0,0-1 0,0 1 1,0 0-1,0-1 0,0 1 0,1-1 0,-1 1 0,1-1 0,-1 1 1,1-1-1,0 1 0,-1-1 0,1 1 0,0-3 0,2-52-8760,-1 52 8188,5-23-7559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8580,'0'0'14751,"10"-7"-13159,-3 2-1265,0 1 0,1 0 1,0 0-1,0 0 0,0 1 0,0 0 0,1 1 0,-1 0 0,1 0 0,-1 1 0,18-1 0,350 2 3024,-375 0-3434,-7 0-1024,-1 0 326,1 0 0,0 1 0,0 0 0,0 0 0,0 0-1,0 1 1,0 0 0,-7 2 0,-1 1-1721,-19 5-5721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5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86 6867,'0'0'8641,"20"0"-6392,66 3-354,-79-2-1562,-1 0 1,1 0-1,-1 1 1,1 0 0,-1 0-1,0 0 1,0 1-1,0-1 1,0 2-1,9 5 1,-11-6 25,-1-1-1,1 1 1,0-1 0,0 0 0,0 0 0,0-1-1,0 1 1,0-1 0,0 0 0,0 0-1,1 0 1,-1-1 0,5 1 0,-7-2-260,0-1 0,-1 1 0,1 0 0,-1-1 0,1 1 0,-1-1 0,0 0 0,0 1 0,1-1 0,-1 0 1,0 0-1,-1 0 0,1 0 0,0 0 0,0 0 0,-1 0 0,1 0 0,-1 0 0,0 0 0,1 0 0,-1 0 0,0 0 0,0 0 1,-1-3-1,2 0-73,-1 0 1,0 1-1,0-1 1,0 0 0,-1 1-1,1-1 1,-1 1-1,0-1 1,0 1-1,-1-1 1,0 1 0,-2-5-1,2 6-18,0 1-1,-1-1 1,1 1-1,-1 0 1,0 0-1,0 0 1,0 1-1,0-1 1,0 0-1,0 1 1,0 0-1,0 0 1,0 0-1,-1 0 1,1 0-1,0 1 1,-1 0 0,1-1-1,-1 1 1,1 1-1,0-1 1,-1 0-1,1 1 1,0-1-1,-1 1 1,1 0-1,-5 2 1,-1 1-7,1 0 1,0 0 0,0 1 0,0 0 0,0 0 0,1 1-1,0 0 1,-13 14 0,3 1 53,0 0 1,2 2-1,0 0 1,2 1-1,0 0 1,2 1-1,0 0 1,2 1-1,-8 36 1,7-14 27,3 1 0,2-1 1,2 1-1,5 68 0,0-99-244,0 1 0,1-1-1,1 0 1,0 0 0,2-1-1,0 1 1,1-1 0,1 0-1,0-1 1,1 0 0,1 0-1,14 16 1,-23-30-690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6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14038,'0'0'7364,"115"-50"-4243,-61 36-1872,7 3-929,0-2-176,-7 1-144,0-4-1169,7-4-1648,-7-5-4002,1-11-2817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6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14903,'0'0'7523,"-47"140"-3473,40-77-2001,-7 0-544,-6-2-145,7-4-495,6-12-353,0-5-512,0-8 0,7-9 0,0-8-1185,0-8-687,14-7-7269,13-11 1138,7-16-4211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6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62 14391,'0'0'15895,"-10"13"-14972,-31 44-424,40-55-480,0-1 0,0 1 1,0-1-1,0 1 0,0 0 0,0-1 1,1 1-1,-1 0 0,1 0 0,-1 0 1,1-1-1,0 1 0,-1 0 0,1 0 1,0 0-1,0 0 0,0 0 0,1 2 1,0-2-12,-1-1 0,1 0 1,0 0-1,0 0 1,0 0-1,0 0 0,-1 0 1,1 0-1,1 0 1,-1 0-1,0 0 0,0 0 1,0-1-1,0 1 1,0 0-1,1-1 0,-1 1 1,0-1-1,2 1 1,6 1 4,1-1 0,-1 1 0,1-2 0,-1 1 0,13-2 1,-12 0 10,-8 1-40,0 0 0,0 0 0,0 0-1,0-1 1,-1 1 0,1-1 0,0 0-1,0 0 1,0 1 0,0-1-1,-1 0 1,1-1 0,0 1 0,-1 0-1,1 0 1,-1-1 0,1 1-1,-1-1 1,0 1 0,0-1 0,0 1-1,1-1 1,-1 0 0,-1 0 0,1 1-1,0-1 1,0 0 0,-1 0-1,1 0 1,-1 0 0,0 0 0,1 0-1,-1 0 1,0 0 0,0 0-1,0 0 1,0 0 0,-2-4 0,2 1 2,0-1 0,-1 0 1,0 0-1,0 1 1,-1-1-1,0 0 1,0 1-1,0 0 1,-1-1-1,1 1 1,-1 0-1,-7-8 0,5 7 12,-1 0 0,0 1 0,-1 0 0,1 0 0,-1 1-1,0 0 1,0 0 0,0 1 0,0-1 0,-15-3-1,21 7-170,11 0-4643,144 4-12541,-101-4 13395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7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41 3570,'0'0'23517,"-14"21"-20097,9-15-3317,0 0-1,1 1 1,0 0 0,0 0-1,0 0 1,1 0-1,0 0 1,1 1 0,0-1-1,-2 10 1,5-16-105,-1 0-1,1 0 1,-1 0 0,1-1 0,-1 1 0,1 0-1,0-1 1,-1 1 0,1-1 0,0 1 0,-1-1 0,1 1-1,0-1 1,0 1 0,0-1 0,-1 0 0,1 1-1,0-1 1,0 0 0,0 0 0,0 1 0,0-1-1,0 0 1,0 0 0,0 0 0,-1 0 0,1 0-1,1-1 1,37 0-169,-32 1 40,-3 0 139,0-1-1,0 0 1,1 0-1,-1 0 1,0 0-1,0 0 1,-1-1-1,1 0 1,0 0-1,0 0 1,-1 0-1,1-1 1,-1 1-1,0-1 1,0 0-1,0 0 1,0 0-1,0 0 1,-1 0-1,1-1 0,-1 1 1,0-1-1,0 0 1,0 1-1,-1-1 1,1 0-1,-1 0 1,0 0-1,0-1 1,0 1-1,-1 0 1,1 0-1,-1 0 1,0 0-1,0-1 1,-1 1-1,1 0 1,-1 0-1,0 0 1,-1-5-1,0 7 49,1 0-1,-1-1 1,0 1 0,0 0-1,0 1 1,0-1 0,0 0-1,0 0 1,0 1 0,-1 0-1,1-1 1,0 1 0,-1 0 0,1 0-1,-1 0 1,1 0 0,-1 1-1,0-1 1,-3 0 0,4 1-171,1 0 1,0 0 0,-1-1 0,1 1 0,0 0 0,0 0-1,-1 0 1,1 1 0,0-1 0,-1 0 0,1 0 0,0 1-1,0-1 1,-1 1 0,1-1 0,0 1 0,0-1 0,0 1-1,0 0 1,0-1 0,0 1 0,0 0 0,0 0-1,0 0 1,0 0 0,0 0 0,0 0 0,1 0 0,-1 0-1,0 0 1,1 0 0,-1 1 0,1-1 0,-1 0 0,1 0-1,0 1 1,-1-1 0,1 0 0,0 0 0,0 1 0,0 0-1,0-1-164,0 0 0,0-1-1,0 1 1,0-1-1,0 1 1,0-1 0,0 1-1,0-1 1,1 1 0,-1-1-1,0 1 1,0-1-1,1 1 1,-1-1 0,0 1-1,1-1 1,-1 1-1,0-1 1,1 0 0,-1 1-1,0-1 1,1 0-1,-1 1 1,1-1 0,-1 0-1,1 1 1,-1-1-1,1 0 1,-1 0 0,1 0-1,-1 0 1,1 1-1,-1-1 1,1 0 0,0 0-1,-1 0 1,1 0-1,-1 0 1,2 0 0,17 0-8549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7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7187,'0'0'21277,"11"4"-19754,34 13-288,-44-16-1186,0-1-1,0 1 0,0 0 1,0 0-1,0-1 0,0 1 1,0 0-1,-1 0 0,1 0 1,0 0-1,-1 0 0,1 0 0,-1 0 1,1 0-1,-1 0 0,1 1 1,-1-1-1,0 0 0,1 0 1,-1 0-1,0 0 0,0 1 1,0-1-1,0 0 0,0 0 1,0 0-1,0 0 0,-1 1 1,0 1-1,1 4 47,-1-1-95,0-6 0,1 0 0,0 0 0,0 1 0,-1-1 0,1 0 0,0 0 0,0 1 0,-1-1 0,1 0 0,0 0 0,-1 0 0,1 0 0,0 0 0,0 0 0,-1 1 0,1-1 0,0 0 0,-1 0 0,1 0 0,0 0 0,-1 0 0,1 0 0,0 0 0,-1 0 0,1 0 0,0 0 0,-1 0 0,1-1 0,0 1 0,-1 0 0,1 0 0,0 0 0,-1 0 0,1 0 0,0-1 0,0 1 0,-1 0 0,1 0 0,0-1 0,0 1 0,0 0 0,-1 0 0,1-1 0,0 1 0,0 0 0,0 0 0,-1-1 0,1 1 0,0 0 0,0-1 0,-5-12 0,5 13 0,-2-15 0,1-1 0,0 1 0,1 0 0,1 0 0,0-1 0,1 1 0,1 0 0,0 0 0,1 0 0,1 1 0,6-17 0,2 13-8,5 17-5507,-7 3-994,8 8-7087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8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0 3858,'0'0'23098,"-18"3"-21273,8-2-1595,3-1-86,-1 1 0,0 0 0,1 0 0,-1 1-1,1 0 1,0 0 0,0 0 0,0 1 0,0 1 0,0-1 0,0 1 0,1 0-1,0 0 1,0 1 0,-10 9 0,4-1-67,1 1-1,1 0 1,0 0-1,0 1 1,2 1-1,0-1 1,1 1-1,0 1 1,1-1-1,1 1 1,1 0-1,0 0 1,1 1-1,1-1 1,1 1-1,0-1 1,1 1-1,3 18 1,-2-30-122,1 1 0,-1-1 0,1 0-1,1 0 1,-1 0 0,1 0 0,0 0 0,0 0 0,1-1-1,0 0 1,0 1 0,0-1 0,0-1 0,1 1 0,0-1-1,0 0 1,0 0 0,1 0 0,-1 0 0,1-1 0,0 0-1,0 0 1,0-1 0,8 3 0,5 0-482,0 0 1,1-1-1,-1-1 0,1-1 1,0-1-1,36-2 0,0-9-7468,3-15-6839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8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2401,'0'0'25236,"-7"5"-23150,-7 6-1592,0 0 0,0 1 0,-12 14 0,19-19-375,1 0-1,0 0 1,1 1 0,0-1-1,0 1 1,0 0 0,1 1-1,-6 16 1,10-24-119,0 0 0,-1-1 0,1 1 0,0 0 0,0 0 0,0 0 0,0-1 0,0 1 0,0 0 0,0 0 0,0-1 0,0 1 0,1 0 0,-1 0 0,0-1 0,0 1 0,1 0 0,-1 0 0,0-1 0,1 1 0,-1 0 0,0-1 0,1 1 0,-1-1 0,1 1 0,0-1 0,-1 1 0,1-1 0,-1 1 0,1-1 0,0 1 0,-1-1 0,1 1 0,0-1 0,-1 0 0,1 0 0,0 1 0,0-1 0,-1 0 0,3 0 0,38 0 0,-22-1 0,221-1-752,-239 2 732,1 0 0,-1 0 1,0 0-1,0 0 0,0 0 1,1 0-1,-1 1 1,0-1-1,0 0 0,0 1 1,0-1-1,0 1 0,0-1 1,0 1-1,0-1 1,0 1-1,0 0 0,0-1 1,0 1-1,0 0 0,0 0 1,-1 0-1,1 0 0,0 0 1,0 0-1,-1 0 1,1 0-1,-1 0 0,1 2 1,0 0 24,-1-1-1,1 1 1,-1 0 0,0 0 0,0 0 0,0 0 0,-1 0 0,1 0 0,-1 0-1,1 0 1,-1 0 0,-2 4 0,-1 0 73,0 1-1,0-1 0,0 0 1,-1 0-1,0-1 1,-1 0-1,0 0 1,-6 6-1,-55 41 504,61-49-742,0 0-1,0 0 1,0-1-1,0 0 1,-1 0 0,1-1-1,-1 1 1,0-1-1,1-1 1,-1 0 0,-10 1-1,14-2-9,0 0 1,0 0-1,0 0 0,-1-1 0,1 1 1,0-1-1,0 0 0,0 0 0,0 0 1,1 0-1,-1-1 0,0 1 0,0-1 1,1 0-1,-1 1 0,1-1 0,-1-1 1,1 1-1,0 0 0,0 0 0,0-1 1,0 1-1,0-1 0,1 0 1,-1 1-1,-1-6 0,-10-27-6411,5-8-2139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8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1 0 12214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8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1 151 12214,'115'-151'4049,"-88"151"642,7 0-898,6 0-1472,1 5-960,-7 4-625,7 0-608,-8 0-128,-5 0-512,5 0-2545,-5-5-4243,5-1-8307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8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22202,'0'0'10565,"0"9"-10565,7-7 0,-1 0 0,1-2 0,7 0 0,-1 0-6099,8 0-5602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9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68 16343,'0'0'14423,"-16"-11"-13270,-52-31-436,61 39-710,0 1-1,0 0 0,0 0 0,0 0 0,0 1 1,-1 0-1,1 0 0,0 1 0,-1 0 1,1 0-1,0 1 0,-1-1 0,1 2 0,0-1 1,0 1-1,0 0 0,0 1 0,0-1 1,0 2-1,-8 4 0,8-3-6,0 0 0,0 0 0,1 1 0,0 0 0,0 0 0,0 1 0,1-1 0,0 1 0,0 0 0,1 0 0,0 1 0,0 0 0,1-1 0,0 1 0,0 0 0,1 1 0,0-1 0,0 0 0,1 1 0,-1 10 0,3-17 0,-1 1 0,1-1 0,-1 1 0,1-1 0,0 1 0,0-1 0,0 0 0,0 1 0,0-1 0,0 0 0,1 0 0,-1 0 0,1 0 0,0 0 0,-1 0 0,1 0 0,0-1 0,0 1 0,0 0 0,0-1 0,1 0 0,-1 1 0,0-1 0,1 0 0,-1 0 0,0-1 0,1 1 0,-1 0 0,1-1 0,-1 1 0,4-1 0,13 3 0,-1-1 0,1-1 0,23-1 0,-26 0 0,10 0 0,0-1 0,47-8 0,-63 7 0,-1 0 0,0-1 0,0 0 0,0-1 0,0 0 0,-1 0 0,1-1 0,-1 0 0,0 0 0,-1-1 0,10-8 0,-16 15 0,-1 0 0,1 0 0,-1 0 0,1 0 0,-1 0 0,0 0 0,1 0 0,-1 0 0,0 0 0,0 0 0,0 0 0,0 0 0,0 0 0,0 1 0,0-1 0,0 0 0,0 0 0,-1 1 0,-38 110 0,20-47 0,13-48 0,0 0 0,1 1 0,2 0 0,0 0 0,-1 22 0,-3 19-371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3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8932,'0'0'18064,"0"0"-18023,1 0 0,-1 0-1,0 0 1,0 1 0,0-1 0,0 0-1,1 0 1,-1 0 0,0 0-1,0 0 1,0 0 0,0 0 0,1 0-1,-1 0 1,0 0 0,0 0-1,0 0 1,0 0 0,1 0 0,-1 0-1,0 0 1,0 0 0,0 0-1,0-1 1,1 1 0,-1 0-1,0 0 1,0 0 0,0 0 0,0 0-1,0 0 1,1 0 0,-1 0-1,0-1 1,0 1 0,0 0 0,0 0-1,0 0 1,0 0 0,0 0-1,0-1 1,0 1 0,0 0-1,0 0 1,1 0 0,-1 0 0,0-1-1,0 1 1,0 0 0,0 0-1,0 0 1,0 0 0,0-1 0,0 1-1,0 0 1,-1 0 0,1 0-1,0 0 1,0-1 0,0 1 0,0 0-1,14 7 269,-1 0-1,0 1 1,-1 0 0,1 2-1,11 10 1,61 61 1083,-82-78-1389,15 15-3,-2 0 0,0 1 0,0 0 0,-2 2 0,14 26 0,-21-32 0,0 0 0,-1 0 0,-1 1 0,-1 0 0,0 0 0,-1 0 0,-1 0 0,0 0 0,-1 17 0,-1-28 1,0 0-1,-1-1 1,0 1-1,0-1 1,0 1 0,0-1-1,-1 0 1,0 0-1,0 1 1,0-1 0,0 0-1,-1 0 1,1-1-1,-1 1 1,0-1 0,0 1-1,-4 2 1,0 0-8,0 0 0,-1-1 1,1 0-1,-1 0 0,0 0 1,0-1-1,-16 5 0,17-8-336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40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9300,'0'0'17334,"2"-3"-15096,1 0-2097,1 1 0,-1 0 0,0-1 0,1 1 1,-1 1-1,1-1 0,-1 0 0,1 1 0,0 0 0,0 0 0,0 0 1,0 0-1,4 0 0,63-4 1530,-43 4-1423,41-5-651,111-4-3532,-192 11-2324,-3 4 1810,10-3 2356,-23 10-8189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4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5891,'0'0'23194,"88"21"-21849,-33-21-369,-1 0-463,-7-5-177,1 1-288,-21-1-48,0 3-1265,-7-3-2080,7-6-5539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41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7411,'0'0'17929,"2"4"-16001,0 9-1469,1 1-1,-2 0 0,0 0 0,0-1 1,-1 1-1,-1 0 0,0 0 0,-1 0 0,-1-1 1,0 1-1,-9 23 0,2-9-458,7-19 0,0-1 0,0 1 0,-1-1 0,-9 16 0,13-24 0,0 0 0,0 1 0,0-1 0,0 0 0,1 0 0,-1 1 0,0-1 0,0 0 0,0 0 0,1 1 0,-1-1 0,0 0 0,0 0 0,0 1 0,1-1 0,-1 0 0,0 0 0,1 0 0,-1 0 0,0 1 0,0-1 0,1 0 0,-1 0 0,0 0 0,1 0 0,-1 0 0,0 0 0,1 0 0,-1 0 0,0 0 0,0 0 0,1 0 0,-1 0 0,0 0 0,1 0 0,-1 0 0,0 0 0,1 0 0,-1-1 0,1 1 0,17-1 0,24-5 0,1 2 0,-1 2 0,59 5 0,-99-3 0,-1 0 0,0 0 0,1 0 0,-1 1 0,0-1 0,0 1 0,1-1 0,-1 1 0,0-1 0,0 1 0,1 0 0,-1-1 0,0 1 0,0 0 0,0 0 0,0 0 0,0 0 0,0 0 0,-1 0 0,1 0 0,0 0 0,0 0 0,-1 0 0,1 1 0,-1-1 0,1 0 0,-1 0 0,1 1 0,-1 2 0,1 45 0,-3-27 0,2-19 0,-1 0 0,1 0 0,-1 0 0,0 0 0,0 0 0,0-1 0,-1 1 0,1 0 0,-1-1 0,1 1 0,-1-1 0,0 1 0,0-1 0,0 0 0,0 0 0,0 0 0,-1 0 0,1 0 0,-1 0 0,1-1 0,-4 2 0,-64 29 0,58-27 0,-30 13 0,17-7 0,1-1 0,-1-2 0,-33 8 0,57-42-6691,7 1-382,7-5-3206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5:41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8932,'0'0'16824,"9"-1"-14957,17-2-1432,1 1-1,0 1 1,0 2 0,0 0-1,0 2 1,0 1-1,-1 2 1,27 8-1,-16-7-3952,-20-7-6286,-14 0 7855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2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5074,'0'0'11336,"1"-3"-9652,5-14 4345,-6 20-5821,13 198 3479,-13-17-1906,42 344 0,-17-372-1436,4 162 1,-16 253 129,-13-565-473,0 86 7,-14 108 1,9-145-10,3 77 0,2-82 0,2-18 0,2 0 0,1-1 0,8 32 0,-2-12 0,-4-25 0,-5-28 0,-1 1 0,0-1 0,0 0 0,0 1 0,1-1 0,-2 0 0,1 0 0,0 1 0,0-1 0,1-4 0,7-30-2323,-2-2-3340,5-21-5253,0 21-2181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4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97 215 400,'0'0'2116,"-19"-10"-1185,-58-36 15428,106 42-12119,48 3-3685,-71 1 434,725-32 2698,282-26-2122,3 48 8,-492-17-1366,4 0-62,-495 27-145,556 18 0,-450-5 0,244-9 0,-291-19 0,-66 10 0,-1 1 0,40-2 0,-65 6 0,1 0 0,0 0 0,-1 1 0,1-1 0,-1 0 0,1 0 0,-1 1 0,0-1 0,1 1 0,-1-1 0,1 0 0,-1 1 0,0-1 0,1 1 0,-1-1 0,0 1 0,1-1 0,-1 1 0,0-1 0,0 1 0,0 0 0,1-1 0,-1 1 0,0-1 0,0 1 0,0-1 0,0 1 0,0 0 0,0-1 0,0 2 0,-1 19 0,1-19 0,-4 63 0,-3 0 0,-2 0 0,-20 68 0,11-52 0,-10 100 0,8 165 0,-13 140 0,11-268 0,-11 88 0,23-196 0,5 156 0,6-163 0,1-39 0,2 1 0,17 85 0,-11-74 0,-4 0 0,-6 137 0,-2-86 0,2-119 0,1 0 0,1-1 0,-1 1 0,5 13 0,4 24 0,-10-45-2,-4-18-2812,-9 7-4300,-17-4-8856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6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6627,'7'-12'23688,"-7"241"-21236,1-232-2452,-1 1 0,1 0 0,0 0 0,0-1 0,0 1 0,0 0 0,1 0 0,-1 0 0,0 0 0,1 1 0,-1-1 0,1 0 0,0 0 0,0 1 0,0-1 0,0 1 0,0 0 0,0 0 0,0-1 0,0 1 0,0 1 0,0-1 0,1 0 0,-1 0 0,5 0 0,64-13 0,-67 13 0,253-21-86,275 10 1,-171 10-45,730-34-252,-725 12 265,89-2 170,-6 41 126,-440-14-171,66 3-15,0-2 0,143-17-1,-115 3-193,2 5 0,131 8 0,-84 1-257,-119-2 366,351 14 1555,-365-13-1164,-8 0-830,-19-1-2271,-11-3-5665,-2-12-7085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8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0 204 944,'0'0'9765,"29"15"-5320,2-10 3265,26-7-6767,-18 0-462,607-50 135,-275 12-308,490-4 26,-512 31-268,98 2 499,215-12 478,-510 8-851,134-6 233,-163 20-385,227 28 0,-206-12-7,162-3-1,-38-5-15,-100-2 1251,-167-5-825,32 0 2542,-80 0-2926,-46 0-1918,29 5-4577,12 2-2192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9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0 251 6067,'0'0'10322,"35"0"-5328,175 2-1874,358-13-3631,-283-18 483,519-29 1166,-339 57-983,735-24-182,-95 12 331,-998 17-231,-40 0 283,70-6 0,-14-24 2101,61 7 203,-179 15-1581,-15-2-741,-29-7-1283,21 8-205,-31-15-4983,-10-8-5334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1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3762,'0'0'14438,"3"6"-12074,5 14-514,2 5-8,-2 0 1,0 0 0,-1 1 0,5 39 0,-4 409-813,-11-278-921,30 382-109,-22-221 0,-8-230 0,15 148 0,15 115 0,-27-317 0,-1 11 0,16 143 0,-2-127 0,1 147 0,-14-236 0,2-1 0,-1 0 0,1 1 0,6 17 0,-4-18 0,-2 0 0,1 0 0,-1 0 0,1 19 0,10 18 0,-11-43 0,-1-6-564,0 0 0,1 0 0,-1 0-1,0 0 1,0 0 0,0 0 0,0 0 0,0 0 0,0 0-1,0 0 1,-1-1 0,1-3 0,6-6-9062,-2 1 1839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2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 4306,'0'0'17291,"-1"16"-14186,-30 139 437,-15 207 1,30-213-2563,-3 27-980,6 1 0,23 352 0,19 437 0,-30-717 0,-12-31 0,13 151 0,1-367 0,3-2-395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1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3121,'0'0'9730,"9"-18"-5963,-7 19-3655,-1-1-1,0 0 0,0 1 1,1-1-1,-1 0 1,0 1-1,0 0 0,1-1 1,-1 1-1,0 0 0,0 0 1,0-1-1,0 1 1,0 0-1,0 0 0,0 0 1,0 0-1,-1 1 0,1-1 1,0 0-1,-1 0 1,1 0-1,0 0 0,-1 1 1,0-1-1,1 0 0,-1 1 1,0-1-1,1 0 1,-1 1-1,0-1 0,0 0 1,0 2-1,-1 62 487,0-38-165,8 338 565,-7 578 827,22-659-1236,-2-83 92,-14 281 1233,-7-307-1411,1-175-490,0-44-7074,0 12 1687,0-7-2354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14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2769,'0'0'5472,"12"1"2803,37 3-6316,62-4-1456,522-18 784,-305 12-1063,-201 7-189,165 10-24,409-5 164,-440-7-1,78-12-98,5 1 14,65-4-41,-113 2-138,-288 14 107,139-4 313,165-26 0,-306 30 1099,-9 1-974,-15 6-3284,-2 1-1971,-6-1-2074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16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60 379 5138,'0'0'12017,"-12"-18"-11116,8 16-730,1 0-1,-1 0 0,1 0 1,-1 0-1,0 1 0,1 0 1,-8-2-1,-1-1 2505,32 1-1558,190-21-429,268-65 0,-271 46-560,137 4-130,-46 8-33,106-10 91,-78 12-80,280-13 148,3 45 320,-190 2-321,-233-6-76,263 5 226,-269 18-16,-5 0-71,-64-14 19,-110-8-115,-1 0-1,0 1 1,1-1-1,-1 1 1,0-1-1,0 1 0,0-1 1,1 1-1,-1-1 1,0 1-1,0 0 0,0-1 1,0 1-1,0-1 1,0 1-1,0-1 1,0 1-1,0-1 0,0 1 1,0-1-1,-1 1 1,1-1-1,0 1 0,0-1 1,0 1-1,-1-1 1,1 1-1,-1 0 1,-44-3-8910,25-5 811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19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2513,'0'0'4221,"4"0"-3829,172-12 5453,86-34-5296,-81 12 1968,-141 30-1864,1 1 0,-1 2 0,43 5 0,36 0 712,-117-4-9,-3 0-1255,-1 0 0,1 0 0,0 1-1,-1-1 1,1 0 0,0 1 0,0 0 0,-1-1 0,1 1 0,0-1 0,0 1 0,0 0 0,0 0 0,0 0 0,0 0 0,0 0-1,0 0 1,0 0 0,0 0 0,1 0 0,-1 0 0,0 0 0,0 3 0,-14 37 584,6-14-265,3-7-31,0 0 1,1-1 0,1 1-1,1 1 1,1-1-1,1 0 1,1 27 0,-3 35 284,-32 132 773,15-106-1072,10-35 149,2 86-1,-3 18 362,3-46-750,8 134 1,3-101-82,3 32-54,-4-183 0,-1 0 0,2-1 0,-1 1 0,2-1 0,0 0 0,0 0 0,1 0 0,0 0 0,1-1 0,10 14 0,-9-15 0,-1 1 0,0 0 0,0 0 0,-1 1 0,-1-1 0,0 1 0,-1 0 0,0 0 0,0 1 0,0 14 0,-4 7 0,0-25 0,0 0 0,1 0 0,0 0 0,0 0 0,1 0 0,0 0 0,1 0 0,0 0 0,0 0 0,5 12 0,-2-9 0,-1-1 0,0 1 0,-1 0 0,-1 0 0,0 1 0,0-1 0,-1 1 0,-1-1 0,-1 18 0,1-17 0,0 91-1173,0-63-135,0-32 521,0-13-72,0 3 342,0 0 1,0 0-1,0 0 0,0 0 1,0 0-1,0 0 1,-1 1-1,1-1 0,0 0 1,0 0-1,-1 0 0,1 0 1,-1 1-1,1-1 1,-1 0-1,1 0 0,-1 1 1,1-1-1,-1 0 1,1 1-1,-1-1 0,0 0 1,1 1-1,-2-1 1,-22-10-11319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21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0 282 2897,'0'0'4328,"10"0"-4859,23 0 12158,-27 0-9966,109-2-1486,-1-6-1,206-40 0,352-46-187,9 70-67,-139 0 235,-356 5-122,366-19 171,803 38 332,-1206-12-451,10-1 57,217 13 2489,-417 7-2151,21 1-1732,-15 3-11025,9-10 4906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23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1 375 5507,'0'0'7037,"8"0"-6439,99-9 4742,9-9-4322,141-16 223,-66 12-281,65-14 454,353-3 0,-232 30-849,513-78 1,-354 33-351,5 31-156,-162 9-155,-200 5 25,393-12 172,-464 21-106,-107 0 786,26 19-311,-24-12-3337,0-4 469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25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2001,'0'0'6208,"20"-17"3735,-10 59-7948,-8-34-1763,1-1-1,-2 0 0,1 0 1,-1 0-1,1 10 0,-2 238 3625,0 342-1824,13-437-1802,7 181 210,-14-196-368,1 8 200,0 53 222,2-90-12,-8 171 0,-3-128 34,2-105-348,0-54-168,5 0-1688,11-18-5913,3-16 1118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27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14 2081,'0'0'8238,"-1"-1"-7912,0 0 0,1 0 0,-1 0 0,1 0 0,-1 0 0,0 0 0,0 0 0,0 1 0,1-1 0,-1 0 0,0 0 0,0 1 0,0-1 0,0 1 0,0-1 0,-1 0 0,-1 3-128,1-1 0,0 0 1,-1 1-1,1 0 1,0-1-1,0 1 0,0 0 1,0 0-1,0 0 1,0 0-1,1 1 0,-1-1 1,1 0-1,0 1 1,-1-1-1,1 1 0,0-1 1,-1 5-1,-15 54 2521,13-9-793,5 89 0,1-52-781,18 414 2320,-20 209-2021,-20-487-1418,20-182-22,1-11 29,-1-1 1,-7 44-1,-6 88-14,10-111-5,-1 6-87,1-32 98,-2 7 17,3-27-39,0 1-1,1-1 1,0 1 0,0 0-1,1-1 1,-1 1-1,2 8 1,-1-4 0,0-11 13,1 0-85,-1-1 34,1 1 0,-1 0 0,1-1 0,-1 1 0,1-1 1,-1 1-1,1-1 0,-1 1 0,0-1 0,1 0 0,-1 1 1,0-1-1,1 1 0,-1-1 0,0 0 0,0 1 0,0-1 0,1 0 1,-1 1-1,0-1 0,0 0 0,0 1 0,0-1 0,0 0 1,-1-1-1,1-29-5763,0 20-461,0-4-2820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1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4290,'0'0'10359,"1"-4"-9297,9-11 9155,-8 22-9722,-3 64 614,-1-25-498,3 1-1,7 57 0,-7-58-223,-1-46-142,-1-27 70,-5-1-261,2 0 0,0-1 0,2 1 0,1-1 0,4-35 0,-1-3-42,-2 61-13,1-1 0,1 0 0,-1 1 0,1-1 1,0 1-1,1 0 0,-1 0 0,1 0 0,1 0 0,5-8 0,10-22-90,-17 34 84,0-1 0,0 1 0,1 0 0,-1-1 0,0 1 0,1 0 0,0 0 0,-1 1 0,1-1 0,0 0 0,0 1 0,0 0 0,0 0 0,0 0 0,0 0 0,0 0 0,0 0 0,0 1 0,6-1 0,-1 0-8,0 1 0,0-1 0,0 1 1,0 1-1,1 0 0,-2 0 0,10 2 0,-14-1 17,-1-1 1,1 0-1,-1 1 1,0 0-1,1 0 0,-1 0 1,0 0-1,0 0 1,0 0-1,-1 0 0,1 1 1,-1-1-1,1 0 1,-1 1-1,0 0 1,1-1-1,-1 1 0,1 4 1,11 55 64,-12-52-60,10 45 50,-6-35 5,-1-1 1,-1 1-1,0 24 1,11 30 292,-14 21 362,0-94-693,19-7-621,-18-1-346,1 0 0,-1 0 0,-1 0 0,1 0 0,-1 0 0,0 0 0,-2-13 0,0-7-6608,1 12 1230,-5 3-578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16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82 6851,'0'0'8863,"-6"-15"721,6 10-8040,15-3-1147,1 1 1,0 1 0,22-5-1,-10 2-26,-12 4-74,1 1 0,-1 0 1,1 1-1,21 0 1,8 2-6999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32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1777,'0'0'6037,"13"34"-215,-13 58-4522,-20 156 1,-10 62-495,27-264-569,-30 401 657,30-258-652,-1 9 348,-6-47-220,8-79 143,-21 118-1,13-120 176,4-1-1,1 75 1,6-152-1288,0 0 0,1 0 0,0 0 0,0 0 1,0 0-1,1 1 0,7-15 0,9-25-6124,-6 8 761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3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1 421 4434,'0'0'4885,"35"-12"-3324,621-139 2971,-14 82-2558,-473 57-2008,-80 6 6,433-43 168,-297 24-71,255 5 1,36-6 1755,2 0-721,-338 26-851,621 7 1052,-690-4-1242,-1-4 0,150-21 1,-239 16 2041,8 1 1704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35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0 3153,'0'0'9986,"0"12"-3268,0 49-4498,-2-20-1764,-3-1 0,-1 0 1,-19 63-1,-4 32-147,19-76 133,-6 29 103,-6 162-1,19-205-287,-2-1 0,-1 1 0,-20 65 0,-10 68 1157,9-24-382,23-130-831,-1-1 0,-1 1-1,-16 36 1,12-36-5,2 0 0,1 1 0,-5 28 0,-40 436 1528,42-436-1622,6-40-68,2 0 1,-1 0-1,1 17 1,0-6-35,0 0 0,-8 36 0,5-36 0,1 0 0,-1 38 0,4-11-973,-1-26-436,2 1 0,3 34 0,-30-69-18138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38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1 367 5475,'0'0'14241,"20"0"-13030,56-4 206,0-4 0,86-19 1,31-4-1343,-113 22-41,377-32 82,222-13-39,233-14 3,-161 21-273,-576 33 215,771-9 40,-765 24-86,-86-1 969,161-20 1,-222 13 2188,-50 7-4912,-32-1-1904,-11-2-2436,-8-7-4465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39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55 190 544,'0'0'5979,"-40"21"760,26-14-6592,14-7-109,0 0 1,0 0-1,0 0 1,0 0-1,1 0 0,-1 0 1,0 0-1,0 0 1,0 0-1,0 0 1,0 0-1,0 0 0,0 0 1,0 0-1,1 0 1,-1 0-1,0 0 1,0 0-1,0 0 0,0 0 1,0 0-1,0 1 1,0-1-1,0 0 1,0 0-1,0 0 0,0 0 1,1 0-1,-1 0 1,0 0-1,0 0 1,0 0-1,0 1 0,0-1 1,0 0-1,0 0 1,0 0-1,0 0 1,0 0-1,0 0 0,0 0 1,0 1-1,0-1 1,0 0-1,0 0 1,0 0-1,0 0 0,0 0 1,0 0-1,0 0 1,0 1-1,-1-1 1,1 0-1,0 0 0,0 0 1,0 0-1,0 0 1,0 0-1,0 0 1,20 3 969,27-2 0,8 0-464,0-3 0,0-2 1,78-16-1,23-12 44,2 8 1,182-6 0,325 23 235,-413 8-666,1020-31 749,293-10-739,-1496 41-166,1-4-1,122-20 1,-171 20 631,0 0 0,27 1 0,23-3 3,-69 5 156,-42 0-635,-2 0-3257,-17 3-8588,31-2 2457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41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101 387 2881,'0'0'1075,"-16"-2"-826,-69-13 9892,92 9-8368,21 2-265,-1 1 0,1 1-1,31 2 1,-23 0-1277,43-4 1,110-25 347,253-21-83,348 9-715,-6 25 349,-503 18-102,239-26 31,-457 15-88,754-70-20,-534 64 233,207-4 1268,-448 18-1491,-3-1 3757,-38 2-3222,27-3 213,99-14-215,-42 0-418,-67 13-4,0-1-1,0 2 1,32-2 0,-49 5-88,-1 0 32,-41-2-2665,-5-1-5782,25-5-525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42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45 3105,'0'0'7196,"4"-7"-6497,14-23-6,-13 22 5150,-5 54-3095,-30 335 2671,13-228-4523,7-59-454,-14 239 1141,10-140-1047,1 3-202,-8 106 260,8-44-433,-6 163 535,16-317-572,4-71-81,-6 58 1,0-43 170,2 69 1,3-102-129,0-14 34,7-27-8503,1-16 734,4-14-5421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44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 2497,'0'0'6950,"4"7"-5517,0 3-816,-1 1 1,0 0 0,0-1-1,-1 1 1,0 0 0,-1 0 0,0 0-1,-1 0 1,0 1 0,-2 10-1,-5 27 1708,-13 49-1,-1 8-655,-13 188 1340,-40 230-858,35-340-1680,-18 236 0,16-82-186,16-163-139,3-34 15,-17 126 197,38-220-298,1-41-52,1 1 1,-1-1-1,-1 1 1,1-1-1,-1 1 1,0-1-1,-2 7 1,1-6 1139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58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9444,'0'0'7033,"0"20"-5315,0 339 5090,0-356-6756,20 489 4205,21 76-2640,-56 117 221,11-599-1838,4 1 0,4 0 0,23 140 0,-10-149 0,-4-18 0,7 65 0,-9-15 0,-5-64 0,-5-36 0,0-12 0,-1-66-6653,0 54 4166,0-14-7214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7443,'0'0'10944,"6"-1"-7810,24 0-2661,119 12 733,511-26-701,5 0-183,-232 17-156,467-4 407,-652-7-60,108-2 519,349 33-619,139 10-1160,-830-32 729,-1 0 0,1-1 0,0-1 0,-1 0 0,1-1 0,-1 0 0,0-1 0,0-1 0,-1 0 0,1-1 0,10-6 1603,-30 19-3596,5-5 1325,0 0 0,0 0 0,0-1 0,-1 1-1,1-1 1,-1 1 0,1-1 0,-1 0 0,1 0 0,-1 0 0,-3 0 0,-20 3-8542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1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1 388 4866,'0'0'10064,"22"-1"-8952,173-16 2703,200-43 1831,-159 21-5284,334-28 1220,618 7 0,-532 40-1543,166-2 475,268-46 209,-428 55-537,-614 15 78,-47-2 499,-48 0 227,21 1-1434,-23 0-4040,22-7-6280,7-13-2242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1313,'0'0'6693,"13"-2"-5695,131-28 2572,-116 26-2644,0 1 0,1 1 0,38 3 0,-34 0-346,0-2 1,39-5-1,319-46 2595,-226 33-782,-74 16 511,-60 3 3289,-33 14-6183,0-1-1,-1 1 1,0-1-1,-1 1 1,0-1-1,-1-1 1,-7 14 0,-2 6-4,12-26-6,-36 90 0,-37 142 0,12 12 0,-41 197 0,70-103 0,5-23 0,-31-67 0,50-211 0,-19 51 0,18-63 0,1 1 0,2 1 0,-6 45 0,1 365 0,13-358 0,1-68 0,1 1 0,0-1 0,2 0 0,0 1 0,0-1 0,2-1 0,11 24 0,-22-45-579,0 0 1,0 0-1,0 0 0,0 1 1,-1 0-1,1 0 1,-1 0-1,-7-2 0,-20-9-6645,-7-2-3475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5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2513,'2'1'19641,"17"2"-19561,502-26 929,-304 10-948,1169-28-162,-510 23 409,-3 0-163,-231 31-110,-58-11-1060,-201-11 1994,-5 8 7182,-365 1-7709,-52 2-2146,-73 13 0,24-1-10666,41-9 50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6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1 185 6371,'0'0'5080,"83"5"2003,-62-5-6412,312-14 3164,1069-83-2082,189 77-1583,-550 16-658,-622 5 125,-180-21 324,-44 0 444,82 20 3912,-304-16-23508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7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8660,'0'0'10226,"2"7"-8612,3 9-777,-1 1-1,-1 0 1,0 0 0,0 27-1,-8 79 1389,-30 172 0,17-114-1123,6 225 0,6-94-488,2 198-78,9-460-484,3-1 0,22 80 0,-18-86-21,-2 0 0,-1 0 0,4 82 0,-7 525-31,8-523-59,-7-89-3561,0-8-1539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08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8 4418,'6'-7'16301,"-10"96"-12474,-22 121 0,-3 55-1941,7 724 531,-2-426-2328,20-502-87,-7 74-2,-4 104 0,28 160 0,-6-272 0,7-30 0,-13-86 37,1-11 1,2-23-412,-4 19-408,0-11-3390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1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90 3730,'6'-6'18992,"-6"6"-18904,0 202 2504,0-114-11256,-6-144 5345,3-5 3474,1 38 1469,2 0 0,0-1 0,6-41 1,-5 59-1443,0 0 1,1 1 0,0-1 0,0 1 0,0-1 0,1 1 0,0 0 0,0 0-1,0 0 1,1 0 0,-1 1 0,1-1 0,0 1 0,1 0 0,-1 0 0,1 1 0,-1-1-1,11-4 1,-5 3-63,0 1-1,0 0 0,1 1 1,0 0-1,-1 1 1,1 0-1,0 1 1,0 0-1,12 1 0,-8 0-67,-12-1-27,0 1 0,0 0 0,0 0 0,0 0 0,0 0 0,0 1-1,0-1 1,0 1 0,4 1 0,-6-1-18,0 0-1,0 0 1,0 0-1,0 1 1,0-1-1,0 0 0,0 0 1,-1 0-1,1 1 1,0-1-1,-1 0 1,1 1-1,-1-1 1,1 1-1,-1-1 1,0 0-1,1 1 1,-1-1-1,0 1 1,0-1-1,0 1 1,0-1-1,-1 2 1,1 8 99,1-3 137,-1 1-1,-1-1 0,1 0 1,-1 0-1,-3 12 0,2-17-152,1 1 0,-1-1 0,0 0 0,0 0-1,0 0 1,0 0 0,0 0 0,-1 0 0,1-1-1,-1 1 1,0-1 0,0 0 0,0 1 0,-6 2 0,3-2-16,1 1-1,-1-2 1,0 1 0,0-1 0,0 0 0,0 0 0,0 0 0,-1-1 0,1 0 0,-9 0 0,14-1 25,2 3-295,-1-1 121,1 1 0,-1-1-1,1 1 1,0-1-1,0 1 1,0-1-1,1 1 1,-1-1-1,0 0 1,1 0 0,0 0-1,-1 0 1,1 0-1,4 3 1,40 32-710,-9-8 186,-35-27 594,0-1 0,0 1 0,0 0 0,-1 0 0,1 1 0,-1-1 0,1 0 0,-1 0-1,0 1 1,0-1 0,0 1 0,0-1 0,0 1 0,-1-1 0,1 1 0,-1-1 0,0 1-1,1 0 1,-1-1 0,-1 1 0,1 4 0,-1-4 94,-1 0-1,1 0 1,-1 0 0,0 0-1,1 0 1,-1 0 0,0 0-1,-1-1 1,1 1 0,0-1-1,-1 0 1,0 1 0,1-1-1,-5 2 1,-7 4 301,1-1 1,-1-1-1,0 0 1,-1-1-1,1 0 1,-20 2 0,28-5-311,-50 4 1316,53-6-1331,0 0-1,0 0 1,-1 0-1,1-1 1,0 1 0,0-1-1,0 0 1,0 0 0,0 0-1,0 0 1,0-1-1,0 1 1,0-1 0,0 0-1,-4-4 1,6 4-65,1 0-133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45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88 768,'0'0'3984,"4"-10"-3259,-2 3-406,12-30 452,7 14 2627,-19 22-2898,-1 0 0,1 0 0,0 0 1,-1 0-1,1 0 0,0 0 1,0 0-1,0 0 0,0 1 1,0-1-1,0 1 0,0 0 0,2-1 1,-3 2-350,0-1 0,0 1 0,0-1 0,1 1 1,-1 0-1,0 0 0,0-1 0,0 1 0,0 0 1,0 0-1,0 0 0,-1 0 0,1 0 0,0 0 0,0 0 1,-1 1-1,1-1 0,-1 0 0,1 0 0,-1 0 0,1 1 1,-1-1-1,0 0 0,0 2 0,51 219 4779,-8 122-2676,-23-157-1818,55 584 508,-72-296-117,-5-252-203,9-135-530,-7-87-157,0 1 0,1-1 1,-1 0-1,0 0 1,1 1-1,-1-1 0,1 0 1,0 0-1,-1 0 0,1 1 1,0-1-1,-1 0 0,1 0 1,0 0-1,0 0 0,0 0 1,0-1-1,0 1 0,0 0 1,0 0-1,2 0 1,-1 0-17,0 0 0,0 1 0,-1-1 1,1 0-1,-1 1 0,1-1 1,-1 1-1,1 0 0,-1-1 1,0 1-1,0 0 0,0 0 1,0 0-1,1 3 0,6 46-2706,-13-103-7889,4 9 3919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47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0 211 2625,'0'0'7094,"5"0"-5939,215-11 6312,5-13-4033,-91 9-2716,448-20-365,-102 9 679,483-1-466,-523 25-353,-86-11-86,105-1-46,-36 16 37,446-4 335,-712-14-425,-100 8 121,60 0-1,101-1 1375,-164 8-1254,21 0 3790,-95 8-3933,-1 7-4483,13-8-552,-4 1-3220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4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0,'-1'4'17157,"-2"6"-11729,-13 63-3271,3 28-566,6 0 0,5 129 0,3-119-1018,16 109-26,0 2-269,-14-17-32,-7 223 420,-5-350-457,-4 0-1,-24 80 1,16-74-57,-14 118 1,22 210-141,14-345-13,-15 201 1,15-255-1076,-4-35-10702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50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1777,'0'0'9185,"-8"23"-4644,-19 48-973,18-51-3071,1 0 1,-8 30 0,4 41 394,11-30 6294,30-61-7148,73-5-10,157-28 1,54-5-246,212 9-246,117-3-16,-319 27 501,362-22-23,-225 2-33,-36 22 343,353 4-103,9 10 634,-613-8 1129,-188-3-4192,-1-1 1,0 0 0,-16-4-1,4-2-5882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5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4162,'0'0'5405,"28"-3"1784,-15 4-7033,38 4 284,0-2-1,63-3 1,-39-2-375,235-23 44,-77 1-124,855-17 900,-360 35 2142,-432 7-3100,1769-5 324,-1739 2-209,-231-10 628,34 9 1695,-62 0-1306,0 3-1,101 12 1,-181-12-723,0 1 0,0 0 1,0 1-1,-25 7 0,-24 8-1613,1 1-5004,51-16 4435,-21 5-5398,3-2-3224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54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0 264 4066,'0'0'7214,"11"-3"-6355,33-4 1676,-1 2 1,83 0-1,-5 6-2081,-8 1 163,137-15 1,214-52-475,519-49 458,-77 100-94,-262 9-213,31 0 1251,-64 1-1372,-596 4-159,31-1 126,87-12-1,-55 3 3182,35 7-3126,-92 3 91,-20 0 474,41 0-165,174 27-1222,-227-30-357,0 0-6304,-2-1 1323,-1 0 5993,-12-2-5847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55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79 768,'0'0'5944,"2"-6"-4711,0 0-821,-1 4-231,0 0 1,-1-1-1,1 1 1,0 0 0,0 0-1,1 0 1,-1 0-1,0 0 1,1 0-1,2-3 1,9-18 6372,-2 5-1852,-8 21-3349,-2 13-881,-1-1-215,-20 452 4856,-12-99-3675,31-360-1406,-7 458 1488,9-331-1415,-22 178 415,21 308-229,7-496-288,-6-105 8,1-1 0,1 1 0,8 29 0,-2-13-18,11 118 23,-13-100-16,-6-49-29,-1-5-198,0-28-3426,1-34-8611,5 39 5675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1:5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70 4530,'0'0'7203,"14"-29"-2659,-11-5-2303,-1 28 1110,-1 22-1873,-3 19-339,-1-1 1,-12 49 0,7-42-129,-3 46 1,7 237 1220,1-22-486,-6-69-1746,-9 131 0,14-137 0,-1 20 0,-8 216 0,13-371 0,7 62 0,-7 50-141,0-246-3515,0 0-7268,0 10-4801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19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136 123 2305,'0'0'6955,"14"-12"-6050,-3 1-484,36-34-200,-12-8 13667,-35 53-13685,-1 0-1,-18-2 2361,-20 9-1880,23-1-341,1 2 0,0 0 0,1 1 0,-1 0 0,2 1 0,0 1-1,-14 13 1,21-18-263,1 1 0,-1 0-1,1 0 1,1 0 0,-1 0-1,1 1 1,1 0 0,-1-1-1,1 1 1,1 1 0,0-1-1,0 0 1,0 1 0,1-1-1,0 15 1,0-18-57,1-1-1,0 0 1,1 0 0,-1 0-1,1 1 1,0-1 0,0 0-1,0 0 1,0 0 0,1 0-1,-1 0 1,4 5 0,-3-7-17,0 0-1,0 0 1,1 0 0,-1-1 0,0 1 0,1 0 0,-1-1-1,1 1 1,0-1 0,-1 0 0,1 0 0,0 0 0,0 0-1,0-1 1,0 1 0,-1-1 0,1 0 0,5 0 0,5 1-2,1-1 0,-1 0 1,0-1-1,0-1 0,0 0 1,-1-1-1,1 0 0,-1-1 1,1 0-1,-1-1 0,0 0 1,-1-1-1,1-1 0,-1 0 1,20-16-1,3-4-3,-20 25-3660,-6 3-2546,10-5-4690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0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1777,'0'0'6795,"7"-30"4399,-7 34-10549,0 91 8772,0 158-8594,0-252-847,0-40-5002,-1-9-6929,-5 31 5688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21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54 4114,'0'0'10466,"0"-5"-8868,0 4-1425,0-1 0,0 1 0,0-1 0,0 1 1,1-1-1,-1 1 0,0 0 0,1-1 0,-1 1 0,1 0 0,-1-1 0,1 1 0,0 0 0,-1-1 0,1 1 1,0 0-1,0 0 0,0 0 0,0 0 0,0 0 0,0 0 0,0 0 0,1 0 0,-1 0 0,0 1 0,3-2 1,2 0 275,1 0 0,0 0 1,0 1-1,-1 0 1,1 0-1,8 1 1,-6-1-382,101-4 289,128 9-1,-236-3-347,0 0 0,1-1-1,-1 1 1,0 0-1,1 0 1,-1 0 0,0 1-1,0-1 1,0 1 0,0-1-1,0 1 1,0-1-1,0 1 1,-1 0 0,1 0-1,-1 0 1,1 0 0,-1 0-1,0 0 1,0 0-1,0 1 1,0-1 0,0 0-1,0 1 1,0-1-1,-1 0 1,1 1 0,-1-1-1,0 1 1,0-1 0,0 1-1,0 3 1,0 8 397,-1-1-1,0 1 1,-1-1 0,-6 25-1,-34 95 1396,35-114-1652,-1 0 0,-1 0 0,0-1 0,-23 30 0,28-44-52,0 0 1,0 0 0,-1-1 0,0 1 0,1-1 0,-1 0 0,0-1 0,-1 1 0,1-1 0,0 0-1,-1 0 1,1 0 0,-1-1 0,0 0 0,-9 1 0,-11 0 111,0-1 0,-31-3 0,26 0-31,16 1-83,0-1-1,0 0 1,-23-8-1,21 5-18,1 1 0,-1 1 0,0 0 0,-27 0 0,69 27-2090,-21-22 985,0 1 1,0-1-1,1-1 1,-1 1-1,1-1 1,-1 1-1,7 0 1,22-1-8467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2594 3265,'0'0'4917,"7"-6"388,28-27-4991,17-16-343,70-66 968,205-150 0,1059-617 2649,-969 613-2503,-177 107-550,-25 16-523,106-65 664,-166 114-65,-126 66 191,-10 8-441,21-9 224,1 2 0,1 2 1,51-26-1,-38 22-117,-19 1 1346,-31 26-1766,0-1 1,0 1 0,1 1 0,-1-1 0,1 1-1,0 0 1,10-5 0,4 1 38,-11 6 80,-1-1 0,1-1 0,-1 0 0,0 0 0,0 0 0,9-7 1,-10 5 243,3-2-275,-20 7-1454,-31 16-13751,27-15 8794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5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3794,'0'0'13323,"1"0"-12927,0-1 0,1 1 0,-1-1 0,0 1 0,1-1 0,-1 1 0,1 0 0,-1 0 0,0 0 0,1-1 0,-1 1 0,1 1 0,1-1 0,11 7 246,1 0 0,-1-2 0,1 1-1,0-2 1,1 0 0,24 3 0,99 0 1078,-15-1 9,-111-6-1628,-10-1-73,0 1 0,1 0 0,-1 0 0,0 0 0,1 0 0,-1 1 0,0 0 0,1-1 0,-1 1 0,4 2 0,-9-3 40,-1 0 0,1 1 1,-1-1-1,1 0 0,-1 1 1,1 0-1,0 0 0,-1 0 1,1 0-1,0 0 0,0 0 1,-1 0-1,1 1 0,0-1 1,0 1-1,1-1 0,-4 4 1,-32 34-70,23-16 52,0 1-1,2 0 0,1 0 0,1 2 0,-8 28 0,-10 25 156,18-56-195,-55 152-3,62-153-3402,-2 1-4860,-1-8 37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1980 1473,'0'0'11023,"0"-7"-10060,0-24-68,0 6 5120,2 22-5775,0 1 1,1-1-1,-1 0 0,1 1 0,-1-1 0,1 1 1,0 0-1,0 0 0,4-2 0,12-11-179,58-57 4,161-117 0,107-37-119,-180 123 108,220-179 0,-362 262-29,74-65 8,151-100 0,-76 58-100,0-1-35,-122 95 241,-1-3 0,63-60 0,-85 73-62,0 2 1,35-21 0,-30 21 41,41-35 1,-30 23 585,-30 24-341,-1 0 0,1-2-1,-2 1 1,13-15 0,-17 11 1772,-7 13-2090,0 0-1,0 0 1,1 0-1,-1 0 1,0 0-1,1 1 1,-1-1-1,1 0 0,-1 0 1,1 0-1,-1 0 1,1 0-1,0 1 1,-1-1-1,1 0 1,0 1-1,0-1 1,0 0-1,-1 1 1,1-1-1,0 1 0,0-1 1,0 1-1,0 0 1,0-1-1,0 1 1,2 0-1,-2 0 401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9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7347,'0'0'13644,"7"27"-10061,-5-25-3437,0-1 0,0 1 1,1 0-1,-1-1 0,1 0 0,-1 0 0,1 0 1,-1 0-1,1 0 0,-1 0 0,1 0 0,0-1 1,0 0-1,5 1 0,48-2 1164,-32 0-902,15 0 82,-8 1-36,0 0 0,36 6 0,-65-6-435,-1 0 1,1 1-1,0-1 1,-1 1-1,1-1 1,-1 1-1,1 0 1,-1 0-1,1-1 1,-1 1 0,1 0-1,-1 0 1,0 1-1,0-1 1,0 0-1,1 0 1,-1 0-1,0 1 1,0-1-1,-1 1 1,1-1 0,1 3-1,-1 0 73,1 0 0,-1 0 0,-1 1 0,1-1 0,-1 0 0,1 1 0,-1-1 0,-1 8 0,-2 6 196,-1 0 0,0 0 1,-8 22-1,-75 176-288,48-125 0,34-79 0,-1 0 0,1 1 0,0 0 0,1-1 0,1 1 0,0 0 0,-2 18 0,4-15-1998,2-7-4544,14-8-1107,-10-1 6334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39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2401,'0'0'2897,"-88"36"-4161,81-33 287,1-3-2080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40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163 104 192,'0'0'11747,"-21"-12"-10544,-66-37 432,43 22 2801,44 27-4233,-1-1 0,0 1 0,0 0 1,1-1-1,-1 0 0,1 1 0,-1-1 0,0 1 0,1-1 1,-1 0-1,1 1 0,-1-1 0,1 0 0,0 1 1,-1-1-1,1 0 0,-1-4 4169,9 18-3758,8 11 138,1-1 0,1 0 0,35 33 1,72 55 61,-58-59-579,125 75 0,85 23 421,-109-61-491,272 132-165,-380-194 0,1-3 0,1-3 0,101 22 0,-88-25 0,-1 3 0,76 33 0,-69-19 0,209 104 0,94 41 0,-123-65 0,-79-39 0,-1 0 0,51 21 0,100 52 0,-304-136 0,-1 2 0,42 29 0,30 17 0,-72-51 0,-20-8 0,0 1 0,-1-1 0,1 1 0,-1 0 0,8 5 0,-13-6-181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41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1 4994,'0'0'8127,"-6"2"-6687,-8 5-899,3 9 4941,8 27 3799,3-36-9044,1 8 59,1 0 1,0 1 0,2-1 0,-1 0-1,2-1 1,0 1 0,14 27 0,2 7-6,-15-38-291,0 1 0,0 0 0,12 13 0,6 12 0,-12-19 0,0-1 0,2 1 0,20 19 0,15 20 0,-131-48 0,-29 16 0,68-13 0,-1-3 0,-76 7 0,81-14 0,12-2 0,0 1 0,0 1 0,0 2 0,-41 10 0,68-14-65,-1 1-1,1-1 1,-1 0 0,1 0-1,-1 1 1,1-1 0,0 0 0,-1 1-1,1-1 1,-1 1 0,1-1-1,0 0 1,-1 1 0,1-1-1,0 1 1,-1-1 0,1 1 0,0-1-1,0 1 1,0-1 0,-1 1-1,1-1 1,0 1 0,0 0-1,0-1 1,0 1 0,0-1 0,0 1-1,0-1 1,0 1 0,0-1-1,0 1 1,0 0 0,0-1-1,1 1 1,-1-1 0,0 1-1,0-1 1,1 1 0,-1-1 0,0 1-1,0-1 1,1 1 0,-1-1-1,1 0 1,-1 1 0,0-1-1,1 1 1,-1-1 0,1 0 0,-1 0-1,1 1 1,-1-1 0,1 0-1,-1 0 1,1 1 0,-1-1-1,1 0 1,-1 0 0,1 0 0,0 0-1,-1 0 1,1 0 0,-1 0-1,1 0 1,0 0 0,11 0-6987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4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4052 224,'0'0'10530,"7"-2"-9375,20-5 8522,-20 6-9549,-1-1 1,0 0-1,1 0 1,-1 0-1,0-1 0,0 0 1,0 0-1,11-8 1,19-9 105,554-249 324,45-18-505,-114 89 458,97-39 200,-20 28-293,-13 7-17,-105 38-412,-167 64 6,-89 26 28,101-36 18,332-122-71,-141 56-79,-43 36 222,-306 98-140,179-70 0,124-41 376,-78 31-221,181-49-14,-35 12 84,-277 73 384,73-27 525,-298 100-868,8-2-76,-1-1-1,-1-3 1,0-1-1,-2-2 1,38-28-1,-50 31 216,1 1-1,0 1 1,1 2 0,1 1 0,0 1-1,42-11 1,-58 18-290,-1 0 1,0-1-1,18-12 0,-22 12-19,1 0 0,0 1 0,1 0 0,-1 1-1,1 1 1,15-5 0,69-16-69,-89 23 0,1-1 0,-1 0 0,0 0 0,-1-1 0,1 0 0,0 0 0,-1 0 0,0-1 0,0 0 0,9-10 0,-8 9 0,0 1 0,0-1 0,1 1 0,0 0 0,11-4 0,4-4 0,8-4 0,-25 15 0,-1 0 0,0-1 0,1 0 0,-1 0 0,0 0 0,-1-1 0,1 0 0,4-4 0,-8-4 0,0 10 0,4 0 0,-1-2 0,0 1 0,-1-1 0,1 0 0,-1 0 0,1 0 0,-1 0 0,-1-1 0,1 0 0,2-4 0,16-24 0,-16 31 0,-4-1 0,-3 2 0,-1 0 0,1 1 0,0-1 0,-1 0 0,1 1 0,0-1 0,-1 1 0,1 0 0,-1 0 0,1 0 0,0 0 0,-3 1 0,3-1 0,-128 1 0,-240 34 0,327-27 0,-9 1 0,-104 6 0,150-15 0,12-1 0,0 0 0,0 1 0,0 0 0,0 0 0,0 0 0,6 2 0,15 0 0,405-33 0,-406 28 0,5 0 0,55 1 0,-19 5 0,-66-3 0,-1 0 0,1 0 0,-1 1 0,1-1 0,-1 0 0,1 0 0,-1 1 0,0-1 0,1 0 0,-1 1 0,0-1 0,1 1 0,-1-1 0,0 0 0,1 1 0,-1-1 0,0 1 0,0-1 0,1 1 0,-1-1 0,0 1 0,0-1 0,0 1 0,0-1 0,0 1 0,0-1 0,0 1 0,0-1 0,0 1 0,0 0 0,0-1 0,0 1 0,0 0 0,-2 16 0,-5 3 0,-1 0 0,-16 30 0,3-7 0,5 0 0,2 1 0,2 0 0,-10 80 0,-9 31 0,27-141 0,1 0 0,1 0 0,-2 26 0,4-47-1060,0-3-5225,0-12-7900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47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1 278 80,'0'0'20249,"35"4"-18082,958-53-311,-713 28-1759,314-36 81,-59 4 489,245 8 16,-708 46-571,-48 0-29,0 0 1,0-2-1,0 0 1,1-2-1,-1-1 1,23-6 0,-2 0 1040,81-7 0,-108 15-725,-15 1-53,-5 1 131,-51-3-16953,38-5 10091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2:48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6611,'1'5'23246,"6"23"-22198,3-16-857,0 0 0,0-1 0,1 0 0,0-1 0,1-1 0,22 15 0,36 32 334,-64-50-525,18 18 0,1-1 0,34 25 0,-53-40 0,-5-7 0,-1 0 0,1 0 0,0-1 0,-1 1 0,1 0 0,0 0 0,0 0 0,-1-1 0,1 1 0,0 0 0,0-1 0,0 1 0,0-1 0,0 1 0,0-1 0,0 1 0,0-1 0,0 0 0,0 1 0,0-1 0,0 0 0,2 0 0,-2 2 0,-1 0 0,0 1 0,1-2 0,-58 21 0,47-18 0,0 1 0,1 0 0,-1 1 0,1 0 0,0 1 0,1-1 0,-14 15 0,-50 65 0,2-3 0,67-79 0,-4 2 0,0 1 0,0 1 0,0-1 0,1 1 0,0 0 0,1 1 0,-9 16 0,2-6 0,10-17 0,1 0 0,0-1 0,-1 1 0,1 0 0,0 0 0,0 0 0,0 0 0,0 0 0,0 0 0,0 0 0,0 3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03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 7507,'7'0'21417,"-7"0"-21299,0 0 0,0 0 0,0 0 0,0 0 0,0 1 0,0-1 0,0 0 0,0 0 0,0 0 0,-2 15 92,-1 0-1,0-1 0,-1 0 0,0 0 0,-1 0 0,-1 0 0,0-1 0,-1 0 0,-11 16 0,-11 25 64,-45 81-54,73-135-218,1 1-1,0-1 1,0 0 0,0 1-1,0-1 1,-1 0-1,1 1 1,0-1 0,0 0-1,0 1 1,0-1 0,0 0-1,0 1 1,0-1 0,0 1-1,0-1 1,0 0-1,0 1 1,0-1 0,0 0-1,0 1 1,0-1 0,0 0-1,0 1 1,1-1 0,-1 0-1,0 1 1,0-1-1,0 0 1,1 1 0,-1-1-1,0 0 1,0 0 0,1 1-1,-1-1 1,0 0 0,1 0-1,17 7 25,26-5 5,-41-2-29,61 1-1,-35 1 0,0-1 0,0-2 0,0-1 0,-1-1 0,53-13 0,-77 15 7,-4 1-11,1 0 1,-1 0-1,1 0 0,-1 0 1,1 0-1,-1 0 1,1-1-1,-1 1 1,1 0-1,-1 0 0,1-1 1,-1 1-1,0 0 1,1 0-1,-1-1 0,1 1 1,-1 0-1,0-1 1,1 1-1,-1-1 0,0 1 1,0 0-1,1-1 1,-1 1-1,0-1 0,0 1 1,1-1-1,-1 1 1,0-1-1,0 1 0,0 0 1,0-1-1,0 1 1,0-1-1,0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03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6163,'0'0'11133,"4"-3"-9466,3 0-838,1 0 1,1 0-1,-1 1 0,0 0 0,1 0 0,-1 1 0,1 0 0,-1 0 0,1 1 0,16 2 0,27-3 144,-11-1-667,-28 2 36,0-1-1,0 0 1,0 0 0,20-6-1,-62 17-9167,-43 24-1,46-21 2709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23:04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1056,'0'0'11288,"29"-12"-6603,-17 7-3321,-2-1-589,1 1 0,0 1-1,-1 0 1,1 1 0,1 0-1,-1 0 1,0 1 0,1 1-1,11-1 1,45 2 1889,-40 0-3855,-9 0-7637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26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55 3954,'0'0'9505,"0"-42"960,0 29-7257,0 46-1223,-1-9-1339,-2 0-1,0 0 0,-1-1 0,-10 30 0,14-51-611,-5 18 64,1 0-1,1 1 1,-1 31-1,13-51-97,-9-1 0,69-31 0,-54 22 0,0 2 0,1 0 0,0 1 0,26-7 0,-35 11 0,1 1 0,0-1 0,0 1 0,0 1 0,0 0 0,0 0 0,0 0 0,11 3 0,-17-2 0,1 0 0,-1 0 0,0 1 0,0-1 0,0 1 0,0-1 0,0 1 0,0 0 0,-1-1 0,1 1 0,0 0 0,-1 0 0,1 0 0,-1 1 0,0-1 0,0 0 0,0 0 0,0 1 0,0-1 0,-1 1 0,1-1 0,-1 0 0,1 1 0,-1-1 0,0 1 0,0-1 0,0 1 0,0-1 0,-1 5 0,1 4 0,0 1 0,-1-1 0,0 1 0,0-1 0,-2 1 0,1-1 0,-2 0 0,-4 14 0,5-21 0,1 0 0,-1 1 0,0-1 0,0 0 0,0-1 0,0 1 0,-1-1 0,1 1 0,-1-1 0,0 0 0,0 0 0,0 0 0,0-1 0,-1 0 0,1 0 0,-1 0 0,1 0 0,-1 0 0,0-1 0,0 0 0,0 0 0,-5 0 0,-69 1 0,59-3 0,1 2 0,-29 3 0,41-3 0,1 0 0,0 1 0,0 0 0,-1 0 0,1 1 0,0-1 0,1 1 0,-1 1 0,1-1 0,-1 1 0,-6 6 0,-16 15 0,26-34-2033,6-7-3441,7 0-3531,-3-2-4001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27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4530,'0'0'5400,"0"-5"-4915,12-16 10107,5 19-345,-3 2-7294,3 1-6285,281-1 5224,-285-1-2238,-8 1-692,-21 21-6643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31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67 880,'0'0'6337,"9"-7"-5388,-1 1-517,16-14-168,8-13 14515,-51 47-8866,14-9-7532,-5 3 1768,1 0 0,0 1 0,1 0 0,0 1 0,0 0 0,1 0 0,1 0 0,-1 1 0,2 0 0,-1 0 0,2 1 0,-5 15 0,3-1 88,0 0 0,2 0 0,2 1 0,0 42 0,2-65-202,1 0-1,1 0 1,-1 0-1,0 0 1,1-1 0,0 1-1,0 0 1,0-1-1,0 0 1,1 1 0,-1-1-1,1 0 1,0 0-1,6 4 1,-5-3-3,0 0-1,1 0 1,0 0-1,0-1 1,0 0 0,0 0-1,1 0 1,-1-1-1,10 4 1,-10-6-17,0 1 1,0-1-1,-1 1 0,1-1 1,0-1-1,0 1 0,-1-1 1,1 1-1,0-1 1,-1-1-1,1 1 0,-1-1 1,1 0-1,-1 0 0,0 0 1,1 0-1,4-5 0,1-2 54,0 0-1,0-1 0,-1 0 1,12-18-1,14-16 40,-32 40-103,0 0 0,0 0 0,0-1 0,-1 1 0,0-1 0,0 0 0,0 1 0,0-1 0,-1 0 0,0 0 0,0 0 0,0-6 0,1-68 69,-3 51-64,1 25-10,0 0 0,-1 0 0,0 0 0,1 0 0,-1 0 0,-1 1 0,1-1 0,0 0 0,0 1 0,-1-1 0,0 0 0,1 1 0,-1 0 0,0-1 0,0 1 0,0 0 0,-1 0 0,-4-3 0,-55-32 0,27 18 0,30 17 0,1 0 0,0 1 0,0 0 0,-1 0 0,1 1 0,-1-1 0,1 1 0,-1 0 0,1 0 0,0 0 0,-1 0 0,1 1 0,-1 0 0,-6 2 0,11-3-118,0 0 1,0 1-1,-1-1 0,1 0 1,0 1-1,0-1 1,0 0-1,-1 1 0,1-1 1,0 0-1,0 1 0,0-1 1,0 0-1,0 1 0,0-1 1,0 0-1,0 1 1,0-1-1,0 0 0,0 1 1,0-1-1,0 1 0,0-1 1,0 0-1,0 1 0,0-1 1,0 0-1,0 1 1,0-1-1,1 0 0,-1 1 1,0-1-1,0 0 0,0 1 1,1-1-1,-1 0 1,0 0-1,0 1 0,1-1 1,-1 0-1,0 0 0,1 1 1,11 14-10733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33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8180,'0'0'23104,"0"29"-22734,-2 1 1,-1-1 0,-12 53 0,11-68-371,3-5 0,-1-1 0,0 1 0,-1-1 0,0 0 0,-8 15 0,16-29 0,0 1 0,0-1 0,0 1 0,1 0 0,0 0 0,0 0 0,1 1 0,-1 0 0,1 0 0,0 1 0,0 0 0,0 0 0,0 0 0,0 1 0,1 0 0,-1 1 0,1 0 0,0 0 0,-1 0 0,10 1 0,-14 1 0,1 1 0,0-1 0,-1 1 0,1 0 0,-1 0 0,1 0 0,-1 1 0,0-1 0,0 1 0,0-1 0,0 1 0,0 0 0,2 4 0,35 44 0,-39-48 0,1-1 0,-1 0 0,0 1 0,0-1 0,0 1 0,0 0 0,0-1 0,0 1 0,-1 0 0,0-1 0,1 1 0,-1 0 0,0 0 0,0-1 0,0 1 0,-1 0 0,1 0 0,-2 4 0,0-2 0,0 1 0,0-1 0,-1 0 0,0 0 0,0 0 0,0 0 0,-1 0 0,-6 6 0,0-1 0,-2 1 0,0-2 0,0 1 0,0-2 0,-27 15 0,21-17 0,0 0 0,0-1 0,0 0 0,-1-2 0,1 0 0,-1-1 0,0-1 0,-33-2 0,26 1 0,21-1 0,4-3 0,-1 2 0,-2 2-261,22-15-11406,-3 1 1793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0:33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7587,'1'-3'19299,"5"-3"-16777,373-5 837,-368 11-3359,-21 9-1036,-5 0-3483,1 0-4944,-5 0-4732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17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224 119 4578,'0'0'10173,"2"-5"-9944,6-21 71,-4 12 2015,-2-1 0,0 1-1,0-22 1,-2 35-2279,-1 1-1,0-1 1,1 0-1,-1 1 1,0-1 0,0 1-1,1-1 1,-1 1-1,0-1 1,0 1-1,0-1 1,0 1 0,1 0-1,-1-1 1,0 1-1,0 0 1,0 0-1,0 0 1,0 0-1,0 0 1,0 0 0,0 0-1,-1 0 1,-36 1 348,28-1-194,3 1-165,0 0-1,0 0 1,1 0 0,-1 1 0,0 1 0,1-1 0,-1 1 0,1 0 0,0 0 0,-1 1 0,2 0 0,-7 4 0,1 1 54,0 0 1,1 0-1,0 1 0,1 1 1,-10 13-1,17-22-69,1 0 0,-1 1 0,1-1 0,-1 1 1,1-1-1,0 1 0,0-1 0,0 1 0,0 0 0,1 0 0,-1-1 1,1 1-1,0 0 0,-1 0 0,1 0 0,1-1 0,-1 5 0,1-6-1,0 1-1,-1-1 1,1 1-1,0-1 1,0 1-1,0-1 1,0 0-1,0 0 1,0 0-1,0 1 1,0-1-1,1 0 1,-1 0-1,0-1 1,1 1-1,-1 0 1,0 0-1,1-1 1,-1 1-1,1 0 1,0-1-1,-1 0 1,1 1-1,-1-1 1,1 0-1,-1 0 1,1 0-1,0 0 1,2 0-1,11 0 0,0-1 0,0-1 0,0 0 0,0 0 0,-1-2 0,1 0 0,-1 0 0,22-11 0,-29 12 18,-3 0 85,0 2 1,0-1-1,0 0 1,1 1 0,-1 0-1,0 0 1,7-1-1,-10 2 735,6 12 331,-9 17-819,-2-1 0,-1 1 0,-1-1 0,-1 0 0,-14 34 0,-2 11 44,13-41-402,6-24 0,1 1 0,1 0 0,-1 0 0,1 0 0,1 0 0,-1 12 0,2-14 0,0-1 0,-1 1 0,1-1 0,-1 0 0,-1 1 0,1-1 0,-1 0 0,-1 0 0,1 0 0,-1 0 0,-3 6 0,6-31-6034,1 7-15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22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18 7171,'0'0'10048,"0"-4"-9120,0 4-740,0 0 1,1-1-1,-1 1 0,0-1 1,0 1-1,0 0 0,0-1 1,0 1-1,0 0 0,0-1 1,0 1-1,0-1 0,0 1 1,0-1-1,0 1 0,0 0 1,0-1-1,0 1 0,0-1 1,0 1-1,0 0 0,0-1 1,-1 1-1,1 0 1,0-1-1,0 1 0,-1 0 1,1-1-1,0 1 0,0 0 1,-1-1-1,1 1 0,0 0 1,-1 0-1,1-1 0,0 1 1,-1 0-1,1 0 0,-1 0 1,-11 15 2182,-14 45-2999,22-50 1313,-33 99-195,27-76-409,10-32-64,0-1 0,-1 1 0,1-1 0,0 1 0,-1-1 0,1 1 0,0-1 0,0 1 0,-1 0 0,1-1 0,0 1 0,0 0 0,0-1 0,0 1 0,0 0 0,0-1 0,0 1 0,0-1 0,0 1 1,0 0-1,0-1 0,1 1 0,-1 0 0,0-1 0,0 1 0,1-1 0,-1 1 0,0-1 0,1 1 0,0 0 0,23-8 289,-22 6-343,21-5-80,-1 0 0,1 1 0,0 1 0,0 2 0,1 0 0,41 2 0,-44 1 51,-19-1 67,1 1 0,-1-1 1,1 1-1,-1 0 0,0 0 0,1 0 1,-1 0-1,0 1 0,0-1 0,0 1 1,0-1-1,0 1 0,0 0 0,-1-1 1,1 1-1,0 0 0,-1 0 0,0 0 1,1 0-1,-1 1 0,0-1 0,0 0 1,0 1-1,0-1 0,0 0 0,-1 1 1,1-1-1,-1 1 0,0 4 0,1-3 31,0 0-1,0 0 1,-1 0 0,0 0-1,0 0 1,0 1-1,0-1 1,-1 0 0,0 0-1,1 0 1,-1 0-1,-1 0 1,1 0-1,-1-1 1,1 1 0,-1 0-1,0-1 1,-3 5-1,-6 2 205,1 0 0,-1-1 0,-1 0 0,0-1 0,0 0-1,0-1 1,-1 0 0,0-1 0,0 0 0,-1-1 0,0-1-1,0 0 1,0-1 0,-27 3 0,17-11-1931,23 5 1412,1 0 0,-1-1 0,0 1 0,0-1-1,0 1 1,1-1 0,-1 0 0,0 1 0,1-1-1,-1 0 1,0 1 0,1-1 0,-1 0 0,1 0-1,-1 0 1,1 1 0,-1-1 0,1 0 0,0 0 0,0 0-1,-1 0 1,1 0 0,0-1 0,0-1-600,0 0 1,1 0-1,-1 0 1,1-1-1,0 1 1,0 0-1,0 0 1,0 0-1,0 0 1,1 1-1,-1-1 1,5-5-1,8-18-4925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23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8052,'0'0'13336,"0"-1"-13054,0-1 0,0 1-1,0 0 1,1 0 0,-1-1-1,0 1 1,1 0-1,-1 0 1,1-1 0,-1 1-1,1 0 1,0 0 0,-1 0-1,1 0 1,1-2 0,27-6 571,60-21 538,-26 9-4697,-62 21 2508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2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48 167 3474,'0'0'10821,"0"-4"-9173,0-17 5249,7-13-5107,-1 25-1636,0 0 0,0 0-1,-1-1 1,0 0 0,-1 0 0,0 0 0,0-1 0,3-19 1816,-8 56-1457,-32 88 460,-9 87-180,31-158-725,7-32-293,1-1 0,1 1-1,0-1 1,0 1 0,0 12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29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1 9428,'0'0'11011,"0"6"-9555,0 7-993,0 1 0,-1 0 0,-1 0-1,0-1 1,-1 1 0,0-1 0,-1 1 0,-1-1-1,0 0 1,-1-1 0,0 1 0,-11 15-1,9-16-364,0 0 0,1 1 0,1-1-1,0 1 1,1 1 0,0-1-1,1 1 1,0 0 0,1 0-1,1 0 1,0 0 0,1 25-1,1-38-101,0 0 0,0 0 0,1 0 0,-1-1 0,0 1 0,1 0 0,-1 0 0,1 0 0,-1-1 0,1 1 0,-1 0 0,1 0 0,0-1 0,-1 1 0,1-1 0,0 1-1,-1 0 1,1-1 0,0 1 0,0-1 0,0 0 0,-1 1 0,1-1 0,0 0 0,0 1 0,0-1 0,0 0 0,0 0 0,1 0 0,32 3-198,-27-3 165,45 3 91,0-2 0,1-3 0,92-14 0,-124 12 267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2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7027,'0'0'15914,"-9"22"-14412,4-8-1193,-10 22 978,2 1 0,-12 59 0,14-36 224,-25 109 449,32-151-1840,1 0 1,-3 35-1,5-14-3939,28-37-17860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1:35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67 8612,'-3'-5'18309,"-2"7"-18586,-2 3 490,0 2-1,1-1 1,-1 1-1,1 0 0,0 0 1,1 1-1,0 0 1,0 0-1,-6 15 1,4-6 49,0 0 1,1 1 0,0 0 0,-2 18 0,6-23-187,0 1-1,1-1 1,1 0-1,0 1 0,1-1 1,3 17-1,-2-27-53,-1 0-1,1 0 1,0 0-1,0 0 1,0-1-1,1 1 1,-1-1-1,1 0 0,-1 0 1,1 0-1,0 0 1,-1 0-1,1 0 1,0-1-1,0 1 1,1-1-1,-1 0 0,0 0 1,0 0-1,1 0 1,-1-1-1,0 1 1,4-1-1,7 2 15,1-1 1,-1-1-1,0 0 0,17-3 1,-20 1-27,0-1 0,0-1 0,0 1 0,-1-1 0,1-1 0,-1 0 0,0-1 0,-1 0 0,1 0 0,-1-1 1,0 0-1,-1-1 0,0 0 0,0 0 0,0-1 0,-1 0 0,8-13 0,-6 8 26,-1-1 1,0 0-1,0 0 0,-2 0 0,0-1 1,-1 0-1,0-1 0,-1 1 0,-1-1 0,-1 1 1,1-19-1,-2 13 57,-1 18-36,0 0 1,1 0-1,-1 0 0,-1 0 0,1 0 0,0 0 1,-3-8-1,2 11-47,1 0 1,-1-1-1,0 1 1,0 0-1,0 0 0,0 0 1,0 0-1,0 0 1,0 0-1,0 0 1,0 1-1,0-1 1,-1 0-1,1 1 0,0-1 1,0 1-1,-1-1 1,1 1-1,-1-1 1,1 1-1,0 0 0,-1 0 1,1 0-1,-1 0 1,1 0-1,0 0 1,-3 0-1,-18 1-10,0 1 0,0 0 0,0 2 0,-22 7 0,17-5 0,20-5 0,1 0 0,0 1 0,-1-1 0,1 1 0,0 0 0,0 1 0,0 0 0,0 0 0,1 0 0,-1 0 0,1 1 0,0 0 0,0 0 0,-8 8 0,2 1 0,9-12 0,1 0 0,0 0 0,-1 0 0,1 1 0,0-1 0,0 0 0,0 1 0,0-1 0,0 1 0,0-1 0,1 1 0,-1 0 0,0-1 0,1 1 0,-1 0 0,1-1 0,0 1 0,-1 0 0,1 3 0,18 1-2043,-3-3-4790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6:47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18 800,'12'-3'26741,"-14"2"-26729,-1-1 0,1 0 0,-1 1 0,1-1 0,-1 1 0,1 0 0,-1 0 0,0 0 0,0 1 0,0-1 1,1 0-1,-1 1 0,0 0 0,0 0 0,0 0 0,0 0 0,0 0 0,0 0 0,1 1 0,-6 1 0,4 0-3,1 0 0,-1 0-1,1 0 1,-1 0-1,1 1 1,0 0 0,0-1-1,0 1 1,1 0-1,-1 0 1,0 1-1,1-1 1,-2 5 0,-2 3 60,1 0 0,0 0 0,1 1 0,0-1 0,1 1 0,0 0 0,1 0 0,-1 23 0,3-34-67,0 0 0,0 0 1,0 0-1,1 0 0,-1 0 1,0 0-1,0 0 0,1 0 0,-1 0 1,1 0-1,-1 0 0,1 0 1,-1 0-1,1 0 0,0-1 1,-1 1-1,1 0 0,0 0 0,0-1 1,-1 1-1,1 0 0,0-1 1,0 1-1,2 0 0,31 6 74,-29-7-74,0 0 1,0 0 0,0 0 0,-1-1-1,1 0 1,0 0 0,0 0-1,0-1 1,-1 1 0,1-1-1,7-5 1,31-41 13,-10 10 0,-33 38-8,0 0 1,0-1-1,0 1 0,0 0 0,1 1 0,-1-1 0,0 0 1,0 0-1,0 0 0,1 0 0,-1 0 0,0 0 1,0 0-1,0 0 0,0 0 0,1 0 0,-1 0 0,0 0 1,0 0-1,0 1 0,0-1 0,0 0 0,0 0 1,1 0-1,-1 0 0,0 0 0,0 1 0,0-1 0,0 0 1,0 0-1,0 0 0,0 0 0,0 1 0,0-1 1,0 0-1,0 0 0,0 0 0,0 1 0,0-1 0,0 0 1,0 0-1,0 0 0,0 0 0,0 1 0,0-1 1,0 0-1,0 0 0,0 0 0,0 1 0,0-1 1,0 0-1,0 0 0,0 0 0,0 25 992,-4 25 722,-38 242-852,23-146-870,19-166-1355,-2-36-10864,-3 27-571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6:49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93 5843,'0'0'10050,"0"-9"-8292,2-14-653,1 1 1597,-2-3 4909,-1 24-7590,0 0 0,0 0 0,-1 1 0,1-1 0,-1 0 0,1 1 0,0-1 0,-1 0 0,1 1 0,-1-1 0,0 1 0,1-1 0,-1 0 0,1 1 0,-1 0 0,0-1 0,0 1 0,1-1 0,-1 1 0,0 0 0,0-1 0,1 1 0,-1 0 0,0 0 0,0 0 0,1 0 0,-1-1 0,0 1 0,0 0 0,-1 1 0,-32-2-47,28 2 58,-9-2-15,0 2 0,0 0 0,0 1 0,0 1 1,0 0-1,1 1 0,0 0 0,-1 1 0,-16 9 1,25-11-16,1 0 0,-1 1 0,1 0 1,0 0-1,0 0 0,1 0 1,-1 1-1,1 0 0,0 0 0,0 0 1,0 0-1,1 0 0,0 1 1,0 0-1,0 0 0,1 0 0,0 0 1,0 0-1,0 0 0,1 0 1,0 1-1,0-1 0,1 12 0,-1-13-3,1 1-1,1-1 0,-1 1 0,1-1 0,-1 0 0,2 0 1,-1 1-1,0-1 0,1 0 0,0 0 0,0 0 1,1-1-1,3 7 0,-3-9 4,-1 1 1,1 0-1,0-1 1,0 0-1,0 1 1,1-1-1,-1-1 1,0 1-1,1 0 1,-1-1-1,1 0 1,0 0-1,-1 0 1,1 0-1,0 0 1,0-1-1,0 0 0,-1 1 1,6-2-1,-2 1-11,0-1-1,0 1 1,-1-2-1,1 1 1,-1-1-1,1 0 1,-1 0-1,0 0 1,0-1-1,0 0 1,0-1-1,0 1 1,7-7-1,4-5-7,0-1 0,24-28 0,-29 29 46,1 1 0,0 0-1,29-21 1,-42 35 3,0 0 0,0 0 1,0 0-1,0 0 0,1-1 0,-1 1 0,0 0 0,0 0 0,0 0 1,0 0-1,0 0 0,1 0 0,-1 0 0,0 0 0,0 0 1,0 0-1,0 0 0,0 0 0,1 0 0,-1 0 0,0 0 0,0 0 1,0 0-1,0 0 0,0 0 0,1 0 0,-1 0 0,0 0 1,0 0-1,0 0 0,0 0 0,0 0 0,1 0 0,-1 0 1,0 0-1,0 1 0,0-1 0,0 0 0,0 0 0,0 0 0,0 0 1,0 0-1,1 0 0,-1 0 0,0 1 0,0-1 0,0 0 1,0 0-1,0 0 0,0 0 0,0 0 0,0 1 0,0-1 1,0 14 461,-6 15-297,-27 100 19,-27 216 0,55-311-216,3-31 0,2-20 0,13-67-611,-13 74-2834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6:54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8436,'0'0'12611,"0"65"-8273,0-15-3280,-2 1 0,-15 91 1,15-109-230,2-24-3114,1-1-3661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6:54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11941,'0'0'11881,"-6"20"-10243,1 0-1303,-5 18 769,-2 1 0,-23 51 0,34-88-1068,-4 8 92,0-1 0,0 1 0,1 0 0,1 0-1,0 1 1,0-1 0,-2 18 0,48-26-40,79-8 69,212-37 1,-332 42-38,1 1 702,-14 0-4928,10 0 3700,0 0 1,0-1-1,0 1 1,0 0-1,1-1 1,-1 1-1,0-1 1,0 0-1,0 1 1,0-1 0,1 1-1,-1-1 1,0 0-1,0 0 1,1 1-1,-1-1 1,1 0-1,-1 0 1,1 0 0,-1 0-1,1 0 1,-1 0-1,1 0 1,0 0-1,0 0 1,-1 0-1,1-1 1,-6-36-6486,5 28 4880,0-20-2418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6:55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4786,'0'0'15119,"-13"30"-12299,-5 5-1875,4-5-101,0-1 1,2 2 0,1 0-1,-7 33 1,-4 80 2655,17-99-2833,-16 68 0,20-102-1168,1-6-2374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16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13 4834,'0'0'12166,"-1"-12"-2871,-15 34-8987,0 1 0,1 0 0,1 1 0,2 1 0,0 0 0,-9 29 0,20-51-295,-1 3-5,1-1 0,0 1 0,0 0-1,0 0 1,0-1 0,1 1 0,0 6 0,0-7-29,34-3-88,7-3-276,1-2 0,72-15 0,230-70 51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16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0 9332,'0'0'10336,"-7"23"-8093,1-3-1753,-5 13 611,1 1-1,-9 64 0,17-80-1827,-9 137 5482,12-103-9718,3-2-9402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21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6675,'0'0'12729,"0"11"-8340,0 47-3552,-2-5-44,-2-1 0,-3 1 0,-13 51 0,19-67-267,1-37-484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22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16 2321,'-4'-7'19577,"0"5"-18931,-23 1 1037,13 0-1123,1 1 0,-1 0 0,0 1 0,0 1 0,-15 3 0,26-4-541,1 0 0,-1 0 0,0 0-1,1 0 1,-1 0 0,1 0 0,-1 1 0,1 0-1,0-1 1,0 1 0,-1 0 0,1 0 0,0 0-1,1 0 1,-1 0 0,0 1 0,1-1 0,-1 0 0,1 1-1,0-1 1,-1 1 0,1 0 0,1-1 0,-1 1-1,0 0 1,1 0 0,-1 0 0,1-1 0,0 1-1,0 4 1,0-1-24,0-1-1,1 0 1,-1 0-1,1 0 1,0 0-1,0 0 1,1-1 0,0 1-1,0 0 1,0 0-1,0-1 1,1 0-1,0 1 1,-1-1-1,2 0 1,-1 0-1,0 0 1,1-1 0,0 1-1,0-1 1,7 5-1,56 41-421,-52-41 338,-2 1 0,1 1 0,-1 0 0,0 1 0,-1 0 0,-1 1 0,19 23 0,-29-33 91,0 0 1,1 1-1,-1-1 1,0 0-1,0 0 1,0 0-1,0 1 1,-1-1-1,1 0 0,-1 1 1,1-1-1,-1 1 1,0-1-1,0 1 1,0-1-1,0 0 1,0 1-1,-1-1 1,1 1-1,-1-1 0,1 0 1,-1 1-1,-1 1 1,0 0 6,-1-1 0,1 0 0,-1 0 0,0-1 0,1 1 0,-1-1 0,0 1 0,-1-1 0,1 0 1,0 0-1,-1 0 0,1 0 0,-5 1 0,-8 2 11,0 0 0,-1-1 0,1 0 0,-1-2 1,-23 2-1,26-3-4,10-1-14,-1 1 0,1-1-1,-1 0 1,1 0 0,-1-1-1,0 1 1,-5-3 0,9 3-4,-1-1 1,1 0 0,0 1-1,0-1 1,0 0 0,0 0-1,0 0 1,0 0 0,0 0 0,0 0-1,0 0 1,0-1 0,0 1-1,1 0 1,-1 0 0,1-1-1,-1 1 1,1 0 0,-1-1 0,1 1-1,0 0 1,-1-1 0,1 1-1,0-1 1,0 1 0,0 0-1,0-1 1,1-1 0,-1-5-27,0 0-1,1 0 1,0 0 0,0 0 0,1 0 0,0 1 0,0-1-1,1 0 1,0 1 0,5-10 0,1 3-3,1 1-1,0 0 1,1 0-1,14-12 1,130-111 106,-151 133 30,-1 0 1,0-1-1,0 1 1,0-1 0,-1 0-1,1 0 1,-1 0 0,0 0-1,0 0 1,0-1-1,-1 1 1,1 0 0,-1-1-1,0 1 1,-1-1 0,1 0-1,-1 1 1,0-1-1,0 0 1,0 1 0,-2-9-1,1 12-44,1 0 0,-1 1 0,0-1 0,0 0 0,0 0 0,0 1 0,0-1 0,0 1 0,1-1 0,-2 1 0,1-1 0,0 1 0,0 0 0,0-1 0,0 1 0,0 0 0,0 0 0,0 0 0,0 0-1,0 0 1,-2 0 0,-33 1 536,20-1-184,12 0-369,-3 0 59,1 0-1,-1 0 1,0 0-1,1 1 1,-1 0 0,1 0-1,0 0 1,-1 1-1,1 0 1,0 1-1,-11 4 1,27-4-2302,5 6-6023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30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7812,'0'0'14545,"0"27"-12288,0 18-1059,-3 1 1,-2-1 0,-14 61-1,0-16-808,14-73 921,2-6-4519,4-30-11444,5 4 5533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7:31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59 5346,'0'0'9565,"1"-1"-9250,-1 1 1,1-1-1,-1 0 1,1 0-1,-1 0 1,0 0-1,1 0 0,-1 0 1,0 1-1,0-1 1,1 0-1,-1 0 1,0 0-1,0 0 1,0 0-1,0 0 0,0 0 1,0 0-1,-1 0 1,1-1-1,-23-1 249,1 0-1,-1 2 0,0 1 1,1 0-1,-29 6 0,50-6-587,-1 1-1,1 0 0,0-1 1,0 1-1,0 0 0,0 0 1,0 0-1,0 0 0,0 0 1,0 0-1,0 0 0,0 0 1,0 1-1,0-1 0,1 0 0,-1 0 1,1 1-1,-1-1 0,1 0 1,-1 1-1,1-1 0,0 1 1,0-1-1,-1 0 0,1 1 1,0-1-1,0 1 0,1-1 1,-1 0-1,0 1 0,1 1 1,-1 1-45,1 0 0,0 0 0,0 0 0,0 0 0,0-1 0,0 1 1,1 0-1,0-1 0,-1 1 0,5 4 0,101 100-334,-96-96 270,-4-4 100,0 0 0,0 0 0,-1 1 0,0 0 0,9 16 1,-15-23 55,1-1 1,-1 1-1,1 0 1,-1-1 0,1 1-1,-1 0 1,0 0 0,0-1-1,0 1 1,0 0 0,0 0-1,0 0 1,0-1-1,-1 1 1,1 0 0,-1 0-1,1-1 1,-1 1 0,0-1-1,1 1 1,-1 0 0,0-1-1,0 1 1,0-1-1,0 0 1,-1 1 0,1-1-1,0 0 1,0 0 0,-1 0-1,1 1 1,-1-2-1,1 1 1,-1 0 0,1 0-1,-1 0 1,0-1 0,1 1-1,-1-1 1,0 1 0,0-1-1,-1 1 1,-11 3-19,1 0 1,-1-1 0,0 0 0,0-1-1,-1 0 1,1-2 0,-19 0-1,31-35-573,2 32 443,-1-11 59,1-1 0,1 1 0,1 0 1,0 0-1,0 1 0,1-1 0,1 0 0,1 1 1,0 0-1,0 0 0,1 0 0,1 1 1,0 0-1,1 0 0,0 0 0,17-17 1,-16 22 177,0 1 1,0-1-1,1 2 1,0-1-1,13-4 1,28-17 3934,-51 26-3921,1 1 0,0 0 0,0-1 0,-1 1 0,1 0 0,-1-1 0,1 1 0,0-1 0,-1 0 0,1 1 0,-1-1 0,1 1 0,-1-1 0,1 0 0,-1 1 0,0-1 0,1 0 0,-1 1 0,0-1 0,1 0 0,-1 0 0,0 1 0,0-1 0,0 0 0,0 0 0,0-1 0,0 1 46,-1 0 1,0 0-1,0 0 1,1-1-1,-1 1 0,0 0 1,0 0-1,0 0 0,0 1 1,0-1-1,-1 0 1,1 0-1,0 0 0,0 1 1,-3-2-1,-9-3-191,12 5-384,1 27-8670,0-13 2024,0 0-2867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43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30 576,'0'0'18865,"7"-5"-16520,27-19 8129,-35 37-9978,-6 10-494,-1 0 0,-1 0 1,-1-1-1,-1-1 0,-21 32 0,-5 12-4,36-63 2,-3 4 0,0 1 0,1 0 0,0 0 0,0 1 0,1-1 0,0 1 0,0-1 0,0 1 0,1 9 0,28-15 0,76 0 0,111-4 0,-199-4-3449,-14 6 2970,0-1-1,0 1 0,0-1 0,0 1 0,0-1 0,-1 0 0,1 0 0,0 1 0,0-1 0,-1 0 0,1 0 0,-1 1 0,1-1 0,-1 0 0,1 0 0,-1 0 0,1 0 0,-1 0 1,0 0-1,1 0 0,-1 0 0,0 0 0,0 0 0,0 0 0,0 0 0,0 0 0,0 0 0,0 0 0,0 0 0,0 0 0,-1 0 0,1 0 0,0 0 0,-1-1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44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9428,'0'0'16133,"-9"15"-14076,4-8-1804,-5 12 453,0 0-1,1 0 1,-12 35 0,-24 69 1732,2-6-3582,18-36-7841,19-54-1724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53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57 6451,'0'0'15620,"3"-21"-12183,19 13-2789,0 1 0,1 1 0,-1 1 0,1 1-1,1 1 1,-1 1 0,38 2 0,-60 39-514,-2-31-124,1 1 0,-2-1 0,1 0 0,-1 0 0,0 0 0,-1-1 0,0 1 0,0-1 0,0 1 0,-1-1 0,-1 0 1,1 0-1,-1 0 0,-9 10 0,-10 7 69,0-1 0,-39 27 0,-16 16 2,78-64-85,-1-1-1,1 1 1,-1 0-1,1 0 1,0-1-1,0 1 1,0 0-1,0 0 1,0 0-1,0 0 0,0 0 1,1 0-1,-1 1 1,1-1-1,0 0 1,-1 0-1,1 0 1,0 0-1,1 5 1,35-7 57,27 0 260,15 1 165,96-11 1,-168 10-360,-4 0-112,-1 0 0,1 0-1,-1 0 1,1-1 0,-1 1-1,1 0 1,0-1 0,-1 1 0,1-1-1,-1 0 1,0 1 0,1-1-1,-1 0 1,0 0 0,1 0 0,-1 0-1,2-1 1,1-6-4143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54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58 4434,'0'0'12358,"-5"-22"-905,7 19-11384,1 1 0,0 0 0,-1 0 0,1 0 0,0 1 0,0-1-1,1 1 1,-1-1 0,0 1 0,0 0 0,1 0 0,-1 0 0,4 0 0,51-5 90,-48 5-91,16-1 68,1-1 210,-1 1 0,51 4 0,-77 34 95,-1-31-429,0-1 0,0 0 0,0 0 1,-1 1-1,1-1 0,-1 0 0,0 0 1,0 0-1,0-1 0,-1 1 0,1 0 1,-1-1-1,0 0 0,0 1 0,-7 4 1,-63 48 149,43-34-152,10-6 4,1 1 0,1 1 0,0 1 1,1 0-1,-20 31 0,36-50-16,-10 23 101,11-23-85,1 1-1,-1-1 1,0 1-1,1 0 1,-1-1-1,0 1 0,1-1 1,-1 1-1,1-1 1,-1 1-1,1-1 1,-1 0-1,1 1 1,-1-1-1,1 0 1,0 1-1,-1-1 1,1 0-1,0 1 1,-1-1-1,1 0 0,-1 0 1,1 0-1,0 0 1,-1 0-1,1 0 1,0 0-1,0 0 1,-1 0-1,1 0 1,0 0-1,-1 0 1,1 0-1,230 2 613,-139-2-545,-88 4-882,-11 4-1189,-10 5-3073,-16 9-7258,20-12 3651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58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1523 7283,'0'0'11536,"5"-9"-10757,92-161 3935,-53 110-4633,76-78 0,2-2-122,10-27-284,221-308-113,-331 439 541,61-90 33,-71 110 132,0 2 0,1-1 1,1 2-1,0 0 0,27-19 1100,-42 39-1239,0 1 1,-1-1-1,0 1 1,0-1 0,-1 1-1,0-1 1,0 0 0,0 0-1,-1-1 1,0 1 0,-6 6-1,-20 40 151,25-39-188,-4 6 29,1-1-1,1 2 0,0-1 0,2 1 0,0 0 0,2 0 1,-2 33-1,6-53-118,-1 0 1,1 0-1,0 0 1,-1 0-1,1 0 0,0 0 1,0 0-1,-1-1 1,1 1-1,0 0 1,0-1-1,0 1 1,0 0-1,0-1 0,0 1 1,0-1-1,0 0 1,1 1-1,-1-1 1,0 0-1,0 1 0,0-1 1,0 0-1,0 0 1,1 0-1,-1 0 1,0 0-1,0 0 1,0-1-1,0 1 0,0 0 1,1-1-1,0 0 1,4 1 11,0-1 0,-1 0 0,1 0 0,0-1 0,-1 0 0,7-3 0,17-17-17,-2-1 0,-1-1-1,-1-2 1,-1 0 0,31-45 0,-11 17-47,20-34 36,-45 58 79,2 2 0,31-34 0,-51 63 10,0-1-1,-1 1 0,1 0 0,0 0 0,-1 0 1,1 0-1,-1 0 0,0 0 0,1 0 0,-1 0 1,0 0-1,1 0 0,-1 0 0,0 0 0,0 0 1,0 0-1,0 0 0,0 0 0,0 0 0,0 0 1,-1 2-1,1 34 646,-3-14-571,-2-1-1,-9 30 1,8-34-116,1 1 1,1-1 0,0 1-1,-1 31 1,5-50-33,1 1 1,-1 0-1,1 0 1,-1 0-1,1-1 1,0 1-1,-1 0 1,1-1-1,0 1 1,0-1-1,-1 1 0,1 0 1,0-1-1,0 0 1,0 1-1,0-1 1,0 0-1,-1 1 1,1-1-1,0 0 1,0 0-1,0 0 1,0 1-1,0-1 0,0 0 1,1-1-1,32 3-197,26-1-1697,33 0-2709,-31-6-2171,5-10-6006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58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5026,'0'0'16152,"11"-1"-14426,67-5 911,78-16 0,3-10-1922,-144 29-753,-10 2-118,0 0 1,-1 0 0,1 0-1,0-1 1,0 0 0,6-3-1,-21 5-8473,-5-1 5867,-14 10-4586,-3 5-1376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8:5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7363,'0'0'19193,"142"-14"-17592,-101 7-369,-1 3-431,8-3-1,-7 0-672,-1-2-32,-13 0-96,7 0-688,0 0-1089,-7-2-2993,-7-3-5763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00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69 4210,'0'0'10557,"-19"-7"3411,11 5-12847,15-25-331,2 22-809,-1 1 1,1 0-1,1 0 0,-1 0 1,0 1-1,1 1 0,-1 0 1,1 0-1,0 1 0,0 0 1,0 1-1,13 0 0,-22 0 18,1 1-1,0-1 0,-1 1 1,1-1-1,0 1 1,-1-1-1,1 1 0,-1 0 1,1 0-1,-1 0 0,1 0 1,-1 0-1,1 0 1,-1 0-1,0 0 0,0 0 1,0 1-1,1-1 0,-1 0 1,0 1-1,-1-1 1,1 1-1,0-1 0,0 1 1,-1 0-1,1-1 1,-1 1-1,1 0 0,-1-1 1,1 4-1,3 60-26,-4-58 24,1 15 6,-1-1 0,0 0 0,-2 0 0,-1 0 0,0 0 0,-2 0 0,0 0 1,-1-1-1,-14 29 0,3-18 7,-1 0 0,-2-1 0,-31 37 0,42-56-34,-1 0-1,0-1 1,-1 0-1,0 0 1,-1-1-1,1-1 1,-2 0-1,1-1 1,-1 0-1,0-1 1,-16 6-1,28-12 12,0 1-1,0-1 0,0 0 0,1 1 0,-1-1 0,0 0 1,0 0-1,0 0 0,0 1 0,0-1 0,1 0 0,-1 0 0,0 0 1,0-1-1,0 1 0,0 0 0,0 0 0,1 0 0,-1 0 1,0-1-1,0 1 0,0-1 0,1 1 0,-1 0 0,0-1 1,0 1-1,1-1 0,-1 1 0,0-1 0,1 0 0,-1 1 0,1-1 1,-1 0-1,1 1 0,-1-1 0,1 0 0,-1 0 0,1 0 1,0 1-1,-1-1 0,1-1 0,2-40-54,-2 37 54,2-3 20,-1 1-1,1 0 0,1 0 0,-1 0 1,1 0-1,0 1 0,1-1 0,0 1 1,0 0-1,0 0 0,1 0 0,-1 0 1,1 1-1,1 0 0,-1 0 0,1 0 1,0 1-1,11-7 0,-12 8 61,1 0 0,-1 1 0,1 0 0,0 0 0,-1 0 0,1 0 0,0 1 0,0 0 0,0 0-1,0 1 1,0 0 0,0 0 0,0 0 0,1 1 0,-1 0 0,0 0 0,-1 0 0,1 1 0,0 0 0,0 0 0,-1 0 0,11 6 0,8 8 138,1-1 0,0-2 0,1-1 0,1-1 0,0-1 0,1-1 0,-1-1 0,47 6 0,-60-14-203,-9 0-66,-4 1-126,0-1 0,0 0 0,-1 0-1,1 0 1,0 0 0,0 0 0,-1 0 0,1 0-1,0 0 1,0 0 0,-1 0 0,1 0 0,0 0-1,0 0 1,-1-1 0,1 1 0,0 0 0,0 0-1,-1-1 1,1 1 0,-1-1 0,1 1 0,0 0-1,-1-1 1,1 0 0,-1 1 0,1-1 0,0 0-1,3-4-1776,14-15-6733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01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5 127 2609,'0'0'12353,"-1"-4"-9616,0 3-2476,0-1-1,1 0 1,-1 1 0,1-1 0,0 0-1,0 1 1,-1-1 0,1 0-1,0 1 1,0-1 0,1 0 0,-1 1-1,0-1 1,1 0 0,-1 1 0,1-1-1,-1 0 1,1 1 0,0-3 0,1 2-63,0 0 0,1-1 0,-1 1-1,0 0 1,1 0 0,-1 0 0,1 0 0,0 1 0,0-1 0,-1 1 0,7-3 0,26-9-20,2 1 0,-1 2 0,1 1 0,1 2 0,-1 2 0,58-2 0,-95 7-163,1 1 0,0-1 0,-1 0-1,1 1 1,-1-1 0,1 0 0,-1 1 0,0-1 0,1 1 0,-1-1 0,1 1 0,-1-1-1,0 1 1,1-1 0,-1 1 0,0-1 0,1 1 0,-1 0 0,0-1 0,0 1 0,0-1 0,0 1-1,0 0 1,1-1 0,-1 1 0,0 0 0,0-1 0,0 1 0,-1 0 0,1 28 272,0-20-167,-1 12 55,-1 0 1,-1 0-1,-1 0 1,-1 0 0,-1-1-1,0 1 1,-2-1 0,-11 22-1,7-18-144,-2-1 0,0 0 0,-1-2 1,-1 1-1,-1-2 0,-22 22 0,30-33-18,-1 1 0,0-1 1,0-1-1,-1 0 0,0 0 1,0-1-1,-1-1 0,0 0 1,0 0-1,0-1 0,-1-1 1,-23 6-1,35-44-93,1 30 70,1 0 1,0-1-1,0 1 0,1 0 1,-1 0-1,1 0 0,0 0 1,0 0-1,0 0 0,0 1 1,1-1-1,-1 1 0,6-6 1,-5 7 49,-1 0 0,1 1 0,0-1 0,-1 1 1,1-1-1,0 1 0,0 0 0,0 0 0,0 0 0,0 1 1,0-1-1,0 1 0,0-1 0,0 1 0,4 0 0,8 3 326,0-1 0,-1 2-1,1 0 1,-1 0 0,0 2 0,18 8-1,-19-8-41,28 9-312,0-2 0,1-2 0,1-2 0,0-1 0,0-2 0,1-2 0,62-3 0,-99-1-12,-6 2 0,-3 0-243,0 0 0,0 0 1,0-1-1,0 1 0,-1-1 0,1 1 1,0-1-1,-1 0 0,1 0 0,-1 0 0,1 0 1,-1 0-1,1 0 0,-1-1 0,-3 1 1,-14 0-7335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37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35 397 5234,'0'0'14679,"0"-17"-8311,0 29-5691,1 0-367,-1 1 0,0-1 0,-1 1 0,-1-1-1,0 0 1,0 0 0,-1 1 0,-8 19 0,-2-11 136,12-41-26,1-1-486,0 2 80,-1-7-108,1 0-1,1-1 0,1 1 1,2 0-1,0 0 1,14-44-1,-5 40-190,0 0-1,1 2 1,21-30-1,-29 48 229,2 0 0,-1 0-1,2 1 1,-1 0-1,1 0 1,0 1 0,1 0-1,0 1 1,0 0 0,1 0-1,13-5 1,-23 11 66,-1 1 1,1-1-1,0 1 1,0-1-1,0 1 0,0-1 1,0 1-1,0 0 1,0 0-1,0 0 0,0-1 1,0 1-1,0 0 1,0 0-1,0 0 1,0 0-1,0 0 0,0 1 1,0-1-1,0 0 1,0 0-1,0 1 1,0-1-1,0 1 0,0-1 1,0 1-1,0-1 1,0 1-1,-1-1 1,1 1-1,0 0 0,0-1 1,-1 1-1,1 0 1,0 0-1,-1 0 0,1-1 1,-1 1-1,1 0 1,-1 0-1,1 0 1,-1 0-1,1 1 0,0 5 113,0 0 0,0 1 0,0-1 1,-1 0-1,0 10 0,-1-5 17,1 423 2990,0-435-3201,-2-25-13627,-9 12 3294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37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9828,'0'0'17769,"122"-41"-16905,-88 37-464,6-1-320,1 3-80,-7 2-832,0 0-2129,-14 0-2322,7 0-3857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37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 5891,'0'0'20084,"-10"-1"-19047,2 1-848,0 0 1,0 1-1,1-1 0,-1 1 0,0 1 0,1 0 0,-12 4 0,16-5-139,0 0 0,1 1 0,-1-1 0,0 1 0,1-1-1,-1 1 1,1 0 0,0 0 0,0 0 0,-1 0 0,1 0 0,0 1 0,1-1 0,-1 1 0,0-1-1,1 1 1,0-1 0,-1 1 0,1 0 0,0 0 0,0 0 0,1 0 0,-1 0 0,1 0 0,-1 0-1,1 5 1,0-5-94,0 0-1,0-1 1,0 1-1,0 0 1,1 0-1,-1 0 0,1-1 1,-1 1-1,1 0 1,0-1-1,0 1 1,1-1-1,-1 1 1,0-1-1,1 0 1,0 1-1,-1-1 0,1 0 1,0 0-1,0 0 1,0 0-1,4 2 1,-3-2-512,1 0 0,0-1 1,0 1-1,0-1 1,-1 0-1,1 0 0,0 0 1,0-1-1,0 0 0,7 1 1,19-2-6478,-2-3-3468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3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18841,'0'0'13622,"-40"154"-13318,26-104-304,8-5 0,-1-2 0,7-5 0,-7-2 0,7-7 0,-7-1 0,0-8-272,-6-2-2305,-1-4-1361,1-5-2913,-8-7-5331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38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10645,'0'0'4893,"19"-6"-227,-10 4-4095,27-8 1979,0 1 1,62-5-1,0 9-90,-96 5-2012,-2 15 166,-1 1-1786,-8 30 4483,2-21-5985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38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16392,'0'0'13206,"20"89"-13206,-20-65-353,7 3-1535,-7-2-2418,7-4-3906,-1-6-4450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39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10741,'0'0'19793,"6"10"-18451,7 6-781,19 30-231,-27-32-330,-4-13 0,-1 0 0,0 0 0,0 0 0,1 0 0,-1 0 0,0 0 0,1 0 0,-1 0 0,1 0 0,-1 0 0,1 0 0,0-1 0,-1 1 0,1 0 0,0 0 0,0-1 0,0 1 0,-1 0 0,1-1 0,0 1 0,0-1 0,0 1 0,0-1 0,0 1 0,0-1 0,0 1 0,0-1 0,0 0 0,0 0 0,0 0 0,0 0 0,0 0 0,0 0 0,0 0 0,0 0 0,1 0 0,1-1 0,0-1 0,-1 0 0,1 0 0,0 0 0,-1-1 0,1 0 0,-1 1 0,0-1 0,1 0 0,-1 0 0,-1 0 0,1 0 0,2-7 0,5-6 0,21-25 0,-15 22 0,-1-1 0,-1-1 0,-1 0 0,10-25 0,-22 47-20,0-1 0,0 0 0,0 0 0,0 0 0,0 0 0,0 0 0,0 0 0,0 0 0,0 0 0,0 0 0,0 1 0,0-1 0,1 0 0,-1 0 0,0 0 0,0 0 0,0 0 0,0 0 0,0 0 0,0 0 0,0 0 0,0 0 0,0 1 0,0-1 0,0 0 0,0 0 0,0 0 0,0 0 0,0 0 0,1 0 0,-1 0 0,0 0 0,0 0 0,0 0 0,0 0 0,0 0 0,0 0 0,0 0 0,0 0 0,0 0 1,1 0-1,-1 0 0,0 0 0,0 0 0,0 0 0,0 0 0,0 0 0,0 0 0,0 0 0,0 0 0,1 0 0,-1 0 0,0 0 0,2 19-2807,0 21-5606,-2-21-2343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39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20681,'0'0'12086,"-6"31"-12086,-1-20 0,7 1 0,-7 1 0,0-1-1473,-6-1-960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39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18392,'0'0'9829,"21"30"-12262,-15-12 128,-6-9-4722,14-5-3074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39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8612,'0'0'13724,"-2"24"-8274,-42 293-469,35-270-4981,4-18 0,-2 0 0,-1 0 0,-11 28 0,15-45-1108,4-11 746,0 0 0,-1 0 0,1 0 1,0-1-1,0 1 0,-1 0 0,1 0 1,0 0-1,-1 0 0,1 0 0,-1 0 0,1-1 1,-1 1-1,1 0 0,-1 0 0,0-1 1,1 1-1,-1 0 0,0-1 0,0 1 1,1-1-1,-1 1 0,0-1 0,0 1 1,0-1-1,0 1 0,0-1 0,0 0 1,0 0-1,1 1 0,-1-1 0,0 0 0,0 0 1,0 0-1,-2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39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5394,'0'0'24476,"74"-4"-24124,-53 10-112,6 6-128,-7 1-112,0-1-640,-6-3-1249,13-3-2065,-7-3-3713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17096,'0'0'15191,"74"22"-15079,-60-19-112,-1-1-720,-6 2-1506,7-1-2352,6-3-12213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0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1 1088,'0'0'26092,"-129"111"-23146,75-50-657,-7 0-1937,0-3-352,14-4 0,6-4 0,7-5 0,7-2-2225,0-5-1825,14-6-4130,6-12-7667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0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 5619,'0'0'16330,"-13"24"-12182,0 1-3263,-5 9 401,2-1-1,-19 56 0,19-31-803,3 1 0,2 0-1,-3 76 1,13-124-480,-1 1-1309,0 1-1,0-1 1,-8 22 0,9-31 818,0 0 1,0 0-1,-1-1 0,1 1 0,-1 0 1,0-1-1,0 0 0,0 1 1,-3 3-1,4-6 291,0 1 1,0 0 0,-1-1-1,1 1 1,0-1-1,0 1 1,0-1-1,0 1 1,0-1-1,0 0 1,-1 0 0,1 1-1,0-1 1,0 0-1,-1 0 1,1 0-1,0 0 1,0-1-1,0 1 1,-1 0 0,1 0-1,0-1 1,0 1-1,-2-1 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1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13206,'0'0'13318,"22"2"-10695,69 11-889,-85-12-1669,0 0 1,-1 1 0,1 0-1,-1 0 1,0 0 0,1 1-1,-1-1 1,0 1 0,-1 0-1,1 1 1,0-1 0,-1 1-1,0 0 1,0 0 0,0 1-1,0-1 1,-1 1 0,1 0-1,2 5 1,-2-1-2,-1 0-1,1 0 1,-2 0 0,1 1-1,-1-1 1,-1 1 0,1-1-1,-1 20 1,-2-26-64,0-1 0,0 1 0,0 0 0,0-1 0,0 1 0,-1 0 0,1-1 0,-1 0 0,1 1 0,-1-1 0,0 0 0,0 0 0,0 0 0,0 0 0,-1 0 0,1 0 0,0-1 0,-1 1 0,1-1 0,-1 0 0,-4 2 0,-68 27 0,58-24 0,9-3-70,-75 32-4546,79-33 4135,0 0 0,0 0-1,0 1 1,0-1 0,0 1 0,1 0-1,-1 0 1,1 0 0,0 1 0,0-1-1,0 1 1,0 0 0,1 0 0,-1 0-1,1 0 1,-2 4 0,3 4-9783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1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11 171 10741,'0'0'18993,"4"12"-16918,1 8-1835,-1 0-1,-1 1 1,2 34-1,-6-54-239,0-1 0,1 1 0,-1-1 0,0 0 0,0 1 0,1-1 0,-1 0 0,0 0 0,0 0 0,0 1 0,1-1 0,-1 0 0,0 0 0,0 0 0,0 0 0,1-1 0,-1 1 0,0 0 0,0 0 0,0 0 0,1-1 0,-1 1 0,0 0 0,0-1 0,1 1 0,-1 0 0,0-1 0,1 1 0,-1-1 0,1 1 0,-1-1 0,0 0 0,1 1 0,-1-2 0,-2-26-182,1 1 0,1-1 0,7-54 0,-6 75 41,1 1 0,0-1 0,0 1 0,1-1 0,-1 1 0,2 0 0,-1-1 0,1 1 0,0 0 0,5-7 0,-7 11 129,0 1 1,1-1 0,-1 1 0,1 0 0,0-1 0,-1 1-1,1 0 1,0 0 0,0 0 0,0 0 0,0 0 0,0 1-1,0-1 1,0 1 0,0-1 0,0 1 0,0 0 0,0-1-1,0 1 1,0 0 0,0 0 0,0 1 0,0-1 0,0 0 0,0 1-1,0-1 1,0 1 0,0 0 0,0-1 0,0 1 0,0 0-1,0 0 1,0 1 0,-1-1 0,3 2 0,11 6-145,-1-2 0,1 0 1,0 0-1,1-2 0,-1 0 1,1 0-1,0-2 0,0 0 1,0 0-1,1-2 0,-1 0 0,1-1 1,22-3-1,-36 3 78,-1 0-1,1 0 1,-1-1 0,1 1-1,-1-1 1,1 1 0,-1-1-1,0 0 1,1 0-1,-1 0 1,0-1 0,0 1-1,0 0 1,0-1 0,0 0-1,0 1 1,0-1-1,0 0 1,-1 0 0,1 0-1,1-3 1,-1 0 259,0 1 0,0-1 1,0 0-1,-1 0 0,0 0 0,0 0 0,0 0 1,-1-1-1,0-8 0,0 14-101,-1-1-1,1 0 0,-1 0 1,1 0-1,-1 1 1,0-1-1,1 0 1,-1 0-1,0 1 1,1-1-1,-1 1 0,0-1 1,0 1-1,0-1 1,0 1-1,1-1 1,-1 1-1,0 0 1,0-1-1,0 1 0,0 0 1,0 0-1,0 0 1,0 0-1,0-1 1,0 1-1,0 1 1,0-1-1,-1 0 0,-38 1 1665,36-1-1298,1 1-438,0-1 0,-1 1 0,1 0 0,0 0 0,0 0 1,0 1-1,0-1 0,0 1 0,0-1 0,0 1 0,1 0 0,-1 0 0,1 1 0,-1-1 1,1 0-1,0 1 0,0-1 0,0 1 0,0 0 0,0 0 0,0 0 0,1 0 0,0 0 0,-1 0 1,1 0-1,0 0 0,1 0 0,-1 1 0,0-1 0,1 6 0,-2 8-95,0 0 0,2 1 0,0-1 0,5 30 0,-5-45-135,0-1 0,1 1 0,-1 0 1,0-1-1,1 1 0,0 0 0,-1-1 0,1 1 1,0-1-1,0 1 0,0-1 0,0 1 0,0-1 1,0 0-1,0 1 0,1-1 0,-1 0 0,0 0 1,1 0-1,-1 0 0,1 0 0,2 1 0,1 0-1384,-1-1 0,1 1-1,0-1 1,0 0-1,0-1 1,10 1 0,24-1-12718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2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158 542 14054,'0'0'13687,"-22"3"-10782,-66 16-1574,86-18-1306,-1-1-1,1 1 0,-1 0 1,1 1-1,0-1 0,-1 0 0,1 1 1,0-1-1,0 1 0,0-1 1,0 1-1,0 0 0,0 0 1,1 0-1,-1 0 0,1 0 0,-1 1 1,1-1-1,0 0 0,0 1 1,0-1-1,-1 3 0,1 2 13,-1 0 0,2 0-1,-1 0 1,1 0-1,0 12 1,1-7-26,-1 3-11,0-14-1,0-1 0,0 1 1,1-1-1,-1 1 0,0-1 0,0 1 1,1-1-1,-1 1 0,0-1 0,1 1 1,-1-1-1,1 0 0,-1 1 0,0-1 0,1 0 1,-1 1-1,1-1 0,-1 0 0,1 1 1,-1-1-1,1 0 0,-1 0 0,1 0 1,0 1-1,-1-1 0,1 0 0,-1 0 1,1 0-1,-1 0 0,1 0 0,0 0 0,-1 0 1,1 0-1,-1 0 0,1 0 0,-1-1 1,1 1-1,0 0 0,0-1 0,22-6-133,-4-9-174,-1-2 0,0 0 1,-2-2-1,0 1 1,-1-2-1,23-40 1,5-25-1119,57-156 1,-55 125 711,-39 102 804,-3 9 287,0 0 0,-1 0 0,0 0 0,0 0 0,0 0 1,1-12-1,-8 20 1258,-8 8-1497,0 2 0,0-1 0,1 2 1,1-1-1,0 2 0,1-1 0,-11 19 0,3-1 0,2 0-1,-21 53 1,25-44-138,2 1 0,1 1 0,2 0 0,2 0 0,2 1 0,2-1 0,5 56 0,-3-89 17,0-1 0,0 1 0,1-1 0,0 0 0,0 0 0,1 0 0,6 13 0,-8-19-35,0-1 0,0 1 0,0 0 0,0 0 1,0-1-1,0 1 0,1-1 0,-1 1 0,1-1 0,-1 1 0,1-1 0,0 0 0,-1 0 0,1 0 1,0 0-1,0 0 0,0 0 0,-1 0 0,1-1 0,0 1 0,0-1 0,0 1 0,0-1 0,0 0 1,0 0-1,1 1 0,-1-2 0,0 1 0,0 0 0,0 0 0,0-1 0,0 1 0,0-1 0,0 1 0,0-1 1,-1 0-1,3-1 0,22-20-3512,-5-10-3449,-1-7-4746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2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12246,'0'0'15297,"21"10"-14619,71 32-355,-87-39-299,1-1 1,-1 0-1,1-1 1,0 1-1,0-1 1,-1 0-1,1-1 1,0 0-1,0 1 1,9-2 0,2 0 17,-16 0-76,1 1 0,-1 0 0,1-1 0,-1 1-1,0-1 1,1 0 0,-1 1 0,0-1 0,0 0 0,1 0 0,-1 0 0,0 0 0,0 0 0,0 0 0,0 0-1,0 0 1,0 0 0,-1 0 0,1-1 0,0 1 0,0 0 0,-1-1 0,1 1 0,-1 0 0,1-1 0,-1 1-1,0-1 1,0 1 0,1-1 0,-1 1 0,0-3 0,1-59-1202,-2 47 1271,1 13-4,0 1 1,0-1-1,-1 1 0,1-1 0,-1 1 1,0-1-1,1 1 0,-1 0 0,0-1 1,0 1-1,-1 0 0,1 0 0,0-1 1,-1 1-1,-3-3 0,4 4 26,0 0-1,0 0 0,0 0 1,0 1-1,-1-1 1,1 0-1,0 1 0,-1-1 1,1 1-1,0 0 1,-1-1-1,1 1 0,-1 0 1,1 0-1,-1 0 1,1-1-1,0 2 0,-1-1 1,1 0-1,-1 0 1,1 0-1,-1 1 0,1-1 1,0 1-1,-1-1 0,1 1 1,0-1-1,0 1 1,-1 0-1,1 0 0,0 0 1,-2 1-1,-3 3 87,0 1 1,1 0-1,0 0 0,0 0 0,0 0 0,1 1 1,0 0-1,0 0 0,1 0 0,-1 0 0,2 1 1,-4 10-1,3-8-72,1 0 0,0 1 0,0-1 0,1 1 0,1-1 0,-1 1 0,2-1 0,0 1 0,2 11 0,-2-20-84,0 0 0,0-1 0,1 1-1,-1-1 1,1 0 0,-1 1 0,1-1 0,-1 0-1,1 0 1,0 0 0,0 0 0,0 0 0,-1 0-1,1-1 1,0 1 0,0 0 0,0-1 0,0 0-1,0 1 1,0-1 0,0 0 0,0 0 0,0 0 0,0 0-1,0-1 1,0 1 0,3-1 0,4 0-172,1 0 1,-1-1 0,0 1-1,15-6 1,5-9-821,0-1 0,0-2 0,40-34 0,-14 11-1271,-20 14 958,10-7 3519,-51 34-1404,-1 1 1,1 0-1,0 0 0,0 1 1,-1 0-1,1 0 1,0 0-1,0 1 1,-6 2-1,2 1-797,1 0 0,0 1 0,0 0 0,0 0 0,-10 11 0,16-14 0,1 0 0,-1 0 0,0 1 0,1-1 0,0 1 0,0 0 0,0 0 0,0 0 0,0 0 0,1 0 0,0 0 0,0 0 0,0 0 0,0 1 0,1-1 0,-1 6 0,1-7-1,0 1 0,0-1 0,0 1 0,0-1 0,0 1 0,1-1 0,-1 0 0,1 1 0,0-1 0,0 0 0,0 0 1,1 1-1,-1-1 0,1 0 0,-1 0 0,1 0 0,0-1 0,0 1 0,1 0 0,-1-1 0,1 1 0,-1-1 0,1 0 0,-1 0 0,1 0 0,0 0 0,0 0 0,0-1 0,0 0 0,1 1 0,-1-1 0,0 0 0,0 0 0,1-1 1,-1 1-1,1-1 0,-1 1 0,6-1 0,4 1-495,1 0 0,0 0 1,0-1-1,13-2 0,12-10-4133,-4-13-4647,-10-1-1868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3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10325,'0'0'14649,"9"3"-13208,7 2-1184,1 0 1,-1-1-1,1-1 1,0-1-1,0-1 0,0 0 1,32-3-1,-48 1-242,0-1-1,0 0 0,0 0 1,0 0-1,0 1 0,0-1 1,-1 0-1,1 0 1,-1 0-1,1 0 0,-1 0 1,0 0-1,0 0 0,0 0 1,0 0-1,0 0 0,0 0 1,0 0-1,-1 0 0,1 0 1,-1 0-1,1 0 0,-1 0 1,0 0-1,0 0 0,0 1 1,0-1-1,-2-3 1,-7 2 285,0 1 0,0 0 1,0 0-1,0 1 1,0 0-1,0 1 0,-1 0 1,1 0-1,-11 3 1,19-3-283,0 1 0,-1 0 1,1 0-1,0 0 0,0 0 0,0 0 1,0 0-1,1 0 0,-1 1 1,0-1-1,0 1 0,1-1 1,-1 1-1,1-1 0,0 1 1,-1 0-1,1 0 0,0 0 1,0 0-1,0 0 0,0 0 1,0 0-1,1 0 0,-1 0 0,0 1 1,1-1-1,0 0 0,-1 3 1,-1 10 60,1 0 0,1 0 1,1 16-1,-1-13-55,0 3-171,-1-14-123,1 0-1,0 0 1,0 0-1,1 0 0,2 12 1,-2-17 161,-1-1 0,1 1 1,0 0-1,0 0 0,0-1 1,0 1-1,0-1 0,0 1 0,0-1 1,1 1-1,-1-1 0,0 0 1,1 0-1,-1 0 0,1 0 0,-1 0 1,1 0-1,0 0 0,0 0 1,-1 0-1,1-1 0,0 1 0,0-1 1,0 1-1,3-1 0,29 2-5256,5-2-3786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3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11813,'0'0'10352,"-19"8"-6148,-60 25-1386,76-32-2709,0 1 0,0 0 0,0 0 0,1 0 0,-1 0 0,1 0 0,0 0 0,-1 0-1,1 1 1,0 0 0,1-1 0,-1 1 0,0 0 0,1 0 0,-1-1 0,1 1 0,0 1 0,0-1 0,0 0 0,0 0 0,1 0 0,-1 0 0,1 1 0,0 4 0,0-2-89,0-1 0,1 1 0,0 0 0,0-1 1,0 1-1,1-1 0,-1 1 0,1-1 0,1 0 0,3 7 0,17 18-420,-19-27 181,-1 1 1,1 0 0,-1 0 0,0 0-1,0 0 1,-1 0 0,1 1 0,-1 0-1,0-1 1,0 1 0,0 0 0,-1 0-1,0 0 1,0 0 0,1 5 0,-5-8 214,-1-1 1,1 0-1,0 1 1,-1-1 0,1 0-1,-1-1 1,1 1 0,-1-1-1,0 1 1,1-1-1,-1 0 1,-5-1 0,4 1 17,-95 1 819,100-3-1255,0 1 1,0 0-1,0 0 1,1-1-1,-1 1 0,0 0 1,1 0-1,-1-1 1,1 1-1,-1 0 1,1 0-1,0 0 1,0 0-1,-1 0 1,1 0-1,1-1 1,18-11-6502,12 2-844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 10069,'0'0'20873,"-22"0"-19328,-66 5-1265,86-5-280,0 0 0,0 0 0,-1 0 0,1 0 0,0 1 0,0-1 0,0 1 0,0-1 0,0 1 0,0 0 0,0-1 0,0 1 0,0 0 0,0 0 0,0 1 0,0-1 0,1 0 0,-1 1 0,0-1 0,1 1 0,0-1 0,-1 1 0,1 0 0,0-1 0,-1 1 0,1 0 0,0 0 0,0 0 0,1 0 0,-1 0 0,0 0 0,1 0 0,-1 0 0,1 0 0,0 1 0,0-1 0,-1 3 0,2-1 0,0 0 0,-1 0 0,1 0 0,0 0 0,1 0 0,-1 0 0,1-1 0,0 1 0,0 0 0,0-1 0,0 1 0,1-1 0,-1 0 0,5 5 0,-2-5-61,0 0 0,0 1-1,0 0 1,0 0 0,-1 1 0,0-1-1,0 1 1,0 0 0,0 0 0,-1 0 0,0 1-1,0-1 1,0 1 0,-1-1 0,0 1-1,0 0 1,0 0 0,1 10 0,-4-14 62,1 0 1,-1 0-1,1 0 1,-1 0-1,0-1 1,0 1-1,0 0 1,0-1-1,0 1 1,0-1-1,-1 1 1,1-1-1,0 0 1,-1 1-1,1-1 1,-1 0 0,1 0-1,-1 0 1,0 0-1,0 0 1,1 0-1,-1-1 1,0 1-1,-3 0 1,-54 15 517,46-13-313,-109 30 98,176-40-9151,-8-15 118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4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82 193 10917,'0'0'19764,"-7"4"-18035,2-1-1711,1 0 1,-1 0 0,0 0 0,1 1 0,0 0-1,0 0 1,0 0 0,0 0 0,0 1 0,1-1-1,0 1 1,0 0 0,0 0 0,1 0 0,-1 0 0,1 1-1,1-1 1,-3 12 0,2-10-19,0 1 0,1 0 0,0 0 0,0 0 0,1 11 0,0-17 0,0 0 0,0 0 0,0 0 0,1 0 0,-1 0 0,1-1 0,0 1 0,-1 0 0,1-1 0,0 1 0,0 0 0,0-1 0,0 1 0,0-1 0,0 1 0,1-1 0,-1 0 0,0 1 0,1-1 0,-1 0 0,1 0 0,-1 0 0,1 0 0,0 0 0,-1 0 0,1-1 0,0 1 0,0 0 0,3 0 0,3 0-2,0 1 0,0-1 0,0 0-1,0-1 1,0 0 0,0 0 0,0-1 0,1 0 0,10-3 0,-16 3-6,0 0 0,0-1 0,0 1 0,0-1 0,0 1 0,-1-1 0,1 0 0,0 0 1,-1 0-1,1 0 0,-1 0 0,0-1 0,0 1 0,0-1 0,0 0 0,0 1 0,0-1 0,-1 0 0,0 0 1,1 0-1,-1 0 0,0 0 0,0 0 0,-1-1 0,1 1 0,0-5 0,2-42-416,-4-58 0,0 35 824,1 72-386,1 0 1,-1 1-1,1-1 1,0 0-1,-1 0 0,1 1 1,0-1-1,-1 1 0,1-1 1,0 0-1,0 1 1,-1-1-1,1 1 0,0 0 1,0-1-1,0 1 1,0 0-1,0-1 0,0 1 1,0 0-1,0 0 1,0 0-1,-1 0 0,1 0 1,0 0-1,0 0 0,0 0 1,1 0-1,32 2 250,-32-2-262,1 1-2,0 0 0,0 0 0,0 0 0,0 0 0,0 1 0,0-1 0,0 1 0,-1 0 0,1 0 0,-1 0 0,1 0 0,-1 0 0,1 1 0,-1-1 0,0 1 0,0-1 0,-1 1 0,1 0 0,0 0 0,-1 0 0,2 5 0,4 9 0,0 1 0,5 27 0,-10-36 0,3 16 0,9 26 0,-9-49 0,-1-12 0,1-11 0,0-27 0,-3 21 0,2 1 0,8-33 0,-10 51 0,0 1 0,1 0 0,0-1 0,1 1 0,-1 1 0,1-1 0,0 0 0,1 1 0,0 0 0,0 0 0,0 0 0,8-6 0,-9 9 0,-4 2 0,1 0 0,0 0 0,0 0 0,0 1 0,0-1 0,0 0 0,0 0 0,0 1 0,0-1 0,0 1 0,0-1 0,0 1 0,1-1 0,-1 1 0,0 0 0,0 0 0,0-1 0,1 1 0,-1 0 0,0 0 0,0 0 0,1 0 0,-1 1 0,0-1 0,0 0 0,2 1 0,-2 1-90,0-1 0,0 1 0,0 0 0,0 0 0,0-1 0,-1 1 0,1 0 0,0 0 0,-1 0 0,0 0 0,1 0 0,-1 0 0,0 0 0,0 0 0,0 0 0,0 0 0,-1 0 0,1 0 0,-1 2 0,1 4-1864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6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12630,'0'0'14340,"1"19"-12756,17 327 2629,-13 87-4213,5 90 0,23 648 0,-19-376 0,-28 148 0,14 120 0,8-929 0,-7-126 0,21 226 0,-16-198 0,1 0 0,2-1 0,2-1 0,21 52 0,-30-83 0,0 0 0,0 0 0,1 0 0,-1 0 0,0 0 0,1-1 0,0 1 0,0-1 0,0 0 0,5 3 0,-6-4 0,0 1 0,1-1 0,-1 1 0,0-1 0,0 1 0,0 0 0,0 0 0,0 0 0,0 0 0,-1 0 0,1 0 0,-1 0 0,1 0 0,-1 1 0,0-1 0,0 1 0,0-1 0,1 4 0,1 29 0,-2-1 0,-2 42 0,-1-14 0,-1-5 0,-17 102 0,1-27 0,18-115 0,-1-1 0,-1 1 0,-1-1 0,0 0 0,-1 0 0,-1-1 0,-8 19 0,8-20 0,6-13 0,-1 1 0,1-1 0,-1 1 0,1-1 0,0 0 0,-1 1 0,0-1 0,1 0 0,-1 1 0,0-1 0,0 0 0,0 0 0,0 0 0,0 0 0,0 0 0,0 0 0,0 0 0,0 0 0,0 0 0,-1 0 0,1 0 0,0-1 0,-1 1 0,1-1 0,0 1 0,-1-1 0,1 1 0,-1-1 0,1 0 0,-1 0 0,1 0 0,-2 0 0,2 0-30,1-1 0,-1 0-1,0 1 1,1-1 0,-1 0 0,1 0 0,-1 0-1,1 1 1,-1-1 0,1 0 0,-1 0 0,1 0 0,0 0-1,0 0 1,-1 0 0,1 0 0,0 0 0,0 0-1,0 0 1,0 0 0,0 0 0,1-1 0,-1-36-4379,0 27 556,0-38-13395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8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0 626 5603,'0'0'9793,"6"-2"-9166,19-4 479,0 1 1,1 0-1,36 0 0,54-9-21,109-35-544,339-58-55,9 67 405,10 0 365,79-29-1114,6 38 295,173-29-101,-44 23-115,-206 19-151,295-20-64,-425 18 96,-151 4-18,215-29 335,-459 38-176,-34 2-359,58-1 4106,-89 6-4070,-18 0-2866,-16 0-2408,-12 0-5398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49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8 681 2305,'-7'9'13948,"112"-10"-8401,-37-1-5193,108-18 1,1174-167 36,-611 95-366,390-27 6,-501 59-46,366-24 42,-182 18-19,-62 25 8,6 36 4943,-583 5-2021,129-11-1060,-274 9-1821,-55 6-343,-75 18-4933,30-15-2395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5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85 375 3169,'0'0'16352,"0"43"-8939,-1-25-7188,-4-4 198,0 0 1,0 0-1,-1 0 0,-1-1 0,-12 19 1,-16 31 182,33-85 123,7-21-535,17-47-189,-15 55-125,1 0-1,2 1 1,2 0-1,1 0 1,1 2-1,20-34 1,-32 63 107,10-18 3,1 1 0,1 0 0,1 1 0,1 0 0,1 1 0,0 1 0,21-15 0,-38 31 32,1 1 1,0-1-1,0 1 1,0-1-1,0 1 1,0-1 0,-1 1-1,1 0 1,0-1-1,0 1 1,0 0-1,0 0 1,0 0 0,0 0-1,0 0 1,0 0-1,0 0 1,0 0 0,0 0-1,0 0 1,0 0-1,0 1 1,0-1-1,0 0 1,1 1 0,0 1 8,0-1 1,0 1-1,-1 0 1,1-1 0,-1 1-1,1 0 1,-1 0 0,0 0-1,1 0 1,1 4-1,2 8 132,-1-1-1,7 30 0,-9-31 23,4 22-39,-3-1 0,0 1 0,-2 0 0,-5 39 1,2 7-14,2 15-133,3-89 0,1-14 0,-4-8-655,1 12-137,-1 0 1,1 0-1,-1-1 0,0 1 1,-1 0-1,1 0 0,-1 0 1,0-1-1,0 1 1,0 0-1,-1 0 0,-2-6 1,-14-8-9073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58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10325,'0'0'20761,"101"-31"-20056,-60 24-545,6 0-96,8-4-64,-1 0-80,13-1-1889,8-1-3122,-1-8-8835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59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3 111 1409,'-2'0'22842,"5"0"-20772,39-1-355,49-8-1,109-30-1568,-76 14 180,-94 20-194,-16 3 189,0-1 0,-1 0 0,1 0-1,-1-2 1,20-8 0,-28 11 98,-10 2-350,1 0-315,1 1 0,-1-1 1,0 1-1,1 0 0,-1 0 0,1 1 1,-1-1-1,1 1 0,0 0 0,0 0 0,-1 0 1,1 0-1,-4 5 0,-22 11-6304,2-11-7278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5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1 637 2193,'0'0'6182,"21"-5"-4883,136-29 971,332-55 3174,9 38-3079,-204 24-1783,108-15-71,870-82 960,741-24 1418,-1513 115-2507,520-19 989,-26 29 867,-365 14 1052,-628 9-3253,-16 7 46,9-5-701,-1 1-1,1 0 1,0 0 0,0 0 0,0 1-1,0 0 1,0 0 0,1 0 0,-6 6-1,3-3-939,0 0 0,0-1-1,-1 0 1,-9 5 0,-14 2-7775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00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48 992,'0'0'13041,"4"-1"-11563,-3 0-1409,29-15 4494,-28 15-4127,-1 0 0,0 0-1,1 0 1,-1 0 0,0 0-1,0 0 1,0 0-1,0 0 1,0 0 0,0-1-1,0 1 1,0 0 0,0-1-1,0 1 1,-1-1-1,1 1 1,-1-1 0,1 1-1,-1-3 1,-5 3-230,0 0 0,-1 1-1,1-1 1,-1 1 0,1 1 0,-11 1 0,-1 4-155,1 1 0,0 1 0,0 0 0,1 1 1,0 1-1,-24 20 0,5-4 60,0-4 63,10-6 193,1 1 0,-34 30 0,52-42-324,1 0 0,-1 0-1,1 0 1,0 1 0,0-1-1,0 1 1,1 0 0,0 0-1,0 0 1,0 1 0,1-1 0,0 1-1,0-1 1,1 1 0,0 0-1,-1 8 1,2-14-43,0 0 0,0 1 0,1-1 0,-1 0 0,0 1 0,1-1 0,-1 0 0,1 1 0,-1-1 0,1 0 0,-1 0 0,1 0 0,0 0 0,0 1 0,0-1 0,0 0 0,0 0 0,0-1 0,0 1 0,0 0 0,2 1 0,36 12 0,-19-11 0,1-2 0,25 0 0,-38-1 0,20 1 0,0-2 0,-1 0 0,1-2 0,-1-1 0,0-2 0,37-11 0,-36 7 0,3 0 0,0-1 0,-1-2 0,47-27 0,-76 39-27,0 1 0,0-1-1,0 0 1,-1 1 0,1-1 0,0 0-1,0 0 1,0 0 0,-1 0 0,1 0-1,0 0 1,-1 0 0,1 0 0,-1 0-1,1 0 1,-1 0 0,0 0 0,1 0 0,-1 0-1,0-1 1,0 1 0,0 0 0,0-1-1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01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6035,'0'0'14716,"28"0"-2767,270-17-11867,-103 2-97,-139 13 15,-4 1 0,1-3 0,63-12 0,-115 14 0,-9 7 0,-10 4-3130,-3-7-5423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03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7603,'0'0'13287,"3"-4"-11033,-2 2-1590,9-11-390,-10 13-173,0 0 0,0 0 0,0 0 0,0 0 0,0 1 0,0-1 0,0 0 0,0 0 0,0 0 0,0 0 0,0 0 0,0 1 0,0-1 0,0 0 0,0 0 0,0 0 0,1 0 1,-1 0-1,0 1 101,0-1-101,0 0 0,0 0 0,0 0 0,0 0 0,1 0 0,-1 0 0,0 0 0,0 0 0,0 0 0,0 1 0,0-1 0,1 0 0,-1 0 0,0 0 0,0 0 0,0 0 0,0 0 0,1 0 0,-1 0 0,0 0 0,0 0 0,0 0 1,0 0-1,1 0 0,-1-1 0,0 1 0,0 0 0,0 0 0,0 0 0,0 0 0,1 0 0,-1 0 0,0 0 0,0 0 101,0-1-101,0 1 0,1 80 609,-7 164 1304,5-150-10866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03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62 15079,'0'0'12342,"13"-8"-11825,-1 1-373,-5 2-80,0 0-1,1 0 1,0 1-1,0 1 1,0-1-1,0 1 1,0 0 0,1 1-1,-1 0 1,11-1-1,-6 2 73,9-2-44,-1 1 1,1 1-1,-1 1 1,1 0 0,23 5-1,-41-3-77,0-1 0,0 1 0,0 0 0,-1 1 0,1-1 0,-1 1 0,1-1 0,-1 1 0,0 0 0,0 0 0,0 1 0,0-1 0,3 6 0,-4-7-13,-1 0 0,0 0 0,1 0 0,-1 0 0,0 0 0,0 0 0,0 1 0,0-1 0,0 1 0,-1-1 0,1 0 0,-1 1 0,0-1-1,0 1 1,1-1 0,-1 1 0,-1-1 0,1 1 0,0-1 0,-1 1 0,1-1 0,-1 1 0,0-1 0,-2 5 0,-1-2 21,0 0-1,-1 1 1,0-1 0,0-1-1,0 1 1,0-1 0,-1 0-1,0 0 1,-11 5 0,-65 23 443,60-25-184,0 1 0,-21 12 0,42-20-289,1 0-1,0 1 1,-1-1-1,1 0 1,-1 0-1,1 0 1,0 1-1,-1-1 0,1 0 1,-1 1-1,1-1 1,0 0-1,0 1 1,-1-1-1,1 0 1,0 1-1,-1-1 1,1 1-1,0-1 0,0 1 1,0-1-1,0 0 1,-1 1-1,1-1 1,0 1-1,0-1 1,0 1-1,0-1 1,0 1-1,0-1 0,0 1 1,0-1-1,1 1 1,12 13-259,32 10-234,-35-20 354,-5-1 93,15 6-546,0 2 0,0 0 0,-1 1 0,-1 0 0,0 2 0,0 0 0,24 28 0,-40-40 578,0 0-1,-1 0 1,1 0 0,-1 0 0,0 0 0,1 0-1,-1 1 1,-1-1 0,1 1 0,0-1-1,0 1 1,-1-1 0,1 1 0,-1-1 0,0 1-1,0-1 1,0 1 0,0-1 0,0 1-1,-1 0 1,0 3 0,-1-2 120,0-1 1,0 0-1,0 0 1,0 1-1,0-1 0,-1 0 1,1-1-1,-1 1 0,0 0 1,0-1-1,0 1 1,-7 3-1,-8 4 670,-2-1-1,1-1 1,-1-1-1,-25 6 1,32-9-424,-18 6 154,-1-2 1,-1-1-1,1-1 1,-57 2-1,90-8-499,-1 0 0,0-1 0,0 1 0,0 0 0,0 0 0,0 0 0,0 0 0,0 0 0,0 0 0,0-1 0,0 1 0,0 0 0,0 0 0,0 0 0,0 0 0,0 0 0,0-1 0,0 1 0,0 0 0,0 0 0,0 0 0,0 0 0,0 0 0,0 0 0,0-1 0,0 1 0,0 0 0,0 0 0,0 0 0,0 0 0,-1 0 0,1 0 0,0-1 0,0 1 0,0 0 0,0 0 0,0 0 0,0 0 0,0 0 0,0 0 0,-1 0 0,1 0 0,0 0 0,0 0 0,0 0 0,0 0 0,0 0 0,-1 0 0,1 0 0,0 0 0,0 0 0,0 0 0,0 0 0,10-6 0,59-8-6163,-37 9-1056,14-4-11686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04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1 740 6531,'0'0'11058,"1"-4"-9027,5-11-414,0 1 1,1-1 0,10-15 0,7-15-777,172-422-1670,-184 437 1217,1 1 1,1 0 0,22-32 0,-36 61-353,0 1 0,0-1-1,0 1 1,0-1 0,0 1 0,0-1 0,0 1-1,0-1 1,0 1 0,1 0 0,-1-1 0,0 0-1,0 1 1,1-1 0,-1 1 0,0-1 0,0 1-1,1-1 1,-1 1 0,1-1 0,-1 0 0,0 1-1,1-1 1,-1 0 0,1 1 0,-1-1 0,1 0-1,-1 0 1,1 1 0,-1-1 0,1 0 0,-1 0-1,1 0 1,-1 0 0,1 0 0,-1 0 0,1 0-1,-1 0 1,1 0 0,-1 0 0,1 0 0,-1 0-1,1 0 1,-1 0 0,1 0 0,0 0 0,-1-1-1,0 1 1,1 0 0,-1 0 0,1-1 0,-1 1-1,1 0 1,-1-1 0,1 1 0,-1 0 0,0-1-1,1 1 1,-1-1 0,0 1 0,1-1 0,-1 1-1,0 0 1,0-1 0,1 1 0,-1-1 0,0 1 0,0-1-1,0 0 1,8 47 2505,-7-42-2479,9 137-62,-5-63 0,15 81 0,-18-147 0,2 7 0,-1 0 0,1 29 0,3-12-349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05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9925,'0'0'18987,"16"-6"-17733,1-1-838,1 1 0,1 1 0,-1 0 1,1 1-1,36-2 0,256-14-312,-319 28-3391,-18 8-6947,14-15 1169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52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0 690 6867,'0'0'11779,"15"-5"-10346,63-19 924,88-15 0,841-107 495,6 37-2746,2227-132 279,-2070 200 239,35-2 918,-1120 41-1126,-34 1-119,-1-2 0,51-9 0,-100 12-272,0-1 0,0 1-1,-1 0 1,1 0 0,0 0 0,0 0-1,0-1 1,0 1 0,0 0-1,-1-1 1,1 1 0,0-1 0,0 1-1,-1-1 1,1 1 0,0-1 0,-1 0-1,1 1 1,0-1 0,-1 0-1,1 1 1,-1-1 0,1 0 0,-1 0-1,1 0 1,-1 0-10,-1 0 0,1 1-1,0-1 1,0 1 0,-1-1-1,1 1 1,0-1 0,-1 1-1,1-1 1,-1 1 0,1-1 0,0 1-1,-1 0 1,1-1 0,-1 1-1,1 0 1,-1-1 0,1 1 0,-1 0-1,0 0 1,1-1 0,-1 1-1,1 0 1,-1 0 0,1 0 0,-1 0-1,0 0 1,1 0 0,-1 0-1,0 0 1,1 0 0,-1 0 0,1 0-1,-2 0 1,-10 1-850,0 1-1,1 0 1,-1 0-1,1 1 1,-1 0-1,-16 8 1,-47 12-6993,11-13-3035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53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61 721 1601,'0'0'7011,"-12"4"-5714,-37 14 7520,64-17-7122,20-1-1485,171-40 2066,-91 13-1879,630-95 207,11 35-443,-377 46-160,4403-302 996,-4596 338-583,609-51 2166,-716 39 1150,-78 16-2909,24-2-631,-17 2-211,-10 1 7,-61 8-3712,7 1-3529,15-8-3406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54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4562,'0'0'12939,"7"-1"-11044,-4 1-1771,30-4 2166,-32 4-2159,0-1 1,0 1-1,0 0 0,-1 0 1,1 0-1,0 0 1,0 0-1,0 0 0,0 0 1,0 0-1,0 1 1,-1-1-1,1 0 0,0 0 1,0 1-1,0-1 1,-1 1-1,1-1 0,0 0 1,0 1-1,-1-1 1,1 1-1,0 0 0,-1-1 1,1 1-1,-1 0 1,1-1-1,-1 1 0,1 0 1,-1-1-1,1 1 1,-1 0-1,0 0 0,1 0 1,-1 1-1,-13 425 6096,12-351-6227,-1 5 0,4 1 0,3 0 0,18 86 0,-1-67 0,42 211 0,-52-229 0,5 151 0,-4-61-3812,-13-207-4109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39:51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1 762 6131,'0'0'2049,"19"-5"459,357-78 8232,84 4-6647,238-12-3112,-277 39-660,1964-184-225,716 35 827,-2259 187 3092,-841 14-3508,-10 14-2297,5-11 604,0 0 0,-1 0 0,0 0 0,0 0 1,1-1-1,-1 0 0,-10 3 0,-23 4-11049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06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53 1425,'0'0'15188,"0"-11"-13019,1 1-3096,0-22 11697,-4 50-9613,-2 55-47,4 86 0,2-77-4179,-22-115-22134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07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9588,'0'0'14628,"16"-5"-13248,4-2-923,-11 3-268,0 1 0,0 0 0,0 1 0,0 0 0,1 0 0,-1 1 0,1 0 0,12 1 0,27 1 476,-1 2 0,0 1 1,76 19-1,-101-18-632,1 2 0,-1 1 1,0 1-1,-1 1 0,0 1 0,0 1 1,-1 1-1,-1 1 0,21 17 0,-38-28-39,0 0-1,1 1 1,-1-1-1,0 1 1,-1-1-1,1 1 0,-1 0 1,1 0-1,-1 0 1,-1 0-1,1 1 0,0-1 1,-1 0-1,0 1 1,0-1-1,0 1 1,-1-1-1,1 1 0,-1-1 1,0 1-1,0 0 1,-1-1-1,0 1 1,1-1-1,-3 5 0,1-1 39,-2 0-1,1-1 1,-1 0-1,0 0 1,0 0-1,-1 0 1,1 0-1,-2-1 1,1 0-1,-1 0 0,0 0 1,0-1-1,-9 6 1,-18 11 162,-1-1 1,-1-3-1,-1 0 1,0-2-1,-1-2 1,-1-2-1,0-1 1,-57 9-1,43-19-194,33-2 0,16 1 0,7 0 0,-2 0-202,-1-1 0,1 1 0,-1-1-1,1 1 1,-1-1 0,0 0 0,1 0 0,-1 1 0,0-1 0,0 0 0,1 0-1,-1 0 1,0 0 0,0 0 0,0-1 0,1 0 0,16-26-8949,-4 1-5170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08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9412,'0'0'14639,"4"3"-13001,-1 1-1335,0 1 1,0-1-1,0 1 0,-1 0 0,0-1 0,0 1 1,0 0-1,0 0 0,-1 0 0,0 1 1,0-1-1,0 0 0,0 6 0,2 80 2044,-3-83-2114,4 70 556,-2-40-1685,-1 2-4659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09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12966,'0'0'13217,"21"-18"-11857,72-51-351,-88 65-909,1 1 0,-1 0-1,1 0 1,0 1 0,0-1 0,0 1 0,0 1 0,0-1 0,0 1 0,1 0 0,-1 1 0,1-1-1,-1 1 1,0 0 0,13 3 0,7-2 247,-21-1-308,-1 0 0,1 0 0,-1 1 0,1-1 0,0 1 0,-1 0 0,0 0 0,1 0 0,-1 1 0,0 0 0,1 0 0,-1 0 0,0 0 0,-1 0 0,1 1 0,0 0 0,-1 0 0,1 0 0,-1 0 1,5 5-1,-5-2-33,1 1 1,-1-1 0,0 1-1,-1-1 1,1 1 0,-1 0-1,0 0 1,-1 0 0,0 0 0,0 0-1,-1 0 1,0 10 0,1-13-11,-1 0 0,0 0-1,-1 0 1,1 0 0,-1-1 0,0 1 0,1 0 0,-2 0 0,1-1 0,0 1 0,-1 0 0,0-1-1,1 0 1,-6 7 0,2-5 23,-1 0 0,0 0-1,0-1 1,0 1 0,-1-2-1,-13 7 1,-2 0 25,17-8-36,-1 0-1,1 0 0,-1 1 1,1 0-1,0 0 1,-8 6-1,13-8-15,-1-1 0,1 1 0,0-1 0,-1 1 0,1 0 0,0-1 1,0 1-1,-1 0 0,1-1 0,0 1 0,0 0 0,0-1 0,0 1 0,0 0 0,0 0 0,0-1 0,0 1 0,0 0 0,0-1 0,0 1 0,1 0 0,-1-1 0,0 1 1,0 0-1,1-1 0,-1 1 0,0 0 0,1-1 0,-1 1 0,1-1 0,-1 1 0,1-1 0,-1 1 0,1-1 0,-1 1 0,1-1 0,-1 1 0,1-1 0,0 0 0,-1 1 1,1-1-1,0 0 0,0 1 0,35 18-453,-28-16 359,8 5-50,-1 1 0,0 1 0,14 12 0,-26-19 152,1 0 0,-1 0 0,0 0 0,0 0 0,0 1 0,0-1 0,-1 1 0,1 0 0,-1 0 0,0 0 0,0 0 0,-1 0 0,1 0 0,-1 1 0,0-1-1,0 0 1,1 8 0,-3-11 24,1 1 0,-1-1-1,1 0 1,-1 1-1,0-1 1,0 1-1,1-1 1,-1 0 0,0 0-1,0 1 1,0-1-1,0 0 1,-1 0 0,1 0-1,0 0 1,0 0-1,-1 0 1,1-1-1,0 1 1,-1 0 0,1-1-1,-1 1 1,1-1-1,-2 1 1,-46 13 821,36-11-583,-25 7-57,-2-2-1,1-1 0,-1-3 1,-65 1-1,121-5-1043,62-1-10853,-44-3 436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09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18008,'0'0'12182,"-88"86"-12134,61-70-48,14 0-576,-8-3-401,8 1-816,-1-1-1344,1-6-3394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10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 9012,'0'0'18993,"10"3"-17259,30 10-221,-38-11-1455,-1-1 0,0 1 0,0-1 0,0 1 1,0-1-1,0 1 0,0 0 0,-1-1 0,1 1 1,0 0-1,-1 0 0,1 0 0,-1 0 0,0-1 1,0 1-1,0 0 0,0 0 0,0 2 0,-1 7 246,0-26-198,1 13-106,0 0 0,0 0 0,-1 0 0,1 0 0,-1 0 0,0 1 0,1-1 0,-1 0 0,0 0 0,0 1 0,0-1 0,0 0 0,0 1 0,-1 0 0,1-1 0,0 1 0,-1-1 0,1 1 0,-1 0 0,1 0 0,-1 0 0,0 0 0,1 0 0,-1 0 0,0 1 0,0-1 0,1 0 0,-1 1 0,0-1 0,0 1 0,0 0 0,-3 0 0,-2-1 0,1 0 0,-1 1 0,1 0 0,-1 1 0,1-1 0,-1 1 0,1 0 0,0 1 0,-8 2 0,-1 3 0,1 2 0,-1 0 0,2 0 0,-1 1 0,1 1 0,1 0 0,0 1 0,1 0 0,0 1 0,0 0 0,2 1 0,0 0 0,-12 25 0,15-24 0,1 1 0,1-1 0,0 1 0,-2 29 0,6-40 0,-1-1 0,1 1 0,0 0 0,0 0 0,0 0 0,1 0 0,0 0 0,0 0 0,0-1 0,0 1 0,1 0 0,0-1 0,0 1 0,0-1 0,1 0 0,-1 1 0,1-1 0,0 0 0,6 6 0,1-3 0,0-1 0,0-1 0,0 0 0,1 0 0,0-1 0,0 0 0,0 0 0,0-2 0,0 1 0,1-2 0,16 2 0,-4-2 0,1-1 0,-1-1 0,1-2 0,33-6 0,-32 3 0,0-2 0,31-13 0,-46 16 0,0 0 0,0-1 0,0 0 0,-1 0 0,1-1 0,17-17 0,-27 23 0,-1 1 0,1-1 0,-1 1 0,1-1 0,0 0 0,-1 1 0,1-1 0,-1 0 0,0 1 0,1-1 0,-1 0 0,0 0 0,1 1 0,-1-1 0,0 0 0,0 0 0,1 0 0,-1 0 0,0 1 0,0-1 0,0 0 0,0 0 0,0 0 0,0 0 0,-1 1 0,1-1 0,0 0 0,0 0 0,-1 0 0,0 0 0,0 0 0,0 1 0,0-1 0,0 0 0,0 1 0,0-1 0,0 1 0,-1 0 0,1-1 0,0 1 0,0 0 0,0 0 0,-1 0 0,1 0 0,0 0 0,0 0 0,0 0 0,-1 0 0,1 0 0,0 1 0,0-1 0,0 0 0,0 1 0,0-1 0,-2 2 0,2-2 9,0 1 1,0 0-1,0 0 1,0 0-1,0 0 1,0 0-1,0 0 0,0 0 1,1 0-1,-1 0 1,0 1-1,1-1 0,-1 0 1,1 0-1,-1 3 1,-14 19-764,15-23 613,-10 6-2810,0-3-5424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12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 11701,'0'0'15960,"1"11"-14642,2 11-823,-2-1 1,0 1 0,-2 0 0,0 0 0,-1-1 0,-7 27 0,-6-7-344,-21 39 1,14-33-141,21-45-12,0 0 0,0 0 0,0 1 0,0-1 0,1 0 0,-1 0 0,1 1 0,0-1 0,-1 0 0,1 0 0,0 1 0,1 2 0,-1-4 0,0-1 0,0 1 0,1 0 0,-1 0 0,1 0 0,-1 0 0,0-1 0,1 1 0,0 0 0,-1 0 0,1-1 0,-1 1 0,1 0 0,0-1 0,-1 1 0,1-1 0,0 1 0,0-1 0,0 1 0,-1-1 0,2 1 0,4 0 0,0 0 0,1 0 0,-1 0 0,0-1 0,0 1 0,1-2 0,6 0 0,10 0 0,-2-1 0,1 0 0,-1-2 0,0-1 0,0 0 0,0-2 0,24-10 0,40-13 0,-52 19-184,-59 6-19705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13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3954,'0'0'22725,"19"-3"-21535,146-10 443,-72 13-1305,-93 4-3782,0-3 2936,-1 0 0,1 0-1,0 0 1,-1 0-1,1 0 1,-1 0-1,0-1 1,1 1-1,-1 0 1,0 0-1,1-1 1,-1 1-1,-1 1 1,-28 16-4582,22-14 2866,-25 16-5132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13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9364,'0'0'20666,"88"21"-19178,-54-21-239,-1 0-1249,-5 0 0,-1-7 0,-7 0 0,0 3 0,-6-3 0,-7 7-1217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15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9989,'0'0'15935,"0"23"-14692,0 161 931,7-114-1947,-2-62-546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16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11941,'0'0'13409,"21"7"-11947,1-1-1123,-9-3-201,-1 1 0,0 0 0,0 0 0,0 2 0,0-1 0,-1 2 0,1-1 0,-2 1-1,11 9 1,52 38 747,-52-41-655,-1 1 0,0 2-1,-1 0 1,-1 1-1,25 28 1,-41-42-222,1 0 1,-1 0-1,0 0 0,0 0 1,-1 1-1,1-1 1,0 0-1,-1 1 1,0-1-1,0 1 0,0-1 1,0 1-1,-1 0 1,1-1-1,-1 1 1,0 0-1,0-1 1,0 1-1,-1 0 0,1-1 1,-1 1-1,0 0 1,0-1-1,0 1 1,-1-1-1,1 0 0,-1 1 1,0-1-1,1 0 1,-2 0-1,1 0 1,0 0-1,-1 0 0,1-1 1,-1 1-1,-5 3 1,-8 7 28,-1-2 0,-1 0 0,0-1 1,-1-1-1,-23 8 0,27-10-15,-10 3 25,0-1 0,0-1 0,0-1 0,-1-1 0,0-1 0,-1-2 1,-39 1-1,65-4-116,0 0 1,1 0-1,-1 0 1,1 0-1,-1 0 1,1 0-1,-1 0 1,0-1-1,1 1 1,-1 0-1,1 0 1,-1 0-1,1-1 1,-1 1-1,1 0 1,-1-1-1,1 1 1,-1-1-1,1 1 1,-1 0-1,1-1 1,0 1-1,-1-1 1,1 1-1,0-1 1,-1 1-1,1-1 1,0 1-1,0-1 1,-1 1-1,1-1 1,0 0-1,0 1 1,0-1-1,0 1 1,0-1-1,0 0 1,0 1-1,0-1 1,0 1-1,0-1 1,0 1-1,0-1 1,1-1-1,-1 1-482,0-1-1,1 0 1,0 1 0,-1-1-1,1 0 1,0 1 0,0-1-1,0 1 1,0-1 0,0 1-1,0 0 1,0-1-1,0 1 1,0 0 0,3-2-1,21-12-6656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1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13782,'0'0'18105,"-122"121"-17545,95-98-336,-7-3-224,7 3-240,0-3-1633,-7-8-2209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0:17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35 15671,'0'0'16568,"6"3"-16085,34 15-438,-41-48-45,-2 28-9,0-1-1,0 1 1,0-1 0,0 1-1,0 0 1,0 0-1,0 1 1,-1-1 0,1 1-1,-1-1 1,0 1 0,1 0-1,-1 1 1,0-1-1,1 0 1,-1 1 0,0 0-1,0 0 1,-3 1 0,-9-1-77,1 0 0,0 2 0,-22 4 0,18-1 117,1 1 1,0 1-1,0 0 0,0 2 0,-28 17 1,40-22-16,0-1 0,1 1 1,0 0-1,-1 0 0,2 1 1,-1-1-1,0 1 0,1 0 1,0 1-1,0-1 0,1 1 1,-1-1-1,1 1 1,1 0-1,-1 1 0,1-1 1,0 0-1,0 0 0,1 1 1,-2 8-1,3-12-16,0 0 0,0 0 0,0 0 0,0 0 0,0 0 0,1 0 0,-1 0 0,1 0 0,0-1 0,0 1 0,0 0 0,0 0 0,0-1 0,1 1 0,-1-1 0,1 1 0,3 4 0,-1-5 0,0 0 0,0 0 0,0 0 0,1 0 0,-1 0 0,0-1 0,1 0 0,-1 0 0,1 0 0,0 0 0,7-1 0,34 4 0,0-3 0,0-2 0,0-1 0,0-3 0,-1-2 0,1-1 0,77-27 0,-134 36-237,-30 2-4286,26 2-3715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10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26 672,'0'0'7908,"14"-25"-6054,-14 176 1893,0 88-2702,6-196-775,-1-26-240,-3-22-336,-2-18-8508,0 12 3801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12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15042,'27'538'0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15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32 368,'0'0'6248,"14"-32"-3673,-17 38-2343,0 0-1,-1-1 1,1 0 0,-1 1 0,0-1-1,0-1 1,-1 1 0,0-1 0,1 1-1,-9 4 1,-10 12 223,-106 106 616,-47 51-267,170-170-744,2-5-51,1 0 0,0 1 0,0-1 0,0 1 0,0 0 0,1-1 0,0 1 1,0 1-1,0-1 0,0 0 0,0 0 0,1 1 0,-1 5 0,-5 22-3421,7-19-1265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16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566 23 384,'0'0'1505,"-2"-14"1643,-5 6 2617,-2 10-5594,1 0 0,0 1-1,0 0 1,0 0 0,1 1 0,-1 0-1,1 0 1,0 1 0,-13 10 0,-10 5 405,-29 19-169,1 2 0,2 2 0,-57 57-1,-6 4 40,117-102-1054,-27 18 1313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1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1185,'0'0'4674,"7"-12"-1734,-4 13-2673,1-1 1,-1 1 0,0 0 0,0 0 0,0 0-1,0 1 1,0-1 0,0 1 0,0 0 0,0-1-1,-1 1 1,1 0 0,-1 1 0,4 3 0,37 43 1597,-24-27-1003,7 5-139,1-2 0,49 35 0,-51-41-517,-14-10-97,54 44 472,-59-48-534,-1 0 1,0 1-1,0 0 0,-1-1 0,1 1 0,-1 1 0,-1-1 1,6 12-1,-4 6-1236,-20-31-5217,-2-2 1798,-2 0 243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19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 0,'0'0'6699,"-20"-8"-1208,22 20-5080,0 0 0,2-1 0,-1 1 1,1-1-1,1 0 0,0-1 1,1 1-1,0-1 0,8 11 0,-3-4 199,123 194 4203,-127-200-4639,1 0 0,1-1 0,-1 0 1,1 0-1,1-1 0,0 0 0,0 0 0,1-1 1,0-1-1,1 0 0,-1 0 0,14 4 1,-24-10-235,0-1 0,0 1 0,0 0 0,0-1 0,0 1 0,0 0 0,-1 0 0,1-1 0,0 1 0,0 0 0,-1 0 0,1 0 0,0 0 0,-1 0 0,1 0-1,-1 0 1,0 0 0,1 0 0,-1 0 0,0 0 0,1 0 0,-1 0 0,0 2 0,0 0-708,0-1-1,0 0 0,0 0 0,-1 0 0,1 1 0,-1-1 1,1 0-1,-1 0 0,0 0 0,0 0 0,-1 3 0,-5 4-6087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1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1 10885,'0'0'10872,"-26"1"-9458,1-1-981,12 0-228,1 0 1,-1 1 0,1 0 0,0 1 0,-1 0-1,1 1 1,0 0 0,0 1 0,0 0 0,1 1-1,-14 8 1,9-4 62,1 0 0,0 1 0,1 1-1,0 0 1,0 1 0,2 1 0,-1 0-1,2 1 1,0 0 0,0 0 0,1 1-1,1 1 1,1 0 0,0 0 0,1 0-1,1 1 1,0 0 0,1 1 0,1-1-1,1 1 1,1-1 0,0 1 0,1 0-1,2 29 1,-1-42-268,1 0 0,0 0 0,0 0 0,0 0 0,0 0 0,1 0 0,0 0 0,0 0 0,0-1 0,1 1 0,-1-1 0,1 1 0,0-1 0,1 0 0,5 6 0,-2-5 0,-1 0 0,1 0 0,0 0 0,0-1 0,1 0 0,-1-1 0,1 0 0,15 5 0,8-2 0,0-1 0,0-1 0,0-2 0,34-2 0,-62 0 0,9 0-50,10 1-1174,0-2-1,1 0 1,34-8 0,-52 8 776,1 0 0,-1-1 1,1 0-1,-1 0 1,0 0-1,0-1 0,0 0 1,0 0-1,0 0 1,0 0-1,-1-1 0,0 0 1,0 0-1,0 0 0,0 0 1,0-1-1,-1 0 1,0 1-1,4-8 0,2-17-11264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2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16087,'0'0'13809,"12"21"-12568,3 3-736,2 2-130,-1 1 0,24 56 0,-41-93-375,0-1 0,0 1 0,1-1 0,3-16 0,-2-9 0,-1 11 0,0 0 0,0-1 0,6-34 0,-5 52 0,1 1 0,-1 0 0,1 0 0,1 0 0,-1 1 0,1-1 0,1 1 0,-1-1 0,1 1 0,0 0 0,0 0 0,1 1 0,6-7 0,-8 10-430,0 0 1,0 0-1,1 0 0,0 1 1,-1-1-1,1 1 1,0 0-1,-1 0 0,1 0 1,0 1-1,0-1 0,0 1 1,6 0-1,55 5-10043,-59-4 9334,21 3-8206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10197,'0'0'19481,"20"97"-18185,-20-81-319,0-5-641,0 3-320,0-3-16,7-2-32,-7 0-1409,7-7-960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2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15511,'0'0'9797,"-13"20"-12439,13-13-1391,20-7-4515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16103,'0'0'7124,"-34"163"-2690,27-100-1825,7-2-704,0-2-1313,0-10-592,0-3 0,7-10 0,0-5 0,-7-6 0,0 0 0,0-5-1233,0-4-735,0-2-1138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3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9700,'0'0'13561,"23"-2"-10623,184-7-241,-169 8-2510,-23-1-96,-1 2 1,1 0-1,0 1 0,15 2 0,-29-2-51,0 0 0,0 0 0,0 0 0,0 0 0,0 0 0,0 1 0,0-1 0,0 0 0,0 0 0,-1 1 0,1-1-1,0 1 1,-1-1 0,0 0 0,1 1 0,-1-1 0,0 1 0,1-1 0,-1 1 0,0-1 0,0 2 0,2 37 1374,-2-37-1255,0 5 3,-1-6-211,1 1 0,0-1 0,0 1 0,0-1 0,0 1-1,0-1 1,0 0 0,1 1 0,-1-1 0,1 1 0,0-1 0,0 0-1,0 1 1,0-1 0,0 0 0,0 0 0,0 0 0,3 3 0,6 12-5479,-5-7 1319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3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8852,'0'0'16087,"21"2"-17271,-8 16-593,1 3-3089,-1-5-3058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3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4722,'0'0'13246,"-20"6"-9228,-61 19-379,75-22-3439,0-1 0,0 1 0,0 0 0,1 1 0,-1 0 0,1-1 0,0 2-1,0-1 1,0 1 0,1-1 0,0 1 0,0 0 0,0 1 0,0-1 0,1 1 0,0 0 0,0 0 0,0 0 0,1 0-1,0 0 1,0 0 0,0 1 0,1-1 0,0 1 0,1-1 0,-1 1 0,1-1 0,0 1 0,1-1 0,1 10 0,-1-14-237,0 0 1,-1-1 0,1 1 0,0-1 0,0 1 0,0-1 0,0 1 0,0-1 0,1 1-1,-1-1 1,0 0 0,1 0 0,-1 0 0,1 0 0,-1 0 0,1 0 0,-1 0 0,1 0 0,0 0-1,-1-1 1,1 1 0,0-1 0,-1 0 0,1 1 0,3-1 0,53 3-4451,-44-4 2336,32-2-6069,7-14-5357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4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28 10005,'0'0'16471,"-6"-5"-14827,4 3-1481,-1 0 0,0-1 1,0 1-1,0 0 1,0 1-1,0-1 1,-1 0-1,1 1 0,0 0 1,-1 0-1,1 0 1,-1 0-1,1 1 1,-1-1-1,0 1 0,1 0 1,-1 0-1,1 0 1,-1 0-1,1 1 1,-1-1-1,1 1 0,-1 0 1,1 0-1,-1 1 1,-5 2-1,-4 2-99,-1 2-1,1 0 0,-17 13 1,26-18-65,1 0 0,0-1 0,0 1 0,1 0 0,-1 0 0,1 1 0,-1-1 0,1 0 0,0 1 0,0-1 0,1 1 0,-1 0 0,1 0 0,-1 0 0,1 0 0,1 0 0,-1 0 0,0 5 0,1-8 1,1 0 1,-1 0-1,1 0 0,-1-1 0,1 1 1,-1 0-1,1 0 0,0 0 0,-1-1 1,1 1-1,0 0 0,0-1 1,0 1-1,-1 0 0,1-1 0,0 1 1,0-1-1,0 0 0,0 1 0,0-1 1,0 0-1,0 1 0,0-1 1,0 0-1,0 0 0,0 0 0,0 0 1,0 0-1,0 0 0,1 0 1,46-1-17,-33 1-14,-8-1 28,-1 0 1,1-1 0,0 0 0,-1 0 0,0 0 0,1 0-1,8-6 1,-12 7 4,0-1-1,-1 1 1,1 0-1,-1-1 1,0 1-1,1-1 1,-1 0-1,0 0 0,0 0 1,0 0-1,0 0 1,0 0-1,0 0 1,-1-1-1,1 1 1,-1 0-1,0-1 1,2-3-1,-7 40-157,3-29 64,0 0 0,0 1 0,1-1-1,0 0 1,0 0 0,0 0 0,0 1-1,2 5 1,-1-9 48,0 0 0,0-1 0,0 1 0,0-1 0,0 1 0,0-1 0,0 1 0,1-1 0,-1 0 0,1 0 0,-1 0-1,1 0 1,-1 0 0,1 0 0,-1 0 0,1 0 0,0 0 0,0-1 0,-1 1 0,1-1 0,0 1 0,0-1 0,0 0 0,-1 0 0,1 1 0,0-1-1,0-1 1,0 1 0,1 0 0,3-1-640,-1 1 0,0-1 0,0 1 0,0-2 1,0 1-1,0 0 0,0-1 0,-1 0 0,1 0 0,0-1 0,-1 1 0,0-1 0,1 0 0,3-4 0,2-2-1352,0-1 1,-1 0-1,0 0 1,10-16-1,9-22-3229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4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15047,'0'0'12766,"-22"24"-9575,-74 82-1676,87-95-1481,1-1 1,0 1-1,0 1 0,1-1 1,1 1-1,0 1 1,1-1-1,-7 24 0,8-15-48,1 0-1,1 0 0,2 36 0,0-41 13,0-13 2,0 0 0,0 0 0,1-1 0,-1 1 0,1 0 0,-1 0 0,1 0 0,0-1 0,0 1 0,1 0 0,-1-1 0,0 1 0,1-1 0,-1 1 0,1-1 0,0 0 0,0 0 0,0 0 0,0 0 0,0 0 0,1 0 0,-1-1 0,0 1 0,1-1 0,-1 1 0,1-1 0,0 0 0,-1 0 0,1 0 0,0 0 0,3 0 0,10 2 0,0-1 0,0 0 0,0-1 0,23-2 0,-15 0 0,4 2-166,16-1-2037,-1-2-4880,18-6-11046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4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10917,'0'0'15770,"0"2"-14023,0 49-302,3 1-1,13 66 0,-6-35-1444,-7-54 0,1-1 0,13 50 0,-16-71-309,-2-40-8267,-7-41-4253,-10 8 2352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5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14375,'0'0'7326,"24"-5"-3036,79-14-1772,-94 18-2333,1 0 1,-1 0-1,1 1 0,0 1 0,-1-1 0,1 2 1,-1-1-1,0 1 0,1 1 0,-1 0 1,0 0-1,0 1 0,15 8 0,-20-10-127,-1 0-1,1 1 0,-1-1 1,1 1-1,-1 0 1,0 0-1,0 0 0,0 0 1,0 0-1,-1 1 1,1-1-1,-1 1 1,0 0-1,0 0 0,0 0 1,-1 0-1,0 0 1,1 0-1,-1 0 0,0 0 1,-1 1-1,1-1 1,-1 0-1,0 0 0,0 1 1,0-1-1,-1 0 1,-1 7-1,1-7-57,-1-1 0,0 0 0,1 0 0,-1 1 0,-1-1 0,1 0 0,0-1 0,-1 1 0,0 0 0,1-1 0,-1 1 0,0-1 0,0 0 0,0 0 0,-1 0 0,-4 2 0,-66 25 0,48-20 0,-142 51 0,168-60-44,0 0 0,0 0-1,0 0 1,-1 0 0,1 0 0,0 0 0,0 0-1,0 0 1,0 0 0,-1 0 0,1 0 0,0 0-1,0 0 1,0 0 0,-1 0 0,1 0 0,0 0-1,0 0 1,0 0 0,0 0 0,-1 0 0,1 0-1,0 1 1,0-1 0,0 0 0,0 0 0,0 0-1,-1 0 1,1 0 0,0 0 0,0 1 0,0-1-1,0 0 1,0 0 0,0 0 0,0 0 0,-1 0-1,1 1 1,0-1 0,0 0 0,0 0 0,0 0-1,0 1 1,0-1 0,0 0 0,0 0 0,0 0-1,0 0 1,0 1 0,0-1 0,0 0 0,0 0-1,0 0 1,0 1 0,0-1 0,0 0-1,1 0 1,-1 0 0,15 2-6413,22-2-2502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5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6963,'0'0'18361,"-16"4"-14682,-2 3-3303,1 0 0,-1 1 1,1 1-1,1 1 1,0 0-1,0 1 1,1 1-1,0 0 1,-21 24-1,34-32-376,-1 0 0,1 0 0,0 0 0,1 0 0,-1 0 0,1 1 0,0-1 0,0 0 0,0 1 0,0-1 0,1 1 0,0-1 0,0 9 0,1-12 0,-1 0 0,1 0 0,-1 0 0,1 0 0,0 0 0,-1-1 0,1 1 0,0 0 0,0 0 0,0 0 0,0-1 0,0 1 0,0 0 0,0-1 0,0 1 0,0-1 0,0 1 0,0-1 0,0 0 0,0 1 0,0-1 0,0 0 0,0 0 0,0 0 0,1 0 0,-1 0 0,0 0 0,0 0 0,0 0 0,1 0 0,41-2 0,-41 2 0,8-3-33,0 1 1,1-2-1,-1 1 1,-1-1-1,1-1 1,-1 0-1,1 0 0,-1-1 1,-1 0-1,1-1 1,-1 0-1,0 0 0,-1 0 1,0-1-1,0 0 1,0-1-1,-1 0 1,7-13-1,-14 26 70,1 0 0,-1 0 0,1 0 1,0 0-1,0-1 0,0 1 0,1 0 0,-1 0 0,1 0 0,0 0 0,0 0 0,0-1 1,1 1-1,-1 0 0,1-1 0,4 6 0,-4-4-465,1 1-1,0-1 1,1 0-1,-1-1 1,1 1 0,0-1-1,0 1 1,0-1-1,1 0 1,0-1 0,-1 1-1,8 3 1,21 0-4764,6-6-2211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5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22778,'0'0'4851,"-47"140"-369,40-74-3826,7 4-656,0-7 0,0-9 0,0-6 0,0-10 0,0-6 0,0-10 0,0-4 0,0-4 0,0-7 0,0-1-1841,-20-6-13158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6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0 364 1889,'0'0'14873,"27"-13"-10300,-8 4-3943,30-15 2814,100-34 0,-68 35-1993,64-21-571,-124 37-852,-1-2 0,0 0 0,-1-1 0,29-21 0,-44 28-6,0 1 1,0-1-1,0 0 1,-1 0-1,1-1 1,-1 1-1,0-1 1,0 0-1,0 0 1,-1 0-1,1 0 1,-1 0 0,0 0-1,0-1 1,-1 1-1,1-1 1,-1 1-1,0-1 1,0 1-1,0-1 1,-1 0-1,0 0 1,0 1-1,0-1 1,0 0-1,-2-6 1,1 10-4,0 0 0,1 0 1,-1 0-1,0 0 0,0 1 1,-1-1-1,1 0 0,0 1 0,0-1 1,0 0-1,0 1 0,0 0 0,-1-1 1,1 1-1,0 0 0,0-1 1,-1 1-1,1 0 0,0 0 0,-1 0 1,1 0-1,0 0 0,0 0 0,-1 1 1,1-1-1,0 0 0,-2 1 1,-1 0 16,-1 0 1,1 0 0,-1 0 0,1 1 0,0-1 0,-1 1 0,-3 3 0,-7 8-37,0 0 0,1 1 0,1 1 0,0 0 0,1 1 0,0 0 0,-11 23 0,5-4 0,1 1 0,-21 64 0,28-62 0,2 0 0,2 0 0,1 1 0,1 0 0,3 41 0,1-79 0,0 0 0,0 0 0,0 0 0,0 0 0,0 0 0,1 0 0,-1 0 0,0 0 0,0 0 0,1 0 0,-1 0 0,1-1 0,-1 1 0,0 0 0,1 0 0,0 0 0,-1 0 0,1-1 0,-1 1 0,1 0 0,0 0 0,0-1 0,-1 1 0,1-1 0,0 1 0,0-1 0,0 1 0,0-1 0,0 1 0,0-1 0,0 0 0,0 1 0,0-1 0,0 0 0,0 0 0,0 0 0,0 0 0,0 0 0,0 0 0,0 0 0,0 0 0,0 0 0,-1 0 0,1-1 0,0 1 0,0 0 0,0-1 0,0 1 0,1-1 0,3-1 0,1 0 0,-1 0 0,-1 0 0,1-1 0,0 1 0,-1-1 0,7-6 0,57-47 0,-41 36 0,-26 20 0,-1 0 0,1-1 0,-1 1 0,1 0 0,-1 0 0,0 0 0,1 0 0,-1 0 0,1 0 0,-1 0 0,1 0 0,-1 0 0,1 0 0,-1 0 0,1 0 0,-1 0 0,1 0 0,-1 0 0,1 0 0,-1 0 0,1 1 0,-1-1 0,1 0 0,-1 0 0,0 1 0,1-1 0,-1 0 0,1 1 0,-1-1 0,0 0 0,1 1 0,-1-1 0,0 0 0,1 1 0,-1-1 0,0 1 0,0-1 0,0 1 0,1-1 0,-1 0 0,0 1 0,0-1 0,0 1 0,0-1 0,0 1 0,10 30 0,-8-24 0,0 2-18,2-1 0,-1 1-1,1-1 1,0 0 0,10 14 0,-13-20-75,1 0 0,-1-1-1,0 1 1,1 0 0,-1-1 0,1 1 0,-1-1 0,1 0 0,-1 0 0,1 1 0,0-1 0,0 0 0,0 0 0,0-1 0,0 1 0,0 0 0,0-1 0,0 1 0,0-1 0,0 1 0,0-1-1,0 0 1,0 0 0,0 0 0,0 0 0,0 0 0,1-1 0,-1 1 0,0-1 0,0 1 0,0-1 0,2-1 0,10-9-8572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1 611 3986,'3'-2'29135,"-1"0"-29660,10-21 575,-1 0-1,10-32 1,5-13-28,169-369-406,-191 444 457,-2 23 58,-1 40 49,-3 14-180,0-46 0,1-1 0,2 1 0,2 0 0,12 62 0,-12-88 0,-3-9 0,0 0 0,0-1 0,1 1 0,0 0 0,-1-1 0,1 1 0,0-1 0,0 1 0,0-1 0,1 1 0,-1-1 0,0 0 0,1 0 0,0 1 0,-1-1 0,1 0 0,0 0 0,0-1 0,0 1 0,1 0 0,2 1 0,-1 0-815,19 5-2561,-26-33-16324,-8 14 12633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8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8868,'0'0'14391,"47"-13"-12599,-26 13-415,6 0-144,0 0-321,0 0-672,7 0-176,-7-7-64,7 0-144,0-2-1297,-1-2-1952,1-1-2850,-7-6-6179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29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13110,'0'0'14855,"-88"146"-14327,68-107-464,-1-5-128,8-7-1633,6-14-2609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30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 6563,'0'0'13812,"0"-6"-10976,0 4-2497,0 4 1082,-2 90 2900,0-29-2641,7 80 0,4-106-1366,-9-36-516,0 1-1,1-1 0,-1 0 1,1 0-1,-1 0 1,1 0-1,0 1 0,-1-1 1,1 0-1,0 0 0,0 0 1,0 0-1,-1 0 1,1-1-1,0 1 0,0 0 1,0 0-1,1-1 1,-1 1-1,0 0 0,0-1 1,0 1-1,0-1 0,3 1 1,-3-16-12604,-1-13-496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30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10917,'0'0'10237,"22"-10"-9336,70-32 1,-75 35-475,1 1 0,0 1 0,-1 1 0,1 1 0,1 0 0,-1 1 0,0 1-1,35 2 1,-13 0 397,-39-1-795,1 0 0,-1 0 0,0 1 0,0-1 1,0 0-1,1 1 0,-1-1 0,0 1 0,0-1 0,0 1 0,0-1 0,0 1 0,0 0 0,0-1 0,0 1 0,0 0 0,0 0 0,0 0 0,-1 0 0,1 0 0,0 0 0,-1 0 0,1 0 0,0 0 0,-1 0 0,1 0 0,-1 1 0,0-1 0,1 0 1,-1 0-1,0 0 0,0 1 0,0-1 0,0 0 0,0 0 0,0 1 0,0-1 0,0 0 0,0 0 0,-1 0 0,1 1 0,0-1 0,-2 2 0,1 3 61,-1 1 1,0-1-1,0 1 0,0-1 1,-1 0-1,-7 12 1,-4-2 32,0 0 1,-2 0-1,0-1 1,-1-1-1,-36 23 1,-5 4 31,57-41-159,1 1 0,0-1 0,-1 0 0,1 0 0,-1 0 0,1 1 0,-1-1 0,1 0 0,0 0-1,-1 1 1,1-1 0,0 0 0,-1 1 0,1-1 0,0 0 0,-1 1 0,1-1 0,0 0 0,0 1 0,-1-1 0,1 1 0,0-1 0,0 0 0,0 1 0,0-1 0,-1 1 0,1-1 0,0 1 0,0-1 0,0 1 0,0-1 0,0 1-1,0-1 1,0 1 0,1-1 0,-1 1 0,0-1 0,0 0 0,0 1 0,0-1 0,0 1 0,1-1 0,-1 1 0,0-1 0,0 0 0,1 1 0,-1-1 0,0 0 0,1 1 0,-1-1 0,0 0 0,1 1 0,-1-1 0,0 0-1,1 0 1,-1 1 0,1-1 0,-1 0 0,1 0 0,32 9-317,-30-9 319,23 4-431,-1 0 0,0 2-1,0 1 1,0 0 0,-1 2-1,38 20 1,-60-28 412,0 0 0,0 0 0,0 1 0,0-1 0,0 0 0,0 1 0,0-1 0,-1 1 0,1 0 0,0 0 0,-1 0 0,0-1 1,1 1-1,-1 1 0,0-1 0,0 0 0,0 0 0,0 0 0,-1 0 0,1 1 0,-1-1 0,1 0 0,-1 1 0,0-1 0,0 0 0,0 1 0,0-1 0,0 0 0,0 1 0,-1-1 0,1 0 0,-2 4 0,0-2 186,0 0-1,0 1 0,-1-1 0,0 0 0,0-1 1,0 1-1,0-1 0,0 1 0,-1-1 0,0 0 1,1 0-1,-1 0 0,0-1 0,-8 4 0,-52 21 1818,-119 33 0,141-48-1781,7-2-201,54-11 59,-15 1-186,-1 0 0,1 0 0,0 0 0,0 0 0,0-1 0,0 1 0,0-1 0,0 0 0,4-2 0,18-11-4585,1-1-4236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31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6851,'0'0'18969,"-55"92"-18793,35-78-176,-7-1-112,0-4-2353,-7-4-4883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31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7924,'0'0'14937,"0"8"-12984,0 13-854,-1-4-536,1 1 0,0-1 1,1 0-1,1 1 0,0-1 0,2 0 0,0 0 1,1 0-1,11 27 0,-3-14-445,-12-26-267,0 0 0,1 1 1,0-1-1,-1 0 0,2 0 1,-1-1-1,0 1 0,1 0 0,-1-1 1,7 7-1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32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11605,'0'0'10901,"25"-4"-9788,1-1-825,-7 1 1,0 1 0,0 0 0,1 1-1,-1 1 1,1 1 0,31 4 0,-25 4-111,-1 1-1,0 1 1,-1 2-1,0 0 1,-1 2-1,26 19 1,-23-16-167,26 15 46,-32-21-61,0 1 1,-1 0-1,0 1 1,-1 2-1,-1-1 1,26 30-1,-40-41 2,-1 0 0,0 0-1,-1 0 1,1 0 0,0 0 0,-1 0-1,0 0 1,1 0 0,-1 1 0,-1-1-1,1 1 1,0-1 0,-1 1-1,0-1 1,0 1 0,0-1 0,0 0-1,-1 6 1,-1-4 120,1 0-1,-1 0 1,0 0-1,-1-1 1,1 1 0,-1 0-1,0-1 1,0 0-1,0 0 1,-1 0-1,-4 4 1,-7 5 425,-1-1-1,-1 0 1,0-1-1,0-1 1,-24 10 0,-248 108 385,284-126-1170,15-8-486,18-8-2202,-8 6-2214,1-3-2908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32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7796,'0'0'15511,"14"14"-13334,-14 2-561,-7 6 33,-13 3-528,-7 2-193,-7 3-464,7-1-464,0-2-48,0-2-816,6-12-2081,8-10-5972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3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14 6067,'0'0'15626,"2"-4"-13084,7-6-1119,-5 14 662,-5 28 1978,0-11-3102,-1 1-961,-1 0 0,-1-1 0,-1 1 0,-1-1 0,0 0 0,-2-1 0,-1 0 0,-13 25 0,-6 15 0,26-57 0,1-1 0,0 1 0,0 0 0,0 0 0,0-1 0,1 1 0,-1 0 0,1 0 0,-1 0 0,1-1 0,0 1 0,0 0 0,1 0 0,0 4 0,-1-6 0,1 0 0,0 0 0,0 0 0,-1 0 0,1 1 0,0-1 0,0 0 0,0-1 0,0 1 0,0 0 0,1 0 0,-1 0 0,0-1 0,0 1 0,0-1 0,1 1 0,-1-1 0,0 1 0,1-1 0,-1 0 0,0 1 0,1-1 0,-1 0 0,1 0 0,-1 0 0,0 0 0,3-1 0,25 2 0,1-2 0,0-1 0,-1-1 0,0-2 0,45-12 0,-33 4 0,-14 5 0,0-1 0,-1-1 0,-1-1 0,31-18 0,-54 26 0,-11-1-3111,5 2 1495,0 0 0,-1 0 0,1-1 0,0 1 0,0-1 0,1 0 0,-7-6 0,-10-13-10294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3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7908,'0'0'10426,"10"-6"-8447,18-6-796,0 2 0,1 0 0,0 2-1,1 1 1,34-3 0,-38 6-728,12-1-50,71-20-1,-107 25-654,-44 3-7842,16 5 1678,-1-1-2302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34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4674,'5'0'25512,"20"0"-25111,17-3-77,-1-1 0,1-2-1,-1-2 1,-1-2 0,62-22 0,-123 41-59,7 4-2921,4-7-651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28 313 2209,'0'0'10904,"-8"-21"-7020,2 19-3392,-7-6 2221,20 7 2395,-5 5-4799,-1 0 0,0 0 0,1 0 0,-2 0 0,1 0 0,0 0 1,-1 0-1,0 0 0,0 0 0,0 0 0,-2 7 0,2 0 198,0 4-168,-1-8-216,1 0 1,0 0-1,0 0 1,0 0 0,1 0-1,0 0 1,0 0-1,1 0 1,0 0 0,0-1-1,1 1 1,0-1-1,0 0 1,6 10 0,10 10-65,-7-9 86,1-1 0,0 0 0,16 15 0,-22-26-104,1 1 0,-1-1 0,1 0 0,0 0 0,0-1-1,0 0 1,1-1 0,0 0 0,17 4 0,16 4-41,-18-5 0,-1-1 0,1-1 0,47 2 0,-28-5 0,1-3 0,-1-1 0,84-17 0,172-85 0,-259 93 0,1 0 0,-1 3 0,1 2 0,1 1 0,-1 2 0,78 2 0,-109 5 0,0-1 0,0 1 0,0 0 0,0 1 0,-1 1 0,0-1 0,0 1 0,0 1 0,0-1 0,11 12 0,-18-15 0,-1 0 0,1 0 0,-1 0 0,0 0 0,0 1 0,0-1 0,0 0 0,0 1 0,0-1 0,-1 1 0,1-1 0,0 5 0,-1 0 0,0-27 0,0 14-7,0 0 1,1 0-1,0 0 1,0-1-1,0 1 1,1 0-1,0 1 0,0-1 1,1 0-1,0 0 1,0 1-1,0 0 1,0-1-1,6-5 0,-1 3-20,0 0-1,0 0 0,1 1 0,0 0 0,1 0 0,-1 1 0,15-6 0,3 0-37,1 1 0,0 1 0,0 2 0,1 1 0,37-4 0,90-3 86,207 9 1,59-3 225,-165-10-190,101-10 121,-318 23-131,0-1 0,0-2-1,56-20 1,-90 25-47,0 0 0,-1 0 0,1-1 0,-1 0 0,0 0 0,0 0 0,0 0 0,0-1 0,-1 0 0,0 0 0,0 0 0,0 0 0,-1-1 0,1 1 0,-1-1 0,-1 0 0,5-11 0,-2 2 0,-1-1 0,0 1 0,-1-1 0,-1 0 0,1-32 0,-4 51-59,1-1 0,-1 1 0,0-1 0,0 1 0,0-1 0,0 0 0,0 1 0,0-1 0,-1 0 0,1 0 0,-1 0-1,1 0 1,-1 0 0,0 0 0,0-1 0,0 1 0,0-1 0,-2 2 0,-45 24-4768,4-10-4431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2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5330,'2'0'20980,"3"9"-18680,-6 44-1855,1 61 1411,21 183 0,-15-256-1856,1 57 0,-6-97 0,0 0 0,0 0 0,-1 0 0,1 0 0,0-1 0,0 1 0,0 0 0,0-1 0,0 1 0,0 0 0,0-1 0,0 0 0,0 1 0,0-1 0,1 0 0,-1 1 0,0-1 0,0 0 0,0 0 0,0 0 0,0 0 0,1 0 0,-1 0 0,1 0 0,17-9-2239,-6-7-3918,-11 5-3487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3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0 251 9828,'0'0'11374,"22"-14"-10062,68-45-74,-85 56-968,0 0 0,0 0 0,1 0 0,-1 0 0,0 1 0,1 0 0,0 0 0,0 0 0,-1 1 0,1 0 1,0 0-1,0 0 0,0 1 0,10 0 0,1 1 759,-16-1-979,-1 0 0,1 0 0,0 0 0,0 1 0,-1-1 0,1 0 0,0 1 0,-1-1 0,1 1 0,0-1-1,-1 1 1,1-1 0,0 1 0,-1-1 0,1 1 0,-1-1 0,1 1 0,-1 0 0,1-1 0,-1 1 0,0 0 0,1-1 0,-1 1 0,0 0 0,0 0 0,1-1 0,-1 1 0,0 0 0,0 0 0,0 0 0,0-1 0,0 3 0,0 34 633,-1-22-307,0 9-204,-2 1 1,-1 0-1,-2-1 1,-14 43-1,12-44-99,1 1 0,2 0 0,0 0 0,-3 46 0,8-69-73,0 0 0,0 0 0,0 0 0,0 0 0,1 0 0,-1 0 0,0 0 0,1 0 0,-1 1 0,1-1 0,0-1 0,-1 1 0,1 0 0,-1 0 0,1 0 0,0 0 0,0 0 0,0 0 0,-1-1 0,1 1 0,0 0 0,0-1 0,0 1 0,0-1 0,0 1 0,0-1 0,0 1 0,1-1 0,-1 0 0,0 0 0,0 1 0,0-1 0,0 0 0,0 0 0,0 0 0,0 0 0,1 0 0,1-1 0,4 1 0,1-1 0,-1 0 0,0-1 0,1 0 0,6-2 0,5-4 0,-1-1 0,0 0 0,-1-1 0,26-20 0,66-60 0,-52 41 0,-21 18 0,-20 16 0,0 1 0,1 1 0,20-11 0,-35 25 0,-1 0 0,0 1 0,0-1 0,0 1 0,0-1 0,0 1 0,0-1 0,0 1 0,0 0 0,0-1 0,-1 1 0,1 0 0,-1 0 0,1-1 0,-1 1 0,0 0 0,1 2 0,-1-3 0,2 6 0,1-1 0,-1 0 0,1 0 0,1 0 0,-1 0 0,1 0 0,0-1 0,1 1 0,-1-1 0,1 0 0,0 0 0,0-1 0,0 0 0,1 0 0,0 0 0,0 0 0,0-1 0,0 0 0,0 0 0,0-1 0,1 0 0,-1 0 0,1 0 0,0-1 0,0 0 0,-1 0 0,1-1 0,12 0 0,-14 0-23,-1 0 0,1 0 1,-1-1-1,0 1 0,0-1 0,1 0 0,-1 0 0,0 0 1,0-1-1,0 0 0,0 0 0,0 0 0,0 0 1,-1 0-1,1-1 0,-1 1 0,1-1 0,-1 0 1,0 0-1,0-1 0,0 1 0,-1 0 0,1-1 0,-1 0 1,0 1-1,0-1 0,0 0 0,2-7 0,1-2 26,0 0-1,-1 0 1,-1-1-1,0 1 0,-1-1 1,-1 0-1,1-24 1,-2 28 20,-1 0 0,0-1 0,0 1 1,-1 0-1,0 0 0,0 0 0,-1 0 0,-1 0 1,0 0-1,-8-14 0,12 24-20,-40-51 251,38 48-246,0 0-1,-1 1 1,0 0 0,1 0-1,-1 0 1,0 0-1,0 0 1,0 1 0,0-1-1,-1 1 1,1 0 0,0 0-1,0 0 1,-1 0 0,1 0-1,-5 0 1,9 2-8,-1-1 0,0 0 0,0 0 0,0 0 0,0 0 0,0 0 0,0 0 0,0 0 0,0 0 0,1 0 0,-1 1 0,0-1 0,0 0 0,0 0 0,0 0 0,0 0 0,0 0 0,0 0 0,0 1 0,0-1 0,0 0 0,0 0 0,0 0 0,0 0 0,0 0 0,0 1 0,0-1 0,0 0 0,0 0 0,0 0 0,0 0 0,0 0 0,0 0 0,0 1 0,0-1 0,0 0 0,0 0 0,0 0 0,0 0 0,-1 0 0,1 0 0,0 1 0,0-1 0,0 0 0,0 0 0,0 0 0,0 0 0,0 0 0,0 0 0,-1 0 0,1 0 0,0 0 0,0 0 0,0 0 0,0 0 0,0 0 0,-1 0 0,1 0 0,0 0 0,9 7 0,39 0-3365,27-9-7407,-71 2 10121,10-2-8988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4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14086,'0'0'8962,"-20"21"-5497,8-8-2823,-3 1-161,1 2 0,1 0 0,0 0 0,1 1 0,0 1 0,2 0 0,0 1 0,-7 20 0,-5 30-232,4 0 0,2 0 0,-9 100 0,10 218 38,15-387-287,0 0 0,1 1 0,-1-1 0,1 0 0,-1 1 0,1-1 0,-1 0 0,1 1 0,-1-1 0,1 0 0,-1 0 0,1 0 0,-1 0 0,1 1 0,-1-1 0,1 0 0,-1 0 0,1 0 0,-1 0 0,1 0 0,-1 0 0,1 0 0,-1 0 0,1-1 0,0 1 0,0 0 0,1 0 0,4-2-65,1 0 1,0 0-1,-1 0 1,0-1-1,1 0 0,-1 0 1,0-1-1,0 1 0,-1-1 1,1 0-1,6-8 1,57-57-853,-67 68 910,10-10 106,-6 13 270,-7 23 573,0-4-653,1-18-326,0 1-1,0-1 1,1 1-1,0-1 1,-1 0-1,1 1 1,1-1 0,-1 0-1,0 0 1,1 0-1,0 0 1,-1 0 0,1 0-1,0 0 1,0-1-1,1 1 1,-1-1-1,1 1 1,-1-1 0,1 0-1,0 0 1,0 0-1,0 0 1,0-1 0,0 1-1,0-1 1,0 0-1,0 1 1,7 0-1,7 2-974,0-1-1,0-1 0,0 0 0,26-2 0,11 0-10088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4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10837,'0'0'17475,"-20"9"-15579,-67 32-260,78-37-1538,0 1 0,1 1 1,0-1-1,0 1 0,0 0 0,1 1 0,-7 8 1,11-12-90,0 1 0,1-1 0,-1 1 0,1 0 0,0 0 1,0 0-1,1 0 0,-1 0 0,1 0 0,0 0 0,0 1 1,0-1-1,0 0 0,1 6 0,3-9-9,-1 0 0,1 0 0,0 0 0,0 0 0,0 0 0,0-1 0,0 0 0,0 1 0,0-1 0,0 0 0,0-1 0,0 1 0,5-1 0,-5 0 0,12-1-15,-1-1 1,-1-1-1,1 0 1,-1-1-1,1 0 0,-1-1 1,-1 0-1,1-1 1,-1-1-1,0 0 0,-1-1 1,0 0-1,0 0 1,-1-1-1,0-1 0,13-18 1,-17 16 46,-11 11 54,-14 18 44,16-9-130,1 0 0,0 0 0,1 0 0,0 0 0,0 1 0,0-1 0,1 0 0,0 0 0,0 0 0,1 1 0,2 7 0,-2-13-161,0 0-1,1 1 1,-1-1-1,1-1 1,0 1-1,-1 0 1,1 0-1,0-1 1,0 1-1,0-1 1,0 1-1,1-1 1,-1 0-1,0 0 1,0 0-1,1 0 1,-1 0-1,1 0 1,-1-1-1,1 0 1,-1 1-1,1-1 1,-1 0-1,5 0 1,63-2-7730,-35-5-1007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 17816,'0'0'7820,"-13"26"-3632,-2 3-2844,1-2-1024,1 0 0,2 0-1,0 1 1,-6 32 0,-19 114-320,32-146 0,1 1 0,2 0 0,0 0 0,5 32 0,-3-58 0,-1-1 0,1 0 0,0 0 0,0 0 0,0 1 0,0-1 0,0 0 0,0 0 0,1-1 0,-1 1 0,1 0 0,-1 0 0,1-1 0,0 1 0,-1-1 0,1 1 0,0-1 0,0 0 0,0 1 0,0-1 0,0 0 0,0-1 0,1 1 0,-1 0 0,0-1 0,0 1 0,1-1 0,-1 1 0,5-1 0,8 1 0,1 0 0,-1-2 0,22-2 0,-29 2 0,9-1-395,0-1 0,0-1 0,26-9 0,-25 6-911,-1 0-1,-1-2 1,22-12-1,6-15-6598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18104,'0'0'6995,"143"0"-5938,-76 0-1057,8 0-1297,-1 0-3105,-6-7-7491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5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21594,'0'0'11173,"-34"122"-11173,34-100 0,0-1 0,0-3 0,0-3 0,0-8 0,0-2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5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12822,'0'0'9684,"54"88"-20441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5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17512,'0'0'7315,"-22"9"-3019,-68 29-1703,82-35-2477,0 1 0,1 0 1,0 0-1,-1 1 0,2 0 0,-1 0 0,-7 8 1,12-11-112,1 0 0,-1 0 0,1-1 0,0 1 0,-1 0 0,1 0 0,0 0 0,1 1 0,-1-1 0,0 0 0,0 0 0,1 0 0,0 1 0,-1-1 0,1 0 1,0 0-1,0 1 0,0-1 0,0 0 0,0 1 0,1-1 0,-1 0 0,2 3 0,-1-3-5,0 0 0,0-1 0,0 1 0,0-1 0,1 0 0,-1 1 0,0-1 0,1 0 0,-1 0 0,1 0 0,-1 0 0,1 0 0,0 0 0,-1 0 0,1-1 0,0 1 0,3 0 0,40 10 0,-21-6 0,-23-5 0,0 0 0,-1 0 0,1 1 0,0-1 0,0 0 0,-1 0 0,1 1 0,0-1 0,-1 0 0,1 1 0,-1-1 0,1 1 0,0-1 0,-1 0 0,1 1 0,-1 0 0,1-1 0,-1 1 0,1-1 0,-1 1 0,0 0 0,1 0 0,-9 11 0,-36 8 0,30-15 0,-10 7-1588,-12 3-4980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6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20778,'0'0'11989,"-95"162"-11989,75-101 0,-1-2 0,15-1 0,-1-3 0,0-6 0,7-6 0,-7-2 0,7-10 0,0-3 0,-6-10 0,-8-7-1040,1-11-4227,-8 0-4129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6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1 450 15911,'0'0'4608,"29"-9"-1412,166-44 2548,67-19-2553,-179 47-3118,84-40 0,-132 49-79,-1-2 1,0-1-1,-2-2 0,56-46 0,-82 63 6,-1-1 0,0 1 0,0-2 0,0 1 0,0 0 0,-1-1 0,0 0 0,0 0 0,-1 0 0,0 0 0,3-9 0,-6 15 0,1-1 0,-2 1 0,1-1 0,0 1 0,0 0 0,0-1 0,0 1 0,0-1 0,0 1 0,0 0 0,0-1 0,-1 1 0,1-1 0,0 1 0,0 0 0,-1-1 0,1 1 0,0 0 0,0-1 0,-1 1 0,1 0 0,0-1 0,-1 1 0,1 0 0,-1 0 0,1 0 0,0-1 0,-1 1 0,1 0 0,-1 0 0,1 0 0,0 0 0,-1 0 0,1-1 0,-1 1 0,1 0 0,-1 0 0,1 0 0,0 0 0,-1 1 0,0-1 0,-26 0 0,18 0 0,-6 1 0,1 1 0,0 1 0,-1 0 0,1 1 0,0 0 0,1 1 0,-1 1 0,1 0 0,0 1 0,1 0 0,-1 1 0,1 0 0,1 1 0,0 0 0,-11 13 0,-6 6 0,1 2 0,1 0 0,2 2 0,-28 49 0,38-58 0,1 1 0,1 0 0,2 1 0,0 0 0,2 1 0,0 0 0,2 0 0,1 0 0,1 1 0,-1 45 0,5-71 0,1-1 0,-1 1 0,0-1 0,1 0 0,-1 1 0,1-1 0,-1 1 0,1-1 0,-1 0 0,0 1 0,1-1 0,-1 0 0,1 1 0,0-1 0,-1 0 0,1 0 0,-1 0 0,1 0 0,-1 1 0,1-1 0,-1 0 0,1 0 0,0 0 0,-1 0 0,1 0 0,-1 0 0,1 0 0,-1-1 0,2 1 0,16-2 0,-3-8 0,0 0 0,-1 0 0,0-1 0,22-24 0,-36 34 0,1 0 0,-1 1 0,1-1 0,0 0 0,-1 0 0,1 0 0,0 1 0,0-1 0,0 0 0,0 1 0,-1-1 0,1 1 0,0-1 0,0 1 0,0-1 0,0 1 0,0 0 0,0 0 0,2-1 0,0 18 0,-2 4 0,0-19-3,0 10-341,1 0 0,0 0 0,1 0 1,0-1-1,7 16 0,-9-25 191,0 0 0,0 0 1,0 0-1,0 0 0,1 0 1,-1 0-1,1 0 0,-1-1 1,1 1-1,0-1 0,-1 1 0,1-1 1,0 1-1,0-1 0,0 0 1,0 0-1,0 0 0,1 0 0,-1 0 1,0 0-1,0-1 0,1 1 1,-1-1-1,0 0 0,1 1 1,-1-1-1,0 0 0,1 0 0,-1-1 1,0 1-1,1 0 0,-1-1 1,0 0-1,0 1 0,3-2 1,15-9-8660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7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13062,'0'0'15183,"0"16"-14031,3 47-447,-2-61-664,-1 0 1,1 0 0,0 0-1,-1-1 1,1 1-1,0 0 1,0 0-1,0-1 1,1 1 0,-1-1-1,0 1 1,0-1-1,1 1 1,-1-1-1,1 0 1,0 0 0,-1 1-1,1-1 1,0 0-1,-1-1 1,1 1 0,0 0-1,0 0 1,0-1-1,3 1 1,47 3 519,-44-4-464,21 0 64,-9 1-92,0 0 0,31-5 0,-47 4-78,-1-1 1,1 1-1,0-1 1,-1 0-1,1 0 1,-1 0-1,1-1 1,-1 1-1,0-1 1,1 0-1,-1 0 1,0 0-1,0 0 1,0 0-1,0-1 1,-1 1-1,1-1 1,-1 0-1,5-6 1,-6 8 20,-1-1 1,1 1 0,0-1-1,-1 1 1,1 0-1,-1-1 1,1 0 0,-1 1-1,0-1 1,1 1 0,-1-1-1,0 0 1,0 1-1,0-1 1,0 1 0,-1-1-1,1 1 1,0-1 0,-1 0-1,1 1 1,-1-1-1,1 1 1,-1-1 0,0 1-1,1 0 1,-1-1 0,0 1-1,0 0 1,0-1-1,0 1 1,-1 0 0,1 0-1,0 0 1,0 0 0,-1 0-1,1 0 1,0 0-1,-1 1 1,1-1 0,-2 0-1,-13-1 15,0 0-1,0 1 1,0 1 0,0 1-1,-21 2 1,34-2-26,0-1 1,-1 1-1,1-1 1,0 1-1,0 0 1,0 0 0,0 0-1,0 1 1,0-1-1,0 1 1,0-1-1,0 1 1,0 0-1,1 0 1,-1 0 0,1 1-1,0-1 1,0 1-1,0-1 1,0 1-1,0 0 1,0 0-1,0-1 1,1 1 0,0 0-1,-1 1 1,1-1-1,1 0 1,-1 0-1,0 0 1,1 1-1,-1 4 1,1-6-2,0 0 0,0 1 0,0-1 0,0 0 0,0 0 0,0 0 0,1 0 0,-1 1 0,1-1 0,-1 0 0,1 0 0,0 0 0,0 0 0,0 0 0,0 0 0,0 0 0,1-1 0,1 3 0,0-2 0,1 0 0,-1 0 0,1 0 0,0-1 0,0 1 0,0-1 0,0 0 0,0 0 0,5 0 0,47 9-1247,-1-3 0,66 0 1,-9-6-5931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7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5 241 4562,'0'0'26127,"-4"-8"-24220,7 22-1885,2-1-1,0 0 0,0 0 1,1-1-1,0 1 0,1-1 1,13 16-1,-7-9-21,-9-11 0,0-1 0,1 1 0,-1-1 0,2-1 0,-1 1 0,1-1 0,0 0 0,0 0 0,0 0 0,1-1 0,0 0 0,9 4 0,-15-8 0,0-1 0,0 0 0,1 0 0,-1 0 0,0 0 0,0 0 0,0 0 0,0 0 0,1 0 0,-1 0 0,0-1 0,0 1 0,0 0 0,0-1 0,0 1 0,0-1 0,0 1 0,0-1 0,0 1 0,0-1 0,0 0 0,0 0 0,0 1 0,-1-1 0,1 0 0,0 0 0,0 0 0,-1 0 0,1 0 0,-1 0 0,1 0 0,0-1 0,13-38 0,-12 35 0,27-95 0,24-98 0,-50 181 0,1 0 0,0 0 0,13-28 0,-17 45 0,0 0 0,0 0 0,0 0 0,0 0 0,0 0 0,0 0 0,0 1 0,0-1 0,0 0 0,0 0 0,1 0 0,-1 0 0,0 0 0,0 0 0,0 0 0,0 0 0,0 0 0,0 0 0,0 0 0,0 0 0,0 1 0,0-1 0,0 0 0,0 0 0,1 0 0,-1 0 0,0 0 0,0 0 0,0 0 0,0 0 0,0 0 0,0 0 0,0 0 0,0 0 0,0 0 0,1 0 0,-1 0 0,0 0 0,0 0 0,0 0 0,0 0 0,0 0 0,0 0 0,0 0 0,0 0 0,1 0 0,-1 0 0,0-1 0,0 1 0,0 0 0,0 0 0,0 0 0,0 0 0,0 0 0,0 0 0,0 0 0,0 0 0,0 0 0,0 0 0,0 0 0,1-1 0,0 8 0,-1 0-468,0 1-1,0-1 1,1 0 0,0 0-1,0 0 1,1 0-1,0 0 1,4 11 0,-4-15-7,0 1 1,0-1-1,0 0 0,1-1 1,-1 1-1,1 0 1,0-1-1,-1 1 0,1-1 1,0 0-1,1 0 1,-1 0-1,0 0 0,0-1 1,1 1-1,-1-1 0,1 0 1,6 2-1,24 2-10815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8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3 17624,'0'0'7689,"-19"-1"-3434,-63 0-1696,74 1-2521,0 0-1,1 1 1,-1 0 0,1 1 0,-1-1-1,1 1 1,-1 1 0,1 0 0,0 0 0,0 0-1,0 1 1,1-1 0,-1 2 0,1-1 0,0 1-1,0 0 1,-6 7 0,4-3-42,1-1 0,0 2 0,0-1 0,1 1 0,1 0 0,-1 0 0,2 0 0,-1 1 0,-4 17 0,9-27 4,0-1 0,0 1 0,0-1 0,0 1 0,0-1 0,0 1 0,0 0 0,0-1 0,0 1 0,0-1 0,0 1 0,0-1 0,0 1 0,0-1 0,1 1 0,-1-1 0,0 1 0,0-1 0,0 1 0,1-1 0,-1 0 0,0 1 0,1-1 0,-1 1 0,0-1 0,1 0 0,-1 1 0,1-1 0,-1 0 0,0 1 0,1-1 0,-1 0 0,1 0 0,-1 1 0,1-1 0,-1 0 0,1 0 0,0 0 0,30 1 0,-22-3 0,0 1 0,0-2 0,0 1 0,15-7 0,-21 7 0,26-14 0,40-30 0,-63 41 0,0 0 0,0 0 0,0-1 0,0 0 0,-1 0 0,0 0 0,0 0 0,-1-1 0,0 0 0,0 0 0,-1 0 0,4-9 0,-7 15 0,0 1 0,0 0 0,0 0 0,0 0 0,0 0 0,0 0 0,0 0 0,0-1 0,0 1 0,0 0 0,0 0 0,0 0 0,0 0 0,1 0 0,-1 0 0,0 0 0,0 0 0,0-1 0,0 1 0,0 0 0,0 0 0,0 0 0,0 0 0,0 0 0,1 0 0,-1 0 0,0 0 0,0 0 0,0 0 0,0 0 0,0 0 0,0 0 0,0 0 0,1 0 0,-1 0 0,0 0 0,0 0 0,0 0 0,0 0 0,0 0 0,0 0 0,0 0 0,1 0 0,-1 0 0,0 0 0,0 0 0,0 0 0,0 0 0,0 0 0,0 0 0,0 0 0,1 0 0,-1 0 0,0 0 0,0 0 0,0 1 0,0-1 0,0 0 0,0 0 0,9 12 0,10 27 0,-10-22 0,-4-7-292,1-1 0,0 1 1,0-1-1,1-1 0,14 16 0,-17-21-119,0 0-1,-1-1 0,1 1 0,0-1 0,1 1 1,-1-1-1,0 0 0,0-1 0,1 1 1,6 1-1,15-2-9411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8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14 229 6499,'0'0'24910,"2"19"-23717,8 61-1028,1-44-165,-7-32 0,-6-12 0,-11-23 0,8 22 0,1 0 0,1 0 0,0-1 0,0 1 0,0-1 0,1 0 0,1 0 0,-1-10 0,2 2 0,1 1 0,0-1 0,1 1 0,1 0 0,1-1 0,7-20 0,-9 33 0,0 0 0,0 0 0,1 0 0,-1 0 0,1 0 0,0 0 0,1 1 0,-1 0 0,1-1 0,-1 1 0,1 1 0,1-1 0,-1 0 0,0 1 0,1 0 0,0 0 0,0 1 0,0-1 0,0 1 0,0 0 0,0 0 0,0 0 0,1 1 0,7-1 0,35 1-3935,-27 1 251,12 0-4816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8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15559,'0'0'17208,"-27"131"-17208,27-111 0,0 3 0,0-7 0,-7-5 0,7-2 0,-6-9 0,6-14-3121,0-22-5651,0-11-4931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8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3314,'0'0'25819,"7"83"-25867,0-47-1680,7 0-2546,6-6-5235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9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6 20313,'0'0'7164,"-22"-2"-3168,-74-2-2803,89 4-1191,1 0 1,0 1 0,0-1 0,-1 1-1,1 0 1,0 1 0,0-1 0,0 1-1,0 1 1,0-1 0,0 1 0,1 0-1,-1 0 1,1 0 0,0 1-1,0 0 1,0 0 0,1 0 0,-1 1-1,1 0 1,0 0 0,0 0 0,1 0-1,-1 0 1,1 1 0,0-1 0,1 1-1,-1 0 1,1 0 0,0 0 0,1 0-1,0 0 1,0 0 0,0 1 0,0-1-1,1 9 1,0-12-3,0-1 0,0 1 0,-1-1 0,2 0 0,-1 1 0,0-1 0,0 1 0,1-1 0,-1 1 0,1-1 0,0 0 0,0 0 0,0 1 0,0-1 0,0 0 0,0 0 0,3 3 0,-1-3 0,0-1 0,0 0 0,0 0 0,0 0 0,1 0 0,-1 0 0,0-1 0,0 0 0,1 1 0,-1-1 0,0-1 0,1 1 0,-1 0 0,4-2 0,2 1 0,0-1 0,0-1 0,0 0 0,0 0 0,0-1 0,-1 0 0,0 0 0,0-1 0,8-6 0,-3 2 0,-1 0 0,0-1 0,-1 0 0,0-1 0,9-13 0,-19 35 0,-2-1 0,0 0 0,1 1 0,1-1 0,0 0 0,0 0 0,1 0 0,0 0 0,6 16 0,-6-23-270,0-1 1,1 0-1,-1 1 0,0-1 0,1 0 1,0 0-1,0 0 0,-1 0 1,1-1-1,0 1 0,0-1 0,5 2 1,-4-2-367,-1-1 1,0 1-1,0 0 1,0-1-1,1 0 1,-1 0-1,0 0 1,1 0-1,-1-1 1,0 1-1,0-1 1,1 0-1,2-1 1,14-11-12254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9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2673,'0'0'29392,"4"2"-28746,3 2-634,1 1 1,-1 0-1,0 1 0,10 10 0,-9-8-11,1 0 0,-1-1 0,1 0 0,1-1 0,11 7 0,-19-12-1,0 0-1,1 0 1,-1 0-1,1-1 1,-1 1 0,1-1-1,-1 1 1,1-1-1,-1 0 1,1 0 0,-1 0-1,1 0 1,0 0-1,-1-1 1,1 1 0,-1-1-1,1 0 1,-1 0 0,0 1-1,1-2 1,-1 1-1,0 0 1,0 0 0,1-1-1,-1 1 1,0-1-1,2-2 1,20-18 0,-11 12 0,-2-1 0,20-22 0,-30 32 0,-1 1 0,1-1 0,0 1 0,-1-1 0,1 1 0,-1-1 0,1 1 0,0 0 0,-1 0 0,1-1 0,0 1 0,-1 0 0,1 0 0,0 0 0,0-1 0,-1 1 0,1 0 0,0 0 0,-1 0 0,1 0 0,0 1 0,0-1 0,-1 0 0,1 0 0,0 0 0,-1 0 0,1 1 0,0-1 0,-1 0 0,1 1 0,0-1 0,-1 1 0,1-1 0,-1 0 0,1 1 0,0-1 0,-1 1 0,0 0 0,1-1 0,-1 1 0,1-1 0,-1 1 0,0 0 0,1-1 0,-1 1 0,0 0 0,1-1 0,-1 1 0,0 1 0,1-1 0,2 4-111,1 0-1,0-1 1,0 1-1,1-1 1,-1 0 0,1-1-1,0 1 1,0-1 0,0 1-1,0-2 1,0 1-1,1-1 1,6 3 0,-5-3-629,0-1 0,0 0 0,1 0 0,-1 0 0,0-1 0,12-1 0,8-3-12018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1:59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 10309,'0'0'14302,"17"0"-7901,-29 0-6229,0 0 0,0 1 0,0 0 1,0 1-1,0 1 0,-15 4 0,23-5-145,0-1-1,0 1 0,0 1 0,0-1 0,0 0 0,0 1 1,1 0-1,-1 0 0,1 0 0,0 0 0,0 1 0,0-1 1,0 1-1,1-1 0,-1 1 0,1 0 0,0 0 0,0 1 1,0-1-1,-2 8 0,4-9-26,-15 71 0,14-70 0,0 1 0,1 0 0,0 0 0,0-1 0,0 1 0,0 0 0,1-1 0,0 1 0,0 0 0,0-1 0,0 1 0,1-1 0,3 7 0,-3-9-8,0 0-1,0 0 1,0 0-1,0-1 1,0 1-1,1-1 1,-1 1 0,1-1-1,-1 0 1,1 0-1,0 0 1,-1 0 0,1 0-1,0-1 1,0 1-1,3-1 1,51 3-1562,-44-4 647,32-2-6675,-3-14-7203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0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70 7235,'0'0'19049,"5"6"-17539,-1 0-1332,1 1-1,0-2 1,1 1-1,-1 0 1,1-1-1,0 0 1,0-1-1,1 1 0,-1-1 1,1 0-1,0-1 1,0 1-1,0-2 1,1 1-1,-1-1 1,12 3-1,-8-4-180,0 0 0,-1-1 0,1 0 0,0 0 0,-1-1 0,14-3 0,-21 3-10,-1 0 0,1 0 0,-1 0-1,1 0 1,-1 0 0,0 0 0,0-1 0,1 1 0,-1-1-1,0 1 1,0-1 0,0 0 0,-1 0 0,1 0 0,0 0-1,-1 0 1,1 0 0,-1-1 0,0 1 0,1 0 0,-1-1-1,0 1 1,-1-1 0,1 1 0,0-1 0,-1 0 0,0 1-1,1-1 1,-1 0 0,0-4 0,0 4 24,0 1-1,0-1 1,0 0-1,-1 1 1,1-1 0,-1 0-1,1 1 1,-1-1 0,0 1-1,0-1 1,0 1 0,0 0-1,-1-1 1,1 1 0,0 0-1,-1 0 1,-1-2-1,-2 0 119,1 1-1,-1 0 0,0 0 0,0 0 0,0 0 0,0 1 0,-7-3 0,5 3-80,0 0-1,0 0 0,1 0 0,-1 1 0,0 0 0,0 0 0,0 1 0,0 0 0,0 0 0,0 1 0,0 0 0,0 0 1,0 0-1,0 1 0,0 0 0,-8 4 0,10-4-31,1 1 0,-1-1 0,1 1 0,0 0 0,0 1 0,0-1 0,0 1 0,0 0 0,1 0 0,0 0 0,0 0 0,0 0 0,0 1 0,0-1 0,1 1 0,0 0 0,0 0 0,1-1 0,-1 1 0,1 1 0,0-1 0,-1 8 0,1 1-16,0 0 0,0 1 0,1-1 0,1 0 0,3 15 0,-3-25 0,0 1 0,0-1 0,1 0 0,-1 1 0,1-1 0,0 0 0,1 0 0,-1-1 0,1 1 0,0 0 0,-1-1 0,2 1 0,-1-1 0,0 0 0,1 0 0,-1-1 0,1 1 0,0-1 0,7 4 0,2 0-208,0-1 0,0-1 0,0-1 1,0 0-1,15 2 0,71 3-5012,-74-7 2843,62 2-10789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1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12 4498,'0'0'17051,"0"0"-16937,0-1 1,0 1 0,1 0 0,-1 0-1,0 0 1,0-1 0,0 1 0,0 0-1,0 0 1,1 0 0,-1-1 0,0 1 0,0 0-1,0 0 1,0-1 0,0 1 0,0 0-1,0-1 1,0 1 0,0 0 0,0 0-1,0-1 1,0 1 0,0 0 0,0 0 0,0-1-1,0 1 1,0 0 0,0 0 0,0-1-1,0 1 1,-1 0 0,1 0 0,0-1-1,0 1 1,0 0 0,0 0 0,0-1-1,-1 1 1,1 0 0,0 0 0,0 0 0,-1 0-1,1-1 1,0 1 0,0 0 0,0 0-1,-1 0 1,1 0 0,0 0 0,0 0-1,-1 0 1,1 0 0,-1 0 0,-15 1 235,-1 1 1,0 1-1,1 1 1,0 1-1,0 0 0,0 1 1,1 0-1,-1 1 1,2 1-1,-1 1 1,1 0-1,0 1 1,-22 20-1,32-26-350,0 0 0,0 0 0,1 0 0,-1 0 0,1 1 0,0 0 0,0-1 0,1 1 0,0 0 0,-1 0 0,2 1 0,-1-1 0,0 0 0,1 1 0,0-1 0,0 0 0,1 1 0,0 0 0,0 9 0,1-14 0,-1 0 0,0 0 0,1 0 0,-1 0 0,1 0 0,0 0 0,-1 0 0,1 0 0,0 0 0,-1-1 0,1 1 0,0 0 0,0 0 0,0-1 0,0 1 0,0-1 0,0 1 0,0 0 0,0-1 0,0 0 0,0 1 0,0-1 0,0 0 0,0 1 0,0-1 0,0 0 0,0 0 0,0 0 0,0 0 0,2 0 0,42 1 0,-37-1 0,0 0-23,-1-1 1,1 0-1,-1-1 0,0 0 1,1 0-1,-1 0 1,0-1-1,0 0 0,-1 0 1,1-1-1,-1 0 0,1 0 1,-1-1-1,10-9 1,-5 4-8,-1-1 0,0-1 1,-1 0-1,0 0 0,0-1 1,8-17-1,-18 31 40,0 0 0,1 1 0,-1-1 0,0 1 0,1-1 0,-1 1 0,1-1 0,0 1 0,0-1 0,-1 1 0,1 0 0,0-1 0,0 1 0,0-1 0,0 1 0,1 0-1,-1-1 1,0 1 0,1-1 0,-1 1 0,1-1 0,0 1 0,-1-1 0,1 1 0,0-1 0,0 0 0,1 2 0,1 0 49,1 0 0,-1 0 0,0-1 0,1 0 0,0 1 1,0-1-1,-1-1 0,1 1 0,0 0 0,6 0 0,53 10-2420,-11-10-6393,-25-2-554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1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18745,'0'0'11269,"-88"128"-8852,68-62-2081,-7 2-336,13-3 0,1-4 0,6-4 0,7-8 0,0-6 0,0-11 0,0-12 0,0-6 0,7-8 0,13-3-2449,7-3-1969,7 0-4754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2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32 20585,'0'0'6425,"-19"7"-2637,-60 25-2243,76-31-1527,0 1 0,0 0 0,1 0 0,-1 0 1,1 0-1,0 0 0,-1 1 0,1-1 0,0 1 0,1-1 1,-1 1-1,0 0 0,1 0 0,-1 0 0,1-1 0,0 2 1,0-1-1,0 0 0,0 3 0,0 4-5,0 0-1,0 0 1,1 0 0,2 13-1,-1-1-14,0-19 2,-1 0 0,1-1 0,-1 1 0,1-1 0,0 1 0,0 0 0,0-1 0,0 0 0,1 1 0,-1-1 0,1 0 0,-1 1 0,1-1 0,0 0 0,0 0 0,0-1 0,0 1 0,0 0 0,0 0 0,1-1 0,-1 0 0,0 1 0,1-1 0,-1 0 0,1 0 0,-1 0 0,1-1 0,0 1 0,-1 0 0,1-1 0,0 0 0,4 0 0,0 1 0,1 0 0,-1-1 0,0 0 0,1 0 0,-1-1 0,0 0 0,0 0 0,0-1 0,0 0 0,0 0 0,11-5 0,-12 2 0,0 1 0,0-2 0,0 1 0,-1 0 0,0-1 0,0 0 0,0 0 0,-1-1 0,1 1 0,-2-1 0,1 0 0,-1 0 0,0 0 0,0-1 0,-1 1 0,0-1 0,0 1 0,-1-1 0,0 0 0,-1 0 0,1 1 0,-1-1 0,-1 0 0,-2-13 0,3 18 1,-1 0 0,0 0 0,1 0 0,-1 0 0,0 0 1,-1 1-1,1-1 0,0 0 0,-1 1 0,0-1 0,1 1 0,-1 0 0,0-1 0,0 1 0,-1 0 0,1 0 0,0 0 1,-1 0-1,1 1 0,-1-1 0,1 1 0,-1 0 0,-3-2 0,-2 0-20,0 1 1,0 0-1,0 0 1,-1 0-1,1 1 1,-16 0-1,64 17-4303,40-4 3235,-56-11 731,-2 2 0,1 1-1,0 1 1,37 14 0,-57-17 502,-1 0-1,1 0 1,0 1 0,-1-1 0,1 1-1,-1 0 1,0-1 0,0 1 0,0 0-1,0 0 1,-1 1 0,1-1 0,-1 0-1,0 1 1,0-1 0,0 0 0,0 1-1,-1-1 1,1 1 0,-1-1 0,0 1-1,0 6 1,0 3 584,-1 1 0,0-1-1,-1 0 1,-6 23 0,-11 7-437,25-49-293,0 0 1,0 0-1,0 0 0,0 1 1,8-4-1,3-4-69,17-11-737,58-31 0,-2 1 2111,-91 79-1023,0-17-259,1-1 1,0 1-1,0 0 0,3 15 0,-2-21-28,0 1-1,0-1 0,0 1 0,0-1 0,0 1 0,1-1 0,-1 0 0,1 0 0,-1 0 0,1 0 0,0 0 0,0 0 0,0 0 1,0 0-1,0-1 0,0 1 0,1-1 0,3 2 0,1 0-419,0 0 0,0 0 1,0-1-1,0-1 0,12 3 1,40-1-7732,-12-3-3526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2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752 84 13574,'0'0'15997,"-22"-1"-14300,-66-3-446,86 3-1239,0 1 0,0 0-1,0 0 1,0 0 0,0 1 0,-1-1 0,1 0-1,0 1 1,0-1 0,0 1 0,0 0 0,0 0-1,0 0 1,1 0 0,-1 0 0,0 0 0,0 0 0,1 0-1,-1 1 1,0-1 0,1 1 0,0-1 0,-1 1-1,1 0 1,-1 1 0,0 1-17,1-1 0,0 1 0,1 0 0,-1 0 0,0-1 0,1 1 0,0 0 0,0 0 0,1 4 0,-1 2-4,1-9 9,0 1 0,0-1 0,0 0 0,-1 1 0,2-1 0,-1 0 0,0 0 0,0 0 0,0 0 0,0 0 0,1 0 0,-1 0 0,0-1 0,1 1 0,-1 0 0,1-1 0,-1 1 0,1-1 0,-1 1 0,1-1 0,-1 0 0,1 1 0,0-1 0,-1 0 0,1 0 0,-1 0 0,1 0 0,1-1 0,51-1 0,-50 1-18,-1 0 1,1-1-1,0 1 0,-1-1 1,1 0-1,-1 0 0,1 0 1,-1-1-1,0 1 0,0-1 1,0 0-1,-1 0 0,1 0 1,0 0-1,-1 0 0,0 0 1,0-1-1,0 1 0,0-1 1,-1 1-1,1-1 0,0-4 1,2-4-48,0 0 1,-1 0 0,0 0-1,-1 0 1,0-23 0,-2 35 83,-1-1 0,1 0 1,0 0-1,-1 1 0,0-1 1,1 1-1,-1-1 0,1 1 0,-1-1 1,0 0-1,1 1 0,-1 0 1,0-1-1,1 1 0,-1-1 1,0 1-1,0 0 0,1 0 1,-1-1-1,0 1 0,0 0 1,0 0-1,1 0 0,-1 0 0,0 0 1,0 0-1,0 0 0,0 0 1,1 0-1,-2 1 0,-31 6 154,25-1-171,1 0-1,0 1 1,0 0 0,1 0 0,0 0 0,0 1 0,1 0 0,0 0 0,0 0 0,1 1 0,0-1 0,0 1-1,-3 12 1,-4 15-4,-11 73-1,-2 200 3,20-197 0,3-102 0,0 0 0,0 0 0,-1 0 0,0 0 0,-1 0 0,0 0 0,-1-1 0,1 1 0,-7 8 0,8-14 0,-1 0 0,1 0 0,-1-1 0,0 1 0,0-1 0,0 0 0,-1 0 0,1 0 0,-1 0 0,1-1 0,-1 1 0,0-1 0,0 0 0,0 0 0,-1-1 0,1 1 0,0-1 0,-1 0 0,1 0 0,0 0 0,-1 0 0,-7-1 0,1 0 0,1-1 0,0-1 0,-1 0 0,1 0 0,0-1 0,0 0 0,1-1 0,-11-5 0,-76-47 0,23 13 0,18 17 0,33 16 0,0-1 0,0-1 0,-25-18 0,46 30-48,1-1-1,-1 1 1,1 0-1,-1-1 1,1 1 0,-1 0-1,1-1 1,0 1 0,-1-1-1,1 1 1,0-1-1,-1 1 1,1-1 0,0 1-1,0-1 1,-1 1 0,1-1-1,0 1 1,0-1-1,0 0 1,0 1 0,0-1-1,-1 1 1,1-1-1,0 1 1,1-1 0,-1 0-1,0 1 1,0-1 0,0 1-1,0-1 1,0 1-1,0-1 1,1 0 0,-1 1-1,0-1 1,1 1 0,-1-1-1,0 1 1,1-1-1,-1 1 1,0 0 0,1-1-1,-1 1 1,1-1-1,-1 1 1,1 0 0,-1-1-1,1 1 1,28-15-5593,16-1-2613,8-4-4613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3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 20617,'0'0'11206,"-116"164"-10262,96-98-944,0 2 0,-1-1 0,15 1 0,-8-5 0,7-11 0,-6-13-256,6-10-2353,-13-11-2097,-1-16-4451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3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0 336 18376,'29'-8'2996,"110"-24"1523,235-67 153,-350 92-4635,-1-1-1,-1-2 1,0 0-1,0-2 1,-1 0-1,0-1 1,-1-2-1,25-22 0,-43 35-20,0 1 0,0-1-1,-1 0 1,1 1 0,-1-1-1,1 0 1,-1 0 0,0 0-1,0 0 1,0 0 0,0 0-1,0-1 1,0 1 0,0 0-1,-1 0 1,1-1 0,-1 1-1,0-1 1,0-3 0,0 4 13,-1 1 0,0 0 0,0-1 1,0 1-1,1 0 0,-1 0 0,0 0 0,-1-1 1,1 1-1,0 0 0,0 0 0,0 0 0,-1 1 1,1-1-1,0 0 0,-1 0 0,1 1 0,-1-1 1,1 1-1,-1-1 0,-2 0 0,-9-1 125,0 0-1,0 1 0,0 1 0,0 0 1,-20 2-1,25 0-153,-1 0 0,1 0 0,0 1 0,-1 0 0,1 1 0,0-1 0,1 2 0,-1-1 0,1 1 0,0 0 0,0 0 0,0 1 0,1 0 0,0 0 0,0 1 0,-9 14 0,-6 9 0,2 2 0,-26 56 0,34-64 0,-4 8 0,1 1 0,1 0 0,2 1 0,1 0 0,2 1 0,2 0 0,1 0 0,-1 36 0,6-71 0,0 0 0,0 0 0,1-1 0,-1 1 0,0 0 0,0 0 0,0 0 0,0 0 0,1 0 0,-1 0 0,0-1 0,0 1 0,0 0 0,0 0 0,1 0 0,-1 0 0,0 0 0,0 0 0,0 0 0,1 0 0,-1 0 0,0 0 0,0 0 0,0 0 0,1 0 0,-1 0 0,0 0 0,0 0 0,0 0 0,1 0 0,-1 1 0,0-1 0,0 0 0,0 0 0,0 0 0,1 0 0,-1 0 0,0 0 0,0 0 0,0 1 0,0-1 0,0 0 0,0 0 0,1 0 0,-1 0 0,0 1 0,0-1 0,0 0 0,0 0 0,0 0 0,0 0 0,0 1 0,0-1 0,0 0 0,0 0 0,0 0 0,0 1 0,0-1 0,0 0 0,0 0 0,0 0 0,0 1 0,0-1 0,0 0 0,1-1 0,30-21 0,31-32 0,4-2 0,-65 56 0,-1 0 0,1 0 0,-1 0 0,1 1 0,-1-1 0,1 0 0,-1 1 0,1-1 0,-1 0 0,1 1 0,-1-1 0,1 0 0,-1 1 0,0-1 0,1 1 0,-1-1 0,0 1 0,1-1 0,-1 1 0,0-1 0,0 1 0,0-1 0,1 1 0,-1 0 0,0-1 0,0 1 0,0-1 0,0 1 0,0-1 0,0 1 0,0 0 0,0-1 0,0 1 0,4 24 0,-4-25 0,2 34-108,-2-24-69,1-1 0,-1 0 0,2 1 0,-1-1-1,1 0 1,5 11 0,-6-17 61,0-1 0,0 1 0,1-1 0,-1 0 1,1 0-1,0 0 0,0 0 0,0 0 0,0 0 0,0 0 0,0-1 0,0 1 1,0-1-1,1 1 0,-1-1 0,1 0 0,-1 0 0,1 0 0,-1 0 0,1-1 1,-1 1-1,1-1 0,0 1 0,-1-1 0,1 0 0,5 0 0,30-3-7978,3-13-7332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3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22074,'0'0'10693,"-27"119"-10693,27-96 0,0-5 0,0-4 0,0-5 0,0-5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4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15479,'0'0'12054,"34"43"-14728,-20-23-2400,-1-4-3826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4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0 8324,'0'0'10287,"-20"0"-5311,-67 2-195,82-2-4572,-1 0 1,1 0-1,-1 1 1,1 0-1,-1 0 1,1 0-1,0 0 1,0 1-1,0 0 1,0 0-1,0 0 1,0 1-1,0-1 1,0 1-1,1 1 1,0-1-1,0 0 1,0 1-1,0 0 0,-5 7 1,8-11-210,1 1 0,-1 0 0,1 0 0,-1 0 0,1-1 0,0 1 0,-1 0 0,1 0 0,0 0 0,0 0 0,0 0 0,0 0 0,0 0 0,0 0 0,0 0 0,0 0 0,0-1 0,0 1 0,0 0 0,0 0 0,1 0 0,-1 0 0,0 0 0,1 0 0,-1 0 0,1-1 0,-1 1 0,1 0 0,-1 0 0,1-1 0,-1 1 0,1 0 0,0-1 0,-1 1 0,1 0 0,0-1 0,0 1 0,0-1 0,-1 0 0,3 2 0,38 11 0,-34-11 0,7 0 0,40 13 0,-53-14 0,0-1 0,0 0 0,0 1 0,0-1 0,0 1 0,-1-1 0,1 1 0,0-1 0,0 1 0,0 0 0,-1-1 0,1 1 0,0 0 0,0 0 0,-1 0 0,1-1 0,-1 1 0,1 0 0,-1 0 0,1 0 0,-1 0 0,0 0 0,1 0 0,-1 0 0,0 0 0,0 0 0,0 0 0,0 0 0,0 0 0,0 0 0,0 0 0,0 0 0,0 0 0,0 0 0,0 0 0,-1 0 0,1 0 0,0 0 0,-1 0 0,1 0 0,-1 0 0,1 0 0,-1 0 0,-1 1 0,-5 3-17,0 0-1,0 0 1,-1-1-1,0 0 1,0-1 0,0 1-1,-1-2 1,-12 4-1,6-1-524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5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13078,'0'0'14711,"-47"151"-12902,40-95-433,0 3-447,0 0-529,7-5-320,0-7-80,0-11-384,0-11-721,0-9-624,-6-9-1840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5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11221,'0'0'5093,"24"-2"-1286,83-9-1790,-99 10-1756,0 1-1,0 0 1,0 0-1,0 1 1,0-1-1,0 2 1,9 2-1,-14-3-125,-1 0 0,1 0 1,0 0-1,-1 0 0,1 1 0,-1 0 0,1-1 1,-1 1-1,0 0 0,1 0 0,-1 0 0,0 0 1,0 1-1,1 2 0,1 3 136,-1 0 0,-1-1-1,0 2 1,0-1 0,0 0 0,-1 0-1,0 0 1,-1 1 0,0-1 0,-1 10-1,1-10-154,0-5-74,0-1 1,-1 1-1,1 0 1,-1-1-1,1 1 0,-1 0 1,0-1-1,0 1 0,0-1 1,0 1-1,0-1 1,-1 0-1,1 1 0,-1-1 1,0 0-1,0 0 0,1 0 1,-1 0-1,0 0 0,-1-1 1,1 1-1,0-1 1,0 1-1,-1-1 0,1 0 1,-1 0-1,1 0 0,-1 0 1,0 0-1,-4 0 1,-9 2 9,0 0 0,0-2 0,0 0 1,-18-1-1,18 0-74,7-6-2120,12-7-5177,8 5-335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5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23 6259,'0'0'19547,"-20"2"-17060,-65 7-585,82-9-1820,-1 0-1,0 1 0,1 0 1,-1 0-1,1 0 1,-1 0-1,1 1 1,-1-1-1,1 1 0,0 0 1,0 0-1,0 0 1,0 1-1,0-1 1,0 0-1,1 1 1,-1 0-1,1 0 0,0 0 1,-3 4-1,3-2 15,0 1 0,0-1 0,1 1-1,0 0 1,0-1 0,0 1 0,0 0-1,2 11 1,0-16-94,1 0-1,0 0 1,0-1 0,-1 1-1,1 0 1,0-1 0,0 1-1,0-1 1,0 0 0,0 1-1,0-1 1,0 0 0,0 0-1,0 0 1,3-1 0,35-2-136,-32 1-79,-1 0 0,1-1 0,-1 0 0,0-1 0,1 1 1,-1-1-1,-1-1 0,10-7 0,47-44-1360,-61 54 1629,0-1 0,1 1 0,-1 0 0,0-1 0,0 1 0,0-1 0,0 0 0,-1 0 0,1 0 0,-1 0 0,1 0 0,-1 0 0,0 0 0,1-5 2537,-2 45-2374,0-26-246,-1-4-156,1 0 1,0 0-1,1 0 1,-1 0-1,2 0 1,2 10 0,-3-14 51,0-1 0,0 0 0,1 0 0,-1 0 0,0 0 0,1 0 0,0-1 0,-1 1 0,1 0 0,0-1 0,0 1 0,0-1 0,0 1 0,0-1 0,0 0 0,0 0 0,1 0 0,-1 0 0,0-1 0,1 1 0,-1 0 1,0-1-1,4 1 0,22 0-6430,5-1-4649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6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19849,'0'0'6766,"-16"22"-2385,-3 0-3349,9-11-950,1 0 0,0 1 0,0 1 0,2-1 0,-1 1 1,1 0-1,1 1 0,-8 27 0,5-8-637,3 1 0,1 0 0,-1 35 0,3 103-6639,3-121 3589,0-72-13374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6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1 344 15927,'21'-5'3178,"37"-7"-1034,140-35 2964,-153 35-4818,-1-2 1,63-30-1,-87 34-335,1-1-1,-1-1 1,-1-1-1,20-18 0,-33 27 56,-1-1-1,0 0 0,-1 0 0,1-1 1,-1 1-1,0-1 0,-1 0 0,1 0 1,-1-1-1,0 1 0,-1-1 0,0 1 1,0-1-1,0 0 0,0 0 1,-1 0-1,0-11 0,-1 18 83,0-1 0,-1 0 0,1 1-1,0-1 1,0 1 0,-1-1 0,1 0 0,0 1 0,-1-1-1,1 1 1,-1-1 0,1 1 0,0-1 0,-1 1 0,1-1 0,-1 1-1,1 0 1,-1-1 0,0 1 0,1 0 0,-1-1 0,1 1-1,-1 0 1,0 0 0,1 0 0,-1-1 0,0 1 0,1 0-1,-1 0 1,0 0 0,0 0 0,-29 0 1523,21 0-1057,2 1-536,0 0 0,1 1 0,-1-1 0,1 1 0,-1 1 0,1-1 1,0 1-1,0 0 0,0 0 0,1 1 0,-1 0 0,1 0 0,-1 0 0,1 1 0,1-1 1,-1 1-1,1 0 0,0 1 0,-5 7 0,-8 12-7,1 2 1,-23 51-1,24-38-15,1 2 0,3 0 0,1 0 0,-7 72 0,4-28 0,13-85 0,-1 0 0,1-1 0,0 1 0,0 0 0,0-1 0,0 1 0,-1 0 0,1 0 0,0-1 0,0 1 0,0 0 0,1-1 0,-1 1 0,0 0 0,0 0 0,0-1 0,0 1 0,1 0 0,-1-1 0,0 1 0,1 0 0,-1-1 0,0 1 0,1-1 0,-1 1 0,1 0 0,15-6 0,21-28 0,-33 29 0,131-119 0,-134 123 0,-1 0 0,0 1 0,0-1 0,1 0 0,-1 0 0,0 0 0,0 0 0,1 0 0,-1 0 0,0 0 0,0 0 0,1 1 0,-1-1 0,0 0 0,0 0 0,1 0 0,-1 1 0,0-1 0,0 0 0,0 0 0,0 1 0,1-1 0,-1 0 0,0 0 0,0 1 0,0-1 0,0 0 0,0 0 0,0 1 0,0-1 0,0 0 0,0 1 0,0-1 0,0 0 0,0 0 0,0 1 0,0-1 0,0 0 0,0 1 0,0-1 0,0 0 0,0 0 0,0 1 0,2 21 0,-2-17 0,1 2-48,0 1 1,1 0-1,0 0 1,0-1-1,1 1 0,0-1 1,0 0-1,1 1 1,0-2-1,7 11 0,-8-14-195,0 1-1,0-1 0,1 0 1,-1 0-1,1 0 0,0-1 1,0 1-1,0-1 0,0 0 1,0 0-1,0 0 0,1 0 1,-1-1-1,1 0 0,-1 0 1,1 0-1,0-1 0,-1 1 1,6-1-1,30 0-11759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7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33 14311,'0'0'15583,"-6"-3"-14121,-8-10-966,22 6-102,44 4 67,-23 2-401,267-3-60,-295 4 0,0-1 0,0 1 0,1 0 0,-1 0 0,0 0 0,1 0 0,-1 0 0,0 0 0,0 1 0,1-1 0,-1 0 0,0 1 0,0-1 0,1 1 0,-1-1 0,0 1 0,0-1 0,0 1 0,0 0 0,0 0 0,0-1 0,0 1 0,0 0 0,0 0 0,0 0 0,0 0 0,-1 0 0,1 0 0,0 0 0,-1 1 0,1-1 0,-1 0 0,1 0 0,-1 0 0,0 1 0,1-1 0,-1 0 0,0 1 0,0-1 0,0 0 0,0 0 0,0 1 0,0-1 0,0 0 0,0 1 0,-1-1 0,1 0 0,0 0 0,-1 2 0,-1 1 0,0 0 0,0 1 0,0-1 0,-1 0 0,1 0 0,-1-1 0,0 1 0,0-1 0,0 1 0,0-1 0,-1 0 0,-6 5 0,-94 41 0,-9 5 0,102-47 0,1 0 0,0 0 0,0 0 0,0 1 0,1 1 0,0 0 0,-12 17 0,19-24-40,1-1 0,-1 1 0,1 0 0,0 0 0,0 0 1,0 0-1,0 0 0,0 0 0,1 1 0,-1-1 0,1 0 0,-1 0 0,1 1 0,0-1 0,0 0 0,0 0 1,0 1-1,0-1 0,0 0 0,1 1 0,-1-1 0,1 0 0,0 0 0,-1 0 0,1 0 0,0 0 1,0 1-1,0-2 0,1 1 0,-1 0 0,0 0 0,1 0 0,-1 0 0,1-1 0,0 1 0,0-1 0,-1 1 1,1-1-1,0 0 0,0 0 0,4 2 0,3 2-719,1-1 1,0 0-1,-1 0 1,1-1-1,1 0 1,-1-1-1,0 0 1,13 1-1,1-3-12236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0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18328,'0'0'14439,"-7"16"-14439,-6-16-3089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3:17.800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2927 4002,'45'-37'12452,"-42"26"-12354,23-20-22,2 0 0,34-29 1,26-26 16,69-71-93,3-4 160,-55 54-23,190-151-1,-127 144 124,1-2-136,-100 60-24,351-266 237,-332 263-389,223-138 264,55-45-108,-108 41 78,-204 163-182,2 3-1,2 2 1,1 3-1,74-26 1,-20 7-105,-81 34 150,376-185 430,-287 127-79,-47 28 521,125-58 1,-199 103-882,1-1 0,-1 1 0,1-1 0,-1 1 0,1 0 0,-1 0 0,1-1 0,0 1 0,-1 0 0,1 0 0,-1 0 0,1-1 0,0 1 0,-1 0 0,1 0 0,-1 0 0,1 0 0,0 0 0,-1 0 0,1 0 0,-1 1 0,1-1 0,0 0 0,-1 0 0,1 0 0,-1 0 0,1 1 0,-1-1 0,1 0 0,-1 1 0,1-1-1,-1 0 1,1 1 0,0 0 1,0 22-351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3:19.470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1 4674,'7'0'7449,"2"0"-6790,0 0 0,0 1 0,0 0 0,0 1 0,0 0 0,0 1 0,9 3 0,173 70 2813,-76-34-2887,112 43 18,-95-38-51,-2 5 1,144 83-1,-13 10-183,-198-115-299,1-2 0,85 24 0,-72-29-47,0 4-1,-2 3 1,-1 3 0,-1 3 0,105 72-1,-90-48 11,3-4 0,2-4 0,2-4 0,2-5 0,111 34 0,-78-37-39,-2 6 1,216 112 0,219 138 122,-443-226-62,-70-39 15,2-2 0,65 26-1,-2-9 369,93 34 655,-185-73-1066,-11-4 151,-1 1-1,0 0 0,20 10 1,-29-5 109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3:21.083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0 447 6835,'0'0'2977,"17"0"-2534,22-2 993,-1-1-1,45-10 0,272-49 3105,-119 24-4072,1049-126 1423,-732 92-1338,-322 38-508,-63 18 27,180 5 0,-145 8-40,-145 0 208,67-13 0,-88 11 1146,61 0 833,-132 5-2310,-24 0-3191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00.8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1 138 688,'2'-1'13373,"3"-2"-9491,28-16-3806,-9 4-56,0 0 0,1 2 0,0 0 0,1 2 0,0 1 0,0 1 0,1 1 0,1 2 0,-1 0 0,1 2 0,32-1 0,-60 5-18,1 1-1,0-1 0,-1 1 1,1-1-1,-1 1 1,1-1-1,-1 1 1,1-1-1,-1 1 1,0 0-1,1-1 1,-1 1-1,0 0 1,1-1-1,-1 1 1,0 0-1,0-1 1,1 1-1,-1 0 1,0-1-1,0 1 1,0 0-1,0 0 1,0-1-1,0 1 0,0 0 1,0-1-1,-1 1 1,1 0-1,0 0 1,0-1-1,-1 1 1,1 1-1,-1-2 10,-2 7 126,-1 0 0,1-1 0,-2 0 0,1 0 0,-1 0 0,0-1 0,0 1 0,0-1-1,-1 0 1,0-1 0,0 1 0,-7 3 0,-16 15 156,-46 34-69,60-48-185,1 1-1,0 1 1,1 0 0,0 1 0,0 0-1,1 1 1,-16 24 0,26-35-19,0 0 0,1 0 0,0 1 1,0-1-1,0 0 0,0 1 0,0-1 0,0 1 1,0-1-1,0 6 0,2-7 2,-1 1-1,0-1 1,1 0 0,0 0-1,-1 0 1,1 0 0,-1 0-1,1-1 1,0 1 0,0 0-1,0 0 1,0 0 0,-1-1-1,1 1 1,0 0 0,0-1-1,0 1 1,0-1 0,1 1 0,-1-1-1,0 1 1,0-1 0,0 0-1,0 0 1,0 1 0,0-1-1,1 0 1,-1 0 0,1 0-1,45 4 521,-1-1 0,69-6-1,-89 2-357,-21 1-20,0 0 0,1 0 0,-1-1 0,0 0-1,0 0 1,0-1 0,0 1 0,0-1 0,0 0 0,0 0 0,7-5-1,-7 2 893,-7 8-4005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01.7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65 48,'0'0'9271,"-2"-4"-7998,-3-7-1634,0-7 6831,10 3 177,9 9-6691,18 1 206,1 2 0,-1 1 0,57 4 0,-20-1 33,-68 3-139,0 0 1,-1 0-1,0-1 0,1 1 1,-1 0-1,-1 0 0,1 0 1,-2 7-1,0-7-14,-1 1 1,0-1 0,0 1-1,0-1 1,0 0-1,-1 0 1,0-1-1,0 1 1,0-1-1,-5 4 1,-52 32 260,34-22-255,0 1-13,0 1-1,-43 43 1,69-62-42,0 1 1,0 0-1,0 0 0,0 0 0,1 0 1,-1 0-1,0 0 0,0 0 1,1 0-1,-1 0 0,1 0 0,-1 0 1,1 0-1,-1 0 0,1 1 1,0-1-1,-1 0 0,1 0 0,0 1 1,0-1-1,0 2 0,0-2 1,1 0 0,-1 0 0,1 0 0,-1 0 0,1-1 0,0 1 0,-1 0 0,1 0 0,0-1 0,0 1 0,0 0 0,-1-1 0,1 1 0,0-1 0,0 1 0,0-1 0,0 1 0,0-1 0,2 1 0,6 1 11,0 0 0,0 0 0,1-1 0,10 0 0,-15-1 38,132 10-12,105 3 5925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04.9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11 5314,'0'0'14690,"7"-11"-10342,-8 35-3530,-2 0 0,0 0-1,-12 40 1,12-54-802,1 0-182,-8 28 482,-4 40 0,11-25-4527,38-54-8627,-16-4 5880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05.7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224 63 6947,'0'0'13390,"3"-6"-11602,-3 5-1721,1 0 0,-1 0 0,1 1 0,-1-1 0,1 0 0,-1 0 0,0 0 0,1 0 0,-1 0 0,0 0 0,0 0 0,0 0 0,0 0 0,0 0 0,0 0 0,0 0 0,0 0 0,0 0 0,0 0 0,0 0 0,0 1 0,-1-1 0,1 0 0,0 0 1,-1 0-1,1 0 0,-1 0 0,1 0 0,-1 1 0,0-1 0,1 0 0,-1 0 0,-1-1 0,-3 1 27,0 0 0,1 0 1,-1 0-1,0 0 0,0 1 1,0-1-1,-8 2 0,-14-2-28,14 0-27,0 1 0,0 0 1,0 1-1,0 0 0,-20 6 1,30-6-50,0 0 1,0 0 0,0 0-1,1 0 1,-1 1 0,1-1-1,-1 1 1,1 0 0,-1 0-1,1 0 1,0 0 0,0 0-1,0 0 1,0 1 0,0-1-1,1 1 1,-1-1 0,1 1-1,0-1 1,-1 1 0,1 0-1,0 0 1,1 0 0,-1 0-1,0 0 1,1 0 0,0 0-1,0-1 1,0 7 0,0-3-47,1-1 1,0 0 0,0 0 0,0 0-1,1 0 1,-1 0 0,1-1 0,0 1-1,1 0 1,-1-1 0,1 0 0,0 1-1,0-1 1,0 0 0,5 5 0,10 7 3,0 0 0,23 16 0,13 11 51,-47-36-32,-1 0 0,0 1-1,0-1 1,-1 1 0,9 17 0,-13-23 25,0-1 1,0 1 0,0-1 0,-1 1-1,1 0 1,0-1 0,-1 1-1,1 0 1,-1-1 0,1 1 0,-1 0-1,0 0 1,0-1 0,0 1-1,0 0 1,0 0 0,0-1-1,-1 1 1,1 0 0,0 0 0,-1-1-1,1 1 1,-1 0 0,0-1-1,0 1 1,1-1 0,-1 1 0,0-1-1,0 1 1,-1-1 0,1 0-1,0 1 1,0-1 0,-1 0 0,1 0-1,0 0 1,-1 0 0,1 0-1,-4 1 1,-15 4 65,0-1 1,-1-1-1,1-1 0,-1-1 1,0-1-1,-22-1 0,42-1-62,1 1-1,-1-1 1,0 1-1,1-1 0,-1 1 1,0-1-1,1 0 0,-1 1 1,1-1-1,-1 0 1,1 0-1,-1 1 0,1-1 1,0 0-1,-1 0 1,1 0-1,0 0 0,0 1 1,0-1-1,-1 0 1,1 0-1,0 0 0,0 0 1,0 0-1,0 0 0,1 1 1,-1-3-1,2-29-148,1 25 134,0-1 1,0 0 0,0 1 0,1 0 0,0 0 0,1 0 0,0 0-1,0 1 1,0 0 0,1 0 0,0 0 0,9-7 0,20-23 56,-19 18-11,15-19 171,-1 0 0,33-57 1,-62 91 10,1 0 1,-1 0-1,0-1 1,0 1 0,0 0-1,-1-1 1,1 1-1,-1-1 1,0 1-1,0 0 1,0-5-1,0 0 636,-4 7-726,0 0-1,1-1 1,-1 2 0,0-1 0,0 0 0,0 1 0,0 0 0,1-1 0,-1 2 0,-7 0 0,6-1-37,4 0-66,0 0 0,1 0 0,-1 0-1,1 0 1,-1 0 0,1 0 0,-1 0 0,1 0 0,-1 0 0,0 0 0,1 1 0,-1-1 0,1 0 0,-1 0 0,1 1 0,-1-1 0,1 0 0,0 1 0,-1-1 0,1 0 0,-1 1 0,1-1 0,0 0 0,-1 1 0,1-1 0,0 1 0,-1-1 0,1 1 0,0-1 0,0 1 0,-1-1 0,1 1 0,0-1 0,0 1 0,0 0 0,0-1 0,0 1 0,0-1 0,0 1-1,0 0 1,0 11-2695,1 0-5402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07.8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48 3073,'0'0'11488,"0"-8"-9529,0-24 9,0 24 2840,0 23-3258,-1-3-1159,0 0-1,-1 0 1,-1-1 0,-6 20-1,5-19-229,0 1 0,1-1 0,1 1 1,-2 22-1,3-26-89,0 0 0,0 0 1,-1 0-1,-4 12 1,-4 33 48,10-54-556,10-3-8601,13-13 3425,-2-5-1200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08.5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177 91 2257,'0'0'16229,"-11"-6"-15157,-1 1-798,0 0-1,0 1 0,-1 0 1,1 1-1,-18-2 0,26 5-173,1 0 0,-1-1-1,0 1 1,0 1 0,1-1 0,-1 1-1,0-1 1,1 1 0,-1 0 0,0 0-1,1 1 1,-4 1 0,5-2-75,0 1 1,0-1-1,1 0 1,-1 1-1,1 0 1,-1-1-1,1 1 0,-1 0 1,1 0-1,0 0 1,0 0-1,0 0 1,0 0-1,0 0 0,1 0 1,-1 0-1,1 1 1,-1-1-1,1 0 1,0 0-1,0 1 0,0 3 1,0-2-27,-1 0 0,1 1-1,0-1 1,1 0 0,-1 1 0,1-1 0,0 0-1,0 0 1,0 0 0,1 0 0,-1 0 0,1 0-1,0 0 1,0 0 0,0-1 0,1 1 0,-1-1 0,1 0-1,0 1 1,0-1 0,0 0 0,0-1 0,0 1-1,1 0 1,0-1 0,4 3 0,82 56-31,32 26 61,-119-86-26,-1 1-1,1 0 0,-1 0 1,0 0-1,0 0 1,0 0-1,0 1 0,0-1 1,0 1-1,-1-1 1,1 1-1,-1 0 1,0-1-1,0 1 0,0 0 1,0 0-1,0 0 1,0 0-1,-1 0 0,1 6 1,-2-6 13,0 0 1,0 0-1,0 0 0,0 0 1,0 0-1,-1 0 1,1 0-1,-1-1 1,0 1-1,0 0 0,0-1 1,0 0-1,0 1 1,-1-1-1,1 0 0,-3 2 1,-10 6 36,-1-1 0,1 0 0,-1-1 0,-1-1 0,-22 7 1,38-13-55,0-1 0,1 0 1,-1 1-1,0-1 1,0 0-1,0 0 0,0 1 1,0-1-1,0 0 1,0 0-1,0 0 0,0 0 1,0 0-1,0 0 1,1 0-1,-1-1 0,0 1 1,0 0-1,0 0 1,0-1-1,0 1 0,0-1 1,1 1-1,-1-1 1,0 1-1,0-1 0,-1-1 1,1 1-5,0-1 0,1 1 0,-1-1 0,1 0 1,-1 1-1,1-1 0,-1 0 0,1 1 0,0-1 0,0 0 1,0 0-1,0 1 0,0-5 0,2-4-13,0 0 0,0 0 1,1 0-1,6-14 0,5-3 7,1 0 1,1 1-1,2 1 1,27-32-1,20-28 270,-60 78-19,-1 1 0,-1-1 0,0 0 1,0 0-1,0-1 0,0 1 1,-1-1-1,-1 1 0,1-1 1,0-11-1,-2 16-140,0-1 0,0 0 0,0 0 0,0 1 0,-1-1 0,0 0 0,1 1 0,-1-1-1,-1 0 1,1 1 0,0-1 0,-1 1 0,0 0 0,0-1 0,0 1 0,0 0 0,0 0 0,0 0 0,-1 0 0,0 1 0,-5-5 0,6 5-81,0 1 0,0-1 0,0 1-1,0 0 1,-1-1 0,1 1 0,0 0 0,0 0 0,-1 1 0,1-1 0,-1 0 0,1 1 0,-1 0 0,1-1 0,-1 1 0,1 0 0,-1 0 0,1 1 0,-1-1-1,-3 1 1,3 1-3,1-1 0,0 0 0,0 1 0,0-1 0,0 1 0,1 0 0,-1 0 0,0 0 0,1 0 0,-1 0 0,1 0 0,-1 0 0,1 0 0,0 0 0,0 1 0,-1 3 0,-10 53-2997,10-5-6377,2-24-4531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09.5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77 3185,'0'0'10058,"9"-13"-8273,27-38 294,-27 38 2629,-9 48-858,-2-17-3301,0 0 0,-1 0 0,-1-1 0,-11 32 0,-7 26-76,18-51-1827,-10 48 4360,12-51-7061,22-49-16822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10.2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310 94 4306,'0'0'13988,"-21"-3"-12476,2-1-1084,8 2-198,-1 0 1,1 0-1,0 1 0,-1 0 0,1 1 0,0 1 0,-1 0 0,1 0 1,-17 5-1,10-2 376,8-2-319,0 0 0,1 0 0,0 1 0,0 0 0,0 1 0,0 0 1,0 0-1,1 1 0,-1 0 0,-9 8 0,17-12-284,0 0-1,0 1 1,-1-1 0,2 0 0,-1 1-1,0-1 1,0 0 0,0 1 0,1-1-1,-1 1 1,0-1 0,1 1-1,-1-1 1,1 1 0,0 0 0,0-1-1,0 1 1,-1-1 0,1 1-1,1 0 1,-1-1 0,0 1 0,0 0-1,1-1 1,-1 1 0,1-1-1,-1 1 1,1-1 0,-1 1 0,1-1-1,0 1 1,0-1 0,0 0-1,0 1 1,0-1 0,0 0 0,0 0-1,0 0 1,3 2 0,4 3-1,1 1-1,0-2 1,0 1 0,18 7 0,-14-7 32,-1 1-69,1-1 1,-2 2-1,1 0 0,18 16 0,-26-20-22,-1-1-1,1 1 0,-1 0 1,0 0-1,0 0 1,-1 0-1,1 1 1,-1-1-1,0 1 1,0-1-1,0 1 0,-1 0 1,0-1-1,0 1 1,0 0-1,0 8 1,-1-9 57,0 0 1,0 0 0,0 0 0,0 0 0,-1 0-1,0 0 1,0 0 0,0 0 0,0-1-1,-1 1 1,0 0 0,1-1 0,-5 7 0,1-6-2,1 1 0,-1-1 0,1 0 0,-1-1 0,0 1 0,-1-1 0,1 0 0,-9 3 0,-31 11 65,19-14-39,25-4-26,0 1 0,1 0 0,-1 0 0,0 0 1,1 0-1,-1 0 0,0-1 0,1 1 0,-1 0 0,1-1 0,-1 1 1,1 0-1,-1-1 0,1 1 0,-1-1 0,1 1 0,-1-1 1,1 1-1,-1-1 0,1 1 0,0-1 0,-1 1 0,1-1 1,0 1-1,-1-1 0,1 0 0,0 1 0,0-2 0,-1-6-52,0 1-1,1-1 0,1 1 1,-1-1-1,1 0 1,0 1-1,1 0 0,0-1 1,0 1-1,0 0 1,1 0-1,0 0 0,5-7 1,9-15-60,36-47 1,-6 11 138,-25 31 136,3 2 1,44-46 0,-58 65 37,-10 13-130,0-1 0,0 1 1,-1-1-1,1 1 0,0-1 1,-1 0-1,1 1 0,0-1 1,-1 0-1,1 0 0,-1 0 1,1 1-1,-1-1 0,1 0 0,-1 0 1,0 0-1,1 0 0,-1 0 1,0 0-1,0 0 0,0 0 1,0 0-1,0 0 0,0 0 1,0 0-1,0 0 0,0 0 0,0 0 1,0 0-1,-1 0 0,1 1 1,0-1-1,-1 0 0,1 0 1,0 0-1,-1 0 0,0 0 1,1 1-1,-1-1 0,1 0 0,-1 0 1,0 1-1,1-1 0,-1 0 1,0 1-1,0-1 0,0 1 1,1-1-1,-1 1 0,0-1 1,0 1-1,0 0 0,0-1 0,0 1 1,0 0-1,0 0 0,0 0 1,0 0-1,0 0 0,0 0 1,0 0-1,0 0 0,0 0 1,-1 0-1,-4 0-112,-18 4 271,23-3-637,1 0-1,-1 0 1,0 0 0,1 0-1,-1 0 1,1 1 0,0-1-1,-1 0 1,1 0-1,0 1 1,0-1 0,0 0-1,0 1 1,0-1 0,0 0-1,0 2 1,14-1-16925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13.6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73 4466,'0'0'10242,"4"-11"-8911,15-35-69,-8 30 677,-6 22-36,-4 20-455,-1-25-1698,-10 170 2542,0 3-1545,10-168-53,0 2-5077,0-7 4022,0-1 0,0 0 0,0 0 0,0 1 0,0-1 0,0 0 1,0 1-1,0-1 0,1 0 0,-1 0 0,0 1 0,0-1 1,0 0-1,0 0 0,1 1 0,-1-1 0,0 0 0,0 0 0,1 0 1,-1 1-1,0-1 0,0 0 0,1 0 0,-1 0 0,0 0 0,1 0 1,-1 0-1,0 0 0,0 0 0,1 1 0,-1-1 0,0 0 1,1 0-1,-1 0 0,1-1 0,11 1-7683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14.1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150 1 7347,'0'0'10050,"0"5"-8756,-1 0-1048,1 0 0,-1 0 0,-1 0 0,1 1 1,-1-1-1,0-1 0,0 1 0,0 0 0,-5 7 0,-36 50 1411,3-4-527,35-48-1066,-1-1-23,1-1-1,0 1 1,1 0-1,0 1 0,0-1 1,1 1-1,0-1 1,1 1-1,0 0 1,1 0-1,-1 10 1,52-17-114,-42-3 71,78-5 123,-1-4 1,126-28-1,-187 32-104,-11 4-66,-21 8-1226,-2 0-463,-16 4-5877,13-8 1229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14.4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108 0 10405,'0'0'11997,"-16"24"-9982,-48 81-548,59-96-1251,1-1 1,1 1 0,-1 0-1,1 0 1,1 0-1,0 1 1,0-1-1,1 0 1,0 1-1,1-1 1,0 1 0,0-1-1,3 13 1,-1 17 64,-2 25-604,0 43 976,0-72-4430,0-1-3866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19.2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225 89 1377,'0'0'7571,"6"-7"-6058,27-35 1376,-32 41-2619,-1 1 0,1-1 0,-1 0 0,1 1 0,-1-1-1,1 0 1,-1 0 0,0 1 0,0-1 0,1 0 0,-1 0 0,0 0 0,0 1 0,0-1-1,0 0 1,0 0 0,0 0 0,0 1 0,0-1 0,0 0 0,0 0 0,-1 0 0,1 1-1,0-1 1,-1 0 0,1 0 0,0 1 0,-1-1 0,1 0 0,-1 1 0,1-1 0,-1 0-1,-11-8 1310,-15 6-1348,1 1 0,-35 2 0,25 0-84,31 1-128,0-1 1,1 1-1,-1 0 0,0 1 0,1-1 0,0 1 0,-1 0 0,1 0 0,0 0 0,0 1 0,0-1 1,0 1-1,0 0 0,0 0 0,1 0 0,0 1 0,-1-1 0,1 1 0,0 0 0,1 0 0,-1 0 1,1 0-1,0 0 0,0 1 0,0-1 0,1 1 0,-1-1 0,1 1 0,0 0 0,-1 9 1,2-6 61,0-4-20,0 0-1,0 1 1,0-1-1,0 0 1,1 1-1,0-1 1,0 0-1,2 7 1,-2-10-49,0 1 0,1-1 0,-1 1 1,0-1-1,1 0 0,-1 0 0,0 0 0,1 0 1,0 0-1,-1 0 0,1 0 0,-1 0 0,1-1 1,0 1-1,0-1 0,-1 1 0,1-1 0,0 0 0,0 1 1,0-1-1,-1 0 0,1 0 0,0 0 0,2-1 1,12 2 30,-1-1 1,1 0 0,0-1 0,0-1-1,-1-1 1,1 0 0,-1 0 0,1-2-1,25-11 1,-37 13-23,0-1 0,0 0 0,0 0 0,0 0 0,-1 0 0,1 0 0,-1-1 0,4-7 0,3-4 20,-14 23 336,-1 1 0,2-1-1,-1 1 1,1 0 0,0 0 0,1 0 0,0 0 0,0 1 0,-1 15 0,1 89 1192,2-78-1075,1 23-428,1-31-65,-2 0-1,0 0 1,-2 0-1,-1 0 1,-7 28-1,6-30 0,7-25 0,5-13 0,-7 9 0,-1 2 0,0 0 0,1 0 0,-1 0 0,1 0 0,0 1 0,-1-1 0,1 0 0,0 0 0,0 0 0,0 1 0,1-1 0,-1 0 0,0 1 0,0-1 0,4-1 0,-4 1-261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27.1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10 224,'0'0'14716,"5"-3"-13419,-5 2-1169,0 1 1,1-1-1,-1 1 1,0 0-1,1-1 0,-1 1 1,1-1-1,-1 1 1,1 0-1,-1-1 1,1 1-1,-1 0 0,1-1 1,-1 1-1,1 0 1,-1 0-1,1 0 1,0 0-1,-1-1 1,1 1-1,-1 0 0,1 0 1,-1 0-1,1 0 1,0 0-1,-1 0 1,1 0-1,-1 1 1,1-1-1,0 0 0,-1 0 1,1 0-1,-1 1 1,1-1-1,-1 0 1,1 0-1,0 1 0,1 29 5667,-2-14-6490,-2 7 1059,0 0-1,-2-1 0,0 0 1,-11 30-1,8-30-399,1 0 0,1 1 1,1-1-1,-1 32 0,-6-32-3030,9-19-1928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27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70 6 5346,'0'0'14909,"4"-4"-12555,-2 3-1678,-3 3 234,-12 18-246,0 0 1,2 0-1,0 1 0,-12 38 1,22-57-660,0-1 1,1 1 0,0-1-1,-1 1 1,1-1 0,0 1 0,0-1-1,-1 1 1,1-1 0,1 1-1,-1-1 1,0 1 0,0-1-1,0 1 1,1 0 0,-1-1 0,1 0-1,-1 1 1,1-1 0,0 1-1,-1-1 1,1 0 0,0 1 0,0-1-1,0 0 1,0 0 0,0 0-1,0 0 1,0 0 0,1 0 0,-1 0-1,0 0 1,0 0 0,1 0-1,-1-1 1,1 1 0,1 0-1,5 1 7,1 0 0,0 0 0,0-1-1,-1 0 1,14-1 0,-2 0 34,236 5 245,-222-5-176,-33 0 392,-4-1-878,0 1 0,0 0 1,0 1-1,0-1 1,0 0-1,0 1 0,1 0 1,-1 0-1,0 0 1,-3 1-1,-24 8-5663,6-8-4705,12-2 6748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27.9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162 1 4530,'0'0'13574,"-8"10"-11736,-7 12-711,1 0 0,1 1 0,1 1 0,1 0 0,1 1 0,-9 35 0,-23 158 1421,36-192-2276,0 9-3737,0-34-4723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31.6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231 53 1617,'0'0'9919,"0"-6"-8673,0-29 880,4 23 5796,-4 18-3873,-6 6-5215,-22 44 2335,2 2-1,-22 74 0,30-78-564,8-24-72,12-28-261,7-15-189,-4 5-128,0 1-1,1 0 1,-1 0-1,2 1 0,-1 0 1,1 0-1,0 0 0,0 0 1,1 1-1,-1 1 1,9-5-1,-10 6-98,1 1-1,-1-1 1,0 1-1,1 0 1,-1 0-1,1 1 1,-1 0-1,1 0 1,0 1-1,-1 0 1,1 0 0,0 0-1,0 1 1,-1 0-1,11 3 1,-14-2 96,1-1 1,0 1-1,-1 0 0,1 1 1,-1-1-1,0 1 1,0-1-1,0 1 0,0 0 1,0 0-1,0 1 1,-1-1-1,0 0 0,0 1 1,0-1-1,0 1 1,0 0-1,2 7 0,-1-1 24,0 1 0,-1-1-1,0 1 1,0 0 0,0 19 0,-3-27 24,1 1 1,0 0 0,-1-1-1,0 1 1,0-1 0,0 1-1,0-1 1,0 0 0,-1 1-1,0-1 1,1 0 0,-1 0-1,0 0 1,-1 0-1,-4 5 1,1-3 83,0 1 1,-1-1-1,1 0 0,-1-1 1,-1 1-1,-12 5 0,5-4 197,0-1 0,-1 0 0,1-1 0,-1 0 0,0-1 0,-28 0 0,-112-3-1564,155 0-23,3-18-11381,10-2 4159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32.1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 7203,'0'0'12537,"13"-2"-11459,32-3 523,2 3 1,53 2-1,93 3 246,-191-3 890,-3-1-2713,0 1 1,1 0-1,-1 0 0,0 0 1,0-1-1,0 1 1,1 0-1,-1 0 1,0 0-1,0 0 0,0 0 1,1 1-1,-1-1 1,0 0-1,0 0 0,0 0 1,1 1-1,-1-1 1,0 0-1,1 1 0,-1-1 1,0 1-1,1-1 1,-1 1-1,0-1 1,0 2-1,-12 4 58,7-6-68,5 3-1883,1 9-12985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34.4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102 111 688,'0'0'11915,"8"-16"-10538,24-48 458,-16 36 824,-14 25-1153,-1 5-80,-13 27 549,-6 7-1420,0 0-1,3 1 1,1 1-1,-14 64 0,26-97-533,2 17 161,16-26-158,57-34-969,-63 31 736,1 1 1,-1 0-1,1 0 1,0 1-1,0 1 1,1-1-1,-1 2 1,1 0 0,0 0-1,0 1 1,15 0-1,-25 3 200,0 1 0,0-1 0,0 1 0,-1 0-1,1 0 1,0 0 0,-1 0 0,1 0 0,-1 0 0,0 0 0,1 0-1,-1 1 1,0-1 0,-1 0 0,1 1 0,0-1 0,-1 1 0,1-1-1,0 4 1,11 57 53,-11-58-22,1 43 35,-2-46-56,0 0 0,0 0 0,0 1 1,0-1-1,-1 0 0,1 0 0,-1 0 0,1 0 0,-1 0 0,0 0 1,0-1-1,0 1 0,0 0 0,0 0 0,0 0 0,-1-1 0,1 1 1,-1-1-1,-2 3 0,-24 11 189,-1-1 0,-1-2-1,0-1 1,-1-1 0,-61 11 0,88-20-282,-1 0-1,1-1 1,0 1 0,-1-1 0,1 0-1,0 0 1,-1 0 0,1 0-1,-6-2 1,9 1-291,-1 1 0,0-1 0,1 0 0,-1 0 0,1 0 0,0 0 0,-1 0 0,1 0 0,0 0 1,0-1-1,-1 1 0,1 0 0,0-1 0,0 1 0,1-1 0,-1 1 0,0-1 0,0 1 0,1-1 0,-1 1 0,1-1 0,-1 0 0,1 1 0,0-1 0,-1-2 0,0-20-6129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34.7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6371,'0'0'11749,"81"33"-11413,-67-33-336,-7 0 32,0 0-64,-1 0-6002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34.9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1201,'0'0'0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4:36.1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171 51 1969,'0'0'9762,"6"-8"-8188,16-24 96,-21 25 4956,-10 7-5220,-13 11-1213,4 5 208,0 1 0,2 1 0,0 0 1,1 2-1,-21 34 0,28-39-291,1-1 0,1 1 0,0 0 0,1 0 1,1 0-1,0 1 0,1 0 0,0 0 0,1 28 0,1-38-97,1 1-1,0-1 1,0 0-1,1 1 1,0-1-1,0 0 1,0 0 0,1 0-1,0 0 1,3 8-1,-2-11-6,-1-1 1,1 1-1,-1-1 0,1 0 0,0 0 1,0 0-1,0 0 0,0 0 1,0-1-1,0 1 0,0-1 0,1 0 1,-1 0-1,1 0 0,-1 0 0,0-1 1,1 1-1,-1-1 0,1 0 0,6-1 1,7 2 15,0-2 1,-1 0-1,1-1 1,-1 0-1,1-1 0,-1-1 1,0-1-1,29-12 1,-37 13-11,0 0-1,0-1 1,0 0 0,0-1 0,-1 0-1,0 0 1,0 0 0,0-1 0,-1 0-1,0 0 1,-1 0 0,1-1 0,-1 0-1,-1 0 1,0-1 0,0 1-1,5-16 1,-6 10 71,0 0 0,0-1 0,-1 1 0,-1 0 0,0-1 0,-2 1 0,-1-17 0,1 24-13,0 0 0,0 0-1,0 0 1,-1 0 0,0 0-1,-1 1 1,0-1 0,0 1 0,0 0-1,-1-1 1,1 2 0,-2-1-1,1 0 1,0 1 0,-1 0-1,-7-6 1,3 6 150,0 1-1,-1 0 1,0 0-1,0 1 1,0 0-1,0 0 1,0 1-1,-1 1 1,1 0-1,-1 0 1,1 1-1,-1 1 1,-19 2-1,27-2-207,1-1 0,-1 1 0,0-1 0,0 1-1,1 0 1,-1 0 0,1 1 0,-1-1 0,1 0-1,0 1 1,-1 0 0,1-1 0,0 1-1,0 0 1,0 0 0,0 0 0,0 0 0,1 1-1,-1-1 1,1 0 0,-1 1 0,1-1-1,0 1 1,0-1 0,0 1 0,0 0 0,0-1-1,1 1 1,-1 0 0,1 0 0,0-1 0,0 1-1,0 0 1,0 0 0,1 4 0,28-7-3015,-11-1-6349,-11-5 878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03.9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81 378 6995,'0'0'9674,"0"43"-4232,0-32-5126,-1 1-1,1-1 1,-2 0-1,0 0 1,0 0-1,-1 0 1,-7 19-1,-44 86 43,52-114 121,0-8-203,0-19-142,2-34-220,3 32 5,2-1 0,1 1 0,18-48 0,39-78-774,-45 112 636,-10 19 211,1 1 1,1 0 0,0 0-1,2 1 1,0 1 0,2 0-1,21-24 1,-34 41 8,0 1 0,1-1 0,-1 1 0,0 0 0,1-1 1,-1 1-1,1 0 0,0 0 0,-1 0 0,1 0 0,0 0 0,0 0 0,0 0 0,0 1 0,-1-1 0,1 1 0,0-1 0,0 1 0,0 0 0,0 0 1,0 0-1,0 0 0,0 0 0,0 0 0,0 1 0,0-1 0,0 0 0,3 2 0,-3 0 6,1 0-1,-1 1 1,0-1-1,0 0 1,0 1-1,0 0 1,0-1-1,-1 1 1,1 0-1,-1 0 1,0 0-1,1 0 1,-1 0-1,-1 0 1,1 0-1,0 4 1,10 65 263,-4 1 1,-4 140 0,-4-127-171,0-59 6,-2 0 0,-1-1 0,-8 30-1,6-30 65,1 1 0,1-1-1,-1 31 1,5-57-171,0 0 1,0 0-1,0 0 0,0 0 1,0 0-1,0 0 0,-1 0 1,1 0-1,0 0 1,0 0-1,0 0 0,0 0 1,0 0-1,0-1 0,0 1 1,0 0-1,0 0 1,0 0-1,0 0 0,0 0 1,0 0-1,-1 0 0,1 0 1,0 0-1,0 0 1,0 0-1,0 0 0,0 0 1,0 0-1,0 0 0,0 0 1,0 0-1,0 0 1,0 0-1,-1 0 0,1 0 1,0 0-1,0 0 0,0 1 1,0-1-1,0 0 1,0 0-1,0 0 0,0 0 1,0 0-1,0 0 0,0 0 1,0 0-1,0 0 1,0 0-1,0 0 0,0 0 1,0 0-1,-1 0 0,1 0 1,0 1-1,0-1 1,0 0-1,-3-11-248,3-55-4016,0 22-2333,0 13-856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04.2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1 136 9332,'0'0'10981,"41"-25"-10228,-28 23-305,14-3-112,-6 1-112,6-1 48,6-4-160,1 0-96,7-2-16,0-5-720,13 0-1857,0 0-2690,0-2-2992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04.7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306 36 3874,'0'0'13627,"0"-6"-11770,0-16-333,-1 21-1467,1 1 1,0-1 0,-1 1 0,1 0 0,0-1 0,-1 1 0,1-1-1,0 1 1,-1 0 0,1-1 0,-1 1 0,1 0 0,0-1-1,-1 1 1,1 0 0,-1 0 0,1-1 0,-1 1 0,1 0 0,-1 0-1,1 0 1,-1 0 0,1 0 0,-1 0 0,0 0 0,1 0 0,-1 0-1,1 0 1,-1 0 0,1 0 0,-1 0 0,1 0 0,-2 1-1,-16 3 242,-1 6-43,1 2 1,1 0-1,0 1 1,1 1-1,0 1 1,-21 26-1,19-21-82,1 1-1,2 1 1,0 0 0,-14 29-1,23-37-140,0 0 0,0 1 0,2 0-1,0 1 1,0-1 0,2 0 0,0 1-1,0 22 1,1-35-38,1 1 0,0-1-1,0 0 1,1 0 0,-1 0-1,1 0 1,-1 0-1,1 1 1,0-1 0,0 0-1,0-1 1,3 7 0,-2-7 1,0-1 0,0 1 0,0-1 0,0 0 0,1 1 1,-1-1-1,0 0 0,0 0 0,1 0 0,-1-1 0,1 1 1,-1-1-1,1 1 0,-1-1 0,1 0 0,-1 0 0,5 0 1,9 0 0,-1-1 1,1-1-1,-1 0 1,0-1-1,0-1 1,0 0-1,0-1 0,0 0 1,-1-2-1,0 1 1,-1-2-1,1 0 1,-1-1-1,-1 0 1,1 0-1,-2-2 1,1 1-1,-2-1 1,1-1-1,-2 0 1,1-1-1,-2 0 1,0 0-1,0-1 1,-1 1-1,-1-2 1,0 1-1,-1-1 1,-1 0-1,0 0 1,-1 0-1,2-20 1,-4 24-27,0 3 126,0 0-1,-1 1 1,0-1 0,0 0-1,-3-12 1,3 18-57,-1 0 0,0 0 0,1 0 0,-1 1 0,0-1 0,0 0 0,0 0 0,0 1 0,0-1 0,0 1-1,-1-1 1,1 1 0,-1 0 0,1-1 0,-1 1 0,1 0 0,-1 0 0,1 0 0,-1 0 0,0 0 0,0 1 0,1-1 0,-1 0 0,0 1 0,0-1 0,0 1 0,-3-1 0,-10-1 112,1 1 1,-1 0-1,-28 2 0,39 0-355,0-1 0,0 1 0,0-1 0,0 1 0,0 0 0,1 1 0,-1-1 0,0 1 0,0-1 0,1 1-1,-1 0 1,1 1 0,0-1 0,0 0 0,0 1 0,0 0 0,0 0 0,0 0 0,-2 3 0,3 14-8908,2-15 2380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05.7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145 274 3698,'0'0'11979,"5"15"-8709,-5-8-2962,0 1 0,-1-1-1,0 0 1,0 0-1,-1 0 1,0 0 0,0 0-1,-1 0 1,0-1 0,-4 8-1,-11 33 666,8-15-484,-1 0 0,-23 46-1,-5 10-385,28-66-810,7-31-1662,6-44-777,-1 47 3442,3-25-1349,3 0-1,0 1 1,2 0-1,22-51 1,-17 48 805,-2-1 0,-1 0 0,7-38 0,-11 49 1741,-6 23-1423,-1 0 0,0 0 0,0-1 0,0 1 0,1 0 0,-1 0 0,0 0 0,0-1 0,1 1 0,-1 0 0,0 0 0,0 0 0,1 0 0,-1 0 0,0 0 0,1 0 0,-1 0 0,0 0 0,0 0 0,1-1 0,-1 1 0,0 1 0,1-1 0,-1 0 0,0 0 0,0 0 0,1 0 0,-1 0 0,0 0 0,1 0 0,-1 0 0,0 0 0,0 1 0,1-1 0,-1 0 0,0 0 0,2 2 112,0 1 0,0-1 0,0 0 0,-1 1 0,1-1 0,-1 1 0,0-1 0,0 1 0,0 0 0,0-1 0,1 5 0,3 15 238,3 13 537,22 61-1,-25-85-815,0 0-1,0-1 1,1 0-1,1 0 1,0 0-1,0 0 1,0-1-1,1 0 1,15 11-1,-21-18-136,16 14 45,1-1 0,1-1 1,0-1-1,0 0 0,34 14 0,-53-27-36,13-15 294,-10 4-225,79-212 1312,-69 179-953,-2-1-1,-3 0 1,5-52 0,-1-24 4577,-14 166-6568,-9-41-2343,-6 2-7245,9-4 3097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881 1 1281,'0'7'26377,"0"31"-23997,-14 62 349,7 35-2729,0 413 0,5-496 0,-9 51 0,4-52 0,0 53 0,1 246 0,-15-84 0,21-200 0,2 73 0,-7 1 0,-27 170 0,-1-63 0,-7 39 0,18-146 0,-7 214 0,4-17 0,14-242 0,-51 480 0,3-27 0,15-171 0,4-11 0,-20 216 0,41-385 0,-10 209 0,23 120 0,6-463 0,-14 107 0,-11 127 0,3-21 0,0-70 0,3-89 0,5 1 0,1 153 0,10-215 0,-16 92 0,-1 4 0,-18 154 0,9-84 0,-3 33 0,28 94 0,7-183 0,10 328 0,-13-227 0,-3-307-2158,-7 11-4091,-4 3-8186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12 5202,'0'0'15658,"4"-11"-8537,-16 11-6745,-6-1-111,1 2-1,-1 0 1,-18 4-1,30-4-269,-1 1 0,1 0 1,-1 1-1,1-1 0,0 1 0,0 0 0,0 1 1,0 0-1,1 0 0,0 0 0,-8 7 0,7-6-25,1 0 0,0 1 0,0-1 0,0 1 0,0 0-1,1 0 1,0 0 0,1 1 0,-1-1 0,1 1 0,1 0 0,-1 0-1,1 0 1,0 0 0,1 1 0,-1-1 0,1 0 0,1 1-1,0-1 1,0 0 0,0 1 0,2 7 0,-1-13-9,0 0 1,0-1 0,0 1-1,1-1 1,-1 1 0,1-1-1,-1 1 1,1-1-1,-1 0 1,1 1 0,0-1-1,-1 0 1,1 0 0,0 0-1,0-1 1,0 1-1,0 0 1,0-1 0,0 1-1,0-1 1,0 0 0,0 1-1,0-1 1,0 0-1,3 0 1,55-4-704,-53 2 811,0 0-1,-1-1 0,1 0 0,-1 0 0,1-1 1,-1 0-1,-1 0 0,1 0 0,0-1 0,7-8 1,46-57 917,-62 102 1573,-15 15-2110,10-27-126,0-1 0,-9 41 1,14-35-303,-2-1 1,-1 1-1,-1-1 0,-1 0 1,-17 34-1,16-36-2773,5 1-3994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34 2769,'0'0'16760,"1"-5"-15565,5-23 5328,-15 28-6360,0 2-1,1-1 1,-1 1-1,1 1 1,-1-1-1,1 1 1,0 1-1,0-1 1,0 2-1,0-1 1,-11 10-1,15-12-173,0 1 0,0 0 0,1 0 0,-1 0 0,1 0 0,0 1 0,0-1 0,0 1 0,1-1 0,-1 1 0,1 0 0,0 0 0,0 1 0,0-1 0,0 0 0,1 1 0,0-1 0,0 1 0,0-1 0,0 1 0,1-1 0,0 1 0,0 8 0,4-2-31,1 0 0,0-1 0,0 1 0,1-1 0,0 0 0,1-1 0,9 11 0,16 26 95,-26-34-57,0 0-1,-2 0 0,1 1 0,-2 0 0,1 0 1,-2 0-1,0 0 0,0 0 0,-1 21 0,-1-31 8,0-1-1,-1 0 0,1 0 0,-1 0 0,1 0 0,-1 0 0,0 0 0,0 0 1,0-1-1,0 1 0,0 0 0,0 0 0,0-1 0,-1 1 0,1 0 0,-1-1 1,1 0-1,-1 1 0,1-1 0,-1 0 0,0 0 0,0 0 0,0 0 0,-3 2 1,0-1-9,-1 0 0,0 0 0,1 0 0,-1-1 0,0 0 0,0 0 0,-10 0 0,15-2-20,0-1 0,0 1 0,0-1 0,0 0 0,1 1 0,-1-1 0,0 0 0,1 1 0,-1-1 0,1 0 0,0 0 0,-1 0 0,1 1 0,0-1 0,0 0 0,0 0 0,0 0 0,1 1 0,-1-1 0,1-2 0,-1-4-31,2-12 58,0 1 0,2 0 0,0 0 0,1 1 0,0-1 0,2 1 1,0 0-1,15-25 0,-10 18 140,0 0 1,-2-1 0,7-28-1,-13 37 415,-1 0 1,0-1-1,0-29 0,-4 46-553,0 0 0,0 0-1,-1 1 1,1-1 0,-1 0 0,1 1-1,0-1 1,-1 0 0,1 1 0,-1 0-1,1-1 1,-1 1 0,1 0 0,-1 0-1,1 0 1,-1 0 0,0 0 0,1 0 0,-1 0-1,-1 1 1,2-1-320,0 0 0,-1 0-1,1 0 1,-1 0 0,1 0-1,0 1 1,-1-1 0,1 1 0,0-1-1,-1 1 1,1-1 0,0 1 0,0 0-1,0-1 1,-2 2 0,-10 30-10931,6-14 1926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82 132 1809,'0'0'3802,"-29"27"2099,-23 0-4869,51-24 753,18-3 4460,61-12-5407,19-9-524,172-14-1,105 17-256,-78 7 49,231-28 39,133-8-36,-121 41 0,-342 7 2215,-196-1-1583,0 5 1632,-10 16-2665,-3-11-1198,0 0 0,0-1 0,-1-1 0,0 0 0,-1 0 0,0-2 0,-23 9 0,26-10 140,-60 23-7873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 4434,'0'0'4752,"4"0"-3336,55-8 3741,13-2 3618,260-13-5923,0-1-2428,-131 22 168,221 5 862,-173 15-440,51 2 104,282-16-339,-573-5-779,-5 1 0,-1 0 0,1-1 0,0 1 0,-1 1 0,1-1 0,-1 1 0,1-1 0,5 3 0,-8-2 0,-2 1-54,0 1 0,-1-1-1,1 0 1,0-1 0,-1 1 0,1 0 0,-1 0 0,0-1-1,1 1 1,-1-1 0,0 1 0,0-1 0,0 0 0,0 0-1,0 0 1,0 0 0,-3 1 0,-5 4-903,-6 2-3037,0 1-1,-32 9 0,-5 0-7573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84 2273,'0'0'10002,"9"0"-9055,170-14 7133,-27-1-5134,1883-30 4290,-1911 36-5953,-134 16-3305,-9 4-3634,-13 5-3041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1 217 8196,'0'0'6221,"0"-4"-5471,0 3-611,0 1 0,0-1 0,0 0 0,0 0 0,0 1 0,0-1 0,0 0 0,0 0 1,0 1-1,1-1 0,-1 0 0,0 1 0,0-1 0,1 0 0,-1 1 0,1-1 0,-1 0 0,0 1 0,1-1 0,-1 1 0,1-1 0,-1 1 1,1-1-1,0 1 0,-1-1 0,1 1 0,-1-1 0,2 1 0,26-3 4106,-19 3-4794,89-5 1110,0-4 0,144-34 0,-27 4-1292,461-25-768,-365 42 2721,86 12 5614,-300 11-4692,-112 15-3169,-39 21-6813,15-18-1956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80 4834,'0'0'10827,"4"1"-8875,11 4-459,-1-2-1,1 0 0,26 2 1,100-6-100,-58-2-1203,660-29-322,-126 1 1275,-262 17 1635,115-1 1034,-463 15-3812,0 1 0,0 0 0,0 0 0,-1 1 0,1 0 0,0 0 0,-1 1 0,1-1 0,-1 1 0,0 1 0,0-1 0,0 1 0,0 0 0,-1 1 0,1-1 0,7 9 0,-13-12-46,1 0 0,-1-1 0,0 1 0,1 0 0,-1-1 1,0 1-1,1 0 0,-1-1 0,0 1 0,0 0 0,0 0 0,0-1 0,0 1 0,0 0 0,0-1 0,0 1 1,0 0-1,0 0 0,0-1 0,0 1 0,-1 0 0,1-1 0,0 1 0,0 0 0,-1-1 0,1 1 0,0 0 1,-1-1-1,0 2 0,-21 10-4625,-15-3-3800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 9941,'0'0'3999,"17"5"-3559,19 3 302,0 0-1,45 3 1,362-8 2726,-323-4-2774,489-17 4636,128 0 1340,-688 20-6670,60 10 0,30 3 0,-64-15 0,-45 0 0,-24 0 0,-10 0 0,-24 1-1142,1 1 0,-49 9 0,-56 25-9196,86-23-6744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0 245 7491,'0'0'3610,"22"-9"-1660,47-15 1342,133-27 1,408-45 3945,4 43-2972,256 44-2711,-732 9-1483,-123 1-72,-12-1 0,1 1 0,0-1 0,0 0 0,-1 0 0,1-1 0,0 1 0,-1-1 0,8-2 0,-17 4 10,0 0 0,1 0 1,-1-1-1,0 0 0,0 0 0,-6-1 1,-29 0-379,14 4-2294,8-2-4379,-2-1-7051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1166 39 6547,'0'0'11827,"-1"-8"-10381,0-3-2525,-2-9 7389,-2 22-2760,-4 14-2415,3 1-551,0 1-1,1 1 0,-3 23 0,-1 0 6,1 10-559,2 1 1,2 1 0,6 90 0,0-44-45,-3 98 14,-32 256 0,2-61 0,32 3 0,2-153 0,-10 202 0,3-309 0,-24 151 0,-43 135 0,24-154 0,-35 141 0,43-226 0,-3 10 0,-46 258 0,-13 98 0,-20 183 0,70-329 0,0 9 0,38-270 0,-9 123 0,-6 70 0,10-147 0,-11 102 0,-11 145 0,17-214 0,13-138 0,-55 416 0,23-85 0,35-339 0,5 127 0,3-105 0,-2-93 0,0-6-78,0 0 1,0 0-1,1 0 0,-1 0 0,0 0 1,1 0-1,0 0 0,-1 0 1,1 0-1,0 0 0,0 0 0,0-4 1,0-19-6765,0-10-7508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5635,'0'0'13352,"5"-2"-7352,3 2-4041,1 4-1756,1-1 1,-1-1-1,1 1 1,-1-2 0,1 1-1,0-1 1,0-1 0,-1 1-1,1-2 1,19-2-1,9 1-191,-36 2-93,28 4-2315,-21 3-2120,-12 9-4074,-8-4-1694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0 109 1601,'0'0'6485,"9"-16"-6206,-6 12 2655,12 1 1178,8-7-2120,-5 2-997,43-10 373,1 3 1,1 3 0,0 2-1,112-2 1,-173 12 221,-1 1-1856,-1 0 1,0 0-1,1-1 1,-1 1-1,0 0 0,0 0 1,0 0-1,0 0 0,0 0 1,0 0-1,0 0 1,0 0-1,0 0 0,-1 0 1,1-1-1,0 1 1,0 0-1,-1 0 0,1 0 1,-1 1-1,-4 10-8251,-2-1-3147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37 4290,'0'0'8484,"4"-1"-6755,4-2-702,0 0 0,0 1 0,0 0 0,1 0 0,9 0 0,88 0 1905,-50 3-2150,287-12 3191,-295 2 151,-47 9-5789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88 16 1665,'0'0'6976,"0"-16"12908,-1 27-19661,0 0 0,-1-1 0,-1 1 0,0-1 0,0 0 0,-1 0 0,0 0 0,-1 0 0,-8 13 0,5-9-133,1-1 0,1 1 1,0 0-1,-4 16 0,6-11-87,-4 26 10,9-44-13,-1-1-1,1 1 0,0 0 0,0-1 1,-1 1-1,1 0 0,0-1 0,0 1 1,0-1-1,0 1 0,0-1 0,0 1 1,0-1-1,0 0 0,0 0 0,0 1 1,0-1-1,0 0 0,0 0 0,2 0 1,23 2 10,-12-2 1,0 1 11,-1-1 1,1 0-1,-1-1 0,1 0 0,-1-1 0,0-1 0,0 0 0,0-1 0,16-7 0,-15 6-2486,-13 5 2090,0 0 1,-1-1-1,1 1 1,0 0-1,-1 0 1,1-1-1,0 1 1,-1 0 0,1-1-1,0 1 1,-1-1-1,1 1 1,-1-1-1,1 1 1,-1-1-1,1 1 1,-1-1-1,1 1 1,-1-1 0,0 0-1,1 1 1,-1-1-1,0 0 1,1 1-1,-1-1 1,0 0-1,0 1 1,0-1-1,0 0 1,0 1 0,0-1-1,0 0 1,0 0-1,0 1 1,0-1-1,0 0 1,0 0-1,0 1 1,-1-2-1,1-7-8326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 3105,'0'0'17742,"13"-2"-15989,140-8 2842,-81 9-9753,-72 1 4202,4 0-1155,-3 4-4045,-1 8-591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35 7764,'0'0'15639,"34"0"-14535,-20 0-383,-1 0-113,7 0-448,-6-5-160,6 1-48,-6-3-977,13 2-1696,-7 1-3394,7-5-2945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 1 12758,'0'0'13574,"-47"133"-12838,40-115-191,7-2-289,0 0-64,-7-5-192,7-2-80,0-2-224,0-3-881,0-2-1232,-7 1-1265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37 11749,'0'0'9773,"10"-6"-8957,-1 1-577,-1 1-1,1 0 1,-1 0-1,1 0 1,16-3 0,-22 6-146,0 1 0,0-1 0,1 1 0,-1 0 0,0 0 0,0 0 0,1 0 0,-1 0 1,0 1-1,0 0 0,1-1 0,-1 1 0,0 0 0,0 0 0,0 1 0,0-1 0,0 1 1,-1 0-1,1-1 0,0 1 0,-1 0 0,1 0 0,-1 1 0,4 3 0,5 10 67,-1 0 0,-1 0 0,0 1 0,-2 0 0,1 0 0,-2 1-1,-1 0 1,0 0 0,-1 0 0,-1 1 0,0-1 0,-2 1 0,-1 35 0,0-53-105,-1 0 1,1 1 0,-1-1 0,0 0 0,0 0 0,1 0-1,-1 0 1,0 0 0,0 0 0,0 0 0,0-1 0,0 1-1,0 0 1,0 0 0,0-1 0,-1 1 0,1-1-1,0 1 1,0-1 0,0 1 0,-1-1 0,1 0 0,0 1-1,-1-1 1,1 0 0,-2 0 0,-45 6 1260,36-5-951,-30 3 449,15-3-765,1 2-1,0 1 1,-40 12-1,100-15-10250,-9-1 1590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7379,'0'0'4621,"7"25"5656,-2 36-5550,16 30-2254,2 18-752,-18-67-1445,2 7 370,0 54 1,-6-80-647,2 0 0,0 0 0,10 34 0,-7-35 0,-1 1 0,-1-1 0,1 36 0,2 645 0,-7 37 0,7-426 0,-7-242 0,14 325 0,4-83 0,11 74 0,5-70 0,-29-248 0,23 292 0,12-12 0,-30-158 0,-6-59 0,0-41 0,6 62 0,2-12 0,-8 201 0,-6-178 0,22 212 0,-20 668 0,-14-758 0,2-120 0,-12 187 0,-7 253 0,17-231 0,1 265 0,6-192 0,-13 126 0,13-125 0,0-155 0,7-335-2924,0 0-4775,0 36 6810,0-38-11578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14 314 2113,'0'0'2577,"-1"15"-2692,-2 4 178,1 13-295,-5 13 12856,14-38-13046,11 0 504,0-1 1,1-1 0,0 0-1,0-1 1,37 2 0,103-6 609,-76-2-226,702-36 988,-454-1-1092,247-22 100,-297 42-436,440-25 73,-550 38 54,524-13 1338,112 30-461,1041-13 322,-1298-38-564,31-1 1490,-541 41-2136,896-29 1194,-220-14-1118,-151 11-92,-397 29-148,280-19-391,-345 6 346,-63 9 48,0 1 1,50-1-1,178 7 70,-267 0-56,-56 1-780,42 2-743,-27 4-8485,13-6-2262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15 592 3025,'-14'-4'18470,"32"-3"-16286,26-5-2151,803-48 1094,-340 36-728,15-6-395,107-8-8,-290 9-76,996-61-221,-736 63 280,291-5-1951,16 6 957,-6 0 917,248-3 1133,-167-23-856,-93-22 2052,-704 63-1660,11-1 205,-88 3 4365,-144 9-11255,-2 0-4278,-6 0-4338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1 3794,'0'3'20677,"0"6"-16091,0 43-3872,0-51-700,0 96 1178,-13 106 0,1-66-978,8 180 0,1-7-44,-31-38-170,19-179 0,-5 151 0,21-21 0,-8 387 0,3-34 0,7-300 0,-10 232 0,4-354 0,-33 224 0,5-61 0,13-94 0,-18 392 0,36 4 0,2-263 0,5 167 0,-6-335 0,-16 428 0,2-317 0,-1-2 0,-23 268 0,7-80 0,6-96 0,-7 88 0,16-27 0,2-30 0,6-346 0,-5 113 0,9-169 135,-4-30 1,-3-35-1490,10 27-6324,0-4-10133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0 546 2961,'0'0'14428,"20"-16"-10279,-14 8-3760,0 0-1,-1 0 1,0 0 0,0 0-1,0-1 1,-1 0 0,-1 0 0,4-11-1,6-14-186,75-200-189,-59 148-20,-19 60 205,-7 19-85,0 0-1,0 0 1,-1 0 0,1-1-1,-2 1 1,2-9 0,-3 16-94,0-1-1,1 1 1,-1 0 0,0 0 0,0-1 0,1 1 0,-1 0 0,0 0 0,1 0 0,-1 0 0,0-1-1,0 1 1,1 0 0,-1 0 0,0 0 0,1 0 0,-1 0 0,0 0 0,1 0 0,-1 0-1,0 0 1,1 0 0,-1 0 0,0 0 0,1 0 0,-1 0 0,0 0 0,1 1 0,-1-1-1,0 0 1,1 0 0,-1 0 0,0 0 0,1 0 0,-1 1 0,0-1 0,0 0 0,1 0 0,-1 1-1,0-1 1,0 0 0,0 0 0,1 1 0,-1-1 0,0 0 0,0 1 0,0-1 0,0 1-1,0 379 3798,2-351-3144,10 47 1,-7-47-4114,-3-10-7315,-2-37 3700,0-6-2359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8100,'0'0'12053,"129"-43"-11589,-109 41-352,1 2-31,-8-2-81,1 2-1617,13-3-2561,-7 1-3570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4482,'0'0'15367,"-15"9"-13059,-49 18 527,48-22-2480,-1 1 0,1 1 0,0 1 0,1 0 0,0 1 0,0 0-1,1 2 1,0-1 0,-19 21 0,31-29-342,1 1 1,-1-1-1,0 0 0,1 1 1,0-1-1,-1 1 0,1 0 1,0-1-1,1 1 0,-1 0 1,0 0-1,1 0 0,0-1 1,-1 1-1,1 0 0,0 0 1,1 4-1,-1-6-8,0 1-1,1-1 1,-1 1 0,1-1-1,-1 1 1,1-1 0,0 1-1,-1-1 1,1 0 0,0 1-1,0-1 1,0 0 0,0 0-1,0 0 1,0 1 0,1-1-1,-1 0 1,0-1-1,1 1 1,-1 0 0,0 0-1,1 0 1,-1-1 0,1 1-1,-1-1 1,1 1 0,-1-1-1,1 0 1,-1 1 0,3-1-1,101 2-2555,-88-3 1345,0-1 1,0 0-1,-1-1 1,1-1 0,-1-1-1,0 0 1,19-9-1,0-6-9681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5330,'0'0'19906,"0"8"-18004,0-4-1687,0 25 1101,-1 1 0,-1-1 0,-7 37 1,-6 3-1146,12-49-742,-1 0 0,-1-1 0,0 0 0,-12 26 0,16-43 36,1-1 0,-1 0 1,0 1-1,0-1 0,0 0 1,0 0-1,0 1 0,0-1 1,0 0-1,0 0 0,0 0 1,-1 0-1,1 0 0,0-1 1,-1 1-1,-1 1 0,-11-1-7823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8676,'0'0'11811,"24"-2"-9629,183-5 769,-162 4-2204,-30 2-576,0 0 0,-1 0 1,1 2-1,0 0 0,27 5 0,-41-5-169,0 0 0,0 0 0,-1 0 0,1 0 0,0 0 0,-1 0 0,1 0 0,-1 0 0,1 0 0,-1 0 0,1 0 0,-1 1 1,0-1-1,0 0 0,0 0 0,1 0 0,-1 0 0,0 1 0,-1 1 0,1 31 74,0-26-9,-10 51 501,2-24-2068,6-10-3328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11541,'0'0'12038,"13"38"-12326,-6-22-2434,-7 2-2544,7 0-3282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2065,'0'0'24184,"7"18"-22828,11 26-29,38 68 0,-55-111-1321,0 1-1,0 0 1,0-1-1,0 1 1,0-1-1,0 1 1,0-1-1,1 0 1,-1 1-1,1-1 1,-1 0-1,0 0 1,1 0-1,0 0 1,-1 0-1,1 0 1,0-1-1,-1 1 1,1 0-1,0-1 1,0 1-1,0-1 1,3 1-1,-3-2-25,1 1 1,-1-1-1,1 0 0,0 0 1,-1 0-1,1 0 0,-1 0 0,0 0 1,1-1-1,-1 1 0,0-1 1,0 0-1,0 1 0,3-4 1,2-4-48,1 0 0,-1 0 0,-1-1 0,0 0 0,0 0 0,6-15 0,10-27 94,12-35 471,-28 74-495,-3 15 669,0 23-3173,-1-11-8884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13670,'0'0'18729,"-34"117"-18361,27-99-368,7 0 0,0-9 0,0-2-1088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2 800,'0'0'26573,"7"-2"-27454,14 9-1568,-8-3-1921,7-4-2481,7 0-5187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2993,'0'0'23422,"-11"23"-20090,-35 75-1481,39-81-1673,0 1-1,2 0 0,0 0 1,1 0-1,-2 23 0,-4 17-72,4-30-711,5-18-288,-1-1 0,0 0 0,-1 0 0,-5 14 0,7-21 547,0 1 0,-1-1 0,1 0 0,-1 1 0,0-1 0,0 0 0,0 0 0,0 0 0,0 0 0,0-1 0,0 1 0,0 0 0,-1-1 0,1 0 0,-1 1 0,1-1 0,-1 0 0,0 0 0,-4 1 0,-13 1-10479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10789,'0'0'21178,"47"2"-20474,-20 5-608,-13-5-96,13 5 0,-7-2 0,0-3 0,7 2-1137,1-1-991,5-3-1858,1 0-3138,7 0-6194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7139,'0'0'24283,"33"45"-23194,-12-34-833,-1 1-256,-6-3 0,6 0 0,-7 0 0,1-5 0,0 1 0,-1-3-1233,1-2-1584,-8 0-2513,15 0-4691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11557,'0'0'13631,"5"9"-8413,-5 51-2857,-6-38-2361,-1 0 0,0 0 0,-2 0 0,-1-1 0,-1 0 0,-16 24 0,17-29 0,-18 34-535,-45 71-5893,52-93-2728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1 727 1056,'0'0'14879,"194"-6"-6868,96-17-7935,-68 5 150,687-26-541,-357 22 342,236 2 8,-52 2-46,-481 7 202,804-53 16,221-14 273,-324 28-715,-917 47 230,1079-109-120,-324 12 783,-674 87-604,471-46 373,-67 35-45,-115 9 111,434-3 3036,-299 14-2256,-535 4-1185,26-3 715,-34 3-785,0 0 0,0-1 0,0 1 1,-1 0-1,1 0 0,0-1 0,0 1 0,0 0 0,-1-1 1,1 1-1,0-1 0,0 1 0,-1-1 0,1 1 0,0-1 1,-1 0-1,1 1 0,0-1 0,-1 0 0,1 0 0,-1 1 1,0-1-1,1 0 0,-1 0 0,1 1 0,-1-1 0,0 0 0,0 0 1,1 0-1,-1-2 0,-61 2-18,55 1-200,-1 1 1,1 0-1,0 1 1,0 0-1,0 0 1,-7 3-1,-36 9-5139,-15-10-4957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31 262 7059,'0'0'16322,"11"-12"-13240,-9 54-977,0 25-315,0-38-1427,-1 0-1,-1 0 1,-6 32 0,6-60-361,0 1-1,-1-1 0,1 0 1,0 1-1,-1-1 1,1 1-1,-1-1 1,0 0-1,1 1 0,-1-1 1,0 0-1,0 0 1,0 0-1,0 0 0,0 0 1,0 1-1,0-2 1,0 1-1,0 0 0,0 0 1,0 0-1,-2 0 1,2-1-12,0 0 0,0 0 0,1 0 0,-1 0 1,0 0-1,0 0 0,0 0 0,1 0 0,-1-1 0,0 1 0,1 0 1,-1-1-1,0 1 0,1 0 0,-1-1 0,0 1 0,1-1 1,-1 1-1,1-1 0,-1 1 0,1-1 0,-1 1 0,1-1 1,-1 0-1,1 1 0,-1-1 0,1 0 0,0 1 0,0-1 1,-1 0-1,1 0 0,0 1 0,0-1 0,0 0 0,0 0 1,-1 1-1,1-1 0,0 0 0,1 0 0,-1 0 0,-3-25-177,2 0 0,0 0 0,2 0 0,1 0 0,1 0 0,1 1 0,1-1 0,15-40 0,-14 48 128,1 0 0,0 0 0,2 1 0,0 1 0,1-1 1,1 2-1,0-1 0,1 1 0,0 1 0,2 0 0,-1 1 0,25-18 0,-35 29 106,0 0 0,0 0-1,-1 0 1,1 0-1,0 1 1,0 0 0,1-1-1,-1 1 1,0 0 0,0 0-1,1 1 1,-1-1-1,0 1 1,1 0 0,-1-1-1,1 1 1,-1 1 0,6 0-1,-6 0 8,0 1-1,0-1 1,-1 1-1,1 0 1,-1 0-1,0 0 1,1 0-1,-1 0 1,0 1-1,0-1 1,0 0-1,-1 1 0,1 0 1,0-1-1,-1 1 1,0 0-1,0 0 1,0 0-1,1 5 1,5 23 205,-1 1 0,-2-1 1,-1 1-1,-2 0 0,-5 57 1,2-5 6,3-77-3102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14791,'0'0'15015,"129"-9"-14215,-88 9-336,-7 0-448,6 0-32,-6 0-48,0 2-1168,0 0-2578,-7-2-4754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0 506 7251,'0'0'10373,"7"-18"-5165,6 15-4869,0 0 0,1 1 0,-1 1-1,21 0 1,23-3 106,178-33-254,927-122 1715,271 57-1372,-690 57 608,-257 10 156,916-42-395,25 61 367,827 54-1100,-1212-28-25,-702-11-108,389-24 126,-411 9-126,-294 16-37,83-9 0,-191 26-1163,30-12-4552,-11-4-5319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45 204 10725,'0'0'10629,"-1"-1"-10167,1 0 1,-1 0 0,1 1-1,-1-1 1,0 0-1,0 0 1,1 1-1,-1-1 1,0 0 0,0 1-1,0-1 1,0 1-1,1-1 1,-1 1 0,0-1-1,0 1 1,-2-1-1,0 5-310,1 0 1,0-1-1,0 1 0,0 0 0,0 1 0,0-1 0,1 0 0,0 0 0,0 1 1,0-1-1,0 8 0,-4 55 1109,5 62-1413,-2-202-11722,0-15 6134,8 3 3355,-4 77 2395,0 0 0,0 0 0,1 1-1,0-1 1,0 0 0,1 1-1,7-12 1,-3 9 683,-1 0-1,1 0 1,1 1-1,18-16 1,-19 18 254,1 1-1,0-1 1,0 1 0,1 1 0,0 0-1,0 0 1,0 1 0,1 0-1,-1 1 1,1 0 0,0 1-1,0 0 1,12 0 0,-22 2-880,0 0-1,0 1 1,0-1 0,0 1 0,0-1-1,0 1 1,0-1 0,0 1 0,0 0-1,0-1 1,0 1 0,-1 0 0,1 0-1,0 0 1,-1-1 0,1 1 0,0 0-1,-1 0 1,1 0 0,-1 0 0,1 0-1,-1 0 1,0 0 0,1 0 0,-1 1-1,0-1 1,0 0 0,0 0-1,1 0 1,-2 2 0,3 40 662,-2-36-480,-1-3-239,0 0 1,0 0-1,0-1 1,-1 1-1,0 0 1,1-1-1,-2 1 1,1-1 0,0 1-1,-1-1 1,1 0-1,-1 0 1,0 0-1,0-1 1,0 1-1,0-1 1,0 1 0,-1-1-1,1 0 1,-1 0-1,0-1 1,-5 3-1,-9 4 7,-1-1 0,1 0-1,-25 4 1,48-11-17,-1 0 0,1 1 0,-1-1 0,1 1 0,0 0 0,-1 0 0,1 0 0,-1 1 0,0 0 0,1 0 0,-1 0 0,0 0 0,0 0 0,0 1 0,-1 0 0,1 0 0,0 0 0,3 4 0,3 3 0,0 0 0,-1 0 0,0 1 0,0 0 0,8 16 0,-14-23-40,-1 1 1,1 0-1,-1 0 0,0 0 1,0 0-1,-1 1 0,1-1 1,-1 0-1,0 1 0,-1-1 0,1 8 1,-2-11 29,1 0-1,-1 0 1,0 0 0,1 1-1,-1-1 1,0-1 0,0 1 0,0 0-1,0 0 1,-1 0 0,1 0 0,0-1-1,-1 1 1,0-1 0,1 1-1,-1-1 1,0 0 0,1 1 0,-1-1-1,0 0 1,0 0 0,0 0 0,0 0-1,0-1 1,0 1 0,0 0-1,0-1 1,-1 0 0,-1 1 0,-21 2 157,0 0 1,0-2-1,-34-2 1,9 0-8296,30 1-1630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82 488 4322,'0'0'7833,"-14"0"-6673,-54 0 1946,79 0 1727,13 0-1695,544-45-1632,-348 20-1392,1171-79-134,-1127 88 75,872-70 2659,12 0-250,5 46-973,115 23-1427,1 0-77,207-12 13,-649 7 0,612 43 0,-1091-18 0,-345-3 0,23-2 0,-25 2 0,0 0 0,-1 0 0,1-1 0,0 1 0,-1 0 0,1 0 0,0-1 0,-1 1 0,1 0 0,-1-1 0,1 1 0,-1-1 0,1 1 0,-1-1 0,1 1 0,-1-1 0,1 1 0,-1-1 0,0 1 0,1-1 0,-1 0 0,0 1 0,1-1 0,-1 1 0,0-1 0,0 0 0,0 1 0,0-1 0,0 0 0,1-1 0,-23 0 0,-141 2-3534,118 0 756,-64 0-7590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44 5635,'0'0'10596,"14"-6"-8389,63-29 10481,-95 33-10867,-24 3-2060,13 6 247,1 1-1,-1 2 0,1 0 1,1 2-1,0 1 0,1 2 1,-39 27-1,59-38-7,1 0 0,-1 0 0,1 1 0,0 0 0,1 0 0,-1 0 0,1 0 0,0 1 0,1-1 0,-1 1 0,1 0 0,0 0 0,0 1 0,1-1 0,0 0 0,0 1 0,0 0 0,0 12 0,2-17 0,0 0 0,1 0 0,-1 0 0,1 0 0,-1 0 0,1 0 0,0 0 0,0-1 0,0 1 0,0 0 0,0-1 0,0 1 0,0 0 0,0-1 0,1 0 0,-1 1 0,1-1 0,-1 0 0,1 1 0,0-1 0,-1 0 0,1 0 0,0 0 0,0-1 0,-1 1 0,1 0 0,0-1 0,0 1 0,0-1 0,3 1 0,9 1 0,0 0 0,0 0 0,18-1 0,-19-1 0,68 1 0,-39-2 0,0 2 0,75 11 0,-93 0-2206,-11 8-4309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1 375 3378,'0'0'12058,"7"0"-10582,191-8 9052,110-22-9333,-12 0-1150,1691-105 1046,1433-16 1371,-610 130-1928,916 21-534,-3709 3 31,-22 4-1,-13 2-336,14-7 91,-42 10-7670,2-9-3107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2881,'0'1'26070,"0"16"-24842,0 114 2725,0-87-7823,0 0-7589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12 15335,'0'0'9162,"19"-3"-7247,15-1-1265,44-1-1,-64 5-420,1 1 1,-1 0-1,1 1 1,-1 1-1,0 0 1,0 1-1,19 8 1,-7-1 17,-1 1 0,0 1 0,-1 2 0,26 20 0,-44-30-235,0 0 0,0 1 0,0 0 0,-1 0 0,1 0 0,-2 1 0,1-1 0,-1 1-1,0 0 1,0 1 0,-1-1 0,0 1 0,0-1 0,-1 1 0,0 0 0,0 0 0,-1 0 0,1 14 0,-2-16 4,1 0-1,-2 0 1,1 0 0,0 0-1,-1 0 1,0 0 0,-1-1-1,1 1 1,-1 0 0,0-1 0,-1 1-1,1-1 1,-1 0 0,0 0-1,0 0 1,-1 0 0,0 0-1,1-1 1,-2 0 0,1 1 0,0-1-1,-1-1 1,0 1 0,1-1-1,-11 5 1,-4 2 71,0 0 0,-1-2 1,-1 0-1,1-2 0,-1 0 0,-29 4 0,-132 7 548,97-11-530,85-6-242,-1 0 0,0 0-1,1 0 1,-1 0 0,1 0 0,-1 0-1,0 0 1,1 1 0,-1-1 0,0 0 0,1 1-1,-1-1 1,1 0 0,-1 1 0,1-1-1,-1 0 1,1 1 0,-1-1 0,1 1 0,-1-1-1,1 1 1,0-1 0,-1 1 0,0 1-1,0 11-8291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157 467 2497,'0'0'6166,"-14"0"-5057,1 0-695,5 0-124,1 0 0,0 0 1,0-1-1,0 0 0,-1 0 1,1-1-1,0 0 0,1 0 0,-11-4 1,14 5 310,0 0 1,-1 0-1,1 1 1,0-1-1,-1 1 0,1 0 1,-1 0-1,-6 0 1,-1 1 2802,38-8-1384,349-67 2963,504-48-4535,1758-30 1244,-1702 125-845,205-4 24,-378 15-871,326-2 0,-620 17 0,532 3 0,-435 16 0,60 2 0,3-12 0,199 1 0,157 3 0,-1085-10-312,63 2-4145,-51 1 0,-9-5-7463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11 7876,'0'0'16802,"-1"-10"-9607,-7 28-7058,-1 0 1,-1 0-1,0-1 0,-1 0 0,-20 23 1,-4 6-68,28-37-70,1 0 0,0 0 0,0 0 0,1 1 0,1 0 0,-1 0 0,1 0 0,1 1 0,0-1 0,-2 15 0,7-24 0,0 1 0,0-2 0,0 1 0,1 0 0,-1 0 0,0-1 0,0 1 0,1-1 0,-1 0 0,0 1 0,1-1 0,3-1 0,-4 1 0,239 5 0,-194-7 0,-1-2 0,0-2 0,53-13 0,-66 12 0,-33 7 1,0 0 1,0 0-1,0 0 1,0 0-1,0 0 0,-1 0 1,1-1-1,0 1 1,0 0-1,0 0 0,0 0 1,0 0-1,0 0 1,-1 0-1,1 0 0,0 0 1,0 0-1,0 0 0,0 0 1,0 0-1,0-1 1,0 1-1,0 0 0,-1 0 1,1 0-1,0 0 1,0 0-1,0 0 0,0-1 1,0 1-1,0 0 1,0 0-1,0 0 0,0 0 1,0 0-1,0-1 1,0 1-1,0 0 0,0 0 1,0 0-1,0 0 1,0 0-1,0 0 0,0-1 1,0 1-1,0 0 1,0 0-1,0 0 0,0 0 1,1 0-1,-1 0 1,0-1-1,0 1 0,0 0 1,0 0-1,0 0 0,0 0 1,0 0-1,0 0 1,1 0-1,-1 0 0,0 0 1,0-1-1,0 1 1,0 0-1,0 0 0,1 0 1,-12-4-254,10 3 14,-34-10-8238,9 0-1173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7555,'0'0'15109,"0"-5"-13223,0 4-1746,-1-1 1,1 1-1,0 0 1,0 0-1,1 0 0,-1 0 1,0 0-1,0-1 1,1 1-1,-1 0 1,0 0-1,1 0 0,-1 0 1,1 0-1,-1 0 1,1 0-1,0 0 0,-1 0 1,1 0-1,0 0 1,0 1-1,0-1 1,0 0-1,-1 0 0,1 1 1,0-1-1,0 0 1,2 0-1,42-3 3578,394 6-3291,-465 0-2433,-51 11-9480,25-3 3256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9941,'0'0'14465,"10"-2"-12355,24-3 408,45-1-1,50 5-877,-84 1-2155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1348 1 6163,'0'0'12742,"14"42"1120,0 22-13862,-5 1 0,-5-51 0,-2-1 0,0 1 0,1 16 0,-3 41 0,-5 196 0,1-213 0,-3 0 0,-25 101 0,-54 180 0,69-260 0,4 0 0,-6 132 0,5-44 0,-37 150 0,1-8 0,-4 48 0,-8 43 0,15-72 0,-41 218 0,6 16 0,36-230 0,-28 325 0,-7 47 0,11-105 0,-9 52 0,-58 371 0,90-533 0,-34 238 0,74-674 0,-53 323 0,51-320 0,3-1 0,-1 57 0,2-20 0,-2 129 0,4 40 0,5-161 0,-16 145 0,-4-78 0,3 178 0,17-340 2,4-11 0,5-13-22,-1-26-2779,-4 18-3003,6-23-8952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23 3201,'0'0'3837,"-27"0"-1615,22 0-2081,1 0-1,-1 1 1,0-1 0,0 1-1,1 1 1,-1-1-1,0 0 1,1 1-1,0 0 1,-1 0 0,1 1-1,-9 7 8911,21-5-6041,5-2-3402,59 5 1305,0-3 1,99-6 0,-50-1 29,196-11-164,-2 1-646,1203 2 564,-924-4-821,230-3 290,-162 17 1347,-690 8-184,-6 8-3510,-6 3-2724,-3-6-2627,-15-3-4481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2417,'0'0'5218,"19"9"-1872,-11-6 1083,89 0 1974,9 0-5275,104-18-808,-48 2-162,734-44-17,318-21 1410,-880 61-1338,1077-6 1532,-1128 23-43,-215-4 603,-83 22-7740,-14-7-101,-15 0-4596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0 207 3570,'0'0'6829,"14"0"-5625,-14 0-1195,21 0 758,-1-1 1,1 0-1,39-10 0,34-9 1221,1 4-1,183-8 1,-67 9-505,829-59 1037,-747 58-2009,1215-12 3810,-1229 29-2909,-275-1-1397,33-1 357,0 1 1,0 2-1,0 2 0,69 16 0,-106-20-382,0 1-1,1-1 1,-1 0-1,0 0 1,0 1-1,1-1 1,-1 0 0,0 0-1,0 1 1,0-1-1,1 0 1,-1 1-1,0-1 1,0 0-1,0 1 1,0-1 0,0 1-1,0-1 1,0 0-1,0 1 1,0-1-1,0 0 1,0 1 0,0-1-1,0 0 1,0 1-1,0-1 1,0 1-1,0-1 1,0 0 0,0 1-1,-1-1 1,1 0-1,0 1 1,0-1-1,0 0 1,-1 0-1,1 1 1,0-1 0,0 0-1,-1 0 1,1 1-1,0-1 1,0 0-1,-1 0 1,1 0 0,-1 1-1,-11 10-3247,-9 0-5682,-11 1-7558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0 190 3730,'6'-6'17393,"-3"5"-15732,459-35-984,-205 9-485,716-14 78,-255 17 90,413 3 5004,-321 14-2244,-696-5-3120,-81 6 0,51 0 0,-53 7 0,-23 0 0,0 0 0,1-1 0,-1 0 0,0 0 0,0-1 0,16-3 0,-70 33-880,-15-10-5193,-23-2-7559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5 245 4866,'0'0'8716,"-5"-20"3458,132 10-10394,-37 4-1359,113-14-234,634-59 42,3 41-224,-612 37 426,349-6-744,-1-33 4235,-545 38-3711,-22 2-197,0 0 0,0-1-1,0 0 1,1-1 0,-1 0 0,0 0 0,-1-1-1,1 0 1,10-5 0,-18 9-74,-1-1 0,0 1 0,1-1 0,-1 1 0,0 0 0,0-1 0,0 1 0,0 0 0,0-1 0,0 1 0,1 0 0,-1-1 0,-1 1 0,1 0 0,0-1 0,0 1 0,0 0 0,0-1 0,0 1 0,-1-1 0,1 1 0,0 0 0,0-1 0,-1 1 0,1-1 0,0 1 0,-1-1 0,1 1 0,-1-1 0,0 2 0,-4 0-1265,1 1 0,-1 0-1,0-1 1,0 0 0,0 0-1,0-1 1,0 1 0,-8 0-1,-21 3-11890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28 4594,'0'0'5122,"0"-12"-5058,0 8-64,-7-1-32,0 3-768,0 0-1217,0 0-1312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55 315 7347,'-46'-70'1919,"37"56"7018,18 13-4964,15 2-2805,-15-1-437,88-5 926,176-31 0,-50 3-1649,1116-43-2010,-299 28 618,-232 27 6579,-748 21-5020,-44-3 1089,-10 1-911,1 0 1,-1 1 0,1 0 0,-1 0-1,13 0 1,-18 1-383,-1 0 0,1 0 1,-1 0-1,1-1 0,-1 1 0,1 0 1,-1 0-1,1 1 0,-1-1 0,1 0 1,-1 0-1,1 0 0,-1 0 0,1 0 0,-1 1 1,1-1-1,-1 0 0,1 0 0,-1 1 1,1-1-1,-1 0 0,1 1 0,-1-1 1,0 0-1,1 1 0,-1-1 0,0 1 0,1-1 1,-1 0-1,0 1 0,0-1 0,1 1 1,-1-1-1,0 1 0,0-1 0,0 1 0,0-1 1,1 1-1,-1-1 0,0 1 0,0-1 1,0 1-1,0 0 0,0-1 0,-1 1 1,1-1-1,0 1 0,0-1 0,0 1 0,0-1 1,-1 1-1,1 1-359,-1-1 1,0 1-1,1-1 0,-1 0 1,0 1-1,0-1 0,0 0 1,0 1-1,0-1 0,0 0 1,0 0-1,0 0 0,-1 0 1,1 0-1,0 0 0,-2 0 1,-34 8-12689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6355,'0'0'9404,"8"-20"-1189,937-31-5296,-359 9-2749,264 13-27,-71 3 168,-680 17 1034,-33-1 2357,-60 9-3499,1 1-203,-6 1 3,-1-1 0,1 0 0,-1 1 0,1-1 0,-1 0 0,1 1 0,-1-1 0,0 1 0,1-1 0,-1 1 1,1-1-1,-1 1 0,0-1 0,0 1 0,1-1 0,-1 1 0,0-1 0,0 1 0,1 0 0,-1-1 0,0 1 0,0-1 0,0 1 0,0-1 0,0 1 0,0 0 0,0-1 0,0 2 0,-1 21-223,1-21-19,0 0-70,0-1 1,0 1-1,0-1 0,-1 0 0,1 0 1,0 1-1,-1-1 0,1 0 0,-1 1 1,1-1-1,-1 0 0,0 0 0,1 0 1,-1 0-1,0 0 0,0 0 0,-2 2 1,-21 11-9195,-2-7-2807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847 30 7860,'0'0'8153,"0"-4"-7975,0-21 12177,-19 50-8652,17-14-3623,1 0 0,0 1 0,0-1 0,1 1 0,3 15 0,-2 9-42,-1 46-38,6 176 0,7-34 0,-9-115 0,-11 133 0,-2-17 0,9-83 0,-6 316 0,-3-211 0,-17 219 0,17-272 0,-2 11 0,-6-44 0,-12 88 0,-3 119 0,7-52 0,-101 1154 0,98-1049 0,-25 131 0,4-47 0,-12 190 0,57-647 0,-38 536 0,26-286 0,-9-34 0,4-71 0,-32 239 0,23-211 0,21-145 0,-36 364 0,18-132 0,0-61 0,6-49 0,-4 114 0,18-3 0,8-323-90,2-1-1,-1 1 1,2 0 0,0 0-1,0 0 1,11-21 0,2-6-1869,7-18-6127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86 672,'0'0'7244,"-9"-4"-6481,-1-2-364,6 4-177,1 0 0,-1 0-1,1 0 1,-1 1 0,0 0-1,0-1 1,0 1 0,0 1-1,0-1 1,0 0 0,-9 1 9668,17-2-9853,0 0-1,0 1 1,1-1 0,-1 1-1,1 0 1,-1 0-1,9 0 1,-9 1-2,222-20 745,-97 13-426,366-15 1107,-163 21 2985,-281 1-1183,-54 1-4889,0 0 1130,1 0-1,-1 0 0,1 0 0,-1 0 1,1 1-1,0-1 0,-1 1 0,1-1 1,0 1-1,0 0 0,-2 2 0,-5 4-1227,-25 16-4495,-5 1-2494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6147,'0'0'10269,"3"-4"-9562,1 1-509,-1 0 0,1 0 0,0 0 0,0 1 0,0-1 0,1 1 0,-1 0 1,1 0-1,-1 0 0,1 1 0,0 0 0,-1-1 0,1 2 0,0-1 0,0 1 1,0-1-1,0 1 0,6 1 0,497-3 3758,342 2-2379,-817 0-1153,55 1-834,-29-2 6151,-61 21-13916,-11-11 1503,-6 0-1756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1809,'0'0'7931,"0"1"-7547,0 0-1,0 0 0,0 0 0,1 0 0,-1 0 0,0 0 0,1 0 1,-1 0-1,0 0 0,1 0 0,-1 0 0,1 0 0,-1 0 0,1-1 1,0 1-1,-1 0 0,2 1 0,11 0 538,-1 1 0,1-2 1,0 1-1,0-2 0,0 0 0,17-2 0,13 0 160,188 5 2194,291-9-411,-359-7-1176,-163 14-1721,1-1 0,-1 0-1,0 1 1,1-1 0,-1 0-1,1 1 1,-1-1 0,0 1-1,1-1 1,-1 1 0,0-1-1,0 1 1,1-1-1,-1 1 1,0-1 0,0 1-1,0 0 1,0-1 0,1 1-1,-1-1 1,0 1 0,0-1-1,0 1 1,0 0 0,0-1-1,-1 1 1,1-1 0,0 1-1,0-1 1,0 1 0,0-1-1,-1 1 1,1-1 0,0 1-1,0-1 1,-1 1-1,1-1 1,0 1 0,-2 0-1,-8 23-10093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 1761,'-14'-9'22792,"49"9"-22510,112-1-67,572 28 2310,-679-21-2008,82 8 259,-41-11 2760,-81-2-3528,0-1 0,0 0 0,1 0 0,-1 0 0,0 0 1,0 1-1,0-1 0,0 0 0,0 0 0,0 0 0,1 1 0,-1-1 0,0 0 0,0 0 0,0 0 0,0 1 0,0-1 0,0 0 0,0 0 0,0 1 0,0-1 0,0 0 1,0 0-1,0 1 0,0-1 0,0 0 0,0 0 0,0 1 0,0-1 0,0 0 0,-1 0 0,1 0 0,0 1 0,0-1 0,0 0 0,0 0 0,0 0 0,0 1 1,-1-1-1,1 0 0,0 0 0,0 0 0,0 0 0,-1 0 0,1 1 0,0-1 0,0 0 0,0 0 0,-1 0 0,-8 11-254,8-11 201,-21 21-5302,7-8-2541,11-10 4980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7924,'0'0'8654,"3"3"-7024,2 2-703,0-1-1,1-1 0,-1 1 1,1-1-1,0 0 1,11 4-1,44 6 1829,-23-11-2667,57-3 0,-28-2 328,574 3 254,-365 0 2947,-274 30-4519,-2-26-30,-1 0-1,1-1 1,0 1 0,-1-1 0,0 1-1,1-1 1,-2 0 0,-1 7 0,-10 10-8497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0 160,'0'0'9420,"2"6"-8118,0-1-1459,12 34 3885,-13-37-3584,0-1-1,-1 1 1,0 0 0,1-1-1,-1 1 1,0-1 0,0 1 0,0 0-1,0-1 1,0 1 0,0-1-1,0 1 1,-1 0 0,1-1-1,-1 1 1,1-1 0,-1 1-1,1-1 1,-1 1 0,0-1-1,0 0 1,0 1 0,-1 1 0,-6 3-88,4-3-318,0 0 0,0 0 1,0 0-1,0 1 0,0-1 0,1 1 1,0 0-1,0 0 0,-3 6 0,0 1-2103,1 5 6712,5-15-4058,1 0 0,0 0 1,0 0-1,0 0 0,0 0 1,0-1-1,0 1 0,0 0 1,0-1-1,0 1 0,0-1 0,0 1 1,0-1-1,0 1 0,0-1 1,0 0-1,1 0 0,1 1 0,25 4 670,0 0-1,0-2 0,0-1 1,35-1-1,119-17-136,-6 2-190,-156 13-561,122-2 404,161-25 1,-233 8 1125,-71 54-14802,-5-19 3599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8404,'0'0'15153,"27"-1"-14024,3 0-755,12 0 238,0-2-1,42-9 1,99-13 2316,369 0 0,-596 27-4301,19 0-2857,1-1-5193,4-1-4972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 4258,'0'0'15068,"-10"7"-14355,-7 6 56,0 0 1,1 2-1,1 0 1,0 1-1,1 0 1,1 1-1,0 0 1,-12 24-1,19-28-619,0 1 0,1 0 0,1 1 0,0-1 0,1 1 0,0 0 0,1-1 0,0 25 0,3-37-177,-1-1-1,1 0 0,-1 0 1,1 0-1,0 0 0,-1 0 1,1 0-1,0 0 0,0 0 1,0 0-1,0 0 0,-1 0 0,1 0 1,1-1-1,-1 1 0,0 0 1,0-1-1,0 1 0,0-1 1,0 1-1,1-1 0,-1 1 1,0-1-1,0 0 0,1 0 1,-1 1-1,0-1 0,0 0 1,1 0-1,-1 0 0,2-1 1,43-4-622,-40 2 656,0 0-1,0 0 1,-1 0-1,0-1 1,1 0-1,-1 0 1,-1 0 0,1-1-1,-1 1 1,1-1-1,-1 0 1,-1 0-1,1-1 1,-1 1-1,0-1 1,0 0-1,-1 0 1,1 0-1,-1 0 1,-1 0-1,3-11 1,0-12 107,-1-1-1,-1 1 1,-3-44 0,0 32-8,2 40-104,-1 1 1,0-1-1,0 0 1,0 1-1,1-1 1,-1 1-1,0-1 0,0 0 1,0 0-1,0 1 1,0-1-1,-1 0 1,1 1-1,0-1 1,0 1-1,0-1 1,0 0-1,-1 1 1,1-1-1,0 0 1,-1 1-1,1-1 1,0 1-1,-1-1 1,1 1-1,-1-1 1,1 1-1,-1-1 1,1 1-1,-1-1 1,1 1-1,-1 0 1,0-1-1,1 1 1,-1 0-1,1 0 1,-1-1-1,0 1 1,1 0-1,-1 0 1,0 0-1,1 0 1,-2 0-1,1 0-74,-1 1 0,1-1 0,0 1 0,0 0 0,0 0 0,0-1 0,0 1 0,0 0 0,0 0 0,0 0 0,0 0 0,0 0 0,0 0 0,1 1-1,-1-1 1,0 0 0,1 0 0,-1 0 0,1 1 0,-1-1 0,1 2 0,-13 59-8180,12-31-237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12438,'0'0'12629,"-4"23"-11177,-46 186 727,32-151-2303,3-11 2525,7-20-4581,3-10-4258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24 120 1793,'0'0'9868,"20"-20"-6354,64-59-566,-56 60-541,-27 19-2329,-1-1 0,1 1-1,-1 0 1,0 0 0,1 0 0,-1 0-1,1 0 1,-1 0 0,1 0 0,-1 0-1,1 0 1,-1 0 0,1 0 0,-1 0-1,1 0 1,-1 0 0,1 0 0,-1 0-1,1 0 1,-1 1 0,1-1 0,-1 0-1,0 0 1,1 1 0,-1-1 0,1 0-1,-1 1 1,1-1 0,-1 2 129,1 0 0,0 0 0,-1 0 0,1 0-1,-1 0 1,1 0 0,-1 0 0,0 0 0,0-1 0,0 1 0,0 0 0,-1 3 0,1-1-153,0 15 625,-1 1-1,-1-1 1,-1 0 0,-8 34-1,9-46-584,-1 0-1,1 0 1,-1 0-1,0-1 0,0 1 1,-1-1-1,0 0 1,0 0-1,-1 0 0,0-1 1,1 1-1,-2-1 0,1 0 1,-1-1-1,1 1 1,-8 3-1,11-7-63,-1 0 0,1 1 0,-1-1-1,1 0 1,-1-1 0,0 1 0,1 0 0,-1-1 0,0 1-1,1-1 1,-1 0 0,0 0 0,0 0 0,0 0 0,1-1 0,-1 1-1,0-1 1,1 1 0,-1-1 0,-3-2 0,4 2-145,1 0 0,0 0 0,-1 0 0,1 0 0,0-1 1,-1 1-1,1 0 0,0-1 0,0 1 0,0-1 0,0 1 0,1-1 0,-1 0 0,0 1 1,1-1-1,-1 0 0,1 0 0,-1 1 0,1-1 0,0 0 0,0 0 0,0 0 0,0 1 1,0-1-1,0 0 0,0 0 0,1 0 0,-1 1 0,1-1 0,-1 0 0,2-1 1,-1 0-559,1 1 1,-1 0 0,1-1 0,0 1 0,0 0 0,0 0-1,0 0 1,0 0 0,0 1 0,1-1 0,-1 0 0,1 1-1,-1 0 1,6-2 0,4-4-4343,20-10-7348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19241,'0'0'9716,"-61"153"-8291,40-99-561,8-2 177,6-7-561,-6-4-480,-1-9 0,7-5 0,0-7 0,1-6-720,-1-3-1153,-7-4-1953,1-7-1825,-7 0-4945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4498,'0'0'13572,"21"-9"-9344,71-30-1880,-86 37-2129,0-1-1,1 1 1,-1 0-1,1 1 1,-1-1-1,1 1 1,-1 1-1,1-1 1,12 2-1,0-1 380,-18 1-517,1-1 1,0 1 0,-1-1 0,1 1-1,0 0 1,-1 0 0,1 0 0,-1 0-1,0 0 1,1 0 0,-1 0 0,0 0 0,1 1-1,-1-1 1,0 0 0,0 1 0,0-1-1,0 1 1,-1-1 0,1 1 0,0 0 0,0-1-1,-1 1 1,1 0 0,-1-1 0,0 1-1,1 0 1,-1 0 0,0 3 0,4 61-1380,-4-59-226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11973,'0'0'17288,"-48"113"-18168,48-90-2081,0-3-2402,0 3-3313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8788,'0'0'14524,"11"0"-13462,37 0 242,-47 0-1187,1 0-1,-1 1 1,1-1-1,0 0 0,-1 1 1,1-1-1,-1 1 1,1-1-1,-1 1 0,1 0 1,-1 0-1,0 0 1,1-1-1,-1 1 0,0 0 1,0 1-1,0-1 1,0 0-1,0 0 0,0 0 1,0 1-1,0-1 1,0 0-1,0 1 0,-1-1 1,1 1-1,0-1 1,-1 1-1,0-1 0,1 1 1,-1 2-1,2 5 166,-2 1 0,1-1 0,-1 0 0,-1 12-1,0-5 255,1-16-535,0 0 0,0 1 0,-1-1 0,1 0 0,0 0 0,0 1 0,0-1 0,0 0 0,0 0 0,0 1 0,0-1-1,0 0 1,0 0 0,0 1 0,1-1 0,-1 0 0,0 0 0,0 1 0,0-1 0,0 0 0,0 0 0,0 0 0,0 1 0,1-1 0,-1 0 0,0 0 0,0 0 0,0 1 0,0-1 0,1 0 0,-1 0 0,0 0 0,0 0 0,1 0 0,-1 0 0,0 1 0,0-1 0,0 0 0,1 0 0,-1 0 0,11-8-125,15-23-197,-19 22 323,4-4-22,-1 2 1,1-1-1,1 1 1,0 1-1,1 0 1,0 1 0,0 1-1,1 0 1,23-10-1,-37 18 41,1 0 0,0 0 1,-1 0-1,1 1 0,-1-1 0,1 0 0,-1 0 0,0 1 0,1-1 1,-1 0-1,1 1 0,-1-1 0,0 0 0,1 1 0,-1-1 1,1 1-1,-1-1 0,0 1 0,0-1 0,1 1 0,-1-1 0,0 1 1,0-1-1,0 1 0,0-1 0,1 1 0,-1-1 0,0 1 0,0-1 1,0 1-1,0-1 0,0 1 0,0-1 0,0 1 0,0 0 1,-1 0-1,1 31 1086,0-25-980,3-6-133,1 0-1,-1-1 1,1 0-1,-1 0 1,1 0 0,-1 0-1,1 0 1,-1-1-1,7-1 1,22-16-493,-28 15 505,-1 0-1,1 1 1,0 0 0,0 0-1,-1 0 1,2 0-1,-1 0 1,0 1-1,0 0 1,0-1-1,9 1 1,-13 39 490,0-26-1713,0 18-9494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18136,'0'0'14183,"-20"66"-14183,13-55-80,7-2-817,0 0-815,-7-2-1634,0-3-1248,-6-1-3730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17880,'0'0'8212,"0"147"-12326,7-115-2369,0-5-2449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3682,'0'0'27930,"-21"8"-26951,-60 25-803,80-32-176,0-1 0,-1 0 0,1 1 0,0-1 0,0 1 0,-1 0 0,1-1 0,0 1 0,0 0 0,0 0 0,0-1 0,0 1 0,0 0 0,0 0 0,1 0 0,-1 0 0,0 0 0,0 1 0,1-1 0,-1 0 0,1 0 0,-1 0 0,1 1 0,-1-1 0,1 0 0,0 0 0,0 1 0,-1-1 0,1 0 0,0 1 0,0-1 0,0 0 0,1 1 0,-1-1 0,0 0 0,0 0 0,1 3 0,1 3 0,2 33-344,0 18-671,-4-56 980,0 1 1,0-1-1,-1 1 0,1-1 0,-1 1 0,0-1 1,0 1-1,0-1 0,0 0 0,0 1 1,0-1-1,-1 0 0,1 0 0,-1 0 1,1 0-1,-1 0 0,0 0 0,-3 2 0,0 1-159,-1-1 0,1-1 0,-1 1 0,0-1 0,0 0 0,0-1 0,0 1 0,0-1 0,-1 0 0,1-1-1,-9 2 1,14-4-51,1 1-1,-1 0 0,1-1 1,-1 1-1,1-1 0,-1 1 1,1-1-1,-1 1 0,1-1 1,0 1-1,-1-1 1,1 1-1,0-1 0,-1 1 1,1-1-1,0 0 0,0 1 1,-1-1-1,1 0 0,0 1 1,0-1-1,0 0 0,0 1 1,0-1-1,0 0 0,0 1 1,0-1-1,0 0 0,0 1 1,1-1-1,-1 0 1,0 1-1,0-1 0,1 1 1,-1-1-1,0 0 0,1 1 1,-1-1-1,12-33-9852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9156,'0'0'22442,"-41"133"-21273,34-86-1169,-6 1 0,6-1 0,-7-4 0,1-2 0,6-5 0,-6-4 0,-1-5 0,0-5-1521,-6-6-1936,7-9-2738,-8-5-4546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3153,'0'0'17115,"19"-12"-13111,64-34-1146,-78 42-2589,1 1-1,1 0 1,-1 1 0,0 0 0,1 0-1,-1 0 1,1 0 0,-1 1 0,1 0 0,0 1-1,0-1 1,10 2 0,4 0 487,-20-1-737,0 0 0,0 1 0,0-1 1,1 1-1,-1-1 0,0 1 0,0 0 0,0-1 0,0 1 1,0 0-1,0 0 0,0 0 0,-1-1 0,1 1 1,0 0-1,0 0 0,-1 0 0,1 1 0,0-1 1,-1 0-1,1 0 0,-1 0 0,0 0 0,1 0 1,-1 1-1,0-1 0,0 0 0,0 0 0,1 1 1,-1-1-1,0 0 0,-1 2 0,1 54 637,-1-38-558,1 50-490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14 1201,'0'0'31566,"-13"-13"-31566,6 29 0,0 2 0,0 0-800,7 2-2354,0-2-2144,0-2-3618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18408,'0'0'14359,"-102"84"-14359,96-64 0,-1 2 0,7-1 0,0-1 0,0-4 0,13-3 0,8-1-944,6-12-3426,0 0-5747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7 137 1889,'0'0'21474,"1"0"-21035,0 0 1,0 0 0,0 0-1,1 0 1,-1 0-1,0 1 1,0-1 0,0 0-1,0 1 1,0-1-1,0 1 1,0-1 0,0 1-1,0-1 1,0 1-1,0 0 1,1 1 0,0 74 268,1-39-447,-3 0 0,-6 59 0,5-91-261,0 0 0,-1 0 0,1 0 0,-1 0 0,0 0 0,-1 0 0,-3 6 0,6-11 0,-1 0 0,1 0 0,0 0 0,0 0 0,-1 0 0,1 0 0,0 0 0,0-1 0,-1 1 0,1 0 0,0 0 0,0 0 0,-1 0 0,1 0 0,0 0 0,0-1 0,0 1 0,-1 0 0,1 0 0,0 0 0,0 0 0,0-1 0,0 1 0,-1 0 0,1 0 0,0-1 0,0 1 0,0 0 0,0 0 0,0-1 0,0 1 0,0 0 0,0 0 0,0-1 0,0 1 0,0 0 0,0 0 0,0-1 0,0 1 0,0 0 0,0 0 0,0-1 0,0 1 0,0-1 0,-2-13 0,2 2 0,5-115 0,-3 111 0,1 0 0,1 1 0,0-1 0,2 1 0,12-29 0,-7 24 0,2 1 0,16-22 0,10-15 0,-30 43 0,-8 13 0,-1 0 0,0-1 0,1 1 0,-1 0 0,1 0 0,-1-1 0,0 1 0,1 0 0,-1 0 0,1 0 0,-1-1 0,1 1 0,-1 0 0,0 0 0,1 0 0,-1 0 0,1 0 0,-1 0 0,1 0 0,-1 0 0,1 0 0,-1 0 0,1 0 0,-1 0 0,1 0 0,-1 1 0,0-1 0,1 0 0,-1 0 0,1 0 0,-1 1 0,0-1 0,1 0 0,-1 0 0,1 1 0,-1-1 0,0 0 0,1 1 0,-1-1 0,0 0 0,0 1 0,1-1 0,-1 1 0,0-1 0,0 1 0,0-1 0,1 0 0,-1 1 0,0-1 0,0 1 0,0-1 0,0 1 0,0-1 0,0 1 0,0-1 0,0 1 0,0-1 0,0 0 0,0 1 0,-1 0 0,6 48 0,-3 0 0,-5 56 0,1-11 0,2 38-213,0-156-3718,0 0-6774,0 6-698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12 9893,'0'0'22458,"-7"-11"-22042,14 11-416,7 0 0,-1 0 0,8 0-1425,6 0-3409,6 0-7668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0 864,'0'0'417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0 649 5410,'55'-43'26488,"-56"41"-25715,8-23-677,-6 21-96,1 2 0,0 0 0,0 0 0,0-1 0,0 1 0,0-1 0,-1 0 0,1 1 0,-1-1 0,0 0 0,0 0 0,0 0 0,0 0 0,1-5 0,4-12 0,34-53 0,3 2 0,57-71 0,6-10 0,-105 152 0,3-8 0,1 1 0,0 0 0,0 0 0,1 0 0,0 0 0,0 1 0,0 0 0,11-7 0,1 7 0,-16 10 0,-2-3 0,23 154 0,-5-21 0,-14-89 0,-4-36 0,0 0 0,1-1 0,0 1 0,1 0 0,-1-1 0,5 12 0,-6-20 0,0 1 0,0-1 0,1 0 0,-1 1 0,0-1 0,0 1 0,0-1 0,1 0 0,-1 1 0,0-1 0,0 0 0,1 1 0,-1-1 0,0 0 0,1 1 0,-1-1 0,1 0 0,-1 0 0,0 1 0,1-1 0,-1 0 0,1 0 0,-1 0 0,0 0 0,1 0 0,-1 1 0,1-1 0,-1 0 0,1 0 0,-1 0 0,0 0 0,1 0 0,-1 0 0,1 0 0,-1-1 0,1 1 0,-1 0 0,1 0 0,-1 0 0,0 0 0,1 0 0,-1-1 0,1 1 0,-1 0 0,0 0 0,1-1 0,-1 1 0,0 0 0,1-1 0,-1 1 0,0 0 0,0-1 0,1 1 0,-1-1 0,24-31 0,0 0 0,3 2 0,32-30 0,98-76 0,-76 69 0,-62 51 0,-19 16 0,0 0 0,0 0 0,0 0 0,1 0 0,-1 0 0,0 0 0,0 0 0,0-1 0,1 1 0,-1 0 0,0 0 0,0 0 0,1 0 0,-1 0 0,0 0 0,0 0 0,1 0 0,-1 0 0,0 0 0,0 0 0,0 0 0,1 0 0,-1 0 0,0 0 0,0 1 0,0-1 0,1 0 0,-1 0 0,0 0 0,0 0 0,0 0 0,1 0 0,-1 1 0,0-1 0,0 0 0,0 0 0,0 0 0,1 0 0,-1 1 0,0-1 0,0 0 0,0 0 0,0 0 0,0 1 0,0-1 0,0 0 0,0 0 0,0 0 0,0 1 0,0-1 0,0 0 0,0 0 0,0 1 0,0-1 0,0 0 0,0 0 0,0 1 0,1 15 0,-1-15 0,-14 161 0,1 5 0,12-163-296,1 0-1,0 0 1,1 0-1,-1 0 1,1 0-1,-1-1 1,1 1-1,0 0 1,3 7-1,-3-10-161,1 1 0,-1-1 1,0 0-1,1 0 0,-1 1 0,1-1 0,-1 0 0,1 0 0,0 0 0,-1-1 0,1 1 0,0 0 0,0 0 0,-1-1 1,1 0-1,0 1 0,0-1 0,0 0 0,0 0 0,0 1 0,-1-2 0,4 1 0,21 0-18492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36 1169,'0'0'4868,"0"-36"16865,-1 85-21390,-3 0 0,-2-1 0,-2 0 0,-20 66 0,20-90-3261,5-19 1137,1 1-1,0-1 1,1 1-1,-1 0 1,1 0 0,0 8-1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12758,'0'0'10234,"13"-12"-9786,1 5-196,0 0 0,0 2 0,0 0 0,0 0 0,1 1 0,0 1 0,0 0 0,0 1 0,0 1 0,27 1 0,-41 0-246,0 0-1,0 0 1,0 1 0,0-1 0,0 0-1,0 1 1,0-1 0,0 1 0,0 0-1,0-1 1,-1 1 0,1-1 0,0 1-1,0 0 1,-1 0 0,1 0 0,0-1-1,-1 1 1,1 0 0,0 0 0,-1 0-1,1 0 1,-1 0 0,0 0 0,1 0-1,-1 0 1,0 0 0,0 0 0,0 0-1,1 2 1,1 33 214,-2-33-172,1 2 26,-1 1 1,0 0 0,0 0-1,0 0 1,-1 0 0,0 0-1,0-1 1,-1 1 0,0 0 0,0-1-1,0 1 1,0-1 0,-1 0-1,0 1 1,0-2 0,0 1-1,-1 0 1,0 0 0,1-1 0,-7 5-1,-65 52 1794,121-58-3482,-40-3 1604,0 0-1,1 1 1,-1 0 0,0 0 0,0 1 0,0 0 0,0 0-1,0 0 1,-1 1 0,1 0 0,-1 0 0,10 7 0,2 3-351,-1 2 0,21 23-1,-37-38 358,1 1 5,0 0-1,1 1 0,-1-1 0,0 0 0,0 1 0,0-1 0,0 0 0,0 1 0,-1-1 0,1 1 1,0 0-1,0-1 0,-1 1 0,1-1 0,-1 1 0,0 0 0,0 0 0,1-1 0,-1 1 0,0 0 0,0-1 1,0 1-1,-1 3 0,0-3 119,-1 0 0,1 0 0,0 0 0,-1 0 0,1 0 0,-1 0 0,0-1 0,1 1-1,-1 0 1,0-1 0,0 0 0,0 1 0,0-1 0,0 0 0,-3 1 0,-12 4 792,0 0-1,0-1 0,-31 4 0,35-7-995,-58 3-130,52-5-469,5 7-8432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0 480,'0'0'2129,"0"7"-2737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77 1024,'2'4'1422,"4"-9"-1361,13-18-1281,9-30 28266,-30 68-24509,-1-5-2401,0 0 0,-1 0 1,0-1-1,-1 0 0,0 0 0,-10 14 0,-7 13 213,7-10-203,11-21-130,0 1 1,1 0-1,0 0 0,0 0 1,0 1-1,0-1 0,1 1 1,0-1-1,1 1 0,-2 13 1,25-19-244,12-4 259,0-1 1,-1-2-1,1-1 0,50-17 1,33-8 98,58-2-219,-173 33 67,-17 3-12022,3-2 4501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12886,'0'0'14471,"-129"129"-11638,102-82-1585,14 1-959,6-5-289,7-5 0,0-4-369,0-2-1391,0-3-2819,0-7-3968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35 12870,'0'0'15439,"-9"-4"-13940,1 1-1279,0 0-1,0 0 1,0 1 0,0 0-1,0 0 1,-1 1-1,1 1 1,-9-1 0,14 1-216,1 0 1,-1 0 0,1 1 0,-1-1 0,1 0 0,0 1 0,-1 0 0,1 0 0,0 0 0,-1 0 0,1 0 0,0 0 0,0 0 0,0 1 0,0-1-1,0 1 1,0-1 0,0 1 0,1 0 0,-1 0 0,0 0 0,1 0 0,0 0 0,-1 0 0,1 0 0,0 0 0,0 1 0,0-1 0,1 0-1,-1 1 1,0-1 0,1 0 0,0 1 0,-1-1 0,1 1 0,0-1 0,1 5 0,0 0-73,0-1 1,0 0-1,1 0 1,0 0-1,0 0 1,1 0-1,0 0 1,0-1-1,0 1 0,1-1 1,-1 0-1,1 0 1,0 0-1,1-1 1,-1 1-1,7 3 1,-6-3 45,0-1 1,0 1 0,0-1 0,-1 1-1,0 1 1,0-1 0,0 0-1,-1 1 1,0 0 0,0 0 0,0 0-1,0 0 1,-1 1 0,0-1-1,-1 0 1,2 10 0,-3-2-4,1-11 30,-1 0 1,0 0-1,1 0 1,-1 0-1,0 0 0,0 0 1,-1 0-1,1-1 0,0 1 1,-1 0-1,0 0 1,0 0-1,0-1 0,0 1 1,0 0-1,0-1 0,-1 1 1,1-1-1,-1 1 0,0-1 1,0 0-1,0 0 1,0 0-1,0 0 0,-4 3 1,0-1 8,0 0 1,-1 0 0,1-1 0,-1 0 0,1 0-1,-1 0 1,0-1 0,0 0 0,0-1 0,-13 2-1,18-9-334,2 1 278,1 0-1,-1 0 1,2 0-1,-1 0 1,0 1-1,1-1 1,0 0-1,0 1 1,0-1-1,1 1 1,-1 0-1,5-6 1,47-50 21,-6 7 66,-45 49-47,54-81 169,-53 77-89,0 0 0,0 0 0,0 0 0,-1-1 0,-1 1 0,1-1 0,-1 1 0,-1-1 0,1-11-1,-2 19-53,0 0 1,0 0-1,0-1 0,0 1 0,-1 0 0,1 0 0,0 0 0,-1 0 0,1 0 0,-1 0 0,1 0 0,-1 0 0,0 0 0,1 0 0,-1 0 0,0 0 0,0 0 0,0 0 0,1 1 0,-1-1 0,0 0 0,0 1 0,0-1 0,0 0 0,0 1 0,0-1 0,-1 1 0,1 0 0,0-1 0,0 1 0,0 0 0,0 0 0,-2-1 0,-46 1 941,31 1-815,9 0-212,0 0 0,0 0 0,0 0 1,0 2-1,0-1 0,0 1 0,-12 6 0,19-9 0,0 1 0,0 0 0,0-1 0,0 1-1,1 0 1,-1 0 0,0 1 0,0-1 0,1 0 0,-1 0-1,1 1 1,-1-1 0,1 1 0,0 0 0,-1-1 0,1 1 0,0 0-1,0 0 1,0-1 0,0 1 0,1 0 0,-1 0 0,0 0 0,1 0-1,0 0 1,-1 0 0,1 1 0,0-1 0,0 0 0,0 0 0,0 0-1,0 0 1,1 0 0,-1 0 0,0 0 0,1 0 0,0 0-1,1 2 1,11 8-5684,12-2-4270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7187,'0'0'7332,"4"1"-6190,3-1-566,15 11 14328,-22 16-14786,0-20 616,1-3-335,-7 3-24,5-5-375,1 0 0,47 0 0,109-17 0,-155 15 0,0 1 0,0-1 0,0 1 0,0 0 0,0 0 0,0-1 0,0 1 0,-1 0 0,1 0 0,0 0 0,0 0 0,-1 0 0,1 0 0,-1 0 0,1 0 0,-1 0 0,1 0 0,-1 0 0,0 1 0,1-1 0,-1 0 0,0 0 0,0 0 0,0 1 0,0-1 0,0 0 0,0 0 0,0 2 0,-1 51 0,0-36 0,-2 17 0,-2 0 0,-1-1 0,-2 1 0,-2-2 0,-16 40 0,16-42 0,-19 40 0,-3-2 0,-51 82 0,79-143 0,-2 3-299,-5 10-1563,8-20 346,4-12-354,4-19-5085,2-5-3546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1 179 12966,'0'0'10501,"155"-52"-8468,-60 32-753,0-3-703,13-4-577,1 2-3250,6-6-10228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22 100 592,'0'0'20711,"4"-12"-19409,-1 3-1010,-3 6-216,1 0 0,0 0 0,0-1-1,0 1 1,0 0 0,1 0 0,-1 0 0,1 0-1,-1 0 1,1 0 0,0 0 0,0 1 0,1-1-1,-1 1 1,0 0 0,1-1 0,0 1 0,-1 0-1,1 0 1,0 1 0,0-1 0,5-2 0,10-1 322,0 1 0,0 1 0,0 1 0,1 0 0,-1 1 0,1 1 0,-1 1 0,22 3 1,-38-3-376,0-1 1,0 1 0,0 0-1,0 0 1,0 0 0,-1 0 0,1 0-1,0 0 1,-1 1 0,1-1-1,-1 0 1,1 1 0,-1 0 0,0-1-1,1 1 1,-1-1 0,0 1-1,0 0 1,0 0 0,-1 0 0,1 0-1,0 0 1,-1 0 0,1 0-1,0 3 1,0 6 141,0 1 0,-1-1 0,-1 19 0,0-8 50,1-17-145,0 0 0,0 0 0,-1-1 0,0 1 0,0 0 0,-1 0 1,1-1-1,-1 1 0,0-1 0,0 1 0,0-1 0,-1 0 0,0 0 0,1 0 0,-1 0 0,-7 6 0,-2 1 330,-1-1 0,-1 0 0,-23 13 0,1-1-139,34-20-304,43-2-760,-34 0 754,-1 0-1,1 0 0,-1 1 1,1-1-1,0 1 0,-1 1 1,0-1-1,1 1 1,6 3-1,-10-3 41,0 0 0,-1 0 0,1 0 0,-1 1 1,0-1-1,1 1 0,-1-1 0,0 1 0,-1 0 0,1-1 0,0 1 0,-1 0 0,1 0 1,-1 0-1,0 0 0,0 1 0,0-1 0,-1 0 0,1 0 0,-1 7 0,1-4 50,0 1-1,-1 0 0,0-1 1,0 1-1,0 0 0,-1-1 1,0 1-1,-1 0 0,1-1 1,-1 0-1,-1 1 0,1-1 1,-1 0-1,0 0 0,0 0 1,-1 0-1,0-1 0,-5 7 1,1-5 22,1 0 1,-1 0-1,-1-1 1,1 0-1,-1 0 1,0-1-1,0 0 1,-1-1-1,1 0 1,-1 0-1,-11 2 1,0-1-64,-1-1 0,1-1 0,-1-1 0,-28 0 0,42 3-2079,8 4-3413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3314,'0'0'16127,"13"-10"-14774,1-1-1008,1 1 1,-1 1 0,2 1 0,-1 0 0,1 1-1,0 0 1,19-4 0,-18 8 89,-1 0 0,1 1 0,0 1 0,24 1-1,-40 0-387,0 1 0,0-1 0,0 1 0,-1-1 0,1 1 0,0-1 0,0 1 0,0 0 0,0-1 0,-1 1 0,1 0 0,0 0-1,-1-1 1,1 1 0,0 0 0,-1 0 0,1 0 0,-1 0 0,0 0 0,1 0 0,-1 0 0,0 0 0,1 0 0,-1 0 0,0 0-1,0 0 1,0 0 0,0 0 0,0 1 0,0 40 924,-1-32-543,1-2-317,-1-1 0,0 1 0,0 0 0,-1-1 0,0 1 0,0-1-1,-1 0 1,0 0 0,0 0 0,0 0 0,-1 0 0,-8 9 0,-6 6 535,0-1 0,-27 23-1,25-25-221,-30 36-1,50-55-423,-1 0 0,1 1 0,0-1 0,-1 0 0,1 1 0,0-1 0,-1 1 0,1-1 0,0 0 0,0 1 0,-1-1 0,1 1 0,0-1 0,0 1 0,0-1 0,0 1 0,0-1 0,0 0 0,0 1 0,0-1 0,0 1 0,0-1 0,0 1 0,0-1 0,0 1 0,0-1 0,0 1 0,0-1 0,0 1 0,0-1 0,1 0 0,-1 1 0,0-1 0,0 1 0,1-1 0,-1 0 0,0 1 0,1-1 0,-1 1 0,0-1 0,1 0 0,-1 0 0,0 1 0,1-1 0,-1 0 0,1 0 0,-1 1 0,0-1 0,1 0 0,-1 0 0,1 0 0,-1 0 0,1 0 0,-1 0 0,1 1 0,-1-1 0,1 0 0,-1 0 0,1-1 0,0 1 0,39 0 0,-28 0 0,24-3 0,0-1 0,0-1 0,0-2 0,41-15 0,18-2 0,-88 23-1231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3 3298,'-6'-2'26091,"-3"6"-27200,-21 16 1170,1 1 0,1 2 1,-31 32-1,-71 86 217,119-129-304,0 2 1,0-1-1,1 1 1,1 1-1,1 0 1,0 0-1,0 0 1,2 1 0,0 0-1,1 1 1,1-1-1,0 1 1,1 0-1,-1 24 1,4-40 1,0 0 0,0 0 0,0 0 1,0 0-1,0 0 0,1 0 0,-1 0 0,0-1 0,1 1 1,-1 0-1,1 0 0,-1 0 0,0-1 0,1 1 0,0 0 1,-1-1-1,1 1 0,-1 0 0,1-1 0,0 1 0,0-1 1,-1 1-1,1-1 0,0 1 0,0-1 0,-1 1 0,3 0 1,31 2-232,-26-3 259,1-1-1,-1-1 0,0 1 0,0-1 0,0-1 1,8-3-1,-10 3 17,0 0 0,-1 0-1,1 0 1,-1-1 0,0 0 0,0 0 0,0 0 0,0-1-1,-1 1 1,0-1 0,0 0 0,0-1 0,-1 1 0,1-1-1,-1 1 1,0-1 0,-1 0 0,0 0 0,0 0 0,0-1-1,0 1 1,0-10 0,-2 14 41,0 0 1,0 0-1,0 0 0,0 0 1,0 1-1,0-1 0,-1 0 1,1 0-1,-1 0 0,1 0 1,-1 1-1,0-1 0,0 0 0,0 1 1,0-1-1,0 0 0,0 1 1,0 0-1,0-1 0,-1 1 1,1-1-1,0 1 0,-1 0 1,1 0-1,-1 0 0,1 0 0,-1 0 1,-2-1-1,-4 0 36,1 1 0,0-1 0,-1 1 0,1 1 0,0-1 0,-9 2 1,9-1-184,6 0-522,1 13-9509,0-4 2353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9284,'0'0'18121,"0"4"-17134,-2 10-696,-2-1 1,1 0 0,-2 0-1,0 0 1,0-1 0,-9 16-1,-2 4 37,2 1-181,1 1 1,2 0-1,-11 53 1,14-4-8531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85 110 17352,'0'0'11162,"-13"23"-10793,-42 74-244,53-92-104,-1 0 1,1 0-1,0 0 1,0 1-1,1-1 0,0 0 1,0 1-1,0-1 1,0 1-1,1 0 0,0-1 1,0 1-1,1 7 1,1 8-15,-2-20-8,0 0 0,0 0 0,0 1 0,0-1 1,1 0-1,-1 0 0,0 0 0,1 0 0,-1 1 0,1-1 0,-1 0 1,1 0-1,-1 0 0,1 0 0,0 0 0,0 0 0,-1-1 0,1 1 1,0 0-1,0 0 0,0 0 0,0-1 0,0 1 0,1 0 1,1 0-9,0 1 0,0-1 1,0 0-1,1 0 1,-1-1-1,0 1 1,1-1-1,-1 0 1,4 1-1,-1-1 7,0-1 0,1 1 0,-1-1 1,1 0-1,-1-1 0,0 0 0,0 0 0,0 0 0,10-5 0,-8 1 28,-1 1-1,1-2 0,-1 1 0,0-1 1,-1 0-1,0 0 0,0-1 0,0 0 0,-1 0 1,0 0-1,-1-1 0,0 1 0,0-1 1,4-17-1,-4 8 234,0-1-1,-2 1 1,0-1 0,-2 0 0,0 0 0,-4-32 0,4 48-246,-1-1 1,1 1 0,-1-1 0,0 1 0,0 0-1,-1-1 1,1 1 0,-1 0 0,1 0-1,-1 0 1,0 0 0,0 0 0,-3-2 0,4 4-190,0 0 0,0 0 1,0 0-1,0 1 1,0-1-1,0 0 0,-1 1 1,1-1-1,0 0 1,0 1-1,-1 0 0,1-1 1,0 1-1,-3 0 0,2 0-365,1 0-1,-1 0 1,0 0-1,1 1 1,-1-1-1,0 1 0,1-1 1,-1 1-1,1-1 1,-1 1-1,1 0 1,-1 0-1,1 0 0,-2 1 1,-18 19-10686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54 4034,'0'0'10850,"0"-7"-9772,0-19-184,0 6 9705,0 39-10585,-3 29 287,-2 0 0,-23 93 1,17-90-225,3-19-2717,5-21-199,0 0 0,1 1 0,0-1 1,0 15-1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80 9076,'0'0'15292,"-1"-7"-14985,1 5-272,-1 1 0,1-1 0,0 0-1,0 0 1,0 1 0,0-1 0,0 0 0,0 0-1,0 0 1,0 1 0,1-1 0,-1 0-1,1 1 1,-1-1 0,1 0 0,0 1-1,0-1 1,0 1 0,0-1 0,0 1 0,1-2-1,2 0 93,0 0-1,0 0 0,0 1 0,0 0 1,0 0-1,0 0 0,1 0 0,-1 1 1,5-1-1,3-2 18,-1 2 1,0-1-1,1 2 0,0-1 1,-1 2-1,1 0 0,0 0 1,16 3-1,-27-2-138,1 0-1,-1 0 1,0 0 0,0 0-1,1 0 1,-1 0-1,0 0 1,0 0 0,0 1-1,-1-1 1,1 0 0,0 1-1,0-1 1,-1 1-1,1-1 1,-1 1 0,1-1-1,-1 1 1,0-1 0,0 1-1,1-1 1,-1 1-1,0 0 1,0-1 0,0 1-1,-1-1 1,1 1-1,-1 1 1,1 3 47,-1 0 1,1 0-1,-2 0 0,1 0 1,-1-1-1,-2 8 0,-2-4 103,0-1-1,-1 0 1,1 0-1,-2 0 0,1-1 1,-1 0-1,0-1 1,0 0-1,-1 0 0,0-1 1,-14 7-1,22-11-168,4 2-175,1 0 1,0 1-1,0-1 0,1-1 1,-1 1-1,0-1 0,6 2 0,-1 1 36,1 2-55,0-1 0,0 2 0,-1-1 1,17 17-1,-23-20 197,0 0-1,0 0 1,0 0 0,-1 0 0,1 0 0,-1 0-1,0 1 1,0-1 0,-1 1 0,1-1-1,-1 1 1,0 0 0,0 0 0,0 8 0,-1-12 78,0 0 0,-1 0 1,1 0-1,0 0 1,-1 0-1,1 0 1,-1 0-1,1-1 1,-1 1-1,1 0 0,-1 0 1,0 0-1,1 0 1,-1-1-1,0 1 1,1 0-1,-1-1 0,0 1 1,0 0-1,0-1 1,0 1-1,0-1 1,0 0-1,-2 1 0,-27 8 975,23-7-747,-25 5 246,1-2 1,-1-1-1,-42 0 0,74-4-605,0 0 0,-1 0 0,1 0 0,0 1 1,-1-1-1,1 0 0,0 0 0,-1 0 0,1 0 0,0 1 0,0-1 0,-1 0 0,1 0 1,0 0-1,0 1 0,-1-1 0,1 0 0,0 1 0,0-1 0,-1 0 0,1 0 1,0 1-1,0-1 0,0 0 0,0 1 0,0-1 0,0 0 0,0 1 0,-1-1 0,1 0 1,0 1-1,1 19-8097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11 4130,'0'-2'17134,"0"-7"-11282,-2 17-5577,0 0-1,0-1 1,0 0-1,-1 1 1,0-1-1,0 0 0,-1 0 1,0-1-1,0 1 1,-7 7-1,-17 30 104,16-21-401,9-19-123,0 1-1,1-1 0,-1 1 1,1 0-1,0 0 0,1 0 1,-1 0-1,1 0 0,0 0 1,-1 7-1,30-11-1536,-13-2 1395,-1-1 1,0 0-1,1-1 1,-1-1 0,22-9-1,-23 8 281,1 0-1,-1 1 1,1 1 0,0 0-1,24-1 1,-36 24 1082,-3-9-793,0 1 1,-1-1-1,-1 0 0,0 0 0,0 0 0,-1 0 0,0 0 1,-1-1-1,-9 16 0,-65 88 1009,69-101-1093,9-12-230,-1 1-1,1-1 0,-1 0 0,0 0 0,1 1 0,-1-1 0,0 0 1,0-1-1,0 1 0,0 0 0,1-1 0,-1 1 0,0-1 1,-1 1-1,1-1 0,-3 0 0,-41-1-3811,24 0 792,16 1 2098,1 0-1,-1-1 1,1 0-1,-1 0 1,1 0-1,0-1 0,0 1 1,-1-1-1,-4-3 1,-18-13-6071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1889,'0'0'22170,"122"-4"-20601,-81 4-337,6 0-703,14 0-225,0 0-160,-7 0-64,-20 0-80,-7 0-897,-13 0-1920,-8 6-2785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62 1585,'0'0'3249,"0"-24"-794,-3-11 14187,-5 32-11018,-16 13-2920,-7 12-5019,18-11 3788,10-9-1463,1 0-1,0 0 1,0 1-1,0-1 1,1 0-1,-1 1 1,1-1-1,-1 1 1,1 0 0,0-1-1,0 1 1,0 0-1,0 0 1,0 3-1,1-4-19,0-1 0,0 0 0,0 0 0,1 1 0,-1-1 0,0 0 0,1 0 0,-1 1 0,1-1 1,0 0-1,-1 0 0,1 0 0,0 0 0,-1 0 0,1 0 0,0 0 0,0 0 0,0 0 0,0 0 0,0 0 0,0 0 0,0-1 0,0 1 0,1 0 0,-1-1 0,0 1 0,0-1 0,0 0 0,1 1 0,-1-1 0,2 0 0,26 8-198,-2-2-123,48 20 0,-70-25 294,0 1 0,-1 1 0,1-1 0,0 1 0,-1-1 0,0 1 0,0 1 0,0-1 0,0 1 0,0-1 0,0 1 0,-1 0 0,0 0 0,0 1 0,0-1 0,3 7 0,-5-7 31,1 0 1,-1-1 0,0 1-1,-1 0 1,1 0 0,0 0-1,-1 0 1,0 0 0,0 0-1,-1 0 1,1 0 0,-1 0-1,1 0 1,-1 0 0,0 0-1,-1-1 1,1 1 0,-3 4-1,1-3 34,-1 0 0,0 0 0,0 0 0,0-1 0,0 0 0,-1 0 0,1 0-1,-1 0 1,0-1 0,0 0 0,-6 3 0,-4 1-24,0-1 0,0-1 0,-1 0 0,0-1 0,0 0 0,0-1 0,0-1 0,-18 0 0,33-3-331,0 1 0,0 0 0,0 0 0,0 0 0,1-1 1,-1 1-1,0-1 0,0 1 0,0 0 0,1-1 0,-1 1 0,0-1 0,0 1 0,1-1 0,-1 0 0,1 1 0,-1-1 0,0 0 0,1 0 1,-1 1-1,1-1 0,0 0 0,-1 0 0,1 1 0,0-1 0,-1 0 0,1 0 0,0 0 0,0 0 0,0 0 0,0 0 0,-1 1 0,2-3 1,-2-2-1778,-1-10-5916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13142,'0'0'13430,"135"-49"-12485,-88 40-417,1 0-304,-1 4-112,-6 3-96,-28 2-16,1 0-1409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14 5891,'0'-14'20172,"-2"23"-19960,0 0 0,0-1 0,-1 1 0,0-1 0,-1 1 0,0-1 0,0 0 0,0-1 0,-1 1 0,-11 12 0,-16 30 569,33-49-765,-1-1 1,0 0-1,0 1 0,1-1 1,-1 1-1,0-1 0,1 0 1,-1 1-1,0-1 0,1 0 1,-1 0-1,0 1 0,1-1 1,-1 0-1,1 0 0,-1 1 1,0-1-1,1 0 0,-1 0 1,1 0-1,-1 0 0,1 0 1,-1 0-1,1 0 1,-1 0-1,0 0 0,1 0 1,-1 0-1,1 0 0,-1 0 1,1 0-1,-1 0 0,1 0 1,-1 0-1,0-1 0,1 1 1,31-3-15,-20 2 29,-4 1-69,0-1 0,0 2 0,-1-1 0,1 1 1,0 1-1,-1-1 0,1 1 0,-1 0 0,10 5 1,-13-5 12,0 1 1,0 0-1,0 1 1,0-1 0,-1 1-1,0 0 1,1-1-1,-1 1 1,-1 1-1,1-1 1,-1 0 0,1 1-1,-1-1 1,3 10-1,-5-12 51,1 1-1,0-1 0,-1 0 0,1 0 1,-1 1-1,0-1 0,0 0 0,0 0 1,0 1-1,0-1 0,-1 0 0,1 0 0,0 1 1,-1-1-1,0 0 0,0 0 0,1 0 1,-1 0-1,0 0 0,-3 3 0,1 0 50,-1 0 0,0-1-1,0 0 1,-1 0-1,1 0 1,-1 0-1,-9 5 1,-2 0 101,-1-1 1,1 0-1,-2-2 1,-19 6-1,30-10-112,1 0 0,-1-1 0,0 0 0,0 0 0,-13-1 0,19 0-282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4482,'6'-1'19624,"23"-3"-18532,24-5-537,54-18-1,-67 15 269,1 2 0,66-7 0,-99 21-1674,-15 4-3985,3-4 1580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25 5138,'0'0'5085,"7"-5"-4324,20-15 8744,-33 30-4806,-34 44-3791,12-16-282,15-22-463,9-12-144,1 0-1,0 0 1,-1 0-1,1 0 0,1 1 1,-1-1-1,1 1 0,-1-1 1,1 1-1,1 0 1,-1 0-1,-1 9 0,30-13 108,43-1 250,1-4 1,73-12-1,-107 9 1437,46-16-1,-82 22-1417,-1 0-123,0 1-496,-1 0-228,0 0 0,0 0-1,0 0 1,0 0 0,0 0 0,0 1 0,0-1 0,0 0 0,0 1-1,0-1 1,0 1 0,0-1 0,0 1 0,0 0 0,1-1-1,-3 2 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 4530,'0'0'15730,"-5"-1"-14748,-33-1 7193,14 2-12380,23 0 4327,0 0 75,1 0 1,-1-1-1,0 1 0,0 0 0,1 0 0,-1 0 0,0 0 0,0 0 1,1 0-1,-1 0 0,0 0 0,0 0 0,1 0 0,-1 0 0,0 1 0,0-1 1,1 0-1,-1 0 0,0 1 0,1-1 0,-1 0 0,0 1 0,1-1 1,-1 1-1,1-1 0,-1 1 0,0 0 0,-3 7-93,0 1 0,1 0-1,1-1 1,-1 1 0,2 0 0,-1 0-1,0 14 1,2 71 817,0-51-759,1-20-162,-2-1 0,-1 1 0,-1-1 0,-5 23 0,8-44 0,-4 11-44,1 2 1,0-1-1,2 0 0,-2 18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12950,'0'0'15263,"1"7"-13974,2 10-963,-1 1 1,-1-1-1,-1 0 1,0 0-1,-1 0 1,-1 1-1,-1-1 1,0-1-1,-7 22 1,5-27-327,1 0 0,1 1 0,0-1 0,0 1 0,2 0 0,-2 22 0,5-33 0,0 0 0,0 0 0,0 0 0,0-1 0,0 1 0,0-1 0,0 1 0,0-1 0,0 0 0,0 0 0,0 0 0,0 0 0,4-1 0,-3 1 0,126-3 0,139-21 0,-255 22-1469,-37 4-11330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13766,'0'0'10741,"-81"118"-7059,60-66-1761,1 2-769,0-5-335,6-6-561,14-4-224,-7-5-32,1-7-1249,-1-3-1184,-7-3-2961,1-5-4387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16984,'0'1'15532,"0"4"-15281,0-3-441,0 0 1,0 1-1,0-1 0,-1 0 1,1 1-1,-1-1 1,1 0-1,-1 1 0,0-1 1,1 0-1,-1 0 0,-1 0 1,1 0-1,-1 2 0,-23 13-7709,-1-8-4584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19785,'0'0'10093,"-7"2"-7044,-13 7-4978,6 0-3927,1 0-3983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4 14054,'0'0'17619,"-3"-2"-16674,3 2-942,0 0 0,0 0 1,-1 0-1,1-1 0,0 1 1,0 0-1,0 0 1,-1 0-1,1 0 0,0 0 1,0 0-1,-1-1 1,1 1-1,0 0 0,-1 0 1,1 0-1,0 0 0,0 0 1,-1 0-1,1 0 1,0 0-1,0 0 0,-1 0 1,1 0-1,0 1 0,-1-1 1,1 0-1,0 0 1,0 0-1,-1 0 0,1 0 1,0 0-1,0 0 0,0 1 1,-1-1-1,1 0 1,0 0-1,0 0 0,0 1 1,-1-1-1,1 0 0,0 0 1,0 1-1,0-1 1,0 0-1,0 0 0,0 1 1,-1-1-1,1 0 0,0 0 1,0 1-1,0-1 1,0 1-1,-1 17-24,1-14 9,-11 23-2755,-16 12-7759,17-26 6296,-9 12-9301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6419,'0'0'24979,"-2"6"-25042,-3 13-5527,-3-6-2718,-5 1-2758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19849,'0'0'10450,"0"-9"-7371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2161,'0'0'18246,"-2"13"-8968,-8 48-7252,0-17-1498,-21 59 0,31-103-528,0 0 0,0 1 0,0-1 0,0 1 0,0-1 0,0 1 0,0-1 0,0 1 0,0-1 0,0 0 0,0 1 0,0-1 0,0 1 0,0-1 0,0 1 0,0-1 0,1 1 0,-1-1 0,0 0 0,0 1 0,0-1 0,1 0 0,-1 1 0,0-1 0,1 1 0,-1-1 0,0 0 0,1 0 0,-1 1 0,1-1 0,-1 0 0,0 0 0,1 1 0,-1-1 0,1 0 0,-1 0 0,0 0 0,1 0 0,-1 0 0,1 0 0,-1 0 0,1 0 0,-1 0 0,1 0 0,-1 0 0,1 0 0,-1 0 0,0 0 0,1 0 0,-1 0 0,1 0 0,-1 0 0,1-1 0,-1 1 0,42-9 0,-19 4 0,-7 3 0,0 0 0,1 2 0,29 2 0,-44-1 0,-1-1 0,1 1 0,-1 0 0,1 0 0,-1 1 0,1-1 0,-1 0 0,0 0 0,0 1 0,0-1 0,0 1 0,0-1 0,0 1 0,0-1 0,0 1 0,0-1 0,-1 1 0,1 0 0,0 0 0,-1-1 0,0 1 0,1 0 0,-1 0 0,0 2 0,3 49 0,-3-50 0,0 10 0,1-3 0,-1 0 0,-1 0 0,0 0 0,0 0 0,-4 16 0,3-22 0,1 0 0,-1-1 0,0 1 0,0-1 0,-1 1 0,1-1 0,-1 0 0,0 0 0,1 0 0,-2 0 0,1 0 0,0-1 0,0 1 0,-1-1 0,1 0 0,-1 0 0,-5 2 0,-27 13-65,-2-2 1,1-1-1,-2-3 1,-72 14-1,111-28-927,0 1-1,0 0 1,0 0-1,0 0 1,0 0-1,0 0 1,1-1 0,-1 1-1,1 0 1,-1 0-1,1 0 1,0 0-1,1-2 1,10-16-10931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6099,'6'-1'22321,"29"1"-21453,13 9-172,0-3 0,0-1-1,0-3 1,92-7 0,-131 6-2083,-13 2-2091,-19 8-5671,20-10 7548,-11 5-7899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5426,'-1'4'22570,"-11"20"-22446,-2-2 165,2 0 0,1 1 1,-10 25-1,11-22-196,-2 0-1,-16 25 1,-12 22 787,39-73-868,1 1-1,-1-1 1,1 1-1,0 0 1,-1-1-1,1 1 1,0 0-1,-1-1 0,1 1 1,0 0-1,0-1 1,0 1-1,0 0 1,-1-1-1,1 1 1,0 0-1,0 0 1,0-1-1,1 1 1,-1 0-1,0-1 1,0 1-1,0 0 1,0-1-1,1 1 0,-1 0 1,0-1-1,1 1 1,-1 0-1,0-1 1,1 1-1,-1-1 1,1 1-1,-1-1 1,1 1-1,-1-1 1,1 1-1,-1-1 1,1 1-1,-1-1 0,1 0 1,0 1-1,-1-1 1,1 0-1,0 1 1,-1-1-1,1 0 1,0 0-1,1 0 1,41 1 65,-29-2-42,59-1 54,1-3 1,0-3-1,136-34 0,-199 38-45,-7 3 75,-1 0 1,1 0-1,0 0 1,0 0-1,-1 1 0,1 0 1,0 0-1,0 0 1,5 0-1,-8 0-420,-23 0-13703,16-1 9157,-7-7-2170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4002,'0'0'19118,"-4"2"-17368,0 0-1450,1 1 0,-1-1 0,1 1 0,0-1-1,0 1 1,0 0 0,0 0 0,0 1 0,1-1 0,-1 1 0,1-1 0,-2 6 0,-27 59 2247,13-26-1547,-21 58-560,30-74-429,-32 114-11,39-125-2748,2-14 2444,0-1 0,0 1 0,0-1 0,0 1 0,0-1 0,0 1 0,0 0 0,0-1 0,0 1 0,0-1 0,0 1 0,-1-1 0,1 1 0,0-1 0,0 1 0,-1-1 0,1 1 0,0-1 0,-1 0 0,1 1 0,0-1 0,-1 1 0,1-1 0,-1 0 0,1 1 0,0-1 0,-1 0 0,1 1 0,-1-1 0,1 0 0,-1 0 0,1 0 0,-1 1 0,0-1 0,1 0 0,-1 0 0,0 0 0,-13 4-9199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3906,'0'0'2748,"6"5"-2695,3 4-88,7 4-244,-1 0-1,27 16 1,-36-25-132,0-1-1,0 0 1,0 0-1,1-1 1,-1 0-1,1 0 1,30 9 30211,-37-12-29800,0-1 1,0 1-1,-1 0 1,1-1-1,-1 1 1,1 0-1,-1-1 1,0 1-1,1 0 1,-1-1 0,0 1-1,0 0 1,0 0-1,0 0 1,0 0-1,0 0 1,0 0-1,0 0 1,0 0-1,0 1 1,0-1-1,-1 0 1,1 0 0,0 1-1,-1-1 1,1 1-1,-1 0 1,1-1-1,0 1 1,-3 0-1,-48-4-3,46 4 3,-9 0 0,-1 1 0,1 1 0,-1 0 0,1 1 0,0 1 0,0 0 0,0 1 0,-24 12 0,33-14 0,0 0 0,1 0 0,-1 1 0,1 0 0,0 0 0,0 0 0,0 0 0,0 1 0,1 0 0,0 0 0,0 0 0,0 0 0,1 1 0,0 0 0,0-1 0,0 1 0,0 0 0,1 1 0,0-1 0,1 0 0,-1 1 0,1-1 0,0 13 0,1 109 0,0-127 0,0 1 0,0 0 0,0-1 0,0 1 0,0 0 0,1-1 0,-1 1 0,1 0 0,-1-1 0,1 1 0,0-1 0,0 1 0,0-1 0,-1 0 0,1 1 0,0-1 0,1 0 0,-1 1 0,0-1 0,0 0 0,0 0 0,3 1 0,0 0 0,-1 0 0,0-1 0,1 0 0,-1 0 0,1 0 0,0 0 0,-1 0 0,1-1 0,0 1 0,4-1 0,-1 0 0,0-1 0,1 1 0,-1-1 0,0-1 0,0 1 0,0-1 0,0 0 0,0-1 0,0 0 0,9-5 0,-2-3 0,0 0 0,-1-1 0,0-1 0,-1 0 0,-1-1 0,0 0 0,0-1 0,-2 0 0,11-22 0,0 1 0,-20 36 0,0 0 0,0 0 0,0 0 0,0 0 0,0 0 0,0 0 0,0 0 0,0 0 0,0 0 0,0 0 0,0 1 0,1-1 0,-1 0 0,0 0 0,0 0 0,0 0 0,0 0 0,0 0 0,0 0 0,0 0 0,0 0 0,0 0 0,0 0 0,0 0 0,0 0 0,0-1 0,1 1 0,-10 23 0,-132 353 0,106-289 0,-33 76 0,67-161-34,15-23-11740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35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20 7876,'1'-2'12753,"-1"2"-12576,0 0 1,0 0-1,0-1 1,-2-5 5502,1 6-5503,-10-3-155,-1 0-1,0 1 0,0 1 0,0 0 0,0 0 0,0 2 0,0-1 0,1 1 0,-1 1 0,0 0 0,0 1 1,1 0-1,-1 1 0,1 0 0,0 1 0,0 0 0,1 1 0,-1 0 0,1 0 0,-17 15 0,25-19-23,0 0 0,0 0-1,0 0 1,0 0 0,1 0 0,-1 0-1,0 1 1,1-1 0,0 0 0,-1 1-1,1-1 1,0 1 0,0-1-1,1 1 1,-1 0 0,1-1 0,-1 1-1,1 0 1,0 0 0,0-1 0,0 1-1,0 0 1,0 0 0,1-1-1,-1 1 1,1 0 0,0-1 0,-1 1-1,1 0 1,1-1 0,-1 1-1,0-1 1,0 0 0,3 3 0,0 1 31,0 0 0,1-1 0,-1 0 0,1 0 0,1 0 0,-1 0 0,1-1 1,-1 0-1,1 0 0,0 0 0,1-1 0,11 5 0,0-4 25,-1-1-1,1 0 0,0-1 1,0-1-1,19-2 0,-23 1-66,-12 0 7,0 0 0,1 0 0,-1-1 0,0 1 0,0-1 0,0 1 0,0-1 0,0 0 0,0 0 1,0 0-1,0 0 0,0 0 0,-1 0 0,1-1 0,0 1 0,-1-1 0,1 1 0,2-4 0,20-36 224,-14 21-8,-43 123 3482,-53 135-3177,57-154-515,-23 111 0,49-181-633,0 8-2507,1-32-2617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3:10.350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0 143 6243,'5'0'2260,"119"-2"2665,68-16-1986,833-71 655,-801 87-3330,222-19 2815,-460 16-2548,-20 2-468,-1 1-1,1 1 1,-1 2 0,-57 10-1,-140 38-79,122-22 41,-75 14-84,-753 151 205,928-189-781,32-5 506,39-5 184,103-31 79,-46 9 37,180-19-1,-223 40-59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04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 4066,'0'0'8369,"0"-14"-7280,0-33-181,0 14 8487,0 50-9110,1-1 0,1 1 0,1-1 0,0 1 0,1-1-1,1 0 1,1 0 0,0-1 0,11 20 0,3 10-47,-2 2 0,-2-1 1,19 98-1,-25-96-141,-3 0 0,2 74-1,-4-105-90,-5-17-6,0 0 1,0 0-1,0 0 1,0 1-1,0-1 1,0 0-1,0 0 1,0 0-1,0 0 0,0 1 1,0-1-1,0 0 1,0 0-1,0 0 1,0 1-1,0-1 1,0 0-1,0 0 1,0 0-1,0 0 0,0 1 1,0-1-1,0 0 1,0 0-1,1 0 1,-1 0-1,0 0 1,0 1-1,0-1 1,0 0-1,0 0 0,0 0 1,1 0-1,-1 0 1,0 0-1,0 0 1,0 0-1,0 1 1,1-1-1,-1 0 1,0 0-1,0 0 0,0 0 1,0 0-1,1 0 1,-1 0-1,0 0 1,0 0-1,0 0 1,1 0-1,-1 0 1,0 0-1,0 0 0,0 0 1,0-1-1,1 1 1,-1 0-1,0 0 1,0 0-1,0 0 1,0 0-1,1 0 1,-1 0-1,0 0 0,0-1 1,0 1-1,0 0 1,0 0-1,0 0 1,23-77 171,6-22-23,63-148-1,-53 165-127,76-178 110,-115 279-442,0-13-219,0 0 1,0 0-1,0 1 0,-1-1 1,0 0-1,0 0 0,-2 7 1,-7 8-3491,-1 1-3472,-1-1-1809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05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68 8612,'0'0'12766,"0"-11"-11315,1 4-1162,-3-24 396,2 30-641,-1 0 1,1 0-1,-1 0 0,1 0 0,-1 0 1,0 0-1,1 0 0,-1 0 1,0 0-1,1 0 0,-1 0 0,0 1 1,0-1-1,0 0 0,0 1 1,0-1-1,0 0 0,0 1 0,0-1 1,0 1-1,0 0 0,0-1 1,0 1-1,0 0 0,-1 0 0,1-1 1,0 1-1,0 0 0,-2 1 1,-10-1 126,0 1 0,1 0 0,-1 1 1,0 1-1,1 0 0,0 1 1,-1 0-1,2 0 0,-1 2 1,0-1-1,1 2 0,-14 9 1,18-11-124,0 1 0,1-1 1,0 1-1,0 0 0,0 0 0,1 1 1,0 0-1,0 0 0,1 0 1,0 1-1,0-1 0,1 1 1,0 0-1,0 0 0,0 0 1,1 0-1,1 0 0,-1 1 1,1 14-1,1-21-46,1-1 0,-1 1 0,1-1 0,0 1 0,0-1 0,0 0 0,0 1 0,0-1 0,0 0 0,0 0 0,0 0 0,0 0 0,0 0 0,0 0 0,1 0 0,-1 0 0,1 0 1,-1 0-1,0-1 0,1 1 0,-1-1 0,1 1 0,-1-1 0,1 1 0,0-1 0,-1 0 0,1 0 0,-1 0 0,1 0 0,0 0 0,1 0 0,6 0 12,1 0 0,-1 0 1,0-1-1,16-2 0,-19 0-25,0 1 1,1-1-1,-1-1 0,0 1 1,0-1-1,-1 0 0,1 0 1,-1-1-1,0 0 0,0 0 1,0 0-1,-1 0 0,0-1 1,0 0-1,0 0 0,0 0 1,3-11-1,1 6 61,-7 10-39,0 0 0,0 0-1,0 0 1,0-1 0,0 1-1,-1 0 1,1 0 0,0 0 0,-1-1-1,1 1 1,-1 0 0,1-1-1,-1 1 1,0-1 0,1-1-1,-1 2 631,0 35-385,0-28-323,0-1 0,0 0 0,1 1 0,0-1 0,0 0 0,1 0 0,-1 0 0,1 0 0,0 0 0,1 0 0,-1 0 0,1 0 0,0-1 0,0 1 0,6 6 0,-6-9-382,0 1 1,0-1-1,0 0 0,0 1 0,0-1 1,1-1-1,-1 1 0,0 0 0,1-1 1,3 1-1,-3-1-532,0 0 0,0 0 0,0-1 1,0 0-1,0 0 0,0 0 0,1 0 0,-1-1 0,0 1 1,6-3-1,16-8-7687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05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1 227 10741,'0'0'11883,"2"20"-10323,2 7-1091,-1-7 241,-1 0 0,0 36 368,-2-62-651,-2-58 301,0 41-657,1-1 1,1 0 0,2 1-1,7-43 1,-8 59-72,2-1-1,-1 1 1,1 1 0,0-1 0,0 0 0,1 1 0,0 0 0,0 0 0,0 0-1,1 0 1,0 0 0,0 1 0,1 0 0,-1 0 0,1 1 0,0-1 0,0 1 0,1 1-1,-1-1 1,9-2 0,-4 2-59,0 0-1,0 1 1,1 0-1,0 1 1,-1 0-1,18 0 1,38 2-4294,-28 1-1798,-5-1-4195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05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15687,'0'0'7123,"142"-36"-6242,-88 25-225,7-1 112,-7 5-31,-6-2-497,-8 5-240,-6 2-48,-14-1-512,-13 3-961,0 0-1072,-34 3-15351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0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3922,'0'0'19385,"149"-9"-17945,-101 0-191,6 2-577,-7-2-256,-6 5 17,0-3-289,-7 2-144,-1 1-32,1 2-897,0-5-1856,-7-2-2081,14-3-5523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0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10 3265,'0'0'13228,"1"0"-13164,-1 0 1,0-1-1,0 1 1,0 0-1,0-1 1,0 1-1,0 0 1,0-1-1,0 1 0,0 0 1,0 0-1,0-1 1,-1 1-1,1 0 1,0-1-1,0 1 1,0 0-1,0-1 1,0 1-1,-1 0 1,1 0-1,0-1 0,0 1 1,0 0-1,-1 0 1,1-1-1,0 1 1,0 0-1,-1 0 1,1 0-1,0 0 1,0-1-1,-1 1 0,1 0 1,0 0-1,-1 0 1,1 0-1,0 0 1,-1 0-1,1 0 1,0 0-1,-1 0 1,1 0-1,0 0 1,-1 0-1,1 0 0,0 0 1,0 0-1,-1 0 1,1 0-1,0 0 1,-1 0-1,1 1 1,0-1-1,-1 0 1,-10 6 215,1 1 0,0 0 0,0 1 0,-13 12 0,9-7 32,-31 28 220,1 2-1,2 1 1,3 3-1,1 1 1,2 2-1,3 2 0,2 0 1,2 2-1,-37 99 1,56-120-422,2 1-1,1 0 1,1 0 0,2 0 0,0 54 0,4-65-43,2 0 1,0-1-1,1 1 1,2 0-1,0-1 1,1 0-1,1-1 1,2 1-1,14 27 1,10 5 59,3-2 1,1-2 0,3-1 0,89 83 0,-21-38 28,125 82 1,-219-164-153,-13-11-3,1 1 0,-1 0 0,1-1 0,0 1 1,0-1-1,0 0 0,0 0 0,0 1 1,0-1-1,0 0 0,0-1 0,0 1 0,0 0 1,1-1-1,-1 1 0,0-1 0,0 0 1,4 1-1,-4-34-3699,-2 3-661,0-9-3501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08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11045,'0'0'7345,"-9"24"-4723,-3 8-1798,2 0-1,1 1 0,1 0 1,-4 41-1,5 183 2386,8-284-17353,-2 13 10728,1-21-4897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08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84 4706,'0'0'16442,"25"-13"-14708,82-39-813,-98 49-754,0-1-1,0 1 1,1 1 0,-1 0 0,1 0 0,-1 1-1,1 0 1,0 0 0,-1 1 0,18 2 0,11 1 226,-32-4-367,-1 1 1,0 0 0,0 1-1,1-1 1,-1 1 0,0 0-1,0 1 1,0-1 0,0 1 0,0 0-1,0 0 1,0 0 0,-1 1-1,1 0 1,7 6 0,-10-6-23,1 0 0,-1 0 1,0 1-1,0 0 0,0-1 1,0 1-1,0 0 1,-1 0-1,0 0 0,0 0 1,0 0-1,0 0 0,-1 0 1,1 0-1,-1 0 0,0 0 1,-1 0-1,1 1 0,-1-1 1,1 0-1,-3 4 0,1 0 7,0-1 0,-1 0 0,1-1 0,-2 1-1,1 0 1,-1-1 0,0 0 0,0 0-1,-1 0 1,0 0 0,0-1 0,0 0-1,-11 8 1,-10 7 145,-53 29 0,36-24 86,36-20-174,4-4-45,0 1 1,-1-1-1,1 1 0,1 0 0,-1 0 0,0 0 0,0 0 1,1 0-1,-1 0 0,1 1 0,0-1 0,0 1 0,0 0 1,0 0-1,0 0 0,0 0 0,1 0 0,0 0 0,-1 0 1,0 6-1,6-6-138,0-1-1,1 0 1,-1-1 0,0 1 0,1-1 0,0 0 0,-1 0 0,1 0-1,0 0 1,4-1 0,0 1-128,-3 0 153,26 4-1298,0 2 0,48 16 0,-72-21 1125,-1 1 0,0 0 1,-1 0-1,1 1 0,0-1 0,-1 2 0,0-1 0,0 1 0,0-1 0,0 2 0,-1-1 1,0 0-1,0 1 0,-1 0 0,1 0 0,-1 1 0,4 9 0,-6-12 218,-1-1 1,0 1-1,0 0 0,0 0 0,-1-1 1,1 1-1,-1 0 0,0 0 0,0 0 0,0 0 1,-1-1-1,1 1 0,-1 0 0,0 0 0,0-1 1,0 1-1,-3 5 0,1-3 264,-1-1 1,0 1-1,0-1 0,0 0 1,-1 0-1,1 0 0,-1 0 0,-1-1 1,-6 5-1,-10 4 1149,0 0 0,-1-2 1,0 0-1,-27 7 0,20-7-503,0-1 0,-1-2 0,-1-1-1,1-1 1,-64 2 0,94-8-894,0-1 0,0 1 1,0 0-1,0-1 0,0 1 0,1-1 0,-1 1 1,0-1-1,0 0 0,0 1 0,1-1 0,-1 0 1,0 1-1,1-1 0,-1 0 0,1 0 0,-1 0 1,1 1-1,-1-1 0,1 0 0,-1 0 0,1 0 0,0 0 1,0 0-1,-1 0 0,1 0 0,0 0 0,0 0 1,0 0-1,0 0 0,0 0 0,0 0 0,0-1 1,6-37-4331,12 14-796,8-6-2792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0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15463,'0'0'9252,"115"2"-8131,-68-2-209,7 0-416,-6-2-207,-1-3-145,1 1-96,-1-1-48,-6 1 0,-7-1-929,-7-2-1872,-7-2-2129,-6-2-4515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09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0 731 4178,'0'0'16021,"14"-20"-14258,87-129 1206,33-82-518,-40 61-2284,-58 105-120,-24 41 10,1 0 0,17-23 0,-30 47-39,0 1 0,0-1-1,0 0 1,0 0-1,0 1 1,0-1-1,0 0 1,0 0 0,0 1-1,1-1 1,-1 0-1,0 0 1,0 1 0,0-1-1,0 0 1,1 0-1,-1 0 1,0 0-1,0 1 1,0-1 0,1 0-1,-1 0 1,0 0-1,0 0 1,1 0 0,-1 0-1,0 1 1,0-1-1,1 0 1,-1 0-1,0 0 1,0 0 0,1 0-1,-1 0 1,0 0-1,0 0 1,1 0 0,-1 0-1,0 0 1,1 0-1,-1-1 1,0 1-1,0 0 1,1 0 0,-1 0-1,0 0 1,0 0-1,0 0 1,1-1 0,-1 1-1,0 0 1,0 0-1,0 0 1,1-1-1,-1 1 1,0 0 0,0 0-1,0 0 1,0-1-1,0 1 1,1 0 0,-1 0-1,0-1 1,0 1-1,0 0 1,0 0-1,0-1 1,0 1 0,1 22 815,-1-19-881,0 681 3049,2-683-3173,-1-1 0,1 1 0,0-1 0,-1 0 0,1 1 0,-1-1-1,1 0 1,0 0 0,-1 0 0,1 0 0,0 0 0,-1-1 0,1 1 0,0 0 0,-1-1 0,1 1 0,2-2 0,-2-26-11895,-2 10 115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09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4802,'0'0'18537,"142"-34"-14664,-101 29-2896,-1 3-305,-6 2-176,-7 0-368,-6 0-79,-8 0-49,-6 0-577,0 0-1216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11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1 592,'0'0'14746,"6"0"-14133,-3 0-349,1 0 1,-1 0-1,1 0 0,-1 0 0,1 0 0,-1 1 0,1-1 0,-1 1 0,0 0 1,1 0-1,-1 1 0,0-1 0,0 1 0,0-1 0,0 1 0,0 0 0,0 0 0,0 0 1,-1 1-1,1-1 0,-1 1 0,4 4 0,72 82 4063,-58-68-3868,-1 0 0,-1 0 1,-1 2-1,-1 0 1,19 39-1,-3 18 433,-3 2 0,32 158 0,-43-155-695,-4 1-1,-4 0 0,-4 1 1,-7 140-1,-4-198-196,-1 0 0,-1-1 0,-1 1 0,-1-1 0,-2-1 0,-1 0 0,-28 47 0,-3 9 0,-4 31 0,42-94 21,3-13-27,1-26-116,2 13-133,-4-19-5818,-8 5-3755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1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1 246 2721,'0'0'8196,"10"1"-1,36 3-6076,80-11-1377,209-36 1,-57 3-729,843-40-926,-1086 79 929,21 2 55,0-4-1,0-1 0,0-3 0,90-24 0,-113 18 110,-21 3 938,-8-3 3670,22 13-2682,-24 0-2056,-2 1-204,0 0 0,0 0 0,-1 0 0,1 0 0,0 0 0,0 0 0,0 0 0,-1 0 0,1 0 0,0 0 0,-1 0 0,1 0 0,-1 0 0,1 0 0,-1 0 0,0 0 0,1-1 0,-1 1 0,0 0 0,0 0 0,1-1 0,-1 1 0,0 0-1,0-1 1,0 1 0,0-1 0,0 1 0,-1-1 0,-35 6-6831,27-5 3666,-21 0-6938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1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 3682,'0'0'8668,"-3"22"-2407,-30 9-3232,-52 35 1,47-38-1842,-48 45 1,69-56-790,1 0-1,0 1 1,2 1 0,-20 33-1,28-40-269,0 0 0,1 0 0,0 1 0,1 0-1,1-1 1,0 2 0,1-1 0,0 0 0,0 23 0,3-33-124,0 0 1,0 0 0,0-1-1,0 1 1,0 0 0,0-1-1,1 1 1,-1-1 0,1 0-1,0 1 1,0-1-1,0 0 1,0 0 0,0 0-1,0 0 1,0 0 0,1-1-1,-1 1 1,1-1 0,-1 1-1,1-1 1,-1 0 0,1 0-1,0 0 1,4 0 0,10 5 29,1-1 1,28 3-1,-26-5-146,0 0 0,1-2 0,0 0 0,40-5 0,-59 1 114,0 0 0,0 0 1,0 0-1,-1 0 0,1 0 0,-1 0 0,0 0 0,0-1 0,0 1 1,0-1-1,-1 1 0,1-1 0,-1-5 0,2-5 9,-1 12 4,0 0-1,-1 0 1,1 0-1,-1 1 1,1-1-1,-1 0 1,0 0-1,1 0 1,-1 0-1,0 0 1,-1 0-1,1 0 1,0 1-1,0-1 1,-1 0-1,1 0 1,-1 0-1,0 0 1,1 1-1,-1-1 1,0 0-1,0 0 1,0 1-1,0-1 1,0 1-1,0-1 1,-1 1-1,1 0 1,-1-1-1,1 1 1,-1 0-1,1 0 1,-3-1-1,-3 0 122,0 0 0,0 0-1,0 1 1,-1 0 0,1 1 0,0 0 0,-10 0 0,3 0 63,-12 0-27,17-1-116,-1 0 1,1 1-1,-1 0 1,1 1-1,-1 0 0,1 1 1,-1 0-1,1 0 1,0 0-1,0 2 1,-17 7-1,71-9-57,-39-2-13,6 1-665,0-2-1,1 1 1,17-5-1,-26 4 134,1 0-1,0-1 1,-1 0-1,1 0 0,-1 0 1,0-1-1,1 0 1,-1 1-1,0-1 1,-1-1-1,7-5 0,10-15-9693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15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5122,'0'0'9301,"5"-5"-7813,11-16 469,20-21 4307,-33 40-6151,-1-1 1,1 1-1,0 0 1,0 0-1,0 1 0,0-1 1,0 1-1,5-2 1,12-2 29,-1 1 1,1 1-1,0 1 1,28 0 0,-47 3-141,-1-1 0,1 0 0,0 1 0,0-1 0,0 1 0,0-1 1,0 1-1,-1-1 0,1 1 0,0 0 0,0-1 0,-1 1 0,1 0 1,-1-1-1,1 1 0,0 0 0,-1 0 0,1 0 0,-1 0 1,0 0-1,1-1 0,-1 1 0,0 0 0,0 0 0,1 0 0,-1 0 1,0 0-1,0 0 0,0 0 0,0 0 0,0 1 0,0 40 129,-1-31-60,1 12 137,-1 0-1,-1 0 1,-2-1 0,0 1 0,-1-1 0,-1 0 0,-2 0 0,0-1 0,-1 0-1,-1 0 1,-1-1 0,0-1 0,-2 1 0,0-2 0,-1 0 0,-22 22 0,34-39-188,0 1 1,0 0-1,0-1 1,0 1-1,0-1 1,0 1-1,-1-1 1,1 0-1,0 0 1,-1 0-1,1 0 1,-1 0-1,1-1 1,-1 1-1,-3-1 1,5-44 127,1 41-148,0 0-1,0 1 1,0-1-1,0 1 0,0-1 1,1 0-1,-1 1 1,1-1-1,0 1 1,-1-1-1,1 1 1,0 0-1,1-1 1,-1 1-1,0 0 1,1 0-1,-1-1 1,3-1-1,-2 3 5,1 0 0,-1-1-1,0 1 1,1 1 0,-1-1 0,0 0-1,1 0 1,-1 1 0,1 0 0,-1-1-1,1 1 1,-1 0 0,1 0 0,-1 0-1,1 1 1,-1-1 0,1 1 0,-1-1-1,4 2 1,-2 0 41,0 0 0,0 0 0,0 0-1,0 0 1,0 1 0,0-1 0,4 5 0,18 11 134,-13-10 75,-1 0-1,0 1 1,20 19-1,-21-17-34,1-1 0,1 0-1,15 9 1,-27-18-220,0 0 0,0 0 0,0 0 0,0-1 0,1 1 0,-1 0 0,0-1 0,0 1 0,1-1 0,-1 0 0,0 1 0,1-1 0,-1 0 0,0 0 0,1 1 0,-1-1 0,0 0 0,1-1 0,-1 1 0,0 0 0,1 0 0,-1 0 0,0-1 0,1 1 0,-1-1 0,0 1 0,0-1 0,1 1 0,-1-1 0,0 0 0,0 0 0,0 1 0,0-1 0,0 0 0,0 0 0,0 0 0,1-2 0,13-10 0,-6 7 0,0 0 0,0 0 0,-1-1 0,0 0 0,13-16 0,8-5 0,-21 18 0,-7 13 0,-1 8 0,0-10-46,-1 0 0,1 0-1,0 0 1,0 0 0,-1-1 0,1 1 0,0 0-1,-1 0 1,1-1 0,-1 1 0,1 0-1,-1-1 1,1 1 0,-1 0 0,0-1 0,1 1-1,-1-1 1,0 1 0,1-1 0,-1 1 0,0-1-1,1 0 1,-1 1 0,0-1 0,0 0 0,0 1-1,0-1 1,-23 4-5746,10-4-5434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23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10981,'0'0'11325,"10"21"-9745,-2-5-1204,7 13 347,-2 1 1,-1 0 0,10 41-1,-3 12 435,-12-40-923,3-1 1,1-1-1,2 0 0,2 0 0,27 52 1,-42-92-234,0-1 0,0 0 0,0 1 0,0-1 0,0 1 0,0-1 0,0 0 0,1 1 1,-1-1-1,0 0 0,0 1 0,0-1 0,1 0 0,-1 1 0,0-1 0,1 0 0,-1 0 0,0 1 1,0-1-1,1 0 0,-1 0 0,0 0 0,1 1 0,-1-1 0,1 0 0,-1 0 0,0 0 1,1 0-1,-1 0 0,0 0 0,1 0 0,-1 0 0,1 0 0,-1 0 0,0 0 0,1 0 0,-1 0 1,0 0-1,1 0 0,-1 0 0,1 0 0,-1 0 0,0 0 0,1-1 0,-1 1 0,0 0 0,1 0 1,-1 0-1,0-1 0,1 1 0,-1 0 0,0-1 0,0 1 0,1 0 0,-1 0 0,0-1 0,11-23 179,-9 18-164,126-346 117,-22 56-73,-102 279-54,-1 7-68,-2 15-149,-3 6-830,0 0 1,0-1-1,-1 1 0,0-1 1,-1 0-1,-7 16 1,-3 7-4722,0 3-3251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24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0 8564,'0'0'14788,"-11"2"-13822,-3 1-576,1 1 0,-1 0 1,1 1-1,-18 9 0,24-11-234,1 1 0,-1-1 0,1 1 1,0 0-1,0 1 0,1-1 0,0 1 0,-1 1 0,1-1 0,1 0 0,-1 1 0,-5 9 0,9-13-149,0 0 0,1 0-1,-1 0 1,0 0 0,0 0-1,1 0 1,-1 0 0,1 0 0,0 1-1,0-1 1,-1 0 0,1 0-1,1 0 1,-1 0 0,0 0-1,0 1 1,1-1 0,-1 0 0,1 0-1,0 0 1,0 0 0,0 0-1,0 0 1,0-1 0,0 1-1,0 0 1,0 0 0,1-1 0,-1 1-1,1-1 1,-1 1 0,1-1-1,0 1 1,0-1 0,-1 0-1,1 0 1,0 0 0,0 0 0,0 0-1,0-1 1,0 1 0,0 0-1,0-1 1,4 1 0,0 0-10,-1-1 1,1 1 0,0-1 0,-1-1-1,1 1 1,0-1 0,-1 0 0,1 0-1,-1 0 1,1-1 0,-1 0 0,1 0-1,-1 0 1,0-1 0,0 0 0,0 0-1,-1 0 1,1 0 0,-1-1-1,1 0 1,-1 0 0,0 0 0,-1 0-1,1-1 1,-1 1 0,0-1 0,0 0-1,0 0 1,-1 0 0,0 0 0,0-1-1,3-9 1,0-1 35,10-38 2701,-1 69-2500,-6 4-639,2 1 0,16 24-1,6-6-4114,-29-36 3210,1 1-1,-1-1 1,0 1-1,1-1 1,-1 0-1,1 0 1,0-1-1,7 3 1,2-1-6955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24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1 285 10677,'0'0'11360,"5"11"-10008,29 52-119,-37-79-687,0 1 0,1-1 1,1 0-1,1 0 0,2-31 1,-1 4-127,-1 26-779,0 1 619,0 1 0,0-1 1,2 0-1,0 0 0,6-24 1,-7 37-383,1 0 1,-1-1 0,1 1 0,-1 0-1,1 0 1,0 0 0,0 0 0,0 1-1,1-1 1,-1 0 0,1 1 0,4-4-1,-3 4-349,-1 0 0,1 1 0,-1-1 0,1 1 0,-1 0 0,1 0 0,0 0 0,-1 0 0,1 1 0,0-1 0,0 1 1,0 0-1,-1 1 0,6 0 0,10 5-7578,-4 9-4416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25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76 6003,'0'0'14545,"1"-11"-12536,1-3-1296,2-37 3285,-38 54-1343,28 0-2553,1 0-1,-1 1 1,1 0 0,0 0-1,0 0 1,1 0 0,-1 1-1,1 0 1,0 0 0,0 0-1,1 0 1,0 1 0,-1-1-1,-2 10 1,2-4-43,0 0-1,1 0 1,0 1-1,1 0 0,1-1 1,-1 1-1,2 12 1,0-24-58,0 1-1,0-1 1,0 1-1,1 0 1,-1-1 0,0 1-1,0-1 1,1 0-1,-1 1 1,0-1 0,1 1-1,-1-1 1,0 1-1,1-1 1,-1 0 0,1 1-1,-1-1 1,1 0-1,-1 1 1,1-1 0,-1 0-1,1 0 1,-1 0 0,1 1-1,-1-1 1,1 0-1,-1 0 1,1 0 0,0 0-1,-1 0 1,1 0-1,-1 0 1,1 0 0,-1 0-1,1 0 1,-1 0-1,1-1 1,0 1 0,-1 0-1,1 0 1,-1 0-1,1-1 1,-1 1 0,1-1-1,28-13 58,3-11-14,-17 14-25,0 0 0,-1-1 0,22-24 0,-35 113 627,-1-74-711,1-1 1,-1 1-1,1-1 0,0 0 1,-1 1-1,1-1 0,0 1 1,0-1-1,0 0 0,1 0 1,-1 0-1,1 0 0,-1 0 1,1 0-1,-1 0 1,1 0-1,0 0 0,0-1 1,0 1-1,0-1 0,0 0 1,0 1-1,1-1 0,-1 0 1,0 0-1,1 0 0,-1-1 1,1 1-1,-1 0 0,1-1 1,-1 0-1,1 1 0,4-1 1,3 0-1011,1 1-1,-1-1 1,1-1 0,-1 0 0,1 0 0,-1-1 0,12-4-1,31-19-15913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25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5987,'0'0'22370,"22"-3"-21223,382-44 921,-398 47-3627,6-2 2348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25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13798,'0'0'14967,"129"-7"-14455,-96 2-191,15-4-321,-8 0-64,15 0-1073,-1-9-4065,0 0-6276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33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35 5603,'0'0'10479,"2"-6"-9572,7-16-16,-7 16 3258,-16 22-3352,-16 8-610,2 1 0,1 2 0,1 0 0,1 2 0,1 1 0,2 0 0,1 2 0,2 0 0,1 2 0,-23 59 0,38-86-181,1 0-1,0 1 0,0-1 0,1 1 0,0 0 0,0-1 1,1 1-1,0 0 0,2 14 0,-1-19-4,-1-1-1,1 1 1,0-1-1,0 1 1,0-1-1,0 0 0,1 0 1,-1 1-1,1-1 1,-1 0-1,1 0 1,0 0-1,0 0 1,0-1-1,0 1 1,0 0-1,0-1 1,0 0-1,0 1 1,1-1-1,-1 0 0,0 0 1,1 0-1,-1 0 1,1-1-1,-1 1 1,1-1-1,0 1 1,-1-1-1,1 0 1,3 0-1,0 0-20,25 1 197,-1-1 0,34-5 0,-56 5-112,-1-2 0,1 1 0,0-1 0,0 0-1,-1-1 1,1 0 0,-1 0 0,0-1 0,0 0 0,0 0 0,0 0 0,-1-1 0,9-8-1,-13 12-20,-1-1-1,0 1 0,1 0 0,-1 0 0,0-1 0,0 1 0,0-1 1,0 1-1,0-1 0,0 1 0,0-1 0,-1 0 0,1 1 0,-1-1 1,1 0-1,-1 0 0,1 1 0,-1-1 0,0 0 0,0 0 1,0 0-1,0 1 0,0-1 0,-1 0 0,1 0 0,0 1 0,-1-3 1,-1 1 37,0 1 0,0 0 0,0-1 1,0 1-1,0 0 0,-1 0 0,1 0 1,-1 0-1,1 1 0,-1-1 0,0 1 1,0 0-1,1-1 0,-5 0 0,-8-3 115,0 1-1,-1 1 0,1 0 1,-1 1-1,-16 0 0,-49 2-112,80 0-339,11 0-6174,16-2 393,12-7-3591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33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13 112 9812,'0'0'13991,"-12"9"-8805,22-7-4860,0-1 0,0 0 0,0-1 0,0 0 0,18-2-1,-3 0-167,48-6 319,131-30 0,-70 10-345,107-17 234,-241 45-363,0 0 0,0 0 1,0 0-1,1 0 0,-1-1 1,0 1-1,0 0 0,0 0 1,0 0-1,0 0 1,0 0-1,1 0 0,-1 0 1,0 0-1,0-1 0,0 1 1,0 0-1,0 0 1,1 0-1,-1 0 0,0 0 1,0 0-1,0 0 0,0 0 1,1 0-1,-1 0 0,0 0 1,0 0-1,0 0 1,0 0-1,1 0 0,-1 0 1,0 1-1,0-1 0,0 0 1,0 0-1,0 0 0,1 0 1,-1 0-1,0 0 1,0 0-1,0 0 0,0 0 1,0 1-1,0-1 0,1 0 1,-1 0-1,0 0 0,0 0 1,0 0-1,0 1 1,0-1-1,0 0 0,0 0 1,0 0-1,0 0 0,0 1 1,0-1-1,0 0 0,0 0 1,0 0-1,-9 11 18,-7 12-56,16-55-25846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36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7475,'-1'3'18581,"-6"20"-17491,-7 4-191,-2 0-1,0 0 1,-31 36 0,31-44-658,1 1-1,1 0 1,1 1 0,0 0-1,2 2 1,-15 39 0,26-61-240,-1 0 1,1-1-1,0 1 1,0 0 0,0 0-1,0-1 1,0 1 0,0 0-1,0 0 1,0-1 0,0 1-1,0 0 1,1-1-1,-1 1 1,0 0 0,0-1-1,1 1 1,-1 0 0,0-1-1,1 1 1,-1 0 0,0-1-1,1 1 1,-1-1-1,1 1 1,-1-1 0,1 1-1,0-1 1,-1 1 0,1-1-1,-1 0 1,2 1-1,31 6 63,38-11 43,-69 4-105,125-18 8,-47 5-451,0 4-1,86 1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36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8564,'0'0'20377,"-54"156"-18728,47-115-128,-6-3-865,6-2-656,0-4 0,0-7 0,1-7 0,6-3 0,-7-1 0,7-3-384,-7-2-2738,7 3-2592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37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7 362 2289,'0'0'6448,"-1"-7"-5279,0 2-673,-2-17 241,2 2 3048,5 18-3108,0 1 0,0 0 1,0 0-1,0 0 0,0 1 0,0-1 0,1 1 0,3 0 1,5 0-74,243-27 3704,-91 13-3891,146-26-265,143-14 16,-28 25-87,129-11-439,-9-39 2503,-469 62 1987,-84 20-4117,0 0 0,0 0 0,0 1 1,0 0-1,-8 7 0,-24 13-1650,-42 9-7290,28-15-180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38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 6147,'0'0'16151,"-9"6"-14193,-13 10-871,-120 91 3545,120-89-4166,2 2 1,0 0 0,1 2-1,-25 35 1,34-42-432,0 1 1,1-1-1,0 2 0,1-1 1,1 1-1,1 1 0,1-1 1,0 1-1,1 0 0,1 0 0,0 0 1,1 27-1,2-43-35,0 0 0,1 0 0,-1 0 0,1 0 0,0 0 0,-1-1 0,1 1 0,0 0 0,0 0 0,0 0 0,0-1 0,1 1 0,-1 0 0,0-1 0,1 0 0,-1 1 0,1-1 0,-1 0 0,1 1 0,0-1 0,-1 0 0,1 0 0,0 0 0,0-1 0,0 1 0,0 0 0,0-1 0,0 1 0,0-1 0,0 0 0,0 1 0,2-1 0,13 2 0,0-1 0,0-1 0,17-1 0,-10 0 0,-13 1 0,0 0 0,0-1 0,0 0 0,1-1 0,-1 0 0,-1-1 0,15-5 0,-21 6 0,-1 1 0,0-1 0,0 0 0,0 0 0,0 0 0,0 0 0,0 0 0,0 0 0,-1-1 0,1 0 0,-1 1 0,0-1 0,0 0 0,0 0 0,0 0 0,0 0 0,-1-1 0,1 1 0,-1 0 0,0-1 0,0 1 0,0-1 0,-1 1 0,1-1 0,-1 1 0,0-6 0,0 7 0,-1-1 0,0 0 0,0 1 0,0-1 0,-1 1 0,1 0 0,-1-1 0,1 1 0,-1 0 0,0 0 0,0 0 0,0 0 0,0 0 0,0 0 0,0 1 0,0-1 0,-1 1 0,1-1 0,0 1 0,-1 0 0,1 0 0,-1 0 0,0 0 0,1 0 0,-6 0 0,-8-3 0,-1 0 0,-31-3 0,-19 6-192,78-6-4194,20-10-1262,14-11-3607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39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8324,'0'0'9044,"2"5"-7667,30 68 1474,2-2 1,49 71-1,101 129 291,-154-227-2809,11 14-95,-3 1 0,-3 3 0,-3 0 1,28 77-1,-47-104-158,-2 0 0,-2 0 0,-1 1 1,-2 0-1,-2 0 0,-1 1 0,-1-1 1,-2 1-1,-10 69 0,4-80-80,-1-1 0,-1 0 0,-1 0 0,-1-1 0,-1 0 0,-1-1 0,-20 29 0,-122 147 0,79-108 0,-32 68 0,37-50 0,67-104-380,0-1 0,0 0 1,-1 0-1,0 0 0,1 0 0,-1 0 1,-1-1-1,1 0 0,-7 5 0,6-6-804,-1 0 0,1 0 0,0-1 0,-1 0 0,1 0 0,-1 0 0,0 0-1,-10-1 1,-23 0-15863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40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 5635,'0'0'10781,"0"16"-9226,0-2-1183,1-1-85,-1 1 0,-1-1 1,0 1-1,-1 0 0,0-1 0,-8 22 0,-25 69 1721,-126 413 4679,143-440-5957,3 1-1,3 1 0,4-1 1,3 143-1,7-201-723,0 0 1,1-1-1,1 1 1,1-1-1,1 0 1,1 0-1,0 0 0,1-1 1,1 0-1,1-1 1,0 0-1,1-1 1,22 25-1,-12-19-8,2-1 0,0-1 0,1-1 0,1-1 0,0-1 0,2-1 0,0-1 0,33 12 0,5 0 2,2-3 0,1-3 0,90 16 0,-158-37 1,1 0-1,-1 0 1,0 0-1,1-1 1,-1 1-1,1 0 1,-1 0-1,0-1 1,1 1-1,-1 0 1,0-1-1,1 1 1,-1 0 0,0-1-1,1 1 1,-1 0-1,0-1 1,0 1-1,0-1 1,1 1-1,-1-1 1,0 1-1,0 0 1,0-1-1,0 1 1,0-1 0,0 1-1,0-1 1,0 1-1,0-1 1,0 1-1,0 0 1,0-2-1,0-15-63,-1 16 33,8-39-2907,8 2-3748,-15 38 6639,19-42-10236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4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0 816,'-12'2'30726,"159"-2"-29773,-146 1-953,0 0 1,-1-1-1,1 1 0,0 0 1,-1 0-1,1-1 0,0 1 1,-1 0-1,1 0 1,-1 0-1,1 0 0,-1 0 1,0 0-1,1 0 0,-1 0 1,0 0-1,0 0 0,0 0 1,0 0-1,0 0 1,0 0-1,0 0 0,0 0 1,0 0-1,0 0 0,0 0 1,-1 0-1,1 0 0,-1 1 1,-8 35 124,1-23-104,-1-1 0,0-1 0,-14 15 0,14-17-10,0 0-1,0 1 0,2 0 1,-14 25-1,21-36-10,-1 1 0,1 0 0,0-1 0,-1 1 0,1 0 0,0-1 0,0 1 0,-1 0 0,1 0 0,0-1 0,0 1 0,0 0 0,0 0 0,0-1 0,0 1 0,0 0 0,0 0 0,0-1 0,1 1 0,-1 0 0,0 0 0,0-1 0,1 1 0,-1 0 0,0-1 0,1 1 0,-1 0 0,1-1 0,-1 1 0,1-1 0,-1 1 0,1-1 0,-1 1 0,1-1 0,0 1 0,-1-1 0,1 1 0,0-1 0,-1 0 0,1 1 0,0-1 0,-1 0 0,1 0 0,0 1 0,0-1 0,-1 0 0,1 0 0,1 0 0,46-1 0,-32 0 0,141-10-3722,-123 13-2995,5-2-5558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41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65 4098,'-6'0'22157,"80"-4"-20018,0-4 0,107-24 0,-154 27-2044,13-6-681,-25 6-35,-28 6-117,2 2-521,0 0 0,0 1 0,0 0-1,1 1 1,0 0 0,0 0 0,-11 9 0,1-2-3128,-13 6-3235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42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7684,'0'0'16180,"20"2"-13520,163 5 2078,-175-7-4498,13 1-87,0-1 0,0-1 0,0-2 0,0 0 0,26-7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44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17 127 8452,'0'0'11829,"-3"-5"-10906,2 4-786,-1-1-1,1 1 1,0-1-1,0 0 1,0 1-1,0-1 1,0 0-1,0 0 1,0 0-1,1 0 1,-1 0-1,0-3 1,1 3-71,1 1-1,-1 0 1,1-1-1,0 1 1,-1 0 0,1 0-1,0-1 1,0 1 0,-1 0-1,1 0 1,0 0 0,0 0-1,1 0 1,-1 0-1,0 0 1,0 0 0,0 1-1,0-1 1,1 0 0,-1 1-1,0-1 1,3 0 0,35-17 633,52-17 1,-76 30-634,0 1 1,0 1-1,1 0 1,-1 1-1,0 1 1,1 0 0,16 2-1,-30 0-63,0-1 0,0 1 0,-1-1 0,1 1 0,0 0 0,0 0 0,0 0 0,-1 0 1,1 0-1,-1 0 0,1 1 0,-1-1 0,1 0 0,-1 1 0,0-1 0,1 1 0,-1-1 0,0 1 0,0 0 0,0-1 0,0 1 0,-1 0 0,1 0 0,0 0 0,-1 0 0,1 0 0,-1 0 0,0 0 0,1 3 0,-1 1 5,1-1-1,-1 1 1,0 0-1,0 0 0,-1 0 1,1 0-1,-2 0 1,1 0-1,-3 6 1,-6 6 71,-1 0 0,-1-1 0,0-1 0,-1 0 1,-1 0-1,-27 23 0,4-4 164,20-18-73,13-14-122,-1 1-1,1-1 1,0 1-1,1 0 1,-1 0-1,1 0 0,-1 1 1,1-1-1,0 1 1,1 0-1,-1 0 1,1 0-1,0 0 0,0 0 1,1 0-1,-2 6 1,52-8 205,6-7 501,0-1-1,84-20 1,-18 2-11,-104 21-620,-11 2-44,1-1 0,-1 0 0,0 0 0,0 0 0,0-1 0,0 0 0,11-5 0,-13 6 236,-10 3-2783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45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10 154 6003,'0'0'10095,"-9"0"-7539,39 0-126,233-6 2947,347-49-4095,-266 2-1146,-200 14 4269,-164 52-3922,-17 18-3029,23-19-650,-1 0 0,0 0 0,0-2 0,-24 13 0,11-10-7363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46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34 1249,'0'0'17194,"10"-5"-15324,31-18-218,-31 17 3451,-18 8-4863,0 0 0,0 1 0,1 0 0,-1 0 0,1 0 0,0 1 0,0 0 0,0 0 0,1 1 0,-1 0 0,-5 6 0,-6 2 162,-11 10-208,0 1-1,2 1 1,1 1 0,0 2 0,3 0 0,-30 45 0,43-58-124,0 2 1,1-1 0,1 1-1,0 0 1,1 1 0,1-1-1,1 2 1,0-1 0,2 0 0,0 1-1,1 0 1,0-1 0,2 1-1,2 29 1,-1-46-73,0 0 0,0 0-1,0 0 1,0-1 0,1 1 0,-1 0-1,0 0 1,1-1 0,-1 1 0,1 0 0,0-1-1,0 0 1,-1 1 0,1-1 0,0 0-1,0 0 1,0 0 0,0 0 0,0 0 0,0-1-1,0 1 1,1-1 0,-1 1 0,0-1 0,0 0-1,0 0 1,3 0 0,71 1-85,-62-2 79,11-2-34,-1-1 0,1-1 0,-1-1 0,-1-1 0,1-1 0,-1-2 0,-1 0 0,0-1 0,0-1 0,33-26 0,-53 37 46,0 0 0,0 0 0,0 0 0,-1 0 0,1 0 0,0-1 0,-1 1 0,1-1 0,-1 1 0,0-1 0,1 0 0,-1 1 0,0-1 0,0 0 0,0 0 0,0 0 0,0 0 0,-1 0 0,1 0 0,0 0 0,-1 0 0,0 0 0,1-3 0,-2 4 6,0-1 0,0 0 0,0 1 0,0-1 1,0 1-1,-1-1 0,1 1 0,0-1 0,-1 1 0,1 0 1,-1 0-1,1 0 0,-1 0 0,0 0 0,1 0 0,-1 0 1,0 0-1,0 1 0,-3-2 0,-13-2 70,-1-1-1,0 2 1,-29-1-1,45 3-77,-174-1-69,175 2-536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47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23 816,'0'0'14122,"7"-4"-12676,20-11-41,-21 12 1826,-6 10-2567,0 1-1,-1 0 1,-1 0-1,1-1 1,-4 12-1,-3 1-169,-1 0 0,-13 20 0,-6 16-23,-87 239 1224,98-238-1163,4 0-1,1 1 0,-5 84 0,15 202 640,7-275-897,4 1 0,34 129 0,49 62-274,-24-76 0,-57-153 0,0-1 0,2-1 0,2 0 0,34 52 0,-42-71 0,0-2 0,1 1 0,0-1 0,1 0 0,0-1 0,1 0 0,0 0 0,0-1 0,0 0 0,1-1 0,0 0 0,0-1 0,0 0 0,1-1 0,23 5 0,-7-4 0,0-2 0,0-1 0,0-1 0,50-5 0,-50-7-1847,-6-8-3368,-17 13 3294,15-13-8385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48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69 1024,'0'0'3930,"-20"-9"-3121,-105-42 631,118 47-2450,-8-1 9093,16 13-1846,4 3-4951,9 23 187,-1 2-1,-1 0 1,11 68 0,4 10-256,70 198 375,-38-133-458,37 191 0,-89-327-1134,-1 0 0,-2 0 0,-2 1 0,-4 47 0,0-70 0,0 0 0,-2 0 0,0 0 0,-2 0 0,0 0 0,-1-1 0,-2 0 0,0-1 0,0 0 0,-15 20 0,-22 17 0,35-45 0,1 1 0,0 1 0,0 0 0,1 1 0,-9 17 0,51-136-590,14-5-9553,-19 41-222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49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4386,'2'0'22689,"12"-3"-20969,32-3-633,89-3 0,-135 9-1086,0 0 0,1 0 0,-1 1 0,1-1 0,-1 0 0,0 0 0,1 0 0,-1 0 0,0 0 0,1 1 0,-1-1 0,0 0 0,1 0 0,-1 1 0,0-1 0,1 0 1,-1 0-1,0 1 0,0-1 0,1 0 0,-1 1 0,0-1 0,0 0 0,0 1 0,1-1 0,-1 0 0,0 1 0,0-1 0,0 1 0,0-1 0,0 0 0,0 1 0,0-1 0,0 1 0,0-1 0,0 0 0,0 1 0,0-1 0,0 1 0,0-1 1,0 0-1,0 1 0,-1-1 0,1 0 0,0 1 0,0-1 0,0 0 0,-1 1 0,1-1 0,0 0 0,0 1 0,-1-1 0,1 0 0,0 0 0,-1 1 0,1-1 0,0 0 0,-1 1 0,-17 20 234,-14 1 86,-23 19 440,52-39-736,1 1-1,0-1 1,0 0 0,-1 1 0,1 0-1,1 0 1,-1-1 0,0 1-1,1 0 1,0 0 0,-1 1-1,1-1 1,0 0 0,1 0 0,-1 0-1,0 6 1,3-8-25,1 1 0,-1-1 0,1 0 0,-1-1 0,1 1 0,-1 0 0,1-1 0,0 1 0,-1-1 0,1 0 0,0 0 0,0 0 0,-1 0 0,5-1 0,-3 1 0,96 0-1037,119 0-7829,-172-2-2889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49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32 848,'0'0'26562,"14"0"-24993,69-2 325,89-14 0,-115 4-6738,-51 10 535,-34 9 293,-12 5-4278,0 1-2338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49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9941,'61'145'3329,"-61"-136"1857,7-2-703,20-3-1442,7-1-752,13-3-992,1 0-641,6 0-608,-7 0-48,-6-10-2433,-7-12-7748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52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6499,'0'0'10405,"20"23"-4979,-17-12-4797,0-1-1,-1 1 1,-1 0-1,0 0 1,0-1-1,-1 1 1,0 0-1,-2 12 1,0 15 173,2 222 1111,2-253-3339,3 6 4507,0-7-5711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52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1 170 7684,'0'0'11031,"15"0"-9614,103-10 1908,182-38 1,-2-2-1248,-126 32-1345,122-16 909,-284 33-1469,14-7 585,-23 8-345,-41 31-1210,1 6-5518,9-8-1929,4-7 320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53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29 272,'0'0'22536,"23"-9"-17929,-5 4-4103,1 0-1,0 1 1,0 1 0,1 1-1,-1 1 1,21 1 0,-29 1-496,1-1 0,0 2 0,-1-1 0,0 2 0,1-1 0,-1 2 1,0-1-1,0 2 0,-1-1 0,1 2 0,13 8 0,-21-11-7,0 0 0,0 0 0,-1 0 0,1 1 1,-1-1-1,1 1 0,-1-1 0,0 1 0,-1 0 0,1 0 0,-1 0 0,0 0 0,0 0 0,0 0 0,0 0 0,0 0 0,-1 0 0,0 0 1,0 5-1,0-4 22,-1 0 0,1 0 1,-1 0-1,0 0 0,0 0 1,0 0-1,-1-1 0,1 1 1,-1 0-1,0-1 0,-1 1 1,1-1-1,-1 0 0,0 0 1,-6 7-1,-16 8 199,-2 0 0,0-2 0,0-1 0,-2-1 0,-32 12 1,56-25-222,65 1-1,-30-4-55,-15 0-78,1 1 0,0 0 0,0 1 0,-1 1 0,30 6 0,-42-7 116,0 0 0,0 1 0,0-1 0,-1 1 0,1-1 0,0 1 0,0 0 0,-1 0-1,1 0 1,-1 0 0,0 0 0,1 1 0,-1-1 0,0 1 0,-1 0 0,1-1 0,0 1 0,-1 0-1,1 0 1,-1 0 0,0 0 0,0 0 0,0 0 0,-1 0 0,1 1 0,-1-1 0,1 0-1,-1 0 1,0 1 0,-1-1 0,1 0 0,0 0 0,-1 0 0,-1 6 0,0-5 62,0 1 0,0 0 1,0-1-1,0 1 0,-1-1 1,0 1-1,0-1 0,0 0 1,0 0-1,-1-1 1,0 1-1,0-1 0,0 1 1,0-1-1,-9 4 0,-8 6 318,-42 18 0,36-20-691,0-2 1,-1-1-1,0-1 1,0-1-1,0-2 0,-1-1 1,0-1-1,1-1 0,-43-5 1,61 0-4801,-8-9-3436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5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0 4482,'0'0'11757,"-2"16"-10137,1-11-1485,0 9 178,-1-1 0,-1 0 1,-1 0-1,0 0 0,0 0 0,-1 0 1,-9 16-1,-27 42 650,4 1 1,3 2-1,3 2 1,4 1-1,3 1 0,3 1 1,4 1-1,3 0 0,-3 101 1,15-50-86,5-1-1,35 223 1,-15-214-878,23 109 0,-35-202 0,2-1 0,2-1 0,27 57 0,-32-83 0,0-1 0,2 0 0,0-1 0,0-1 0,1 0 0,1 0 0,1-1 0,0-1 0,1 0 0,18 11 0,-3-5 0,1-2 0,1-1 0,0-1 0,59 17 0,-57-21 24,-33-11-72,-7-1-48,3 0 69,0 0-421,0 0 0,1-1 0,-1 1 0,0 0 0,1-1 0,0 1 0,-1-1 0,1 1 0,0-1 0,0 0 0,0 0 0,0 1 0,0-1 0,0 0 0,0 0 0,1 0 0,-1 0 0,1 0 0,0 0 0,-1 0 0,1 0 0,0 0 0,0 0 0,1-4 0,-2-2-2059,-5-28-8931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5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1072,'0'0'15762,"0"4"-13454,2 4-1775,1-1-1,0 1 1,0-1 0,1 0 0,0 0-1,0 0 1,0-1 0,1 1-1,0-1 1,12 11 0,17 25 813,50 91 383,119 251 0,-175-319-1306,-3 2 0,-2 1 0,-4 1 0,-2 1 0,-4 0 0,6 89 0,-17-94-423,-2 1 0,-3-1 0,-3 1 0,-27 117 0,7-81 0,-7 27 0,-30 227 0,49-282 0,6-44 0,8-30 0,0 0 0,0-1 0,0 1 0,0 0 0,0 0 0,0 0 0,0 0 0,-1 0 0,1 0 0,0 0 0,0 0 0,0-1 0,0 1 0,0 0 0,0 0 0,0 0 0,-1 0 0,1 0 0,0 0 0,0 0 0,0 0 0,0 0 0,0 0 0,0 0 0,-1 0 0,1 0 0,0 0 0,0 0 0,0 0 0,0 0 0,-1 0 0,1-57-2146,0-2-3581,0 15-2679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56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5442,'0'0'12657,"20"-9"-8338,109 7-1600,-128 2-2719,-1 0 0,0 0 0,1 0 0,-1 0 0,0 0 0,1 0 1,-1 0-1,0 0 0,1 0 0,-1 0 0,0 0 0,0 1 0,1-1 0,-1 0 0,0 0 0,1 0 0,-1 1 1,0-1-1,0 0 0,1 1 0,-1-1 0,0 0 0,0 0 0,0 1 0,1-1 0,-1 0 0,0 1 1,0-1-1,0 0 0,0 1 0,0-1 0,0 0 0,0 1 0,0-1 0,0 0 0,0 1 0,0 0 0,-4 20 63,-15 17 287,-6-8 26,18-24-267,1 1 1,0-1-1,0 1 0,1 0 0,0 1 0,0-1 1,0 1-1,1 0 0,1 0 0,-1 1 1,1-1-1,1 1 0,-1-1 0,1 1 0,0 10 1,2-18-66,0 0 0,0-1 0,1 1 0,-1 0 0,1 0 0,-1 0 0,0 0 0,1 0 0,-1-1-1,1 1 1,0 0 0,-1 0 0,1-1 0,0 1 0,-1 0 0,1-1 0,0 1 0,0-1 0,-1 1 0,1-1 0,0 1 0,0-1 0,0 0 0,0 1 0,0-1 0,0 0 0,0 0 0,0 1 0,-1-1 0,1 0 0,2 0 0,38 0 589,-30 0-406,11 1 24,-15 0-77,0 0 1,-1-1-1,1 0 1,0 0-1,0-1 0,-1 0 1,1 0-1,-1 0 1,1-1-1,11-4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56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6963,'0'0'9220,"0"-5"-7691,0 4-1370,0 0 0,0 0 0,0-1 0,0 1 0,0 0 0,0 0-1,1-1 1,-1 1 0,0 0 0,1 0 0,-1-1 0,0 1 0,1 0 0,0 0 0,-1 0 0,1 0-1,0 0 1,-1 0 0,1 0 0,1-1 0,29-9 4495,-21 9-3849,123-23 2486,-85 18-3121,86-24 0,-126 27-6726,-19 5 2976,-28 9-3009,1 8-470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57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2081,'0'0'20761,"142"-5"-18920,-108 1-256,-7-1-849,0 1-608,0 4-96,-7-3-32,1 1-2705,-8-2-5619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58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6275,'0'0'12261,"2"3"-10734,-1 1-1192,0 0 0,0 0 0,-1 1 0,1-1 0,-1 0 0,0 1 1,0-1-1,0 0 0,0 1 0,-1-1 0,0 0 0,-2 8 0,-24 59 1662,13-35-1000,-7 21-811,-122 375 2827,122-352-2474,3 1-1,4 0 1,-5 125 0,17-148-539,2 0 0,3 0 0,3-1 0,2 0 0,24 91 0,184 481 0,-211-614 0,1 1 0,0-2 0,1 1 0,1-1 0,1 0 0,-1-1 0,16 18 0,-23-74-2953,-1 17-3648,0-9-4382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58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5891,'0'0'18112,"0"18"-15778,12 224 3917,-4-67-5955,-8-100-7475,-1-65-59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59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4530,'2'0'16467,"16"0"-14536,67-6 2267,41-16-2651,-3 1-956,145-6 934,110-16 453,-365 38-1978,-19 1 0,3 4 0,1-1 0,0 1 0,-1 0 0,1 0 0,0 0 0,-1 0 0,1 0 0,0 1 0,-1-1 0,1 1 0,-4 1 0,-2 3-1396,0 1 0,0 1 0,0 0 0,-12 14 0,-18 17-6911,6-17-849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4:59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9941,'0'0'17634,"23"-1"-15942,183-5 1418,-205 6-3104,0 0-1,0 0 1,0 0-1,0 0 0,-1 0 1,1 0-1,0 0 0,0 0 1,0 1-1,0-1 0,0 0 1,-1 0-1,1 1 1,0-1-1,0 1 0,0-1 1,-1 0-1,1 1 0,0 0 1,-1-1-1,1 1 0,0-1 1,-1 1-1,1 0 1,-1-1-1,1 1 0,-1 0 1,1 0-1,-1-1 0,1 1 1,-1 0-1,0 0 0,0 0 1,1-1-1,-1 1 0,0 0 1,0 0-1,0 0 1,0 0-1,0 0 0,0 0 1,0-1-1,0 1 0,0 0 1,0 0-1,-1 0 0,1 1 1,-1 1 4,0 1 0,0-1-1,-1 0 1,1 1 0,-1-1 0,0 0 0,0 0 0,0 0-1,0 0 1,-4 3 0,-94 77 14,99-82-36,0-1 0,1 1 0,-1-1 0,0 1 0,1 0-1,-1-1 1,1 1 0,-1 0 0,1-1 0,-1 1 0,1 0 0,-1 0 0,1-1 0,-1 1 0,1 0 0,0 0-1,0 0 1,0 0 0,-1 0 0,1 0 0,0-1 0,0 1 0,0 0 0,0 0 0,0 0 0,0 0 0,1 0-1,-1 0 1,0 0 0,0-1 0,1 1 0,-1 0 0,0 0 0,1 0 0,-1-1 0,1 1 0,-1 0 0,1 0 0,-1-1-1,1 1 1,0 0 0,-1-1 0,1 1 0,0-1 0,0 1 0,-1-1 0,1 1 0,0-1 0,1 1 0,48 17-808,-43-16 761,11 2 31,70 24-150,-80-25 147,0 0 1,0 1-1,-1 0 1,0 0-1,0 1 1,0 0-1,0 0 1,8 9-1,-13-12 51,0 0 0,-1-1 1,1 1-1,-1 0 0,0 0 0,0 0 0,0 0 0,0 0 0,0 0 0,0 1 0,0-1 0,-1 0 0,1 0 0,-1 1 0,1-1 0,-1 0 0,0 1 0,0-1 0,0 0 0,0 0 0,0 1 0,-1-1 0,1 0 0,-1 1 0,0-1 0,1 0 0,-1 0 0,0 0 0,0 0 0,0 0 0,-1 0 0,1 0 0,0 0 0,-1 0 1,0 0-1,1-1 0,-1 1 0,0-1 0,1 1 0,-1-1 0,-4 2 0,-9 7 196,-1 0 1,0-1-1,0-1 1,-22 7-1,24-9-176,-12 4-40,15-6 0,1 0 0,-1 0 0,1 1 0,0 1 0,0 0 0,1 0 0,-15 12 0,18-16-3670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00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7972,'0'0'10266,"6"15"-8223,355 1043 10443,-334-974-12486,-3 2 0,-4 1 0,-4 0 0,-4 1 0,-4 1 0,-3 93 0,-7-152 0,-1-1 0,-2 0 0,0 0 0,-2 0 0,-2-1 0,0 0 0,-2-1 0,-22 42 0,10-30 0,-2-1 0,-2-1 0,-1-1 0,-58 56 0,29-40 0,40-38 0,0 1 0,0 1 0,1 1 0,1 0 0,-25 39 0,36-50 22,2-9 0,3-8-242,1 0-897,1-1-1,1 1 1,0 0-1,1 0 1,11-19 0,16-33-8475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00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14 7796,'0'0'10498,"6"-2"-8153,2-1-1624,-6 2-395,1-1-1,0 1 0,0 0 1,-1 0-1,1 1 0,0-1 1,0 1-1,0-1 1,5 1 1944,-8 7 707,-1 6-2689,-1-1 0,-1 1-1,0-1 1,-1 0 0,0 0-1,-1 0 1,0 0 0,-12 19-1,-13 33 355,-12 22-642,22-47 0,13-33-2733,6-6 2256,1 0 0,-1 0 0,0 1 0,1-1 0,-1 0 0,0 0 0,1 0 0,-1 0 0,0 0 0,1 0 0,-1 0 0,0-1 0,1 1-1,-1 0 1,0 0 0,1 0 0,-1-1 0,0 1 0,1 0 0,-1-1 0,1 1 0,-5-6-4770,-2-12-5731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0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2801,'0'0'25964,"115"2"-24459,-81 19-289,0-1 17,0 5-1185,-14-3-48,1 1 0,6-3 0,-7-2-1921,7-13-3313,7-5-8212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01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0 8500,'0'0'13830,"-22"21"-11834,5-6-1554,-6 5 136,1 1-1,1 0 1,1 2 0,1 0 0,-21 35-1,3 9-44,3 1 0,3 2 0,2 1 0,-29 119 0,-34 308 1335,82-380-1868,6 185 0,5-278 0,0-1 0,2 1 0,1-1 0,1 0 0,1 0 0,2 0 0,0-1 0,1 0 0,22 40 0,-24-52 0,0-1 0,0 0 0,1 0 0,1 0 0,-1-1 0,2 0 0,-1-1 0,1 0 0,0-1 0,1 0 0,0 0 0,0-1 0,0 0 0,1-1 0,0-1 0,0 0 0,0 0 0,0-1 0,1-1 0,18 2 0,-17-3-241,0 0 1,0-1-1,0 0 0,0-1 0,0-1 1,0 0-1,0-1 0,14-6 1,-23 7 7,0 0 0,-1 0 0,1-1 0,-1 0 0,1 0 0,-1 0 0,0 0 0,0-1 0,-1 1 0,1-1 0,-1 0 1,0 0-1,0 0 0,0-1 0,0 1 0,-1-1 0,1 0 0,-1 1 0,-1-1 0,1 0 0,-1 0 0,0 0 0,0 0 0,0-1 1,0-4-1,0-30-9233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02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10837,'0'0'14847,"1"20"-12478,-1 320 2345,-1-183-10629,-1-139-2390,-9 0-3119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02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3426,'0'0'24067,"20"0"-21872,7 0-1511,98-3 1522,391-59-2017,-524 76-2633,-12 5-3569,-17 4-2610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03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12422,'0'0'8217,"20"0"-4351,297-7 3772,-316 7-7630,-1 0 1,1 0-1,0 0 1,-1-1 0,1 1-1,0 0 1,-1 0-1,1 0 1,0 0 0,-1 0-1,1 0 1,0 0-1,-1 0 1,1 0 0,0 1-1,-1-1 1,1 0-1,0 0 1,-1 0 0,1 1-1,0-1 1,-1 0-1,1 1 1,-1-1 0,1 1-1,-1-1 1,1 1-1,-1-1 1,1 1 0,-1-1-1,1 1 1,-1-1-1,0 1 1,1-1 0,-1 1-1,0 0 1,0-1-1,1 1 1,-1 0 0,0-1-1,0 1 1,0 0-1,0-1 1,0 1 0,0 0-1,0 0 1,-9 17-17,8-17 33,-3 4-8,-2 0-1,1 1 1,0-2 0,-1 1-1,-12 7 1,-24 21 55,40-31-70,0 0 0,0 1 0,0-1 0,1 0 0,-1 1 0,1-1 0,0 1 0,-1 0 0,1-1 0,0 1-1,1 0 1,-1 0 0,0 0 0,1-1 0,-1 7 0,2-8-3,-1 1 0,1-1 0,-1 1 0,1 0 0,0-1 1,0 0-1,-1 1 0,1-1 0,0 1 0,0-1 0,0 0 0,1 0 0,-1 0 0,0 1 0,0-1 1,1 0-1,-1-1 0,1 1 0,-1 0 0,0 0 0,1-1 0,0 1 0,-1 0 0,1-1 0,2 1 1,55 12-127,-39-10 18,6 3-109,-5-3-1,-1 1 1,1 2 0,-2 0 0,32 14-1,-50-20 222,0 1 1,0-1-1,0 0 0,-1 1 0,1-1 0,0 1 0,0-1 0,0 1 0,-1-1 1,1 1-1,0 0 0,-1-1 0,1 1 0,-1 0 0,1 0 0,0-1 1,-1 1-1,0 0 0,1 0 0,-1 0 0,1 0 0,-1 0 0,0 0 0,0-1 1,1 1-1,-1 0 0,0 0 0,0 0 0,0 0 0,0 0 0,0 0 1,0 0-1,-1 0 0,1 0 0,0 0 0,0 0 0,-1 0 0,1-1 0,0 1 1,-1 0-1,1 0 0,-1 0 0,1 0 0,-1-1 0,1 1 0,-1 0 1,0-1-1,1 1 0,-1 0 0,0-1 0,0 1 0,1-1 0,-1 1 0,0-1 1,0 1-1,-1-1 0,-53 29 1214,55-29-1201,-76 26 158,58-21-176,1 0 0,-1 0 0,2 2 0,-1 0 0,1 1 1,0 1-1,0 0 0,-21 18 0,28-14-2508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03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11269,'0'0'12737,"0"0"-12700,1-1 1,-1 1-1,0 0 1,0 0-1,1 0 1,-1-1-1,0 1 1,0 0-1,1 0 1,-1 0-1,0 0 1,1 0-1,-1 0 1,0 0-1,1 0 1,-1 0-1,0 0 1,0 0-1,1 0 1,-1 0-1,0 0 1,1 0-1,-1 0 1,0 0-1,1 0 1,-1 0-1,0 0 1,0 0-1,1 0 1,-1 0-1,0 1 1,1-1-1,-1 0 1,0 0-1,0 0 1,1 1-1,-1-1 1,0 0-1,0 0 1,0 1-1,0-1 1,1 0-1,-1 0 1,0 1-1,0-1 1,0 0-1,0 0 1,0 1-1,0-1 1,1 0-1,-1 1 1,5 12 339,0 0-1,0 1 1,-2-1-1,1 1 1,-2 0 0,2 16-1,4 20 211,74 266 1600,-10-42-786,3 92-1401,-60-268 0,4 174 0,-19-266 0,1 26 0,-1 1 0,-1-1 0,-2 1 0,-1-1 0,-2 0 0,-15 49 0,-93 193 0,122-371-1723,11 39-5310,7-7-6189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03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10037,'0'0'17717,"18"-4"-16140,-17 4-1550,32-6 974,0 0-1,51 0 0,10 3-701,-93 3-1020,-10 14-3622,4-10 2909,1 0 0,-1 0 0,-1 0 1,1-1-1,-1 0 0,-6 3 0,3-2-1167,-25 14-9106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0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11637,'0'0'14231,"156"2"-12374,-109-2-593,8 0-559,-21-2-513,-1-5-192,-6 2-1377,-6-6-3249,-1-7-6723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04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9476,'0'0'19919,"0"28"-17868,0 171-730,0 197-1321,-9-350-2960,-17 23-8471,13-46-1262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04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13606,'0'0'12246,"30"0"-10333,200 4 635,-63-12-1328,306-55 1,-438 58-1208,-27 7-22,-14 8-101,-16 9-915,21-19 840,-62 45-8968,18-25 442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18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82 5010,'0'0'13356,"3"-26"-1509,-9 16-11761,-21 0 20,0 2-1,0 1 1,0 2-1,-48-5 1,-114 5-26,174 5-37,8 0-43,0 0 0,1 0 0,-1 1 0,0 0 0,1 1 0,-1 0 0,1 0 0,-1 0 0,1 0 0,0 1 0,-11 7 0,15-9-5,-1 1 0,1 0 0,0 1-1,0-1 1,-1 0 0,1 1 0,1-1-1,-1 1 1,0-1 0,1 1 0,-1 0-1,1 0 1,0 0 0,0 0 0,0-1-1,0 2 1,0-1 0,1 0 0,0 0-1,-1 0 1,1 0 0,0 0 0,0 0-1,1 0 1,-1 0 0,1 1 0,1 3-1,-1-5 9,0 1-1,0-1 1,1 1-1,-1-1 1,1 0-1,-1 0 1,1 0-1,0 1 1,0-2-1,0 1 1,0 0-1,0 0 1,1-1-1,-1 1 1,0-1-1,1 0 1,-1 1-1,1-1 1,-1 0-1,1-1 1,0 1-1,-1 0 1,1-1-1,3 1 1,10 1 14,0 0 0,29-1 1,-36-1-7,10 1-3,1-1-1,0 0 1,-1-2 0,1 0 0,-1-1-1,0-1 1,0-1 0,0-1-1,30-13 1,-43 16 32,-5 3 326,-1 3-41,-3 36-24,-1 0-1,-18 68 1,9-47-173,-31 114-128,9-42 0,30-113-1067,3-30-2220,0-10-1979,-3-1-7124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3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7571,'0'0'14973,"-15"19"-13856,7-7-924,1 0-1,1 1 1,0-1-1,1 1 1,0 1-1,1-1 1,0 1-1,1-1 0,1 1 1,0 0-1,1 0 1,0 0-1,1 0 1,2 17-1,-1-29-190,0 0-1,-1-1 0,1 1 1,0 0-1,0-1 1,1 1-1,-1 0 1,0-1-1,0 1 0,1-1 1,-1 0-1,1 0 1,-1 1-1,1-1 0,0 0 1,-1 0-1,1 0 1,0-1-1,0 1 1,0 0-1,-1-1 0,1 1 1,0-1-1,0 1 1,0-1-1,0 0 0,0 0 1,0 0-1,0 0 1,0 0-1,3-1 1,-1 1 3,1-1 1,0 1-1,-1-1 1,1 0-1,-1 0 1,0-1-1,1 1 1,-1-1-1,0 0 1,0 0-1,0 0 1,5-4 0,-2-1 63,0-1 1,-1 1 0,0-1 0,-1 0-1,1 0 1,-2-1 0,1 1 0,-1-1 0,0 0-1,-1 0 1,0-1 0,0 1 0,-1-1 0,-1 1-1,1-1 1,-2 0 0,1 1 0,-2-18-1,1 26-50,0 0 0,-1 0 0,1 0-1,0 0 1,0 1 0,-1-1-1,1 0 1,-1 0 0,1 0-1,0 1 1,-1-1 0,0 0 0,1 0-1,-1 1 1,1-1 0,-1 0-1,0 1 1,1-1 0,-1 1-1,0-1 1,0 1 0,0-1 0,1 1-1,-1 0 1,0-1 0,0 1-1,0 0 1,0 0 0,0-1-1,0 1 1,1 0 0,-1 0 0,0 0-1,-1 0 1,0 0-99,1 0 0,0 0 1,0 0-1,-1 0 0,1 0 1,0 0-1,-1 0 0,1 1 0,0-1 1,0 1-1,0-1 0,-1 0 0,1 1 1,0 0-1,0-1 0,0 1 0,0 0 1,0 0-1,0-1 0,0 1 0,0 0 1,0 0-1,-1 2 0,1 1-862,0 1 0,0 0 0,1-1 0,-1 1 0,1 0 1,0-1-1,1 6 0,0 5-5497,-1 1-3822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3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2961,'0'0'27501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4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10229,'0'0'13478,"-20"84"-13174,20-64 0,0-4-304,0 0-64,0-5-880,0-2-801,0 0-992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4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6243,'0'0'19118,"0"20"-16616,-10 61-470,3-40-4662,5-20-2348,1 0-3495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4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11253,'0'0'12702,"-1"10"-11296,-2 12-698,-1-1 0,-8 30 0,-1 15 124,1 0-4226,-5-29-7731,5-21 4050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7892,'0'0'15639,"-7"67"-14295,-6-44-767,-14 2-321,-7 2-192,0 0-64,-7 0-1153,1-2-1360,-1 0-2385,7-5-2946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5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10533,'0'0'14708,"-17"10"-13881,6-3-698,-1 0 32,0 0 1,0 1-1,1 0 0,0 1 1,1 0-1,0 0 1,0 1-1,1 1 1,1 0-1,-14 21 1,17-20-109,1 0 0,1 1 0,0 0 0,0 0 0,1 0 0,1 0 0,0 0 0,2 14 0,-1-25-65,0 0-1,0 0 0,0 0 1,0-1-1,1 1 1,-1 0-1,1 0 0,-1-1 1,1 1-1,0 0 0,-1-1 1,1 1-1,0-1 1,0 1-1,0-1 0,1 0 1,-1 1-1,0-1 0,0 0 1,1 0-1,1 2 1,1-1-44,0 0 0,0 0 0,0 0 0,0-1 1,0 1-1,0-1 0,1 0 0,6 1 0,8-1-130,0 0-1,-1-1 1,22-3 0,-37 3 183,3-1-11,0-1 0,0 1 1,0-1-1,0 0 1,0-1-1,-1 1 1,1-1-1,-1 0 0,0 0 1,0-1-1,0 0 1,0 0-1,0 0 1,-1 0-1,0-1 0,0 0 1,0 0-1,0 0 1,-1 0-1,0 0 1,0-1-1,0 1 0,-1-1 1,2-6-1,2-6 88,0-1-1,-1 0 1,-1 0 0,-1 0-1,-1 0 1,0-27 0,-2 45-107,0 0 0,0 0 0,0-1 0,0 1 0,0 0 0,-1 0 0,1 0 0,0-1 0,-1 1 0,1 0 0,-1 0 0,1 0 0,-1 0 0,0 0 0,0 0 0,1 0 0,-1 0 0,0 0 0,0 0 0,0 0 0,0 0 0,0 0 0,0 1 0,0-1 0,0 1 1,0-1-1,0 0 0,-1 1 0,1 0 0,0-1 0,0 1 0,0 0 0,-1-1 0,1 1 0,0 0 0,-3 0 0,-20 5-4617,6 10-3812,10 3 1138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6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10757,'0'0'12214,"-55"99"-12246,42-85-1521,-1 0-3474,-6-1-4033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6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10277,'0'0'12645,"0"52"-11764,0-28-257,0 1-448,0 0-144,-7 0-32,7 0-608,0 0-432,0-3-641,0-2-1056,7-6-1473,0-7-1089,7-7-1568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6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9108,'0'0'12667,"1"5"-11797,3 17 798,0 1 0,0 37 1,-4 14-4062,0-64 1360,27-11-11970,-13-4 5816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6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 10053,'0'0'14195,"3"-1"-12866,-2 1-1266,-1 0 1,0 0-1,1-1 0,-1 1 1,1 0-1,-1 0 0,0 0 0,1 0 1,-1 0-1,0 0 0,1 0 1,-1 0-1,1 1 0,-1-1 1,0 0-1,1 0 0,-1 0 1,0 0-1,1 0 0,-1 1 0,0-1 1,1 0-1,-1 0 0,0 0 1,1 1-1,-1-1 0,0 0 1,0 1-1,1-1 0,-1 0 1,0 1-1,0-1 0,1 0 0,-1 1 1,0-1-1,0 0 0,0 1 1,0-1-1,0 1 0,6 28 1764,-6 50 72,-1-53-1658,1-17-390,0-1 0,-1 1 0,-1 0 0,1-1 0,-1 1 0,-1-1 0,1 0 0,-1 1 0,-5 7 0,-9 10-3524,-5-2-3519,2-6-4093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7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5 4434,'-1'-1'18676,"-14"-3"-17732,9 5-787,-1 0-1,1 0 1,0 1 0,0-1 0,0 1 0,0 1 0,0-1-1,1 1 1,-1 0 0,0 0 0,1 1 0,0-1 0,0 1 0,0 0-1,1 1 1,-5 4 0,4-4-51,0 1-1,1-1 0,-1 1 1,2 0-1,-1 0 0,0 0 1,1 0-1,0 1 1,1-1-1,0 1 0,0 0 1,0 0-1,1 0 1,-2 11-1,4-16-110,-1 1 0,1-1 1,-1 1-1,1-1 0,0 1 0,0-1 1,0 1-1,0-1 0,0 0 0,1 0 1,-1 1-1,1-1 0,-1 0 0,1 0 1,0 0-1,0-1 0,0 1 0,0 0 1,0-1-1,0 1 0,0-1 1,1 0-1,-1 0 0,0 0 0,1 0 1,3 1-1,1 0-73,1 1 1,0-1 0,0-1-1,0 1 1,0-1 0,0-1-1,13 0 1,-19-1 63,0 0 0,0 1-1,0-1 1,0-1 0,0 1 0,0 0 0,-1 0-1,1-1 1,0 1 0,-1-1 0,1 1 0,-1-1 0,0 0-1,0 1 1,1-1 0,-1 0 0,0 0 0,1-2-1,20-47-13,-15 34 56,0-27 1301,-6 39-4485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7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5282,'0'0'18713,"-75"115"-18713,68-106-496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8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16552,'0'0'11669,"14"122"-10949,-14-95-272,0-6-400,0-8 0,6-4-48,-6-2-608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8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12614,'0'0'17013,"0"12"-15842,1 13-677,0 7-2,-1 0-1,-7 47 1,6-31-7388,33-54-8810,-17-8 9671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5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50 5491,'0'0'16789,"12"-10"-14500,38-26 61,-50 36-2263,0 0 1,0 0-1,0-1 1,0 1-1,1 0 0,-1 0 1,0 0-1,0-1 1,0 1-1,1 0 0,-1 0 1,0 0-1,0-1 1,1 1-1,-1 0 0,0 0 1,0 0-1,1 0 1,-1 0-1,0 0 0,1 0 1,-1 0-1,0 0 1,0 0-1,1 0 0,-1 0 1,0 0-1,1 0 1,-1 0-1,0 0 0,1 0 1,-1 0-1,0 0 1,0 0-1,1 0 0,-1 1 1,0-1-1,0 0 0,1 0 1,-1 0-1,0 0 1,0 1-1,0-1 0,1 0 1,-1 0-1,0 0 1,0 1-1,0-1 0,0 0 1,1 0-1,-1 1 1,0-1-1,0 0 0,0 1 1,0-1-1,0 1 1,0 14-41,0-13 364,-2 13-364,-2 0-1,1 0 1,-2 0 0,0 0-1,-1-1 1,0 0 0,-1 0 0,-12 18-1,2 0-58,-17 44-1658,26-66-3141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42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112 185 6451,'0'0'18518,"-1"0"-18468,-3 0-61,1 1 0,-1-1-1,0 1 1,1 0-1,-1 0 1,0 1 0,1-1-1,0 1 1,-1 0-1,1-1 1,0 1 0,-3 3-1,-20 9-635,-11-5 1369,61-20 2921,-18 9-3625,11-3 37,-1 0 1,32-6-1,-39 10 177,0 0-1,0-1 1,0 0-1,17-7 1,1 0-235,379-61 163,-351 67-190,60 2 0,-63 3 63,72-9 0,906-50 501,-948 55-495,99-3 50,341-3-140,-366-4 477,-98 6-6289,-84 9-1856,-13 5-4724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43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36 227 5811,'0'0'13206,"-14"18"-11742,6-13-1447,-6 6 1141,15-11-1113,-1 1 1,0-1-1,1 1 1,-1-1-1,1 1 0,-1-1 1,1 0-1,-1 1 1,1-1-1,-1 1 1,1-1-1,-1 0 0,1 0 1,-1 1-1,1-1 1,0 0-1,-1 0 1,1 0-1,-1 0 0,1 1 1,0-1-1,-1 0 1,1 0-1,0 0 1,-1 0-1,1-1 0,0 1 1,56 6 704,-1-3 1,0-3-1,73-8 0,49-23-100,-10 0-187,322-16 905,-21 2-951,-80 7-45,170-24 37,-496 49 2438,-98 40-6518,23-18 1565,-1 0 1,0-1-1,-17 8 0,-16 5-7578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44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89 216 3490,'0'0'8270,"-11"0"-6909,-6-1-601,-10 0-225,-6 1 6376,36 23-3355,3-20-3489,0 0 0,0-1 0,1 0 0,-1 0 0,1 0 0,-1 0 0,1-1 0,-1 0 0,11 0 0,72-3 221,-44 0-256,16-1 94,1-4 0,118-29-1,-55 10-30,306-49 1382,545-25 0,-538 96 95,-261 5-276,-176-1-765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45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 7123,'0'0'8348,"4"0"-7926,59 0 4559,-36 0-3141,107 0-512,215-30-1,1476-179-332,-1766 204-606,201-10 988,-259 15-966,1 0-587,-1 0-1,1 0 1,0 0-1,-1 0 1,1 1 0,-1-1-1,1 1 1,-1-1 0,0 1-1,1 0 1,-1-1-1,1 1 1,-1 0 0,0 0-1,0 0 1,2 2-1,-2 12-9568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48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 6883,'0'0'8247,"16"0"-4056,93 1 717,-30 2-4167,-1-4 0,0-4 1,80-14-1,364-69 665,536-21 0,542 67 1355,-1549 51-2761,-41-2 0,-34-5 0,-62-2-4279,33 0-3672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51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5827,'0'0'11141,"0"7"-6140,1 25-40,9-1-4474,-3 2-1,0-1 1,-2 1 0,1 36 0,-6 138 2326,-2-93-2223,-1-54-590,-19 108 0,-1-1 0,4 146 0,15-54 0,-1 5 0,-9 515 0,16-496 0,10 121 0,-2-63 0,1 10 0,-1 378 0,-12-441 0,14 265 0,-2 330 0,-12-536 0,9 130 0,0 1252 0,-1-871 0,-6-469 0,-1-387 0,1-2 0,-1 0 0,1 0 0,-1 0 0,1 0 0,-1-1 0,1 1 0,-1 0 0,1 0 0,-1 0 0,1 0 0,0 0 0,-1-1 0,1 1 0,-1 0 0,1 0 0,-1-1 0,1 1 0,0 0 0,-1-1 0,1 1 0,0 0 0,-1-1 0,1 1 0,0 0 0,0-1 0,-1 1 0,1-1 0,0 1 0,0-1 0,0 1 0,-1 0 0,1-1 0,0 1 0,0-1 0,0 1 0,0-2 0,0 1 0,-11-50-2489,7 23-1972,-8-36-7878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52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1 118 768,'0'0'3719,"5"-6"-2483,13-21 183,-14 20 2164,2 6 785,10 0-2301,400-69 4771,-378 67-5524,45 1 1,-61 2-1242,-20 0-884,-3 7-4432,-9 7 522,-13 6-2112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53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0 175 5939,'0'0'6029,"0"-7"-5767,0-23 680,0-13 5823,1 42-6693,0-1 1,0 1-1,-1-1 1,1 1-1,0 0 0,0-1 1,0 1-1,0 0 0,1 0 1,-1 0-1,0 0 0,1 0 1,-1 0-1,0 0 1,1 0-1,-1 0 0,1 1 1,2-2-1,33-11 231,279-43 8459,-286 53-6911,-40 4-3666,1 1-1,-1 0 1,1 1-1,-17 7 1,14-6-372,-22 8-5923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29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6131,'7'6'18002,"-2"5"-17369,-2 6-181,-2 0-1,0 1 1,-3 29-1,1-3-1825,5-32-2003,5-10-3098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3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 8900,'0'0'10034,"-14"19"-8713,4-5-1127,-109 142 2445,110-146-2657,-99 113 1339,42-35-5116,61-81 1935,-1 1-1355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30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23 7860,'0'0'11135,"0"-4"-9737,0 3-1347,0 1 0,0-1-1,0 0 1,0 1-1,0-1 1,0 0 0,0 1-1,0-1 1,0 0-1,0 1 1,-1-1 0,1 0-1,0 1 1,0-1-1,-1 1 1,1-1 0,0 0-1,-1 1 1,1-1-1,-1 1 1,1-1 0,-1 1-1,1-1 1,-1 1-1,1 0 1,-1-1 0,1 1-1,-1-1 1,-24-1 1005,16 2-1053,3 1 52,0 0 0,-1 0 0,1 0-1,0 1 1,0 0 0,0 0 0,0 0 0,0 1 0,0 0 0,1 0 0,-1 0 0,1 1 0,-6 5-1,8-7-49,0 0-1,1 1 0,-1-1 0,1 1 0,-1-1 1,1 1-1,0 0 0,0 0 0,0 0 0,1 0 1,-1 0-1,1 1 0,-1-1 0,1 0 0,0 1 1,1-1-1,-1 1 0,0-1 0,1 1 0,0-1 1,0 1-1,0-1 0,0 1 0,1-1 0,1 7 1,-1-9-23,0 1 1,0-1 0,0 0 0,0 1 0,0-1-1,0 0 1,0 0 0,1 0 0,-1 0 0,1 0-1,-1 0 1,0-1 0,1 1 0,0 0-1,-1-1 1,1 1 0,-1-1 0,1 1 0,0-1-1,-1 0 1,3 0 0,40 3-4,-40-3 23,17 1-13,-15 0 15,0 0 1,1-1-1,-1 0 1,0 0-1,0 0 1,0-1-1,0 0 1,11-3-1,-16 59 2728,-1 71-2474,0-73-9856,0-34-1204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31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7283,'0'0'15629,"2"7"-14605,4 22-280,-2 1 0,-1-1-1,-1 1 1,-4 54 0,0-18-3580,29-68-18509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31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1 6035,'0'0'14065,"-11"21"-11992,5-12-1957,-22 44 1245,-2-2 0,-60 75 0,-165 119 147,223-217-1559,20-14-247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31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7 7892,'-2'-2'19413,"-11"-2"-18340,1 4-1029,-1 1 0,1 0 0,-1 1 0,1 1-1,0 0 1,-1 0 0,-15 8 0,22-8-46,0 0 1,-1 0 0,1 0-1,1 1 1,-1 0-1,0 0 1,1 1 0,0 0-1,0 0 1,1 0-1,-1 0 1,1 1 0,0-1-1,0 1 1,-2 7-1,5-12-32,0 0-1,1 0 0,-1 0 0,1 0 1,-1 0-1,1 0 0,-1 1 0,1-1 1,0 0-1,0 0 0,0 0 0,-1 1 1,1-1-1,0 0 0,1 0 0,-1 1 1,0-1-1,0 0 0,0 0 0,1 0 1,-1 1-1,1-1 0,-1 0 0,1 0 0,-1 0 1,1 0-1,-1 0 0,1 0 0,0 0 1,0 0-1,0 0 0,-1 0 0,1 0 1,0-1-1,0 1 0,0 0 0,0 0 1,1-1-1,-1 1 0,0-1 0,0 1 1,0-1-1,0 0 0,0 1 0,1-1 0,-1 0 1,0 0-1,0 0 0,1 0 0,-1 0 1,2 0-1,9 0-35,-1 0 0,1 0-1,-1-2 1,14-2 0,30-9 1039,-56 18-723,0-1 0,1 0 0,-1 1 0,1-1 0,0 1 0,0-1 0,0 1 0,2 5 0,-1 8 512,-1-4-219,-1 1-1,0-1 1,-5 23 0,-2-12-2558,-3 0-4093,4-11-2346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46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53 175 7571,'0'0'9095,"20"-3"-2078,-93 60-6713,74-53-167,9-4-66,17-3 181,1-2 1,36-10-1,19-5 74,509-57 988,4 39-530,-326 23-435,368-10 1019,-44 2 308,-500 12-1660,-159 40-6902,24-13-686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2:47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1 359 6067,'0'0'9476,"2"-3"-8788,0 1-552,0 1 0,0-1 0,0 1-1,1-1 1,-1 1 0,0 0-1,1-1 1,-1 1 0,1 0-1,-1 1 1,1-1 0,-1 0-1,1 1 1,0 0 0,-1-1-1,4 1 1,59 0 2371,-14 1-1377,259-58 1846,-114 17-2144,1060-101 133,-676 90-957,416 0 5734,-995 51-6273,-4 0-953,-11 1-1264,1 1 0,-1 0-1,-20 6 1,6-2-2343,-42 9-8227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32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13158,'0'0'12310,"-14"97"-11510,14-77-352,0-2-144,0-2-256,0-2 0,0-1-48,0-2-128,0 3-1056,7-3-913,6 1-2257,1-8-3522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32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1 11349,'0'0'9367,"-24"16"-6744,-2 0-1848,3-2-259,0 1 0,2 1 0,-1 1 0,2 1 0,-18 20 0,-210 251 1723,159-181-2960,80-93 1070,6-7-2828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33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26 7876,'0'0'15922,"-3"-4"-15191,2 2-698,0 0-1,0 1 1,-1-1 0,1 1 0,0-1 0,-1 1 0,1 0 0,-1 0 0,1 0 0,-1-1 0,0 1 0,1 1 0,-1-1 0,0 0 0,0 0 0,1 1 0,-1-1 0,-4 0 0,3 1-26,-1 0 1,1 1-1,0-1 1,0 1-1,0 0 1,0-1-1,-1 2 1,1-1-1,0 0 1,1 0-1,-1 1 1,0 0-1,-3 2 1,-10 6 3,-63 47 611,72-52-558,1 0 0,0 0 1,0 1-1,1 0 0,0 0 0,0 1 0,0-1 0,1 1 1,-5 9-1,9-15-66,-1 0 1,1 0 0,-1 0-1,0 0 1,1 0-1,0 1 1,-1-1-1,1 0 1,0 0 0,-1 0-1,1 0 1,0 1-1,0-1 1,0 0-1,0 0 1,0 0-1,0 0 1,1 1 0,-1-1-1,0 0 1,1 0-1,-1 0 1,0 0-1,1 0 1,-1 0 0,1 1-1,0-1 1,-1 0-1,1-1 1,0 1-1,0 0 1,0 0 0,-1 0-1,1 0 1,0-1-1,0 1 1,0 0-1,0-1 1,0 1 0,0-1-1,1 1 1,0 0-1,5 0-16,1 0 0,-1 0 0,0-1 0,1 0 0,13-1-1,-1 0-53,-7 0 14,1-1 0,-1 0 0,0-1 0,1-1 0,-2 0 0,1 0 0,0-2 0,-1 1 0,0-2 0,0 1 0,15-13 0,-27 19 121,0 0 1,0 0-1,1-1 1,-1 1-1,0 0 1,0 0-1,0 0 1,0 0-1,0 0 1,0 0-1,1 0 1,-1-1-1,0 1 1,0 0-1,0 0 1,0 0-1,0 0 1,1 0-1,-1 0 1,0 0-1,0 0 1,0 0-1,0 0 1,1 0-1,-1 0 1,0 0-1,0 0 1,0 0-1,0 0 1,0 0-1,1 0 1,-1 0-1,0 0 1,0 0-1,0 0 1,0 0-1,1 0 1,-1 1-1,0-1 1,0 0-1,0 0 1,0 0-1,0 0 1,0 0-1,1 0 1,-1 0-1,0 1 1,0-1 0,0 0-1,0 0 1,0 0-1,0 0 1,0 0-1,0 1 1,0-1-1,0 0 1,0 0-1,0 1 1,-1 16 966,-10 20-202,6-30-686,2 1 1,-1-1-1,1 1 0,0-1 1,1 1-1,0 0 1,0 0-1,1 0 0,0 0 1,-1 10-1,2-12-479,0 0 0,-1 0 0,0-1 0,0 1 0,-5 11 0,-26 48-7109,27-56 6221,-3 9-7547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6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9652,'0'0'15477,"1"0"-15337,0 0 1,0 1-1,0-1 1,-1 0 0,1 1-1,0-1 1,0 1-1,0-1 1,-1 1-1,1 0 1,0-1-1,-1 1 1,1 0 0,-1-1-1,1 1 1,-1 0-1,1 0 1,-1 0-1,1-1 1,-1 1-1,1 1 1,6 33 1402,10 55 542,-8-2-4179,-9-88 1792,-1 1 0,1 0 0,0-1-1,0 1 1,1 0 0,-1 0 0,0-1 0,0 1 0,0 0 0,0-1-1,1 1 1,-1 0 0,0-1 0,1 1 0,-1 0 0,0-1 0,1 1-1,-1-1 1,1 1 0,-1 0 0,1-1 0,-1 0 0,1 1 0,-1-1-1,1 1 1,0-1 0,-1 1 0,1-1 0,0 0 0,-1 0 0,2 1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7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10629,'0'0'14679,"-68"115"-13751,48-81-192,-7 4-271,0 1-369,0 1-80,0 1-16,-7-5-945,7 0-1552,13-4-816,1-12-3331,13-6-4753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7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18536,'0'0'11616,"-11"15"-10933,4-5-573,-4 2 123,2 1 0,-1 1 0,2 0 0,0 0-1,0 0 1,-7 24 0,14-36-229,0 0 1,1-1-1,-1 1 0,1 0 1,0 0-1,0-1 0,0 1 0,0 0 1,0 0-1,0 0 0,0 0 1,0-1-1,1 1 0,-1 0 1,1 0-1,-1-1 0,1 1 1,0 0-1,0-1 0,-1 1 1,1-1-1,0 1 0,0-1 1,1 1-1,-1-1 0,0 0 1,0 1-1,1-1 0,-1 0 0,1 0 1,1 1-1,4 1 3,0-1 1,0 0-1,0 0 0,0-1 1,0 0-1,12 0 0,3 1-4,44 5-319,117-5 0,-152-8-657,-19-2-1501,-7-5-5986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9076,'0'0'20313,"-115"124"-17927,88-76-1826,7-1-448,-1-2-112,15-4-929,-1-7-2672,0-9-6868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50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 10917,'0'0'15348,"-18"2"-14886,-59 9 39,72-9-472,1 0-1,-1 0 0,1 0 1,0 0-1,-1 1 0,1-1 1,0 1-1,0 0 0,1 1 1,-1-1-1,1 0 0,0 1 0,-1 0 1,2 0-1,-4 5 0,0 2 26,0-1-1,1 1 1,0 0-1,-3 14 1,5-14-36,0 0 1,0 0-1,1 0 1,1 1-1,-1-1 1,2 20-1,0-28-55,0 0-1,1-1 1,-1 1-1,1 0 1,0-1-1,0 1 1,0 0-1,0-1 0,0 1 1,0-1-1,1 1 1,-1-1-1,1 0 1,-1 0-1,1 0 0,0 0 1,0 0-1,0 0 1,0 0-1,0-1 1,1 1-1,-1 0 1,1-1-1,-1 0 0,0 0 1,1 0-1,0 0 1,-1 0-1,1 0 1,0-1-1,-1 1 0,5-1 1,-1 1-64,0 0 0,0-1 0,0 0 0,0-1 0,0 1 0,1-1 0,-1 0 1,0 0-1,0-1 0,0 0 0,-1 0 0,1-1 0,0 1 0,-1-1 0,0 0 0,1-1 0,-1 1 0,5-5 0,-4 1 104,0 1 0,0-1 0,0-1 0,-1 1-1,0-1 1,0 0 0,-1 0 0,0 0 0,-1 0 0,1-1 0,3-16-1,-5 18 173,-1-1-1,1 1 1,-1-1 0,0 0-1,-1 1 1,0-1-1,0 0 1,-2-12-1,1 18-182,1 0 0,-1 0 1,0 0-1,0 0 0,0 0 0,0 0 0,0 1 0,0-1 1,0 0-1,0 1 0,-1-1 0,1 1 0,-1-1 0,1 1 1,-1 0-1,0-1 0,-3-1 0,2 2-379,0 0 0,0 0 0,0 0 0,-1 0 0,1 0-1,0 1 1,0-1 0,-7 1 0,4 2-5058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50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15207,'0'0'17560,"0"5"-17560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5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5939,'0'0'13136,"0"9"-8018,-1 36-3838,-1-39-1242,0 0-1,0 0 1,0 0 0,-1 0-1,0 0 1,0 0-1,0-1 1,-1 1 0,0-1-1,0 0 1,-6 6 0,-23 20-2406,-1-5-4859,1-6-4221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52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7075,'0'0'10346,"3"0"-9177,19-1-184,-1-1 1,27-7 0,-25 4-641,1 2 1,31-2 0,-54 6-333,0-1 0,0 1 0,0 0 0,-1 0 0,1 0 0,-1 0 0,1-1 0,0 1 0,-1 0 0,1 0 0,-1 0 0,0 0 0,1 0 0,-1 0 0,0 0 0,0 0 0,0 0 1,1 1-1,-1-1 0,0 0 0,0 0 0,-1 0 0,1 0 0,0 0 0,0 0 0,0 0 0,-1 0 0,0 1 0,-8 38 513,-4-19-355,-1 0 0,-1-1 0,-20 21 0,22-26-79,12-15-79,1 0 0,-1 1 0,0-1 0,1 1 0,-1-1 0,1 1 0,-1-1 0,1 1 0,-1-1 0,1 1-1,0-1 1,-1 1 0,1 0 0,0-1 0,-1 1 0,1 0 0,0-1 0,0 1 0,-1 0 0,1-1-1,0 1 1,0 0 0,0-1 0,0 1 0,0 0 0,0 0 0,0-1 0,0 1 0,0 0 0,1-1 0,-1 1-1,0 0 1,0-1 0,1 1 0,-1 0 0,0-1 0,1 1 0,-1 0 0,0-1 0,1 1 0,-1-1-1,1 1 1,-1-1 0,1 1 0,-1-1 0,1 1 0,0-1 0,-1 0 0,1 1 0,0-1 0,-1 0 0,1 0-1,-1 1 1,1-1 0,0 0 0,0 0 0,-1 0 0,1 0 0,0 0 0,-1 0 0,1 0 0,0 0 0,0 0-1,-1 0 1,2 0 0,57-2 1386,-51 1-1344,19-2-243,1-1 0,50-16 1,-70 12-6798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53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5 10405,'0'0'16359,"-13"-1"-15588,-45-2-210,57 3-551,-1 0 0,0 0 1,1 0-1,-1 0 1,1 0-1,-1 0 0,0 0 1,1 0-1,-1 1 1,1-1-1,-1 0 0,1 1 1,-1 0-1,1-1 1,-1 1-1,1 0 0,0 0 1,-1 0-1,1-1 1,0 2-1,0-1 0,-1 0 1,1 0-1,0 0 1,0 0-1,0 1 0,0-1 1,1 0-1,-1 1 1,0-1-1,1 1 0,-1-1 1,1 1-1,-1-1 1,1 1-1,-1-1 0,1 1 1,0 0-1,0 2 1,0 0-58,1-1 0,0 0 0,0 0 0,0 0 0,0 0 1,0 0-1,0 0 0,1 0 0,-1 0 0,1 0 0,0-1 0,0 1 1,0-1-1,0 1 0,5 3 0,19 11-126,26 22-263,-50-37 409,0 0 1,0 1-1,1 0 1,-2-1-1,1 1 1,0 0-1,0 0 1,-1 0-1,0 0 1,0 0 0,1 0-1,-2 0 1,1 0-1,0 1 1,-1-1-1,1 5 1,-1-4 53,-1-1 0,1 1 0,-1 0-1,0-1 1,0 1 0,0-1 0,-1 1 0,1-1 0,-1 0 0,0 1 0,0-1 0,0 0 0,0 0-1,0 0 1,-1 0 0,1-1 0,-1 1 0,0-1 0,0 1 0,0-1 0,0 0 0,0 0 0,-6 2-1,-39 14-2083,0-13-6984,40-6 2884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53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5202,'0'0'20954,"102"-14"-20906,-89 14-48,-6 0-1217,6 2-1328,-6 1-1873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54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1 191 8324,'0'0'11896,"9"-5"-10890,-4 2-835,-5 2-143,1 0-1,0 0 0,1 0 0,-1 0 0,0 0 1,0 0-1,0 1 0,0-1 0,1 0 1,-1 0-1,0 1 0,1-1 0,-1 1 0,1 0 1,-1-1-1,0 1 0,1 0 0,-1 0 0,1 0 1,-1-1-1,1 2 0,-1-1 0,1 0 1,-1 0-1,0 0 0,1 1 0,-1-1 0,1 1 1,-1-1-1,0 1 0,1-1 0,-1 1 1,0 0-1,0 0 0,1 0 0,-1 0 0,0 0 1,0 0-1,0 0 0,0 0 0,0 0 0,0 1 1,8 17 361,-1 0 0,-1 0 1,-1 0-1,-1 0 0,5 36 1,1 107 992,-10-117-1230,2-1 1,1 1-1,14 54 0,-17-94-149,1-1 0,-1 1 1,1-1-1,0 1 0,1-1 0,-1 0 1,1 0-1,4 5 0,-6-8-3,1 1 1,-1-1-1,0 1 0,1-1 0,-1 0 1,1 0-1,-1 0 0,1 0 0,0 0 1,-1 0-1,1 0 0,0-1 0,0 1 1,0-1-1,-1 1 0,1-1 0,0 0 0,0 1 1,0-1-1,0 0 0,0 0 0,3-1 1,-2-1 8,0-1-1,0 0 1,-1 0 0,1 0 0,-1 0 0,0 0 0,0 0 0,0-1 0,0 1 0,0-1-1,-1 1 1,0-1 0,1 0 0,0-7 0,1 1 12,120-293 182,10-31-238,-98 247-191,-36 98-929,0 1 1,-1-1-1,-1 0 1,0 0-1,-9 21 1,6-17-846,-13 34-5070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54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130 138 7395,'0'0'6358,"12"-19"-5112,39-61 387,-49 78-1184,-1-1 0,1 1 0,-1-1 0,1 1 0,-1-1 0,0 0 0,0 1 0,0-1 0,1-5 0,-2 7-367,0 1 0,0 0 0,-1-1 0,1 1 0,0 0 0,0-1 0,0 1 0,0 0 0,0 0-1,0-1 1,-1 1 0,1 0 0,0 0 0,0-1 0,0 1 0,-1 0 0,1 0 0,0-1 0,0 1-1,-1 0 1,1 0 0,0 0 0,0 0 0,-1-1 0,1 1 0,0 0 0,-1 0 0,1 0 0,0 0 0,0 0-1,-1 0 1,1 0 0,0 0 0,-1 0 0,1 0 0,0 0 0,-1 0 0,1 0 0,0 0 0,-1 0 0,1 0-1,-1 1 1,-30 12 1585,13-1-1500,0 1 1,1 0 0,1 1 0,0 1-1,1 1 1,1 0 0,-21 31 0,32-43-171,1 0 0,0 0 0,0 1 0,1-1 0,-1 1-1,1 0 1,0-1 0,0 1 0,1 0 0,-1 0 0,1-1 0,1 9 0,-1-9-8,2-3-24,0 0 0,1 0 0,-1 0 0,0 0 0,1 0 1,-1-1-1,1 1 0,-1-1 0,1 0 0,-1 0 0,1 1 0,-1-2 0,1 1 0,-1 0 1,3-1-1,1 1 22,2-1-23,0 0 0,0 0 0,0-1 0,0 0 0,-1-1 0,1 1 0,-1-1 0,1-1 0,-1 1 0,0-1 0,0-1 0,-1 1 0,1-1 0,8-9 0,-1 1 33,-1-1-1,-1 0 1,0-1 0,-1 0-1,10-20 1,-20 34 82,0-1 1,0 1-1,-1-1 0,1 0 1,-1 1-1,1-1 0,-1 1 1,1-1-1,-1 0 1,0 0-1,0 1 0,0-1 1,0 0-1,0 1 1,0-1-1,-1 0 0,0-2 1,-5 1 2075,-4 18-1479,8-8-672,-1 0 0,2 0 0,-1 0 0,1 0 0,0 1-1,0-1 1,1 0 0,0 0 0,1 1 0,0 7-1,0-12-197,-1 0 0,1 1 0,0-1-1,0 0 1,0 0 0,0 0-1,0 0 1,1 0 0,0 0-1,-1 0 1,1 0 0,0-1 0,0 1-1,0-1 1,1 1 0,-1-1-1,1 0 1,-1 0 0,1 0-1,0 0 1,0 0 0,0-1-1,-1 1 1,6 0 0,2 1-818,0-1 0,0-1 0,0 0 0,0 0 0,13-2 0,12-1-4263,10-6-1915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54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3249,'0'0'20679,"0"6"-19545,0 96 2046,7-87-3138,-7-15-37,0 0 1,0 0-1,0 0 0,0 0 1,0 1-1,1-1 0,-1 0 1,0 0-1,0 0 0,0 0 1,0 0-1,0 0 0,0 1 1,0-1-1,0 0 0,1 0 1,-1 0-1,0 0 1,0 0-1,0 0 0,0 0 1,0 0-1,0 0 0,1 0 1,-1 0-1,0 0 0,0 0 1,0 0-1,0 0 0,1 0 1,-1 0-1,0 0 0,0 0 1,0 0-1,0 0 1,0 0-1,1 0 0,-1 0 1,0 0-1,0 0 0,0 0 1,0 0-1,0 0 0,0 0 1,1 0-1,-1 0 0,0 0 1,0-1-1,0 1 0,0 0 1,0 0-1,0 0 0,0 0 1,0 0-1,1 0 1,-1-1-1,0 1 0,0 0 1,0 0-1,0 0 0,0 0 1,0 0-1,0-1 0,0 1 1,0 0-1,0 0 0,0 0 1,0-235 221,0 234-299,0 0 1,0 0 0,0 0 0,0-1 0,1 1 0,-1 0 0,0 0-1,1 0 1,-1 0 0,0 0 0,1 0 0,0 0 0,-1 0 0,1 0 0,-1 0-1,1 0 1,0 0 0,0 0 0,0 0 0,-1 1 0,1-1 0,0 0 0,0 1-1,2-2 1,0 1-395,0 0 0,0 0 0,1 0 0,-1 0 0,1 0 0,-1 1 0,0-1 0,6 1 0,7 0-2818,0 2 0,27 4 0,-39-5 2658,43 11-5283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55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5539,'0'0'15247,"0"0"-15114,0-1 1,1 1 0,-1-1 0,0 1 0,0-1 0,1 1 0,-1-1-1,0 1 1,1 0 0,-1-1 0,0 1 0,1-1 0,-1 1-1,1 0 1,-1-1 0,1 1 0,-1 0 0,1 0 0,-1-1 0,1 1-1,-1 0 1,1 0 0,-1 0 0,1 0 0,-1 0 0,1 0 0,-1 0-1,1 0 1,6 28 737,-1 1-1,-2 0 0,-1 0 0,-1 56 1,-2-85-759,0-14-128,0 10-2,0 1 0,0-1 0,1 0 1,0 1-1,-1-1 0,1 1 0,1 0 0,-1-1 1,0 1-1,1 0 0,-1-1 0,1 1 0,0 0 1,0 0-1,0 1 0,1-1 0,-1 0 1,1 1-1,-1-1 0,1 1 0,0 0 0,0 0 1,0 0-1,0 0 0,0 1 0,1-1 0,-1 1 1,0 0-1,1-1 0,-1 2 0,1-1 0,-1 0 1,1 1-1,0-1 0,-1 1 0,1 0 1,-1 1-1,1-1 0,-1 0 0,1 1 0,-1 0 1,1 0-1,-1 0 0,1 0 0,-1 1 0,0-1 1,0 1-1,0 0 0,1 0 0,2 3 1,5 4 18,-1 2 0,0-1 1,0 1-1,-1 0 1,7 14-1,-14-22 5,0-1 0,-1 1 0,0 0 0,1 0 0,-1 0 0,0 1 0,-1-1 0,1 0 0,-1 0 0,1 0 0,-1 0 0,0 7 0,-1-8 12,1 0 0,-1 0 0,0 0 0,1 0 0,-1 0 1,0-1-1,0 1 0,-1 0 0,1 0 0,0-1 0,0 1 1,-1 0-1,1-1 0,-1 0 0,0 1 0,1-1 0,-1 0 1,0 0-1,0 0 0,0 0 0,-3 2 0,-17 3 317,0-1 0,0 0 0,-1-2-1,1 0 1,-1-1 0,-36-3 0,46 1-374,11 0-60,12-24-14475,14 1 1771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56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7171,'0'0'17080,"82"0"-16584,-49-5-128,8 1-303,-7 1-65,0 1-129,-7 2-1279,-7 0-2946,-6 0-4930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56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6515,'0'0'15207,"108"4"-17048,-74-8-8228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5:57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1 7171,'0'0'13657,"-18"22"-12379,-34 47-326,2 2-1,-54 105 1,63-89-272,4 2 1,-50 184-1,70-202-423,4 1 0,3 0 0,4 1 1,3 116-1,4-164-213,2 0 0,0 0-1,2 0 1,0-1 0,2 1 0,1-1 0,1-1 0,1 1 0,1-2 0,0 1 0,2-1 0,1-1 0,1-1 0,0 0 0,2-1 0,0 0 0,1-1 0,39 29 0,-16-19-21,1-3 0,1-1 0,1-2-1,1-2 1,1-2 0,55 14 0,-4-8-473,199 24 1,-260-47-1151,-32-1-200,-21 0 352,8 0 69,-1-1 0,1 0 0,-1-1 0,1 0 0,0 0 0,0-1 0,-16-7 0,-24-16-8724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04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2769,'0'0'12713,"20"-23"-10696,15-32-1260,-28 41-782,1 1 1,1 0-1,0 0 1,12-11 0,-21 23 37,0 1 0,1 0 0,-1 0 0,0-1 0,0 1 0,1 0 0,-1-1 0,0 1 0,1 0 1,-1 0-1,0 0 0,1-1 0,-1 1 0,0 0 0,1 0 0,-1 0 0,0 0 0,1 0 0,-1-1 1,1 1-1,-1 0 0,0 0 0,1 0 0,-1 0 0,0 0 0,1 0 0,-1 0 0,1 1 0,-1-1 0,0 0 1,1 0-1,-1 0 0,0 0 0,1 0 0,-1 1 0,0-1 0,1 0 0,7 17 906,-3 20 813,-5-32-1630,0 156 2942,0-55-7289,0-105 4050,0-1 1,0 1 0,0-1 0,0 1-1,0-1 1,0 1 0,0-1 0,0 1 0,0-1-1,0 0 1,1 1 0,-1-1 0,0 1-1,0-1 1,0 1 0,1-1 0,-1 0 0,0 1-1,0-1 1,1 0 0,-1 1 0,0-1-1,1 0 1,-1 1 0,0-1 0,1 0 0,-1 0-1,1 1 1,-1-1 0,0 0 0,1 0-1,-1 0 1,1 0 0,-1 1 0,1-1-1,-1 0 1,1 0 0,-1 0 0,1 0 0,-1 0-1,0 0 1,1 0 0,0-1 0,0 1 88,12 1-6015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04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93 7571,'0'0'14767,"-3"16"-13884,-5 22-607,2 0-1,1 0 0,2 0 1,2 47-1,1-82-294,1-1 1,-1 1 0,0-1-1,1 0 1,0 1-1,-1-1 1,1 1-1,0-1 1,0 0 0,0 0-1,1 0 1,-1 1-1,0-1 1,1 0-1,-1-1 1,1 1-1,2 2 1,-3-3-21,1 0 0,-1-1 1,1 1-1,0 0 0,-1-1 0,1 1 0,0-1 1,0 1-1,-1-1 0,1 0 0,0 0 0,0 1 1,0-1-1,-1-1 0,1 1 0,0 0 0,0 0 1,1-1-1,2-1-37,0 1 0,-1-1 0,1 0 1,-1-1-1,0 1 0,1-1 0,-1 1 0,0-1 0,-1-1 1,1 1-1,-1 0 0,1-1 0,-1 0 0,5-6 1,1-7 69,-1-1 1,0 1 0,-1-1-1,-1-1 1,-1 1 0,5-27-1,-5 3 181,0-76 0,-5 117-169,0 0 0,0 0 0,0 0 0,0-1 0,0 1 1,0 0-1,0 0 0,0 0 0,0-1 0,-1 1 0,1 0 0,-1 0 1,1 0-1,-1 0 0,1 0 0,-1 0 0,1 0 0,-1 0 0,0 0 1,0 0-1,0 0 0,1 0 0,-1 0 0,0 1 0,0-1 0,0 0 0,0 1 1,0-1-1,0 0 0,-1 1 0,1 0 0,0-1 0,0 1 0,0-1 1,0 1-1,0 0 0,-1 0 0,1 0 0,0 0 0,-2 0 0,0 0-171,1 1 0,-1-1-1,1 1 1,0-1 0,-1 1 0,1 0-1,0 0 1,-1 0 0,1 0-1,0 0 1,0 1 0,0-1-1,0 1 1,0-1 0,1 1-1,-1 0 1,0 0 0,-1 2-1,-6 19-5068,2-1-2111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05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7347,'0'0'12870,"149"-9"-12694,-102 5-64,7 2 16,0-1-112,-6 1-32,-1 0-1280,1-5-3298,-8-2-2369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05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3 3874,'0'0'21201,"-14"-1"-20221,6 1-869,-3-1 37,0 0-1,0 1 1,0 1 0,0 0 0,0 1 0,1 0 0,-21 6 0,22-5-22,-8 3 29,0 0-1,0 1 1,1 1-1,0 0 1,-18 13-1,33-21-173,1 1 0,-1-1 0,0 1 0,1-1-1,-1 1 1,0 0 0,1-1 0,-1 1 0,1 0 0,-1 0-1,1-1 1,-1 1 0,1 0 0,0 0 0,-1 0 0,1 0-1,0-1 1,0 1 0,-1 0 0,1 0 0,0 0 0,0 0-1,0 0 1,0 0 0,0 0 0,0 0 0,1-1 0,-1 1-1,0 0 1,0 0 0,1 0 0,-1 0 0,0 0 0,1-1-1,-1 1 1,1 0 0,-1 0 0,1-1 0,-1 1 0,1 0-1,-1-1 1,1 1 0,1 1 0,38 23-738,-32-21 722,28 15-124,88 53 154,-111-63-68,0 0 0,-1 1 0,-1 0 0,0 1 0,0 0 1,-1 1-1,9 13 0,-16-22-5,-1 0 1,0 0-1,0 0 1,-1 0-1,1 1 1,0-1-1,-1 1 1,0-1-1,0 1 1,0 0-1,0-1 0,-1 1 1,0 0-1,1-1 1,-1 1-1,0 0 1,-1 0-1,1-1 1,-2 5-1,1-5 62,-1 0-1,1 0 1,-1 0-1,0 0 1,0 0-1,0-1 1,-1 1 0,1-1-1,-1 1 1,1-1-1,-1 0 1,0 0-1,0 0 1,0-1-1,0 1 1,-5 2-1,-8 1 100,0 0-1,0-1 1,-1-1-1,1 0 0,-1-1 1,-28 0-1,43-2-79,0 0 1,1-1-1,-1 1 1,0 0-1,1-1 1,-1 1-1,0 0 1,1-1-1,-1 0 1,1 1-1,-1-1 1,1 0-1,-1 0 1,1 0-1,0 0 1,-1 0-1,1 0 1,0 0-1,0-1 1,0 1-1,0 0 1,0-1-1,0 1 1,0-1-1,0 1 1,0-1-1,1 1 1,-1-1-1,1 1 1,-1-1-1,1 0 1,0 1-1,-1-1 1,1 0-1,0 1 1,0-1-1,0 0 1,0 1-1,1-3 1,-1-3-42,1 0 1,0 1-1,0-1 1,1 0-1,0 0 1,0 1-1,0-1 1,7-10 0,0 4-7,1 0 1,1 1 0,0 0 0,1 1-1,0 0 1,1 1 0,17-11 0,0-2 36,53-31-24,-64 43 194,0 0-1,-1-2 1,0 0 0,-1 0-1,0-2 1,22-25 0,-39 40-34,1-1 1,-1 1 0,1-1 0,0 0 0,-1 0 0,1 1 0,-1-1 0,0 0 0,1 0-1,-1 0 1,1 1 0,-1-1 0,0 0 0,0 0 0,0 0 0,1 0 0,-1 0-1,0 0 1,0 1 0,0-1 0,0 0 0,0 0 0,-1 0 0,1 0 0,0 0-1,0 0 1,-1 1 0,1-1 0,-1-1 0,0 0-26,-1 1-1,1 0 1,-1 0 0,0 0 0,1 0-1,-1 0 1,0 0 0,1 0-1,-1 1 1,0-1 0,0 0-1,0 1 1,-3-1 0,-11-1-183,-1 1 0,-28 1 0,31 1 146,12-1-650,-1 1 1,0-1-1,1 1 0,-1 0 1,0 0-1,1 0 0,-1 0 1,1 1-1,0-1 0,-1 1 1,1-1-1,0 1 0,0 0 1,-4 4-1,-8 5-5521,-6 3-6240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06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1 443 2897,'0'0'12691,"3"0"-12208,90-8 2639,52-23-2611,-51 9-366,2149-323-646,-2171 339 628,132-22 12270,-209 27-15461,-15 0-12020,-5 1 6690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07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0 5250,'0'0'15015,"-10"7"-14001,-200 151 4513,146-102-4414,-70 77 0,125-124-1096,1 0-1,0 1 1,0 0 0,0 0 0,2 1-1,-1 0 1,1 0 0,1 0-1,0 1 1,0 0 0,1 0 0,1 0-1,0 0 1,-2 23 0,6-32-36,-1-1 0,1 0 0,-1 0 0,1 0 0,0 0-1,0-1 1,0 1 0,0 0 0,0 0 0,0 0 0,0-1 0,1 1 0,-1-1 0,1 1 0,-1-1 0,1 1 0,0-1 0,-1 0 0,1 0 0,0 0 0,0 0 0,0 0 0,0 0 0,0-1 0,0 1-1,0 0 1,0-1 0,0 0 0,0 1 0,3-1 0,12 2-112,0 0-1,28-1 0,-36-1 149,1 0-56,0-1 0,0 0-1,1 0 1,-1-1 0,0 0-1,0-1 1,0 0-1,-1-1 1,13-5 0,-18 7 38,0-1-1,0 1 1,-1-1 0,1 1 0,-1-1 0,0 0 0,1-1-1,-1 1 1,0 0 0,-1-1 0,1 0 0,-1 1 0,0-1-1,1 0 1,-2 0 0,1-1 0,0 1 0,-1 0 0,0 0-1,0-1 1,0 1 0,-1-1 0,1-6 0,-1 4 40,0 1 0,0-1 1,0 1-1,-1-1 0,0 1 0,0-1 1,-1 1-1,-3-9 0,3 12-3,0-1 0,-1 1-1,1 0 1,-1 0 0,0 0 0,1 1 0,-1-1-1,-1 1 1,1-1 0,0 1 0,-1 0-1,1 0 1,-1 0 0,1 1 0,-5-2 0,-7-1 115,1 1 0,-1 0 0,-30-2 0,32 5-4325,41-4-15136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08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26 784,'0'0'11875,"0"-5"-10594,0 4-1195,-1 1 1,1-1-1,0 0 1,0 0-1,0 1 1,0-1-1,0 0 1,0 0-1,0 0 1,0 1-1,1-1 1,-1 0 0,0 0-1,0 1 1,1-1-1,-1 0 1,0 1-1,1-1 1,-1 0-1,1 1 1,-1-1-1,1 0 1,-1 1-1,1-1 1,-1 1-1,1-1 1,0 1-1,-1-1 1,1 1-1,0-1 1,2 1 85,-1 1 1,0-1-1,0 1 1,0-1-1,0 1 1,0 0 0,0 0-1,0 0 1,0 0-1,0 0 1,0 0-1,0 0 1,0 1-1,-1-1 1,3 2-1,15 14 706,-1 1 0,0 1-1,-1 0 1,16 26-1,57 95 1296,-36-46-1577,-4 1 0,-4 3 0,-4 2 1,-5 2-1,40 174 0,-67-224-569,-2 1 0,-2 0-1,-3 0 1,-2 0 0,-2 1-1,-15 93 1,9-121 53,-1 0-1,-1 0 1,-2-1 0,0 0-1,-2-1 1,0 0 0,-2-1-1,-1-1 1,-20 23 0,5-10 141,-1-1 0,-2-2 0,-2-1 0,-55 37 0,90-68-225,-45 27 154,43-26-195,1 1 0,0-1 0,-1-1 1,1 1-1,0 0 0,-1 0 0,1-1 0,-1 0 0,1 1 0,-1-1 1,1 0-1,-1 0 0,1 0 0,-1-1 0,1 1 0,-1-1 0,-3-1 1,5 2-14,1-1 0,-1 1 0,0-1 0,1 1 0,-1-1 0,1 1 0,-1-1 0,1 0 1,-1 1-1,1-1 0,0 0 0,-1 0 0,1 1 0,0-1 0,0 0 0,-1 0 1,1 1-1,0-1 0,0 0 0,0 0 0,0 0 0,0 0 0,-1-112-10016,1 28-2329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0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5699,'0'0'19323,"10"0"-18085,209-18 654,-219 18-1893,1 1 1,0-1-1,-1 0 0,1 1 1,0-1-1,-1 1 1,1-1-1,-1 1 1,1-1-1,-1 1 1,1 0-1,-1-1 1,0 1-1,1-1 1,-1 1-1,1 0 1,-1 0-1,0-1 1,0 1-1,0 0 1,1-1-1,-1 1 1,0 0-1,0 0 1,0-1-1,0 1 1,0 0-1,0 0 1,0-1-1,0 1 1,-1 0-1,1 0 0,0-1 1,0 1-1,-1 0 1,1 0-1,-12 32 154,1-19 0,-1 0 1,0-1-1,-1-1 0,-1 0 0,-19 13 1,18-14 64,0 0 0,1 1 1,0 1-1,-23 29 1,36-42-202,1 1 1,0-1 0,-1 0-1,1 1 1,0-1 0,-1 0-1,1 1 1,0-1 0,-1 1-1,1-1 1,0 1 0,0-1-1,0 1 1,0-1 0,-1 1-1,1-1 1,0 1 0,0-1-1,0 1 1,0-1 0,0 1 0,0-1-1,0 1 1,0-1 0,1 1-1,-1-1 1,0 1 0,0-1-1,0 1 1,0-1 0,1 1-1,-1-1 1,0 0 0,1 1-1,-1-1 1,0 1 0,1-1-1,-1 0 1,0 1 0,1-1-1,-1 0 1,1 1 0,30 5 281,42-12 115,-71 5-364,51-8 30,25-3-4,-29 9-4085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09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12758,'0'0'12053,"129"0"-11060,-95-2-529,7-3-272,-14-2 0,0 5-16,-7 0-176,-13 2-144,0 0-1312,-21 0-7845,-20 11 529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09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3730,'0'0'16295,"129"3"-13157,-88-3-1746,-1 0-864,-13 0-528,1 0-496,-15 0-3458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14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35 5394,'13'-3'20785,"-5"1"-22118,9-5 1331,0 2-1,0 0 1,0 1-1,1 1 1,-1 0 0,1 2-1,0 0 1,-1 0-1,29 4 1,-46 29-91,-1-24 98,0-1 0,0 0 0,-1 1 0,0-1 1,0 0-1,0 0 0,-1 0 0,-1 0 0,1 0 0,-1-1 1,0 1-1,0-1 0,-1 0 0,0 0 0,-10 8 0,-9 9 89,-1-2-1,-35 23 0,51-38-79,-5 3-9,-21 14 82,33-22-84,1 0-1,-1 1 0,1-1 0,0 0 1,-1 1-1,1-1 0,0 1 1,0-1-1,0 1 0,0 0 0,0 0 1,0-1-1,1 1 0,-1 0 0,1 0 1,-1 0-1,0 3 0,28-5 38,36-3 758,-1-3 0,115-28 1,-96 17-206,-70 14 264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14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4034,'0'0'11629,"3"0"-11263,157-4 3770,79-17-2440,102-18-817,137-21 149,-439 53 4767,-54 21-13356,9-1 2207,0-2-1177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15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543 1 11813,'0'0'8975,"-21"19"-8193,-290 296 3511,277-279-3703,3 1 1,-48 72-1,70-93-525,0 0 0,1 0 0,0 1 0,1 0 0,2 0 0,-1 1 0,2 0 0,0 0 0,1 0 0,0 28 0,3-43-72,0 0 1,0 0-1,0-1 1,1 1-1,-1 0 1,1-1-1,-1 1 1,1-1-1,0 1 1,0-1-1,0 1 1,1-1-1,-1 1 1,1-1-1,-1 0 1,1 0-1,0 0 1,-1 0-1,1 0 1,0 0-1,4 2 1,-1-1-3,0-1 1,0 1-1,0-1 0,0 0 1,0-1-1,1 1 1,-1-1-1,0 0 1,1-1-1,6 1 0,5-1 4,1-1 1,-1 0-1,0-1 0,-1-1 0,1-1 0,21-8 0,-20 6 10,-1-1-1,-1 0 1,1-2 0,-2 0 0,1-1-1,19-15 1,-31 21 19,1-1-1,0 1 1,-1-1-1,0 0 1,0 0-1,0 0 0,0-1 1,-1 1-1,0-1 1,-1 0-1,1 0 1,-1 0-1,0 0 1,0 0-1,-1-1 1,0 1-1,0 0 1,0-1-1,-1 1 1,0-1-1,-1-10 0,0 14 15,0 0-1,1 1 1,-1-1-1,0 1 0,0-1 1,0 1-1,-1-1 0,1 1 1,-1 0-1,1 0 1,-1 0-1,0 0 0,0 0 1,0 0-1,0 0 0,0 0 1,0 1-1,0-1 1,-1 1-1,1 0 0,0-1 1,-4 0-1,-8-3 132,0 1-1,0 0 0,-17-3 1,-30-9-777,60 16 367,0-1 0,1 1 0,-1-1 0,1 0 0,-1 1 0,1-1 0,-1 1 0,1-1-1,0 0 1,-1 1 0,1-1 0,0 0 0,-1 0 0,1 1 0,0-1 0,0 0 0,-1 0 0,1 1 0,0-1-1,0 0 1,0 0 0,0 1 0,0-1 0,0 0 0,0 0 0,1 1 0,-1-1 0,0 0 0,0 0 0,1 1 0,-1-1-1,0 0 1,1 1 0,-1-1 0,0 0 0,1 1 0,-1-1 0,1 0 0,-1 1 0,2-1 0,26-19-8622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15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0 8980,'0'0'9605,"0"0"-9586,-1 0 0,1 0 0,-1 0 1,1 0-1,-1 0 0,1 0 0,-1 0 1,1 0-1,0 0 0,-1 0 0,1 0 1,-1 1-1,1-1 0,-1 0 0,1 0 1,0 0-1,-1 1 0,1-1 0,-1 0 1,1 0-1,0 1 0,-1-1 0,1 0 1,0 1-1,-1-1 0,1 0 1,0 1-1,0-1 0,-1 0 0,1 1 1,0 0-1,48 41 1384,-24-16-873,-1 0 1,-1 1-1,-1 2 0,-2 0 0,-1 1 0,-1 1 1,-2 0-1,-1 1 0,-1 1 0,15 63 1,-4 13 202,-5 1 1,4 117-1,-17-147-394,-3 0 0,-9 93-1,2-135-165,-2 0 0,-1 0-1,-2-1 1,-2 0 0,-1-1-1,-28 57 1,16-46 81,-44 61 1,53-88-316,0-1-1,-2 0 1,0-1 0,-1 0 0,-23 17 0,34-30-313,0-1 0,0 1 0,-1-1 1,1-1-1,-1 1 0,0-1 0,-15 3 1,-35 1-5001,-7-6-1723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16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 3554,'0'0'12947,"-13"19"-11082,-1 1-1319,-28 38 2447,-64 119-1,75-106-2187,4 2 1,2 0 0,4 2 0,2 0-1,5 1 1,2 1 0,-2 138-1,14-197-790,0 0-1,1 0 1,2 0-1,0 0 1,0 0-1,2-1 1,0 0-1,1 0 1,1 0-1,0 0 0,1-1 1,1-1-1,0 1 1,2-1-1,-1-1 1,2 0-1,0 0 1,22 19-1,-11-16-131,1 0 0,0-2 0,1 0 0,1-2 0,0 0 0,1-2 0,0-1-1,1-2 1,-1 0 0,37 4 0,113 8-3067,-4-17-3578,-61-3-351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1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9380,'0'0'9733,"-1"0"-9656,1 1 1,0-1-1,0 0 1,-1 1-1,1-1 1,0 1-1,0-1 1,0 1-1,0-1 1,0 0-1,0 1 1,-1-1-1,1 1 1,0-1 0,0 1-1,0-1 1,1 1-1,-1-1 1,0 1-1,0-1 1,0 1-1,0-1 1,0 0-1,0 1 1,1-1-1,-1 1 1,0-1-1,0 1 1,1-1-1,-1 0 1,0 1-1,1-1 1,-1 0-1,0 1 1,1-1-1,45 2 2579,32 3-264,-76-4-2366,-1-1 0,1 1 0,-1 0 0,0 0 0,1-1 1,-1 1-1,0 0 0,1 0 0,-1 0 0,0 0 0,0 1 0,0-1 0,0 0 0,0 0 0,0 1 0,0-1 0,-1 0 1,1 1-1,0-1 0,-1 1 0,1-1 0,-1 1 0,1-1 0,-1 1 0,0-1 0,0 1 0,1 0 0,-1-1 0,0 1 1,-1-1-1,1 1 0,0-1 0,0 1 0,-2 2 0,2 2 150,-2-1 0,1 0 0,0 0 0,-1 1 0,0-1 0,0 0 0,-1 0 0,-5 7 0,8-12-173,-5 6 209,-1 0 0,1 0 0,0 1 0,1 0 0,-1-1 0,1 1 0,1 1 0,-1-1 0,1 1 0,0-1 0,1 1 0,-3 13 0,6-20-212,-1 0 0,1 0 0,-1 0 0,1-1 0,-1 1 0,1 0 0,0-1 0,-1 1 0,1 0 0,0-1 0,-1 1 0,1-1 1,0 1-1,0-1 0,0 1 0,0-1 0,-1 0 0,1 0 0,0 1 0,0-1 0,0 0 0,0 0 0,0 0 0,0 0 0,0 0 0,0 0 0,1 0 0,36 0 12,-31 0-1,42 2 51,-27-1-1066,0-1-1,41-4 1,-44-3-3178,-6-8-5381,-5-5-5428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17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12694,'0'0'14807,"135"-7"-13687,-87 0-159,-1-2-337,-6 0-176,-1 5-304,-6 1-96,-13 1-48,-15 2-48,-40 0-11205,-13 11-512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17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17128,'0'0'12518,"135"0"-12022,-101 0-336,-7 0-160,0-7-3122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19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5939,'0'0'11333,"0"17"-9089,2 12-116,10 56 0,-7-56-2075,3 59 0,-8-88-299,0 1 0,0-1 0,0 1 0,0-1 0,0 1 0,0-1 1,0 1-1,0-1 0,0 1 0,0-1 0,0 0 0,0 1 0,0-1 1,1 1-1,-1-1 0,0 1 0,0-1 0,1 1 0,-1-1 0,0 0 0,0 1 1,1-1-1,-1 1 0,0-1 0,1 0 0,-1 1 0,1-1 0,-1 0 1,0 0-1,1 1 0,0-1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1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793 1 13382,'0'0'10085,"-122"155"-8308,74-94-865,-12 5-240,-8 4-175,-7-3-145,1-1-304,6-3-48,0-2-32,7-2-801,7-10-1328,14-3-736,6-17-2065,13-13-2066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6:20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1 6819,'0'0'18571,"-3"9"-17992,-12 20 28,0-1-1,-2 0 1,-1-1 0,-32 36-1,6-5-256,-21 26-19,-71 107 136,131-183-464,0 0 0,0 1 0,1-1 0,1 1 1,-1 0-1,1 0 0,1 1 0,0-1 0,0 1 0,1-1 1,0 1-1,1-1 0,0 1 0,0 0 0,3 13 0,-2-21-5,0 0 0,0 0 0,0-1 0,0 1 0,0 0 0,1-1 0,-1 1 0,1-1 0,-1 0 0,1 1 0,0-1 0,-1 0 0,1 0 0,0 0 0,0 0 0,0 0 0,-1-1 0,1 1 0,0 0 0,0-1 0,0 1 0,0-1 0,0 0 0,3 0 0,58 1-55,-42-2 66,-6 1 11,0-1 0,0-1 1,0 0-1,0-1 0,-1-1 1,0 0-1,1-1 1,-2-1-1,1 0 0,0 0 1,-1-1-1,-1-1 0,1-1 1,-1 1-1,14-15 0,-25 22-5,0 0 0,1 0 0,-1 1-1,0-1 1,0 0 0,0 0 0,-1-1 0,1 1 0,0 0-1,0 0 1,-1 0 0,1 0 0,0-1 0,-1 1-1,1 0 1,-1-1 0,0 1 0,1 0 0,-1-1-1,0 1 1,0-1 0,0 1 0,0 0 0,0-1-1,0 1 1,0-1 0,-1 0 0,0-1 38,0 1 0,-1 1 0,1-1 0,-1 0 0,0 0 0,1 0 0,-1 1 0,0-1-1,0 1 1,0-1 0,0 1 0,0 0 0,0 0 0,-3-1 0,-11-4 230,1 1 0,-1 0-1,-23-3 1,39 8-283,-36-4 0,-69 1 0,85 3 0,20 0-2,0 0-1,0 0 1,0-1-1,0 1 1,-1 0 0,1 0-1,0 0 1,0 0-1,0 0 1,0 0 0,-1 0-1,1 0 1,0 0-1,0 0 1,0 0 0,-1 0-1,1 0 1,0 0-1,0 0 1,0 0 0,0 0-1,-1 0 1,1 0-1,0 0 1,0 0 0,0 0-1,-1 0 1,1 0-1,0 0 1,0 0 0,0 0-1,0 1 1,0-1-1,-1 0 1,1 0 0,0 0-1,0 0 1,0 0-1,0 1 1,0-1 0,0 0-1,0 0 1,-1 0-1,1 0 1,0 1 0,0-1-1,0 0 1,0 0-1,0 0 1,0 0 0,0 1-1,0-1 1,0 0-1,0 0 1,0 0 0,0 1-1,0-1 1,0 0-1,0 0 1,0 0 0,0 0-1,0 1 1,1-1-1,-1 0 1,0 0 0,0 0-1,0 0 1,0 1-1,0-1 1,9 7-1719,13-3-3412,0-3-3852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0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0 244 6131,'0'0'8356,"0"-5"-6700,3-14 36,3 27 124,11 42 333,-14-40-2219,124 450 5227,-122-442-5113,1-1 0,1 0 0,9 17 0,-16-33-48,0-1 0,0 1 0,1-1 1,-1 1-1,0-1 0,0 1 0,0-1 0,1 0 0,-1 1 0,0-1 0,1 1 0,-1-1 1,0 0-1,1 1 0,-1-1 0,1 1 0,-1-1 0,0 0 0,1 0 0,-1 1 1,1-1-1,-1 0 0,1 0 0,-1 0 0,1 1 0,-1-1 0,1 0 0,-1 0 1,1 0-1,-1 0 0,1 0 0,-1 0 0,1 0 0,10-15-3,-1-25 117,73-329 69,-63 295-180,67-247-4,-78 296 160,-5 34 78,-4 47-1046,0-41-424,0 91-10139,0-68 5307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01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1 960,'0'0'15608,"1"0"-15442,-1-1 0,1 1 1,-1 0-1,0 0 1,1 0-1,-1 1 1,1-1-1,-1 0 1,0 0-1,1 0 1,-1 0-1,1 0 0,-1 0 1,0 1-1,1-1 1,-1 0-1,1 0 1,-1 1-1,0-1 1,1 0-1,-1 0 0,0 1 1,0-1-1,1 0 1,-1 1-1,0-1 1,0 1-1,1-1 1,-1 0-1,0 1 1,0-1-1,0 1 0,0-1 1,0 0-1,0 1 1,1-1-1,-1 1 1,0-1-1,0 0 1,0 1-1,-9 15 272,0 0 1,-1-1-1,-14 17 1,16-24-379,2 0 1,-1 0 0,1 1-1,0 0 1,1 0-1,0 0 1,0 0-1,1 1 1,1 0 0,-1 0-1,2 0 1,-1 0-1,1 1 1,0 10 0,2-19-64,-1-1 1,1 1 0,0-1 0,0 1-1,0-1 1,1 0 0,-1 1 0,0-1 0,0 1-1,1-1 1,-1 0 0,1 1 0,-1-1-1,1 0 1,0 1 0,-1-1 0,1 0 0,0 0-1,0 0 1,0 0 0,0 0 0,0 0-1,0 0 1,2 2 0,0-3-5,0 1 0,-1 0 1,1-1-1,0 0 0,0 1 0,-1-1 0,1 0 1,0 0-1,0-1 0,0 1 0,-1-1 0,5-1 1,-2 1-5,0-1 1,-1-1-1,1 1 1,-1-1 0,1 0-1,-1 0 1,0 0-1,0 0 1,0-1 0,0 0-1,-1 0 1,0 0 0,0 0-1,0 0 1,0-1-1,0 1 1,2-8 0,-1 4 411,0-1 1,0 0 0,-1 0 0,0 0-1,-1 0 1,2-13 0,-4 27-399,0 0-1,0 1 1,0-1 0,1 0 0,0 0 0,0 1 0,0-1 0,0 0-1,1 0 1,0 0 0,5 8 0,-5-10-329,0-1-1,1 1 1,-1-1-1,1 0 1,0 0 0,-1 0-1,1 0 1,0 0-1,0-1 1,0 1 0,1-1-1,-1 0 1,0 0-1,0 0 1,1 0 0,-1 0-1,1-1 1,-1 0-1,5 0 1,25 1-11261,-24-1 4093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7:01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6675,'0'0'14540,"6"9"-12824,8 18 733,21 55 0,-31-115-1718,-2-45 0,-2 66-716,0 1 0,0 0 1,1 0-1,1 0 0,0 0 1,1 0-1,0 0 0,0 1 0,1-1 1,0 1-1,1 0 0,0 0 1,1 1-1,0-1 0,1 1 1,0 1-1,0-1 0,9-7 1,-14 14-59,0 1 1,0 0-1,0 0 1,0-1-1,0 2 1,0-1-1,1 0 1,-1 0-1,0 1 1,1-1-1,-1 1 1,0 0-1,1-1 1,-1 1 0,0 0-1,3 1 1,25 3-4746,-17-2-347,6-2-6006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03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3586,'0'0'13955,"26"-14"-9203,-11 17-296,0 3-3352,24 3-1190,-32-9 116,2 1-4,1-1 1,-1-1-1,0 1 0,1-2 0,16-3 0,-24 4-29,0 0 1,0 0-1,0 0 1,0 0-1,0 0 1,0-1 0,0 1-1,-1-1 1,1 1-1,0-1 1,-1 1-1,1-1 1,-1 0-1,0 0 1,1 0-1,-1 0 1,0 0-1,0 0 1,0 0-1,-1 0 1,1 0-1,0-1 1,-1 1-1,0 0 1,1 0 0,-1-1-1,0 1 1,0-4-1,-1 5-10,1 0 0,-1 0 0,1 1 0,-1-1 0,1 0 0,-1 1 0,1-1-1,-1 1 1,0-1 0,1 0 0,-1 1 0,0 0 0,0-1 0,1 1 0,-1-1 0,0 1 0,0 0 0,0 0 0,1-1-1,-1 1 1,0 0 0,0 0 0,0 0 0,0 0 0,0 0 0,1 0 0,-3 0 0,-34 1-249,28-1 199,4 0 64,1 0 0,-1 0 0,0 0 0,1 1 0,-1 0 0,0 0 0,1 0-1,-1 0 1,1 1 0,-1 0 0,1 0 0,0 0 0,0 0 0,0 1 0,0-1 0,0 1 0,1 0 0,-1 0 0,1 1-1,0-1 1,-1 1 0,2-1 0,-1 1 0,0 0 0,1 0 0,0 0 0,0 1 0,0-1 0,0 0 0,1 1 0,-2 7-1,0 12 211,1 0-1,2 1 0,0-1 0,5 33 1,-4-53-158,0-1 1,0 1 0,0-1-1,1 1 1,-1-1 0,1 0-1,0 0 1,0 0-1,0 0 1,0 0 0,0 0-1,1 0 1,0-1 0,-1 1-1,1-1 1,0 0 0,0 0-1,0 0 1,0 0 0,0 0-1,1-1 1,-1 1 0,1-1-1,-1 0 1,1 0-1,6 1 1,-4-1-48,-1-1 0,1 1 0,0-1-1,-1 0 1,1 0 0,0 0 0,0-1 0,-1 0-1,1 0 1,-1-1 0,1 1 0,-1-1 0,1 0 0,-1-1-1,0 1 1,7-6 0,-11 8-216,-1-1 0,1 1 0,0-1 0,-1 0 1,1 1-1,-1-1 0,1 0 0,-1 0 0,1 0 0,-1 1 0,1-1 0,-1 0 1,0 0-1,0 0 0,1 0 0,-1 0 0,0 0 0,0 1 0,0-1 0,0 0 1,0 0-1,0 0 0,0-2 0,0-1-2060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0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11365,'0'0'16088,"149"-38"-15112,-108 31-368,-1 3-304,1-1-160,-7 5-144,-14 0-576,-6 0-1217,-14 18-8707,-14 7 2384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04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13126,'0'0'15383,"115"-20"-14535,-61 6-223,0 5-401,-13 4-224,-7 3-624,-14 2-2866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16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3666,'0'0'18272,"0"9"-17474,1 12-575,0 0 257,-1-1 0,-1 0-1,-6 39 1,7-58-514,0 0 0,0 0 0,0 0 0,0 0-1,0-1 1,0 1 0,0 0 0,0 0 0,0 0 0,1 0 0,-1 0-1,0 0 1,0-1 0,1 1 0,-1 0 0,1 0 0,-1 0 0,1-1 0,-1 1-1,1 0 1,-1-1 0,1 1 0,0 0 0,-1-1 0,1 1 0,0-1 0,-1 1-1,1-1 1,0 1 0,0-1 0,0 1 0,-1-1 0,1 0 0,0 0 0,0 1-1,0-1 1,0 0 0,0 0 0,0 0 0,-1 0 0,1 0 0,0 0-1,1 0 1,55-1-949,-37 0 795,-5 1 206,-9 0-29,1 0-1,-1 0 0,1 0 1,-1 1-1,0 0 0,1 0 1,8 3-1,-13-3 37,0 0-1,0 0 0,0 1 0,-1-1 1,1 0-1,0 1 0,-1 0 1,0-1-1,1 1 0,-1 0 1,0 0-1,0 0 0,1-1 0,-1 1 1,-1 0-1,1 0 0,0 1 1,-1-1-1,1 0 0,-1 0 1,1 0-1,-1 0 0,0 1 1,0-1-1,0 0 0,-1 4 0,2-2 155,-1 1 0,-1 0-1,1 0 1,-1 0 0,0 0-1,0-1 1,0 1 0,-1 0-1,0-1 1,0 1 0,0-1-1,0 0 1,-1 0 0,1 0-1,-1 0 1,0 0 0,-1 0-1,1-1 1,-5 5 0,4-5-271,0-1 1,0 1 0,0-1-1,-1 0 1,1 0 0,-1-1-1,1 1 1,-1-1 0,1 0-1,-1 0 1,0-1 0,0 1-1,-5-1 1,-7 1-1096,-13-1-4001,4-5-3978,11-7-310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1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15 960,'0'0'21290,"136"-14"-20842,-96 16-352,1 10-96,0-1-192,-1 0-2001,1-6-3121,-1-1-4755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16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8436,'0'0'18072,"142"-15"-17880,-108 6 0,6 2-128,-6 2-64,0 3-512,-7 2-1921,7-4-2177,0-3-5155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16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7652,'0'0'19833,"11"-3"-19641,40-3 16,74-1 0,-123 7-207,0 0 0,0-1 1,0 2-1,0-1 0,-1 0 0,1 0 0,0 0 1,0 1-1,0-1 0,-1 1 0,1-1 0,0 1 1,-1 0-1,1 0 0,0 0 0,-1 0 1,1 0-1,-1 0 0,1 0 0,-1 0 0,0 1 1,0-1-1,1 0 0,0 3 0,-1-2 3,0 1 0,-1-1 0,1 1 0,0 0 0,-1-1-1,0 1 1,0 0 0,0-1 0,0 1 0,0 0 0,0 0 0,-1-1-1,1 1 1,-2 4 0,-2 3 7,0 0 1,0 0-1,-1-1 0,0 1 1,-1-1-1,0 0 0,-8 10 1,-25 20 16,27-28 4,-1 0 1,1 2-1,1 0 1,0 0-1,1 1 1,1 0-1,-13 24 1,21-37-29,1 0 0,0 0 1,-1 0-1,1 0 0,0 0 0,0 0 1,-1 0-1,1 0 0,0 0 0,0 0 1,0 0-1,0 1 0,1-1 0,-1 0 1,0 0-1,0 0 0,1 0 0,-1 0 1,0 0-1,1 0 0,-1 0 1,1 0-1,-1 0 0,1 0 0,0 0 1,-1-1-1,1 1 0,0 0 0,0 0 1,-1-1-1,1 1 0,0 0 0,0-1 1,0 1-1,0-1 0,0 1 0,0-1 1,0 1-1,0-1 0,0 0 0,0 1 1,0-1-1,0 0 0,0 0 1,2 0-1,9 1 17,-1 0 1,1-1 0,20-2-1,-7 1 65,28 0-1257,80-2 4063,-53 1-5870,-45 1-2310,-4 1-3574,-60 0-1698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17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0 407 10837,'0'0'835,"20"-6"1558,321-78 5784,10 5-4202,729-113-2467,-976 175-1417,-38 5 1028,118-5 0,-183 17-447,-23 19-595,-42 27-3957,-6-7-6409,23-19-214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17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 8244,'0'0'14860,"-20"20"-12982,-123 137 726,117-127-2066,1 2 1,1 1-1,-20 38 1,38-59-480,-1 1 1,1 0-1,1 1 1,0-1-1,1 1 1,1 0-1,0 0 0,1 1 1,0-1-1,2 0 1,-1 1-1,3 15 1,-2-28-60,1 0 0,-1-1 0,1 1 1,0 0-1,0 0 0,0 0 0,0-1 1,0 1-1,0 0 0,1-1 1,-1 1-1,0-1 0,1 1 0,-1-1 1,1 0-1,0 0 0,-1 0 0,1 0 1,0 0-1,0 0 0,-1 0 0,1 0 1,0-1-1,0 1 0,0-1 1,0 1-1,0-1 0,0 0 0,3 0 1,9 1-12,1 0 1,-1-1 0,15-3-1,-20 3 2,5-2-57,-1 0 1,0-1-1,1-1 1,-1 0-1,-1 0 0,1-1 1,-1-1-1,0 0 1,0-1-1,0 0 0,-1-1 1,0 0-1,-1-1 1,0 0-1,0-1 0,14-17 1,-23 25 74,1 0 0,0-1 0,-1 1 0,1 0 0,-1-1 0,0 1 0,0-1 0,0 0 0,0 1 0,-1-1 0,1 0 0,-1 1-1,1-1 1,-1 0 0,0 0 0,0 0 0,0 1 0,-1-1 0,1 0 0,-1 0 0,-1-4 0,0 4 30,1 0 0,-1 1 0,-1-1 0,1 1 0,0 0 0,0 0 0,-1 0-1,1 0 1,-1 0 0,0 0 0,0 1 0,1 0 0,-1-1 0,0 1 0,0 0 0,-3-1 0,-15-2 160,1 0 1,0 1-1,-1 2 1,-29 0 0,50 1-200,-1 0-139,0 0 0,0 0 0,0 1 0,0-1 0,0 0 0,0 0 0,0 0 0,0-1 0,0 1 0,0 0 0,0 0 0,0 0 0,0-1 0,0 1 0,0-1 0,0 1 0,0 0 0,0-1 0,0 0 0,15-17-7873,17-8-1555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18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28 13894,'0'0'11600,"23"-7"-10322,-10 2-1162,-6 2-79,-1 1 0,1-1-1,0 1 1,0 0 0,0 1-1,0 0 1,0 0 0,0 0-1,0 1 1,1 0 0,-1 0-1,0 1 1,0 0 0,0 0 0,0 1-1,0 0 1,0 0 0,-1 1-1,1-1 1,-1 2 0,9 4-1,16 16 162,-2 2 0,0 1-1,-2 1 1,-2 1 0,0 2 0,-2 0-1,-1 1 1,-2 2 0,-1 0-1,-2 1 1,22 61 0,-22-44 2,-3 1 1,-2 0-1,-2 1 0,-3 0 1,-2 0-1,-2 0 0,-9 97 0,2-121-183,-1 0 0,-1 0-1,-2-1 1,-1 0-1,-1 0 1,-2-1-1,-1-1 1,-1 0 0,-1 0-1,-23 29 1,1-8-76,-1-3 0,-3-1 0,-2-2 0,-59 46 0,75-67-604,-2-2-1,0 0 1,-1-2-1,-1-1 0,-42 16 1,34-19-2267,-1-1 0,-43 7 0,-44 1-10110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18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 1969,'0'0'16143,"-2"8"-13405,-11 27-595,-1 1 1,-26 44-1,-24 54 135,45-78-1794,3 1 1,2 0 0,-9 76-1,18-91-272,2 1 0,2 1 0,2-1-1,2 0 1,10 52 0,-9-78-223,0-1 1,1 1-1,1-1 0,1 0 0,0 0 1,2-1-1,-1 1 0,2-2 0,0 0 1,16 19-1,-9-16-41,1 0-1,1-1 1,0-1 0,1 0 0,1-2 0,36 19-1,-4-10-203,1-2 0,1-2 0,1-2 0,0-4 0,90 10 0,80-7-4005,-76-14-2133,34-5-6719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19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1121,'0'0'21457,"-1"4"-19821,-5 19 2491,27-21-2334,15-1-1434,-30-2-292,1 1 0,-1 0-1,1 0 1,0 0 0,-1 1 0,1 0-1,-1 1 1,0-1 0,1 1 0,-1 0 0,6 4-1,-10-5-61,-1 0-1,0 0 0,0 1 1,0-1-1,0 1 1,0-1-1,-1 0 0,1 1 1,0 0-1,-1-1 0,1 1 1,-1-1-1,1 1 1,-1 0-1,0-1 0,0 1 1,0 0-1,0-1 0,0 1 1,0 0-1,0-1 1,0 1-1,-1 0 0,0 1 1,0 3 24,0-1 0,-1 1 1,0-1-1,0 0 0,0 0 1,-4 6-1,-30 30 447,29-34-378,0 0-1,1 0 0,0 1 1,0 0-1,0 0 1,-5 11-1,11-18-97,0-1 0,0 0 0,0 1 0,0-1 0,0 0 0,0 1 0,0-1 0,0 0 0,0 1 0,0-1 0,0 1 0,0-1 0,1 0 0,-1 1 0,0-1 0,0 0 0,0 0 0,0 1 0,1-1 0,-1 0 0,0 1 0,0-1 0,1 0 0,-1 0 0,0 1 0,0-1 0,1 0 0,-1 0 0,0 0 0,1 0 0,-1 1 0,0-1 0,1 0 0,-1 0 0,0 0 0,1 0 0,-1 0 0,1 0 0,-1 0 0,0 0 0,1 0 0,-1 0 0,0 0 0,1 0 0,0 0 0,24 0 0,-19 0 0,28-1-837,50-6 1,-60 3-847,0-2 1,45-15 0,-22 3-7013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19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12086,'0'0'12517,"142"-9"-10340,-101 2-1376,0 0-753,-1 3 160,-13-1-208,-13 5-625,-1 0-1552,-53 2-17912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19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11269,'0'0'14039,"142"20"-12599,-101-20-1184,-1-9-256,-13-4-1088,-20-1-3410,-7-4-8788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21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96,'0'0'24766,"26"-13"-24248,85-42-156,-101 50-257,0 0 0,0 2 0,0-1 0,1 1 0,0 0 0,0 1 0,-1 1 0,1 0 0,0 0 0,21 2 0,-2 0 421,-29-2-505,1 1 0,0 0-1,-1 0 1,1 0 0,-1 0-1,1 0 1,0 1 0,-1-1-1,1 0 1,-1 1 0,1-1-1,-1 1 1,1-1 0,-1 1-1,1 0 1,-1 0 0,0-1-1,1 1 1,0 2 0,-1-1-4,0 0 0,0 0 0,-1 0 0,1 0 1,-1 1-1,0-1 0,1 0 0,-1 0 0,0 0 0,0 1 0,-1-1 1,1 0-1,-1 4 0,-1 1 80,-1-1 1,1 1 0,-1-1-1,0 0 1,-1 0 0,1-1-1,-1 1 1,0-1-1,-1 1 1,1-1 0,-1-1-1,-10 9 1,-15 18 434,16-16-346,12-13-174,-1 0 0,1 0 0,0 0 0,0 0 0,0 1 0,0-1 0,0 1 0,1-1 0,-1 1 0,1-1 0,0 1 0,0 0 0,0 0 0,0 0 0,-1 5 1,4-7-60,-1 0 1,1 0 0,-1-1-1,1 1 1,0 0 0,0-1-1,-1 1 1,1-1 0,0 0 0,0 1-1,-1-1 1,5 0 0,-4 0-22,9 1-51,17 2-117,44 10 0,-66-11 233,0 0-1,1 0 1,-1 0 0,0 0 0,0 1 0,0 0 0,-1 1-1,1-1 1,-1 1 0,0 0 0,0 0 0,8 10 0,-11-13 37,-1 1 0,0 0 0,0 0 1,0-1-1,0 1 0,0 0 1,0 0-1,-1 0 0,1 0 1,-1 0-1,1 0 0,-1 1 1,0-1-1,1 0 0,-1 0 0,0 0 1,-1 0-1,1 0 0,0 0 1,-1 0-1,1 1 0,-1-1 1,1 0-1,-1 0 0,0-1 0,0 1 1,0 0-1,0 0 0,0 0 1,0 0-1,-1-1 0,1 1 1,-1-1-1,1 1 0,-1-1 0,1 1 1,-1-1-1,0 0 0,0 0 1,0 0-1,-2 1 0,-79 20 2026,68-20-2056,0 2 0,0 0 0,0 0 0,0 1 0,-21 11 0,31-13-980,0 1-1,1-1 1,-1 1-1,1 0 1,0 0 0,0 1-1,0-1 1,-4 8 0,1-3-2285,-12 13-8046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21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13958,'0'0'4418,"156"-38"-976,-68 29-2081,21-5-273,19 5 369,21-2-401,-7-1-495,1 3-145,-15 5-400,-26-1-16,-28 3-80,-19 2-641,-35 0-575,-13 0-225,-21 0-5266,-33 0-913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22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1 9236,'0'0'12190,"-24"12"-9344,-128 77 81,122-69-2321,0 2-1,1 1 1,-42 44 0,51-44-296,1 1 0,-32 51 0,45-64-238,0 1 1,1 0-1,0 0 1,0 0-1,2 0 0,-1 1 1,2-1-1,0 1 0,-1 21 1,3-31-79,0 0 1,1 0-1,-1-1 1,1 1-1,0 0 1,0 0-1,0-1 1,0 1-1,0 0 1,0-1 0,1 0-1,-1 1 1,1-1-1,0 0 1,0 1-1,0-1 1,0 0-1,0 0 1,0-1-1,1 1 1,-1 0-1,0-1 1,1 1 0,-1-1-1,1 0 1,0 0-1,-1 0 1,1 0-1,0-1 1,0 1-1,0-1 1,4 1-1,11 1-39,0 0 0,1-1 1,32-4-1,-46 3 47,4-1-16,1 0 0,-1-1 1,0 0-1,1-1 0,-1 0 0,0 0 0,0-1 0,-1 0 1,1 0-1,-1-1 0,12-9 0,-16 11 34,-1 0 0,1 0-1,-1-1 1,0 1 0,0-1 0,0 1 0,0-1 0,0 0-1,-1 0 1,0 0 0,0 0 0,0-1 0,0 1 0,-1-1-1,1 1 1,-1-1 0,0 1 0,-1-1 0,1 0 0,-1 1-1,0-1 1,0 0 0,-1 1 0,1-1 0,-2-5 0,0 6 41,0-1 1,0 1-1,0 0 1,-1 0 0,1 0-1,-1 0 1,0 0-1,-1 1 1,1-1-1,0 1 1,-1 0 0,0 0-1,0 0 1,0 0-1,0 1 1,0 0-1,0 0 1,-1 0 0,1 0-1,-1 0 1,0 1-1,-6-1 1,-9-3-69,-1 2-1,1 0 1,-39 0 0,58 3-772,25 0-6358,17-1-789,16-4-4581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22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8548,'0'0'12149,"10"7"-10681,53 42 438,-3 2 0,60 66 0,-69-61-1099,-3 3 0,58 90 0,-76-100-744,-1 1 0,-4 2 1,-1 0-1,-2 1 0,-3 2 1,-3 0-1,-2 1 0,-2 0 0,7 94 1,-18-126-70,-1 0 0,-1 0-1,-1 0 1,-1 0 0,-1-1 0,-2 1 0,0-1 0,-1 0-1,-1-1 1,-2 0 0,0 0 0,-1-1 0,-1 0 0,-1-1 0,-1 0-1,0-1 1,-2-1 0,0 0 0,-1-2 0,-1 1 0,0-2 0,-27 17-1,-6 2-570,-2-3-1,-1-2 1,-89 35-1,34-29-3792,1-13-4058,5-12-6539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23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0 9925,'0'0'4964,"-27"20"-1044,13-11-3424,-13 10 230,0 1 0,1 1 0,1 2 0,1 0 0,-32 41 0,14-6 475,2 0 0,3 3 0,-51 114 0,69-127-850,2 1 0,2 0 0,2 1-1,3 0 1,1 1 0,-1 51 0,7-56-233,3 0 0,2 0 1,1 0-1,16 72 0,-14-97-157,1 0-1,1 0 1,1-1 0,1 0 0,1 0-1,0-1 1,2-1 0,0 0 0,1 0-1,0-1 1,31 29 0,-22-28-348,0-1 0,0-1 0,2-2 0,0 0 1,1-1-1,0-1 0,0-1 0,30 7 0,-6-5-1894,1-1 0,1-3 0,76 3 0,53-8-9687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23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1985,'0'0'15543,"-4"0"-12931,-39 13 3294,23-5-2224,43-8-1002,24 9-2989,-37-7 561,-5-1-242,-1 0 0,0 0-1,0 0 1,0 1 0,0-1 0,0 1 0,0 0 0,-1 0 0,1 1 0,-1-1 0,1 1-1,-1-1 1,0 1 0,5 6 0,-6-7-5,-1 0 0,0 0-1,-1 0 1,1 1 0,0-1 0,0 0-1,-1 0 1,1 1 0,-1-1 0,0 0-1,0 1 1,0-1 0,0 0 0,0 1-1,0-1 1,-1 0 0,1 0 0,-1 1-1,0-1 1,1 0 0,-1 0 0,0 0-1,0 1 1,-1-1 0,1 0 0,0-1-1,-1 1 1,1 0 0,-3 2 0,-6 7 17,-1 0 1,0 0 0,-18 12 0,17-14-15,1 1 1,-1 0-1,-17 21 1,28-30-9,0 0 0,0 0 0,0 1 0,1-1 0,-1 0 0,0 0 0,1 1 0,-1-1 0,1 0 0,-1 1 0,1-1 0,0 0 0,-1 1 0,1-1 0,0 2 0,0-2 0,0-1 0,1 1 0,-1-1 0,0 1 0,0 0 0,1-1 0,-1 1 0,0-1 0,1 1 0,-1-1 0,0 1 0,1-1 0,-1 1 0,1-1 0,-1 0 0,1 1 0,-1-1 0,1 0 0,-1 1 0,1-1 0,-1 0 0,1 1 0,0-1 0,45 4 0,-38-4 0,192 0-112,-199 0-862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24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7363,'0'0'18745,"6"2"-16611,19 3-1536,0-1-1,0-1 1,0-1-1,1-1 1,42-4-1,1 1-508,-12 2-308,-47 0-5043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2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12246,'0'0'13542,"142"11"-12198,-95-11-1103,-19-5-241,-8-6-2177,-20-2-5075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29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24 2769,'0'0'18190,"0"-5"-16795,0-14 529,0 38 1500,0 43-819,-2-1-1475,1 45-270,2-95-829,0 0-1,0 1 0,1-1 1,1-1-1,0 1 0,1 0 1,4 10-1,-1 4-796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30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6643,'0'0'14545,"7"-1"-14230,301-55 4928,-9 31-3408,67-11 169,-347 35-790,-16 5-2420,-26 14-4700,12-10 3629,-15 8-4873,-2 0-2908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34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2273,'-8'1'19899,"-16"3"-12548,100-6-7111,-34 0-155,-1 2 1,60 7-1,-99-7-82,-1 0 0,1 0-1,0 0 1,0 1 0,-1-1 0,1 1 0,0-1-1,0 1 1,-1-1 0,1 1 0,-1 0-1,1 0 1,-1 0 0,1 0 0,-1 0 0,1 0-1,-1 0 1,0 0 0,0 1 0,1-1-1,-1 0 1,0 1 0,0-1 0,0 1 0,-1 0-1,1-1 1,0 1 0,-1-1 0,1 1-1,-1 0 1,1 3 0,-1-2 9,0 0 0,-1 0 1,1-1-1,-1 1 0,0 0 0,0 0 0,0-1 0,0 1 1,-1-1-1,1 1 0,-1-1 0,1 1 0,-1-1 0,0 0 1,0 0-1,0 0 0,0 0 0,-4 3 0,-75 49 328,66-46-312,-1 1 0,1 0 0,0 1 1,1 1-1,1 1 0,0 0 0,0 0 0,1 1 1,-14 20-1,25-32-28,0 0 0,0 0 0,1 0 0,-1 0 1,0 0-1,1 0 0,-1 0 0,1 0 0,-1 0 0,1 0 0,0 0 0,-1 0 1,1 0-1,0 0 0,0 1 0,0-1 0,0 0 0,0 0 0,0 0 1,0 0-1,0 1 0,0-1 0,0 0 0,1 0 0,-1 0 0,0 0 0,1 0 1,-1 0-1,1 0 0,-1 0 0,1 0 0,0 0 0,-1 0 0,1 0 1,0 0-1,0 0 0,0-1 0,-1 1 0,1 0 0,0 0 0,0-1 1,0 1-1,0-1 0,0 1 0,0-1 0,1 1 0,-1-1 0,0 0 0,0 1 1,0-1-1,2 0 0,9 2 14,0-1-1,0-1 1,0 0 0,15-2-1,-5 1 77,-21 1-84,50 1 473,-1-3 0,81-12 1,-122 10-330,-10 1-93,-13-1-262,-13 4-864,-12-1-2978,13-3-4296,-1-5-7761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34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9 352,'0'0'16570,"0"-1"-16420,1 1 0,-1-1 0,0 1 0,0-1 0,1 1 0,-1-1 0,1 1 0,-1-1-1,0 1 1,1 0 0,-1-1 0,1 1 0,-1 0 0,1-1 0,-1 1 0,1 0 0,-1-1 0,1 1-1,-1 0 1,1 0 0,-1 0 0,1 0 0,-1 0 0,1-1 0,-1 1 0,2 0 0,0 10 317,-1 0 1,0 0 0,0 0-1,-1 0 1,0 0-1,-2 11 1,0 17 687,1-14-726,-1 0-1,-1 0 1,-1-1-1,-13 43 1,-43 91 666,-1 9-315,51-130-640,2 0 1,1 1-1,2 0 0,2 0 0,1 0 1,4 43-1,-1-67-113,1-1 1,0 0-1,1 0 0,0-1 1,1 1-1,0 0 1,1-1-1,1 0 0,-1 0 1,2-1-1,10 15 1,-4-10-8,0 0 0,1-1 0,1 0 0,0-1 0,1-1 0,24 14 0,8 0-28,2-2 0,0-2 0,2-3 0,61 15 0,-38-14-1239,152 18-1,-125-32-2631,0-6-3764,-45-3-1580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35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6307,'0'0'14204,"2"18"-12876,-1-7-1092,0-1-1,0-1-1,1 1 1,0 0-1,0 0 1,1-1-1,0 1 1,1-1-1,0 0 0,0 0 1,1 0-1,11 13 1,47 57 1757,-15-21-664,62 98-1,-76-97-766,51 121 1,-73-146-523,-1 0 1,-2 0 0,-1 1-1,-1 0 1,2 52 0,-8-49 31,-1 0 1,-8 58-1,5-79 88,-1 0 0,0 0 0,-2 0 0,0 0 0,0-1 0,-2 0 0,-15 25 0,13-26-353,-25 44 1045,33-54-1413,1-1 1,-1 0 0,1 0-1,0 1 1,0-1 0,1 1-1,-1 5 1,2-17-1035,0 0 0,0 0 0,1 0 0,0 0 0,1 1 0,-1-1 0,7-11 0,17-36-10791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36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19 1088,'0'0'19983,"-4"-18"-12854,80 24-4519,-72-5-2594,-1-1-1,0 1 1,1 0-1,-1 0 1,0 0-1,1 0 1,-1 0 0,0 1-1,0-1 1,0 1-1,0 0 1,0 0-1,-1 0 1,1 0 0,0 1-1,-1-1 1,0 1-1,1-1 1,-1 1-1,2 3 1,-3-3-21,-1 0 0,1 0 0,0 0 0,-1 0 0,0 0 0,1 1 0,-1-1 0,0 0 0,-1 0 0,1 0 0,-1 0 0,1 0 0,-1 0 0,0 0 0,0 0 0,0 0 0,-1 0 0,1 0 0,-1-1 0,-1 4 0,-6 6 155,0-1 0,-1 0 0,-14 13 0,17-18 3,-1 2 0,1-1 0,0 1-1,-7 12 1,13-20-149,1 1 0,-1 0 0,1 0 0,0-1 0,-1 1 1,1 0-1,0 0 0,0 0 0,-1-1 0,1 1 0,0 0 0,0 0 0,0 0 0,0-1 0,0 1 0,0 0 0,0 0 0,0 0 0,0 0 0,1-1 0,-1 1 1,0 0-1,0 0 0,1-1 0,-1 1 0,1 0 0,-1 0 0,1-1 0,-1 1 0,1 0 0,-1-1 0,1 1 0,-1-1 0,1 1 0,0-1 0,-1 1 0,1-1 1,0 1-1,-1-1 0,1 0 0,0 1 0,0-1 0,0 0 0,-1 1 0,1-1 0,0 0 0,0 0 0,0 0 0,-1 0 0,1 0 0,2 0 0,52 1 144,-44-2-136,36 1-103,-45 0-552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38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8308,'0'0'12582,"135"-20"-12406,-108 11-176,0 7-16,-6-3-417,-8 5-863,-6 0-1730,-14 23-7218,-6-7 6770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38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3650,'0'0'17768,"47"9"-15879,-20-9-481,7 0-655,0-4-465,0-3-288,7 0-32,-1-2-2786,14-5-7202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39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9764,'0'0'11510,"0"12"-10056,-2 90 1901,-1-34-2535,3-1 0,14 115 1,-5-142-2769,-3-16-1381,-2 2-4462,2-7-5028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39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1297,'0'0'20444,"16"-1"-19118,297-32 3419,108-7-2383,-237 33-2920,-190 8-2761,-90 21-5621,30-4-685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39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14615,'0'0'12832,"22"0"-11653,73 0-557,-90-1-580,0 1 0,1 1 0,-1-1 0,0 1-1,0-1 1,0 2 0,0-1 0,0 0 0,-1 1 0,1 0 0,8 4 0,-12-5-32,1 0 1,-1 1-1,0-1 1,1 0-1,-1 1 1,0-1-1,0 1 1,0-1-1,0 1 1,0-1-1,0 1 1,0 0 0,0-1-1,-1 1 1,1 0-1,-1 0 1,1 0-1,-1-1 1,0 1-1,0 0 1,0 3-1,0 0 0,-1 1 0,-1-1 0,1 0 0,-1 1 0,0-1-1,0 0 1,-1 0 0,0 0 0,0-1 0,0 1 0,0 0 0,0-1-1,-1 0 1,0 0 0,0 0 0,-6 4 0,-51 32 75,47-32-32,1 1 0,-1-1-1,1 2 1,1 0-1,0 1 1,-15 16-1,27-27-40,0 0-1,-1 1 0,1-1 1,0 0-1,0 1 0,-1-1 1,1 0-1,0 1 0,0-1 1,0 0-1,-1 1 1,1-1-1,0 1 0,0-1 1,0 0-1,0 1 0,0-1 1,0 1-1,0-1 0,0 0 1,0 1-1,0-1 0,0 1 1,0-1-1,0 0 0,0 1 1,0-1-1,0 1 1,1-1-1,-1 0 0,0 1 1,0-1-1,0 0 0,1 1 1,-1-1-1,0 0 0,0 1 1,1-1-1,-1 0 0,0 0 1,1 1-1,-1-1 0,26 7 177,45-8-74,-59 0-23,9 0-153,0-2 0,0 0 0,0-1 0,-1-1 0,25-10 0,-26 8-1882,0-1 0,-1-2 0,21-13 0,6-5-7434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0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17112,'0'0'15655,"-81"149"-15655,61-118 0,-1-1 0,1-1 0,0-2 0,-7-2 0,6-5-1072,-6-6-2002,0-8-2705,7-6-6434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0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21546,'0'0'11221,"149"-2"-11221,-102 7 0,7-3-768,0-2-2546,1 0-4930,-1-18-11012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18440,'0'0'14327,"-20"117"-14327,13-72 0,7 3 0,0-6 0,-7 1 0,7 0 0,-7-2 0,1-3 0,-8-4 0,0 2-1457,-6-4-4353,-7-3-4611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0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16712,'0'0'11589,"122"-12"-9444,-47-1-848,13 1-801,-7 3-144,-6-2-176,-8 4-176,-19 1 0,-14 1-112,-7 1-656,-20 4-833,-1 0-1425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1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6787,'0'0'18144,"5"-1"-15972,104-12 1542,59 7-2668,-167 6-1048,0 0 1,0 0-1,0 0 1,-1 0-1,1 1 1,0-1-1,0 0 1,-1 1-1,1-1 0,0 0 1,0 1-1,-1-1 1,1 1-1,0-1 1,-1 1-1,1 0 1,-1-1-1,1 1 1,-1-1-1,1 1 1,-1 0-1,1 0 1,-1-1-1,0 1 1,1 0-1,-1 0 1,0-1-1,0 1 1,1 0-1,-1 0 1,0 0-1,0-1 1,0 1-1,0 0 1,0 0-1,0 1 1,-6 31 11,2-27 27,0 0 0,0 0 0,0 0-1,-1-1 1,0 1 0,0-1 0,0 0-1,-1-1 1,-7 6 0,-65 38 464,46-30-420,18-10-81,-34 22 0,46-29 0,0 1 0,0-1 0,0 1 0,0-1 0,1 1 0,-1 0 0,0 0 0,1 0 0,-1 0 0,1 0 0,0 1 0,0-1 0,0 0 0,0 0 0,0 1 0,0-1 0,1 1 0,-1 2 0,1-5 0,1 1 0,-1 0 0,0-1 0,1 1 0,-1 0 0,1-1 0,-1 1 0,1-1 0,0 1 0,-1-1 0,1 1 0,-1-1 0,1 1 0,0-1 0,0 0 0,-1 1 0,1-1 0,0 0 0,0 0 0,-1 1 0,1-1 0,0 0 0,0 0 0,-1 0 0,1 0 0,0 0 0,0 0 0,1 0 0,32 0 0,-25-1 0,32 1-720,67-11-1,-74 5-975,0-1-1,45-18 0,2-7-7651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1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16824,'0'0'15943,"142"-54"-15943,-108 54 0,-7 0 0,-7 0 0,-13 0 0,0 0 0,-7 4-2929,-7 10-3330,-13-1-2737,-7 1-5587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1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12278,'27'131'3233,"7"-129"2658,0-2-2001,13 0-1457,1 0-1745,6 0-688,0-4-432,7-12-3218,0-7-5858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1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15319,'0'0'17448,"0"115"-17448,0-67 0,0-3 0,0 0 0,-7 0 0,0-2 0,-6 2 0,6 5 0,-13 0-3570,-1-3-3425,1-6-5779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5859,'0'0'24379,"156"0"-23467,-82 0-832,-6 0-80,0-3-832,-7-1-2065,-7-3-2450,-7 0-2881,-13-2-1376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2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0 14263,'0'0'16375,"-20"25"-14553,-6 8-1516,-5 6-306,-53 51 1,77-83-1,0 1 0,1-1 0,0 1 0,0 0 0,1 1 0,0-1 0,0 1 0,1 0 0,0 0 0,1 0 0,0 1 0,1-1 0,0 1 0,0 0 0,1 0 0,0-1 0,1 14 0,0-20 0,0 1 0,1-1 0,-1 0 0,1 0 0,0 1 0,0-1 0,0 0 0,0 0 0,0 0 0,1 0 0,0 0 0,-1 0 0,1 0 0,0-1 0,1 1 0,3 4 0,1-2 0,-1 1 0,1-1 0,1 0 0,-1-1 0,1 0 0,10 5 0,9 0 0,0 0 0,55 9 0,-49-12-143,0-1 1,1-2-1,0-1 0,-1-2 0,45-5 1,-75 5-348,1-1 0,-1 0 0,0-1 0,1 1 1,-1 0-1,0-1 0,0 0 0,0 0 0,4-3 1,9-15-6534,-14 2-1874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8:42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0 17960,'0'0'13943,"-108"147"-13079,81-86-864,0 9 0,-14 5 0,-6 6 0,-8 7 0,-12 29-992,-8 14-5908,1 9-8195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27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57 7892,'0'0'12533,"0"-4"-11095,0 3-1407,0 1 1,0 0-1,0-1 0,0 1 0,0 0 0,0 0 0,0-1 0,0 1 0,-1 0 0,1 0 0,0-1 0,0 1 0,0 0 0,0 0 1,0-1-1,0 1 0,-1 0 0,1 0 0,0 0 0,0-1 0,0 1 0,-1 0 0,1 0 0,0 0 0,0 0 0,-1-1 0,1 1 1,0 0-1,0 0 0,-1 0 0,1 0 0,0 0 0,0 0 0,-1 0 0,1 0 0,0 0 0,0 0 0,-1 0 0,1 0 1,0 0-1,-1 0 0,1 0 0,0 0 0,0 0 0,-1 0 0,1 0 0,0 0 0,0 0 0,-1 0 0,1 1 0,0-1 0,0 0 1,0 0-1,-1 0 0,1 0 0,0 1 0,0-1 0,0 0 0,-1 0 0,1 1 0,0-1 0,0 0 0,0 0 0,0 1 0,0-1 1,0 0-1,-1 0 0,1 1 0,-29 31 1308,-31 49 284,50-68-1556,0 1 0,0 1 0,1 0 0,1 0 0,1 1 0,0 0 0,1 0 1,1 1-1,0-1 0,1 1 0,1 0 0,-1 22 0,4-36-69,1-1 0,-1 1 0,1 0 0,-1 0 0,1-1 1,0 1-1,0-1 0,0 1 0,1-1 0,-1 1 0,0-1 0,1 0 0,0 0 0,-1 0 0,1 0 0,0 0 0,0 0 0,0 0 1,0 0-1,0-1 0,1 1 0,-1-1 0,1 0 0,-1 1 0,1-1 0,-1 0 0,1-1 0,-1 1 0,1 0 0,0-1 1,-1 1-1,1-1 0,4 0 0,7 1 0,0 0 0,-1-1 0,1-1 0,-1 0 0,23-5 0,-16 1-7,-1-1 0,-1-1-1,1-1 1,-1-1 0,-1 0 0,0-1 0,0-1 0,-1-1 0,0 0 0,-1-1 0,0-1 0,-1 0 0,-1-1 0,15-21 0,-24 30 1,0 0 0,-1 0 0,0 0 0,0 0 0,-1-1 0,1 1 0,-1-1 0,-1 1 0,1-1 0,-1 0 0,-1 0 1,1 0-1,-1 0 0,0 0 0,-1 0 0,1 1 0,-1-1 0,-1 0 0,1 0 0,-4-8 0,1 7 19,0 1 0,0 0 0,-1 0 0,0 0 0,0 1 0,-1 0-1,1 0 1,-1 0 0,-1 1 0,1-1 0,-1 2 0,0-1 0,0 1 0,0 0 0,0 0-1,-12-3 1,10 3 20,-1 1 0,1 1 0,-1 0 0,0 0 0,0 1 0,1 0 0,-12 1-1,18 0-215,0 0 0,0 1 0,0-1 0,0 1 0,0 0 0,0-1 0,0 2 0,0-1 0,0 0 0,0 0 0,-2 3 0,3-3-206,1 0-1,0 0 1,-1 1-1,1-1 0,0 0 1,0 1-1,0-1 1,0 1-1,0-1 0,0 1 1,1 0-1,-1-1 1,0 1-1,1 0 0,-1 0 1,1-1-1,0 1 0,0 0 1,0 0-1,0 2 1,0 19-8624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2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20265,'0'0'6147,"-135"113"-4274,115-88-1617,6 0-256,1-3-1168,6-4-3138,-7-15-7380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27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11029,'0'0'12139,"12"-2"-10426,-5 0-1333,28-4 548,-34 6-873,0 0 0,0 1-1,0-1 1,-1 0 0,1 0 0,0 0 0,0 1-1,0-1 1,0 1 0,0-1 0,0 1-1,-1-1 1,1 1 0,0-1 0,0 1-1,-1 0 1,1-1 0,0 1 0,-1 0 0,1-1-1,-1 1 1,1 0 0,-1 0 0,1 0-1,-1 0 1,0 0 0,1-1 0,-1 1-1,0 0 1,0 0 0,1 0 0,-1 0 0,0 0-1,0 0 1,0 0 0,-1 2 0,0 22 672,-1 0 1,-1 0 0,-1-1 0,-12 39 0,12-45-703,1-1 0,-3 31 0,5-12-3574,15-34-7594,6-9 228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27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16392,'0'0'15270,"-20"122"-14165,6-86-1105,7-5 0,1-3 0,-1-4 0,7-3 0,-7-5 0,7-5-528,0-4-2113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2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1857,'0'0'27276,"0"116"-25147,0-85-624,0-1-1505,-7-1 0,-6 0 0,6 1 0,0-3 0,-6 0 0,-1 0-1201,1-5-3889,-8-1-9429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29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29 2401,'0'0'19863,"-12"7"-18852,-17 9-176,1 3 0,1 0 0,-31 28 0,44-34-408,0 0 0,1 1 0,1 1 0,0 0-1,1 0 1,0 1 0,-16 33 0,25-44-359,0 1 1,1-1-1,-1 0 0,1 1 1,0-1-1,0 1 0,0-1 1,1 1-1,0 0 1,0-1-1,1 1 0,0 7 1,0-11-65,0 1 1,0-1-1,0 1 1,0-1-1,0 0 1,1 0-1,-1 1 1,1-1 0,-1 0-1,1 0 1,0 0-1,0 0 1,0-1-1,0 1 1,0 0-1,0-1 1,1 0-1,-1 1 1,0-1-1,1 0 1,-1 0-1,1 0 1,-1 0-1,1-1 1,-1 1-1,6 0 1,5 0-37,0 0 1,0-1 0,0 0-1,0-1 1,1 0 0,-1-1-1,0-1 1,-1 0-1,1 0 1,0-1 0,-1-1-1,0 0 1,0-1-1,-1-1 1,1 1 0,12-11-1,-15 9 4,-1 1-1,1-1 1,-1 0-1,-1-1 0,1 0 1,-2 0-1,1-1 1,-1 0-1,-1 0 1,0 0-1,0-1 1,-1 1-1,0-1 1,-1 0-1,0 0 1,-1-1-1,0 1 0,-1 0 1,0-13-1,0 4-36,0 7 139,-1 1-1,0 0 0,0-1 1,-5-22-1,4 33-74,1 1 1,0-1-1,-1 0 0,1 1 0,-1-1 1,0 0-1,0 1 0,1-1 0,-1 1 1,0-1-1,0 1 0,0 0 0,-1-1 1,1 1-1,0 0 0,0 0 0,-1 0 1,1 0-1,-1 0 0,1 0 0,-1 0 1,1 0-1,-1 0 0,1 1 0,-1-1 1,0 1-1,1-1 0,-1 1 0,0 0 1,0 0-1,1-1 0,-1 1 0,0 0 1,0 1-1,1-1 0,-1 0 0,0 0 1,1 1-1,-1-1 0,0 1 0,1-1 1,-3 2-1,3-1-232,-1 0 1,0 0-1,0 0 0,1 0 1,-1 0-1,1 0 0,-1 1 1,1-1-1,0 0 0,-1 1 1,1-1-1,0 1 1,0 0-1,0-1 0,0 1 1,-1 3-1,-5 20-5742,6-3-3032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29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14407,'0'0'18296,"-61"90"-18296,68-85-80,-7 2-1489,14-7-1696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29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12678,'0'0'15671,"13"70"-14631,-13-34-463,0-2-337,0-2-160,0-5-80,0-4-496,0-8-1441,7-8-2433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0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17864,'0'0'13798,"-20"131"-13317,20-111-385,0-4-96,0 0-64,0-5-785,0 0-783,0-4-994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0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15415,'0'0'17352,"-20"137"-17352,6-101 0,8 0 0,-1-2 0,-7 2 0,1 3-2337,-8-1-2641,-6 7-4115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47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3073,'0'0'14322,"3"-10"-12882,12-32-92,-10 38 1879,-2 16-2140,-2 17-66,-1 33 773,4 145 1268,-1-170-2724,1-1-1,2 1 0,17 54 1,-19-76-244,2-1 96,-2 1 0,0 0-1,0 0 1,2 30 0,-5-60-2729,10-4-6183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54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104 141 3282,'0'0'15908,"-1"-1"-15798,0 1-1,0-1 0,0 1 1,0-1-1,0 1 0,-1-1 1,1 1-1,0 0 1,0-1-1,0 1 0,-1 0 1,1 0-1,0 0 0,0 0 1,0 0-1,-3 1 1,-6 9 786,0 1 0,0 0 1,1 1-1,0 0 0,-12 24 1,18-32-788,1 0-72,1 0-1,-1 0 0,1 1 0,0-1 1,0 0-1,1 0 0,-1 1 0,1-1 1,0 0-1,0 1 0,1 5 0,-1 5-89,1-14 38,-1 0-1,0 0 1,1-1 0,-1 1 0,0 0-1,1 0 1,-1-1 0,1 1-1,-1-1 1,1 1 0,0 0-1,-1-1 1,1 1 0,0-1 0,-1 1-1,1-1 1,0 0 0,-1 1-1,1-1 1,0 0 0,0 1-1,0-1 1,-1 0 0,1 0 0,1 0-1,31 7-197,-13-3-104,-7 0 293,0 0 0,0 1 0,0 0 0,-1 1 1,14 9-1,-22-13 27,0 1-1,-1-1 1,0 1 0,1 0 0,-1 0 0,0 0 0,0 0 0,-1 0 0,1 1-1,-1-1 1,1 1 0,-1 0 0,0 0 0,0-1 0,-1 1 0,1 1-1,-1-1 1,0 0 0,0 0 0,0 8 0,-1-1 66,0-1-1,-1 1 1,0-1 0,-1 1-1,0-1 1,0 0 0,-8 19 0,8-26-66,1 0 0,-1 1 0,0-1 0,0 0 0,-1 0 1,1 0-1,-1 0 0,1-1 0,-1 1 0,0-1 1,0 1-1,0-1 0,0 0 0,0 0 0,-1 0 0,1-1 1,-1 1-1,1-1 0,-1 0 0,1 0 0,-1 0 0,0 0 1,1-1-1,-1 0 0,-6 1 0,8-2-7,0 0 1,0 1-1,0-1 0,0 0 0,1 0 0,-1 0 1,0 0-1,1 0 0,-1-1 0,1 1 0,-1 0 1,1-1-1,0 1 0,-1-1 0,1 1 0,0-1 1,0 0-1,0 1 0,0-1 0,1 0 0,-1 0 1,0 0-1,1 0 0,-1 0 0,1 0 0,0 1 1,-1-4-1,-6-59-90,7-123 315,0 184-195,1-1 0,-1 1 0,1-1-1,0 1 1,0-1 0,0 1-1,1 0 1,-1-1 0,1 1-1,-1 0 1,1 0 0,0 0-1,0 0 1,1 0 0,3-3-1,51-41 501,-47 41-346,-1-1 0,0 0 0,-1 0 0,0-1 0,13-15 0,-18 18-44,0 0-1,0 0 1,0-1-1,0 1 0,-1-1 1,0 1-1,-1-1 1,1 0-1,-1 1 0,0-1 1,0 0-1,-1 0 1,0 0-1,0 0 0,-1-7 1,1 10-73,-1 0 0,-1 0 0,1 1 1,0-1-1,0 0 0,-1 1 0,0-1 0,1 1 1,-1-1-1,0 1 0,0 0 0,-1 0 0,1 0 0,0 0 1,-1 0-1,1 1 0,-1-1 0,1 1 0,-1-1 1,0 1-1,1 0 0,-1 0 0,0 0 0,0 1 1,0-1-1,0 1 0,0-1 0,0 1 0,0 0 1,0 0-1,-5 1 0,7-1-63,0 0 0,1 0 0,-1-1 0,0 1 0,0 0 0,1 0 0,-1 0-1,0 0 1,0 1 0,1-1 0,-1 0 0,0 0 0,1 0 0,-1 1 0,0-1 0,0 0 0,1 0 0,-1 1 0,1-1 0,-1 1 0,0-1-1,1 1 1,-1-1 0,1 1 0,-1-1 0,1 1 0,-1-1 0,1 1 0,-1 0 0,1-1 0,0 1 0,-1 0 0,1-1 0,0 1 0,0 0 0,-1-1-1,1 1 1,0 0 0,0 0 0,0-1 0,0 1 0,0 0 0,0 0 0,0-1 0,0 1 0,0 0 0,0 0 0,0-1 0,1 2 0,0 6-13,-1-7-254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1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31 7267,'0'0'16026,"-21"5"-14014,-70 23-238,86-26-1641,0 0-1,0 1 0,0-1 1,0 1-1,0 1 1,0-1-1,1 1 1,0 0-1,0 0 1,0 0-1,0 0 1,0 1-1,1-1 1,0 1-1,0 0 1,0 0-1,1 0 1,-1 0-1,-1 7 0,1 2-30,0 1 0,0 0 0,2-1 0,0 1 0,1 18 0,0-23-92,0-8-9,0 0 0,0 1 0,1-1 0,-1 1 0,1-1 0,-1 0 0,1 1 0,0-1 0,0 0 0,0 0 0,0 0 0,0 0 0,0 0 0,1 0 0,-1 0 0,1 0 0,-1 0 0,1 0 1,0-1-1,3 4 0,-1-3-17,1 1 0,-1-1 0,1 0 0,0 0 0,-1 0 0,1-1 0,0 0 1,0 0-1,9 1 0,-6-1-19,0-1 0,1 0 0,-1 0 0,0-1 0,0 0 0,0 0 0,-1-1 0,1 0 0,0 0 0,-1-1 0,1 0 0,-1 0 0,7-5 0,0-2 11,-1-1-1,0 0 1,-1-1 0,-1 0-1,0-1 1,0 0 0,-1-1 0,-1 0-1,0 0 1,-1-1 0,-1 0-1,0-1 1,-1 1 0,-1-1 0,0-1-1,-1 1 1,-1-1 0,2-28-1,-5 45-29,0-1-1,0 1 1,0 0-1,0-1 1,0 1-1,0 0 1,0-1-1,0 1 1,0 0-1,0-1 1,-1 1-1,1 0 1,0-1-1,0 1 1,0 0-1,0 0 1,-1-1-1,1 1 1,0 0-1,0 0 1,-1-1-1,1 1 1,0 0-1,0 0 1,-1 0-1,1-1 1,0 1-1,-1 0 1,1 0-1,0 0 1,-1 0-1,1 0 1,0 0-1,-1 0 1,1-1-1,-2 1-380,1 0 0,0 1 1,0-1-1,0 0 0,0 0 0,-1 1 0,1-1 0,0 0 0,0 1 0,0-1 0,0 1 0,0-1 0,0 1 0,0 0 0,0-1 0,0 1 0,-1 1 0,-11 13-8822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1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8756,'0'0'17448,"-88"115"-14951,75-86-2177,6-6-320,7-8-1921,0-6-5378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1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14903,'0'0'16151,"0"118"-14838,-7-96-913,-7 1-400,8-5 0,6 0 0,-7-4-352,7-5-1793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20025,'0'0'12742,"0"118"-12742,-7-96 0,7 1 0,-7-3 0,0-2 0,7 0 0,-6-2-960,6-2-2130,0-5-1952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1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18777,'0'0'13990,"-27"133"-13990,21-106 0,-8 1 0,14-4 0,-7-1 0,1-3-3009,-8-4-3010,-6 0-7427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2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61 188 7155,'0'0'11923,"-5"11"-9861,5-11-2047,-40 110 4404,36-96-4074,1 0 0,0 0 0,0 0 0,2 1-1,0-1 1,0 0 0,2 17 0,-1-30-342,1 1 1,-1 0-1,1-1 1,-1 1-1,1-1 1,-1 0-1,1 1 1,0-1-1,0 1 1,-1-1-1,1 0 1,0 0-1,0 0 1,0 1-1,1-1 0,-1 0 1,0 0-1,0 0 1,1-1-1,-1 1 1,0 0-1,1 0 1,1 0-1,2 1 0,-1-1-1,1 0 0,0 0 0,0 0 0,0-1 1,0 1-1,8-2 0,-1 0-80,1 0-1,-1-1 0,1 0 1,-1-1-1,17-7 0,-13 2-231,0 0-1,0-2 1,-1 0-1,-1 0 1,1-2-1,-2 0 0,1 0 1,-2-1-1,0-1 1,17-23-1,-22 27 216,-1 0 0,0-1 0,0 1-1,-1-1 1,-1 0 0,1-1 0,-2 1-1,0-1 1,0 1 0,-1-1 0,0 0-1,-1 0 1,-1 0 0,0 0 0,0 0-1,-1 0 1,-3-12 0,3 19 137,-1 1 0,1-1 0,-1 1 0,0-1 0,0 1 1,-1 0-1,1 0 0,-1 0 0,0 0 0,0 1 0,0-1 0,0 1 1,0 0-1,-1 0 0,0 0 0,0 0 0,-7-3 0,4 2 38,0 1 0,-1 0-1,0 0 1,1 1 0,-1 0-1,0 1 1,0 0 0,0 0-1,-11 0 1,17 1-116,0 0 0,0 1 1,0-1-1,0 0 0,0 1 0,0 0 0,0-1 0,0 1 0,0 0 1,0 0-1,0 0 0,0 0 0,0 0 0,1 1 0,-1-1 0,1 0 1,-1 1-1,1-1 0,-1 1 0,1 0 0,0-1 0,-1 1 0,1 0 0,-1 3 1,-7 23-2445,6-1-3391,3-3-3570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2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15527,'0'0'7892,"-109"131"-7284,102-109-608,1-8-2529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3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10741,'0'0'17768,"20"-3"-17040,194-17-69,-213 20-664,0 0 0,-1 0 0,1 0 0,0 0 0,0 0 0,0 0 0,0 0 0,0 0 0,0 1 0,0-1 0,0 0 0,0 1 0,0-1 0,0 0 0,-1 1 0,1-1 0,0 1 0,0-1 0,0 1 0,-1 0 0,1-1 0,0 1 0,-1 0 0,1-1 0,0 1 0,-1 0 0,1 1-1,0 0 8,-1 0-1,0 0 0,1 0 0,-1 0 0,0 0 1,-1 0-1,1-1 0,0 1 0,0 0 0,-1 0 1,1 0-1,-1 0 0,0 2 0,-3 4 30,0 0 1,0 0-1,-1 0 0,-11 13 0,-8 5 219,-35 27-1,-25 26 1883,72-63-1937,12-16-195,0 0 0,-1 0 0,1 0 1,0 1-1,0-1 0,0 0 1,0 0-1,0 0 0,0 1 0,-1-1 1,1 0-1,0 0 0,0 0 0,0 1 1,0-1-1,0 0 0,0 0 1,0 0-1,0 1 0,0-1 0,0 0 1,0 0-1,0 1 0,0-1 0,0 0 1,0 0-1,1 0 0,-1 1 1,0-1-1,0 0 0,0 0 0,0 0 1,0 1-1,0-1 0,0 0 0,1 0 1,-1 0-1,0 0 0,0 1 1,0-1-1,0 0 0,1 0 0,-1 0 1,0 0-1,0 0 0,0 0 0,1 0 1,-1 0-1,7 2-45,-1-1 1,1 0-1,0 0 1,-1-1-1,1 0 0,0 0 1,-1-1-1,1 0 1,0 0-1,-1 0 0,10-4 1,77-31-1336,-75 28 993,55-29-4993,-25 7-3191,-14 5-916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3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10325,'0'0'18045,"-22"4"-14777,-66 13-2248,86-17-1015,0 0 0,-1 1 0,1-1 1,0 1-1,-1 0 0,1-1 0,0 1 1,0 0-1,0 0 0,0 0 0,0 1 1,0-1-1,0 0 0,0 1 1,1 0-1,-1-1 0,0 1 0,1 0 1,-1 0-1,1-1 0,0 1 0,0 0 1,0 0-1,0 1 0,-2 3 0,3-5-6,0 1 0,0-1 1,0 1-1,1-1 0,-1 1 0,0-1 0,1 0 0,-1 1 0,1-1 0,-1 0 0,1 1 0,0-1 0,-1 0 0,1 0 0,0 1 0,0-1 0,0 0 0,0 0 0,0 0 1,0 0-1,0 0 0,0 0 0,0-1 0,1 1 0,-1 0 0,0-1 0,0 1 0,3 0 0,14 5-91,0 0 0,-1 1 0,0 1 0,25 15 0,-38-20 70,0 0 0,0 0 0,0 1 0,0 0 0,0-1 0,-1 1 0,1 1 0,-1-1 0,0 0 0,-1 1 0,1-1 0,-1 1 0,0 0 0,0 0 0,0 0 0,-1 0 0,1 0 0,-1 0 0,0 1 0,-1-1 0,1 7 0,-2-9 31,1 1 1,-1-1-1,0 1 1,0 0-1,0-1 1,0 0-1,-1 1 1,1-1-1,-1 0 1,0 1-1,0-1 1,0 0-1,-1-1 1,1 1-1,0 0 1,-1-1-1,0 1 1,0-1-1,0 0 1,0 0 0,0 0-1,0 0 1,0 0-1,-1-1 1,1 1-1,-1-1 1,-4 1-1,-6 2-417,0 0-1,-1-1 0,1 0 1,-1-1-1,-23-1 1,36 0-215,-1-1 0,0 0 1,1-1-1,-1 1 0,0 0 1,1-1-1,-1 1 0,1-1 1,-1 0-1,1 0 1,-1 0-1,1 0 0,-1-1 1,1 1-1,0-1 0,0 1 1,0-1-1,0 0 1,0 1-1,-3-4 0,-16-29-12770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4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19129,'0'0'5250,"128"-11"-6370,-100 11-5203,5 2-7235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4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23579,'0'0'8380,"1"20"-7615,0-7-738,-2-6-23,2 0-1,-1 0 1,1 1 0,0-1 0,0 0-1,3 8 1,-3-12-4,0-1-1,1 1 1,-1-1 0,0 0-1,1 1 1,-1-1-1,1 0 1,0 0 0,-1 0-1,1 0 1,0 0-1,0-1 1,1 1 0,-1-1-1,0 1 1,0-1-1,1 0 1,-1 0-1,1 0 1,-1 0 0,1 0-1,-1 0 1,1-1-1,3 1 1,31 4-285,68-1-1,-94-4 172,-1 0 0,1-1-1,-1 0 1,1-1 0,-1-1-1,0 1 1,0-1 0,0-1 0,0 0-1,-1-1 1,12-6 0,-18 9 26,0 0 1,-1 0-1,1 0 0,0-1 1,-1 1-1,1-1 1,-1 1-1,0-1 1,0 0-1,0 0 0,0 0 1,-1 0-1,1-1 1,-1 1-1,0 0 1,0-1-1,0 1 0,0 0 1,0-1-1,-1 1 1,0-1-1,0 1 0,0-1 1,0 0-1,0 1 1,0-1-1,-1 1 1,-2-6-1,1 2 141,-1 1 0,0 0 1,0 0-1,0 1 0,-1-1 0,0 1 0,0-1 0,-1 1 0,1 0 1,-1 1-1,0-1 0,-1 1 0,-9-6 0,-3-1 410,-1 1 1,0 1-1,0 1 0,-29-8 0,-20 5-2658,34 11-2377,2 6-3321,-2 9-8296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4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1 771 17224,'0'0'4613,"21"1"-2871,4 1-1248,0-2 0,0-1 0,0-1 0,0-1 0,43-11 0,461-128 2618,742-102 0,241 100-3112,-450 52 0,-970 83 0,183-23 0,-207 21 0,124-37 0,-183 45 0,-7 2 0,0 1 0,1-1 0,-1 1 0,0-1 0,0 0 0,0 0 0,1 0 0,-1 0 0,0 0 0,0-1 0,-1 1 0,1 0 0,0-1 0,0 0 0,-1 1 0,1-1 0,1-3 0,-5 4-30,-1 0 1,0 1-1,0-1 1,1 1-1,-1-1 0,0 1 1,0 0-1,0 0 0,-3 0 1,-62 5-3255,19 2-3114,-12 6-7843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6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1 961 6995,'0'0'11936,"35"-24"-11263,3-2-415,1 2 0,1 1 0,1 2 0,1 2 0,1 1 0,67-17 0,1091-188 3189,133 44-3131,6 37-389,286-35 1142,-1560 169-410,157-25 3455,-200 27-2596,-114 3-1211,85 3-376,0 0 1,0 1-1,0 0 1,0 0-1,0 0 1,0 1-1,0 0 0,0 0 1,1 0-1,-1 1 1,1 0-1,0 0 1,0 0-1,0 1 1,0-1-1,0 1 0,1 0 1,-1 1-1,-6 9 1,1-4-5209,-8-6-4178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9 10837,'0'0'17264,"-10"-2"-15888,1 0-1176,1 0-1,0 1 0,0 0 0,-1 0 0,1 1 0,-1 0 0,1 1 0,0 0 0,-1 0 0,1 1 0,0 0 0,-12 4 0,0 3-8,3-3-89,0 2 1,0 0-1,0 1 0,-20 15 0,36-24-102,0 1 0,0-1 0,0 1 0,1 0 0,-1-1 0,0 1 0,1 0 0,-1 0 0,0 0 0,1 0 0,-1-1 0,1 1 0,0 0 0,-1 0 0,1 0 0,0 0 0,-1 0 0,1 0 0,0 0 0,0 0 0,0 0 0,0 0 0,0 0 0,0 0 0,0 0 0,0 0 0,0 0 0,0 0 0,1 0 0,-1 0 0,0 0 0,1 0 0,-1 0 0,1 0 0,-1 0 0,1 0 0,-1-1 0,1 1 0,0 0 0,-1 0 0,1-1 0,0 1 0,0 0 0,-1-1 0,1 1 0,0 0 0,2 0 0,47 25 0,-44-23 0,2 0-2,10 4-49,0 1-1,-1 0 1,0 2 0,23 15-1,-36-21 47,1 0 1,-1 0-1,0 0 0,-1 0 1,1 1-1,-1-1 0,1 1 1,-2 0-1,1 0 0,0 0 1,-1 1-1,0-1 0,0 0 1,-1 1-1,1-1 0,-1 1 1,0 0-1,-1-1 0,1 10 1,-2-15 12,1 1 0,-1 0 0,1 0 0,-1-1 0,1 1 0,-1 0 0,0 0 0,0-1 0,1 1 0,-1-1 1,0 1-1,0-1 0,1 1 0,-1-1 0,0 1 0,0-1 0,0 0 0,0 1 0,0-1 0,0 0 0,0 0 0,1 0 0,-1 0 0,0 0 0,0 0 0,-2 0 1,-34 2 115,29-2-114,-132 0-10,139 0-57,1 0-1,-1 0 1,1 0 0,-1 0-1,1 0 1,-1-1-1,1 1 1,0 0 0,-1 0-1,1-1 1,-1 1 0,1 0-1,-1-1 1,1 1 0,0 0-1,-1-1 1,1 1 0,0-1-1,-1 1 1,1 0-1,0-1 1,0 1 0,-1-1-1,1 1 1,0-1 0,0 1-1,0-1 1,0 1 0,0-1-1,-1 1 1,1-1-1,0 0 1,0 1 0,0-1-1,0 1 1,1-1 0,-1 1-1,0-1 1,0 1 0,0-1-1,0 1 1,0-1 0,1 0-1,9-24-5651,16-2-2316,12-4-3106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8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32 8500,'0'0'15714,"-4"-3"-14359,2 2-1206,0 1 0,1-1 0,-1 0 0,0 0 0,1 0 0,-1 0 0,1 0 0,-1-1 0,1 1 0,-1 0 0,1-1 0,0 1 0,-2-3 0,4 4-105,-1-1-1,1 0 0,-1 1 0,1-1 0,-1 0 1,1 1-1,0-1 0,-1 1 0,1-1 0,0 1 1,-1-1-1,1 1 0,0-1 0,0 1 0,-1 0 1,1-1-1,0 1 0,0 0 0,0 0 0,-1 0 1,1 0-1,0-1 0,0 1 0,0 0 0,0 1 1,0-1-1,32-1 85,-29 1-73,2-1-39,1 2 0,-1-1 0,0 1 0,0 0-1,1 0 1,-1 1 0,0 0 0,0 0 0,9 4-1,-13-4-10,1-1 1,-1 1-1,1 0 0,-1 0 0,0 0 0,0 0 0,0 0 0,0 0 0,0 1 0,0-1 0,-1 1 0,1-1 0,-1 1 1,0 0-1,0-1 0,0 1 0,0 0 0,0 0 0,0 0 0,-1 0 0,1 0 0,-1 0 0,0 5 0,-1-1 56,0 0 0,0-1-1,0 1 1,-1-1 0,0 1-1,-1-1 1,1 1 0,-1-1-1,0 0 1,-1 0 0,0 0-1,1-1 1,-2 1 0,1-1-1,-1 0 1,0 0 0,0-1-1,-9 7 1,10-7 43,-5 6 563,23-9-388,-7-2-355,15-1 146,1-1 0,25-7 0,-26 5-54,-1 1-1,29-2 0,-29 5-271,26 0-2863,-19 6-5874,-13 2-2848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8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2193,'0'0'14759,"15"-7"-12406,125-51 2585,-107 46-4271,0 1-1,0 1 1,0 3-1,1 0 1,61-3-1,-91 10-1327,-6 8-5556,-10 5 1814,10-12 3095,-23 15-6982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39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3073,'0'0'23067,"108"7"-21354,-67-21-785,-1 3-560,-6 2-128,0 2-240,0 1-432,-14 3-2177,1 1-3682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58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 7075,'0'0'14426,"0"0"-14361,0 0 1,0 0-1,0 0 1,0-1-1,0 1 1,0 0-1,0 0 1,0 0 0,0 0-1,0 0 1,0 0-1,0-1 1,0 1-1,1 0 1,-1 0 0,0 0-1,0 0 1,0 0-1,0 0 1,0 0-1,0-1 1,0 1-1,1 0 1,-1 0 0,0 0-1,0 0 1,0 0-1,0 0 1,0 0-1,1 0 1,-1 0 0,0 0-1,0 0 1,0 0-1,0 0 1,0 0-1,1 0 1,-1 0 0,0 0-1,0 0 1,0 0-1,0 0 1,0 0-1,1 0 1,-1 0-1,0 0 1,0 0 0,0 1-1,0-1 1,0 0-1,0 0 1,1 0-1,-1 0 1,0 0 0,0 0-1,0 0 1,0 0-1,0 1 1,0-1-1,0 0 1,0 0 0,0 0-1,0 0 1,0 0-1,1 1 1,-2 4 179,0-1 0,0 1 0,0 0 0,0-1 0,-1 1 0,0-1 1,0 1-1,-3 5 0,2-6-157,0 1 0,1 0 0,0 0 0,0 0 0,0 0 0,1 1 0,0-1 0,-1 9 1,49-13-551,-5-2 189,43 1-111,-78 0 386,0 1 1,0 0-1,0 1 1,0 0-1,-1 0 1,1 0-1,0 1 1,-1 0-1,8 4 1,-10-3 13,0-1 1,-1 0 0,1 1-1,-1 0 1,0 0 0,0 0-1,-1 0 1,1 0 0,-1 1-1,0-1 1,0 1 0,0-1-1,-1 1 1,1 0 0,0 8 0,1 7 268,-1-1 0,0 30 1,-2-43-193,-1-1 1,1 1-1,-1 0 1,0-1-1,0 1 1,-1 0-1,0-1 1,0 0 0,0 1-1,0-1 1,-1 0-1,0 0 1,0 0-1,0-1 1,-1 1-1,0-1 1,0 1-1,0-1 1,0-1-1,0 1 1,-6 3-1,1-2-246,0 0-1,0 0 1,0-1-1,0 0 1,-1-1 0,0 0-1,1-1 1,-1 0-1,0 0 1,0-1-1,-16 0 1,25-1-60,0 0 1,0 0-1,0 0 1,0 0-1,0 0 1,0 0-1,0-1 1,1 1-1,-1 0 0,0-1 1,0 1-1,0 0 1,0-1-1,0 1 1,0-1-1,1 0 1,-1 1-1,0-1 1,1 1-1,-1-1 0,0 0 1,1 0-1,-1 1 1,1-1-1,-1 0 1,1 0-1,-2-1 1,-2-29-6633,3 18 4223,-5-22-4501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59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1553,'0'0'18520,"54"-16"-17767,-33 16-81,-1 0-400,7 0-112,-13 0-96,6 0-64,-7 0-160,-6 0-1169,7 0-2352,-7 3-1778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49:59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43 110 960,'0'0'15946,"-2"-3"-14241,2 2-1677,0 1 1,-1 0-1,1-1 0,0 1 0,0 0 0,0-1 0,0 1 0,0 0 1,-1-1-1,1 1 0,0 0 0,0 0 0,-1-1 0,1 1 1,0 0-1,0 0 0,-1-1 0,1 1 0,0 0 0,-1 0 1,1 0-1,0 0 0,-1-1 0,1 1 0,0 0 0,-1 0 0,1 0 1,0 0-1,-1 0 0,1 0 0,0 0 0,-1 0 0,1 0 1,-1 0-1,1 0 0,0 0 0,-1 0 0,1 0 0,0 1 1,-1-1-1,1 0 0,0 0 0,-1 0 0,1 0 0,0 1 1,0-1-1,-1 0 0,1 0 0,0 1 0,0-1 0,-1 0 0,1 1 1,-11 28 958,0 45 204,9-51-997,1 0 0,1-1 0,0 1 0,2-1 0,1 1 0,6 22-1,-7-40-179,-1 0 0,1 0 0,0 1 0,0-1 0,0 0 0,1-1 0,0 1 0,0 0 0,0-1 0,0 1 0,1-1 0,0 0 0,0 0 0,0-1 0,0 1 0,1-1 0,-1 0 0,1 0 0,0 0 0,0-1 0,0 0 0,0 0 0,0 0 0,0 0 0,1-1 0,-1 0-1,0 0 1,1 0 0,-1-1 0,8 0 0,-6-1-11,-1 0-1,1-1 1,0 1-1,-1-1 1,1-1-1,-1 1 0,1-1 1,-1 0-1,0-1 1,0 0-1,0 1 1,-1-2-1,0 1 0,1-1 1,-2 0-1,1 0 1,0 0-1,-1-1 1,0 1-1,4-8 0,0 0 12,0-1-1,0 0 0,-1-1 1,-1 1-1,-1-1 0,0-1 0,5-29 1,-7 28 60,-2 0 1,0-1 0,-1 1-1,-1 0 1,0-1 0,-5-17 0,5 28 100,-1 0 0,0 0 0,-1 0 0,1 0-1,-1 0 1,-1 1 0,1 0 0,-1-1 0,0 1 0,0 1 0,-1-1 0,0 1 0,0-1 0,0 1 0,-1 1 0,-11-8 0,16 11-183,1 0 0,-1 0 0,0 0-1,-1 0 1,1 1 0,0-1 0,0 0-1,0 1 1,0-1 0,0 1 0,-1-1-1,1 1 1,0 0 0,0 0 0,-1-1 0,1 1-1,0 0 1,-1 0 0,1 0 0,0 0-1,0 1 1,-1-1 0,1 0 0,0 0-1,0 1 1,-1-1 0,1 1 0,0-1-1,0 1 1,0-1 0,0 1 0,0 0-1,0 0 1,0-1 0,0 1 0,0 0-1,0 0 1,0 0 0,0 0 0,1 0 0,-1 0-1,0 0 1,1 0 0,-1 1 0,1-1-1,-1 0 1,1 0 0,-1 1 0,1-1-1,0 2 1,-3 9-1236,2 0 1,0-1-1,0 1 0,2 17 0,-1-16-1452,0 22-6220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00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16055,'0'0'8980,"-20"131"-7283,13-90-1329,-7 0-240,1-1-128,-1-1-768,1-8-2337,-8-8-4003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22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3 272,'0'0'23400,"-3"-1"-21556,-3 1-1542,1-1 0,-1 1 0,0 0 0,1 0 0,-1 1-1,1-1 1,-1 1 0,1 0 0,-1 1 0,1 0 0,0-1 0,0 2 0,-6 2 0,-67 44 1405,54-33-1398,21-15-301,1 1 1,-1-1 0,1 1 0,0-1 0,0 1 0,0 0 0,0 0-1,0 0 1,0 0 0,0 0 0,1 0 0,-1 1 0,1-1 0,-1 0-1,1 1 1,0-1 0,0 1 0,0 0 0,1-1 0,-1 1 0,0 0-1,1-1 1,0 1 0,0 4 0,0-7-17,0 1 0,0 0 0,1 0 0,-1 0 0,0-1 0,1 1 0,-1 0 0,1-1 0,-1 1 0,1 0 0,0-1 0,-1 1 0,1 0 0,0-1 0,-1 1 0,1-1 0,0 1 0,-1-1 0,1 0 0,0 1 1,0-1-1,0 0 0,0 0 0,-1 1 0,1-1 0,2 0 0,29 5-260,-22-3 108,10 1-43,-4-1 90,1 0 0,-1 2-1,-1 0 1,1 0 0,0 2 0,23 11 0,-38-17 114,0 1-1,0-1 1,0 1 0,0 0-1,0-1 1,0 1 0,0 0 0,0-1-1,0 1 1,0 0 0,0 0-1,-1 0 1,1 0 0,0 0-1,-1 0 1,1 0 0,-1 0 0,1 0-1,-1 0 1,0 1 0,1-1-1,-1 0 1,0 0 0,0 0-1,0 0 1,1 1 0,-1-1 0,-1 0-1,1 0 1,0 0 0,0 1-1,0-1 1,-1 0 0,1 0 0,0 0-1,-1 0 1,0 2 0,-1 0 37,0 0 0,0 0 0,-1 0 1,1-1-1,-1 1 0,1-1 0,-1 1 0,0-1 1,0 0-1,0 0 0,-4 2 0,-75 36 932,-105 36 0,181-75-1154,35-21-4861,12-4-2038,17-5-4712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22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13302,'0'0'14871,"143"-45"-14103,-89 36-79,-7 4-241,7 1-128,-6 2-48,-7 2-224,-21 0-48,-7 0-32,-13 6-3233,-27 10-225,-7 2-2609,-13-2-3601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22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6323,'0'0'18760,"135"0"-16551,-87 0-1008,-8-2-929,-6-3-128,-13 3-144,-1 0-1969,-7-3-3377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5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95 128 3426,'0'0'12549,"7"-7"-11143,20-21-120,-26 27-1104,0-1 0,0 1 0,-1 0 0,1 0 0,0-1 0,-1 1-1,1 0 1,-1-1 0,1 1 0,-1-1 0,1 1 0,-1-1 0,0 1 0,0-1 0,0 1 0,0-2-1,0 3-117,0-1 0,0 1 0,0 0-1,0-1 1,0 1 0,0 0 0,0 0-1,0-1 1,0 1 0,0 0 0,0 0-1,0-1 1,0 1 0,0 0-1,0 0 1,0-1 0,0 1 0,0 0-1,0 0 1,-1-1 0,1 1 0,0 0-1,0 0 1,0-1 0,0 1 0,-1 0-1,1 0 1,0 0 0,0 0 0,0-1-1,-1 1 1,1 0 0,0 0-1,0 0 1,-1 0 0,1 0 0,0 0-1,0 0 1,-1 0 0,1-1 0,0 1-1,-1 0 1,1 0 0,0 0 0,0 0-1,-1 0 1,1 1 0,0-1 0,0 0-1,-1 0 1,1 0 0,0 0-1,-1 0 1,1 0 0,-15 15 7,2 1 1,0 0 0,1 1-1,0 0 1,-9 19-1,15-26-38,0 1 0,1-1-1,0 1 1,1 0-1,1 0 1,-1 0 0,1 1-1,1-1 1,0 1-1,1 0 1,0-1-1,1 1 1,1 12 0,0-20-28,1 0 1,-1 0 0,1 0-1,-1-1 1,1 1-1,0 0 1,0-1 0,1 1-1,-1-1 1,1 0 0,0 0-1,0 0 1,0 0 0,0 0-1,0-1 1,1 0-1,-1 1 1,1-1 0,-1 0-1,1-1 1,0 1 0,0 0-1,0-1 1,0 0 0,6 1-1,-2 0 3,0-1 0,-1 1 0,1-2-1,0 1 1,0-1 0,0 0 0,0 0 0,0-1-1,0 0 1,-1-1 0,1 0 0,13-5 0,-12 2 1,1-1 0,-1-1-1,0 0 1,0 0 0,-1-1 0,0 0 0,0-1 0,12-17 0,-8 9-1,-2 0 1,0 0-1,-1-1 1,9-23-1,-14 26 35,-1-1-1,0 1 1,-1-1 0,0 0-1,-2-32 1,0 42-18,0 3 9,0 0 1,0-1 0,0 1-1,-1 0 1,1 0 0,-1 0-1,0 0 1,0-1-1,0 1 1,0 0 0,-1 1-1,1-1 1,-1 0 0,0 0-1,0 1 1,0-1 0,0 1-1,0-1 1,0 1 0,-1 0-1,1 0 1,-1 0 0,0 0-1,1 1 1,-1-1 0,0 1-1,-5-3 1,-1 1 40,-1 1 1,0 0-1,1 0 0,-1 1 1,0 0-1,0 1 1,0 0-1,-11 1 0,19 0-116,-1-1 0,1 1 0,-1 0-1,1-1 1,0 1 0,-1 1 0,1-1-1,0 0 1,0 0 0,-1 1 0,1 0-1,0-1 1,1 1 0,-1 0-1,0 0 1,0 0 0,1 0 0,-1 0-1,1 0 1,0 0 0,0 1 0,0-1-1,0 0 1,0 1 0,0-1 0,0 1-1,1-1 1,-1 5 0,0 37-4296,13-5-5273,6-16 305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51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11557,'0'0'13318,"-81"137"-13318,68-112-1152,6-5-2002,0-4-3633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52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2577,'0'0'14361,"1"-4"-12861,1 0-1200,0 1 1,0-1-1,0 0 1,1 1-1,0-1 1,-1 1 0,1 0-1,1 0 1,-1 0-1,0 0 1,1 0-1,-1 1 1,1 0-1,0-1 1,0 1-1,0 1 1,0-1 0,0 1-1,0-1 1,0 1-1,1 0 1,6 0-1,14-2 256,0 0-1,45 3 0,-46 0-399,-22 0-153,0 1-1,0-1 1,0 0 0,0 1-1,0 0 1,0-1-1,0 1 1,0 0-1,0 0 1,-1 0-1,1 0 1,0 1-1,0-1 1,-1 0-1,1 1 1,-1-1-1,0 1 1,1 0-1,-1-1 1,0 1 0,0 0-1,0 0 1,0 0-1,0-1 1,0 1-1,-1 0 1,1 0-1,0 0 1,-1 1-1,0-1 1,1 0-1,-1 0 1,0 4-1,1 11 135,-1 0 0,0 1-1,-3 19 1,1-25 52,-1 11 98,-1-1 0,-1 0 0,-9 21 0,6-20-14,2 1 0,-6 31-1,5 46 15,7-79-3792,0 0-3756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5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5346,'0'0'17782,"4"-2"-16800,4-2-689,0 1 1,1 1-1,0-1 0,-1 1 1,1 1-1,0 0 1,0 0-1,0 1 1,0 0-1,0 0 0,14 3 1,-9-2-266,0 0 0,0-1 0,0 0 0,0-1 0,18-4 0,-14 0-1006,36-11-2330,-38 8-1705,-4-2-3691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53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 9444,'0'0'12467,"-8"24"-14041,15-23 7340,-5-1-5681,1 0 0,0-1 0,0 1 0,-1 0 0,1-1 0,0 1 0,-1-1 1,1 0-1,0 0 0,4-2 0,-62 58 483,-86 113 0,124-145-515,2 1-1,0 0 1,2 1-1,0 1 1,2 0-1,1 1 1,1 0-1,-7 37 1,14-57-51,1-1 0,1 1 0,-1 0 0,1-1 0,0 1 0,1-1 0,-1 1 0,4 11 0,-3-16-7,0 1 1,0-1-1,0 0 1,0 0-1,0 0 0,1 0 1,-1 0-1,1 0 1,-1 0-1,1-1 1,0 1-1,0 0 1,-1-1-1,1 1 1,1-1-1,-1 0 1,0 0-1,0 0 1,0 0-1,0 0 1,1 0-1,-1-1 1,1 1-1,-1-1 1,0 1-1,4-1 1,8 2 14,0-1 1,-1-1 0,1 0-1,0-1 1,27-4 0,-37 4-2,-1 0 1,0 0-1,0 0 1,0 0-1,0 0 1,0 0-1,0-1 1,0 1-1,0-1 1,0 0-1,-1 0 1,1 0-1,-1 0 1,1-1-1,-1 1 1,0-1-1,0 1 1,0-1-1,0 0 1,-1 0-1,1 0 1,-1 0-1,1 0 1,-1 0-1,0 0 1,0 0-1,-1 0 1,1-1-1,-1 1 1,1 0-1,-1-4 1,-1 2 34,0 0 1,0 0-1,-1 0 1,1 1-1,-1-1 1,0 0-1,0 1 1,-1 0 0,1-1-1,-1 1 1,0 0-1,0 0 1,0 1-1,-1-1 1,1 1-1,-1 0 1,0-1-1,0 2 1,0-1-1,0 0 1,-10-3-1,4 0-6,0 1-1,-1 1 0,0 0 1,0 0-1,-1 1 0,1 0 1,0 1-1,-21-1 0,32 23-3939,8-7-5236,10-8-1294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54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68 8900,'0'0'15645,"-2"-3"-14413,2 3-1207,-1-1 0,1 1 0,0-1 0,-1 1-1,1 0 1,0-1 0,0 1 0,-1-1 0,1 1 0,0-1 0,0 0-1,0 1 1,0-1 0,0 1 0,0-1 0,0 1 0,0-1 0,0 1-1,0-1 1,0 1 0,0-1 0,0 1 0,1-1 0,-1 1 0,0-1-1,0 1 1,0-1 0,1 1 0,-1-1 0,0 1 0,1-1 0,-1 1-1,0 0 1,1-1 0,-1 1 0,1-1 0,26-13 352,48-4-272,-63 15-34,12-1-13,1 0 0,0 2 0,29 0 0,-53 7-49,-1 0-1,1 0 1,-1 0 0,0 0 0,0 0 0,-1 8-1,-1-7 6,1 0 0,-1 0 1,0 0-1,-1-1 0,1 1 0,-1 0 0,0-1 0,-1 0 0,1 0 0,-5 5 0,-49 52 106,33-38-104,-23 23 36,25-26 119,1 1 0,0 1 0,-28 43 0,47-65-128,1 1 0,0 0-1,0 0 1,0-1 0,1 1-1,-1 0 1,0 0 0,1 0-1,-1 0 1,1 0 0,0 0-1,0 0 1,-1 2 0,2-3-14,-1 0 1,0 0 0,0-1-1,1 1 1,-1 0 0,0 0-1,1-1 1,-1 1 0,1 0-1,-1-1 1,0 1-1,1-1 1,0 1 0,-1-1-1,1 1 1,-1-1 0,1 1-1,0-1 1,-1 1 0,1-1-1,0 0 1,-1 1-1,2-1 1,5 2 171,0-1 0,-1 0 0,1-1 0,0 0 0,0 0 0,8-1-1,7 0 223,4-1-181,0-1 0,0-1 1,33-10-1,-17 4-152,-36 9-90,-30-1-3060,10 2-115,12 0 1365,5 0-75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3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6163,'-12'12'20937,"57"-13"-20933,-19 0 83,0 1-1,1 1 0,36 6 1,-62-6-76,0-1 1,0 1-1,0 0 1,0-1-1,0 1 0,0 0 1,0 0-1,-1 0 1,1-1-1,0 1 1,0 0-1,-1 0 0,1 0 1,0 0-1,-1 0 1,1 0-1,-1 0 1,0 1-1,1-1 0,-1 0 1,0 0-1,1 0 1,-1 0-1,0 1 0,0-1 1,0 2-1,-1 40 304,0-27-220,1-7-58,-1-1 1,-1 1-1,0-1 1,0 1-1,0-1 1,-1 0-1,0 1 1,-1-1 0,-5 9-1,-51 72 120,26-40-105,16-22-29,12-20-4,1 0 0,0-1-1,0 2 1,1-1 0,0 1 0,0-1-1,1 1 1,0 0 0,0 0-1,1 1 1,0-1 0,-1 16 0,20-23 21,6-4-17,1 0 0,0-2 1,-1-1-1,0-1 1,0-1-1,-1 0 1,27-16-1,53-18 136,-129 61-17220,8-16 9647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31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6115,'0'0'6512,"10"-10"-4660,34-30-206,-40 38-1378,1 0 1,-1 0 0,1 0-1,0 0 1,0 1-1,-1 0 1,1 0 0,0 0-1,0 0 1,0 1-1,0 0 1,0 0 0,0 0-1,0 1 1,5 0 0,10 1-45,2-2-218,16 0-761,41-5 1,-63 3-2152,0-1 0,30-11 0,1-3-7040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31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5250,'0'0'12929,"7"0"-11360,38 3 29,1-3 0,48-6 0,30 0-5293,-149 17-15007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31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96,'0'0'23675,"102"-11"-22891,-68 0-688,6-3-96,1-2-528,6 1-2273,1-3-5107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3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0 7187,'0'0'14844,"-3"7"-13286,-64 118 2775,25-50-3334,-57 142 0,94-203-1459,-1-1-1,0-1 0,-16 23 1,-12 7-8289,27-38 3336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32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7491,'0'0'17833,"41"86"-16377,-28-50-735,14-2-241,-6-2-192,6-3-208,0-4-80,7-5-16,-1-6-832,8-7-1489,20-5-1505,7-2-3890,6 0-5122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33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8308,'0'0'13702,"81"0"-13542,-20-11-128,14-1 80,-1-1-64,1-1 0,-1 5-48,-6-2-336,-7 2-912,0 2-1970,-14-4-2561,-6 2-2560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34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1 559 3666,'0'0'15060,"2"-2"-13590,29-28-644,-1-2 0,-2-1 1,-1-2-1,26-43 0,6-8-670,2 6 26,99-102-1,-160 182-119,0 0 1,0 0-1,0 0 0,0 1 1,0-1-1,0 0 0,0 0 1,0 0-1,0 0 1,0 0-1,0 1 0,1-1 1,-1 0-1,0 0 0,0 0 1,0 0-1,0 0 0,0 1 1,0-1-1,0 0 0,0 0 1,0 0-1,0 0 0,0 0 1,1 0-1,-1 0 0,0 0 1,0 0-1,0 1 0,0-1 1,0 0-1,0 0 1,1 0-1,-1 0 0,0 0 1,0 0-1,0 0 0,0 0 1,0 0-1,1 0 0,-1 0 1,0 0-1,0 0 0,0 0 1,0 0-1,0 0 0,1 0 1,-1 0-1,0 0 0,0 0 1,0 0-1,0 0 0,0 0 1,0-1-1,1 1 1,-1 0-1,0 0 0,0 0 1,0 0-1,0 0 0,0 0 1,0 0-1,0-1 0,-3 25 1034,-12 27-331,12-39-590,0 0 1,0 0 0,2 0 0,-1 0-1,1 0 1,2 15 0,41-24-211,-35-3 35,8-1-22,-1-1-1,0 0 1,0-1 0,0-1-1,0 0 1,0 0 0,-1-2-1,18-9 1,-11 5-62,-1-1 1,-1-1-1,0-1 1,31-29-1,-36 30 471,-18 21 325,-9 11-317,7-6-395,1 0 0,0 1 0,1-1 0,0 1 0,2 0 0,-1 0 0,2 1 0,0-1 0,1 0 0,1 1 0,0-1 0,3 20 0,-2-30-203,0 1 1,1 0-1,0-1 1,0 1-1,1-1 1,-1 1-1,1-1 1,0 0-1,1 0 1,-1 0-1,1-1 1,0 1-1,0-1 0,8 6 1,-2-1-1065,1-1-1,1 0 1,-1-1 0,1 0-1,16 6 1,13 2-9941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35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1 402 5378,'0'0'12289,"14"-3"-10520,253-52 4100,482-54-4537,-630 96-1181,809-69-4,102-13 656,-967 88-232,-20 3 868,0-2 0,78-22 0,-123 30-1441,0 1 1,-1-1-1,1 0 1,0 1-1,1-1 1,-1 1 0,0 0-1,1 0 1,-1 0-1,-1 4 1,-14 23-3406,13-26 2047,-1 0 0,1 0 1,-1-1-1,0 0 1,0 0-1,0 0 0,-11 4 1,-22 3-7139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36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21 2177,'0'0'7449,"4"-3"-4923,19-13 13410,-27 16-15651,1-1 1,-1 1-1,1 0 1,-1 0 0,1 0-1,-1 0 1,1 0-1,-6 2 1,4-1-12,-11 1-5,1 1 0,-1 1 1,-25 9-1,35-10-200,-1-1 0,1 1 0,0 0 0,-1 1 0,2-1 0,-1 1-1,0 1 1,1-1 0,0 1 0,-10 10 0,15-15-71,-1 1-1,0 0 1,1 0 0,-1 0-1,0 0 1,1 0 0,-1 1-1,1-1 1,0 0-1,-1 0 1,1 0 0,0 0-1,0 0 1,0 0 0,-1 1-1,1-1 1,0 0 0,1 0-1,-1 0 1,0 1 0,0-1-1,0 0 1,1 0 0,-1 0-1,1 0 1,-1 0 0,1 0-1,-1 0 1,1 0 0,-1 0-1,1 0 1,0 0-1,0 0 1,-1 0 0,1 0-1,0-1 1,0 1 0,0 0-1,0 0 1,0-1 0,0 1-1,2 0 1,6 3-36,0 0 0,1-1-1,-1 0 1,15 3 0,-1-1-36,10 6-79,-9-4-205,0 1 1,-1 1-1,0 1 0,0 1 0,28 18 1,-50-29 356,0 1 0,0-1-1,-1 1 1,1-1 0,0 1 0,0-1 0,-1 1 0,1 0 0,-1-1 0,1 1-1,0 0 1,-1-1 0,1 1 0,-1 0 0,0 0 0,1 0 0,-1-1 0,0 1-1,1 0 1,-1 0 0,0 0 0,0 0 0,0 0 0,1-1 0,-1 1 0,0 0-1,0 0 1,-1 0 0,1 0 0,0 0 0,0 0 0,0-1 0,0 1 0,-1 0-1,1 0 1,0 0 0,-1 0 0,1-1 0,-1 1 0,1 0 0,-1 0 0,1-1-1,-1 1 1,0 0 0,1-1 0,-1 1 0,0-1 0,1 1 0,-2 0 0,-38 19 870,-87 9 1233,106-25-6434,5-3-4880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5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29 704,'-4'0'20029,"-12"-2"-16986,31-7-2920,36 1 102,0 3 0,75 0 0,-125 5-195,-1 1 0,1-1 0,0 1 0,0-1 0,-1 1 0,1 0 0,-1-1 0,1 1 0,0 0 0,-1-1 0,1 1 0,-1 0 0,1 0 0,-1-1 0,0 1 0,1 0 0,-1 0 0,0 0 0,0 0 0,1-1 0,-1 1 0,0 0 0,0 0 0,0 0 0,0 0 0,0 0 0,0 0 0,0 0 0,-1-1 0,1 1 0,0 0 0,0 0 0,-1 0 0,1 0 0,0-1 0,-1 1 0,0 1 0,-13 36 572,-7-7-243,-46 49 1,43-54-304,2 1 1,-23 36-1,42-58-52,0 1-1,1-1 1,-1 1-1,1 0 1,1 0-1,-1-1 1,0 10-1,1-13-1,1-1 0,0 1 0,0-1 1,0 0-1,0 1 0,0-1 0,0 1 0,0-1 0,0 1 0,0-1 0,1 0 1,-1 1-1,0-1 0,1 0 0,-1 1 0,1-1 0,0 0 0,-1 0 0,1 1 1,0-1-1,0 0 0,0 0 0,0 0 0,0 0 0,0 0 0,0 0 0,0 0 1,0 0-1,0-1 0,1 1 0,-1 0 0,0-1 0,1 1 0,-1-1 0,2 1 1,24 3 38,0-2 0,-1-1 1,1-1-1,0-2 0,-1 0 1,1-2-1,-1-1 0,0-1 1,44-15-1,-69 20-173,1 1 1,0-1-1,0 0 0,0 0 0,-1 0 1,1 0-1,-1 0 0,1 0 0,-1 0 1,1-1-1,-1 1 0,1 0 0,1-3 1,1-15-9545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50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11989,'0'0'9189,"129"-27"-9125,-89 20-64,21-2-96,-7 0-1601,14-2-2529,-14-5-2241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51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0 8468,'0'0'16845,"-18"2"-15815,-11 1-537,0 1 1,1 1-1,-44 15 1,40-9 57,21-8-429,0 0 0,0 1 1,0 0-1,1 1 0,-1 0 0,-14 11 0,24-15-129,1-1 1,-1 0-1,1 1 1,-1-1-1,1 0 1,-1 1-1,1-1 1,0 1-1,-1-1 1,1 1-1,0-1 1,-1 1-1,1-1 1,0 1-1,0-1 1,-1 1-1,1-1 1,0 1-1,0-1 1,0 1-1,0-1 1,0 1-1,0 0 1,0-1-1,0 1 1,0-1-1,0 1 1,0-1-1,0 1 1,0 0-1,0-1 1,1 1-1,-1-1 1,0 1-1,20 14-302,36 4-144,-52-18 442,39 11-50,-2 3 0,63 30-1,-100-43 57,0 1 0,0-1 0,1 1 0,-2 0 0,1 1 0,0-1 0,-1 1 0,1-1 0,3 7 0,-6-9 33,0 0-1,-1 0 0,1 0 0,0 0 0,-1 1 0,1-1 0,-1 0 0,1 1 0,-1-1 0,0 0 0,1 1 0,-1-1 0,0 0 0,0 1 0,0-1 1,0 0-1,0 1 0,0-1 0,0 0 0,-1 1 0,1-1 0,0 0 0,-1 1 0,1-1 0,-1 0 0,0 0 0,1 1 0,-1-1 0,0 0 1,0 0-1,0 0 0,1 0 0,-1 0 0,0 0 0,0 0 0,-1 0 0,1-1 0,-2 2 0,-15 9 270,-2-1-1,1-1 1,-1 0 0,-1-2-1,-28 7 1,-110 15 1146,118-26-1854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53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10149,'0'0'13158,"0"8"-12281,0 158 4976,0-91-6776,0-21-5581,0-2-7161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53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10565,'0'0'14647,"88"-6"-13479,-41 3-624,8 1-352,-1 2-128,7 0-64,-7 0-192,7-2-1681,-7-5-1680,-7-2-6148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54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1145 4482,'0'0'7155,"11"-15"-6138,157-191 3062,-105 135-3476,-3-3 0,52-83 0,183-286 109,-272 413 49,3-5 2279,42-72 0,-68 107-3011,0 0 1,0 0 0,0-1-1,0 1 1,0 0-1,0-1 1,0 1 0,0 0-1,0 0 1,0-1 0,0 1-1,0 0 1,1-1 0,-1 1-1,0 0 1,0 0 0,0 0-1,0-1 1,1 1-1,-1 0 1,0 0 0,0 0-1,1-1 1,-1 1 0,0 0-1,0 0 1,1 0 0,-1 0-1,0 0 1,0-1 0,1 1-1,-1 0 1,0 0-1,1 0 1,-1 0 0,0 0-1,0 0 1,1 0 0,-1 0-1,0 0 1,1 0 0,4 15 998,-4 21 32,-1-35-1051,-6 182 541,48-181-611,-33-4 51,0 0 0,0 0 0,0-1 0,-1 0 0,1-1 0,-1 0 0,0 0 0,0-1 0,0 0 0,11-10 0,11-9-51,28-31 0,-48 45 296,5-3 1454,-14 14-1639,-1 0 0,1-1 0,-1 1 0,1 0 0,-1 0 0,1-1 0,-1 1 0,0 0 0,1 0 0,-1 0-1,0-1 1,0 1 0,1 0 0,-1 0 0,0 0 0,0 0 0,0 0 0,0 0 0,0-1 0,-1 1 0,1 0 0,0 1 0,-2 30-50,1-21 0,1 0 0,0 0 0,0 0 0,4 19 0,-3-28 0,-1-1 0,1 1 0,0-1 1,0 1-1,0-1 0,1 1 0,-1-1 0,0 0 0,0 0 1,1 0-1,-1 1 0,1-1 0,-1-1 0,1 1 0,-1 0 1,1 0-1,0 0 0,2 0 0,39 11-7,-31-9-2,13 3-882,0-1 1,0-2 0,32 1 0,32-4-8030,0-4-9368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56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157 103 11477,'0'0'17288,"-14"-3"-16856,-47-4-213,59 8-211,-1-1 0,1 1 0,0 0-1,0-1 1,0 1 0,0 0 0,-1 1 0,2-1-1,-1 0 1,0 0 0,0 1 0,0-1-1,1 1 1,-1 0 0,0-1 0,1 1 0,0 0-1,-1 0 1,1 0 0,0 0 0,0 0 0,-1 3-1,-4 5 28,1 2-21,-1 0 1,1 0 0,1 1-1,0 0 1,1-1 0,0 2-1,1-1 1,1 0 0,0 0-1,0 1 1,3 16 0,-2-29-22,0 1 0,0-1 0,0 1 0,0 0 0,0-1 0,1 1 0,-1-1 0,1 1 0,-1-1 0,1 1 0,0-1 0,-1 0 0,1 1 0,0-1 0,0 0 0,0 1 0,0-1 0,0 0 0,0 0 0,0 0 0,0 0 0,1 0 0,-1 0 0,3 1 0,0 0-22,0-1 0,0 1 0,0-1 0,0 0 0,0-1 0,1 1 0,-1-1 0,0 1 0,6-2 0,3 1-8,0-2-1,0 0 1,0-1 0,0 0 0,18-7-1,-12 2 56,-1-1-1,0-1 1,0-1 0,-2 0-1,1-1 1,15-15-1,-25 21 14,-1 0 0,0-1 0,0 0 0,0 1 0,-1-2 0,0 1 0,-1-1 0,0 0-1,0 0 1,0 0 0,-1 0 0,0-1 0,-1 1 0,0-1 0,0 1 0,0-16 0,-2 19-11,1 1 1,-1-1-1,-1 0 0,1 1 1,-1-1-1,0 1 1,0-1-1,0 1 1,0 0-1,-1-1 1,0 1-1,0 0 1,0 0-1,0 0 0,-3-3 1,1 4-127,1 0 1,0 1-1,-1 0 1,1 0-1,-1 0 1,1 0 0,-1 0-1,0 1 1,0-1-1,0 1 1,0 0-1,0 1 1,0-1-1,0 1 1,0-1-1,0 1 1,-6 1-1,4-1-727,-23 3-2795,20 4-1064,5 8-4617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56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79 106 2801,'0'0'17398,"-1"25"-15414,-10 193 1741,6-166-2669,-13 54 1,18-106-1051,0 1 0,0 0-1,0 0 1,0-1 0,0 1 0,0 0 0,0 0 0,0 0-1,-1-1 1,1 1 0,0 0 0,0-1 0,-1 1 0,1 0 0,-1-1-1,1 1 1,0 0 0,-1-1 0,1 1 0,-1-1 0,0 1 0,1-1-1,-1 1 1,1-1 0,-1 1 0,0-1 0,1 1 0,-1-1 0,0 0-1,0 0 1,1 1 0,-1-1 0,0 0 0,0 0 0,1 0-1,-1 0 1,0 0 0,0 0 0,1 0 0,-2 0 0,0-1-5,1 1 0,0-1 0,0 0-1,0 0 1,0 0 0,0 1 0,0-1 0,0 0 0,0-1 0,0 1 0,0 0 0,0 0 0,1 0 0,-1 0 0,1-1 0,-1 1 0,1 0 0,-1-1 0,1 1-1,-1 0 1,1-1 0,0-1 0,-3-30-138,1 0-1,2-1 0,1 1 1,1 0-1,8-38 1,-5 49 106,0 1 1,2-1-1,0 1 1,1 0 0,1 0-1,1 1 1,1 0 0,21-28-1,-30 45 29,0-1 1,1 1-1,0 0 0,0 0 0,0-1 0,0 2 1,1-1-1,-1 0 0,1 1 0,-1 0 1,1 0-1,0 0 0,0 0 0,0 0 0,0 1 1,0 0-1,1 0 0,-1 0 0,0 0 1,0 0-1,1 1 0,-1 0 0,6 1 0,-8-1 1,0 1 0,-1 0 0,1 0 0,-1 1 0,1-1 0,-1 0 0,1 0 0,-1 1 0,0-1 0,0 1 0,0-1 0,0 1 0,0-1 0,0 1-1,0 0 1,0 0 0,-1-1 0,1 1 0,0 0 0,-1 0 0,0 0 0,1 0 0,-1-1 0,0 3 0,2 55 89,-2-48-75,0-5 52,0 0 0,0 1 0,-1-1 1,0 0-1,-1 0 0,1 0 0,-1 0 0,0 0 0,-1 0 0,1-1 0,-1 1 1,0-1-1,-1 0 0,1 1 0,-1-1 0,0-1 0,0 1 0,0-1 0,-1 1 1,0-1-1,-8 5 0,4-1 165,-1 0 1,0-1-1,0-1 1,0 1-1,-1-2 0,0 1 1,-13 3-1,23-8 202,1 0-399,-1-1 0,1 1 0,0 0 0,0 0 0,0 0-1,0 0 1,0 0 0,0 0 0,0 0 0,0 0-1,1 0 1,-1 0 0,0 0 0,0-1 0,1 1 0,-1 0-1,1 0 1,-1 0 0,1 0 0,14 15 86,1 0-1,1-2 1,0 0 0,1-1-1,0 0 1,1-2 0,0 0 0,1-1-1,40 13 1,-60-23-142,0 0 0,0 0 0,0 0 0,0 0 0,0 0 0,0 0 0,0 1 0,-1-1 0,1 0 0,0 0 1,0 0-1,0 0 0,0 0 0,0 0 0,0 0 0,0 0 0,0 0 0,0 0 0,0 0 0,0 0 0,0 1 0,0-1 0,0 0 0,0 0 0,0 0 0,0 0 0,0 0 0,0 0 0,0 0 0,0 0 0,0 0 0,0 0 1,0 1-1,0-1 0,0 0 0,0 0 0,0 0 0,0 0 0,0 0 0,0 0 0,0 0 0,0 0 0,0 0 0,0 0 0,0 0 0,0 1 0,1-1 0,-1 0 0,0 0 0,0 0 0,0 0 0,0 0 0,0 0 0,0 0 1,0 0-1,0 0 0,0 0 0,0 0 0,-15 6-3336,-24 3-5153,-1-2-465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57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1 199 624,'0'0'17107,"21"-3"-15032,326-58 2792,372-60-3123,-624 107-1685,-121 23-774,1 0 0,-33 18 0,-14 7-3599,3-7-3633,17-11 2216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5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9508,'0'0'13895,"4"1"-13335,12 0-77,-1-1-1,1 0 1,-1-1 0,0 0 0,1-2-1,-1 0 1,0 0 0,24-10-1,27-4 152,7 2-1285,229-42 3693,-149 37-5851,0 13-8805,-162 8 6172,-15 5-1591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4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10645,'0'0'9956,"18"-1"-9027,315-52 1485,-282 43-1650,-34 8-2619,-32 7-8189,-17 8 3942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0:4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2609,'0'0'20281,"156"-20"-19544,-109 9-529,-6-3-128,6 3-80,-13 2-1185,7 0-3121,-14-5-3889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06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66 5346,'-2'-7'17644,"6"-2"-17298,0 5-314,1-1 0,0 1 0,1 0 0,-1 0 0,1 1 0,-1 0 0,1 0 0,0 0 0,1 1 0,-1 0 1,11-3-1,-4 2-4,1 1 0,0 1 0,0 0 0,21 1 1,-33 0-28,0 0 1,0 1-1,-1-1 1,1 1 0,0-1-1,0 1 1,0 0-1,0-1 1,-1 1-1,1 0 1,0 0 0,-1 1-1,1-1 1,-1 0-1,1 0 1,-1 1-1,0-1 1,1 1 0,1 2-1,0 1 11,0 0 0,-1 0-1,0 0 1,0 1-1,0-1 1,2 11 0,-1 5 95,0 0 0,-1 35 0,-2-51-67,0 0-1,0 0 0,-1 0 0,0 0 0,0 0 0,0 0 0,0 0 1,-1 0-1,1 0 0,-1-1 0,-4 8 0,-1-4 102,1 0 1,-1 0-1,0-1 1,-12 9-1,13-11-77,-12 11 82,0-1-1,-1-1 1,0-1-1,-1 0 1,-1-2 0,-33 15-1,7-23-3421,48-34-11288,11 10 7545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07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4 2545,'0'0'8161,"4"-1"-5776,12-2 1478,-32 5 2076,-17 5-1092,15-3-5849,14-1 1044,0-1 0,0 1 1,0 0-1,1 0 1,-1 0-1,1 0 0,-1 1 1,1-1-1,0 1 1,0 0-1,1 0 1,-1 0-1,-2 6 0,-1 3-25,0 1 0,1-1 0,-4 16 0,6-18 63,1 0 1,0 1-1,1-1 0,0 1 0,1 22 1,1-29-25,-1 1 0,1-1 0,0 0 0,1 1 0,-1-1 0,1 0 0,0 0 1,0 0-1,1 0 0,0-1 0,0 1 0,0-1 0,0 1 0,6 5 0,-4-5 11,-1 0 0,2 0 0,-1 0 0,0-1 0,1 0-1,0 0 1,0 0 0,0-1 0,0 0 0,1 0 0,-1-1 0,1 1-1,0-2 1,0 1 0,0-1 0,0 0 0,0 0 0,12 0-1,88-1 1959,-106 0-1646,-28-3-11309,13 3 1950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26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84 3506,'0'0'15054,"8"-9"-13682,4-3-878,-7 8-140,0-1 1,-1 0 0,1 0 0,-1 0 0,6-11-1,-9 16-253,-1-1 0,0 1 0,1-1 0,-1 1-1,0-1 1,0 0 0,1 1 0,-1-1 0,0 1 0,0-1-1,0 1 1,0-1 0,0 1 0,0-1 0,0 0-1,0 1 1,0-1 0,0 1 0,0-1 0,0 0 0,0 1-1,0-1 1,0 1 0,-1-1 0,1 1 0,0-1-1,0 1 1,-1-1 0,1 1 0,0-1 0,-1 1 0,1-1-1,-1 1 1,1-1 0,0 1 0,-1 0 0,1-1-1,-1 1 1,1 0 0,-1-1 0,1 1 0,-1 0 0,1 0-1,-1-1 1,0 1 0,1 0 0,-1 0 0,1 0-1,-1 0 1,1 0 0,-1 0 0,0 0 0,1 0 0,-1 0-1,1 0 1,-1 0 0,0 0 0,-40 5-117,28 0 58,0 1-1,0 0 1,0 1-1,1 1 1,1 0-1,-1 1 0,1 0 1,1 0-1,-1 1 1,2 0-1,-1 1 1,1 1-1,1-1 1,-11 21-1,18-31-36,1 0-1,-1-1 1,1 1-1,-1 0 1,1 0 0,-1 0-1,1 0 1,-1 0 0,1 0-1,0 1 1,0-1 0,0 0-1,-1 0 1,1 0-1,0 0 1,0 0 0,1 0-1,-1 0 1,0 0 0,0 0-1,0 0 1,1 0 0,-1 0-1,0 0 1,1 0-1,-1 0 1,1 0 0,0 0-1,-1 0 1,1 0 0,0 0-1,-1 0 1,1-1 0,0 1-1,0 0 1,-1 0-1,1-1 1,0 1 0,0-1-1,0 1 1,0-1 0,0 1-1,0-1 1,0 0 0,2 1-1,3 0 22,-1-1-1,1 1 1,-1-1-1,1 0 1,-1-1-1,1 0 1,-1 1-1,11-4 1,-3-2 2,1 0 0,0-1 1,-1-1-1,-1 0 0,1-1 0,-1 0 0,-1 0 1,1-2-1,-2 1 0,1-1 0,15-23 1,-32 99 1102,6-56-1131,0 0 1,1 1 0,0-1-1,0 0 1,1 1 0,0-1-1,6 15 1,-6-21-175,-1 0 1,1 0-1,0 0 1,-1-1-1,2 1 1,-1-1-1,0 1 1,0-1 0,1 0-1,4 4 1,-4-5-339,0 1 1,0 0 0,1-1 0,-1 0-1,1 1 1,-1-2 0,1 1-1,-1 0 1,1-1 0,0 1 0,4-1-1,14 0-5255,4 0-2192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27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9108,'0'0'9514,"4"2"-9074,1 1-267,0 0 0,-1 0 0,1 0 0,-1 1 1,0 0-1,0 0 0,-1 0 0,1 0 0,-1 1 0,0-1 0,0 1 0,0 0 0,3 7 1,35 83 1170,-35-79-1078,15 42 194,-3 0 1,-3 1-1,16 114 1,-13 187 706,-18-348-1022,-1-1 0,0 1 0,-1 0 0,0-1 0,0 0 0,-1 1 0,-1-1 0,0 0-1,0-1 1,-1 1 0,-1-1 0,0 0 0,0 0 0,-1 0 0,0-1 0,0 0 0,-1-1 0,-11 10 0,1 0 148,-1-1 1,-1-1 0,-22 14 0,34-24-630,-1-1 1,0-1-1,1 1 1,-1-2-1,-1 1 1,1-1-1,0 0 0,-1-1 1,1 0-1,-18 1 1,20-29-9924,5-9-3552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2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0 817 9188,'0'0'11910,"17"-20"-11129,55-63-127,-65 76-491,-1 0 0,1 1 0,0 0 0,0 0 0,1 1 0,11-7 1,-14 10 52,-1 0 0,1 0 0,0 1 0,0 0 0,0 0 0,0 0 0,0 0 1,9 1-1,-13 0-186,0 0 0,0 1 0,0-1 0,-1 0 0,1 1 0,0-1 0,-1 1 0,1-1 0,0 1 0,-1-1 1,1 1-1,0-1 0,-1 1 0,1-1 0,-1 1 0,1 0 0,-1-1 0,1 1 0,-1 0 0,0 0 0,1-1 0,-1 1 0,0 0 0,0 0 1,1-1-1,-1 1 0,0 0 0,0 0 0,0 0 0,0 0 0,0-1 0,0 2 0,0 36 146,-1-25 16,-11 221 347,10-224-552,0 43 106,2-51-110,0-1 1,0 1-1,0-1 1,1 0-1,-1 1 1,0-1-1,0 0 1,1 1-1,-1-1 1,1 0-1,-1 1 1,1-1-1,0 0 1,-1 0-1,1 1 1,0-1-1,0 0 1,0 0-1,0 0 1,0 0-1,0 0 1,0 0-1,0-1 1,0 1-1,0 0 1,1 0-1,-1-1 1,0 1-1,0-1 1,3 1-1,5 0-135,-1-1 0,1 0 1,-1 0-1,1-1 0,-1 0 0,1-1 0,-1 0 1,0 0-1,0-1 0,15-6 0,-9 2-22,-1-1 1,1-1-1,-1 0 0,-1-1 0,16-15 0,6-11-120,-2-2-1,46-71 0,-74 104 282,7-14 21,-8 14 77,0 0 0,0 0-1,0 0 1,1 1 0,-1-1 0,1 1 0,0 0 0,5-4-1,-8 7 695,0 12-666,0-1 0,1 1 0,0-1 1,1 1-1,0-1 0,1 0 0,6 13 0,38 63-54,-14-41-22,-32-43-36,0 0 1,1 0-1,-1 0 0,1 0 1,0 0-1,-1 0 0,1-1 1,0 1-1,0-1 0,0 0 1,0 0-1,0 0 0,0 0 1,0 0-1,5 0 0,-6-7 35,0 1-1,0-1 0,-1 0 1,0 0-1,0 0 0,-1-7 1,4-12 63,5-36-41,-2 0 0,-3-112-1,-4 151-70,-1 13-6,0 0-1,-1 0 1,0 0-1,0 1 1,-1-1-1,0 1 1,0-1-1,-1 1 1,0 0-1,-1 1 1,0-1-1,0 1 1,0 0-1,-1 0 1,0 0 0,-1 1-1,1 0 1,-1 0-1,-10-6 1,39 9-3082,-9 1 2808,86-15 252,0-4-1,-2-4 1,113-45 0,-205 68 44,165-67 86,-155 62-80,-1-1-1,0 0 1,-1 0-1,1-2 1,-2 0 0,0 0-1,0-1 1,0 0 0,11-17-1,-21 25 26,1 0 0,-1 0 0,0-1 0,0 1 0,-1-1 0,1 1 0,-1-1 0,0 1 0,0-1 0,0 0 0,0 0 0,0 0 0,-1 1 0,0-1 0,0 0 0,0-4 0,-1 6 60,0 0-1,0 0 1,0 0 0,0 0 0,0 1-1,0-1 1,0 0 0,-1 1 0,1-1 0,-1 1-1,1-1 1,-1 1 0,0 0 0,1 0 0,-1 0-1,0 0 1,0 0 0,0 0 0,0 0-1,0 0 1,0 1 0,0-1 0,0 1 0,0-1-1,0 1 1,0 0 0,0 0 0,0 0 0,-3 0-1,-5-1 72,0 1 0,0-1 0,0 1 0,0 1 0,0 0 0,0 1 0,0 0 0,0 0 0,1 1 0,-1 0 0,1 1 0,-1 0 0,1 0 0,1 1-1,-1 0 1,0 1 0,1 0 0,0 0 0,1 1 0,0 0 0,0 0 0,-7 9 0,-5 9 39,2 0-1,1 1 1,1 1 0,1 1 0,1 0-1,-11 37 1,9-17 51,3 0 0,1 1 0,-4 53 1,-22 120 32,15-110-227,21-112-61,1 1 0,0-1 0,-1 1 0,1-1 0,0 0 0,0 1 0,0-1 0,-1 1 0,1-1 0,0 1 0,0-1 0,0 1 0,0-1 0,0 1 0,0-1 0,0 1 0,0-1 0,0 1 0,0-1 0,0 1 0,0-1 0,0 1 0,1-1 0,-1 1 0,0-1 0,0 0 0,0 1 0,1-1 0,-1 1 0,0-1 0,0 1 0,1-1 0,-1 0 0,0 1 0,1-1 0,-1 0 0,1 1 0,-1-1 0,0 0 0,1 0 0,-1 1 0,1-1 0,-1 0 0,1 0 0,-1 0 0,1 0 0,0 1 0,19-13 0,12-20-351,0-1-1,-2-1 1,29-44-1,-50 67 531,-9 19 309,-1 10-477,-6 109-1724,7-126 1503,0 1-1,1-1 1,-1 0-1,0 1 1,0-1 0,1 0-1,-1 1 1,1-1 0,-1 0-1,1 0 1,0 1 0,-1-1-1,1 0 1,0 0 0,0 0-1,0 0 1,0 0 0,-1 0-1,2 0 1,-1 0 0,0-1-1,0 1 1,0 0 0,0-1-1,0 1 1,1 0-1,-1-1 1,0 0 0,0 1-1,1-1 1,-1 0 0,3 1-1,49 0-10278,-48-2 8943,29-2-9451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29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14455,'0'0'8075,"-22"3"-4233,-67 12-1673,84-14-2030,1 0 1,-1 0-1,0 0 1,1 1-1,-1-1 0,1 1 1,-1 0-1,1 1 1,0-1-1,0 1 0,0 0 1,0 0-1,0 0 1,1 0-1,-1 1 0,1-1 1,-4 7-1,4-4 17,1 0 0,0 0 0,0 0 0,0 0 1,1 0-1,0 1 0,0-1 0,0 0 0,1 0 0,1 7 0,-1-12-156,0-1 1,0 1-1,0 0 0,0-1 1,1 1-1,-1-1 0,0 1 1,1-1-1,-1 1 1,0-1-1,1 1 0,-1-1 1,1 1-1,-1-1 0,1 1 1,-1-1-1,1 0 0,-1 1 1,1-1-1,-1 0 0,1 1 1,0-1-1,-1 0 1,1 0-1,-1 1 0,1-1 1,0 0-1,0 0 0,30 3 11,25-8-115,-52 3 101,-1 1-1,1-1 1,-1 0-1,1 0 1,-1 0-1,0 0 1,0-1-1,0 1 0,0-1 1,2-3-1,8-3 79,-9 36-28,-4-18-95,0-4-226,0 0-1,-1 0 1,2 0-1,-1 0 0,1 0 1,0 0-1,0 0 1,0 0-1,3 6 0,-3-9 91,1 0-1,0 0 0,0-1 0,0 1 0,0-1 0,0 1 0,0-1 0,0 0 0,0 0 1,1 0-1,-1 0 0,0 0 0,1 0 0,-1-1 0,1 1 0,-1-1 0,0 1 1,1-1-1,-1 0 0,1 0 0,-1 0 0,4-1 0,-3 1-78,25-2-4229,2-11-3569,3-15-2843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29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5587,'0'0'17773,"-18"24"-14043,-59 78-579,66-83-2922,0-1 1,2 1-1,0 1 1,1 0 0,1 0-1,0 0 1,2 1 0,1 0-1,0 0 1,-1 42 0,5-61-230,-2 16 0,1-1 0,0 1 0,2 0 0,2 20 0,-2-36 2,0-1 1,0 1-1,0 0 1,0-1-1,0 1 1,0-1-1,0 1 1,0-1-1,1 1 1,-1-1-1,1 0 1,-1 0-1,1 0 0,-1 0 1,1 0-1,0 0 1,0 0-1,-1 0 1,1-1-1,0 1 1,0-1-1,0 1 1,0-1-1,-1 0 1,1 0-1,3 0 0,61 1-139,-47-2-77,-7 1-507,1-1 0,0 0 1,0-1-1,-1 0 1,16-6-1,26-17-7404,-23 1-3888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29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16071,'0'0'9813,"163"-32"-9749,-96 21-64,1-2-1089,-7-1-3745,13-6-7988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0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21690,'0'0'10213,"-7"85"-9989,7-73-176,0-1-48,0-2-529,-6 0-879,-1-4-785,-7-5-1873,1 0-3137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0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14535,'0'0'10324,"7"92"-12405,20-74-2209,0-4-3441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0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 14359,'0'0'12845,"-23"12"-10115,-70 40-1082,86-48-1515,0 0 0,1 0-1,0 0 1,0 0 0,0 1-1,-7 8 1,11-11-116,1 0 0,0 0 0,0 0 0,0 1 0,0-1 0,1 0 0,-1 1 0,0-1 1,1 0-1,0 1 0,0-1 0,0 0 0,0 1 0,0 2 0,1-4-27,-1 0 0,1 0 0,0 1-1,0-1 1,0 0 0,0 0 0,0 0 0,1-1 0,-1 1-1,0 0 1,0 0 0,0-1 0,1 1 0,-1 0 0,0-1-1,1 1 1,-1-1 0,1 0 0,-1 0 0,2 1 0,38 7-460,-35-7 339,-4-1 83,-1 0-1,0 0 1,0 1-1,1-1 1,-1 0-1,0 0 1,0 1-1,1-1 1,-1 0-1,0 1 1,0-1-1,0 1 1,0 0-1,0-1 1,0 1-1,0 0 1,0 0-1,0 0 1,0-1-1,0 1 1,0 0-1,0 0 1,-1 0-1,2 3 1,-2-3 40,0 0 0,0 1 0,-1-1 0,1 0 1,0 0-1,-1 1 0,1-1 0,-1 0 0,0 0 1,1 0-1,-1 0 0,0 0 0,0 0 0,0 0 1,0 0-1,0 0 0,0 0 0,0 0 0,-1 0 0,-9 7 202,0 0-1,-1-1 1,-14 6-1,-16 9 358,-23 10-1558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0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0 17544,'0'0'11589,"-34"134"-7955,7-64-3634,6 0 0,-6 0 0,-7-7 0,7-9 0,0-7 0,0-6 0,0-7 0,-7-9 0,0-7 0,-6-11-2385,-15-7-5715,1 0-10772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1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0 395 19065,'23'-8'2540,"139"-39"451,177-28 1,-165 40-402,214-71-1,-377 103-2589,92-39 0,-96 38 0,1 0 0,-1 0 0,0-1 0,0 0 0,-1 0 0,1-1 0,-1 0 0,-1 0 0,1 0 0,6-10 0,-12 16 0,0 0 0,1 0 0,-1 0 0,0-1 0,0 1 0,0 0 0,0 0 0,0-1 0,0 1 0,0 0 0,0 0 0,0 0 0,0-1 0,0 1 0,0 0 0,0 0 0,0-1 0,0 1 0,0 0 0,0 0 0,0-1 0,0 1 0,0 0 0,0 0 0,0-1 0,0 1 0,0 0 0,0 0 0,-1 0 0,1-1 0,0 1 0,0 0 0,0 0 0,0 0 0,-1 0 0,1-1 0,0 1 0,0 0 0,0 0 0,-1 0 0,1 0 0,-15-4 0,-24 5 0,34-1 0,-11 2 0,0 1 0,1 0 0,-1 1 0,0 1 0,1 0 0,0 1 0,1 0 0,-1 2 0,1 0 0,1 0 0,-1 1 0,1 1 0,-21 21 0,10-8 0,2 1 0,1 1 0,0 1 0,2 0 0,-29 57 0,38-62 0,1 1 0,0 0 0,2 1 0,1 0 0,1 0 0,1 0 0,1 0 0,-1 45 0,7-68 0,-1 1 0,0 0 0,1-1 0,-1 1 0,1-1 0,-1 0 0,1 0 0,-1 0 0,1 0 0,-1 0 0,0 0 0,1-1 0,-1 1 0,5-2 0,19-18 0,34-33 0,-13 10 0,-31 97 0,-15-52-13,13 28-2884,-13-29 2496,0 1 0,0 0 0,0 0 0,1-1-1,-1 1 1,1 0 0,-1-1 0,1 1 0,0-1-1,-1 0 1,1 0 0,0 0 0,0 0 0,0 0-1,0 0 1,0 0 0,0 0 0,0-1 0,0 1-1,0-1 1,3 1 0,14-1-8144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10565,'0'0'14548,"20"0"-13078,161 0 528,-173 0-1957,0-1 1,1 0-1,-1 0 1,0 0-1,10-4 0,-16 4-31,-1 1 0,1-1 1,-1 1-1,0-1 0,0 1 0,1-1 0,-1 0 0,0 0 0,0 1 0,0-1 0,0 0 1,0 0-1,0 0 0,0 0 0,0 0 0,0-1 0,0 1 0,-1 0 0,1 0 0,0 0 1,-1-1-1,1 1 0,-1 0 0,1-1 0,-1 1 0,0 0 0,1-1 0,-1 1 0,0-1 0,0 1 1,0 0-1,0-1 0,0 1 0,-1-1 0,1 1 0,0 0 0,-2-3 0,1 2 37,0 0-1,0 0 1,-1 1-1,1-1 1,-1 0-1,1 1 1,-1-1-1,1 1 1,-1 0-1,0-1 0,0 1 1,0 0-1,0 0 1,0 0-1,0 1 1,0-1-1,0 0 1,0 1-1,0-1 1,0 1-1,-1 0 1,-1 0-1,-56-3 1778,51 3-1328,7 0-490,0 0 1,1 0 0,-1 0 0,1 0 0,-1 0-1,1 0 1,-1 1 0,1-1 0,-1 0 0,1 1-1,-1 0 1,1-1 0,-1 1 0,1 0-1,0-1 1,-1 1 0,1 0 0,0 0 0,0 0-1,-1 0 1,1 0 0,0 1 0,0-1 0,0 0-1,0 0 1,1 1 0,-1-1 0,0 0 0,0 3-1,-1 1-10,1 1 0,0 1 0,1-1 0,-1 0-1,1 0 1,1 8 0,0 5-5,-1-18-12,0 1 0,0-1 0,0 0 0,0 1 0,0-1 0,1 0-1,-1 1 1,0-1 0,1 0 0,-1 1 0,1-1 0,0 0 0,-1 0 0,1 0 0,0 0 0,0 1 0,0-1 0,0 0 0,-1 0-1,1-1 1,1 1 0,-1 0 0,0 0 0,2 1 0,0-1-483,1 1 0,-1-1 0,1 0 0,0 0 0,-1-1 0,1 1 0,0-1-1,4 1 1,19-1-10471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15031,'0'0'11200,"0"20"-9274,-26 278 2572,17-229-4435,5-33-178,-1-1 0,-1-1 0,-2 1 0,-16 41 0,24-73-104,-1-1 0,0 0 0,1 1 0,-1-1 0,0 0 0,-1 1 0,1-1 0,0 0 0,-1 0 0,1 0 0,-1 0 0,1-1 0,-1 1 0,0 0 0,0-1 0,0 1 0,0-1 0,0 1 0,0-1 0,0 0 0,-1 0 0,1 0 0,0 0 0,-1 0 0,-3 0 0,5-1-43,1 0-1,-1 0 0,0-1 0,1 1 0,-1 0 0,0-1 0,1 1 0,-1 0 0,0-1 1,1 1-1,-1-1 0,1 1 0,-1-1 0,1 1 0,-1-1 0,1 1 0,-1-1 0,1 1 1,-1-1-1,1 0 0,0 1 0,-1-1 0,1 0 0,0 1 0,0-1 0,-1 0 1,1 0-1,0 1 0,0-1 0,0 0 0,0 0 0,0 1 0,0-1 0,0-1 0,-1-4-1399,-5-40-6865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2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16872,'0'0'9524,"19"-5"-7462,60-7-850,-77 12-1143,0 0 1,0 1-1,0-1 1,0 1-1,0-1 1,0 1-1,0 0 1,0-1-1,0 1 1,0 0-1,0 0 1,0 1-1,0-1 1,-1 0-1,1 0 1,-1 1-1,1-1 1,-1 1-1,1 0 1,-1-1-1,0 1 1,0 0-1,2 3 1,-1 0 104,1 0 0,-1 1 0,-1-1 0,1 0 0,-1 1 0,1 6 0,-1-5-154,0 0-1,0 0 1,-1 0 0,0 1-1,-1-1 1,1 0-1,-1 0 1,-1 0 0,1 0-1,-5 12 1,3-15-21,1-1 1,-1 1 0,1 0 0,-1-1-1,0 0 1,0 1 0,-1-1 0,1 0-1,-1-1 1,1 1 0,-1-1 0,0 1-1,0-1 1,0 0 0,0-1 0,0 1-1,-1-1 1,-5 2 0,-34 3-2408,43-6 2321,1 0 0,-1 0 0,0 0 1,0 0-1,1 0 0,-1 0 0,0 0 1,1-1-1,-1 1 0,0 0 0,1 0 1,-1 0-1,0-1 0,1 1 0,-1 0 1,0-1-1,1 1 0,-1-1 1,1 1-1,-1 0 0,1-1 0,-1 1 1,1-1-1,-1 0 0,1 1 0,-1-1 1,1 1-1,0-1 0,-1 0 0,1 1 1,0-1-1,-1 0 0,1 1 0,0-1 1,0 0-1,0 1 0,0-1 0,0 0 1,0 1-1,0-1 0,0 0 1,0 0-1,0 1 0,0-1 0,0 0 1,0 1-1,1-1 0,-1 0 0,0 1 1,1-1-1,-1 0 0,0 1 0,1-1 1,-1 1-1,1-1 0,-1 0 0,0 1 1,2-1-1,18-19-6839,17 0-3097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3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1 525 7347,'0'0'23432,"4"16"-21761,3 5-1342,-3-12-332,-1 1 1,-1 0 0,1-1-1,1 19 1,-5-60 2,0 21 0,0 0 0,1 0 0,0 0 0,1 0 0,0 0 0,1 0 0,0 0 0,1 0 0,0 1 0,8-19 0,-9 24-137,0 0 1,1 1-1,-1-1 1,1 1-1,0 0 0,0 0 1,1 0-1,-1 0 1,1 0-1,0 1 0,0 0 1,0 0-1,0 0 1,1 0-1,-1 0 0,1 1 1,0 0-1,-1 0 1,1 0-1,0 1 0,0-1 1,0 1-1,0 1 1,0-1-1,1 0 1,-1 1-1,0 0 0,0 1 1,7 0-1,24 1-6515,0 0-1,0 3 1,68 17 0,-102-21 6681,0 0 1,0-1 0,0 1 0,0 0 0,0 0 0,0 0-1,0 0 1,0 0 0,-1 1 0,1-1 0,0 1 0,-1-1-1,2 2 1,-2-2 394,-1 0 0,0 0 0,1 0-1,-1-1 1,0 1 0,1 0 0,-1 0-1,0 0 1,0 0 0,0 0 0,0-1-1,0 1 1,0 0 0,0 0 0,0 0-1,0 0 1,0 0 0,0 0 0,-1-1-1,1 1 1,-1 2 0,-19 20 11577,0-11-9723,9-7-1580,-36 22 3147,45-25-3732,0-1 0,0 1 0,0 0 0,1 0 0,-1 1-1,0-1 1,1 0 0,0 0 0,0 1 0,-1-1 0,1 1 0,1-1 0,-1 1 0,0-1-1,1 1 1,-1 0 0,1-1 0,0 6 0,0-8-113,0 1 0,1 0 0,-1 0 0,1 0 0,-1 0 0,1 0 0,0 0 0,-1-1 0,1 1 0,0 0 0,-1 0 0,1-1 0,0 1 0,0-1 0,0 1 0,-1-1 0,1 1 0,0-1 0,0 1 0,0-1 0,0 0 0,0 1 0,0-1 0,0 0 0,0 0 0,0 0 0,0 0 0,0 0 0,2 0 0,38 1 0,-33-1 0,15 1-129,-13-1-60,-1 1 0,1-1-1,0-1 1,-1 1 0,13-4 0,-20 4 165,0-1 0,-1 1 1,1-1-1,-1 0 0,1 1 0,-1-1 1,1 0-1,-1 0 0,0 0 0,1 0 1,-1 0-1,0 0 0,0 0 1,0-1-1,0 1 0,0 0 0,0-1 1,0 1-1,0 0 0,-1-1 0,1 1 1,0-1-1,-1 1 0,1-1 0,-1 0 1,0 1-1,1-1 0,-1 1 1,0-1-1,0 0 0,0 1 0,0-1 1,0 0-1,0 1 0,-1-1 0,0-2 1,-1-1 5,0 1 1,-1-1 0,0 1 0,0 0-1,0 0 1,0 0 0,0 0 0,-1 0-1,0 1 1,0 0 0,0 0 0,0 0-1,-9-5 1,-25-23-48,35 26-61,-1 0 1,1 0-1,0-1 0,0 0 1,0 0-1,1 1 1,0-1-1,0-1 0,0 1 1,1 0-1,0 0 1,1-1-1,-1 1 0,1 0 1,0-1-1,0 1 1,1 0-1,0-1 0,0 1 1,1 0-1,-1 0 1,1 0-1,1 0 0,-1 0 1,1 0-1,0 1 0,0-1 1,1 1-1,0 0 1,0 0-1,0 0 0,0 0 1,1 1-1,0 0 1,-1 0-1,12-7 0,21-9-475,0 2 0,1 1 0,77-21 0,-33 11 273,-45 14 428,155-62 2063,-192 74-1971,1 1 0,0 0 0,0 0 0,0-1 0,-1 1 0,1 0 0,0-1 1,0 1-1,-1-1 0,1 1 0,0-1 0,-1 1 0,1-1 0,0 0 0,-1 1 0,1-1 0,-1 0 0,1 0 1,-1 1-1,0-1 0,1 0 0,-1 0 0,0 1 0,1-1 0,-1 0 0,0 0 0,0 0 0,0 0 0,0 0 0,0-1 1078,-14 6-736,2 5-534,1 0 0,0 1 0,1 0 0,0 1 0,1 0 0,-14 22 0,3 0 0,-22 47 0,30-55 0,2 1 0,1 1 0,1 0 0,1 0 0,2 1 0,0 0 0,2 0 0,1 31 0,2-59 0,-1 0 0,1 0 0,0 1 0,0-1 0,0 0 0,0 0 0,0 1 0,0-1 0,0 0 0,-1 0 0,1 1 0,0-1 0,0 0 0,0 1 0,0-1 0,0 0 0,0 0 0,0 1 0,0-1 0,1 0 0,-1 0 0,0 1 0,0-1 0,0 0 0,0 1 0,0-1 0,0 0 0,0 0 0,1 1 0,-1-1 0,0 0 0,0 0 0,0 0 0,0 1 0,1-1 0,-1 0 0,0 0 0,0 0 0,1 0 0,-1 1 0,0-1 0,0 0 0,1 0 0,-1 0 0,0 0 0,0 0 0,1 0 0,-1 0 0,0 0 0,1 0 0,-1 0 0,0 0 0,0 0 0,1 0 0,-1 0 0,0 0 0,1 0 0,-1 0 0,2-1 0,13 0 0,0 0 0,0-2 0,0 0 0,0-1 0,18-6 0,-17 4 0,1 1 0,0 1 0,24-3 0,-41 7 0,1-1 0,-1 1 0,1 0 0,-1 0 0,1 0 0,0 0 0,-1 0 0,1 0 0,-1 0 0,1 1 0,-1-1 0,1 0 0,-1 0 0,1 0 0,-1 1 0,1-1 0,-1 0 0,1 0 0,-1 1 0,1-1 0,-1 0 0,1 1 0,-1-1 0,1 1 0,-1-1 0,0 1 0,1-1 0,-1 1 0,0-1 0,0 1 0,1-1 0,-1 1 0,0-1 0,0 1 0,1 0 0,-5 27 0,-21 24 0,15-38 0,-1-1 0,-1 0 0,0-1 0,0 0 0,-1 0 0,-22 13 0,26-19 0,-1-1 0,0 1 0,0-2 0,0 1 0,0-2 0,-1 1 0,0-1 0,0-1 0,0 0 0,0 0 0,-13-1 0,24-1-16,-1 0 0,0 0 1,0 0-1,0-1 0,0 1 0,1 0 0,-1-1 0,0 1 0,0 0 1,1-1-1,-1 1 0,0-1 0,0 1 0,1-1 0,-1 1 1,1-1-1,-1 1 0,0-1 0,1 0 0,-1 1 0,1-1 1,0 0-1,-1 0 0,1 1 0,-1-3 0,-4-29-1081,5 29 869,0-1 0,0 0 0,0 0 0,1 0 0,-1 1 0,1-1 0,0 0-1,0 1 1,1-1 0,-1 1 0,1-1 0,0 1 0,0-1 0,4-5 0,4 3-1909,1-1 1,-1 2 0,1-1 0,17-5-1,-19 8 568,44-18-7998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4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14 13622,'0'0'18534,"-12"-3"-17992,4 0-508,5 2-32,-1 0-1,1-1 0,-1 1 1,1 1-1,-1-1 0,0 0 0,1 1 1,-1 0-1,0-1 0,1 2 1,-1-1-1,0 0 0,1 1 0,-1-1 1,0 1-1,1 0 0,-1 1 0,1-1 1,0 0-1,-1 1 0,1 0 1,0 0-1,0 0 0,0 0 0,0 0 1,-3 4-1,-1 0-1,1 0 0,0 0 0,1 1 0,0-1 0,0 1 0,0 1 0,1-1 0,0 1 0,0-1 0,1 1 0,0 0 0,0 0 0,1 1 0,0-1 0,-1 17 0,3-25 0,1 1 0,-1 0 0,0-1 0,0 1 0,1 0 0,-1-1 0,1 1 0,-1 0 0,1-1 0,-1 1 0,1-1 0,-1 1 0,1-1 0,-1 1 0,1-1 0,0 1 0,-1-1 0,1 1 0,0-1 0,-1 0 0,1 0 0,0 1 0,-1-1 0,1 0 0,0 0 0,0 0 0,-1 0 0,1 0 0,0 0 0,0 0 0,0 0 0,32 0 0,-24 0 0,-3-1 0,-1 0 0,0-1 0,1 1 0,-1-1 0,0-1 0,0 1 0,0-1 0,0 1 0,0-2 0,0 1 0,-1 0 0,0-1 0,1 0 0,-1 0 0,-1 0 0,1 0 0,-1-1 0,6-8 0,-11 20 5,0 1-10,0-1 1,0 0 0,1 1-1,-1-1 1,2 1-1,-1-1 1,1 1 0,1 11-1,1-17-141,-1-1-1,0 0 1,0 0-1,0-1 1,1 1-1,-1 0 1,0 0-1,1-1 1,-1 1-1,0 0 1,1-1-1,-1 0 0,1 1 1,-1-1-1,1 0 1,0 0-1,-1 0 1,1 1-1,-1-2 1,1 1-1,-1 0 1,1 0-1,-1 0 1,2-1-1,42-11-6546,-13-16-815,2-10-2046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4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17880,'0'0'11099,"-8"25"-8343,0-2-2235,-4 15-351,1 1 1,-10 65-1,-7 319-170,26-402 0,0-26 0,1 1 0,1 1 0,0 0 0,0 0 0,1-1 0,-1 1 0,1 0 0,-1 0 0,1-1 0,0 1 0,2-4 0,0 2 0,1 0 0,0 0 0,1 0 0,-1 0 0,1 1 0,0-1 0,0 1 0,0 0 0,0 1 0,1 0 0,6-4 0,-8 5 0,0 0 0,0 0 0,1 0 0,-1 1 0,0 0 0,1 0 0,-1 0 0,1 0 0,0 1 0,-1-1 0,1 1 0,-1 0 0,1 1 0,-1-1 0,1 1 0,8 2 0,-11-1 0,-1-1 0,1 1 0,0 0 0,0 0 0,-1 0 0,1 0 0,-1 0 0,0 0 0,1 1 0,-1-1 0,0 0 0,0 1 0,-1-1 0,1 1 0,0-1 0,-1 1 0,0-1 0,1 4 0,0-2 0,-1-1 0,0 1 0,1 0 0,-1-1 0,0 1 0,-1 0 0,1-1 0,-1 1 0,0 0 0,1-1 0,-1 1 0,-1-1 0,-1 4 0,0-3 0,-1 0 0,0 0 0,-1 0 0,1-1 0,-1 0 0,1 0 0,-1 0 0,0-1 0,0 1 0,0-1 0,0 0 0,-1 0 0,1-1 0,0 0 0,-12 1 0,-11 1 0,-53-1 0,58-2 0,-17 1-2057,-5 0-3822,72-4-1635,18-3-5641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4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10293,'0'0'22474,"-94"115"-22474,87-99 0,7-5 0,0-2 0,0-7-240,7-2-4130,6 0-5939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4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13910,'0'0'17704,"41"-2"-18136,-7 8-1521,6-3-2417,8-3-4658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5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17800,'0'0'4341,"-19"25"-25,-2 2-2951,3-5-573,0 0 0,2 1-1,1 1 1,1 1 0,-12 29-1,16-31-750,2 2-1,1-1 1,1 1-1,1 0 1,-2 27-1,1 127-86,6-157 44,1-21 2,0 0 0,-1 0 0,1 0 0,0 0 0,0 0 0,0 0 0,0-1 0,0 1 0,0 0 0,0-1 0,0 1 0,1-1 0,-1 1 0,0-1 0,0 1 0,0-1 0,1 0 0,-1 0 0,0 1 0,0-1 0,1 0 0,-1 0 0,0 0 0,0-1 0,1 1 0,1 0 0,38-4 0,-32 2 0,0-2 0,-1 1 0,0-1 0,0-1 0,0 1 0,-1-1 0,1-1 0,-1 1 0,0-1 0,-1 0 0,1-1 0,-1 0 0,-1 0 0,10-14 0,-15 21 0,0 0 0,1-1 0,-1 1 0,0 0 0,1 0 0,-1 0 0,0-1 0,1 1 0,-1 0 0,0 0 0,1 0 0,-1 0 0,0 0 0,1 0 0,-1-1 0,0 1 0,1 0 0,-1 0 0,0 0 0,1 0 0,-1 0 0,1 0 0,-1 1 0,0-1 0,1 0 0,-1 0 0,0 0 0,1 0 0,-1 0 0,0 0 0,1 1 0,-1-1 0,0 0 0,1 0 0,-1 1 0,0-1 0,0 0 0,1 0 0,-1 1 0,0-1 0,32 29-468,-28-24 26,0 0-1,1-1 0,-1 1 1,1-1-1,0-1 0,0 1 1,0 0-1,0-1 0,1 0 1,-1 0-1,1-1 0,0 0 0,0 0 1,0 0-1,0-1 0,0 1 1,8-1-1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5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20121,'0'0'11718,"54"-13"-13207,-27 15-1761,14-2-2992,-1 0-6564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6115,'0'0'22586,"-115"164"-18520,81-96-4066,14 0 0,7-3 0,6-4 0,7-6 0,-7-10 0,0-11 0,7-7 0,-7-14 0,1-4-560,-8-9-2962,-6 0-3569,0-20-7124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5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17560,'0'0'12454,"129"0"-9861,-68 2-2433,-7 7-160,0-2 0,-7-3 0,-13 1 0,-7-5 0,-6 2 0,-15-2-2753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17432,'0'0'15335,"115"68"-15335,-102-64 0,1 1 0,-7-5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6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908 0 6019,'0'0'26748,"-75"149"-26748,28-81 0,-14 11 0,-7 5 0,-13-3 0,-1-2 0,1-5 0,-7-10 0,0 6 0,0-5-3522,7-11-4817,13-20-5316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7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21 5555,'0'0'14958,"-4"-3"-12999,-3 0-1503,-1 1 0,1-1 0,0 1 0,-1 1 0,1-1 0,-1 1 0,1 0 0,-1 1 0,1 0 0,-1 0 0,0 1 0,1 0 0,-11 2 0,14-2-393,0 0 0,1-1 0,-1 1 0,1 0 0,-1 1 1,1-1-1,-1 0 0,1 1 0,0 0 0,-1 0 1,1 0-1,0 0 0,0 1 0,1-1 0,-1 1 0,0-1 1,1 1-1,0 0 0,-1 0 0,1 0 0,1 1 0,-1-1 1,0 0-1,1 1 0,-1-1 0,1 1 0,0-1 1,0 1-1,1 0 0,-1 4 0,1-6-68,1 0 0,-1 0 1,1 0-1,0 0 0,-1 0 0,1 0 0,0 0 0,0 0 1,0 0-1,1-1 0,-1 1 0,0 0 0,1-1 0,-1 1 1,1-1-1,0 0 0,-1 1 0,1-1 0,0 0 0,0 0 1,-1 0-1,1 0 0,0-1 0,0 1 0,0 0 0,0-1 1,0 1-1,0-1 0,1 0 0,1 0 0,11 3-34,0-1-1,28-1 0,-37-1 42,-2 0-6,7 0-1,-1 0 1,1 0 0,-1-1 0,1-1 0,17-4-1,-25 5 9,-1 0-1,0 0 0,1 0 0,-1 0 1,0-1-1,0 1 0,0-1 0,0 1 1,0-1-1,0 0 0,-1 0 0,1 0 0,-1 0 1,1 0-1,-1 0 0,1 0 0,-1 0 1,0-1-1,0 1 0,0-1 0,-1 1 1,1 0-1,0-1 0,-1 1 0,0-1 1,0 0-1,1 1 0,-2-5 0,2 4-18,-1 0 0,0 0-1,0 1 1,0-1-1,-1 0 1,1 0 0,-1 0-1,1 1 1,-1-1-1,0 0 1,0 1 0,0-1-1,0 1 1,0-1 0,-1 1-1,1 0 1,-4-4-1,-16-4-2418,-10 8-4088,17 2-994,0 0-3177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7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522 286 12470,'0'0'2726,"1"-25"1180,2-83 67,-2 102-3794,-1 0 1,0 0-1,0 0 1,-1 0-1,0 0 0,0 0 1,0 0-1,-1 0 1,0 0-1,0 0 1,0 1-1,-1-1 1,0 1-1,0 0 1,0 0-1,-1 0 1,1 0-1,-1 0 1,-1 1-1,1 0 1,0 0-1,-1 0 1,0 0-1,0 1 1,0 0-1,0 0 1,-1 0-1,1 0 1,-1 1-1,0 0 1,1 0-1,-1 1 1,0 0-1,0 0 1,0 0-1,0 1 1,0-1-1,0 1 1,0 1-1,0-1 1,0 1-1,0 0 1,0 1-1,0-1 1,0 1-1,1 0 1,-1 1-1,0-1 1,1 1-1,0 0 0,0 1 1,0-1-1,-8 8 1,-6 9-180,2 1 0,1 0 0,0 1 0,1 0 0,2 1 0,0 1 0,2 0 0,0 1 0,-7 29 0,-5 26 0,-21 131 0,28-100 0,-3 194 0,12-245-163,-5-69-7742,3-14-419,-4-10-4273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7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10949,'0'0'6323,"116"-43"-2593,-55 43-1842,-7 0-1583,0 0-305,14 0-2802,-1 0-6738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582 124 7523,'0'0'19802,"-10"-20"-18188,-31-60-614,40 78-944,0 1-1,1 0 1,-1-1-1,0 1 1,0 0-1,0-1 1,0 1-1,0 0 1,0 0 0,0 0-1,0 0 1,0 0-1,-1 0 1,1 0-1,0 0 1,-1 1-1,1-1 1,-1 0 0,1 1-1,-1-1 1,1 1-1,-1 0 1,1-1-1,-1 1 1,1 0-1,-1 0 1,1 0-1,-1 0 1,1 0 0,-1 0-1,1 1 1,-1-1-1,1 0 1,-1 1-1,1-1 1,-1 1-1,1-1 1,-1 1 0,-1 1-1,-1 0 65,-9 4-77,0 1 0,0 0 0,1 0 0,0 2 0,0-1 0,1 2-1,-18 18 1,2 1 29,-38 54-1,58-71-71,-1 0 0,2 1 0,-1 0 0,2 0 0,0 0 0,-7 27 0,-6 89 0,14-95 0,0 1 0,-17 57 0,-45 101 0,62-179 0,1 1 0,0-1 0,2 1 0,-1-1 0,2 19 0,0-16 0,-1 0 0,0 0 0,-6 25 0,5-34-816,-1 0 0,1 0 0,-2 0 0,1 0 0,-10 14 0,12-20 305,-1 1 0,0-1-1,0 0 1,0 0 0,0 0-1,0 0 1,0 0 0,0 0-1,-1 0 1,1-1 0,-1 1-1,1-1 1,-1 1 0,0-1-1,0 0 1,1 0 0,-1-1-1,0 1 1,0 0 0,-4-1-1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8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19305,'0'0'12414,"25"-9"-11494,84-28-792,-88 32-128,1 1 0,-1 1 0,1 1 0,0 0 0,42 4 0,1-1 0,99-15 0,-163 14 0,-1 0 0,1 0 0,-1 1 0,1-1 0,-1 0 0,0 0 0,1 1 0,-1-1 0,0 0 0,1 0 0,-1 1 0,0-1 0,1 0 0,-1 1 0,0-1 0,0 0 0,1 1 0,-1-1 0,0 0 0,0 1 0,0-1 0,0 1 0,1-1 0,-1 0 0,0 1 0,0-1 0,0 1 0,0-1 0,0 1 0,0-1 0,0 0 0,0 1 0,0 0 0,-1 19 0,1-17 0,-10 55 80,8-48-180,-1 1 0,1-1 0,-1 22 0,12-46-8248,9-15-2849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8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5699,'0'0'25931,"-20"23"-25963,20 0-832,14 4-1409,6 0-2449,-7-2-3698,1-3-5618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9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52 19913,'0'0'11339,"-5"14"-9824,6-7-1515,1-1 0,-1 1 0,1-1 0,0 0 0,1 0 0,5 10 0,4 11 0,-12-27 0,0 1 0,0 0 0,0 0 0,1 0 0,-1-1 0,0 1 0,1 0 0,-1 0 0,1-1 0,-1 1 0,1 0 0,-1-1 0,1 1 0,0 0 0,-1-1 0,1 1 0,-1-1 0,1 1 0,0-1 0,0 1 0,-1-1 0,1 0 0,0 1 0,0-1 0,0 0 0,-1 0 0,1 1 0,0-1 0,0 0 0,0 0 0,0 0 0,-1 0 0,1 0 0,0 0 0,0 0 0,0-1 0,0 1 0,-1 0 0,1 0 0,0-1 0,0 1 0,1-1 0,25-18 0,127-119 0,-154 138 0,0-1 0,1 1 0,-1 0 0,1 0 0,-1-1 0,0 1 0,1 0 0,-1 0 0,1 0 0,-1-1 0,1 1 0,-1 0 0,1 0 0,-1 0 0,1 0 0,-1 0 0,1 0 0,-1 0 0,1 0 0,-1 0 0,1 1 0,-1-1 0,1 0 0,-1 0 0,0 0 0,1 0 0,-1 1 0,1-1 0,-1 0 0,1 0 0,-1 1 0,0-1 0,1 0 0,-1 1 0,0-1 0,1 0 0,-1 1 0,0-1 0,0 1 0,1-1 0,-1 1 0,0-1 0,0 0 0,1 2 0,12 26 0,-8-18 0,-4-8-195,1 0 1,0 0-1,0 0 1,-1 0-1,2 0 1,-1 0-1,0-1 1,0 1-1,0-1 1,1 1-1,-1-1 0,1 0 1,-1 0-1,1 0 1,4 1-1,39 2-8588,-17-4-4901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9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16055,'0'0'16712,"-54"74"-16712,54-58 0,0-3 0,0-4 0,0-2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39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25067,'0'0'5123,"-7"149"-9061,20-113-2081,1-2-6194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40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5 3762,'0'0'25473,"-9"-1"-23395,-6-1-1849,0 1 0,0 1 0,1 0 0,-18 3 0,27-3-213,0 0 1,0 1-1,0 0 0,0 0 0,0 0 1,1 1-1,-1 0 0,0-1 0,1 2 1,-1-1-1,1 0 0,0 1 0,0 0 1,0 0-1,0 0 0,0 1 1,1-1-1,-5 6 0,7-7-16,1-1 1,-1 0-1,1 1 1,-1-1-1,1 0 1,-1 1-1,1-1 1,0 1-1,0-1 1,-1 1-1,1-1 1,0 1-1,0-1 1,1 1-1,-1-1 1,0 1-1,0-1 1,1 0-1,-1 1 1,1-1-1,-1 1 1,1-1-1,0 0 1,-1 1-1,1-1 1,0 0-1,0 0 1,0 0-1,0 0 1,0 0-1,0 0 1,0 0-1,0 0 1,0 0-1,1 0 1,-1 0-1,0-1 1,1 1-1,1 0 1,9 4-10,-1 0-1,1-1 1,23 5 0,-12-3-59,-19-4-23,-1-1 0,1 1 0,-1-1 0,1 1 1,-1 0-1,0 0 0,1 1 0,-1-1 0,0 1 0,-1-1 1,1 1-1,0 0 0,-1 0 0,1 0 0,1 5 1,-3-6 84,0-1 0,0 1 0,-1 0 0,1 0 0,-1-1 0,0 1 0,1 0 0,-1 0 0,0 0 0,0 0 0,0 0 1,0-1-1,-1 1 0,1 0 0,0 0 0,-1 0 0,1 0 0,-1-1 0,0 1 0,0 0 0,1-1 0,-1 1 1,0 0-1,0-1 0,-1 1 0,1-1 0,0 0 0,0 1 0,-1-1 0,1 0 0,-1 0 0,1 0 0,-3 2 1,-16 9 331,0 0 0,-1-1 0,0-2 0,-43 15 0,67-26-908,0 1 1,0-1 0,-1 0-1,1 0 1,0 0-1,-1 0 1,0-1 0,1 1-1,-1 0 1,3-6 0,5-4-1847,22-25-6312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40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0 10309,'0'0'16949,"-13"21"-13684,-48 85-2143,-74 179 0,124-252-1122,1 0 0,1 1 0,3 0 0,0 0 0,-1 60 0,7-93 0,1 0 0,-1 0 0,1 0 0,-1 0 0,1 0 0,-1 0 0,1 0 0,-1 0 0,1 0 0,0-1 0,-1 1 0,1 0 0,0 0 0,0-1 0,0 1 0,0 0 0,0-1 0,0 1 0,0-1 0,0 1 0,0-1 0,0 1 0,0-1 0,0 0 0,0 1 0,0-1 0,0 0 0,0 0 0,0 0 0,0 0 0,1 0 0,-1 0 0,2-1 0,41-2 0,-34 0 0,-1 0 0,1 0 0,-1-1 0,0 0 0,0-1 0,0 0 0,0 0 0,14-13 0,-8 6 0,-1-1 0,0-1 0,21-25 0,-35 38 0,1 1 0,0-1 0,0 0 0,-1 1 0,1 0 0,0-1 0,0 1 0,0-1 0,0 1 0,0 0 0,0 0 0,-1-1 0,1 1 0,0 0 0,0 0 0,0 0 0,0 0 0,0 0 0,0 0 0,0 1 0,0-1 0,0 0 0,0 0 0,0 1 0,-1-1 0,1 0 0,0 1 0,0-1 0,0 1 0,0-1 0,-1 1 0,1-1 0,0 1 0,-1 0 0,1-1 0,0 1 0,-1 0 0,1-1 0,-1 1 0,2 1 0,12 18-171,-12-16-114,0 0-1,0 0 1,0 0-1,1 0 1,0-1-1,0 1 1,0-1-1,0 0 1,0 0-1,1 0 1,-1 0 0,1-1-1,0 1 1,-1-1-1,1 0 1,1 0-1,-1-1 1,0 1-1,0-1 1,0 0-1,1 0 1,-1 0 0,6 0-1,11-1-9100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41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21578,'0'0'11189,"-61"29"-11189,61-15 0,0-5 0,0 0 0,14-4-1873,0-5-6851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41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11877,'0'0'16878,"-7"14"-12866,7 79-4012,1-92 0,1 0 0,-1-1 0,0 1 0,1-1 0,-1 0 0,1 1 0,-1-1 0,1 0 0,-1 0 0,1 0 0,-1 0 0,3-1 0,3 1-4,42-4-471,-47 4 399,0-1-1,-1 1 0,1-1 1,0 1-1,-1-1 0,1 0 1,0 0-1,-1 0 0,1 0 1,-1 0-1,0 0 0,1 0 1,-1 0-1,0-1 0,0 1 0,0-1 1,0 1-1,0 0 0,0-1 1,0 0-1,0 1 0,0-1 1,-1 0-1,1-2 0,12-34-11101,-6 14 1221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42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6851,'0'0'24113,"7"18"-22571,46 126-1281,-52-143-261,0 0 0,0 0 0,0 0 0,1 0 0,-1 0 0,0 0 0,0-1 0,1 1 0,-1 0 0,1-1 0,-1 1 0,0-1 0,1 1 0,-1-1 0,1 0 0,-1 1 0,1-1 0,-1 0 0,1 0 0,-1 0 0,1 0 0,-1 0 0,1-1 0,-1 1 0,1 0 0,-1-1 0,1 1 0,-1-1 0,3-1 0,13-7 0,0-1 0,-1 0 0,0-1 0,-1-1 0,17-15 0,1-2 0,-17 13 0,-13 13 0,0 0 0,0-1 0,1 1 0,-1 1 0,0-1 0,1 0 0,5-2 0,-8 6 0,0-1 0,0 1 0,0 0 0,0 0 0,0 0 0,0 0 0,0 0 0,0 0 0,-1 0 0,1 0 0,0 1 0,-1-1 0,1 0 0,-1 0 0,1 0 0,-1 1 0,0-1 0,1 2 0,1 2-184,0 1 1,1-1-1,-1 0 1,1 0-1,1 0 1,-1 0-1,1 0 1,-1-1-1,1 0 1,1 1-1,-1-2 1,0 1-1,1 0 1,0-1-1,0 0 1,6 3-1,-3-3-835,-1 0-1,1-1 1,0-1 0,0 1-1,0-1 1,0 0 0,11-1-1,21 0-17591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42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672 14 13398,'0'0'12187,"-18"-2"-7993,-134-9-1206,151 11-2988,-1 0 0,0 1 0,1 0 0,-1-1 0,1 1 0,-1 0 0,1 0 0,-1 0 0,1 0 0,0 0 0,0 0 0,-1 1 0,1-1 0,0 0 0,0 0 0,0 1 0,0-1 0,0 1 0,1-1 0,-1 1 0,0-1 0,1 1 0,-1 0 0,1-1 0,-1 1 0,1 0 0,0-1 0,0 1 0,0 0 0,0 0 0,0 1 0,-1-1 0,1 1 0,0-1 0,0 0 0,0 1 0,0-1 0,0 0 0,0 1 0,0-1 0,1 0 0,-1 1 0,1-1 0,0 0 0,0 0 0,0 1 0,0-1 0,0 0 0,0 0 0,1 0 0,-1 0 0,0-1 0,1 1 0,2 2 0,0-2-91,0-1-1,0 1 1,0-1 0,0 0 0,1 0-1,-1-1 1,0 1 0,1-1-1,-1 0 1,0 0 0,1 0-1,-1 0 1,0-1 0,0 0 0,1 0-1,6-3 1,-8 3 52,-1 0 1,1-1-1,0 1 0,-1-1 1,0 1-1,1-1 0,-1 0 1,0 0-1,0 0 0,0 0 1,0-1-1,-1 1 0,1 0 1,0-1-1,-1 0 0,0 1 1,1-1-1,-1 1 0,0-1 1,-1 0-1,1 0 0,0 0 1,-1 0-1,0 0 0,1 1 1,-1-5 1016,-4 18 30,-17 37-933,1-1 0,3 2-1,-11 52 1,-24 158 197,51-256-272,-2 16 0,0 0 0,-2 0 0,-1 0 0,0-1 0,-1 0 0,-1 0 0,-13 23 0,16-35 0,0 1 0,0-1 0,0 0 0,-1 0 0,0 0 0,0-1 0,0 0 0,-1 0 0,0-1 0,0 0 0,0 0 0,0 0 0,0-1 0,-1 0 0,0 0 0,0-1 0,1 0 0,-1-1 0,0 0 0,-11 1 0,10-2 0,-1 0 0,0 0 0,0-1 0,0 0 0,1-1 0,-1 0 0,0-1 0,1 1 0,0-2 0,0 0 0,0 0 0,-10-6 0,6 2 0,1-1 0,0-1 0,1 0 0,0-1 0,0 0 0,1 0 0,-10-16 0,17 23-185,0-1-1,0 0 1,1 1-1,-1-1 1,1 0 0,1 0-1,-3-11 1,3 13-185,0 0 0,1 0 0,0 0 0,0 0 0,0 0 1,0 0-1,1 0 0,-1 0 0,1 0 0,-1 0 0,1 0 1,0 0-1,0 0 0,1 1 0,1-5 0,21-20-10910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43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0 17064,'0'0'12568,"-13"7"-9897,3-2-2629,1 0 0,0 1 0,0 0 1,0 1-1,0 0 0,1 1 0,0-1 0,1 1 1,0 1-1,-9 13 0,-8 22-42,3 1 0,2 0 0,2 2 0,2 0 0,1 1 0,3 0 0,2 1 0,3 0 0,-2 99 0,9-148 0,-1 1 0,0 0 0,1-1 0,-1 1 0,1-1 0,-1 1 0,1-1 0,-1 0 0,1 1 0,-1-1 0,1 1 0,-1-1 0,1 0 0,0 1 0,-1-1 0,1 0 0,0 0 0,-1 0 0,1 1 0,0-1 0,-1 0 0,1 0 0,0 0 0,-1 0 0,1 0 0,0 0 0,-1 0 0,1 0 0,0-1 0,0 1 0,23-4 0,-3-4 0,-1-1 0,29-18 0,-32 16 0,1 2 0,1-1 0,37-11 0,-55 20 0,0 1 0,-1 0 0,1 0 0,0-1 0,0 1 0,0 0 0,0 0 0,0 0 0,0 0 0,0 0 0,-1 0 0,1 0 0,0 1 0,0-1 0,0 0 0,0 0 0,0 1 0,-1-1 0,1 0 0,0 1 0,0-1 0,-1 1 0,1-1 0,0 1 0,0-1 0,-1 1 0,1 0 0,-1-1 0,2 2 0,-1 0 0,0 1 0,0-1 0,0 1 0,-1-1 0,1 1 0,0-1 0,-1 1 0,0-1 0,0 1 0,0 3 0,0 6 0,-2 0 0,1 0 0,-2 0 0,-3 11 0,3-11 0,-2-1 0,1 0 0,-1 0 0,-1-1 0,0 0 0,0 0 0,-13 15 0,15-20 0,0-1 0,0 0 0,-1 0 0,1-1 0,-1 1 0,1-1 0,-1 0 0,0-1 0,-1 1 0,1-1 0,0 0 0,-1 0 0,1 0 0,-1-1 0,1 0 0,-1 0 0,-9 0 0,7-1-16,1 0-1,0-1 1,0 0 0,0 0-1,0-1 1,0 1 0,0-2-1,0 1 1,0-1 0,1 0-1,-1 0 1,1-1 0,0 0-1,0 0 1,0 0 0,1-1 0,-1 0-1,1 0 1,0 0 0,1-1-1,-1 0 1,1 0 0,0 0-1,1 0 1,-1-1 0,1 1-1,0-1 1,1 0 0,0 1-1,0-1 1,0-1 0,1 1-1,-1-14 1,2 21-207,1-1 0,-1 0 0,0 1-1,0-1 1,1 0 0,-1 0 0,0 1 0,1-1 0,-1 1-1,1-1 1,-1 0 0,1 1 0,-1-1 0,1 1-1,-1-1 1,1 1 0,0-1 0,-1 1 0,1 0 0,0-1-1,-1 1 1,1 0 0,0-1 0,-1 1 0,1 0 0,0 0-1,0 0 1,-1-1 0,1 1 0,0 0 0,0 0-1,0 0 1,-1 0 0,2 1 0,4-2-2165,21-6-8356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43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4162,'0'0'28605,"101"43"-28605,-74-30 0,-6 1 0,-8-5 0,1 0 0,-8-5-1937,8-4-3489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43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596 0 18328,'0'0'12310,"-108"127"-10181,67-46-2129,-6 14 0,-7 6 0,0-1 0,-7-10 0,0-6 0,0-12-320,7-13-4322,-1-19-4851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44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359 602 5811,'0'0'15105,"-5"-15"-13088,-18-43 64,22 56-2012,0 0 0,-1 1 0,1-1 0,-1 0 0,0 1 0,0-1 0,1 1 0,-1 0 0,0-1 1,0 1-1,0 0 0,0 0 0,-1 1 0,1-1 0,0 0 0,0 1 0,0-1 0,-1 1 0,1 0 0,0-1 0,0 1 0,-1 0 0,1 1 0,0-1 0,-1 0 0,-2 1 0,-6 0 124,-4-2 45,0 1 0,0 0 0,1 1-1,-1 1 1,1 0 0,-1 1 0,1 1 0,0 0-1,0 1 1,0 0 0,1 1 0,-1 0 0,-22 16 0,33-19-235,0-1 0,0 1 0,0 0 1,0 0-1,0 0 0,0 0 0,1 1 1,-1-1-1,1 1 0,0-1 0,0 1 1,1 0-1,-1 0 0,1 0 0,0 0 1,0 0-1,0 0 0,0 0 0,1 0 1,-1 0-1,1 1 0,0-1 0,1 0 1,-1 0-1,1 0 0,0 0 0,0 0 1,0 0-1,0 0 0,1 0 0,-1 0 1,1 0-1,0-1 0,0 1 0,1 0 1,-1-1-1,1 0 0,-1 0 0,1 0 1,0 0-1,0 0 0,1 0 0,-1-1 1,0 0-1,1 1 0,0-1 0,-1-1 1,1 1-1,0 0 0,0-1 0,0 0 1,0 0-1,0 0 0,6 0 0,5 0-123,0 0 0,1-1 0,-1-1 0,0-1 0,0 0 0,0-1 0,0-1 0,0 0 0,-1-1 0,0 0 0,0-1 0,0-1 0,-1 0 0,16-11 0,0-3-522,-1-1 1,-1-1 0,-1-1 0,-2-2 0,25-32-1,-7 0-577,58-110-1,-80 133 1093,74-161-388,-83 159 1035,-11 26 1604,-13 22 2638,-9 22-4477,0 1-1,2 0 1,2 2-1,1 0 1,2 1-1,-20 73 1,22-50 94,1 2 1,4-1 0,-1 114 0,9-173-454,0-1 1,1 1-1,-1-1 1,1 0-1,0 1 1,-1-1-1,1 0 0,0 0 1,0 1-1,0-1 1,0 0-1,0 0 1,0 0-1,0 0 1,0 0-1,0 0 0,1 0 1,-1-1-1,0 1 1,0 0-1,1-1 1,-1 1-1,1-1 0,-1 1 1,1-1-1,-1 0 1,0 1-1,1-1 1,-1 0-1,1 0 1,-1 0-1,1 0 0,2-1 1,60-4-6326,-6-10-3157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45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18488,'0'0'2143,"-20"-1"575,-62 1 1169,76 1-3724,-1-1 0,1 1-1,0 0 1,0 0 0,0 1-1,-1 0 1,2 0 0,-1 0-1,0 1 1,0 0 0,1 0-1,-1 1 1,1-1 0,0 1-1,0 0 1,1 0 0,-1 1-1,1-1 1,0 1 0,0 0-1,0 1 1,1-1 0,0 0-1,0 1 1,0 0 0,1 0-1,0-1 1,0 2 0,0-1-1,1 0 1,-1 0 0,2 0-1,-1 9 1,1-14-172,0 0 1,0 0-1,1 0 1,-1-1-1,0 1 1,0 0-1,1 0 1,-1-1-1,1 1 1,-1 0-1,1 0 1,-1-1-1,1 1 1,-1-1-1,1 1 0,0 0 1,-1-1-1,1 1 1,0-1-1,-1 0 1,1 1-1,0-1 1,0 1-1,-1-1 1,1 0-1,0 0 1,1 1-1,36 4-553,-28-5 368,0-1 0,0 0-1,0 0 1,-1-1 0,14-3 0,-20 4 137,-1 0 1,1-1-1,-1 1 1,0 0 0,1-1-1,-1 0 1,0 1-1,0-1 1,0 0-1,0 0 1,0 0 0,0 0-1,-1 0 1,1-1-1,-1 1 1,0 0-1,1-1 1,-1 1 0,1-5-1,2-32 2909,-2 42-2827,-1-1-1,1 1 1,-1-1 0,1 1-1,-1 0 1,0-1-1,0 1 1,0 0 0,0 4-1,1-1-27,3 6-381,0 0 1,1 0-1,0-1 0,1 0 1,1 0-1,0 0 0,14 14 1,-18-20-1,2 0 1,-1-1-1,0 1 1,1-1-1,0 0 1,0 0 0,0-1-1,1 0 1,-1 0-1,1-1 1,-1 1-1,1-1 1,0-1 0,0 1-1,10 0 1,23-2-7474,1-4-3543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45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19849,'0'0'11157,"54"73"-10549,-34-55-479,7 0-129,0-7-145,7-4-1295,0-5-2274,7-2-3985,6 0-6868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45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1091 1 12854,'0'0'10917,"-23"13"-6806,3-3-3247,10-5-586,-1 1 0,1-1-1,0 2 1,0-1 0,1 1-1,0 1 1,0 0 0,1 0-1,0 1 1,0 0 0,1 0-1,-11 18 1,-1 12-215,1 1-1,2 0 1,2 1 0,1 1-1,-6 43 1,-20 215-6,8-41-79,28-242 22,-1 0 0,0 0 0,-1-1 0,-1 1 0,-1-1 0,0 0 0,-12 18 0,16-29 0,-1 1 0,0-1 0,0 0 0,0 0 0,-1 0 0,0-1 0,1 1 0,-2-1 0,1 0 0,0-1 0,-1 1 0,0-1 0,0 0 0,0-1 0,0 1 0,0-1 0,0-1 0,0 1 0,-1-1 0,1 0 0,-11 0 0,10-2 0,-1-1 0,1 0 0,0 0 0,0-1 0,0 0 0,0-1 0,0 1 0,1-1 0,-1 0 0,1-1 0,0 0 0,0 0 0,1 0 0,-7-8 0,-14-10 0,-28-21-2114,-78-47 0,105 75 824,-2 1 1,1 1-1,-2 1 1,0 2-1,-37-10 1,25 12-6835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53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16 3698,'0'0'23469,"4"0"-23311,222-16 282,-225 17-437,0 0 1,0-1 0,0 1 0,0 0-1,1 0 1,-1 0 0,0 0-1,-1 0 1,1 0 0,0 0-1,0 0 1,0 0 0,-1 1 0,1-1-1,0 0 1,-1 0 0,1 1-1,-1-1 1,0 0 0,1 1-1,-1-1 1,0 0 0,0 1 0,0-1-1,0 0 1,0 1 0,0-1-1,0 1 1,-1 1 0,2 3 24,-1 1 0,-1-1 1,0 1-1,0-1 0,0 1 1,-2 6-1,-4 0 60,0 0 0,0-1-1,-1 1 1,-1-2 0,0 1 0,-18 16-1,-71 58 180,-21-7-182,119-79-92,0 0-1,0 0 1,0 0 0,0 0 0,0 0-1,0 0 1,0 0 0,1 0-1,-1 0 1,0 0 0,0 0 0,0 0-1,0 0 1,0 0 0,0 0 0,0 0-1,0 0 1,0 1 0,1-1-1,-1 0 1,0 0 0,0 0 0,0 0-1,0 0 1,0 0 0,0 0 0,0 0-1,0 0 1,0 0 0,0 1-1,0-1 1,0 0 0,0 0 0,0 0-1,0 0 1,0 0 0,0 0 0,0 0-1,0 1 1,0-1 0,0 0-1,0 0 1,0 0 0,0 0 0,0 0-1,0 0 1,0 0 0,0 1-1,0-1 1,0 0 0,0 0 0,0 0-1,0 0 1,0 0 0,0 0 0,0 0-1,0 0 1,-1 0 0,1 0-1,0 1 1,0-1 0,0 0 0,0 0-1,18 2-106,20-2 107,178-26 317,-183 17-2764,-6-6-7627,-16 9 5226,8-5-4421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54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86 14599,'0'0'11138,"-22"3"-10343,-68 9-283,83-9-451,1-1-1,-1 1 0,1 0 1,0 0-1,0 1 0,0 0 1,0 0-1,1 0 0,-1 1 0,1 0 1,0 0-1,1 0 0,-1 1 1,1-1-1,0 1 0,0 0 1,1 0-1,0 1 0,-5 11 1,3-8-40,1 1-57,0 1 1,0-1-1,1 1 1,1 0-1,0 0 1,0 0-1,1 0 1,1 1-1,1 12 1,-1-20-56,0-5 52,0 1 0,0 0 0,1 0-1,-1-1 1,0 1 0,0 0 0,1 0 0,-1-1-1,0 1 1,1 0 0,-1-1 0,1 1 0,-1 0-1,1-1 1,-1 1 0,1-1 0,0 1 0,-1-1 0,1 1-1,0-1 1,-1 1 0,1-1 0,0 0 0,-1 1-1,1-1 1,0 0 0,0 0 0,-1 1 0,1-1 0,0 0-1,0 0 1,1 0 0,31 1-585,-23-2 452,7 2 129,0-2-1,0 0 0,0-2 1,-1 1-1,1-2 1,-1 0-1,1-1 1,-1-1-1,16-8 0,-23 9 48,-1 0 0,0 0 0,0-1 0,0 0 0,-1-1 0,0 1 0,0-1 0,-1-1 0,0 1-1,0-1 1,-1 0 0,1 0 0,-2-1 0,1 0 0,-1 1 0,-1-2 0,4-11 0,-5 13 154,0 0 1,0 1 0,-1-1 0,0 0 0,-1 0-1,0-1 1,0 1 0,0 0 0,-1 0-1,0 0 1,-1 0 0,0 1 0,-4-12 0,4 15-183,0 0 0,0 0 0,-1 0 0,0 0 1,0 0-1,0 1 0,0-1 0,0 1 0,-1 0 0,0 0 1,1 0-1,-1 1 0,0-1 0,0 1 0,-1 0 1,1 0-1,0 0 0,-1 0 0,1 1 0,-1 0 1,0 0-1,1 0 0,-10 0 0,-22 0-4002,24 2 843,-14-1-5746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54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21514,'0'0'11253,"-6"0"-11253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56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80 2385,'0'0'10960,"-3"-4"-8714,2 3-1939,0 0-1,0 0 1,0 0 0,0 0-1,0 0 1,0 0 0,1 0-1,-1 0 1,0 0 0,1-1-1,-1 1 1,1 0-1,-1 0 1,1-1 0,-1 1-1,1 0 1,0-1 0,0 1-1,0-1 1,0-1 0,11-10 3427,6 5-4536,5 1 1113,1 1-1,0 1 0,0 1 0,0 1 0,0 1 0,47 2 1,-53 0-167,-14 0-139,-1 0 1,1 0-1,-1 1 0,1-1 1,-1 1-1,1-1 0,-1 1 1,0 0-1,1 0 0,-1 0 0,0 0 1,0 0-1,0 1 0,0-1 1,0 1-1,0-1 0,0 1 1,0 0-1,0-1 0,-1 1 0,1 0 1,-1 0-1,0 1 0,1-1 1,-1 0-1,0 0 0,0 0 1,0 1-1,-1-1 0,1 1 0,0-1 1,-1 0-1,0 1 0,1-1 1,-1 1-1,0-1 0,0 1 1,-1-1-1,0 4 0,1 2 51,-1-1-1,0 0 1,0 1-1,-1-1 1,0 0-1,0 0 1,-1 0-1,0 0 1,0 0-1,-1-1 1,1 1-1,-8 8 1,-12 10 52,-1-2 1,-1-1-1,-1-1 0,-1-1 1,0-1-1,-1-2 1,-36 17-1,55-30-115,2-1 20,0 0-1,0 1 0,0 0 1,0 0-1,1 0 1,-11 10-1,17-13-7,-1-1-1,1 1 1,0 0 0,-1 0 0,1-1-1,0 1 1,0 0 0,-1-1-1,1 1 1,0 0 0,0 0 0,0 0-1,0-1 1,0 1 0,0 0-1,0 0 1,0 0 0,0-1 0,0 1-1,0 0 1,1 0 0,-1-1-1,0 1 1,1 0 0,-1 0-1,0-1 1,1 1 0,-1 0 0,1-1-1,-1 1 1,1-1 0,-1 1-1,1-1 1,-1 1 0,1-1 0,0 1-1,-1-1 1,2 1 0,25 18 515,-18-15-157,0 1 0,-1 0 0,1 1 0,-1 0 0,-1 0-1,1 1 1,6 8 0,-12-11-363,-2-2-208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1:57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7860,'0'0'11512,"6"-5"-6838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02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4258,'0'0'7846,"18"-3"-7075,89-14 1568,113-3-1,-76 14-4214,73-13-5818,-131 10 3730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02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6131,'0'0'13334,"75"-43"-13190,-48 41-144,6-5-96,8 3-1473,13-5-2593,-6 0-1936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03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8580,'0'0'16600,"102"-63"-16440,-82 58-160,7 1-433,7 2-1087,6-3-2850,1-4-3410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03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12566,'0'0'9108,"122"-55"-9204,-95 49-2849,0-3-4435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03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12886,'0'0'13222,"0"2"-13222,-7 2-1073,-7 5-2144,-6-2-2322,0 0-2640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06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9284,'0'0'6465,"16"-2"-6076,110-27 523,-124 29-794,-1-1-1,1 0 1,0 1-1,-1 0 1,1-1-1,0 1 1,0 0-1,-1 0 1,1 0-1,0 0 1,-1 0-1,1 0 1,0 0-1,-1 0 1,1 1-1,0-1 1,-1 1-1,1-1 1,0 1-1,-1 0 1,1 0-1,-1 0 1,1 0-1,-1 0 1,0 0-1,1 0 1,-1 0-1,0 0 1,0 0-1,0 1 1,0-1-1,0 1 1,0-1-1,1 3 1,-1 1 182,0 1 1,0 0 0,0-1-1,-1 1 1,0 0 0,0 0-1,0-1 1,-1 1 0,0 0-1,-2 6 1,-3 7 291,0 1-1,-2-1 1,0 0 0,-15 23-1,-12 29 373,23-43-611,-13 31 241,24-55-568,-1-1 0,1 1 0,1 0-1,-1 0 1,1 0 0,-1 0 0,1 0 0,0 0 0,0 0-1,1 0 1,-1 0 0,3 6 0,-2-9-20,-1 0 0,1 0-1,0 0 1,0 0 0,0-1 0,0 1 0,0 0-1,0-1 1,0 1 0,0 0 0,0-1 0,0 0-1,0 1 1,0-1 0,0 1 0,0-1 0,0 0 0,1 0-1,-1 0 1,0 0 0,2 0 0,34 0 88,-24-1-52,22 1-307,72-2 263,-55-8-2732,-6-9-4104,-36 9-552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0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1 109 14295,'0'0'9924,"122"-20"-9588,-75 13-256,1-6-80,6 1-304,7-3-2145,7-3-3730,6-5-2321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07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7940,'0'0'18856,"81"-9"-18071,-54 3-417,0-1-192,0 0-144,0 5-32,0-5-768,0 5-1329,-13 2-689,-7 0-1632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07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6259,'0'0'21274,"47"13"-20378,-27-13-320,1-2-544,-1-5-64,0 1-400,1-1-2561,-8 0-4083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11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52 127 3650,'-1'-5'19741,"4"-17"-18459,7 12-1259,0 1 0,0 0 0,1 0 1,0 1-1,1 1 0,0 0 0,0 0 0,0 1 1,1 1-1,0 0 0,0 1 0,0 0 1,1 1-1,-1 1 0,1 0 0,20 0 0,-34 2-22,1 0 0,0 0 0,0 0 0,-1 1 0,1-1 0,-1 0 0,1 1 0,0-1 0,-1 0-1,1 1 1,-1-1 0,1 1 0,-1-1 0,1 1 0,-1-1 0,1 1 0,-1-1 0,1 1-1,-1 0 1,0-1 0,1 1 0,-1 0 0,0-1 0,0 1 0,1 0 0,-1-1 0,0 1-1,0 0 1,0 0 0,0 1 0,2 26 92,-3-22-59,3 9 38,-2 0 1,0 0-1,-1 1 0,0-1 0,-1 0 1,-1 0-1,-1 0 0,0-1 1,0 1-1,-2-1 0,-12 25 0,6-20-47,0 0-1,-1-1 1,-1 0-1,-29 27 1,36-39-17,0 0-1,0-1 1,0 1 0,0-2 0,-1 1 0,0-1 0,0 0-1,0-1 1,0 1 0,-1-2 0,1 1 0,-1-1 0,0-1 0,-16 2-1,23-4-3,1 1-1,-1-1 0,1 0 0,-1 0 1,1 0-1,0 0 0,-1 0 0,1 0 1,0 0-1,0 0 0,0 0 0,0 0 1,0-1-1,0 1 0,0 0 0,0-1 0,1 1 1,-1-1-1,0 1 0,1-1 0,-1 1 1,1-1-1,0 0 0,-1 1 0,1-1 1,0 1-1,0-1 0,0 0 0,0 1 1,1-4-1,-1 3 4,-1-1 0,1 1 0,0-1 0,0 1 0,1-1 0,-1 1 0,0-1 0,1 1 0,0-1 0,-1 1 0,1-1 0,0 1 0,0 0 0,0 0 0,1-1 0,-1 1 0,1 0 0,-1 0 0,1 0 0,2-2 0,13-1 285,-1 1-1,1 1 0,1 0 0,-1 1 0,0 1 0,0 1 1,1 0-1,18 4 0,21-2 850,-46-2-979,1 0 0,-1 1 0,0 1 0,0 0-1,0 1 1,0 0 0,0 0 0,-1 1 0,1 1 0,-1-1 0,0 2-1,-1 0 1,1 0 0,16 14 0,-24-18-163,0-1 0,1 1-1,-1-1 1,1 1 0,-1-1 0,1 0-1,-1 0 1,1 0 0,-1 0 0,1 0-1,0-1 1,0 0 0,-1 1 0,1-1-1,0 0 1,0 0 0,-1 0 0,5-1 0,7 1-59,-14-23-13882,-6 10 3076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11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51 8772,'0'0'17211,"-14"2"-16166,4-2-801,4 0-135,1 0-1,0 0 0,0 1 0,0-1 0,0 1 0,0 0 0,0 1 1,0-1-1,0 1 0,1 0 0,-1 0 0,0 1 0,1-1 0,0 1 0,-8 6 1,3 0 138,0 1 1,0 0-1,1 1 1,0 0 0,1 0-1,0 0 1,0 1-1,2 0 1,-7 17 0,7-9-83,0 0 1,1 0 0,1 0 0,1 0 0,1 29 0,1-47-167,0 0 0,0-1 0,0 1 0,0-1 0,1 1 0,-1-1 0,1 1 0,-1-1 0,1 1 0,0-1 0,-1 1 1,1-1-1,0 1 0,0-1 0,0 0 0,0 0 0,0 0 0,0 1 0,0-1 0,1 0 0,-1 0 0,0 0 0,1-1 1,1 2-1,2 0-24,0 0 0,1 0 0,-1 0 0,0-1 1,1 0-1,-1 0 0,9 0 0,2-1-56,0-1 1,0 0-1,-1-1 1,26-6-1,-23 2 59,0-1 0,0 0 0,-1-2 0,0 0 0,0 0 0,-1-2 0,0 0-1,-1-1 1,-1 0 0,1-1 0,-2-1 0,0-1 0,13-18 0,-22 28 43,-1-1 1,-1 1 0,1 0-1,-1-1 1,0 1 0,0-1 0,-1 0-1,1 0 1,-1 0 0,-1 0-1,1 0 1,-1 0 0,0 0-1,0 0 1,-1 0 0,1 1-1,-2-1 1,1 0 0,-3-8-1,1 8 22,0 0 0,-1 1-1,1-1 1,-1 1-1,-1 0 1,1 0 0,0 0-1,-1 1 1,0 0-1,0 0 1,-1 0 0,1 0-1,-1 1 1,1 0-1,-1 0 1,0 1 0,-7-3-1,-9-1-41,1 1-1,0 2 0,-1 0 0,0 1 1,0 1-1,-24 2 0,19-1-34,19 6-1453,42-1-15087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14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6403,'7'-1'18049,"27"-3"-17575,197-40 217,-105 25 27,110-12 672,-222 31 2030,-32 0-2313,16 0-1179,0 0-1,0 0 1,0 0 0,1 0-1,-1 1 1,0-1 0,0 1-1,0-1 1,1 1 0,-1 0-1,0-1 1,-2 3 0,-7 7-3589,0 0-3202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15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4114,'0'0'12043,"8"-1"-7404,12-5-2950,11-9-1410,0 2 1,1 1-1,0 1 1,1 1-1,1 2 1,-1 2-1,64-4 1,-96 10-267,0 0 0,0 0 1,-1 0-1,1 0 0,0 0 0,0 0 1,0 0-1,0 0 0,0 1 1,0-1-1,-1 0 0,1 1 0,0-1 1,0 1-1,0-1 0,-1 1 0,1-1 1,0 1-1,-1 0 0,1-1 1,0 1-1,-1 0 0,1-1 0,-1 1 1,1 0-1,-1 0 0,1-1 1,0 3-1,-1 0 64,1-1-1,-1 1 1,1 0 0,-1 0-1,0 0 1,0 0 0,-1-1-1,1 1 1,-1 5 0,-1 0 98,0-1 1,-1 0-1,1 0 1,-1 0-1,-1 0 1,1 0-1,-7 8 0,-5 1 206,-1 0-1,-20 14 0,22-18-127,-1 0-1,2 1 0,-18 21 1,30-33-226,0 0 0,1 0 1,-1 0-1,0 0 0,0 0 1,1 0-1,-1 0 0,1 0 0,-1 0 1,1 1-1,-1-1 0,1 0 1,0 0-1,0 1 0,-1-1 0,1 0 1,0 0-1,0 1 0,1 1 1,-1-2-7,0-1 0,1 1 1,-1 0-1,1 0 1,-1-1-1,1 1 1,0 0-1,-1-1 1,1 1-1,0-1 1,-1 1-1,1-1 1,0 1-1,0-1 1,0 1-1,-1-1 1,1 0-1,0 1 1,0-1-1,2 0 0,6 1 130,0 0 1,0 0-1,0-1 0,12-1 0,-7 0 106,6 1-1063,3 0 1737,0 0 0,39-7 1,-13-10-4478,-27 3-1866,-3-6-3343,-5 1-3899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1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33 2305,'0'0'23235,"-6"-2"-22056,-16-4-299,32-1 511,9 1-1053,2 2-8,1 1-1,-1 0 1,1 2-1,-1 1 1,39 3-1,-58-2-321,0-1 1,0 1-1,-1-1 0,1 1 1,0-1-1,-1 1 0,1 0 0,0 0 1,-1 0-1,1 0 0,-1 0 1,1 0-1,-1 0 0,0 1 1,0-1-1,1 0 0,-1 1 1,0-1-1,0 1 0,0 0 1,-1-1-1,1 1 0,0-1 0,0 1 1,-1 0-1,1 0 0,-1-1 1,0 1-1,1 0 0,-1 0 1,0 0-1,0-1 0,0 1 1,-1 2-1,1 1 1,0-1-1,-1 1 1,0-1 0,0 1 0,0-1 0,0 1 0,-1-1-1,1 0 1,-1 0 0,0 0 0,-1 0 0,-3 6 0,-11 7 71,0-1 0,-31 22 0,31-25-49,0 1-1,1 0 1,-19 22-1,34-36-29,1 0-1,0 1 0,-1-1 0,1 0 0,0 1 1,-1-1-1,1 0 0,0 1 0,0-1 1,-1 1-1,1-1 0,0 1 0,0-1 0,0 0 1,0 1-1,0-1 0,-1 1 0,1-1 0,0 1 1,0-1-1,0 1 0,0-1 0,0 1 1,0-1-1,1 0 0,-1 1 0,0-1 0,0 1 1,0-1-1,0 1 0,0-1 0,1 1 0,16 6 29,33-6 72,-39-2-59,79 2 44,222-8 343,-326 11-2951,-11 2-4606,-1-1-4416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17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1 637 1985,'8'-9'18000,"94"7"-12431,-35-1-4792,103-19 0,155-35 120,109-22-665,917-160-5,-937 177-290,608-68 118,-549 112 1361,-468 18-1360,4 1 299,1-2 0,-1 1 0,0-1 0,1 0 0,-1-1-1,0 0 1,13-5 0,-17 7-355,29-3 0,-57 6 3,0 1 1,0 0-1,-42 15 1,16-5-370,-108 23-7526,64-21-1632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2:1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3 1665,'0'0'4951,"9"0"-4700,94-2 3831,-55 1 8007,-74 1-5108,12 1-6792,0 0 1,0 1-1,0 1 0,1 0 0,-1 1 1,1 0-1,-17 9 0,0 1 222,1 1 1,-27 20-1,56-35-411,1 0 0,-1 0 0,1 0 0,-1 0 0,1 0 0,-1 0 0,1 0 0,-1 0 0,1 1 0,-1-1 0,1 0 0,-1 0 0,0 0 0,1 1 0,-1-1 0,1 0 0,-1 0 0,0 1 0,1-1 0,-1 0 0,0 1 0,1-1 0,-1 0 0,0 1 0,1-1 0,-1 1 0,0-1 0,0 0 0,0 1 0,1-1 0,-1 1 0,0-1 0,0 1 0,0-1 0,0 1 0,0-1 0,0 1 0,0-1 0,0 0 0,0 1 0,0-1 0,0 1 0,0-1 0,0 1 0,0-1 0,0 1 0,0-1 0,-1 1 0,1-1 0,0 1 0,0-1 0,-1 0 0,1 1 0,0-1 0,0 0 0,-1 1 0,1-1 0,-1 0 0,1 1 0,0-1 0,-1 0 0,1 1 0,-1-1 0,1 0 0,0 0 0,-2 1 0,46 4 0,-39-4 0,46 2-79,51 8-284,-92-10 334,0 1 0,0 1 0,0 0 0,0 1 0,0 0-1,-1 0 1,13 8 0,-22-12 32,1 0 0,0 1 0,-1-1 0,1 0 0,-1 1 0,1-1 0,-1 1 0,1-1 0,-1 1 0,1-1 0,-1 1 0,0-1 1,1 1-1,-1-1 0,0 1 0,1-1 0,-1 1 0,0 0 0,0-1 0,1 1 0,-1 0 0,0-1 0,0 1 0,0 0 0,0-1 0,0 1 0,0 0 0,0-1 0,0 1 0,0 0 0,0-1 0,0 1 0,-1 0 0,-18 19 230,-33 6 106,-149 42-339,199-68-30,0 1 1,1 0-1,-1-1 1,0 1-1,1 0 1,-1 0-1,1 0 0,0 0 1,-1 0-1,1 1 1,0-1-1,-1 0 1,1 1-1,0-1 0,0 0 1,0 1-1,0-1 1,1 1-1,-1 0 1,0-1-1,1 1 0,-1 0 1,1-1-1,-1 1 1,1 0-1,0 0 1,0-1-1,0 1 0,0 0 1,0 0-1,0-1 1,0 1-1,0 0 1,1 2-1,-1 6-546,2-5-4094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01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5651,'0'0'9230,"2"-21"-2008,62 3-6919,1 1-1,0 4 0,75-6 0,-117 19-324,-16 0-5380,-28 0-6339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01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7187,'0'0'17128,"155"-31"-16936,-100 22-176,-1 0-16,0 0-864,-7 2-1969,1-2-3907,-8-2-3152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03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11733,'0'0'9285,"115"0"-8757,-75-2-48,1-3-336,0 1 144,-8-1-208,-5 5-80,-1-2-16,-7 2-496,-6 0-1825,6-5-2977,-7-4-2610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03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41 976,'0'0'16728,"8"-4"-16098,16-4-142,0 0 0,1 2 0,0 1 1,0 0-1,1 2 0,-1 1 0,36 2 1,-61 0-489,0 0 1,1 0 0,-1 0 0,0 0 0,1 0 0,-1 0 0,1 0-1,-1 0 1,0 1 0,1-1 0,-1 0 0,0 0 0,1 0 0,-1 0-1,0 1 1,1-1 0,-1 0 0,0 0 0,1 1 0,-1-1 0,0 0-1,0 0 1,1 1 0,-1-1 0,0 0 0,0 1 0,0-1 0,0 0-1,1 1 1,-1-1 0,0 0 0,0 1 0,0-1 0,0 1 0,0-1 0,0 0-1,0 1 1,-4 20 134,-16 15 445,2-17-103,-1-2 0,0 0 1,-43 26-1,43-30 45,0 0-1,1 1 0,0 0 0,1 2 0,-21 25 0,37-41-512,1 0 0,-1 1 0,1-1 0,-1 1 0,1-1 0,-1 1-1,1-1 1,0 1 0,-1-1 0,1 1 0,0-1 0,-1 1-1,1 0 1,0-1 0,0 1 0,0 0 0,0-1 0,-1 1-1,1-1 1,0 1 0,0 0 0,0-1 0,0 1 0,0 0-1,1-1 1,-1 1 0,0 0 0,0-1 0,0 1 0,0-1 0,1 1-1,-1 0 1,0-1 0,1 1 0,-1-1 0,0 1 0,1-1-1,-1 1 1,1-1 0,-1 1 0,1-1 0,-1 1 0,1-1-1,-1 0 1,1 1 0,-1-1 0,1 0 0,0 1 0,-1-1-1,1 0 1,-1 0 0,1 0 0,0 0 0,-1 1 0,1-1 0,0 0-1,-1 0 1,2 0 0,50 1 26,-39-2 91,241 1 647,-200 0-5667,0 0-5348,-66 0 1614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03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6195,'0'0'11064,"17"-1"-8810,252-35 5894,855-105-5067,-1015 134-3034,156-15 296,-274 23 888,-32 3-1138,-8 8-6961,24-5-1520,4 0-4298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04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30 1953,'0'0'12563,"4"-5"-9823,9-14-102,-13 19-2584,1 0-1,-1-1 1,0 1-1,0 0 0,0 0 1,0 0-1,0 0 0,0 0 1,0 0-1,0 0 1,0 0-1,0-1 0,0 1 1,0 0-1,0 0 0,0 0 1,0 0-1,0 0 1,0 0-1,0-1 0,0 1 1,0 0-1,0 0 0,0 0 1,0 0-1,0 0 1,0 0-1,0 0 0,0-1 1,0 1-1,0 0 0,0 0 1,0 0-1,0 0 1,0 0-1,0 0 0,0 0 1,-1-1-1,1 1 0,0 0 1,0 0-1,0 0 0,0 0 1,0 0-1,0 0 1,0 0-1,0 0 0,-1 0 1,1 0-1,0 0 0,0 0 1,0 0-1,0 0 1,0 0-1,0 0 0,-1 0 1,1 0-1,0 0 0,0 0 1,0 0-1,0 0 1,0 0-1,0 0 0,0 0 1,-1 0-1,1 0 0,0 0 1,-9 2 524,-12 7 2,0 1 1,0 1 0,1 1 0,1 0-1,0 2 1,1 0 0,0 1-1,-17 20 1,28-28-526,0 0 0,1 0 0,0 1 0,0 0 1,1 0-1,0 1 0,1-1 0,0 1 0,0 0 0,0 0 0,1 0 0,1 1 0,0-1 0,0 1 0,1 0 1,0-1-1,0 1 0,1 0 0,2 18 0,-1-26-63,0 1 0,1-1 0,-1 1 1,0-1-1,1 0 0,0 0 0,-1 0 0,1 0 1,0 0-1,0 0 0,0 0 0,0 0 0,0-1 1,1 1-1,-1-1 0,0 0 0,1 1 0,-1-1 0,1 0 1,-1-1-1,1 1 0,0 0 0,-1-1 0,5 1 1,9 1-136,1 0 1,29-2 0,-33 0 57,-3 0 1,0-1 0,0 0 0,0-1 0,0 0 0,0 0 0,0-1 0,-1 0 0,1-1 0,-1 0 0,0-1 0,0 0 0,-1 0 0,1-1 0,-1 0 0,0 0 0,-1-1 0,1 0 0,-2-1 0,10-11 0,-8 8 51,-2 1 0,1-1 0,-1 0 0,-1-1-1,0 1 1,0-1 0,-1 0 0,-1 0 0,0-1 0,0 1 0,-2 0 0,1-1 0,-2 0 0,0 1 0,-1-18 0,0 27 45,0 1 0,0-1 1,0 0-1,0 0 0,-1 0 0,1 0 1,-1 1-1,0-1 0,0 1 0,0-1 1,0 1-1,0 0 0,0 0 1,-1 0-1,1 0 0,0 0 0,-1 0 1,0 1-1,1-1 0,-1 1 0,0 0 1,0 0-1,0 0 0,0 0 0,0 0 1,0 1-1,0-1 0,0 1 0,0 0 1,0 0-1,-6 1 0,8-1-208,1 0 0,-1 0 0,1 0 0,0 0 0,-1 0 0,1 0 0,-1 1 0,1-1 0,0 0 0,-1 0 0,1 0 0,-1 1 0,1-1 0,0 0 0,-1 0 0,1 1 0,0-1 0,-1 0 0,1 1 0,0-1 0,0 1 0,0-1 0,-1 0 0,1 1 0,0-1 0,0 1 0,0-1 0,0 0 0,-1 1 0,1-1 0,0 1 0,0-1 0,0 1 0,0-1 0,0 0 0,0 1 0,0-1 0,1 1 0,-1-1 0,0 1 0,0-1 0,0 0 0,1 2 0,-1 3-3396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05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19817,'0'0'12950,"14"0"-12950,-7 0 0,0 0-1713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06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5202,'0'0'9938,"-34"7"-1886,33-6-7845,-1 0 1,1 1-1,0-1 1,0 1-1,0-1 0,0 1 1,0 0-1,0-1 0,0 1 1,1 0-1,-1 0 1,1-1-1,-1 1 0,1 0 1,0 0-1,-1 0 1,1 0-1,1 3 0,-1-4-167,-6 10-298,5-11 247,-4 0-670,11 0 79,168-15 473,2 1 1173,-175 14-831,6 15 353,-9-6-372,0 0 0,-1-1 0,0 0 0,0 1 0,0-1 0,-1 0 1,-1-1-1,-9 14 0,-3 8 303,-1 8-49,1 2 1,1 0 0,3 1 0,1 1 0,2-1 0,-5 48 0,6-53-379,-1 10-446,2-40-3499,-5-7-4664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06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12614,'0'0'15799,"136"-36"-15751,-96 31 16,1-1-64,0 1-544,6-4-1041,-6 0-1488,6-2-2914,-6-5-4594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07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 7395,'0'0'14716,"-3"4"-13323,-96 101 3478,-13 17-2369,99-106-2307,1 1 1,0 0-1,2 1 0,0 0 1,-14 36-1,21-48-199,1 0 0,1 0 0,-1 0 0,1 0 0,0 0-1,0 0 1,1 1 0,0-1 0,0 0 0,1 0 0,1 10-1,-1-14-16,0 0 0,0 1 0,0-1-1,0 0 1,0 0 0,1 0-1,-1 0 1,1 0 0,-1 0 0,1 0-1,0 0 1,0 0 0,0-1 0,0 1-1,0-1 1,0 0 0,0 1-1,0-1 1,1 0 0,-1 0 0,0-1-1,1 1 1,-1 0 0,0-1-1,1 1 1,-1-1 0,1 0 0,-1 0-1,3 0 1,6 1-64,-1-1 1,1 0-1,-1-1 0,1 0 0,-1-1 1,17-4-1,-25 5 77,1 0 0,0 0 0,-1 0 1,1-1-1,-1 1 0,1-1 0,-1 1 1,0-1-1,0 0 0,1 0 0,-1 0 0,-1 0 1,1 0-1,0-1 0,0 1 0,-1-1 0,1 1 1,-1-1-1,0 1 0,0-1 0,0 0 0,0 1 1,-1-1-1,1 0 0,0 0 0,-1 0 1,0 0-1,0-4 0,0 3 35,0 1-1,0 0 1,0-1-1,0 1 1,-1 0 0,0-1-1,1 1 1,-1 0 0,-1 0-1,1 0 1,0-1 0,-1 1-1,1 1 1,-1-1-1,0 0 1,-3-4 0,0 3 74,0 1 1,0-1-1,0 1 1,0 0-1,0 0 1,0 1-1,-1 0 0,-9-3 1,5 2-45,-1 1 0,0 0 0,0 1 1,0 0-1,-13 1 0,16 2-2389,48-1-2325,9-1-2306,9 0-5910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08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39 14743,'0'0'7931,"20"-6"-7242,-20 6-688,20-7 270,0 0-1,1 2 1,-1 1 0,1 0 0,0 1 0,1 2 0,-1 0-1,21 2 1,-41-1-254,0 1 1,0-1-1,0 1 0,0-1 1,0 1-1,0-1 0,0 1 1,0-1-1,0 1 0,0 0 1,-1 0-1,1-1 0,0 1 1,-1 0-1,1 0 0,0 0 1,-1 0-1,1 0 0,-1 0 1,1 0-1,-1 0 0,0 0 1,1 0-1,-1 0 0,0 0 1,0 0-1,0 0 0,0 0 1,0 0-1,0 0 0,0 0 1,0 0-1,0 2 0,-1 0 43,1 1 0,-1-1 0,1 1-1,-1-1 1,0 0 0,0 1 0,-1-1 0,1 0 0,-4 6-1,-8 6 258,-1-2 0,0 0 0,0 0 0,-1-1 0,-1-1 0,0-1 0,-25 12 0,18-9 274,1 0-1,1 2 1,-26 21 0,45-34-541,0 0 1,0 0 0,1 0-1,-1 1 1,1-1 0,-1 0-1,1 0 1,0 1 0,0-1 0,0 1-1,-1 3 1,2-5-44,0 0-1,0 0 1,0-1 0,0 1 0,0 0 0,0 0 0,0 0-1,0 0 1,0-1 0,0 1 0,0 0 0,1 0-1,-1 0 1,0-1 0,1 1 0,-1 0 0,0 0-1,1-1 1,-1 1 0,1 0 0,-1-1 0,1 1-1,-1-1 1,1 1 0,0 0 0,-1-1 0,1 0-1,0 1 1,-1-1 0,1 1 0,0-1 0,0 0-1,-1 1 1,1-1 0,0 0 0,0 0 0,0 0-1,0 1 1,1-1 0,38 4-20,0-1-1,0-2 1,0-2 0,1-2-1,42-8 1,-64 8-200,-6 1-377,0 0 0,1-1-1,-1 0 1,0-1-1,-1 0 1,1-1 0,19-12-1,-30 16-59,-1 0 0,1-1-1,-1 1 1,0 0-1,0-1 1,0 1 0,0-1-1,0 0 1,0 1-1,0-1 1,-1 0 0,1 0-1,0-2 1,0-12-9096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09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9316,'0'0'14247,"61"6"-11606,-21-6-944,15 0-481,-1 0-479,0 0-321,-13 0-288,-8 0-128,1 0-48,-13 0-1217,-1 0-3713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3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2753,'0'0'20500,"15"0"-19926,146 0 37,-159 1-611,-1-1-1,0 0 1,1 0 0,-1 0-1,0 1 1,1-1 0,-1 1 0,0-1-1,0 1 1,1-1 0,-1 1 0,0 0-1,0 0 1,0-1 0,0 1-1,0 0 1,0 0 0,0 0 0,0 0-1,-1 0 1,1 0 0,0 1 0,0-1-1,-1 0 1,1 0 0,-1 0-1,1 1 1,-1-1 0,0 0 0,1 1-1,-1-1 1,0 0 0,0 1 0,0-1-1,0 0 1,0 1 0,0-1-1,0 0 1,0 1 0,-1 0 0,0 3 57,0 0 0,0 0 0,-1 0 0,1 0 0,-1-1 0,0 1 0,-1-1 0,1 1 0,-1-1 0,-3 5 0,-15 13 513,-37 29 1,42-38-493,1 0 0,0 1-1,1 0 1,0 1 0,1 1 0,-13 20 0,26-36-63,0 1 1,0-1-1,0 0 0,-1 0 0,1 1 0,0-1 0,0 0 0,0 1 1,0-1-1,0 0 0,0 0 0,0 1 0,0-1 0,0 0 0,0 1 1,0-1-1,0 0 0,1 0 0,-1 1 0,0-1 0,0 0 1,0 0-1,0 1 0,0-1 0,0 0 0,1 0 0,-1 1 0,0-1 1,0 0-1,0 0 0,1 0 0,-1 1 0,0-1 0,0 0 0,0 0 1,1 0-1,-1 0 0,0 0 0,1 0 0,-1 1 0,0-1 0,0 0 1,1 0-1,-1 0 0,23 3 635,22-5 342,6-7-380,-2-3-1,77-27 1,-90 26-569,-25 12-664,-13 20-15843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3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8708,'0'0'14407,"-115"124"-14359,81-99-48,7-5-1425,7-4-3409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39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9 4530,'0'0'15223,"4"-3"-12827,2-3-785,-9 7-383,-21 15 342,-40 28-96,37-23-1076,1 1 1,1 1 0,1 1 0,1 1 0,2 1 0,0 1-1,-33 59 1,50-78-385,1 0 1,0 1-1,0-1 0,1 1 0,-1 10 0,3-17-34,-1 0 0,1-1 0,-1 1 0,1 0 0,0 0 0,0 0 0,0 0 0,0 0 0,0 0 0,0 0 0,0 0 0,1 0 0,-1 0 0,1-1 0,-1 1 0,1 0 0,0 0 0,0-1 0,0 1-1,0 0 1,0-1 0,0 1 0,0-1 0,0 1 0,1-1 0,-1 1 0,1-1 0,2 2 0,8 0-9,1-1 1,0 0-1,0 0 1,0-2-1,-1 1 0,1-2 1,0 0-1,0 0 0,0-1 1,24-7-1,-36 8 32,1 0-1,0 1 0,-1-1 1,1 0-1,-1 0 1,1 0-1,-1 0 0,1 0 1,-1 0-1,1-1 0,-1 1 1,0 0-1,0-1 1,0 1-1,0-1 0,0 1 1,0-1-1,0 0 0,0 1 1,-1-1-1,1 0 1,-1 1-1,1-1 0,-1 0 1,0 0-1,1 0 0,-1 1 1,0-1-1,0 0 1,-1-3-1,0 3 11,1 0 0,-1 0 0,0 0 0,-1-1 1,1 1-1,0 1 0,-1-1 0,1 0 0,-1 0 0,1 0 1,-1 1-1,0-1 0,0 1 0,0-1 0,0 1 0,0 0 1,0 0-1,0 0 0,0 0 0,0 0 0,-1 0 0,-2 0 0,-21-3 275,0 1 0,-45 0 0,38 3-6101,57 1-3751,14-1 1902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48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68 100 2657,'0'0'18518,"0"-3"-18238,1 1-1,-1 0 1,0-1 0,1 1-1,-1 0 1,1 0 0,0-1-1,-1 1 1,1 0-1,2-3 1,8-3-228,0-1 1,1 2-1,0 0 0,0 0 1,0 1-1,1 1 0,0 0 1,0 0-1,0 2 0,1-1 1,0 2-1,16-2 0,-28 4-1,-1 1-43,-1 0 1,1 0-1,0 0 1,-1-1-1,1 1 0,0 0 1,-1 0-1,0 0 1,1 0-1,-1 0 0,1 0 1,-1 0-1,0 1 1,0-1-1,0 0 0,0 0 1,1 0-1,-1 0 0,-1 0 1,1 0-1,0 0 1,0 0-1,-1 2 0,-1 32 82,-4-18-52,-2-1 1,0-1-1,0 1 0,-2-2 1,-19 25-1,13-16-41,-112 144 19,120-153-4,0 0 1,1 0-1,0 0 1,1 1 0,-4 16-1,9-27-5,0-4 0,1 1 0,0-1 1,0 1-1,0-1 0,0 1 0,0-1 0,0 1 0,0-1 0,0 1 0,0-1 0,0 1 0,0 0 0,0-1 0,0 1 0,0-1 0,0 1 0,0-1 0,1 0 0,-1 1 0,0-1 0,0 1 0,0-1 0,1 1 1,-1-1-1,0 1 0,1-1 0,-1 0 0,0 1 0,1-1 0,-1 0 0,1 1 0,-1-1 0,1 0 0,-1 0 0,0 1 0,1-1 0,-1 0 0,1 0 0,0 0 0,30 3 291,30-14 403,136-57 1590,-112 36-1335,-56 23-374,-18 6-213,1-1 0,-1 0 0,-1-1 0,13-6 1,-22 9-264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55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23 185 1249,'0'0'5482,"-1"9"-4642,0 0-561,1-4-73,-1-1 1,1 1-1,-1 0 0,0-1 0,-1 1 1,1-1-1,-1 0 0,0 1 1,0-1-1,-3 5 0,2 13 18616,12-28-15940,-6 1-2840,0-1-1,1 1 1,-1-1 0,-1 0 0,1 0 0,-1 0 0,-1 0 0,3-9 0,4-14-25,-1 12 4,-2 2-10,1 0 0,0 1-1,9-15 1,-11 24-17,-1 0-1,1 0 1,0 1 0,0-1 0,0 1 0,1 0 0,-1 1-1,1-1 1,0 1 0,0 0 0,10-4 0,-10 4-12,-2 1 13,0 1 0,0 0 0,1 0 1,-1 0-1,0 0 0,1 0 0,-1 1 1,0-1-1,1 1 0,-1 0 0,1 0 0,-1 0 1,1 1-1,-1-1 0,0 1 0,1 0 1,4 1-1,-3 1 9,-1 0 0,1 1 0,-1-1 0,0 1 0,0 0 0,0-1 0,-1 2 0,1-1 0,-1 0 0,0 1 0,4 6 0,15 19 44,-18-25-42,1-1 1,0 1-1,-1-1 1,2 0-1,-1 0 1,0 0-1,1-1 1,-1 0-1,1 0 1,0 0-1,0-1 0,1 0 1,-1 0-1,0 0 1,0-1-1,1 0 1,-1-1-1,1 1 1,-1-1-1,10-1 1,-12 1 3,1-1-1,-1 1 1,1-1 0,-1 0 0,1-1-1,-1 1 1,0-1 0,0 0 0,0 0-1,0 0 1,0 0 0,0-1 0,0 0-1,-1 1 1,1-1 0,-1-1 0,0 1 0,0 0-1,0-1 1,0 0 0,-1 1 0,0-1-1,1 0 1,-1 0 0,-1 0 0,3-6-1,0-2-33,0 1-1,-1-1 0,0 0 0,-1 0 0,2-24 1,-4 61-10424,0-9 1556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56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21 189 5106,'0'0'7001,"-4"2"-5809,-13 9 7743,24-34-7908,14-6-796,-18 22-199,1 1 1,0 0 0,0 0-1,0 1 1,1-1 0,0 1-1,0 0 1,0 1 0,1-1-1,0 1 1,-1 0 0,2 0-1,-1 1 1,11-5 0,7-1 573,-17 6-541,-1 0 0,1 0 0,0 1 0,0 0 1,-1 0-1,2 1 0,-1 0 0,0 0 0,0 0 0,0 1 0,0 0 0,0 1 1,9 1-1,-14-1-34,1 1 0,-1-1 0,0 1 0,0-1 1,0 1-1,0 0 0,-1 0 0,1 0 0,0 0 0,-1 0 1,1 0-1,-1 0 0,0 0 0,0 1 0,0-1 0,0 1 1,0-1-1,0 0 0,0 4 0,0-3 0,-1-1 0,1 0 0,0 1 0,0-1 0,0 0 0,0 1 0,0-1 0,0 0 0,1 0 0,-1 0 0,1 0 0,-1 0 0,1-1 0,3 4 0,2-1 35,0-1 0,0 0 1,0-1-1,0 1 0,1-1 0,-1 0 0,1-1 0,-1 0 0,1 0 0,0-1 1,-1 0-1,1 0 0,8-2 0,-13 0-36,-1 0 1,1 0 0,0 0-1,-1 0 1,0-1-1,1 1 1,-1-1-1,0 0 1,0 1-1,1-4 1,16-19 148,5 5-76,-17 15-13,1-1 0,-1 0 0,0-1 0,-1 0 0,0 0 0,9-13 1,-11 8 2033,-6 17-5274,1 8-5341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3:5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6995,'0'0'13929,"0"7"-9628,-1 29-3318,-1 0 1,-2 0-1,-2 0 0,-15 52 1,-49 127-817,53-174-2604,-30 52 1,29-57-1914,9-16-3781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4:00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3410,'0'0'14820,"22"-14"-13132,67-41-639,-87 53-984,0 1 0,0-1-1,0 1 1,0 0 0,0 0 0,0 0 0,0 0 0,1 0-1,-1 1 1,0-1 0,1 0 0,-1 1 0,0 0-1,1 0 1,-1 0 0,1 0 0,-1 0 0,0 0 0,1 0-1,-1 1 1,0-1 0,1 1 0,-1 0 0,0 0-1,0 0 1,1 0 0,-1 0 0,2 2 0,0 0 18,-1 1 0,-1 0 0,1 0 0,0 0 0,-1 0 0,0 0 0,0 1 0,0-1 0,2 8 0,0 0 8,-2-5 7,0 1-1,0-1 1,-1 1-1,0-1 0,0 1 1,-1-1-1,-1 13 1,1-1 720,-1-17-740,1 1-1,-1-1 0,0 0 1,-1 0-1,1 0 0,0 0 0,0 0 1,-1-1-1,1 1 0,-1 0 1,0-1-1,0 1 0,1-1 1,-1 1-1,0-1 0,0 0 1,0 0-1,0 0 0,0 0 0,-1 0 1,-2 1-1,-52 16 458,51-17-464,-46 3 338,49-4-926,30-14-22886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4:00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5 8148,'0'0'14788,"-9"-2"-13345,5 1-1312,-1 0-1,1 1 1,0-1-1,-1 1 1,1 0-1,-1 1 1,1-1-1,-1 1 1,1 0-1,0 0 1,0 0-1,-1 0 1,-6 4-1,-62 39 1154,73-43-1279,-34 22 635,0 2-1,2 2 1,-48 49-1,70-64-487,0 0 0,1 0 0,0 1 0,0 0 0,2 0 0,0 1 0,0 0-1,1 0 1,1 1 0,1 0 0,0 0 0,0 0 0,0 18 0,3-23-124,0 0 0,1 1 1,0-1-1,1 0 0,0 0 0,1 0 0,0 0 0,0 0 0,1-1 1,5 11-1,-5-15-22,0 0 0,0 0-1,0-1 1,1 1 0,0-1 0,-1 0 0,2 0 0,-1 0 0,0-1-1,1 0 1,0 0 0,0 0 0,0 0 0,0 0 0,0-1-1,0 0 1,1 0 0,-1-1 0,10 2 0,46 4 95,-48-7-5931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4:0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5426,'0'0'15765,"9"-8"-13793,30-24-278,-36 30-1605,0 0 1,0 1-1,0-1 1,0 1-1,0-1 1,0 1-1,1 0 1,-1 0-1,0 1 1,0-1-1,1 1 0,-1-1 1,1 1-1,-1 0 1,0 1-1,1-1 1,-1 0-1,0 1 1,1 0-1,-1 0 1,0 0-1,0 0 1,1 0-1,-1 1 1,0-1-1,-1 1 1,1 0-1,0 0 1,0 0-1,-1 0 1,1 0-1,-1 1 1,0-1-1,1 1 1,-1 0-1,2 4 1,-2-3-74,0 1 0,-1 1 1,1-1-1,-1 0 0,0 0 0,-1 0 1,1 1-1,-1-1 0,0 0 1,-1 1-1,1-1 0,-1 0 1,0 0-1,0 1 0,-1-1 1,1 0-1,-1 0 0,-4 6 1,-4 7 28,-1 0 0,0-1 0,-23 24 0,20-25 104,1 1-1,-15 26 1,27-43-145,-25 58 200,25-54-200,0 0 1,0 0-1,0 0 0,1 0 0,-1 0 0,1 0 0,0 0 1,0 1-1,0-1 0,1 0 0,-1 0 0,1 0 1,2 5-1,-2-7-3,1 0 0,0 0 0,0-1-1,0 1 1,0-1 0,0 1 0,0-1 0,0 0 0,0 1 0,0-1 0,1 0 0,-1-1 0,1 1 0,-1 0 0,0-1 0,1 1-1,-1-1 1,1 0 0,-1 0 0,1 0 0,3 0 0,4 0-435,1 0 0,-1-1 0,1 0 0,10-2-1,28-20-4830,-19 0-2147,-16 6-1128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4:01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12230,'0'0'13318,"54"-9"-13190,-27 9-128,20 0-272,1-5-865,13-1-1008,0-8-3377,0-4-4195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4:0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9012,'0'0'12982,"81"-12"-11349,-47 8-273,0-1-543,0 1-369,0-1-304,0 1-96,-7 2-48,-7-1-880,0 3-1089,-13 0-1457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4:02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14295,'0'0'12037,"135"-34"-11557,-101 27-416,-7 0-64,7 1-32,-7-4-2097,7 1-1760,0-6-5556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4:02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3298,'0'0'21305,"22"-16"-20667,76-46-174,-90 57-405,-1 2 0,1-1 0,0 1 0,0 0 0,0 1 0,1 0 0,-1 0-1,0 1 1,1 0 0,-1 0 0,1 1 0,-1 0 0,11 2 0,12-1 218,-28-1-261,-1 0-1,1 0 1,-1 0 0,0 0-1,1 0 1,-1 0 0,1 1-1,-1-1 1,1 1 0,-1 0-1,0-1 1,1 1-1,-1 0 1,0 1 0,0-1-1,0 0 1,0 1 0,0-1-1,3 4 1,-3-2-7,-1-1 0,0 1-1,0 0 1,0 0 0,-1 0-1,1 0 1,-1 0 0,1 0 0,-1 0-1,0 0 1,0 0 0,0 0 0,-1 0-1,1 1 1,-1-1 0,-1 3-1,0 0 16,0 1-1,0-1 0,-1 0 1,0 0-1,0 0 0,-1 0 1,1 0-1,-1-1 0,-1 1 1,-6 5-1,-56 50 316,36-35-99,12-10-12,15-13-126,-1 0-1,1 1 0,-1-1 0,1 1 1,0 0-1,0 0 0,1 0 1,-1 0-1,1 1 0,0 0 0,0-1 1,1 1-1,-1 0 0,1 0 1,0 1-1,0-1 0,1 0 0,0 1 1,0-1-1,-1 11 0,2-15-68,1-1-1,-1 1 1,1 0 0,-1 0-1,1 0 1,-1-1 0,1 1-1,-1 0 1,1-1-1,0 1 1,-1 0 0,1-1-1,0 1 1,0-1 0,-1 1-1,1-1 1,0 0-1,0 1 1,0-1 0,0 0-1,0 1 1,0-1-1,-1 0 1,1 0 0,0 0-1,0 0 1,0 0 0,2 0-1,35 1 680,-30-1-473,31 0-395,-14 1 239,1-1-1,31-4 1,-48 2-1367,0 0 0,0 0 1,-1-1-1,1 0 0,-1 0 0,8-5 0,5-5-7738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4:0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7251,'0'0'20234,"-14"70"-19130,-13-47-720,0-1-384,0 1-192,7-3-2289,6-6-2561,0-8-6404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4:03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 8644,'0'0'17077,"-2"10"-15420,0-2-1419,1 0 1,-2 0-1,1 0 1,-1 0-1,0-1 0,-1 1 1,0-1-1,0 0 1,0 0-1,-7 7 0,-69 69 642,-22 25 385,88-91-1141,1 0 1,1 0-1,0 1 1,-14 33-1,24-48-126,1 0 1,0 0-1,0 0 1,0 0-1,0 0 1,0 0-1,1 1 1,-1-1-1,1 0 1,0 0-1,0 0 1,0 1-1,0-1 1,2 5-1,-1-6 1,-1-1-1,1 1 0,0-1 0,0 0 0,0 1 1,1-1-1,-1 0 0,0 1 0,0-1 0,1 0 1,-1 0-1,1 0 0,-1 0 0,1 0 0,-1 0 1,1-1-1,-1 1 0,1 0 0,0-1 0,-1 0 1,1 1-1,0-1 0,0 0 0,-1 0 0,4 0 1,14 2-142,-1-2 1,0 0 0,0-1 0,29-5 0,-43 5 120,-1 1 1,1-1-1,-1 0 1,1 1-1,-1-2 1,0 1-1,1 0 1,-1-1-1,0 1 1,0-1-1,0 0 1,0 0 0,0 0-1,0-1 1,-1 1-1,1-1 1,-1 1-1,0-1 1,0 0-1,0 0 1,0 0-1,0 0 1,0 0-1,-1 0 1,1 0-1,-1-1 1,0 1 0,0-1-1,-1 1 1,1-1-1,0-3 1,-2 5 23,1 0 0,0 1 0,-1-1 0,0 0 0,1 1 1,-1-1-1,0 1 0,0-1 0,0 1 0,0 0 0,0-1 1,0 1-1,0 0 0,-1 0 0,1-1 0,0 1 0,-1 0 1,1 0-1,0 1 0,-1-1 0,0 0 0,1 0 0,-1 1 0,1-1 1,-1 1-1,0-1 0,-2 1 0,-55-10 94,51 9-84,-86-4-866,128 5-16791,6 0 4676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4:03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25 15607,'0'0'12699,"17"-4"-12117,-7 1-486,10-2 160,1 1 0,-1 0 0,38-1 0,-57 6-238,0-1 0,0 0 0,-1 1-1,1-1 1,0 1 0,-1 0 0,1-1-1,0 1 1,-1-1 0,1 1 0,-1 0 0,1 0-1,-1-1 1,1 1 0,-1 0 0,0 0-1,1 0 1,-1-1 0,0 1 0,0 0-1,1 0 1,-1 0 0,0 0 0,0 0-1,0-1 1,0 1 0,0 0 0,0 0-1,0 0 1,-1 0 0,1 0 0,0-1-1,0 1 1,-1 1 0,-10 35 468,5-29-372,-1 0 0,1 0 0,-2-1 0,1 0 0,-1 0 0,0 0 0,-18 9 0,18-11-40,0 0 0,0 1-1,0 0 1,1 0 0,0 0 0,0 1 0,1 0 0,0 1 0,-10 13 0,16-20-74,0 0 0,-1-1 0,1 1 0,0 0 0,0-1 0,0 1 0,0 0 0,-1-1 0,1 1 0,0 0 0,0 0 0,0-1 0,0 1 0,1 0 0,-1-1 0,0 1 0,0 0 0,0 0 0,0-1 0,1 1 0,-1 0 0,0-1 0,1 1 0,-1-1 0,0 1 0,1 0 0,-1-1 0,1 1 0,-1-1 0,1 1 0,-1-1 0,1 1 0,0-1 0,-1 0 0,1 1 0,-1-1 0,1 0 0,0 1 0,-1-1 0,1 0 0,0 0 0,-1 0 0,1 1 0,0-1 0,0 0 0,-1 0 0,1 0 0,0 0 0,0 0 0,46 1 0,-37-1 0,11 0-1023,1-1 0,0-1 0,-1-1 0,0 0 0,1-2 0,37-13 0,-16 0-7172,9-2-6015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4:04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16824,'0'0'9673,"19"21"-8122,34 40-311,-2 2 1,49 82-1,-94-134-1166,87 165 643,-85-156-691,0 0 0,-1 1 0,-2 0-1,0 0 1,-1 0 0,-1 0 0,1 26 0,-5-40-26,0 0 0,0 0 0,0 0 0,-1 0 0,0 0 0,-1 0 0,1-1 0,-1 1 0,-1-1 0,1 0 0,-1 0 0,0 0 0,0 0 0,-1 0 0,0-1 0,0 0 0,0 0 0,-1-1 0,1 1 0,-1-1 0,0 0 0,-8 3 0,-16 9 0,-1-1 0,-1-1 0,-42 11 0,58-19 0,-6 1-111,13-3-496,0-1 0,-1 0 0,1 0 0,0-1-1,-18 1 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4:0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10165,'0'0'16439,"15"1"-14353,170 6 1563,16-7-3339,-69-1-2804,-154 1-9406,16 0 9751,-38 0-6754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4:0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6883,'0'0'21898,"109"12"-20697,-69-12-417,8 0-368,-8 0-240,-6-5-176,-7 3-160,7-3-1168,-7 3-1346,0-5-3552,-6-4-6804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02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7 720,'0'0'2978,"40"-7"-609,-46 7-2241,-1 5-128,-7 0-64,1 1-480,6 1-1281,0-2-272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0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19 2481,'0'0'4832,"-4"0"-3992,-25 0 11288,50 3-11680,18-3-345,0-1-1,1-2 0,45-9 0,-54 7 39,-31 5-18,-26 0 64,15 1-161,0 0 1,0 1 0,0 1 0,-13 4 0,-22 4 7,21-4 379,40-4 96,46-2-96,-58-1-468,19 2 49,-14-1 11,0-1 1,0 0-1,0 0 1,-1 0-1,11-3 1,-45 3 845,23-1-797,0 1-1,0-1 1,0 1-1,0 0 1,-1 1-1,1-1 1,0 1-1,0 0 1,0 0-1,0 0 1,0 0-1,0 0 1,0 1-1,-5 3 1,-46 19 226,20-9-99,35-15-170,0 0 0,0 0 1,0 0-1,1 0 0,-1 0 0,0 0 0,0 1 0,0-1 1,0 0-1,0 0 0,0 0 0,0 0 0,1 0 0,-1 1 1,0-1-1,0 0 0,0 0 0,0 0 0,0 0 0,0 1 1,0-1-1,0 0 0,0 0 0,0 0 0,0 0 0,0 1 0,0-1 1,0 0-1,0 0 0,0 0 0,0 0 0,0 1 0,0-1 1,0 0-1,0 0 0,0 0 0,-1 0 0,1 1 0,18-1 195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37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56 4162,'0'0'13550,"2"-8"-11597,7-24-419,-7 24-141,-4 11-22,-49 55 1429,20-25-2156,1 2-1,1 0 1,3 2 0,-38 69 0,58-91-591,1 0 0,1 1 1,1-1-1,0 1 1,1 0-1,1 0 0,1 32 1,0-47-55,0 1 1,0-1 0,0 0 0,1 1 0,-1-1 0,0 0 0,1 1 0,-1-1 0,1 0 0,-1 1-1,1-1 1,0 0 0,-1 0 0,1 0 0,0 1 0,0-1 0,0 0 0,0 0 0,0 0 0,0-1-1,0 1 1,0 0 0,2 1 0,1 0-9,0-1 0,0 1 0,0-1 1,0 0-1,0 0 0,0 0 0,0-1 0,5 1 0,3-1-14,-1 0 0,1-1 0,-1 0-1,1-1 1,14-3 0,-11-1 11,-1 0 0,0-1-1,0 0 1,-1-1 0,0-1-1,-1 0 1,1 0 0,-2-1-1,1-1 1,-1 0 0,-1-1 0,0 0-1,-1 0 1,14-25 0,-12 18 11,-1-1 1,-1 1 0,-1-2 0,-1 1 0,0-1-1,-2 0 1,0-1 0,-2 1 0,2-41-1,-5 50-32,1 7 68,-1 0 1,0 0-1,0 0 1,0 0-1,-1 0 0,0 0 1,0-1-1,0 2 1,-3-8-1,2 10-5,0 0 0,1 0 0,-1 1 1,0-1-1,0 1 0,0-1 0,0 1 0,-1 0 0,1 0 0,0 0 1,-1 0-1,1 0 0,0 0 0,-1 1 0,1-1 0,-1 1 0,1 0 1,-1-1-1,1 1 0,-1 1 0,1-1 0,-4 0 0,0 0-66,0 0-1,0 0 1,1 0-1,-1 1 1,0 0 0,0 0-1,0 0 1,1 1-1,-1 0 1,0 0-1,1 0 1,0 1 0,-1 0-1,1 0 1,0 0-1,1 1 1,-1-1-1,1 1 1,-1 0 0,1 0-1,0 1 1,1-1-1,-1 1 1,1 0-1,0 0 1,0 0 0,0 1-1,-3 9 1,-2 17-3230,7-31 2762,1 0 1,0 0-1,0 0 1,0 0-1,0 0 1,0 0-1,0 0 1,0 0-1,0 0 1,1 0-1,-1 0 1,0 0-1,0 0 1,1 0-1,-1 0 1,1 0-1,-1-1 1,2 3-1,9 2-7609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37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9332,'0'0'23435,"34"-63"-23435,-34 60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3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19 3201,'0'0'5945,"-21"-7"6204,26-1-7892,-5 8-4198,0 0 0,0-1 0,1 1 0,-1 0 0,0 0 0,1-1 1,-1 1-1,0 0 0,0 0 0,1-1 0,-1 1 0,0 0 0,1 0 0,-1 0 0,0 0 0,1 0 1,-1-1-1,0 1 0,1 0 0,-1 0 0,1 0 0,-1 0 0,0 0 0,1 0 0,-1 0 1,0 0-1,1 0 0,-1 0 0,1 1 0,-1-1 0,0 0 0,1 0 0,-1 0 0,0 0 1,1 0-1,-1 1 0,0-1 0,1 0 0,-1 0 0,0 1 0,0-1 0,1 0 0,-1 0 0,0 1 1,0-1-1,1 0 0,-1 1 0,0-1 0,0 0 0,0 1 0,0-1 0,0 0 0,1 1 1,-1-1-1,0 0 0,0 1 0,0-1 0,0 1 0,0-1 0,0 1 0,-1 10-2,0 0-1,-1 1 1,0-1-1,-1 0 1,0 0-1,-1-1 1,0 1-1,0-1 1,-1 0-1,-1 0 1,0 0-1,0-1 0,-12 14 1,-9 5-4499,-2-5-4414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39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49 7075,'0'0'17702,"-23"8"-16411,-71 28-352,89-33-862,-1 0 1,1 0-1,-1 1 0,1-1 1,0 1-1,0 1 1,1-1-1,-1 1 0,1 0 1,0 0-1,0 0 0,1 0 1,-1 0-1,1 1 0,-4 11 1,4-11-14,-1 8-6,-1 1 1,2 1-1,0-1 1,1 1-1,0-1 1,2 1-1,0-1 0,0 1 1,5 24-1,-4-37-56,0 0 1,0-1-1,1 1 0,-1-1 0,1 0 0,0 1 0,-1-1 1,1 0-1,0 0 0,0 0 0,1 0 0,-1-1 0,0 1 1,1 0-1,-1-1 0,1 0 0,-1 1 0,1-1 1,-1 0-1,1-1 0,0 1 0,0 0 0,0-1 0,-1 1 1,1-1-1,0 0 0,4 0 0,5 1-44,0-1 0,-1 0 0,1-1-1,0 0 1,16-4 0,-20 3 28,-1-1 0,1 0 0,-1-1 0,0 1 0,0-1 0,0-1 0,-1 1 0,1-1 0,-1-1 0,0 1 0,-1-1 0,1 0 0,-1 0 0,-1-1 0,1 1 0,-1-1 0,0 0 0,0 0 0,4-12 0,-2 0 235,0 0 1,-1 0-1,-1-1 1,0 1-1,-2-1 1,0-33-1,-3 46-50,0 1 0,-1 0 0,0-1 0,-1 1 0,1 0 0,-1 0 0,0 0 0,0 1 0,-1-1 0,0 1 1,0 0-1,0 0 0,-10-9 0,9 9-18,4 3-160,0 1 0,-1 0 1,1 0-1,0-1 0,-1 1 1,1 0-1,-1 0 0,1 1 1,-1-1-1,0 0 0,1 0 1,-1 1-1,0-1 0,0 1 0,1-1 1,-1 1-1,0 0 0,0 0 1,0 0-1,1 0 0,-1 0 1,0 0-1,0 0 0,0 1 1,1-1-1,-1 1 0,0-1 0,1 1 1,-1-1-1,0 1 0,1 0 1,-1 0-1,1 0 0,-1 0 1,1 0-1,-1 0 0,1 1 0,0-1 1,0 0-1,-1 1 0,1-1 1,0 1-1,0-1 0,0 1 1,1-1-1,-1 1 0,0 0 1,1-1-1,-1 1 0,1 0 0,-1 0 1,1 2-1,-1 4-1787,1 0 4275,1-4-4203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40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333 167 29893,'0'6'0,"-1"1"0,1-1 0,-1 1 0,0-1 0,-1 0 0,1 1 0,-1-1 0,0 0 0,-1 0 0,1 0 0,-1 0 0,0 0 0,-1-1 0,1 1 0,-1-1 0,0 1 0,0-1 0,0 0 0,-1-1 0,1 1 0,-1-1 0,0 0 0,-1 0 0,1 0 0,-1-1 0,1 1 0,-1-1 0,0 0 0,0-1 0,0 1 0,0-1 0,0 0 0,-1-1 0,1 1 0,0-1 0,-1 0 0,1-1 0,-1 1 0,1-1 0,-1 0 0,0-1 0,1 1 0,-1-1 0,1 0 0,0-1 0,-1 1 0,1-1 0,0 0 0,0-1 0,0 1 0,0-1 0,0 0 0,1-1 0,-1 1 0,1-1 0,-1 0 0,1 0 0,0 0 0,1-1 0,-1 1 0,1-1 0,0 0 0,0-1 0,0 1 0,1-1 0,-1 1 0,1-1 0,0 0 0,1 0 0,-1 0 0,1 0 0,0 0 0,1-1 0,-1 1 0,1 0 0,0-1 0,1 1 0,-1-1 0,1 1 0,0-1 0,1 0 0,-1 1 0,1-1 0,0 1 0,1 0 0,-1-1 0,1 1 0,0 0 0,1 0 0,-1 0 0,1 0 0,0 0 0,1 1 0,-1-1 0,1 1 0,0-1 0,0 1 0,0 0 0,1 1 0,-1-1 0,1 1 0,0 0 0,1 0 0,-1 0 0,1 1 0,-1-1 0,1 1 0,0 0 0,0 1 0,0-1 0,0 1 0,0 0 0,1 1 0,-1-1 0,0 1 0,1 0 0,-1 1 0,1-1 0,0 1 0,-1 0 0,1 1 0,-1-1 0,1 1 0,-1 0 0,0 1 0,1-1 0,-1 1 0,0 0 0,0 1 0,0-1 0,0 1 0,0 0 0,-1 1 0,1-1 0,-1 1 0,1 0 0,-1 0 0,0 0 0,-1 1 0,1-1 0,-1 1 0,0 0 0,0 1 0,0-1 0,-1 1 0,1-1 0,-1 1 0,0 0 0,-1 0 0,1 0 0,-1 0 0,0 0 0,-1 1 0,1-1 0,-1 0 0,0 1 0,-1-1 0,1 1 0,-1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43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9 2257,'0'0'19572,"6"-3"-18532,-6 2-996,1 1 0,0-1 1,0 1-1,0-1 0,0 1 0,-1-1 0,1 1 0,0 0 0,0 0 1,0-1-1,0 1 0,0 0 0,0 0 0,0 0 0,0 0 1,0 0-1,0 0 0,0 0 0,0 0 0,0 0 0,0 1 0,0-1 1,0 0-1,0 1 0,1 0 0,-2 0 31,1 1 0,0 0 0,-1 0-1,1 0 1,-1 0 0,0 0 0,1 0 0,-1 0-1,0 0 1,0 0 0,0 0 0,-1 0 0,1 0-1,0 0 1,-1 0 0,-1 4 0,-4 13 305,0 1 1,-2-1-1,-1-1 1,0 0-1,-23 33 1,-17 35 4,45-78-366,2-3-14,-1 0 0,1 0 1,0 0-1,0 0 0,1 1 1,-1-1-1,1 1 0,-1 10 1,4-15-8,-1-1 0,0 1 0,0 0 0,1-1 0,-1 1 0,0-1 0,0 1 0,1-1 0,-1 0 0,1 0 0,-1 1 0,0-1 0,1 0 0,-1 0 0,0 0 0,1 0 0,-1-1 0,2 1 0,-2 0-1,44-2 62,0-1-1,0-3 0,-1-1 0,1-2 1,82-29-1,-126 37-47,-6 6-3966,3-4 3258,0 0 0,0 0 0,0 1 1,0-1-1,0-1 0,0 1 1,0 0-1,0 0 0,-5 0 0,-4 2-5863,-2-3-2348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43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11845,'0'0'13623,"-55"137"-12407,49-105-303,-1-3-529,7-4-288,-7-5 16,7-2-112,0-4-592,0-3-1009,0 1-1312,0-6-305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44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1 12438,'0'0'15252,"-10"16"-13585,-18 26-900,-49 76 982,67-102-1600,1 1 0,1 1 0,1-1 0,0 1 0,-5 24 0,11-40-149,1 0 0,0 1 0,0-1 0,0 0 0,0 1 1,0-1-1,0 1 0,1-1 0,-1 0 0,1 1 0,-1-1 0,1 0 0,0 0 0,0 1 0,0-1 0,0 0 0,1 0 1,-1 0-1,1 0 0,-1-1 0,1 1 0,-1 0 0,1-1 0,0 1 0,0-1 0,0 1 0,0-1 0,0 0 0,0 0 1,0 0-1,0 0 0,1 0 0,-1 0 0,0 0 0,1-1 0,-1 0 0,4 1 0,14 2-2,-1-1 0,0 0 0,35-3 0,-29 0-6,0 1-129,0-1 1,0-1-1,0-1 1,0-1-1,32-10 1,-47 11 118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44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 7075,'0'0'17720,"-115"121"-13670,94-71-2097,1 0-512,13-1-913,1-6-528,-1-2 0,7-7 0,0 0 0,-7-5 0,7-4-128,-7 2-2017,0 0-1121,1-2-2320,-15-3-5987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45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231 244 9764,'0'0'14450,"-18"4"-13524,2 1-666,0 0 0,0 1 0,0 1 0,1 1 0,0 0 1,-16 12-1,24-16-173,0 1 1,1 0-1,0 1 1,0-1-1,0 1 1,1 0-1,-1 1 1,2-1-1,-1 1 1,1 0-1,0 0 1,0 1-1,1-1 1,0 1-1,0-1 1,1 1-1,-3 15 1,4-16-82,1-1 0,-1 1 0,1-1 1,1 1-1,-1-1 0,1 1 0,2 8 0,-2-14-5,-1 1 0,1 0 0,0 0 0,0 0-1,1-1 1,-1 1 0,0-1 0,0 1 0,1-1 0,-1 1-1,1-1 1,-1 0 0,1 0 0,0 0 0,-1 1 0,1-2-1,0 1 1,0 0 0,0 0 0,0-1 0,0 1 0,0-1-1,-1 1 1,1-1 0,0 0 0,4 0 0,6 1-67,1-2 0,-1 0 0,0 0 1,1-1-1,-1 0 0,0-1 0,0-1 1,0 0-1,-1 0 0,1-1 0,-1-1 0,0 0 1,-1-1-1,1 1 0,-1-2 0,-1 0 0,1 0 1,-1-1-1,-1 0 0,0 0 0,0-1 1,0 0-1,-2 0 0,1-1 0,-1 0 0,-1 0 1,0 0-1,0-1 0,-1 0 0,-1 0 0,0 0 1,0 0-1,-2 0 0,2-14 0,-3 20 59,-1 0 0,1-1 0,-1 1 0,0 0 0,0 0 0,-1 0 0,1-1-1,-5-8 1,4 13 12,1 0-1,0 0 0,0 0 1,-1 0-1,1 0 1,-1 0-1,0 0 0,0 0 1,1 1-1,-1-1 0,0 1 1,-1 0-1,1-1 1,0 1-1,0 0 0,0 0 1,-1 0-1,1 0 0,0 1 1,-1-1-1,1 1 1,-1-1-1,1 1 0,-5 0 1,6 0-85,17 0-192,1 0 238,1 0 1,0 2 0,-1 0-1,1 1 1,-1 0-1,1 2 1,-1 0 0,-1 0-1,1 2 1,-1 0 0,0 1-1,-1 1 1,24 17 0,-30-20 55,-1 1 0,0-1 1,-1 2-1,1-1 0,-1 1 0,-1 0 1,1 0-1,-2 1 0,1 0 0,-1 0 1,0 1-1,-1-1 0,0 1 1,-1 0-1,0 0 0,0 0 0,-1 0 1,0 0-1,0 19 0,-2-29 392,-6-20 10,4 0-326,1 0-1,1 0 1,1 1 0,0-1-1,1 0 1,2 0 0,0 1-1,1 0 1,0 0 0,9-19-1,-8 24-74,1 0 0,1 0-1,0 0 1,1 1 0,0 0 0,1 0-1,0 1 1,1 1 0,0 0 0,1 0-1,0 1 1,1 1 0,16-10 0,-21 19-4410,-9 10-3245,-5 11-6108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47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177 135 9845,'0'0'8713,"-21"14"-6443,-64 50-656,78-58-1495,2-1 0,-1 1-1,0 0 1,1 0 0,0 1-1,1-1 1,0 1 0,0 0-1,0 1 1,1-1 0,0 0 0,-3 10-1,3-2 65,1 1 0,0-1 0,1 1 0,1 18-1,0-27-102,0-3-66,0-1 0,0 1 0,0-1 0,1 1 0,-1-1-1,1 1 1,0-1 0,0 0 0,1 1 0,-1-1-1,1 0 1,-1 0 0,1 0 0,0 0 0,0 0 0,0 0-1,1-1 1,-1 1 0,1-1 0,-1 1 0,5 2-1,-1-2 10,1 1 0,0-1 0,-1 0 0,1-1 0,0 1-1,1-1 1,-1-1 0,0 0 0,15 1 0,-3-1-3,1-1 1,-1-1-1,1-1 1,-1-1-1,0-1 1,0 0-1,24-10 1,-30 9-139,0-1 0,0-1 0,0 0 1,-1-1-1,0 0 0,-1-1 0,0-1 0,0 1 0,15-20 1,-19 21 45,-1-1 1,0 0 0,-1 0-1,0-1 1,0 1 0,-1-1-1,0 0 1,-1 0 0,0-1-1,-1 1 1,0-1-1,0 1 1,-1-19 0,0 18 71,-2 0 0,1 0 0,-1 1 1,-1-1-1,0 0 0,-1 1 0,0-1 1,0 1-1,-1 0 0,-6-11 0,6 14 49,-1 1 0,0-1 1,0 1-1,-1 0 0,0 0 0,0 1 0,0-1 0,-1 2 0,1-1 0,-1 0 0,-1 1 0,1 1 1,0-1-1,-10-2 0,2 1 50,-1 1 1,0 1 0,0 1 0,0 0-1,-1 0 1,1 2 0,-17 1-1,29 0-127,1-1-1,-1 1 1,1-1-1,-1 1 0,1 0 1,0 1-1,-1-1 1,1 0-1,0 1 0,0 0 1,0 0-1,0 0 1,0 0-1,0 0 0,1 1 1,-1-1-1,1 1 1,0-1-1,-1 1 0,1 0 1,0 0-1,1 0 1,-4 7-1,-7 35-2943,14 1-4521,9-11-2373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47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27 20505,'0'0'12262,"-14"-24"-12262,34 21-15687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47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0 12870,'0'0'17072,"-23"27"-15151,-72 90-1132,84-102-778,0 0-1,1 0 1,1 1-1,0 0 0,1 0 1,1 1-1,1 0 1,0 0-1,1 1 1,-3 20-1,7-34-10,0 0 0,0 1 0,1-1 0,-1 0 0,1 1 0,0-1 0,0 0 0,1 5 0,0-8 0,-1 1 0,1-1 0,-1 0 0,1 0 0,0 0 0,-1 0 0,1 0 0,0 0 0,0 0 0,-1 0 0,1-1 0,0 1 0,0 0 0,0 0 0,0-1 0,0 1 0,0 0 0,1-1 0,-1 1 0,0-1 0,0 0 0,0 1 0,0-1 0,1 0 0,-1 0 0,0 0 0,0 1 0,0-1 0,1-1 0,0 1 0,80-2 0,0-4 0,0-3 0,155-39 0,-226 46-2105,20-8-10085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48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4626,'0'0'19385,"-115"113"-15367,95-68-2113,6 3-897,14-3-752,0-2-256,0-7-32,0-7-1504,14-9-2242,13-11-2641,7-9-6451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48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257 227 17256,'0'0'2566,"-19"-2"-725,0-1-1140,0 0 192,1 0 1,0 1-1,-1 1 1,0 1-1,1 1 1,-21 3-1,35-3-838,0 1-1,0-1 0,0 1 0,1-1 1,-1 1-1,1 0 0,-1 1 0,1-1 0,0 1 1,0-1-1,0 1 0,0 0 0,1 0 0,-1 0 1,1 0-1,0 1 0,-1-1 0,2 1 1,-1-1-1,0 1 0,1 0 0,-1 0 0,1-1 1,0 1-1,0 0 0,1 0 0,-1 0 1,1 0-1,0 0 0,1 8 0,-1-11-50,1 0 0,0 0 0,0 1 0,-1-1 0,1 0 0,0 0 0,0 0 0,0 0 0,0 0-1,0 0 1,0 0 0,0-1 0,1 1 0,-1 0 0,0 0 0,0-1 0,1 1 0,-1-1 0,0 1 0,1-1 0,-1 0 0,1 1 0,1-1-1,39 3 34,-37-2-26,28-1-41,0 0 1,43-7 0,-61 5-83,1-2 1,-1 0-1,0-1 0,0 0 0,0-1 1,27-16-1,-29 15-53,-1-1-1,0-1 1,0 0 0,-1-1 0,0 0-1,0 0 1,11-16 0,-17 19 145,0-1 1,-1 0-1,0 0 1,0 0-1,0-1 0,-1 1 1,-1-1-1,1 0 1,-2 0-1,1 0 0,-1 0 1,0-16-1,-1 21 89,-1 1 0,1-1 0,0 0-1,0 1 1,1-1 0,-1 0 0,1 1 0,0-1-1,0 1 1,0-1 0,0 1 0,0 0 0,1-1 0,2-3-1,-1 5-5,0 0 0,0 0 0,0 1 0,0-1 0,0 1 0,0 0 0,0 0 0,0 0 0,0 1 0,1-1 0,-1 1 0,0-1 0,1 1 0,-1 0 0,0 0 0,4 1-1,1 0 17,0 0 0,0 0 0,0 1-1,0 1 1,0-1 0,0 1 0,-1 0-1,0 1 1,1 0 0,-1 0 0,13 10-1,-12-7 52,1-1-1,-1 2 0,-1-1 0,1 1 0,-1 0 0,-1 1 1,0-1-1,9 17 0,-14-23-120,0 0 1,0 0-1,0 0 0,-1 1 1,0-1-1,1 0 0,-1 0 1,0 0-1,0 0 0,0 1 1,0-1-1,0 0 0,0 0 1,-1 0-1,1 1 0,-1-1 1,0 0-1,1 0 0,-1 0 1,0 0-1,0 0 0,0 0 1,0-1-1,-1 1 0,1 0 1,-3 2-1,-4 4 45,0-1 0,0 0 0,-1-1 0,-12 8-1,-1 1-11,-27 23-42,2 3 0,2 2 0,-60 73 0,-95 162 0,186-257 0,-33 48 0,42-63 0,0 0 0,0-1 0,0 0 0,0 0 0,-1 0 0,0-1 0,0 0 0,-12 7 0,6-8-173,33-25-4376,13-9-1569,11-6-2779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48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34 16760,'0'0'10983,"-23"12"-8000,-70 41-1259,89-51-1713,-1 1 1,2-1 0,-1 1 0,0-1 0,0 1 0,1 0 0,0 1 0,-1-1 0,1 1 0,0-1 0,1 1 0,-1 0-1,1 0 1,0 0 0,0 0 0,0 0 0,0 1 0,1-1 0,-1 1 0,1-1 0,0 1 0,1-1 0,-1 1-1,1 0 1,0-1 0,1 9 0,-1-4-16,0-7 4,0-1 0,1 1 0,-1-1 0,0 1 0,1-1 0,0 0 0,-1 1 0,1-1 0,0 0 0,0 1 0,-1-1 0,1 0 0,0 0 0,0 1 0,0-1 0,1 0 0,-1 0 0,0 0 0,0-1 0,0 1 0,1 0 0,-1 0 0,1-1 0,-1 1 0,0-1 0,1 1 0,-1-1 0,1 1 0,-1-1 0,1 0 0,-1 0 0,2 0 0,61 2 0,-48-2 0,-1-1 0,1 0 0,-1 0 0,0-2 0,0 0 0,0-1 0,-1 0 0,1-1 0,17-9 0,-27 12 0,1-1 0,-1 0 0,0 0 0,0 0 0,0-1 0,0 1 0,-1-1 0,0 0 0,1 0 0,-1-1 0,-1 0 0,1 1 0,-1-1 0,0 0 0,0-1 0,0 1 0,-1 0 0,1-1 0,-1 1 0,-1-1 0,1 0 0,-1 0 0,0 0 0,0-6 0,-1 11 0,1-2-215,-1-1 1,0 0-1,1 1 1,-2-1-1,1 0 1,0 0-1,-1 1 1,1-1-1,-1 0 1,0 1-1,0-1 1,-1 1-1,1-1 1,-1 1-1,1 0 1,-1-1-1,0 1 1,-1 0-1,1 0 1,0 0-1,-4-2 1,-6-11-7075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4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346 787 8948,'0'0'17680,"-8"-7"-15604,0 2-1959,0 1 1,-1-1-1,1 1 0,-1 1 1,0 0-1,0 0 1,0 1-1,0 0 1,0 0-1,-1 1 0,1 0 1,0 1-1,-1 0 1,1 1-1,-1-1 0,1 2 1,0-1-1,0 2 1,0-1-1,-9 4 1,10-3-55,0-1 1,0 1 0,1 1 0,-1 0 0,1 0 0,0 0 0,0 1 0,0 0 0,1 0 0,-1 0-1,1 1 1,1 0 0,-1 0 0,1 1 0,0 0 0,1 0 0,-1 0 0,1 0 0,1 1 0,-1-1-1,1 1 1,1 0 0,-1 0 0,-1 11 0,4-16-70,0 0 0,0 0-1,0 1 1,0-1 0,0 0 0,1 1 0,-1-1 0,1 0-1,0 0 1,0 0 0,0 1 0,0-1 0,1 0 0,-1-1-1,1 1 1,0 0 0,0 0 0,0-1 0,0 1 0,0-1-1,1 1 1,-1-1 0,1 0 0,-1 0 0,1 0-1,0 0 1,0-1 0,0 1 0,0-1 0,0 0 0,0 0-1,0 0 1,0 0 0,5 1 0,9 1-134,-1-1 0,1 0 0,0-1 0,0-1 0,21-3 0,-22 1-569,1-1 0,-1-1 0,0-1 0,0 0 1,-1-2-1,0 1 0,0-2 0,0 0 1,-1 0-1,0-2 0,0 0 0,17-17 0,-1-1-2440,-1-2 0,-1 0 1,43-66-1,-34 37 1120,-3-1 1,48-117-1,-48 87 3879,30-135 0,-59 204-211,8-36 3498,-13 55-4343,0 0 0,0 0-1,0 0 1,0-1 0,0 1 0,0 0-1,-1 0 1,1 0 0,-1-1 0,1 1-1,-3-3 1,-7 5 3544,2 3-4074,-1 1 0,1 1-1,0 0 1,0 0 0,0 0 0,1 1-1,0 0 1,0 1 0,1-1 0,-1 1-1,-7 13 1,-6 6 219,2 2-1,-17 34 1,19-27-483,1 0 0,2 1 0,1 0 0,2 1 0,-9 64 0,12-33 0,3 0 0,5 90 0,0-141 0,1 0 0,0 0 0,2-1 0,0 1 0,9 24 0,-13-40 0,1 0 0,-1 0 0,1 0 0,-1 0 0,1 0 0,0 0 0,-1 0 0,1 0 0,0 0 0,0 0 0,-1 0 0,1-1 0,0 1 0,0 0 0,0-1 0,0 1 0,0 0 0,0-1 0,0 0 0,0 1 0,1-1 0,-1 1 0,0-1 0,0 0 0,0 0 0,0 0 0,0 0 0,1 0 0,-1 0 0,0 0 0,0 0 0,0 0 0,0 0 0,0-1 0,1 1 0,-1 0 0,0-1 0,0 1 0,0-1 0,0 1 0,1-2 0,46-30 0,-41 26 0,98-81 0,-103 136 0,-2-46-200,1 0 0,-1 0-1,1 0 1,0 0 0,0 0 0,0 0-1,0 0 1,0 0 0,1-1 0,-1 1 0,1 0-1,0-1 1,-1 1 0,1-1 0,1 0 0,-1 1-1,0-1 1,0 0 0,1 0 0,-1-1-1,1 1 1,0 0 0,-1-1 0,1 0 0,0 1-1,0-1 1,0 0 0,0-1 0,0 1 0,0 0-1,5 0 1,5 1-1478,1-1 0,-1 0 0,1 0 0,0-2 1,-1 1-1,14-4 0,21-9-10792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50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 12966,'0'0'16378,"-19"0"-14169,-62 4-1163,76-4-1033,-1 1 0,1 0 0,0 1 0,0-1 1,1 1-1,-1 0 0,0 0 0,0 0 0,1 1 0,0 0 0,-1 0 0,1 0 0,0 0 1,0 1-1,-5 6 0,1 0-21,1 0-1,0 1 1,1-1 0,-7 17 0,11-22 7,0-3 1,1 0 0,0 1 0,0-1 0,0 1 0,0-1 0,0 1 0,1-1 0,-1 1 0,1-1 0,-1 1 0,1-1 0,0 1 0,0 0 0,0-1 0,1 1 0,-1-1 0,2 5 0,-1-6 0,0 1 0,0-1 0,0 0 0,0 0 0,0 1 0,1-1 0,-1 0 0,1 0 0,-1 0 0,1 0 0,-1-1 0,1 1 0,-1 0 0,1-1 0,0 1 0,-1-1 0,1 1 0,0-1 0,0 0 0,-1 0 0,1 0 0,0 0 0,0 0 0,2 0 0,4 0 0,1-1 0,0 1 0,-1-1 0,1-1 0,-1 0 0,15-5 0,-19 6 0,0-1 0,-1 0 0,1 0 0,-1 0 0,0 0 0,0 0 0,0-1 0,0 1 0,0-1 0,0 0 0,-1 0 0,1 0 0,-1 0 0,0 0 0,0-1 0,0 1 0,2-6 0,-3 71 0,0-61-266,0 0 0,1 1 1,-1-1-1,0 0 0,1 0 0,-1 0 1,0 0-1,1 0 0,-1-1 0,1 1 0,-1 0 1,1-1-1,0 1 0,-1-1 0,1 1 1,0-1-1,-1 0 0,1 1 0,0-1 0,-1 0 1,1 0-1,0-1 0,0 1 0,2-1 1,50-5-11190,-27-12 757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5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15095,'0'0'16645,"7"18"-15618,-5-14-1059,-1 0-1,1 0 1,0 0-1,1 0 1,-1 0 0,1 0-1,-1-1 1,1 1-1,0-1 1,0 0 0,1 0-1,-1 0 1,1 0-1,-1-1 1,1 1-1,5 1 1,-6-3-6,0 0-1,1 0 1,-1-1-1,1 1 1,0-1-1,-1 0 1,1 0-1,-1-1 1,1 1-1,-1-1 1,1 1-1,-1-1 1,0 0-1,1 0 1,-1-1-1,0 1 1,0-1-1,0 0 1,0 1-1,0-1 1,4-4-1,145-105-943,-150 112 1150,-1 0-1,0 1 0,0-1 1,0 0-1,0 1 0,0-1 1,0 1-1,0-1 1,-1 1-1,1-1 0,0 1 1,-1-1-1,1 1 0,-1 2 1,23 47-246,-22-48-10,1-1 1,-1 0 0,0 0 0,0 0 0,1 0 0,0 0 0,-1 0 0,1-1 0,0 1 0,-1 0-1,1-1 1,0 0 0,0 1 0,1-1 0,-1 0 0,0 0 0,4 2 0,39-1-7609,-14-8-1899,7-12-3117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5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4 10277,'0'0'19243,"-17"-1"-17773,9 0-1207,-4 0 7,0 0-1,1 1 1,-20 3 0,26-3-243,1 1 0,-1 0 0,1 0 0,0 0 1,-1 1-1,1 0 0,0 0 0,0 0 0,0 0 1,0 1-1,1-1 0,-1 1 0,1 0 1,-1 0-1,-4 7 0,2-2-27,1 0 0,1 0 0,0 1 0,0 0 0,1-1 0,0 1 0,0 1 0,1-1 0,0 0 0,1 1 0,0-1 0,0 1 0,1-1 0,1 1 0,2 16 0,-3-25-9,0 1-1,1-1 1,0 0 0,-1 1 0,1-1-1,0 0 1,0 1 0,-1-1-1,1 0 1,0 0 0,0 0 0,0 0-1,1 0 1,-1 0 0,0 0-1,0 0 1,0 0 0,1 0-1,-1-1 1,1 1 0,-1 0 0,0-1-1,1 1 1,-1-1 0,1 0-1,2 1 1,46 1-1001,-37-2 452,-3-1-630,1 1 0,-1-1 1,0-1-1,15-4 1,-15 3-1008,0 0 0,-1-1 0,0-1 1,14-8-1,19-17-10833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51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29 13894,'0'0'13265,"-1"5"-12123,0-3-1069,1 0 1,-1 1-1,1-1 1,0 1-1,-1-1 1,1 0-1,0 1 1,0-1-1,1 1 1,-1-1-1,0 1 1,1-1-1,-1 0 1,1 1-1,0-1 1,0 0-1,0 0 0,0 1 1,0-1-1,1 0 1,2 4-1,0-3-30,0 0-1,0 1 0,0-1 0,0-1 0,0 1 1,1 0-1,-1-1 0,1 0 0,-1 0 1,8 1-1,6 2-131,0-2-1,0 0 1,0-1-1,1-1 1,22-1 0,-37-1 57,-1 0 0,1 0 0,0 0 0,0 0 1,-1-1-1,1 0 0,0 0 0,-1 0 0,0 0 0,1 0 1,-1-1-1,0 1 0,0-1 0,-1 0 0,1 0 1,0 0-1,-1 0 0,3-5 0,-3 6 65,0-1 1,-1 1-1,1-1 0,-1 0 1,1 0-1,-1 0 0,0 0 1,0 0-1,0 0 0,-1 0 0,1 0 1,-1-1-1,1 1 0,-1 0 1,0 0-1,-1 0 0,1-1 1,0 1-1,-1 0 0,0 0 1,1 0-1,-1 0 0,-2-4 0,2 6 45,-1 0 0,0-1 0,1 1 0,-1 0 0,0 0 0,1 0-1,-1 1 1,0-1 0,0 0 0,0 1 0,1-1 0,-1 1 0,0 0-1,0-1 1,0 1 0,0 0 0,0 0 0,-2 0 0,-40 5 1169,36-2-1247,1 0 0,0 0 0,-1 1 0,2 0 0,-1 0 0,0 1 0,1 0 0,0 0 0,0 0 0,0 1 0,1 0 0,-1 0 0,2 0 0,-7 10 0,6-8 0,-1 1 0,1 0 0,1 1 0,0-1 0,0 1 0,1 0 0,0 0 0,1 0 0,0 0 0,-1 18 0,3-26-109,0 0 0,0-1 0,0 1 0,0-1 0,0 1-1,0 0 1,1-1 0,-1 1 0,1-1 0,-1 1 0,1-1 0,-1 1 0,1-1 0,0 0 0,0 1-1,0-1 1,0 0 0,0 1 0,0-1 0,2 2 0,0-2-522,0 1-1,0-1 1,-1 0 0,1 0 0,0 0-1,0 0 1,0 0 0,0-1-1,6 1 1,31 0-9285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5:51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23867,'0'0'8900,"-27"34"-8900,27-29 0,0-1 0,0 1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09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3009,'0'0'10088,"0"21"-8520,0 6-1171,2 118 2613,10 205 4284,-11-357-7281,0 0-1,1 0 0,0 0 0,0 1 0,0-1 1,1 1-1,0-1 0,0 1 0,1 0 1,-1 0-1,2 0 0,6-7 0,-5 5-67,2-1 0,-1 2 0,1-1-1,1 1 1,-1 0 0,1 1 0,15-9-1,-23 15 46,0-1-1,0 1 0,0-1 0,0 1 0,0-1 0,0 1 0,0 0 0,1 0 1,-1-1-1,0 1 0,0 0 0,0 0 0,0 0 0,1 0 0,-1 0 0,0 1 1,0-1-1,0 0 0,0 0 0,0 1 0,0-1 0,1 1 0,-1-1 0,0 1 1,0-1-1,0 1 0,0 0 0,0-1 0,-1 1 0,1 0 0,0 0 0,0 0 0,0 0 1,-1 0-1,1 0 0,0 0 0,-1 0 0,1 0 0,-1 0 0,1 0 0,-1 0 1,0 0-1,1 0 0,-1 0 0,0 0 0,0 1 0,0-1 0,0 0 0,0 1 1,2 13 29,-1-1 1,-1 0-1,-1 21 1,0-13-21,1-18 48,0 1 0,0-1 0,0 1 0,-1-1 1,1 1-1,-1-1 0,0 0 0,0 1 0,-1-1 1,1 0-1,-1 0 0,0 0 0,0 0 0,-4 6 1,2-6 71,0-1 1,0 0-1,0-1 1,0 1 0,0-1-1,-1 1 1,1-1-1,-1-1 1,1 1 0,-1-1-1,0 0 1,0 0-1,-8 1 1,-48 4 606,34-5-3330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10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4210,'0'0'19030,"20"9"-17680,-5-3-1001,-5-2-159,0 0 0,-1 0 1,1 1-1,-1 0 0,-1 0 1,1 1-1,-1 0 0,0 1 0,0 0 1,-1 0-1,1 1 0,9 14 1,3 11 84,-3 0 1,-1 1-1,-1 0 1,-2 1 0,-1 1-1,-2 0 1,-2 0-1,-1 1 1,-1 0 0,-3 1-1,-1-1 1,-5 72 0,0-81-177,-2 0 1,0 0 0,-2-1 0,-1 0-1,-1 0 1,-1 0 0,-1-1 0,-2-1 0,-23 36-1,-13 9 288,-102 113 0,122-149-635,33-48-6702,18-25-1683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142 127 4466,'0'0'16648,"7"5"-14036,0 1-1837,-1 0 0,1 1 0,-1 0 1,-1 0-1,1 0 0,-1 1 1,-1-1-1,1 1 0,4 12 0,-8-16-341,-1-4-404,0 0-1,0 1 1,0-1-1,0 1 1,0-1-1,0 1 1,0-1-1,1 0 1,-1 1-1,0-1 1,0 1-1,0-1 0,1 0 1,-1 1-1,0-1 1,1 0-1,-1 1 1,0-1-1,1 0 1,-1 0-1,0 1 1,1-1-1,-1 0 1,0 0-1,1 0 1,-1 1-1,1-1 1,0 0-1,-1-1-29,1 1 0,0-1 0,-1 1 0,1-1 0,-1 0 0,0 0 0,1 1 0,-1-1 0,1 0 0,-1 0 0,0 1 0,1-1 0,-1 0 0,0 0 0,0 0 0,0 1 0,0-1 0,0 0 0,0 0 0,0 0 0,0 0 0,0 0 0,0 1 0,-1-2 0,2-6-4,-2 0 1,1 0-1,-1 1 1,0-1-1,0 0 1,-1 1-1,-4-12 1,5 17 2,0 1-1,0-1 1,0 0 0,0 1-1,0-1 1,0 1 0,-1-1-1,1 1 1,-1 0 0,1 0-1,-1-1 1,1 1 0,-1 0-1,1 0 1,-1 1 0,0-1-1,0 0 1,1 0 0,-1 1-1,0-1 1,0 1 0,0 0-1,0-1 1,0 1 0,0 0-1,0 0 1,1 0 0,-1 0-1,0 1 1,0-1 0,0 0-1,0 1 1,0 0 0,1-1-1,-1 1 1,0 0 0,0 0-1,-1 1 1,-7 3 3,0 0 1,1 1-1,0 0 0,0 1 1,1 0-1,0 0 0,0 1 1,0 0-1,1 0 0,1 1 1,-8 12-1,8-13 2,1 1-1,1-1 1,-1 1 0,1 0 0,1 0-1,0 0 1,0 1 0,1-1-1,0 1 1,0 0 0,1-1 0,1 1-1,0 10 1,1-17-4,-1 0 0,1-1 0,0 1 0,0 0 0,0-1 0,1 1 0,-1-1 0,1 0 0,-1 1 0,1-1 0,0 0 0,0 0 0,0 0 0,0 0 0,0 0 0,0-1 0,0 1 0,1-1 0,-1 1 0,1-1 0,-1 0 0,1 0 0,-1 0 0,1 0 0,0 0 0,-1 0 0,1-1 0,3 1 0,13 1 0,-1 0 0,0-1 0,23-2 0,-20 1 0,3-1-19,1-2-1,-1 0 1,0-2-1,-1 0 1,1-2 0,-1-1-1,0 0 1,-1-2-1,25-14 1,-10 3-53,-2-2 1,0-1-1,-2-2 0,47-45 1,-70 61-20,0-1 1,0-1 0,-1 0-1,12-20 1,-20 29 101,1 0-1,-1 0 1,0 0 0,1 0 0,-1 0 0,-1-1-1,1 1 1,0 0 0,-1-1 0,0 1 0,0-7-1,0 8 21,-1 1-1,1-1 1,-1 0-1,0 0 0,0 1 1,0-1-1,1 0 0,-1 1 1,-1-1-1,1 0 1,0 1-1,0 0 0,-1-1 1,1 1-1,0 0 0,-1 0 1,0-1-1,1 1 0,-1 0 1,1 1-1,-1-1 1,-3-1-1,-3-1-10,0 0 1,0 1-1,0 0 1,-1 0-1,1 1 1,0 0-1,-14 1 1,20-1-21,-1 1 1,1 0-1,-1 0 1,1 1-1,-1-1 0,1 0 1,0 1-1,-1 0 1,1-1-1,-1 1 0,1 0 1,0 0-1,0 0 1,0 1-1,0-1 0,0 0 1,0 1-1,0-1 1,0 1-1,0 0 0,1 0 1,-1-1-1,1 1 1,-1 0-1,1 1 0,0-1 1,0 0-1,0 0 1,-1 3-1,-1 7 0,1 0 0,1-1 0,0 1 0,0 0 0,1 0 0,1 0 0,0-1 0,4 16 0,-4-21 0,1 0 0,-1 0 0,1 0 0,1-1 0,-1 1 0,1 0 0,0-1 0,1 0 0,-1 0 0,1 0 0,0 0 0,0-1 0,0 1 0,1-1 0,-1 0 0,1 0 0,7 4 0,-7-6 0,0 0 0,0 0 0,0 0 0,0 0 0,1-1 0,-1 0 0,0 0 0,1 0 0,-1-1 0,1 0 0,-1 0 0,1 0 0,-1-1 0,0 1 0,1-1 0,-1-1 0,0 1 0,0-1 0,1 0 0,-1 0 0,0 0 0,-1-1 0,8-4 0,8-8 0,0 0 0,-2-1 0,34-35 0,-38 36 0,29-39 0,-41 51 0,1 0 0,-1 0 0,0-1 0,0 1 0,0 0 0,-1-1 0,1 0 0,-1 1 0,0-1 0,1-7 0,0 15 0,-1 0 0,0 0 0,1 0 0,0-1 0,0 1 0,0-1 0,0 1 0,0-1 0,1 0 0,0 0 0,0 0 0,-1 0 0,2 0 0,4 3 0,2 0 0,1 0 0,0 0 0,17 5 0,-19-8 0,0 1 0,0-1 0,0 2 0,-1-1 0,0 1 0,9 7 0,-16-11 0,-1 0 0,1 0 0,0 0 0,0 0 0,0 0 0,0 0 0,-1 0 0,1 0 0,0 0 0,-1 1 0,1-1 0,-1 0 0,0 1 0,1-1 0,-1 0 0,0 0 0,0 1 0,0-1 0,0 0 0,0 1 0,0-1 0,0 1 0,0-1 0,0 0 0,-1 0 0,1 1 0,0-1 0,-2 2 0,-23 37 0,23-37 0,-1 0 0,1 0 0,0 1 0,-1-1 0,2 0 0,-1 1 0,0-1 0,1 1 0,-1 0 0,0 4 0,2-7-149,0 0 1,1 0-1,-1 0 0,0 1 0,1-1 1,-1 0-1,1 0 0,-1 0 1,1 0-1,0 0 0,-1 0 1,1 0-1,0 0 0,0 0 0,-1 0 1,1-1-1,0 1 0,0 0 1,0 0-1,0-1 0,0 1 1,0-1-1,0 1 0,1-1 0,-1 1 1,0-1-1,0 0 0,0 1 1,0-1-1,1 0 0,-1 0 1,0 0-1,0 0 0,0 0 0,1 0 1,-1 0-1,0 0 0,0-1 1,2 0-1,57-13-10849,-1-12-821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5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 21738,'0'0'10949,"-88"147"-10869,61-64-80,0 5 0,0-2 0,13-5 0,-6-8 0,6-15 0,1-13 0,-1-11 0,1-13 0,-1-10-1409,-13-11-2929,0 0-3041,-20-11-4594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6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4210,'26'-7'8601,"408"-65"7879,-131 56-13004,-294 18-3476,-11 2 0,1-3 0,-15 15 0,0 0 0,-1-1 0,-1-1 0,-26 17 0,20-15 0,1 2 0,-25 22 0,40-31 0,4-6 0,0 0 0,0 0 0,0 1 0,1-1 0,0 1 0,0 0 0,0 0 0,0 0 0,1 1 0,-1-1 0,1 1 0,0-1 0,0 1 0,1 0 0,0 0 0,-1-1 0,1 7 0,1-11 0,1 1 0,-1-1 0,1 1 0,0 0 0,-1-1 0,1 1 0,0-1 0,-1 1 0,1-1 0,0 0 0,0 1 0,-1-1 0,1 0 0,0 1 0,0-1 0,0 0 0,0 0 0,-1 0 0,1 0 0,0 0 0,0 0 0,0 0 0,0 0 0,1 0 0,31 0 0,-24-1 0,9 1 0,1-2 0,-1-1 0,0 0 0,1-1 0,20-8 0,88-39 0,-77 30 0,-43 17 0,-6 3 0,0 0 0,0 0 0,0 0 0,0 1 0,0-1 0,0 0 0,1 1 0,-1-1 0,0 1 0,0-1 0,1 1 0,-1 0 0,0 0 0,1-1 0,1 1 0,-5 6 0,0 0 0,0 1 0,0-1 0,0 0 0,0 11 0,2-1 0,-1-9 0,1 0 0,0 0 0,0 0 0,1 0 0,0 0 0,1 0 0,2 9 0,-3-14 0,0 1 0,1-1 0,-1 0 0,1 0 0,-1 0 0,1-1 0,0 1 0,-1 0 0,1 0 0,0-1 0,0 1 0,0-1 0,1 0 0,-1 0 0,0 0 0,0 0 0,1 0 0,-1 0 0,1 0 0,-1-1 0,0 1 0,1-1 0,-1 0 0,1 0 0,4 0 0,73-5-3120,-57 0 188,0 0 0,0-2 1,26-11-1,-20 6-2689,52-33 0,-5 4 27660,-83 55-17989,4-3-4050,0 0 0,0 0 0,1 0 0,0 1 0,1-1 0,0 0 0,2 18 0,-1-22 0,0-6-64,0 0-1,1 0 1,-1 0-1,0 0 1,1 0-1,-1 0 1,1 0-1,-1-1 1,1 1-1,0 0 1,-1 0-1,1 0 1,0-1-1,0 1 1,-1 0-1,1-1 1,0 1-1,0-1 1,0 1-1,0-1 1,0 1-1,0-1 1,0 0-1,0 1 1,0-1-1,0 0 1,0 0-1,0 0 1,0 0-1,0 0 1,0 0-1,0 0 1,1 0-1,37-4-6722,-11-13-4642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14006,'0'0'13799,"-14"144"-15992,34-110-2625,7-2-5587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6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19145,'0'0'12136,"1"15"-10797,0 1-1190,-1-7-150,0 1 1,1-1 0,0 0 0,1 0-1,4 13 1,-5-21 0,0 1 0,0-1 0,0 0 0,0 0 0,1 1 0,-1-1 0,0 0 0,0 0 0,1 0 0,-1 0 0,1-1 0,-1 1 0,1 0 0,-1 0 0,1-1 0,-1 1 0,1-1 0,0 0 0,-1 1 0,1-1 0,-1 0 0,1 0 0,0 0 0,-1 0 0,1 0 0,0 0 0,-1-1 0,4 0 0,0 0 0,1 1 0,0-2 0,-1 1 0,1 0 0,-1-1 0,1 0 0,6-4 0,29-27 0,-41 33 0,1-1 0,-1 1 0,1 0 0,0 0 0,-1-1 0,1 1 0,-1 0 0,1 0 0,0 0 0,-1 0 0,1 0 0,0 0 0,-1 0 0,1 0 0,-1 0 0,1 0 0,0 0 0,-1 1 0,1-1 0,-1 0 0,1 0 0,-1 0 0,1 1 0,0-1 0,-1 0 0,1 1 0,-1-1 0,1 1 0,-1-1 0,0 0 0,1 1 0,-1-1 0,1 1 0,-1-1 0,0 1 0,1-1 0,-1 1 0,0 0 0,0-1 0,1 1 0,-1 0 0,0 0 0,4 2-205,-1 0-1,1-1 1,0 1 0,0-1-1,0 0 1,0 0 0,1 0-1,-1 0 1,0-1 0,1 0-1,-1 0 1,7 1 0,59 1-7767,-58-3 5791,42 0-13794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6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23 23787,'0'0'6139,"-8"2"-3760,6-2-2177,-26 10 171,28-10-376,-1 1 0,0-1 1,0 1-1,1-1 0,-1 0 0,1 1 0,-1-1 1,0 1-1,1-1 0,-1 1 0,1 0 0,-1-1 0,1 1 1,-1 0-1,1-1 0,-1 1 0,1 0 0,0-1 0,-1 1 1,1 0-1,0 0 0,0 0 0,0-1 0,0 1 0,-1 0 1,1 0-1,0 0 0,0-1 0,0 1 0,1 0 0,-1 0 1,0-1-1,0 1 0,0 0 0,1 0 0,-1 0 1,0-1-1,1 1 0,0 1 0,1-1 3,0 1 0,0-1 0,1 0 0,-1 0 0,1 0 0,-1 0 0,0-1 0,1 1 0,-1-1 0,1 1 0,0-1 0,-1 0 0,1 0 0,-1 0 0,4-1 0,-2 2 0,0-1 0,0-1 0,0 1 0,0-1 0,-1 1 0,1-1 0,0 0 0,0 0 0,5-3 0,-8 3-193,0 0 0,1-1 0,-1 1 0,0 0-1,0-1 1,0 1 0,0-1 0,0 1 0,0-1 0,0 1 0,-1-1 0,1 0-1,0 0 1,-1 1 0,0-1 0,1 0 0,-1 0 0,0 1 0,0-4 0,0 4-195,0-1 0,0 1 0,-1 0 0,1-1 0,0 1 1,-1 0-1,1-1 0,-1 1 0,1 0 0,-1 0 0,0 0 1,0-1-1,1 1 0,-1 0 0,0 0 0,0 0 0,0 0 1,0 0-1,0 1 0,0-1 0,0 0 0,-1 0 0,1 1 1,0-1-1,0 0 0,-1 1 0,1 0 0,0-1 0,-1 1 1,1 0-1,0-1 0,-2 1 0,25 0-11124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365 329 912,'0'-20'14855,"0"-11"-12787,-2-92 5674,1 108-6860,0 1 1,-2 0 0,0 0 0,0 0 0,-1 0-1,-1 0 1,-7-14 0,11 26-878,0 0 1,0 1-1,-1-1 0,1 0 1,0 0-1,-1 1 0,1-1 1,-1 1-1,1-1 0,-1 1 1,0 0-1,0 0 0,0 0 1,1-1-1,-1 2 0,0-1 1,0 0-1,0 0 0,-1 1 1,1-1-1,0 1 0,0 0 1,0-1-1,0 1 0,0 0 1,-1 0-1,1 0 0,0 1 1,-3 0-1,0 0-8,0 0 1,0 1-1,0 0 0,1 0 1,-1 1-1,0-1 0,1 1 1,0 0-1,0 0 0,0 0 1,-5 6-1,-8 10 3,1 1 0,1 0 0,1 1 0,1 1 0,-19 42 0,10-11 0,-22 83 0,30-71 0,2 1 0,4 1 0,3 0 0,2 0 0,10 106 0,-7-168 0,1 0 0,-1 0 0,1 1 0,1-1 0,-1 0 0,1 0 0,-1 0 0,1 0 0,1 0 0,-1 0 0,1-1 0,0 1 0,6 7 0,-8-12-6,-1 0 0,0 1 0,0-1 0,0 0 0,0 0 0,1 0 0,-1 0 0,0 0 1,0 0-1,0 0 0,1 1 0,-1-1 0,0 0 0,0 0 0,0 0 0,1 0 0,-1 0 0,0 0 0,0 0 0,0 0 0,1 0 0,-1 0 0,0 0 0,0 0 1,0 0-1,1 0 0,-1 0 0,0-1 0,0 1 0,0 0 0,1 0 0,-1 0 0,0 0 0,0 0 0,0 0 0,1 0 0,-1-1 0,0 1 0,0 0 0,0 0 0,0 0 1,0 0-1,0-1 0,1 1 0,-1 0 0,0 0 0,0 0 0,0-1 0,0 1 0,0 0 0,0 0 0,0 0 0,0-1 0,0 1 0,0 0 0,0 0 0,0-1 1,0 1-1,0 0 0,0 0 0,0 0 0,0-1 0,0 1 0,0 0 0,0 0 0,0 0 0,-1-1 0,2-17-2443,-1 18 2295,0-37-6571,0-8-5073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7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14295,'0'0'14310,"156"-2"-11749,-89 2-1728,8 0-833,-7-5-144,-1-10-2161,1-13-4419,-7-12-12708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590 263 9540,'0'0'2855,"1"-20"851,1-2-2408,1-2 405,-1-1 0,-1 1-1,-2-1 1,-3-29 0,3 51-1530,1 0-1,-1 0 1,0 0-1,-1 0 1,1 0-1,0 0 1,-1 0-1,0 0 1,1 1-1,-1-1 1,0 1-1,0-1 1,-1 1-1,1 0 1,0 0-1,-1 0 0,-5-3 1,3 2-27,-1 0 1,0 1 0,0-1-1,0 2 1,0-1-1,0 1 1,-1-1-1,-10 1 1,2 0-100,0 2 1,1 0 0,-1 0-1,0 1 1,0 1 0,1 1-1,-17 5 1,15-2-16,0 1 0,0 0 0,0 1 0,1 0 0,1 1 0,0 1 0,0 1 0,1 0 0,0 0 0,-13 18 0,11-9 68,0 1 0,2 0 0,0 0 0,2 2 0,0-1 0,-9 35 1,4 4 98,3 0 0,2 1 0,4 0 1,0 120-1,7-3-2469,-3-165-149,3-15 2037,-1 1-1,0-1 0,1 1 0,-1-1 0,0 1 0,1-1 0,-1 0 1,0 1-1,0-1 0,0 0 0,1 1 0,-1-1 0,0 0 0,0 0 1,0 0-1,1 0 0,-1 0 0,0 0 0,0 0 0,-1 0 1,-12 0-7475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8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15367,'0'0'3159,"23"-2"285,0 0-2437,135-6 4472,157 8-1696,-314 0-3779,-1 0 0,1 0 0,-1 0 0,1 0 0,0 0 0,-1 0 0,1 0 0,-1 1 0,1-1 0,0 0 0,-1 0 0,1 0 0,-1 1 0,1-1 0,-1 0 0,1 1 0,-1-1 0,1 0 0,-1 1 0,1-1 0,-1 1 0,1-1 0,-1 1 0,0-1 0,1 1 0,-1-1 0,0 1 0,1-1 0,-1 1 0,0-1 0,0 1 0,1 0 0,-1-1 0,0 1 0,0-1 0,0 1 0,0 0 0,0-1 0,0 1 0,0-1 0,0 1 0,0 0 0,0-1 0,0 1-1,0-1 1,-1 1 0,1 0 0,0-1 0,0 1 0,-1-1 0,1 1 0,0-1 0,-1 1 0,1-1 0,0 1 0,-1-1 0,1 1 0,-2 0 0,-26 39 267,22-33-249,2-2-29,1 1-1,0-1 1,0 1-1,0 0 1,1 0 0,-1 1-1,2-1 1,-1 0 0,1 1-1,-1-1 1,2 1-1,-1 12 1,1-18-139,1-1 1,0 1-1,-1 0 1,1 0 0,0 0-1,-1-1 1,1 1-1,0 0 1,0-1-1,-1 1 1,1-1-1,0 1 1,0-1-1,0 1 1,0-1-1,0 0 1,0 1-1,0-1 1,0 0-1,0 0 1,0 0-1,0 1 1,0-1-1,0 0 1,0 0-1,0-1 1,0 1-1,0 0 1,0 0-1,1-1 1,2 1-1028,0-1 1,0 1-1,0-1 1,0 0-1,0 0 1,0 0-1,0 0 1,4-3-1,19-23-13490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8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16327,'0'0'10853,"33"72"-12918,-5-47-1776,-1-3-4403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9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15255,'0'0'15887,"1"19"-14668,5 58-850,-5-76-368,-1 0 1,0 1-1,0-1 1,1 0 0,-1 1-1,1-1 1,-1 0-1,1 1 1,0-1 0,-1 0-1,1 0 1,0 0-1,0 0 1,0 0 0,0 1-1,0-2 1,0 1-1,0 0 1,0 0-1,0 0 1,1 0 0,-1-1-1,0 1 1,0-1-1,1 1 1,-1-1 0,0 1-1,3-1 1,34-1-9,-29 0 5,-2-1 2,0 0 0,0 0 0,0 0 0,-1-1 0,1 0 0,0 0 0,-1 0 0,0-1 0,0 0 0,0-1 0,6-5 0,-4 3 0,0 1 0,0 1 0,0 0 0,0 0 0,17-7 0,-23 13 0,0-1 0,-1 0 0,1 1 0,0 0 0,0-1 0,-1 1 0,1 0 0,0 0 0,-1 0 0,1 0 0,-1 0 0,1 0 0,-1 0 0,1 1 0,-1-1 0,0 1 0,0-1 0,0 1 0,0-1 0,0 1 0,0-1 0,1 3 0,2 2 0,0-3-356,0 1 1,1-2-1,-1 1 1,1-1-1,-1 1 1,1-1-1,0 0 1,0-1-1,0 1 1,0-1-1,0 0 1,0-1-1,0 1 1,0-1-1,0 0 1,0 0-1,9-1 1,2 1-1431,17 0-6565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9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17048,'0'0'15719,"-7"93"-15719,14-82 0,0-4-816,0-3-2738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9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12550,'0'0'11429,"81"52"-22810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0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120 697 22330,'0'0'6454,"-19"9"-3146,-58 32-2633,75-40-675,1 1 0,-1-1 0,0 0 0,1 1 0,-1-1 0,1 1 0,-1 0 0,1-1 0,0 1 0,0 0 0,0 0 0,0 0 0,0 0 0,0 0 0,0 0 0,1 0 0,-1 0 0,1 0 0,-1 0 0,1 0 0,0 1 0,0-1 0,0 0 0,0 0 0,0 0 0,1 0 0,-1 0 0,2 4 0,-1 5 0,10 35-1955,-9-42 1683,0 0 0,0 0 0,-1 0 0,0 0 1,0 0-1,0 0 0,0 1 0,0-1 1,-1 0-1,0 1 0,0-1 0,0 0 0,-1 1 1,-1 5-1,30-37-2677,-13 13 2504,29-25-537,1 2 0,59-36-1,-14 9 315,-25 17 731,-3-3 0,-2-3-1,61-70 1,-98 95 519,-1 0 1,-2-2-1,29-55 0,-38 63 298,-2-1 0,0 0-1,-1 0 1,-2-1-1,0 0 1,2-31 0,-7 53-828,-1 1 1,0-1-1,0 1 1,1-1-1,-1 1 1,0-1 0,0 1-1,0-1 1,0 1-1,-1-1 1,1 1-1,0-1 1,-1 1 0,1-1-1,-1 1 1,1 0-1,-1-1 1,0 1-1,1 0 1,-1-1-1,0 1 1,0 0 0,0 0-1,-2-2 1,2 2 21,-1 1 0,0 0 0,1 0 0,-1-1 0,0 1 0,1 0 0,-1 0 0,1 1 1,-1-1-1,0 0 0,1 0 0,-1 1 0,1-1 0,-1 1 0,1 0 0,-1-1 0,1 1 0,-3 1 1,-6 4 188,1 1 1,-1-1-1,1 2 1,1-1-1,-11 12 1,-7 14-264,2 0 0,1 2 0,2 0 0,1 2 0,2 0 0,2 1 0,1 1 0,-10 42 0,12-28 0,2 2 0,3 0 0,1 0 0,4 0 0,4 82 0,-1-131 0,0 0 0,1-1 0,0 1 0,0 0 0,0 0 0,1-1 0,0 1 0,0-1 0,0 0 0,1 1 0,2 4 0,-3-8 0,0 0 0,0-1 0,0 1 0,0 0 0,0-1 0,0 1 0,0-1 0,0 0 0,0 0 0,1 0 0,-1 0 0,1 0 0,-1 0 0,0-1 0,1 1 0,-1-1 0,1 1 0,0-1 0,-1 0 0,1 0 0,-1 0 0,1-1 0,-1 1 0,1 0 0,-1-1 0,5-1 0,0-1 0,1 0 0,-1-1 0,1 1 0,-1-2 0,0 1 0,-1-1 0,1 0 0,10-11 0,43-50 0,-39 34 0,-21 32 0,1 0 0,-1-1 0,0 1 0,0 0 0,0 0 0,0-1 0,0 1 0,0 0 0,0 0 0,1-1 0,-1 1 0,0 0 0,0 0 0,0-1 0,1 1 0,-1 0 0,0 0 0,0 0 0,1-1 0,-1 1 0,0 0 0,0 0 0,1 0 0,-1 0 0,0 0 0,0 0 0,1 0 0,-1 0 0,0 0 0,1-1 0,-1 1 0,0 0 0,0 0 0,1 0 0,-1 1 0,0-1 0,1 0 0,-1 0 0,0 0 0,1 0 0,-1 0 0,0 0 0,0 0 0,1 0 0,-1 1 0,0-1 0,0 0 0,1 0 0,-1 0 0,0 0 0,0 1 0,0-1 0,1 0 0,-1 0 0,0 1 0,0-1 0,0 0 0,0 0 0,0 1 0,1-1 0,-1 0 0,0 1 0,0-1 0,0 0 0,0 0 0,0 1 0,0-1 0,13 29-116,-10-21-139,0 1 0,1-1 0,1 0 0,-1 0 0,1 0 0,10 11 0,-13-17 60,1 0 1,-1 0-1,1 0 1,-1-1-1,1 1 1,0-1 0,-1 0-1,1 1 1,0-1-1,0 0 1,0-1-1,0 1 1,0 0-1,0-1 1,0 0-1,0 0 1,0 0-1,0 0 1,0 0-1,0 0 1,0-1-1,0 0 1,0 1-1,0-1 1,4-2-1,25-14-10199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0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20137,'0'0'12630,"-27"131"-12630,27-115 0,7-5 0,-1-9 0,8-35-24427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0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22154,'0'0'6963,"13"128"-6963,1-89-2273,-1-3-3890,8-9-7139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0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11781,'0'0'20986,"0"45"-20986,7-36 0,0-2 0,7 2 0,-1 0 0,7 0-3089,1-7-4547,-1-2-6546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1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0 18921,'0'0'13392,"-19"12"-12959,4-3-418,10-7-15,-1 1 0,1-1 1,-1 2-1,1-1 0,0 0 0,0 1 1,0 0-1,1 0 0,0 1 1,-1-1-1,1 1 0,1 0 0,-1 0 1,1 0-1,0 1 0,0-1 1,0 1-1,1-1 0,0 1 0,0 0 1,-2 12-1,-2 243 0,4-59 0,2-197 0,0 0 0,-1 0 0,1 0 0,-1 0 0,0-1 0,-1 1 0,1 0 0,-1-1 0,0 1 0,0-1 0,0 1 0,-1-1 0,1 0 0,-1 0 0,0 0 0,0 0 0,-1-1 0,1 1 0,-1-1 0,-8 6 0,5-5 0,-1 0 0,0-1 0,0 0 0,-1-1 0,1 1 0,0-2 0,-1 1 0,1-1 0,-1 0 0,0-1 0,-10-1 0,15 1 0,1 0 0,0 0 0,0-1 0,-1 1 0,1-1 0,0 0 0,0 0 0,0-1 0,0 1 0,0 0 0,0-1 0,0 0 0,0 0 0,0 0 0,1 0 0,-1 0 0,1 0 0,0-1 0,0 1 0,-1-1 0,2 1 0,-1-1 0,0 0 0,0 0 0,1 0 0,0 0 0,-1 0 0,1 0 0,0 0 0,1-1 0,-1 1 0,1 0 0,-1-1 0,1 1 0,0-5 0,0 1 0,0 0 0,0-1 0,1 1 0,0 0 0,1-1 0,-1 1 0,1 0 0,1 0 0,-1 0 0,1 0 0,0 1 0,1-1 0,0 1 0,0 0 0,9-11 0,-5 9-250,1 1-1,-1 1 1,1-1-1,1 1 1,-1 1 0,1 0-1,0 0 1,13-4-1,10-1-2521,45-8 0,-34 8 88,22-5-7628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1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22522,'0'0'7753,"0"-1"-7614,1 0-1,0 0 0,0 0 1,-1 1-1,1-1 1,0 0-1,0 1 1,0-1-1,0 0 1,0 1-1,0-1 0,0 1 1,0 0-1,0-1 1,1 1-1,-1 0 1,2-1-1,1 21-138,0 0 0,-1-1 0,0 1 0,-2 0 0,-2 26 0,1-39 0,0-7 0,1 1 0,-1-1 0,0 1 0,0-1 0,0 0 0,0 1 0,0-1 0,0 1 0,1-1 0,-1 0 0,0 1 0,0-1 0,1 0 0,-1 1 0,0-1 0,0 0 0,1 1 0,-1-1 0,0 0 0,1 0 0,-1 1 0,0-1 0,1 0 0,-1 0 0,1 0 0,-1 0 0,0 1 0,1-1 0,-1 0 0,1 0 0,-1 0 0,0 0 0,1 0 0,-1 0 0,1 0 0,-1 0 0,1 0 0,0 0 0,15-3 0,-15 3 0,23-10 0,-1 0 0,0-1 0,0-1 0,-1-2 0,-1 0 0,21-18 0,-38 42 0,1 1 0,0-1 0,0-1 0,1 1 0,0-1 0,1 0 0,13 14 0,-15-19 0,1-1 0,0 0 0,-1 0 0,2 0 0,-1-1 0,0 0 0,0 0 0,1 0 0,-1-1 0,12 1 0,-16-2 0,0 0 0,0 0 0,0 0 0,0 0 0,1 0 0,-1 0 0,0-1 0,0 1 0,0-1 0,0 0 0,0 1 0,0-1 0,0 0 0,0 0 0,-1 0 0,1 0 0,0-1 0,0 1 0,-1 0 0,1-1 0,-1 1 0,1-1 0,-1 0 0,0 1 0,0-1 0,0 0 0,0 0 0,0 0 0,0 0 0,0 0 0,0 0 0,-1 0 0,1 0 0,-1 0 0,1-3 0,2-35 36,-3-72 1,-2 37-652,16 74-9418,13 1-4876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1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20313,'0'0'12454,"-41"117"-12454,41-94 0,0-5 0,0-4 0,-6-5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2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18536,'0'0'12358,"34"51"-13046,0-39-2722,-7-12-5458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2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0 24123,'0'0'2785,"-74"124"1953,47-33-3617,0 10-1121,6 8 0,8-8 0,-7-11 0,-1-10 0,1-20 0,-14-10 0,0-21 0,0-15 0,-13-14 0,13 0-4578,-7-23-6723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2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1 623 5330,'25'-11'8850,"18"-7"-7443,295-137 11710,-279 123-12607,-3-2 1,0-4-1,-2-1 1,-3-3-1,64-64 1,-111 101-461,1 1 1,-1-1 0,0 0-1,0 0 1,0-1 0,-1 1-1,1-1 1,-1 1 0,-1-1-1,1 0 1,-1 0 0,0-1 0,-1 1-1,1 0 1,-1 0 0,0-1-1,-1-10 1,0 15-48,0 0 0,-1 1 1,1-1-1,-1 0 0,0 1 0,1-1 1,-1 0-1,0 1 0,0-1 0,0 1 1,0 0-1,0-1 0,-1 1 0,1 0 1,0-1-1,0 1 0,-1 0 0,1 0 0,-1 0 1,1 0-1,-1 1 0,0-1 0,1 0 1,-1 1-1,0-1 0,1 1 0,-1-1 1,0 1-1,0 0 0,1 0 0,-1-1 1,0 1-1,-2 1 0,-3-2-6,-1 1 1,1 0-1,0 1 0,0 0 0,0 0 1,-1 0-1,-11 5 0,11-2 3,-1 0 0,1 1 0,0 1 0,0-1 0,0 1 0,1 1 0,0-1 0,0 1 0,-8 12 0,-6 9 0,-22 41 0,14-12 0,3 1 0,2 2 0,-19 72 0,-10 26 0,49-146 0,0-5 0,1 1 0,1-1 0,0 1 0,0 0 0,0-1 0,0 13 0,2-20 0,0 1 0,0-1 0,0 1 0,1-1 0,-1 0 0,0 1 0,0-1 0,1 0 0,-1 1 0,0-1 0,0 0 0,1 1 0,-1-1 0,0 0 0,1 0 0,-1 1 0,0-1 0,1 0 0,-1 0 0,1 0 0,-1 1 0,0-1 0,1 0 0,-1 0 0,1 0 0,-1 0 0,0 0 0,1 0 0,-1 0 0,1 0 0,-1 0 0,0 0 0,1 0 0,-1 0 0,1 0 0,-1 0 0,1 0 0,-1-1 0,0 1 0,1 0 0,0-1 0,1 1 0,8-2 0,-1-1 0,1 0 0,-1 0 0,1-1 0,-1 0 0,0-1 0,15-10 0,57-47 0,-75 56 0,-4 9 0,-1 0 0,0-1 0,1 1 0,-1 0 0,0 0 0,0-1 0,0 1 0,-1 0 0,1 0 0,-1 0 0,0 0 0,1 0 0,-1 3 0,12 53 0,19 7 452,-29-63-614,0 1 1,0 0 0,1 0-1,-1-1 1,1 0 0,0 1 0,0-1-1,0 0 1,0 0 0,0-1 0,1 1-1,-1 0 1,8 2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7:01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1 320,'0'0'240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8:44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12566,'0'0'12221,"15"-7"-11698,47-20-32,-55 24-318,0 1 0,-1 0 0,1 0 0,1 1 0,-1 0 0,0 0 1,0 1-1,0 0 0,0 0 0,9 2 0,11-1 652,-23-1-794,-1 0-1,1 1 0,-1-1 0,1 1 0,0 0 0,-1 0 0,1 0 0,-1 0 1,0 1-1,1-1 0,-1 1 0,0 0 0,0 0 0,0 0 0,0 0 1,0 0-1,0 1 0,-1 0 0,1-1 0,-1 1 0,0 0 0,0 0 0,0 0 1,0 0-1,0 1 0,-1-1 0,0 0 0,1 1 0,0 5 0,0-1-17,-1-1 0,1 0 0,-2 0 0,1 1 0,-1-1-1,0 1 1,-1-1 0,1 0 0,-1 1 0,-1-1 0,0 0-1,0 0 1,0 0 0,-4 7 0,-29 44-21,28-49 17,0 0 0,1 1 0,0 0 0,0 1 0,1-1-1,1 1 1,0 0 0,0 0 0,1 0 0,0 0 0,0 13 0,3-23-6,0-1 0,1 1 0,0 0 0,-1 0 0,1 0 0,-1-1 0,1 1 0,0 0 0,0 0 0,-1-1 1,1 1-1,0-1 0,0 1 0,0-1 0,0 1 0,-1-1 0,1 1 0,0-1 0,0 0 0,0 0 0,0 1 0,0-1 1,0 0-1,0 0 0,0 0 0,0 0 0,0 0 0,2 0 0,41-1 41,-32 1-20,38 1-356,36 0-2421,-36-11-5084,-41 2-2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8:44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5843,'0'0'15975,"81"-20"-15591,-40 18-144,-1-3-240,1 1-368,6-1-2289,8-4-4002,5-2-4178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8:45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12038,'0'0'8547,"122"-11"-8098,-82 9-177,-6 0-256,0 2-16,-14 0-1137,1 0-1888,-15 0-2226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8:45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1105,'0'0'22602,"115"-7"-21882,-74 0-720,6-2-224,-6 0-2417,13 0-4867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8:52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24 48,'0'0'17533,"3"-3"-16180,1 0-1089,0 0 0,1 1 1,0 0-1,-1 0 0,1 0 0,0 0 1,0 1-1,0 0 0,0 0 0,0 0 1,0 1-1,0 0 0,0 0 0,7 1 1,-6-2-246,1 1 0,-1 0 1,1 1-1,-1 0 0,0 0 1,1 0-1,-1 1 0,0 0 1,0 0-1,0 0 1,0 1-1,6 3 0,-8 0 40,0 0 0,0 0 0,0 0-1,-1 0 1,1 1 0,-2 0 0,1-1 0,-1 1-1,0 0 1,0 0 0,-1 1 0,0-1 0,0 0-1,-1 0 1,0 0 0,0 1 0,0-1-1,-1 0 1,0 0 0,-1 0 0,0 0 0,0 0-1,0 0 1,-1 0 0,0-1 0,0 1 0,-9 11-1,1-7 157,-1 0-1,-1-1 1,0 0 0,-1-1-1,1-1 1,-2 0-1,-24 10 1,17-10-135,-1 0 1,0-1-1,0-1 0,-38 4 1,58-10-191,1 1 1,-1-1-1,0 0 1,1 0-1,-1 0 1,0-1 0,0 1-1,1-1 1,-1 1-1,0-1 1,1 0-1,-1 0 1,1 0 0,-1 0-1,-2-2 1,4 2-138,1 1 1,-1-1-1,1 0 1,-1 1-1,1-1 1,-1 0-1,1 0 1,-1 1-1,1-1 1,0 0 0,-1 0-1,1 1 1,0-1-1,0 0 1,-1 0-1,1 0 1,0 0-1,0 1 1,0-3-1,12-22-9400,0 11 1974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8:52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 6931,'0'0'12363,"-8"1"-10439,-13 5-893,1 0-1,-1 1 1,1 0 0,-21 13 0,28-14-588,1 1 0,-1 1 1,1 0-1,1 0 0,0 1 0,0 1 0,-16 18 1,25-26-416,1 0 1,-1 1 0,1-1-1,0 0 1,0 1-1,0-1 1,0 1 0,0-1-1,1 1 1,-1-1 0,1 1-1,-1-1 1,1 1 0,0 0-1,0-1 1,0 1-1,1 0 1,-1-1 0,1 1-1,-1-1 1,1 1 0,0-1-1,0 1 1,0-1-1,0 1 1,0-1 0,1 0-1,-1 0 1,1 1 0,-1-1-1,1 0 1,0 0 0,3 2-1,5 6 32,1-1 0,0 0 0,1-1-1,20 12 1,-24-17-97,0 0 0,1 0-1,-1 0 1,1-1 0,0 0 0,0-1-1,0 0 1,0-1 0,17 0-1,-9-1-1125,1-1 0,-1 0-1,0-1 1,19-6 0,12-11-6035,-1-4-5211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8:52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1777,'0'0'19406,"19"-1"-17808,75-9 256,61-7 817,-59 12-3786,-108 27-18257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8:53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6611,'0'0'18857,"61"5"-17369,-27-5-559,-7 0-305,7 0-384,-7 0-224,0 0-16,7-3-896,13-1-2002,1-3-3601,13-6-8275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8:5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1 6563,'0'0'13481,"-14"3"-11264,-9 12-1439,2 1 1,0 2-1,1 0 0,1 1 1,-28 35-1,28-33-417,-12 15 184,2 2 0,1 0 0,2 2 0,-30 63 0,46-84-444,2 0 1,0 1-1,2 0 1,0 1 0,1 0-1,1 0 1,0 0-1,2 0 1,1 0-1,1 0 1,0 1-1,5 29 1,-3-43-71,1 0-1,0 0 1,0 0 0,1 0-1,0-1 1,0 1 0,0-1-1,1 0 1,0 0 0,1-1-1,0 0 1,0 1 0,0-2-1,0 1 1,1-1 0,14 8-1,-10-6 6,0-1 0,0-1 0,1 0-1,0 0 1,0-1 0,0-1 0,1 0 0,-1-1-1,1 0 1,15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8:59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23 5619,'0'0'11469,"0"-4"-9340,0-11-262,0 11-407,-15 6 530,7 1-1829,1 0 1,-1 1 0,0 0-1,1 0 1,0 1-1,0 0 1,0 0-1,1 1 1,-1 0 0,-5 7-1,-3 4 142,1 0 0,-20 34 0,-1 17-167,34-64-135,-1 1-1,1-1 1,-1 0 0,1 1 0,1-1 0,-1 1 0,0-1 0,1 1 0,0 0 0,0-1 0,1 1 0,-1-1 0,1 1 0,2 7 0,-1-11-21,-1 1 0,1 0-1,0-1 1,0 1 0,0-1 0,0 1 0,0-1-1,0 0 1,1 0 0,-1 0 0,0 0 0,1 0 0,-1 0-1,0-1 1,1 1 0,-1-1 0,1 0 0,-1 0-1,1 0 1,4 0 0,54-3-390,-60 2 398,7 0-47,-1 0-1,1-1 1,-1 0 0,1 0-1,-1-1 1,0 0-1,0 0 1,0-1 0,-1 0-1,1 0 1,-1-1 0,0 1-1,0-2 1,0 1-1,-1 0 1,0-1 0,0 0-1,0 0 1,-1-1-1,0 1 1,0-1 0,0 0-1,-1 0 1,0 0 0,-1 0-1,0-1 1,0 1-1,0-1 1,-1 1 0,1-10-1,-2 4 22,0 3 184,0 0 0,0-1 0,-1 1 0,0 0 1,-5-17-1,5 25-94,0-1 0,0 1 0,0 0 0,0 0 1,0 0-1,-1 0 0,1 0 0,-1 0 0,1 0 1,-1 0-1,0 1 0,0-1 0,0 1 0,0-1 0,0 1 1,0 0-1,0 0 0,0-1 0,0 2 0,-1-1 0,1 0 1,0 0-1,-1 1 0,1-1 0,-1 1 0,1 0 1,0 0-1,-1 0 0,-2 0 0,4 0-112,0 0 1,0 0-1,0 0 0,0 0 0,-1 0 1,1 0-1,0 1 0,0-1 1,0 0-1,0 1 0,0-1 0,0 1 1,0-1-1,0 1 0,0 0 0,0-1 1,0 1-1,0 0 0,1 0 1,-1-1-1,0 1 0,-1 1 0,-2 17-6610,4-8-1488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8:5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13430,'0'0'15421,"0"52"-11505,0-48-4743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9:04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5923,'2'4'21271,"4"-1"-20164,316-3 878,-321 0-1985,-1 0 1,1 0-1,0 0 0,-1 0 1,1 0-1,0 1 0,-1-1 1,1 0-1,0 0 1,-1 1-1,1-1 0,0 0 1,-1 1-1,1-1 0,-1 1 1,1-1-1,-1 1 0,1-1 1,-1 1-1,1-1 1,-1 1-1,0-1 0,1 1 1,-1-1-1,0 1 0,1 0 1,-1-1-1,0 1 0,0 0 1,1 0-1,0 30 28,-17 29 34,-7-7-48,5-15 35,2 1 1,1 0-1,2 1 1,-10 57 0,20-83-125,0 17-3137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9:05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14038,'0'0'13030,"136"-16"-12870,-89 14-160,1-2 0,6-3-1072,-7-2-2081,7-9-3202,-6-5-4530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9:05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32 4562,'0'0'15901,"7"-5"-13914,20-17-191,-20 17 1805,-23 12-1258,-7 9-2037,1 1 1,0 1-1,1 0 1,-21 25 0,-70 91 737,105-125-1044,0 0 0,0 1 0,1 0 0,0 0 0,0 0 0,1 1 0,1 0 0,-1 0 0,2 0 0,0 0 0,0 1 0,1-1 0,0 1 0,1-1 0,1 17 0,0-27-6,0 0-1,1 0 1,-1 0 0,1 0-1,-1-1 1,1 1 0,-1 0-1,1 0 1,0-1 0,-1 1 0,1 0-1,0-1 1,-1 1 0,1-1-1,0 1 1,0-1 0,0 1-1,-1-1 1,1 0 0,0 1-1,0-1 1,0 0 0,0 0-1,0 1 1,0-1 0,0 0-1,0 0 1,0 0 0,1 0 0,37 1-240,-32-1 233,3 0 3,-4 1-19,1-1 0,-1 0 1,0-1-1,0 0 0,1 0 1,6-2-1,-12 3 25,1-1 0,0 0-1,-1 1 1,0-1 0,1 0 0,-1 0-1,1 0 1,-1 0 0,0 0 0,0-1-1,0 1 1,0 0 0,0 0 0,0-1 0,0 1-1,0-1 1,0 1 0,0-1 0,-1 1-1,1-1 1,-1 0 0,1 1 0,-1-1-1,0 1 1,1-1 0,-1 0 0,0 0 0,0-2-1,0 1 22,0 0-1,0 0 1,-1 0-1,1 0 1,-1 0-1,1 0 1,-1 0-1,0 0 1,0 0-1,0 0 1,0 0-1,-1 1 1,1-1-1,-1 1 1,0-1-1,1 1 1,-1-1-1,0 1 0,-1 0 1,-3-3-1,1 1 30,-1 1 0,0 0 1,-1 0-1,1 1 0,0-1 0,-1 1 0,0 1 0,-10-2 0,10 2-42,1 0 1,0 0-1,-1 0 0,1 1 1,-12 1-1,17 0-4,0-1 0,-1 0 0,1 0 0,0 1 0,0-1-1,0 1 1,-1-1 0,1 1 0,0 0 0,0-1 0,0 1-1,0 0 1,0 0 0,0 0 0,0 0 0,1 0 0,-1 0 0,0 0-1,0 0 1,1 0 0,-1 0 0,1 0 0,-1 0 0,1 0-1,-1 0 1,1 1 0,0-1 0,-1 0 0,1 0 0,0 1-1,0-1 1,0 0 0,0 3 0,1-4-30,-1 1-1,0-1 1,1 1 0,-1 0-1,0-1 1,1 1 0,-1-1-1,1 1 1,-1-1 0,1 1 0,0-1-1,-1 0 1,1 1 0,-1-1-1,1 1 1,0-1 0,-1 0-1,1 0 1,0 1 0,-1-1-1,1 0 1,0 0 0,-1 0-1,1 0 1,0 0 0,0 0 0,-1 0-1,2 0 1,28 0-2552,-22 0 1246,31-1-5552,2-5-6302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9:05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14 496,'0'0'26556,"6"-2"-25987,8-1-85,-1 0 0,1 0 0,0 2 1,0 0-1,18 1 0,-31 1-444,0 0 1,0 0-1,-1 0 1,1 0-1,0 0 1,0 0-1,0 0 1,-1 0-1,1 1 0,-1-1 1,1 0-1,-1 1 1,1-1-1,-1 0 1,0 1-1,1-1 1,-1 0-1,0 1 0,0-1 1,0 0-1,0 1 1,0-1-1,-1 3 1,-4 39 426,2-36-415,-1 0 0,0-1 0,-1 1 0,1-1-1,-1 1 1,-9 7 0,10-10-26,0 0 0,0 0 0,0 0 0,1 1 0,-1-1-1,1 1 1,0-1 0,1 1 0,-1 0 0,1 0 0,0 1 0,0-1 0,1 0-1,-1 1 1,1-1 0,0 8 0,1-12-26,0 0 0,0 0 0,0-1 0,1 1 0,-1 0 0,0 0 0,1-1 0,-1 1 0,0 0 0,1 0 0,-1-1 0,1 1 0,-1-1 0,1 1 0,-1 0 0,1-1 0,0 1 0,-1-1 0,1 1 0,0-1 0,-1 0 0,1 1 0,0-1 0,0 0 0,-1 1 0,1-1 0,0 0 0,0 0 0,0 0 0,-1 0 0,1 0 0,1 0 0,31 1 0,-25-1 0,26 0-105,-9 1-694,-1-1 1,0 0-1,1-2 1,-1-1-1,0-1 0,-1-1 1,31-10-1,-13-5-7722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9:06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9220,'0'0'13204,"19"0"-11726,-4 0-1110,-7-1-195,0 0 0,-1 1 0,1 0 0,-1 1 0,1 0-1,0 0 1,-1 1 0,0 0 0,1 0 0,-1 0 0,0 1-1,0 0 1,0 1 0,12 7 0,0 5 274,-2-1 0,0 2 1,0 0-1,-2 1 0,0 1 0,19 33 0,60 131 1401,-85-162-1798,0 0-1,-2 0 1,-1 1-1,-1-1 1,0 2-1,-2-1 1,0 0-1,-1 26 1,-3-43-42,1 0 0,-1 0 1,0 0-1,-1 0 0,1 0 0,-1-1 1,0 1-1,0-1 0,0 1 1,0-1-1,-1 0 0,0 0 0,0 0 1,0 0-1,-1 0 0,1-1 1,-1 0-1,1 1 0,-6 2 0,-11 8 77,-1-1 0,-37 18 0,20-12-38,5-1-24,-23 14-2530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9:07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0 608,'0'0'18585,"0"15"-15288,1 39 569,1-27-2957,-2-1 0,0 1 0,-2-1-1,-1 0 1,-7 28 0,3-26-2145,1 40 4578,6-44-5012,-1 0-3970,0-1-5513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9:07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8148,'0'0'19451,"22"-1"-18341,349-40 2572,-336 37-3540,-15 2-95,0 0-1,0-2 1,-1 0 0,27-10 0,-40 10-312,-11 2-466,-15 3-1733,2 8-1250,-5 2-4140,-3-6-4475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9:10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10 6515,'0'0'12064,"20"-6"-8756,26 4-1393,42 1-736,-82 1-1155,0 1 1,0 0-1,0 0 0,0 0 1,0 1-1,-1 0 0,1 0 1,0 0-1,-1 1 0,1 0 1,4 3-1,-8-3-19,0-1 1,0 0-1,0 1 1,0-1-1,0 1 1,-1 0-1,1 0 1,-1 0-1,0-1 1,0 1-1,0 0 0,0 0 1,0 0-1,-1 1 1,0-1-1,1 0 1,-1 0-1,0 0 1,0 0-1,-1 0 1,1 0-1,-1 1 1,1-1-1,-3 4 1,1 1 6,0 0 1,-1-1 0,0 1-1,0-1 1,-1 0 0,0 0-1,0 0 1,-7 8 0,-14 9 138,0-1 1,-2-1-1,-1-2 1,-46 28-1,38-27 242,1 3 0,-45 38 1,80-61-390,-1-1 1,1 0-1,-1 0 1,1 1-1,-1-1 1,1 0-1,-1 0 1,1 1-1,-1-1 1,1 0-1,0 1 1,-1-1-1,1 1 1,-1-1-1,1 1 1,0-1-1,0 1 1,-1-1-1,1 1 1,0-1-1,0 1 1,-1-1 0,1 1-1,0-1 1,0 1-1,0-1 1,0 1-1,0-1 1,0 1-1,0 0 1,0-1-1,0 1 1,0-1-1,0 1 1,0-1-1,0 1 1,1-1-1,-1 1 1,0-1-1,0 1 1,1-1-1,-1 2 1,30 2 56,41-15-50,-29 0-731,134-38 2293,-119 30-4455,-1-3-4360,-35 11-1882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9:10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21 118 6211,'0'0'9836,"7"-11"-8587,-3 5-1060,0 0-32,-1 0-1,1 1 1,1-1-1,-1 1 0,0 0 1,1 0-1,0 1 1,0 0-1,1 0 1,-1 0-1,1 0 1,0 1-1,9-4 1,6-1 251,1 2 1,0 1-1,0 0 1,1 1 0,-1 2-1,34 0 1,-55 2-405,0 0 1,1 0-1,-1 0 1,0 0-1,0 0 1,0 0-1,1 0 0,-1 1 1,0-1-1,0 0 1,0 1-1,0-1 1,0 1-1,0-1 1,0 1-1,0 0 1,0-1-1,0 1 1,0 0-1,0 0 1,0 0-1,-1 0 1,1-1-1,0 1 1,0 2-1,0-1 6,0 0-1,-1 0 1,1 1-1,-1-1 1,1 0-1,-1 1 1,0-1 0,0 0-1,0 1 1,-1-1-1,1 0 1,-1 3 0,-1 3 62,0 0 1,-1 0 0,0 0-1,0-1 1,-1 1 0,-7 10-1,-15 14 283,-1-2 1,-2 0-1,-33 25 0,29-26 202,1 2 0,-35 43 0,64-72-480,1 1-1,0 0 1,0-1-1,0 1 0,1 0 1,-1 0-1,1 0 0,-1 1 1,1-1-1,0 0 0,0 1 1,1-1-1,-1 0 1,1 1-1,-1 6 0,1-9-70,1-1-1,-1 1 0,0-1 0,1 1 1,-1 0-1,1-1 0,-1 1 0,1-1 0,-1 1 1,1-1-1,-1 1 0,1-1 0,-1 1 1,1-1-1,-1 0 0,1 1 0,0-1 1,-1 0-1,1 0 0,0 1 0,-1-1 1,1 0-1,0 0 0,-1 0 0,1 0 1,0 0-1,-1 0 0,1 0 0,1 0 1,28 0 217,-22 0-131,44 1 286,-17 0-166,0-1 0,1-1-1,-1-2 1,1-2 0,57-15-1,-89 20-734,4-3 1156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1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0 301 11125,'0'0'14556,"17"-20"-13281,53-60-408,-39 54-134,-15 25-202,-9 2-298,-5 1-196,-1-1-1,0 1 1,0 0 0,-1 0-1,1 0 1,0 0-1,-1-1 1,1 1 0,-1 0-1,1 0 1,-1 0-1,0 0 1,0 0 0,0 0-1,0 0 1,-1 3-1,1-4 6,-1 33 276,0-24-276,0 1-1,1 0 1,0 0 0,1 0 0,3 11 0,-4-20-46,0-1 0,1 0-1,0 1 1,-1-1 0,1 0 0,0 0 0,0 1 0,-1-1 0,1 0 0,0 0 0,0 0 0,0 0 0,0 0 0,1 0 0,-1-1-1,0 1 1,0 0 0,0 0 0,1-1 0,-1 1 0,0-1 0,1 1 0,-1-1 0,1 0 0,-1 1 0,0-1 0,1 0 0,-1 0-1,1 0 1,-1 0 0,0 0 0,1 0 0,-1-1 0,1 1 0,-1 0 0,0-1 0,1 1 0,1-2 0,50-22-188,-52 23 190,119-82-377,-93 62 380,-27 21 7,0 0 0,0 0 0,0 0 0,0 0 0,0 0-1,1 0 1,-1 0 0,0-1 0,0 1 0,0 0 0,0 0 0,1 0 0,-1 0 0,0 0 0,0 0 0,0 0 0,0 0 0,0 0 0,1 0 0,-1 0 0,0 0 0,0 0 0,0 0 0,0 0 0,1 0 0,-1 1 0,0-1 0,0 0 0,0 0 0,0 0 0,0 0 0,0 0 0,1 0 0,-1 0 0,0 0 0,0 0 0,0 1 0,0-1 0,0 0 0,0 0 0,0 0 0,0 0 0,1 0 0,-1 1-1,0-1 1,0 0 0,0 0 0,0 0 0,0 1 0,4 14 85,-4-12-97,0 0 0,1 0-1,0 1 1,0-1 0,0 0 0,0 0-1,0 0 1,0 0 0,1 0 0,0 0 0,-1-1-1,1 1 1,4 4 0,-1-4-1,0 0 0,0 0 0,0-1 1,0 0-1,1 0 0,-1 0 0,1-1 0,-1 0 1,1 0-1,-1 0 0,1-1 0,-1 1 0,1-1 1,0-1-1,-1 1 0,10-3 0,-6 1 9,0 0 0,0-1 0,0 0 0,-1 0 0,1-1 0,-1 0 0,0-1-1,0 0 1,9-7 0,-5 2 14,-1-1 0,0 0-1,-1 0 1,0-1 0,-1-1-1,10-15 1,-15 20 97,0 1 0,-1 0 0,0-1-1,0 1 1,0-1 0,-1 0 0,-1 0 0,1 0 0,-1 0-1,0 0 1,-1 0 0,0-1 0,-1-11 0,0 19-74,0-1 1,0 0-1,0 0 1,0 0 0,0 1-1,0-1 1,0 0-1,0 1 1,-1-1 0,1 1-1,-1 0 1,1-1 0,-1 1-1,0 0 1,1 0-1,-1 0 1,0 0 0,0 0-1,1 0 1,-1 1-1,0-1 1,0 1 0,0-1-1,-4 0 1,4 1-120,1-1 1,-1 1-1,0 0 0,0 0 1,0-1-1,1 1 0,-1 0 1,0 1-1,0-1 0,0 0 1,1 0-1,-1 1 0,0-1 1,0 1-1,1-1 0,-1 1 1,0 0-1,1 0 0,-1 0 1,1 0-1,-1 0 0,1 0 1,-1 0-1,1 0 0,0 1 1,-2 1-1,-3 14-3630,5-5-2284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2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6739,'0'0'26028,"0"109"-26028,0-98 0,-7-7 0,7-1 0,-6-3-5875,-1-25-8147,7-5 2032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2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17112,'0'0'8644,"54"3"-16552,-34-1 273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2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16279,'0'0'4042,"-11"27"-123,-3 3-2606,-3 6 580,2 2 1,-15 56-1,18-48-1222,-30 137 192,41-166-863,1-17-2,0 1 0,0-1-1,0 1 1,0-1 0,0 1 0,1-1-1,-1 1 1,0-1 0,0 1 0,0-1-1,1 1 1,-1-1 0,0 0 0,1 1-1,-1-1 1,0 0 0,1 1 0,-1-1-1,1 0 1,-1 1 0,0-1 0,1 0-1,-1 0 1,1 0 0,-1 1 0,1-1-1,-1 0 1,1 0 0,-1 0 0,1 0-1,-1 0 1,1 0 0,-1 0 0,1 0-1,-1 0 1,1 0 0,-1 0 0,1 0-1,-1 0 1,0 0 0,1 0 0,-1-1-1,1 1 1,-1 0 0,1 0 0,-1 0-1,1-1 1,-1 1 0,0 0 0,1-1-1,-1 1 1,1-1 0,-1 1-10,12-9-297,-1 0 0,-1-1 0,1 0 0,14-19 0,1 0-173,186-215-3800,-175 200 4020,-12 19 3230,-15 20-799,-14 21-911,-4-1-1155,-3 5-83,0 0 1,1 1-1,1 1 0,1 0 1,2 0-1,0 0 1,1 1-1,1 0 1,-2 31-1,6-52-25,0 0 1,0 1-1,1-1 0,-1 0 0,0 0 1,1 0-1,0 0 0,-1 0 0,1 0 1,0 0-1,0 0 0,0 0 0,0 0 1,1 0-1,-1 0 0,0-1 0,1 1 1,-1-1-1,1 1 0,-1-1 0,1 1 1,0-1-1,0 0 0,0 0 0,0 0 1,0 0-1,0 0 0,0 0 1,4 1-1,5 0-336,1 0 1,-1 0-1,1-1 1,17 0-1,-20-1-87,67-2-6559,15-7-7332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3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17752,'0'0'11147,"-14"22"-7941,-2-1-2682,6-8-509,1 0 0,0 0 1,0 1-1,2 0 1,0 0-1,0 1 0,1 0 1,-6 26-1,2 20-15,3 2 0,2 109 0,6-172 0,1 0 0,0 0 0,0-1 0,-1 1 0,1 0 0,0-1 0,-1 0 0,1 1 0,-1-1 0,1 0 0,0 0 0,-1 0 0,0 0 0,1 0 0,1-2 0,-1 2 0,28-17 0,50-24 0,-67 36 0,0 1 0,0 1 0,1 0 0,-1 1 0,1 0 0,0 1 0,17-1 0,-31 4 0,1-1 0,0 1 0,0-1 0,-1 1 0,1 0 0,-1-1 0,1 1 0,-1 0 0,1-1 0,-1 1 0,1 0 0,-1 0 0,1-1 0,-1 1 0,0 0 0,1 0 0,-1 0 0,0-1 0,0 1 0,0 0 0,0 0 0,0 0 0,0 0 0,0 0 0,0 0 0,0-1 0,0 1 0,0 0 0,0 0 0,-1 0 0,1 0 0,0-1 0,-1 1 0,1 0 0,-1 0 0,0 0 0,-12 36 0,6-27 0,0 0 0,-1-1 0,0 0 0,0 0 0,-1-1 0,0 0 0,-1-1 0,1 1 0,-2-2 0,1 0 0,-1 0 0,1 0 0,-2-2 0,1 1 0,0-1 0,-1-1 0,0 0 0,0-1 0,-16 1 0,56-4 0,0-2 0,-1-1 0,1-2 0,-1 0 0,43-17 0,134-65 0,-177 76 0,-2-1 0,1-1 0,-2-1 0,0-1 0,-1-2 0,-1 0 0,21-21 0,-41 37 0,-1 0 0,1-1 0,0 1 0,-1 0 0,0 0 0,1-1 0,-1 1 0,0-1 0,0 1 0,0-1 0,0-4 0,-1 6 0,0 0 0,0 1 0,0-1 0,0 0 0,0 1 0,-1-1 0,1 0 0,0 0 0,0 1 0,-1-1 0,1 0 0,-1 1 0,1-1 0,0 1 0,-1-1 0,1 1 0,-1-1 0,0 0 0,1 1 0,-1 0 0,1-1 0,-1 1 0,0-1 0,1 1 0,-1 0 0,0-1 0,1 1 0,-1 0 0,0 0 0,0 0 0,1 0 0,-1-1 0,0 1 0,0 0 0,1 0 0,-1 0 0,0 0 0,0 1 0,1-1 0,-2 0 0,-14 0 0,0 1 0,0 0 0,0 2 0,0-1 0,-18 7 0,27-7 0,1 0 0,-1 1 0,1 0 0,0 0 0,0 0 0,0 1 0,1 0 0,-1 0 0,1 0 0,0 1 0,0 0 0,0 0 0,1 0 0,0 1 0,-4 6 0,6-10 7,1 0 0,-1 1 0,1-1-1,0 1 1,0-1 0,0 1 0,0-1 0,1 1 0,-1 0 0,1-1 0,0 1-1,-1 0 1,1 0 0,0-1 0,1 1 0,-1 0 0,0 0 0,1-1 0,-1 1-1,1-1 1,0 1 0,2 5 0,0-4 6,0 0 0,1 0 1,-1 0-1,1-1 0,-1 1 0,1-1 0,0 0 0,1 0 1,-1 0-1,0-1 0,8 4 0,7 2-276,0-1-1,0-1 1,0-1-1,1 0 1,24 1-1,24-2-7550,5-4-7230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16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9764,'0'0'15632,"0"19"-14122,0 247 2965,0-146-5832,0-120 1094,0 1 1,0 0-1,0-1 0,0 1 0,0-1 0,-1 1 0,1 0 0,0-1 0,0 1 0,0-1 0,0 1 0,-1 0 0,1-1 0,0 1 1,-1-1-1,1 1 0,0-1 0,-1 1 0,1-1 0,-1 1 0,1-1 0,-1 1 0,1-1 0,-1 0 0,1 1 0,-1-1 0,1 0 1,-1 1-1,1-1 0,-1 0 0,1 0 0,-1 0 0,0 1 0,1-1 0,-1 0 0,0 0 0,1 0 0,-1 0 0,1 0 0,-1 0 0,0 0 1,1 0-1,-1-1 0,0 1 0,1 0 0,-1 0 0,-1 0-268,-17 0-7849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17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1521,'0'0'16629,"23"-16"-13284,74-49-1112,-92 62-2035,0 1-1,0-1 1,0 1 0,0 0-1,1 0 1,-1 0-1,1 1 1,-1 0-1,1 0 1,0 1 0,-1-1-1,1 1 1,9 1-1,-11 0-114,0 0-1,0 0 0,0 0 0,0 1 1,-1 0-1,1 0 0,0 0 1,-1 0-1,1 0 0,-1 1 0,0-1 1,0 1-1,0 0 0,4 5 0,-1-1-3,-1 1 0,-1 0-1,1 0 1,-1 1-1,-1-1 1,1 1-1,-1 0 1,-1 0-1,0 0 1,0 0-1,-1 1 1,1 15-1,-2-17-8,-1 0 0,0 0-1,0 1 1,0-1 0,-1-1-1,0 1 1,-1 0 0,0 0-1,0-1 1,0 1 0,-8 10-1,-2-1 166,0-1 0,0 0 0,-18 14-1,16-16 78,0 1 0,2 0 0,-24 34 0,37-49-325,0 0 1,-1 1-1,1-1 1,0 0-1,0 1 1,0-1-1,-1 1 0,1-1 1,0 0-1,0 1 1,0-1-1,0 1 1,0-1-1,0 1 1,0-1-1,0 1 1,0-1-1,0 0 0,0 1 1,0-1-1,0 1 1,0-1-1,0 1 1,0-1-1,0 0 1,1 1-1,-1-1 0,0 1 1,0-1-1,0 0 1,1 1-1,-1-1 1,0 0-1,1 1 1,-1-1-1,0 0 1,1 1-1,-1-1 0,0 0 1,1 0-1,-1 1 1,1-1-1,-1 0 1,0 0-1,1 0 1,-1 0-1,1 0 0,-1 1 1,1-1-1,-1 0 1,0 0-1,2 0 1,28 1-579,-23-1 529,19 1-269,103 10-1325,-115-8 1233,-1-1 1,0 2-1,0 0 0,-1 0 1,1 1-1,-1 1 1,18 10-1,-28-14 380,1-1 0,-1 1 0,1 0 0,-1 0 0,0 0 0,0 0 0,0 0 0,0 1 0,0-1 0,0 0 0,-1 1-1,1 0 1,-1-1 0,0 1 0,1 0 0,-1 0 0,0-1 0,-1 1 0,1 0 0,-1 0 0,1 0 0,-1 0 0,0 0 0,0 0 0,0 0 0,-1 4 0,0-3 175,0 0 0,-1 1 1,1-1-1,-1 0 1,0 0-1,0 0 0,-1 0 1,1-1-1,-1 1 1,0-1-1,0 1 1,0-1-1,0 0 0,0 0 1,-1 0-1,-5 3 1,-17 10 599,-1-1 1,-1-1-1,0-1 1,-1-2-1,0 0 1,-1-2-1,0-2 1,-52 7-1,70-13-740,11-2-82,1 1 0,0 0 0,0-1 0,0 1 0,-1-1 0,1 1 0,0-1 0,0 1-1,0 0 1,0-1 0,0 1 0,0-1 0,0 1 0,0-1 0,0 1 0,0-1 0,0 1 0,0 0 0,0-1 0,0 1 0,1-1 0,-1 1 0,0-1 0,0 1-1,0 0 1,1-1 0,-1 1 0,0 0 0,0-1 0,1 1 0,-1 0 0,1-1 0,56-61-12100,-17 23-365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17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14583,'0'0'15751,"74"86"-15367,-53-77-368,-14-2-16,20-3-256,-7-4-1057,7 0-1584,0 0-2866,7-15-3729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17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509 1 8724,'0'0'11429,"-156"113"-6963,95-53-1040,0 15-2146,0 4-223,14 0-881,-8-7-176,22-6-960,6-10-2962,20-15-3362,7-19-6402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18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0 850 17672,'0'0'4650,"23"-10"-421,-4 1-3408,8-5 2,1 2 1,0 1-1,1 1 1,34-6-1,-56 15-697,26-1 651,-32 2-765,0 1 0,0-1 0,0 1 1,0-1-1,0 1 0,-1-1 0,1 1 0,0 0 0,0-1 0,-1 1 0,1 0 0,0 0 0,-1 0 0,1 0 1,-1-1-1,1 1 0,-1 0 0,0 0 0,1 0 0,-1 0 0,0 0 0,1 0 0,-1 0 0,0 0 0,0 0 1,0 0-1,0 0 0,0 0 0,0 0 0,-1 1 0,0 9-12,0-1 0,-1 0 0,0 0 0,0-1 0,-1 1 0,-1 0 0,0-1 0,0 0 0,-1 0 0,-7 11 0,5-8 0,1-1 0,0 1 0,0 0 0,2 1 0,-7 21 0,11-33 0,0-1 0,0 1 0,0 0 0,0-1 0,-1 1 0,1 0 0,0-1 0,1 1 0,-1-1 0,0 1 0,0 0 0,0-1 0,0 1 0,0 0 0,1-1 0,-1 1 0,0-1 0,0 1 0,1 0 0,-1-1 0,0 1 0,1-1 0,-1 1 0,1-1 0,-1 0 0,1 1 0,-1-1 0,1 1 0,-1-1 0,1 0 0,-1 1 0,1-1 0,-1 0 0,1 1 0,1-1 0,30 0 0,-21-3 0,0 1 0,0-2 0,20-9 0,-2-4 0,50-43 0,-6 5 0,-67 104 0,-3-45 0,1 0 0,0-1 0,0 1 0,0 0 0,0-1 0,1 0 0,-1 0 0,1 0 0,0-1 0,0 0 0,0 0 0,0 0 0,0 0 0,0-1 0,1 0 0,7 1 0,13 1 0,0 0 0,26-3 0,-44 0 0,-6 0 0,-1 0 1,0-1-1,1 0 1,-1 1-1,0-1 1,1 0-1,-1 0 1,0 1-1,0-1 1,0 0-1,0 0 0,0 0 1,0 0-1,0-1 1,0 1-1,0 0 1,-1 0-1,1 0 1,0-1-1,-1 1 1,1 0-1,-1-1 1,1 1-1,-1-1 0,0 1 1,0 0-1,0-1 1,1 1-1,-1-1 1,-1 1-1,1-3 1,0-3-12,0 0 1,0 0-1,0 0 1,-1 0-1,0 0 1,-3-6-1,-2-1-167,0 0 0,-17-25 0,-13-29-144,31 52 299,-1 1 1,2-1-1,0 0 1,1-1-1,1 1 1,-1-21 0,19 36-88,43 2 135,115-5-657,-148 1 209,0-1 0,0-1 0,0-1 1,43-17-1,-1-5-878,-1-3 0,-2-3 0,67-45 0,-109 63 1108,0-1 0,-2 0-1,1-2 1,-2-1 0,-1 0-1,0-1 1,-2-1 0,0-1-1,-2 0 1,0-1 0,14-33-1,-25 47 581,-1 0 0,0 0 0,0-1 0,1-10-1,-4 19-223,1 1-1,-1-1 0,0 1 0,1-1 0,-1 1 0,0-1 1,0 0-1,0 1 0,0-1 0,-1 1 0,1-1 0,0 1 1,-1-1-1,1 1 0,-1-1 0,1 1 0,-1 0 0,1-1 1,-1 1-1,0 0 0,0-1 0,0 1 0,0 0 0,0 0 1,0 0-1,0 0 0,0 0 0,0 0 0,-1 0 1,1 0-1,0 0 0,-1 0 0,1 1 0,0-1 0,-1 1 1,-1-1-1,-8 0-58,1 0 0,0 1 0,-1 0 1,1 0-1,0 1 0,0 1 0,-1 0 1,1 0-1,0 1 0,-12 5 0,6 0 85,0 0 0,1 0 0,0 2 0,0 0 0,-21 18 0,12-5-16,2 0 0,0 2 0,1 0 1,2 1-1,0 1 0,-18 38 0,20-30-173,2 1 0,2 0 0,1 1 0,2 0 0,-9 60 0,10-11 0,1 121 0,8-206 0,0-1 0,1 1 0,-1-1 0,0 1 0,0-1 0,1 1 0,-1-1 0,0 1 0,0-1 0,1 0 0,-1 1 0,1-1 0,-1 1 0,0-1 0,1 0 0,-1 1 0,1-1 0,-1 0 0,1 1 0,-1-1 0,1 0 0,-1 0 0,1 0 0,-1 1 0,1-1 0,-1 0 0,1 0 0,-1 0 0,1 0 0,-1 0 0,1 0 0,0 0 0,-1 0 0,1 0 0,-1 0 0,1 0 0,-1-1 0,1 1 0,-1 0 0,1 0 0,-1 0 0,2-1 0,19-7 0,2-18 0,-21 23 0,0 0 0,-1 0 0,2 0 0,-1 0 0,0 1 0,1-1 0,-1 1 0,1 0 0,-1-1 0,1 1 0,0 0 0,0 1 0,4-3 0,-6 4 0,1 0 0,-1 1 0,0-1 0,1 0 0,-1 0 0,0 1 0,1-1 0,-1 1 0,0-1 0,1 1 0,-1 0 0,0 0 0,0-1 0,0 1 0,0 0 0,1 0 0,-1 0 0,0 0 0,-1 0 0,1 0 0,0 0 0,0 1 0,0-1 0,-1 0 0,1 0 0,-1 1 0,1-1 0,-1 0 0,1 1 0,-1-1 0,0 0 0,1 1 0,-1-1 0,0 1 0,0-1 0,0 2 0,3 9 0,3 4-42,-3-7-170,1 0 0,-1-1 1,2 1-1,-1-1 1,1 0-1,7 9 1,-10-15 42,1 0 1,-1 0 0,1 0-1,-1 0 1,1 0 0,0-1-1,0 1 1,-1-1 0,1 0-1,0 1 1,1-1 0,-1-1 0,0 1-1,0 0 1,0-1 0,0 0-1,1 0 1,-1 0 0,0 0-1,0 0 1,0 0 0,5-2 0,20-8-7649,5-12-4536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18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 12118,'0'0'19614,"-16"20"-18656,-47 65-881,61-83-77,0 1 0,0-1 0,0 1 0,1 0 0,-1 0 0,1 0 0,0 0 0,0 0 0,0 0 0,0 0 0,0 0 0,1 0 0,-1 6 0,1-7 0,0-1 0,1 0 0,-1 0 0,0 0 0,1 0 0,-1-1 0,1 1 0,-1 0 0,1 0 0,0 0 0,-1 0 0,1 0 0,0-1 0,-1 1 0,1 0 0,0 0 0,0-1 0,0 1 0,0-1 0,0 1 0,0-1 0,0 1 0,0-1 0,0 0 0,1 1 0,4 0 0,0 0 0,-1-1 0,1 1 0,0-1 0,-1-1 0,1 1 0,0-1 0,0 0 0,5-2 0,-1-1 0,1-1 0,-1-1 0,0 0 0,-1-1 0,1 0 0,-1 0 0,-1-1 0,1 0 0,-1 0 0,13-19 0,-23 30 1,1 1 0,0-1-1,0 1 1,0-1 0,0 1 0,0-1 0,1 1-1,0 0 1,-1-1 0,2 7 0,-1-9-3,0 1 1,0-1 0,0 1 0,0-1-1,0 1 1,0-1 0,1 1 0,-1-1 0,1 1-1,-1-1 1,1 1 0,0-1 0,-1 0-1,1 1 1,0-1 0,0 0 0,0 0-1,0 0 1,0 1 0,0-1 0,0 0-1,0 0 1,1-1 0,-1 1 0,0 0-1,0 0 1,1-1 0,-1 1 0,1 0 0,-1-1-1,1 1 1,-1-1 0,0 0 0,3 1-1,5-1-94,33 1-2747,2-8-4257,1-14-2819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1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21386,'0'0'5909,"-13"19"-1987,5-6-3277,-2 1-532,1 0 0,0 1 0,2 0 0,-1 0 1,2 1-1,0-1 0,-6 31 0,-5 59-113,4 1 0,2 143 0,11-248 0,0 0 0,0 0 0,0 0 0,0 0 0,0 0 0,1 0 0,-1 0 0,0 0 0,0 0 0,1 0 0,-1 0 0,1 0 0,-1 0 0,1 0 0,-1 0 0,1 0 0,0 0 0,-1-1 0,1 1 0,0 0 0,0-1 0,0 1 0,-1 0 0,1-1 0,0 1 0,0-1 0,1 1 0,1 0 0,0 0 0,0 0 0,0-1 0,1 1 0,-1-1 0,0 0 0,0 0 0,0 0 0,4-1 0,7-1 0,-1-1 0,0 0 0,20-8 0,55-31-2334,-75 34 496,-1 0 1,0 0-1,-1-1 0,18-18 0,1-13-14876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19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5282,'0'0'9765,"149"0"-6115,-75 0-2034,7-4-1616,1-12-416,-1-6-4770,0 6-6243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19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245 512 6931,'0'0'23360,"-16"0"-21247,3 0-1835,6-1-272,1 0 1,-1 1-1,0 0 0,1 1 0,-1 0 0,1 0 0,-1 0 0,1 1 0,-1-1 0,1 2 0,0-1 0,0 1 0,-10 5 0,0 3-6,1 0 0,0 1 0,-15 15 0,26-23 0,0 0 0,1 0 0,0 0 0,-1 0 0,1 1 0,1 0 0,-1 0 0,1-1 0,0 2 0,0-1 0,0 0 0,1 0 0,-1 0 0,1 1 0,0 7 0,1-11 0,1-1 0,-1 0 0,0 0 0,1 0 0,0 0 0,-1 0 0,1-1 0,-1 1 0,1 0 0,0 0 0,0 0 0,-1 0 0,1-1 0,0 1 0,0 0 0,0-1 0,0 1 0,0-1 0,0 1 0,0-1 0,0 1 0,0-1 0,0 0 0,0 1 0,0-1 0,0 0 0,1 0 0,-1 0 0,0 0 0,0 0 0,0 0 0,0 0 0,1-1 0,42-3 0,-35 2 0,-1-1 0,1-1 0,-1 0 0,0 0 0,0 0 0,-1-1 0,1 0 0,-1 0 0,12-13 0,55-65 0,-61 68 0,53-74 0,-4-2 0,85-170 0,-141 250 0,-1 2 0,0 0 0,-1 0 0,0-1 0,-1 1 0,4-17 0,-7 26 0,0-1 0,1 1 0,-1-1 0,0 1 0,0-1 0,0 1 0,0-1 0,0 1 0,0-1 0,0 1 0,0-1 0,0 1 0,0-1 0,0 1 0,0-1 0,0 1 0,-1-1 0,1 1 0,0-1 0,0 1 0,0-1 0,-1 1 0,1 0 0,0-1 0,-1 1 0,1-1 0,0 1 0,-1 0 0,1-1 0,-2 0 0,0 1 0,1 0 0,-1 0 0,1-1 0,-1 1 0,0 0 0,1 0 0,-1 1 0,0-1 0,1 0 0,-1 0 0,1 1 0,-1-1 0,1 1 0,-1-1 0,1 1 0,-1 0 0,1 0 0,-1-1 0,1 1 0,-1 1 0,-32 26 0,33-27 0,-14 15 0,0 0 0,2 0 0,0 1 0,1 1 0,1 0 0,0 1 0,2 0 0,0 0 0,1 1 0,1 0 0,-5 23 0,4-9 0,2 1 0,2 0 0,0 0 0,3 0 0,5 69 0,-3-93 0,1 0 0,0 0 0,0 0 0,1 0 0,1 0 0,7 17 0,-9-25 0,0 0 0,0 1 0,0-1 0,0 0 0,1 0 0,-1 0 0,1 0 0,0-1 0,-1 1 0,1-1 0,0 0 0,1 1 0,-1-1 0,0-1 0,1 1 0,-1 0 0,1-1 0,-1 0 0,1 0 0,0 0 0,-1 0 0,1 0 0,5-1 0,3 1-553,0-1-1,-1-1 1,1 0 0,13-3-1,-15 1-1142,0 0 0,-1-1-1,1 1 1,-1-2 0,12-6-1,32-22-17181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0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17640,'0'0'12878,"-14"22"-10885,-100 144-1737,111-162-256,0 0 0,0 0 0,0 0 0,1 1 0,-1-1 0,1 1 0,1 0 0,-1 0 0,1 0 0,-1 0 0,1 0 0,1 0 0,-1 0 0,1 7 0,0-11 0,1-1 0,-1 1 0,1 0 0,0-1 0,-1 1 0,1-1 0,0 1 0,0-1 0,-1 0 0,1 1 0,0-1 0,0 0 0,-1 1 0,1-1 0,0 0 0,0 0 0,0 0 0,0 0 0,0 1 0,-1-1 0,1-1 0,0 1 0,0 0 0,0 0 0,1 0 0,24-2 0,-20 1 0,0-1 0,0 0 0,0 0 0,0 0 0,0 0 0,-1-1 0,1 0 0,-1-1 0,0 1 0,0-1 0,0 0 0,0 0 0,4-5 0,7-9 0,-1 0 0,13-21 0,-21 30 0,-4 5 0,6-8 0,-9 19 0,-3 22 0,3-23 0,0 1 0,0 0 0,0-1 0,1 1 0,0-1 0,1 1 0,0-1 0,-1 1 0,2-1 0,3 9 0,-4-13 0,0 1 0,1 0 0,-1-1 0,0 0 0,1 0 0,-1 1 0,1-1 0,0-1 0,-1 1 0,1 0 0,0-1 0,0 1 0,0-1 0,0 0 0,1 0 0,-1 0 0,0-1 0,0 1 0,1-1 0,-1 1 0,0-1 0,6-1 0,3 2-109,18-3-2027,-28 2 1548,1-1 0,-1 0 1,0 0-1,0 0 0,1 0 0,-1 0 1,0 0-1,0 0 0,0-1 0,3-2 0,15-17-12615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20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82 17368,'0'0'13206,"15"14"-11306,47 45-1607,-60-56-425,1-1-1,-1 0 1,1 0-1,0-1 1,-1 1-1,1-1 1,0 1-1,0-1 1,0 0-1,0 0 1,1 0-1,-1 0 1,0-1-1,0 1 1,1-1-1,-1 0 1,0 0-1,0 0 1,1 0-1,-1-1 1,0 0-1,4 0 1,1-2-723,-1-1 1,0 1-1,0-1 1,0 0-1,0-1 1,8-7-1,-5 5-441,7-6-3840,-1-1-1,25-26 1,-34 32 4236,0-1 0,0 0 0,11-28 16543,-29 42-10534,-12 14-2861,-137 161 1767,35-36-2596,62-73-1419,-85 122 0,117-145 0,2 2 0,2 0 0,-38 102 0,33-53-1137,16-52-2595,2-4-7742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21 10981,'0'0'15100,"-9"-6"-13454,6 4-1514,-1 0-1,1 1 0,-1-1 1,0 0-1,1 1 0,-1 0 0,0 0 1,0 0-1,0 1 0,0-1 1,0 1-1,-8 0 0,5 2 154,-1-1-1,1 1 1,-1 1-1,1-1 1,0 1-1,0 0 1,-12 8 0,6-3-143,0 0 1,1 1 0,0 0-1,0 0 1,-17 20 0,25-25-134,1 0 1,0 0-1,0 1 1,0-1 0,1 1-1,0 0 1,0-1-1,0 1 1,0 0-1,1 0 1,-1 0-1,1 0 1,1 0-1,-1 1 1,1-1-1,0 0 1,0 0-1,0 0 1,1 1-1,1 6 1,-1-8-10,1-1 0,-1 0 0,1-1 0,0 1 0,0 0 0,0 0 0,0-1 0,0 1 0,0-1 0,1 0 0,-1 1 0,1-1 0,0 0 0,0-1 0,-1 1 0,1 0 0,0-1 0,1 0 0,-1 0 0,0 1 0,0-2 0,7 2 0,9 2 0,0-1 0,33 0 0,-49-3 0,101-3-2613,-87 2 1302,0-2 0,0-1 0,0 0 0,-1-1 0,1 0-1,-1-1 1,16-9 0,17-15-11007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6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14 105 4322,'0'0'19473,"23"0"-17638,-8 1-1619,33-1 649,86-10-1,-128 9-864,42-11 26,-46 11-51,-1 0 0,0 1 1,1-1-1,-1 0 0,1 0 1,-1 0-1,0 0 0,0 0 1,0 0-1,0 0 0,1 0 0,-2 0 1,1-1-1,0 1 0,0 0 1,0-1-1,0 1 0,-1 0 1,1-1-1,-1 1 0,1-1 1,-1 1-1,0-1 0,1 1 1,-1-4-1,-1 3-12,0 0 0,0 0 0,0 0 0,0 0-1,0 0 1,0 0 0,-1 0 0,1 1 0,-1-1 0,1 1 0,-1-1 0,0 1 0,0-1-1,0 1 1,1 0 0,-1 0 0,0 0 0,-1 0 0,1 0 0,0 0 0,0 1 0,0-1 0,0 1-1,0-1 1,-4 1 0,-62-10-153,52 9 128,-2-1 262,-1 1 0,1 0 0,-1 2 0,-23 3 1,39-4-140,0 1 1,0-1 0,0 1 0,0 0 0,0 0 0,0 0 0,1 0 0,-1 0 0,0 1 0,1-1 0,-1 1 0,1 0 0,-1-1 0,1 1 0,0 0 0,0 1-1,-1-1 1,2 0 0,-1 1 0,0-1 0,0 1 0,1-1 0,-1 1 0,1 0 0,0 0 0,0-1 0,0 1 0,0 0 0,1 0 0,-1 0 0,1 0 0,-1 6-1,1-5-37,0 0 0,0 0 0,1 1 0,-1-1 0,1 0 0,0 0 0,0 0 0,0 0 0,0 0 0,1 0 0,0 0 0,-1-1 0,2 1 0,1 4-1,0-4-84,0-1-1,1 1 0,-1-1 1,0 1-1,1-1 0,0-1 0,0 1 1,0-1-1,0 1 0,7 1 0,0-1-727,0 1 0,0-2 0,0 1 0,20 0 0,22-2-4929,-6-1-3000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6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65 224 4162,'0'0'24163,"-4"18"-22789,-15 54-355,9-54 31,3-21-713,0-15-238,2-1-36,1 0-1,1 0 1,0 0-1,2 0 1,0 0-1,1-1 1,1 1-1,4-23 1,-4 37-304,1 0 0,0 0 0,0 0 0,0 0 0,0 0-1,1 1 1,0-1 0,0 1 0,0 0 0,1 0 0,-1 0 0,1 0 0,0 1 0,0 0 0,0-1 0,1 1-1,-1 1 1,1-1 0,0 1 0,-1-1 0,1 2 0,8-3 0,10-3-2213,0 1-1,0 2 1,38-3-1,-57 7 2160,43-5-9531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6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17976,'0'0'12726,"-54"120"-10661,41-64-2065,-1 3 0,7-1 0,-6-6 0,-1-9 0,8-9 0,-8-9 0,0-12-128,1-10-4466,-7-3-4434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7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15207,'0'0'3455,"23"-4"-1753,249-36 5875,-148 26-6678,-11 5-239,130 7 0,-242 2-658,-1 0 0,1-1-1,0 1 1,0 0 0,-1 1-1,1-1 1,0 0-1,-1 0 1,1 0 0,0 0-1,-1 1 1,1-1 0,0 0-1,-1 0 1,1 1-1,0-1 1,-1 1 0,1-1-1,-1 0 1,1 1-1,-1-1 1,1 1 0,-1-1-1,1 1 1,-1 0 0,0-1-1,1 1 1,-1-1-1,0 1 1,1 0 0,-1-1-1,0 1 1,0 0 0,0-1-1,1 1 1,-1 0-1,0 0 1,0-1 0,0 1-1,0 0 1,0-1-1,0 1 1,0 0 0,-1-1-1,1 1 1,0 0 0,0 0-1,-1-1 1,1 1-1,0-1 1,-1 1 0,1 0-1,0-1 1,-1 1 0,1-1-1,-1 1 1,1-1-1,-1 1 1,1-1 0,-2 1-1,-11 10 191,-1-1-1,-1 0 0,0-1 1,0-1-1,-29 12 0,-4 2 526,15-6-544,-2 1 5,-40 26 0,68-38-168,-1 0 1,1 1-1,0 0 0,0 0 1,1 1-1,-1-1 1,1 1-1,1 0 0,-1 1 1,-7 14-1,12-20-10,0 0 0,0 0 0,1 0 0,-1 0 0,1 0 0,-1 0 0,1 1 0,-1-1 0,1 0 0,0 0 0,0 0 0,0 0 0,0 1 0,1-1 0,-1 0 0,1 2 0,0-2 0,-1-1 0,1 0 0,0 1 0,0-1 0,0 0 0,0 0 0,0 0 0,0 0 0,0 0 0,0 0 0,1 0 0,-1 0 0,0-1 0,0 1 0,1 0 0,-1-1 0,1 1 0,1 0 0,7 1 0,0-1 0,0 0 0,1 0 0,-1-1 0,17-1 0,-9 0 0,0-1-121,0 0 0,0-1-1,0-1 1,0-1 0,-1-1 0,26-11 0,0-4-352,52-33 1,-72 34 950,-13 12 379,-7 26-399,-3-15-458,1-1 1,-1 1-1,0 0 0,1-1 1,-1 1-1,1-1 0,0 1 1,0-1-1,0 1 0,0-1 1,0 1-1,0-1 0,1 0 1,-1 0-1,1 0 0,0 0 1,0 0-1,0 0 0,0 0 1,0 0-1,0-1 0,0 1 1,0-1-1,0 1 0,1-1 1,-1 0-1,1 0 1,-1 0-1,1 0 0,-1-1 1,1 1-1,4 0 0,10 1-8,-1-1 0,0 0 0,1-1 0,19-3 0,-23 2-8,41-8-452,-36 4-765,1-1 0,-2-1 0,1 0-1,-1-1 1,26-17 0,-34 19 1809,0 0-1,-1-1 0,0 0 0,0-1 0,11-13 0,-19 30-17,0-1-1,1 1 1,0 0 0,0 0-1,1-1 1,0 1-1,6 14 1,-7-21-613,-1-1 0,1 0 0,0 1 0,0-1 0,0 0 0,0 1 0,1-1 0,-1 0 0,0 0 0,0 0 0,1 0 0,-1 0 0,1 0 0,-1-1 0,1 1 0,-1 0 0,1-1 0,1 1 0,-2 0-157,1-1 1,-1 0 0,0 0-1,0 0 1,1 0-1,-1 0 1,0 0 0,0-1-1,1 1 1,-1 0-1,0-1 1,0 1 0,0-1-1,1 1 1,-1-1 0,0 1-1,1-2 1,18-19-9506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7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10149,'0'0'17544,"7"111"-17800,6-82-2786,-6-4-3665,-7-5-5763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8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2849,'0'0'28854,"3"6"-27929,-1-3-919,0 0-1,0 0 1,1 0-1,-1 0 1,1 0 0,-1-1-1,1 0 1,0 1-1,0-1 1,0 0-1,0 0 1,0 0-1,0-1 1,1 1 0,-1-1-1,1 0 1,-1 0-1,1 0 1,-1 0-1,1-1 1,0 1-1,-1-1 1,1 0-1,7 0 1,-7-1-6,1 1 0,0 0 0,0-1 0,-1 0 0,1 0 0,0-1 0,-1 1 0,0-1 0,1 0 0,-1 0 0,0 0 0,0-1 0,0 1 0,0-1 0,0 0 0,6-6 0,19-14 0,-27 23 0,-1 0 0,1 1 0,0-1 0,-1 1 0,1 0 0,-1 0 0,1-1 0,-1 1 0,0 0 0,1 0 0,-1 0 0,0 1 0,0-1 0,1 0 0,-1 0 0,0 1 0,0-1 0,-1 1 0,1-1 0,0 0 0,0 3 0,4 2 0,18 10-2930,18-11-7259,-41-5 10041,32 0-10180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8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18296,'0'0'14471,"-41"142"-14471,41-90 0,0 2 0,0 0 0,0-6 0,7-6 0,6-8 0,1-9 0,-7-9 0,6-9 0,1-7 0,-7 0 0,6-9-3009,-13-25-8869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8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10341,'0'0'17656,"142"12"-14567,-94-8-2016,6-2-849,-13 3-224,-14-3-576,0 1-1810,-14-1-2768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9300,'0'0'20506,"115"76"-19914,-95-67-448,0-4-144,-13-3-704,7-2-1906,-1 0-2816,1-2-5891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8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0 16279,'0'0'12406,"-122"111"-9589,82-55-1552,-8 5-1265,-6 2 0,14 1 0,-8-6 0,14-3 0,0-10 0,14-11 0,7-14-880,13-13-3442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9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42 7155,'0'0'25033,"6"-6"-24489,-3 3-540,0 0-1,1 0 0,0 0 1,-1 1-1,1-1 0,0 1 1,0 0-1,1 0 0,-1 1 1,0-1-1,0 1 0,8-1 1,66-4-13,-60 6 9,-12 0 0,-1-1 0,1 1 0,0 1 0,-1-1 0,1 1 0,0 0 0,-1 0 0,8 3 0,-11-3 0,-1 0 0,1 0 0,-1 0 0,1 1 0,-1-1 0,0 1 0,1-1 0,-1 1 0,0 0 0,0-1 0,0 1 0,0 0 0,-1 0 0,1 0 0,0 0 0,-1 0 0,1 0 0,-1 0 0,0-1 0,0 1 0,1 0 0,-1 0 0,0 0 0,-1 0 0,1 0 0,0 0 0,-1 0 0,0 3 0,0 0 0,0 1 0,-1-1 0,0 1 0,0-1 0,0 0 0,-1 0 0,1 0 0,-1 0 0,-1-1 0,1 1 0,0-1 0,-6 6 0,-58 48 0,19-18 0,33-25-87,0 1 0,2 0-1,-17 25 1,26-34-147,-1 1-1,2 0 1,-1-1 0,1 1-1,0 0 1,1 1 0,0-1-1,0 0 1,1 1 0,-1 15-1,2-13-6816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9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19193,'0'0'13574,"122"45"-13574,-102-45 0,-7 0 0,-6-5 0,-7-4 0,0 5 0,0-1 0,-20 1-6387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0:00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1843 1527 5539,'-291'-240'176,"6"-13"-80,-6-4-96,-7-3-481,-34 3-1327,-13-3-449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4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30 1489,'0'0'15057,"-22"0"-10060,-75 6-1120,90-5-3473,1 1 0,0 0 0,-1 0 0,1 0 0,0 1 0,0 0 0,1 0 0,-1 0 0,1 1 0,-1 0 1,-7 7-1,7-5-203,0 1 1,0 0 0,0 0-1,1 1 1,0-1 0,1 1-1,0 0 1,0 1 0,0-1-1,-4 18 1,6-15-177,-1-1 1,2 1 0,-1 0-1,1 0 1,1 0-1,0 0 1,1 0-1,2 11 1,-2-17-24,0-1 1,1 1-1,-1-1 1,1 1-1,0-1 0,0 0 1,1 0-1,-1 0 0,1 0 1,0-1-1,0 1 1,0-1-1,1 1 0,-1-1 1,1 0-1,0 0 0,-1-1 1,1 1-1,1-1 1,6 3-1,0 0-170,0-1 1,1-1-1,-1 1 1,1-2-1,-1 0 1,1 0-1,0-1 0,0-1 1,0 0-1,-1 0 1,17-4-1,-23 4 89,1-2 1,-1 1-1,1-1 0,-1 1 0,0-1 1,0-1-1,0 1 0,0-1 1,0 0-1,0 0 0,-1 0 0,0-1 1,1 0-1,-1 0 0,0 0 0,-1 0 1,1 0-1,-1-1 0,0 0 1,0 1-1,0-1 0,-1 0 0,0-1 1,0 1-1,2-8 0,-1 3 138,-1-1 0,0 1-1,-1-1 1,0 0 0,-1 0-1,0 0 1,0 1 0,-1-1-1,-1 0 1,0 0 0,0 1-1,-1 0 1,-1-1 0,1 1 0,-2 0-1,1 0 1,-1 1 0,-1-1-1,0 1 1,0 1 0,-11-13-1,7 10-247,-6-7 464,12 4-4034,24 7-13380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4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98 16904,'-20'-1'3060,"-9"-2"-2351,-84-6 4723,99 8-4572,-1 1 0,1 1 1,0 0-1,-1 1 0,1 1 0,-15 4 1,25-5-796,0 0 0,0 0-1,0 1 1,0-1 0,1 1 0,-1 0 0,1 0 0,-7 7 0,9-9-63,0 0-1,0 0 1,0 0 0,0 1-1,0-1 1,1 0 0,-1 1 0,0-1-1,1 0 1,-1 1 0,1-1-1,-1 1 1,1-1 0,-1 1-1,1-1 1,0 1 0,0-1 0,0 1-1,0-1 1,0 1 0,0-1-1,0 1 1,1-1 0,-1 1-1,1-1 1,-1 1 0,1-1 0,-1 0-1,1 1 1,0-1 0,-1 0-1,2 2 1,4 2-2,0 0 0,0-1 0,0 1 0,0-1 0,1-1 0,0 1 0,0-1 0,0 0 0,0-1 0,14 3 0,1 0 0,0-1 0,34 2 0,-38-5-217,0 0 0,1-2 0,30-4 0,-41 3 115,0 0 1,-1 0-1,1-1 1,-1 0-1,1 0 1,-1-1-1,0 0 1,-1 0-1,1-1 1,11-10-1,-6 2-131,-1 1 1,-1-1-1,0-1 0,12-21 1,-12 18 27,1 1 1,19-23-1,-27 36 199,0 1-1,0 0 1,0 0 0,0 0-1,1 0 1,-1 0-1,1 1 1,-1 0 0,1-1-1,-1 1 1,1 0-1,0 1 1,-1-1-1,5 1 1,60-1 62,-42 2 51,-16-1-68,-1 0 1,1 1-1,-1 0 1,1 0-1,-1 1 0,0 0 1,0 0-1,1 1 1,13 7-1,-20-8-3,0 0-1,0 0 1,-1 0 0,1 1-1,-1-1 1,0 1 0,0-1-1,0 1 1,0 0 0,0-1-1,0 1 1,-1 0-1,1 0 1,-1 1 0,0-1-1,0 0 1,0 0 0,0 0-1,-1 1 1,1-1 0,-1 0-1,0 1 1,0-1 0,0 1-1,0-1 1,-1 0 0,1 1-1,-1-1 1,0 0 0,-2 6-1,0-1 63,0 1 0,-1-1-1,0 0 1,-1 0 0,0 0-1,0 0 1,0-1-1,-1 0 1,-13 13 0,-9 6 432,-34 23-1,24-19-369,-34 27-160,-227 194 0,252-209 0,2-2 0,-44 50 0,75-71 0,14-18-1,0-1 0,-1 0 1,1 0-1,0 0 0,0 1 0,0-1 0,0 0 0,0 1 1,0-1-1,0 0 0,-1 0 0,1 1 0,0-1 0,0 0 1,0 1-1,0-1 0,0 0 0,0 0 0,0 1 0,0-1 1,0 0-1,1 1 0,-1-1 0,0 0 0,0 0 1,0 1-1,0-1 0,0 0 0,0 0 0,1 1 0,-1-1 1,0 0-1,0 0 0,0 0 0,1 1 0,-1-1 0,0 0 1,0 0-1,0 0 0,1 1 0,-1-1 0,4 1-252,1 0 0,-1 0-1,0 0 1,0-1 0,0 0 0,1 0-1,-1 0 1,0 0 0,0 0-1,1-1 1,-1 0 0,4-1-1,51-20-7356,-5-6-3878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7:56:34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27 18168,'0'0'12990,"-10"17"-11616,-31 56-1139,40-71-235,0 0 0,-1 0 0,1 0 0,0 1 0,0-1 0,1 0 0,-1 0 0,0 1 0,1-1 0,-1 0 0,1 1 0,0-1 0,0 1 0,0-1 0,0 0 0,0 1 0,0-1 0,1 1 0,-1-1 0,1 0 0,-1 1 0,1-1 0,0 0 0,0 0 0,0 0 0,1 0 0,-1 0 0,0 0 0,1 0 0,-1 0 0,1 0 0,0 0 0,-1-1 0,1 1 0,0-1 0,0 1 0,0-1 0,0 0 0,0 0 0,0 0 0,1 0 0,-1 0 0,0 0 0,4 0 0,7 3 0,1-1 0,1-1 0,-1 0 0,0-1 0,18 0 0,-31-1 0,3 0 0,0 0 0,-1-1 0,1 1 0,0 0 0,0-1 0,-1 0 0,1 0 0,0 0 0,-1 0 0,1-1 0,-1 0 0,0 1 0,1-1 0,-1 0 0,0 0 0,0-1 0,0 1 0,0-1 0,-1 0 0,1 1 0,-1-1 0,4-6 0,-3 4 0,0-1 0,-1 0 0,0 0 0,0 0 0,0 0 0,-1 0 0,0 0 0,0 0 0,-1-1 0,1 1 0,-1 0 0,-1-1 0,0-5 0,0 8 0,0 0 0,0 0 0,-1 1 0,1-1 0,-1 0 0,0 1 0,0-1 0,0 1 0,0 0 0,-1 0 0,1 0 0,-1 0 0,0 0 0,0 0 0,0 1 0,0 0 0,0-1 0,-1 1 0,1 0 0,0 1 0,-1-1 0,0 0 0,1 1 0,-6-1 0,-3-2 0,1 1 0,-1 1 0,0 0 0,0 0 0,0 1 0,-22 2 0,29-1-16,1 1 0,-1 1-1,0-1 1,1 1 0,-1 0 0,1 0 0,0 0-1,0 0 1,-1 1 0,2-1 0,-1 1 0,0 0-1,0 1 1,1-1 0,-5 6 0,-2 1-731,-12 10-4282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0:11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136 183 2289,'0'0'7353,"2"-5"-6257,1-9-708,2-5 1768,-1 1-1,-1-1 0,1-28 1,-4-11-958,-48 55-289,44 4-904,0-1 0,0 1-1,0 0 1,0 0 0,0 1-1,0-1 1,0 1 0,0 0 0,0 0-1,1 0 1,-1 0 0,1 1-1,0-1 1,-1 1 0,1 0-1,0 0 1,1 0 0,-1 0-1,1 1 1,-1-1 0,1 1-1,0 0 1,0-1 0,-2 8 0,-1 0 35,1 1 1,0 0 0,1-1-1,0 1 1,1 1 0,0-1-1,0 17 1,2-21-12,0-3-3,-1 0-1,1 0 1,1 0-1,-1 0 1,1 0-1,0 0 1,0 0-1,3 8 1,-3-11-23,1 0 1,-1-1 0,1 1 0,-1 0-1,1-1 1,0 1 0,0-1-1,0 0 1,0 1 0,0-1 0,0 0-1,0 0 1,0 0 0,0-1 0,1 1-1,-1-1 1,0 1 0,0-1-1,1 1 1,-1-1 0,0 0 0,3 0-1,12 0 33,-1-1 0,0 0 0,1-1 0,-1-1 0,0-1 0,0 0-1,0-1 1,-1 0 0,0-2 0,0 1 0,0-2 0,-1 0 0,0-1 0,-1 0-1,0-1 1,0-1 0,18-19 0,-12 4 721,-16 22 1617,-6 16-889,0-1-1584,-7 28 831,2 1 1,1-1 0,2 1-1,1 59 1,1-52-477,-2 0-1,-2-1 1,-24 85 0,-3 16 20,33-105-276,9-43 0,-7 0 0,33-23-2088,-32 22 1638,0 1 0,0-1 0,0 0-1,0 1 1,0-1 0,-1 0 0,1 0-1,-1 0 1,1-1 0,-1 1 0,0 0-1,0 0 1,0-1 0,2-4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0:21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3025,'0'0'20287,"-7"5"-19110,2 0-961,0 0 1,0 0 0,0 0-1,1 1 1,0 0 0,0-1-1,0 2 1,1-1 0,0 0 0,0 1-1,-4 12 1,-19 92 1320,17-65-1326,4-14 103,0 1 0,1 48 0,4-49-4586,0-2-5124,0-16 3084,0-22-61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0:21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88 6467,'0'0'10125,"20"-15"-8271,61-42-568,-78 55-1198,0 0 1,0 0 0,0 1-1,0-1 1,0 1 0,1 0-1,-1 0 1,0 0 0,1 0 0,-1 1-1,1-1 1,-1 1 0,1 0-1,4 0 1,-6 1-27,0-1 1,0 1-1,0-1 0,0 1 1,0 0-1,0 0 0,-1 0 1,1 0-1,0 0 0,0 1 1,-1-1-1,1 1 0,-1-1 1,1 1-1,-1-1 0,0 1 1,2 2-1,1 3 152,-1 0 0,0 0 0,0 0 0,-1 1 0,0-1 0,0 1 0,-1-1 0,1 12 0,-1-15-121,-1 1 0,1-1 0,-1 1 0,0-1 0,0 1 0,-1 0 0,1-1 0,-1 1 0,0-1 0,-1 0 0,1 1 0,-1-1 0,1 0 0,-1 0 0,0 0 0,-1 0 0,-3 5 0,0-4-18,0 1 0,0-1 0,-1 0 0,0-1 0,0 1 1,0-1-1,-1-1 0,-10 5 0,-4 0 37,0-1 0,-1-1 0,-27 4 0,-34 9-1224,80-17 1175,31-13-18062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0:2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20 555 9732,'0'0'18417,"-2"17"-17147,0 9-928,-8 52 706,6-67-705,3-13-173,0-25-175,10-45-180,-2 54 122,1 0 1,1 1 0,1 0 0,14-19 0,4-7-625,-28 42 574,1-1 1,0 1-1,0-1 0,0 1 1,0-1-1,0 1 0,0-1 1,0 1-1,1 0 0,-1 0 1,0-1-1,1 1 1,-1 0-1,1 0 0,1 0 1,-2 1-86,0 0 0,0 0 0,0 0 0,-1 1 0,1-1 0,0 0 0,0 1 0,-1-1 0,1 1 0,0-1 0,-1 1 0,1-1 1,-1 1-1,1 0 0,0-1 0,-1 1 0,1-1 0,-1 1 0,0 0 0,1 0 0,-1-1 0,1 1 0,-1 0 0,0 0 0,0-1 0,0 1 1,1 0-1,-1 1 0,1 2-599,1-1 1,0 1-1,0 0 1,0-1 0,0 1-1,0-1 1,1 0-1,-1 0 1,1 0-1,0 0 1,0 0-1,0-1 1,6 4 0,-4-3 164,0 0 1,1-1-1,-1 0 1,1 0-1,-1 0 1,1-1-1,0 0 1,9 1-1,52-5 1187,-4-10 7010,-63 13-7215,1-1-1,0 1 1,-1 0-1,1-1 0,0 1 1,-1 0-1,1 0 0,-1 0 1,1 0-1,0 0 1,-1 0-1,1 0 0,0 0 1,-1 0-1,1 0 1,0 0-1,-1 0 0,1 0 1,0 1-1,-1-1 0,1 0 1,-1 0-1,1 1 1,0-1-1,-1 0 0,1 1 1,-1-1-1,1 1 1,-1-1-1,1 0 0,-1 1 1,1 0-1,-1-1 1,1 2-1,-1 24 7131,-1-7-9098,1-18 1615,0 1 0,0-1 0,0 1-1,0-1 1,0 1 0,0-1 0,0 0-1,0 1 1,1-1 0,-1 1 0,1-1 0,-1 0-1,1 1 1,-1-1 0,1 0 0,0 0-1,-1 0 1,1 1 0,0-1 0,0 0-1,0 0 1,1 1 0,0-1-23,0-1 0,0 0 1,0 1-1,0-1 0,0 0 0,0 0 0,0 0 1,-1 0-1,1 0 0,0-1 0,0 1 0,0 0 0,0-1 1,0 1-1,-1-1 0,1 0 0,3-1 0,1-1-114,-1-1-1,1 1 0,-1-1 0,1 0 0,-1 0 1,0-1-1,0 1 0,-1-1 0,1 0 0,-1 0 1,-1-1-1,1 1 0,-1-1 0,1 0 1,-2 0-1,4-9 0,-4 10 56,0 0 0,-1 0 0,1 0 0,-1 0 0,0 0 0,-1-1 0,1 1 0,-1 0 0,0-1 0,0 1 0,-1 0 0,0-1 0,0 1 0,0 0 0,0 0 0,-1 0 0,0 0 0,0 0 0,0 0 0,-5-6 0,3 6 29,1 0-1,-1 0 0,1-1 0,-1 1 0,2-1 0,-1 0 0,1 0 1,0 0-1,0 0 0,0 0 0,1 0 0,0-1 0,0 1 0,0 0 1,1-10-1,1 13-52,0 0 0,0 0 0,0 0 0,0 0 0,1 0 0,-1 1 0,1-1 0,-1 0 0,1 1 0,0-1 0,0 1 0,0-1 0,0 1 0,1 0 0,-1 0 0,1 0 0,4-3 0,59-35-1295,-46 29 904,61-35-873,100-62 638,-190 118 6170,-10 16-4679,9-11 46,-13 20-41,1 1-1,2 0 1,-28 71 0,-28 122 1601,71-205-2362,-3 7 0,17-40 0,0 0 0,0 0 0,1 1 0,0 0 0,1 1 0,0 0 0,12-5 0,-14 6 0,5-3-75,0 1 0,0 1 0,0 0 0,1 1 0,0 0 0,0 1 0,0 1 0,1 1 0,27-4 0,-41 8 81,-1 0-1,0 0 1,0 0-1,0 0 1,0 0-1,0 0 1,0 0-1,0 0 1,0 0-1,0 1 1,0-1-1,-1 0 1,1 1-1,0-1 0,-1 0 1,1 1-1,-1-1 1,0 1-1,1-1 1,-1 1-1,0-1 1,0 0-1,0 1 1,0-1-1,0 1 1,0-1-1,0 1 1,-1 1-1,1 2 48,0 0 1,0 0-1,-1 0 0,0 0 0,0 0 0,0 0 1,0-1-1,-1 1 0,-2 5 0,-1-4-47,0-1 1,0 1-1,-1-1 0,0 0 0,0-1 0,0 1 0,0-1 0,-1 0 0,1-1 0,-1 0 1,-9 3-1,4-1-8,0-1-1,0-1 1,0 0 0,-1-1 0,1 0 0,-14 0 0,26-2 4,-1 0-1,1 0 1,0-1-1,-1 1 1,1 0-1,-1 0 1,1 0 0,-1-1-1,1 1 1,0 0-1,-1 0 1,1-1 0,0 1-1,-1 0 1,1-1-1,0 1 1,-1 0-1,1-1 1,0 1 0,-1-1-1,1 1 1,0 0-1,0-1 1,0 1 0,0-1-1,-1 1 1,1-1-1,0 1 1,0 0-1,0-1 1,0 1 0,0-1-1,0 1 1,0-1-1,0 1 1,0-1 0,0 1-1,0-1 1,1 1-1,-1-1 1,0 1-1,0 0 1,0-1 0,1 1-1,-1-1 1,9-19-366,-4 14-775,1 0 0,0 0 0,0 1 1,1 0-1,0 0 0,0 0 0,12-5 0,2-3-3738,14-11-7784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0:23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4978,'0'0'20025,"162"-23"-17607,-108 12-1154,0 2-672,-13 0-319,-7 4-241,-7 1 0,-13 4-32,-28 2-3362,-27 16-400,-6 3-3505,-7 3-817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0:23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8612,'54'133'3570,"-41"-133"1520,14 0-704,14-4-1809,0-10-928,6-2-945,-6 3-592,-7-1-112,-1 1-1360,8-5-3651,6-5-10276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0:23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41 6755,'0'0'16082,"-19"6"-14324,-62 20-133,75-24-1512,1 1 0,0 0 0,0 0 0,0 0 0,0 0 0,1 1 0,-1-1 0,1 1 0,0 1 1,0-1-1,0 0 0,1 1 0,-1 0 0,1 0 0,0 0 0,1 0 0,-1 0 0,1 1 0,0-1 0,1 1 0,-1 0 0,1-1 0,0 1 0,0 0 0,1 0 0,0 0 0,0-1 0,0 1 0,0 0 1,1 0-1,2 5 0,-2-8-110,0-1 1,1 1-1,-1-1 1,1 0-1,0 0 1,0 0-1,0 0 1,0 0-1,0 0 1,0 0-1,0 0 1,1-1-1,-1 1 1,1-1-1,-1 0 1,1 0-1,-1 0 1,1 0-1,0 0 1,-1-1 0,6 2-1,65 4 65,-65-6-72,9 1-37,0-1 0,-1-1 0,1 0 0,0-2 0,27-6 0,-40 7 25,1 1 1,0-1 0,-1 0 0,1 0 0,-1-1-1,0 1 1,1-1 0,-1 0 0,-1 0 0,1 0 0,0-1-1,-1 1 1,0-1 0,1 0 0,-2 0 0,1 0-1,0 0 1,-1-1 0,0 1 0,0-1 0,0 1-1,0-1 1,1-7 0,-1 4 23,-1 0 0,0 0-1,0 0 1,0 0 0,-1 0-1,0 0 1,-1 0 0,0 1 0,0-1-1,-4-13 1,4 17 11,-1 0 1,0 0-1,-1 0 1,1 1-1,-1-1 1,1 1-1,-1-1 1,0 1-1,-1 0 1,1 0-1,0 0 1,-1 0-1,0 1 0,0-1 1,1 1-1,-1 0 1,-1 0-1,1 1 1,0-1-1,-6 0 1,3-1 56,0 1 0,0 0 0,-1 1 1,1 0-1,-1 0 0,1 1 0,-1 0 1,1 0-1,-1 0 0,-9 3 0,14-2-158,1 0-1,-1 0 0,1 0 0,0 0 1,-1 0-1,1 1 0,0-1 1,0 1-1,0-1 0,0 1 0,0 0 1,0 0-1,0 0 0,1 0 0,-1 0 1,1 0-1,-1 0 0,1 1 0,0-1 1,0 1-1,0-1 0,0 1 0,0-1 1,1 1-1,-1-1 0,1 1 1,0 0-1,-1-1 0,1 1 0,1 4 1,-1-6-358,0 1 1,0-1-1,0 1 1,0-1 0,0 1-1,0-1 1,0 0-1,1 1 1,-1-1 0,1 1-1,-1-1 1,1 0-1,-1 0 1,1 1 0,0-1-1,0 0 1,0 0-1,0 0 1,-1 0 0,1 1-1,1-2 1,-1 1-1,0 0 1,0 0 0,0 0-1,0 0 1,1-1-1,-1 1 1,2 0 0,29 10-13362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0:24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22058,'0'0'10709,"0"7"-10709,7 2 0,0-5-1905,6-4-6611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0:24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61 15719,'0'0'12072,"5"-10"-10892,-2 6-1145,-2 3 61,1-1 0,-1 0 0,0 0 0,0 0 0,0 0-1,0-1 1,0 1 0,0 0 0,-1 0 0,1-1 0,-1 1 0,1-5 0,-11-3 689,-21 7-257,21 2-467,0 1-1,0 0 1,0 0-1,0 1 1,0 1-1,1 0 1,-1 0-1,0 1 1,1 0-1,-1 0 1,1 1-1,0 1 1,0-1-1,1 2 1,-1-1-1,1 1 0,-13 12 1,19-16-59,0-1 0,0 1 0,0 0 0,0 0 0,1 0 0,-1 0 0,1 0 0,-1 0 0,1 1 0,0-1 0,0 0 0,0 1 0,0-1 0,0 1 1,1-1-1,-1 1 0,1-1 0,-1 1 0,1 0 0,0-1 0,0 1 0,0-1 0,0 1 0,1 0 0,-1-1 0,1 1 0,0-1 0,-1 1 0,1-1 0,0 0 0,1 1 0,-1-1 0,0 0 0,1 1 0,-1-1 0,1 0 0,-1 0 0,1 0 0,0-1 0,0 1 0,0 0 1,0-1-1,0 1 0,0-1 0,1 0 0,-1 1 0,0-1 0,1 0 0,-1-1 0,1 1 0,-1 0 0,1-1 0,-1 1 0,5-1 0,12 4-97,1-2 1,0-1-1,0 0 1,0-1-1,-1-1 0,1-1 1,0-1-1,-1-1 0,1 0 1,-1-2-1,0 0 1,-1-1-1,1-1 0,18-11 1,-26 7 803,-13 9-221,-8 7-266,2 1-222,0 0 0,0 0 0,1 1 0,-1 0 0,2 1 0,-1-1 0,1 1 0,0 0 0,0 1 0,1 0 0,-8 14 0,-4 12 0,-20 59 0,20-45 0,10-32-128,2-3-810,-1 0 0,2 1-1,-1-1 1,2 1 0,-2 15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0:25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56 1024,'0'0'10331,"5"-5"-8173,18-16 147,-20 4 8852,-14 16-8027,3 2-3944,0 2 907,0 2 0,0-1 0,0 1 0,0 0 1,1 1-1,0 0 0,0 0 0,0 0 0,1 1 0,0 0 0,0 0 1,1 1-1,0-1 0,0 1 0,1 0 0,0 1 0,0-1 1,1 1-1,0-1 0,1 1 0,0 0 0,0 0 0,0 14 0,1-19-104,1 1-1,0 0 1,1-1-1,-1 1 0,1 0 1,0-1-1,0 1 1,0-1-1,1 1 0,3 5 1,-4-7-14,1-1 1,0-1-1,-1 1 1,1 0-1,0 0 1,0-1-1,1 1 0,-1-1 1,0 1-1,0-1 1,1 0-1,-1 0 1,1 0-1,-1 0 1,1-1-1,-1 1 1,1-1-1,-1 1 1,1-1-1,4 0 0,2 1-76,1-1 0,0 0 0,0 0 0,-1-1 0,1 0 0,0-1 0,-1 0 0,1 0 0,-1-1 0,0-1 0,0 1 0,13-9 0,-16 8 109,0 0 0,-1 0 0,0-1 0,0 1 0,0-1-1,-1-1 1,0 1 0,0-1 0,0 1 0,0-1 0,-1 0 0,0-1 0,0 1 0,-1 0 0,0-1 0,0 0-1,-1 1 1,2-14 0,-2 15 66,-1 1 0,1-1-1,-1 1 1,0-1 0,-1 1-1,1-1 1,-1 1 0,0-1-1,0 1 1,0 0 0,-1-1 0,0 1-1,0 0 1,0 0 0,0 0-1,0 0 1,-1 0 0,0 1-1,1-1 1,-6-4 0,3 4 19,0 1 1,0-1 0,0 1-1,0 0 1,-1 0 0,1 1 0,-1-1-1,0 1 1,0 1 0,1-1-1,-1 1 1,-1 0 0,1 0 0,0 0-1,-6 1 1,11 0-118,0 0 1,0 0 0,1 0-1,-1 0 1,0 0-1,0 0 1,0 0-1,1 0 1,-1 0-1,0 0 1,0 1-1,1-1 1,-1 0-1,0 0 1,0 1-1,1-1 1,-1 0-1,0 1 1,1-1-1,-1 1 1,0-1-1,1 1 1,-1 0-1,1-1 1,-1 1-1,1-1 1,-1 1-1,1 0 1,-1-1-1,1 1 1,0 0-1,-1 0 1,1-1-1,0 1 1,0 0-1,-1 0 1,1-1-1,0 1 1,0 0-1,0 0 1,0 0-1,0-1 1,0 2-1,0 0-175,1 0 0,-1-1 0,0 1 0,1-1 0,-1 1 0,1 0 0,0-1 0,0 1 0,-1-1 0,1 1 0,0-1 0,0 0 0,3 3 0,13 2-4424,5-3-4032,4-2-4597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0:25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20 3378,'0'0'15713,"-10"-4"-13338,4 2-2182,3 0 24,0 0 0,-1 1-1,1-1 1,-1 1 0,0-1 0,1 1 0,-1 0-1,0 1 1,0-1 0,1 1 0,-1-1-1,0 1 1,0 0 0,0 1 0,1-1-1,-1 1 1,0-1 0,0 1 0,1 0 0,-1 0-1,0 1 1,1-1 0,-1 1 0,1 0-1,-4 3 1,0 2 85,0 0 0,1 1 0,0 0 0,0 0 1,1 0-1,0 1 0,0 0 0,1 0 0,0 0 0,1 0 0,0 1 0,-2 10 0,1 10 49,0-1-1,2 53 0,2-78-359,1-1 0,-1 1 0,1-1 0,-1 1 0,1-1 0,0 0-1,1 1 1,-1-1 0,1 0 0,-1 0 0,1 0 0,0 0-1,0 0 1,0 0 0,0-1 0,1 1 0,-1-1 0,1 1 0,-1-1-1,1 0 1,0 0 0,0 0 0,0 0 0,0-1 0,0 1-1,1-1 1,-1 0 0,0 0 0,1 0 0,-1 0 0,7 0 0,-4 0-73,0 0 1,0 0 0,0-1-1,0 0 1,0 0 0,-1-1-1,1 0 1,0 0 0,0 0-1,0 0 1,-1-1 0,1 0-1,-1 0 1,1-1 0,-1 0-1,0 0 1,0 0 0,7-5-1,-5-2 107,0 0 1,0-1-1,0 0 0,-2 0 0,1 0 0,-1-1 1,-1 1-1,0-1 0,-1 0 0,0-1 0,-1 1 1,0 0-1,-1-1 0,0 1 0,-1-1 0,-1 1 1,-1-14-1,1 22 27,0 1 1,0 0-1,-1-1 0,1 1 1,-1 0-1,0 0 0,1 0 1,-1 0-1,0 0 0,-1 0 1,1 0-1,0 1 0,-1-1 1,0 1-1,0 0 1,1 0-1,-1 0 0,0 0 1,-5-2-1,6 3-17,-1-1-1,1 1 1,-1 0-1,0 0 1,0 0 0,0 0-1,0 0 1,0 1 0,0 0-1,0-1 1,0 1-1,0 0 1,0 0 0,0 0-1,0 1 1,0-1 0,1 1-1,-1 0 1,0 0 0,0 0-1,0 0 1,0 0-1,-3 3 1,4-2-123,0 0 0,1 0-1,-1 0 1,0 0 0,1 0 0,0 0 0,-1 1-1,1-1 1,0 1 0,0-1 0,1 1 0,-1-1-1,0 1 1,1-1 0,0 1 0,-1 0-1,1-1 1,0 1 0,1 2 0,-2-3-56,1 0 1,0 0 0,1 0-1,-1 0 1,0 0-1,0-1 1,1 1-1,-1 0 1,1 0 0,0 0-1,0-1 1,-1 1-1,1 0 1,0-1-1,0 1 1,0-1 0,1 1-1,-1-1 1,0 1-1,1-1 1,-1 0 0,0 0-1,1 0 1,0 0-1,2 2 1,5-1-2322,0-1-1,1 0 1,-1 0 0,12-1 0,-20 0 2126,33 0-10012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0:2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38 7155,'0'0'13537,"4"-4"-11539,-2 3-1210,13-10-285,-9 0 6002,-33 11-4224,20 0-2281,1 1 0,-1 0 0,1 0 0,-1 1 0,1-1 0,0 1 0,0 1 0,0-1 0,0 1 0,0 0 0,0 1 0,1-1 0,0 1 0,0 0 0,0 0 0,0 1 0,0 0 0,1 0 0,0 0 0,0 0 0,-6 11 0,4-5 0,0 0 0,0 1 0,1 0 0,1 0 0,0 0 0,1 0 0,0 1 0,1-1 0,0 1 0,0 15 0,2-11 0,-1-12 0,1 0 0,0 0 0,0 0 0,1-1 0,-1 1 0,1 0 0,2 6 0,-2-9 0,0-1 0,0 1 0,0 0 0,0-1 0,0 0 0,0 1 0,1-1 0,-1 0 0,0 1 0,1-1 0,-1 0 0,1 0 0,0 0 0,-1 0 0,1-1 0,0 1 0,-1 0 0,1-1 0,0 1 0,0-1 0,0 1 0,0-1 0,2 0 0,6 1-36,0 0 1,1-1-1,-1 0 0,0-1 1,0 0-1,0 0 0,0-1 1,0-1-1,0 1 0,-1-2 1,1 1-1,-1-1 0,0-1 1,17-10-1,-20 10 12,0 0-1,0 1 1,0-2 0,-1 1-1,1-1 1,-1 1 0,-1-2-1,1 1 1,-1 0 0,0-1-1,-1 0 1,1 0 0,-1 0-1,-1 0 1,1 0 0,-1-1-1,-1 1 1,1-1 0,-1 1 0,0-12-1,-1-4 98,1 14 23,-1 1 0,0-1 0,0 1 0,-1-1 0,-3-12 0,3 18-79,0 1 0,0-1 0,0 1 1,0 0-1,0-1 0,-1 1 1,1 0-1,-1 0 0,0 0 0,0 0 1,1 0-1,-1 0 0,0 1 1,-1-1-1,1 1 0,0-1 0,0 1 1,-1 0-1,1 0 0,-1 0 0,1 0 1,-4-1-1,-2 0-41,-1-1 0,0 2 0,1-1 0,-1 1 0,0 1 0,0 0 0,0 0 0,0 0 0,1 1 0,-1 1 0,0 0 0,-13 4 0,17-4-77,0 0 0,0 0 1,0 1-1,1 0 0,-1 0 0,1 0 0,-1 0 1,1 1-1,0 0 0,0 0 0,1 0 1,-1 0-1,1 0 0,0 1 0,0 0 0,0-1 1,1 1-1,0 0 0,0 0 0,0 1 1,-1 6-1,1-1-6484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1:27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2657,'0'0'4151,"2"12"-2753,8 35 104,-9-46-1269,-1 0-1,0 0 0,1 0 0,-1 0 1,1 0-1,0-1 0,-1 1 0,1 0 1,0 0-1,-1-1 0,1 1 0,0 0 1,0-1-1,0 1 0,-1-1 0,1 1 0,0-1 1,0 1-1,0-1 0,0 1 0,0-1 1,0 0-1,0 0 0,0 0 0,0 1 1,2-1-1,24-2 3408,-23 1-3258,37-7 7950,-40 20-5296,-4 162-1174,-1 5-6250,18-210-14178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1:27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5827,'0'0'21241,"-27"109"-19864,13-91-689,-6-3-464,0-1-192,6-3-32,1-4-1760,6-7-3443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1:27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30 8388,'0'0'14054,"6"-3"-11799,12-3-1434,0 1 0,0 0 0,0 2 1,0 0-1,33-1 0,-50 4-816,-1 0 0,1 0 0,-1 0 0,0 0-1,1 0 1,-1 0 0,1 0 0,-1 0 0,0 0 0,1 0-1,-1 1 1,0-1 0,1 0 0,-1 0 0,0 0 0,1 1-1,-1-1 1,0 0 0,1 0 0,-1 1 0,0-1 0,0 0-1,1 1 1,-1-1 0,0 0 0,0 1 0,0-1 0,1 0-1,-1 1 1,0-1 0,0 0 0,0 1 0,0-1 0,0 1-1,0-1 1,0 1 0,-4 20 96,-15 17 17,4-23 90,0 0 0,-33 24 1,-13 13 1071,61-52-1271,-1 0 0,1 0 1,-1 0-1,1 0 1,0 1-1,-1-1 1,1 0-1,0 0 0,-1 1 1,1-1-1,0 0 1,-1 1-1,1-1 1,0 0-1,-1 1 0,1-1 1,0 0-1,0 1 1,-1-1-1,1 0 1,0 1-1,0-1 0,0 1 1,0-1-1,0 1 1,0-1-1,0 0 1,-1 1-1,1-1 0,0 1 1,0-1-1,1 1 1,-1-1-1,0 1 1,0-1-1,0 0 0,0 1 1,0-1-1,0 1 1,1-1-1,-1 0 0,0 1 1,0-1-1,0 1 1,1-1-1,-1 0 1,0 1-1,1-1 0,-1 0 1,0 0-1,1 1 1,-1-1-1,0 0 1,1 0-1,-1 1 0,1-1 1,-1 0-1,0 0 1,1 0-1,-1 0 1,1 0-1,-1 0 0,1 1 1,-1-1-1,0 0 1,1 0-1,-1 0 1,1-1-1,42 1-4,-29 0 68,21-1-277,-1-2 0,0-1 1,0-1-1,35-11 0,-2-5-3623,-4-7-4322,-22 6-2515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1:28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50 3506,'0'0'24419,"-2"-8"-22592,2 6-1741,0 0-1,0 0 0,0 1 1,-1-1-1,1 0 0,-1 0 0,0 0 1,1 1-1,-1-1 0,0 0 1,0 1-1,0-1 0,0 0 1,0 1-1,-1-1 0,1 1 1,0 0-1,-1-1 0,1 1 0,-1 0 1,-2-1-1,1 0-9,-1 1 0,1 1 1,-1-1-1,0 0 0,1 1 0,-1 0 0,0 0 0,0 0 0,1 0 0,-1 0 1,0 1-1,1 0 0,-7 1 0,5-1-74,0 0 1,-1 1-1,1-1 1,0 1-1,-1 0 1,1 0-1,0 1 1,0 0-1,1 0 1,-1 0-1,1 0 1,-1 0-1,1 1 1,0 0-1,0 0 1,1 0-1,-1 1 1,1-1-1,0 1 1,0 0-1,0 0 1,1 0-1,0 0 1,0 0-1,0 0 1,1 0-1,-1 1 1,0 9-1,2-13-2,1-1 0,-1 0 1,1 0-1,-1 0 0,1 1 0,0-1 0,-1 0 1,1 0-1,0 0 0,0 0 0,0 0 0,-1 0 1,1 0-1,0-1 0,0 1 0,1 0 0,-1 0 1,0-1-1,0 1 0,0-1 0,0 1 0,1-1 0,-1 1 1,0-1-1,0 0 0,1 0 0,-1 1 0,0-1 1,0 0-1,1 0 0,0-1 0,55 2-13,-43-1-7,1-1-71,-1-1 0,1-1-1,0 0 1,-1-1-1,0 0 1,1-1 0,-2-1-1,1 0 1,-1-1 0,0 0-1,12-10 1,-24 17 816,-10 17-327,-2 3-398,0 0 0,1 1 0,1 0 0,1 0 0,1 1 0,1 0 0,1 0 0,0 0 0,2 1 0,-1 29 0,4-47-269,0 0 0,0 1 0,-1-1 0,1 0-1,-1 0 1,-1 1 0,-1 4 0,2-8-226,0-1-1,1 1 1,-1-1 0,0 1-1,0-1 1,-1 1 0,1-1-1,0 1 1,0-1 0,-1 0-1,1 0 1,-1 0 0,1 1-1,-3 0 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1:29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4818,'0'0'18035,"4"6"-15639,-1-1-2172,1 0 1,-2 1-1,1-1 1,-1 1-1,1 0 0,-1 0 1,-1 0-1,1 0 1,-1 0-1,-1 0 0,1 0 1,-1 0-1,0 0 1,0 1-1,-1 5 1,-3 24 1566,-12 50 1,9-51-1448,2-12-312,2-11-88,1-1 0,0 1 0,1 0 0,0 13 0,28-62-24940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1:2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3410,'0'0'22778,"34"75"-20585,-34-53-80,0-4-1665,0 0-224,-14-2 32,1-2-256,-1-3-400,1-2-1185,6-9-928,0 0-2721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1:2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30 5523,'0'0'20550,"6"-3"-19029,-5 2-1385,33-18 1165,-32 18-1224,-1 0 0,1 1 0,-1-1 0,1 0 0,-1 1 0,1-1 0,0 1 0,-1-1 0,1 1 0,0 0 1,-1 0-1,1-1 0,0 1 0,-1 0 0,1 1 0,0-1 0,-1 0 0,1 0 0,0 1 0,-1-1 0,1 1 0,1 0 0,-2 4-41,0 0-1,0 0 1,-1 0-1,0 0 0,0 0 1,0 0-1,-1 0 1,1 0-1,-1 0 1,-2 5-1,-4 6 165,-1-1 1,-1-1-1,0 1 1,-1-1-1,0-1 0,-23 22 1,1 3-46,16-22-137,13-14-19,0 1 1,-1 0 0,1 0 0,1 1 0,-1-1 0,0 1 0,1-1-1,0 1 1,-1 0 0,-1 5 0,5-8 0,0-1 0,0 1 0,0-1 0,0 1 0,0-1 0,0 0 0,0 1 0,0-1 0,0 0 0,0 0 0,0 0 0,0 0 0,0 0 0,1 0 0,-1 0 0,0 0 0,2 0 0,-1-1 0,30 2-5,1-2-1,-1-1 1,0-2 0,0-1-1,0-1 1,-1-2 0,37-14-1,-66 22-123,-1-1-1,0 1 1,1-1-1,-1 1 1,0-1-1,1 0 0,-1 0 1,0 0-1,0 0 1,0 0-1,0 0 1,0 0-1,0 0 1,0 0-1,0-1 1,0 1-1,1-2 0,-2 2-299,0 0-1,0 0 0,0 1 0,0-1 1,0 0-1,0 1 0,0-1 0,0 0 0,0 1 1,-1-1-1,1 0 0,0 1 0,0-1 0,-1 0 1,1 1-1,0-1 0,-1 1 0,1-1 1,-1 0-1,1 1 0,-1-1 0,1 1 0,-1-1 1,1 1-1,-1 0 0,1-1 0,-1 1 1,1-1-1,-1 1 0,-1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1:30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85 9957,'0'0'18261,"-3"-12"-16729,-9-37-326,11 47-1165,0 1 1,-1-1 0,1 0 0,0 1 0,-1-1 0,1 1-1,-1 0 1,1-1 0,-1 1 0,0 0 0,0 0 0,1 0 0,-1 0-1,0 0 1,0 0 0,0 1 0,0-1 0,0 1 0,0-1 0,0 1-1,0 0 1,0 0 0,0-1 0,0 2 0,0-1 0,0 0 0,-4 1-1,0 0 39,0 0 0,0 0 0,0 0 0,1 1 0,-1 0 0,0 0 0,-7 5 0,6-2-80,0 0 0,0 1 0,1 0 0,0 0 0,0 0 0,1 1 0,0 0 0,-6 9 0,8-12 0,1 0 0,0 1 0,0-1 0,0 0 0,1 1 0,0-1 0,-1 1 0,2 0 0,-1-1 0,0 1 0,1 0 0,0 0 0,0-1 0,0 1 0,1 0 0,1 7 0,-1-11 0,0 0 0,0 1 0,0-1 0,0 0 0,0-1 0,1 1 0,-1 0 0,0 0 0,0 0 0,1-1 0,-1 1 0,0 0 0,1-1 0,-1 0 0,1 1 0,-1-1 0,0 0 0,1 0 0,-1 1 0,1-1 0,-1 0 0,2-1 0,46 1 0,-34-1 0,1 1 0,0-2 0,0 0 0,0-1 0,0 0 0,-1-1 0,0-1 0,1-1 0,-2 0 0,26-14 0,-24 7 0,-15 12 0,-1 1 0,0 0 0,0 0 0,0 0 0,1 0 0,-1 0 0,0 0 0,0 0 0,0 0 0,1 0 0,-1 0 0,0 0 0,0 0 0,0 0 0,1 0 0,-1 0 0,0 0 0,0 0 0,0 0 0,0 1 0,1-1 0,-1 0 0,0 0 0,0 0 0,0 0 0,0 0 0,1 0 0,-1 0 0,0 1 0,0-1 0,0 0 0,0 0 0,0 0 0,0 0 0,1 1 0,-1-1 0,0 0 0,0 0 0,0 0 0,0 1 0,0-1 0,0 0 0,0 0 0,0 0 0,0 1 0,0-1 0,0 0 0,0 0 0,0 0 0,0 1 0,0-1 0,0 0 0,0 0 0,0 0 0,0 0 0,0 1 0,-1-1 0,1 0 0,0 0 0,0 1 0,-20 262 0,20-253 0,1 0 0,-1 0 0,-1 0 0,0 0 0,-1 0 0,1 0 0,-2-1 0,0 1 0,-6 16 0,0-22-1348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2:2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1 264 4098,'0'0'12763,"0"-8"-10634,0 8-2129,-1-7 486,1 0 0,0 0-1,1 1 1,-1-1 0,1 0 0,1 0-1,-1 0 1,1 1 0,0-1-1,1 1 1,0-1 0,0 1 0,6-10-1,-3 9-408,1 0 0,-1 0-1,1 1 1,1-1-1,-1 2 1,1-1-1,0 1 1,1 0-1,-1 0 1,1 1-1,0 1 1,0-1-1,0 1 1,0 1-1,1 0 1,-1 0-1,1 1 1,-1 0-1,1 0 1,-1 1-1,18 3 1,-24-3-65,0 1 0,0 0 0,0 1 0,0-1 1,0 0-1,0 1 0,0 0 0,-1 0 0,1 0 0,0 0 0,-1 0 1,0 0-1,1 0 0,-1 1 0,0 0 0,-1-1 0,1 1 0,0 0 1,-1 0-1,2 3 0,-1-3 11,0 1-1,-1-1 1,2 0 0,-1 0-1,0 1 1,1-1 0,-1-1-1,1 1 1,0 0 0,0-1-1,0 1 1,0-1 0,0 0-1,0 0 1,1 0 0,6 2-1,-3-3-5,0-1 0,0 1 1,0-1-1,-1-1 0,1 1 0,0-1 0,0 0 0,0-1 0,0 1 0,-1-2 0,1 1 0,-1-1 1,0 1-1,1-2 0,-1 1 0,8-7 0,-4 2 10,1 0-1,-2-1 1,1 0 0,-2 0-1,1-1 1,-1 0 0,0 0-1,6-13 1,-13 21 1,0-1-1,0 1 1,0-1 0,0 0-1,0 1 1,-1-1 0,1 0-1,-1 1 1,1-1 0,-1 0-1,0 0 1,0-2-1,0 3 17,-14 9-89,9-2-231,1 0 0,-1 1 0,1-1 0,1 1 0,-1 0 1,-3 9-1,-10 24-5019,6-13-2337,3-4-2607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2:22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0 243 6067,'0'0'13886,"0"-28"-11114,1 23-2619,-1 0 1,0 0-1,1 1 1,0-1-1,0 0 0,1 0 1,0 1-1,-1-1 1,1 0-1,1 1 0,-1 0 1,1-1-1,-1 1 1,1 0-1,0 1 0,1-1 1,-1 0-1,1 1 0,0 0 1,-1 0-1,1 0 1,1 0-1,4-2 0,1 0-122,0 0 0,0 1 0,0 0-1,1 1 1,0 0 0,-1 1-1,1 0 1,0 1 0,16 0 0,-24 0-26,0 1 0,0 0 1,-1 0-1,1 0 1,0 1-1,-1-1 1,1 1-1,0-1 0,-1 1 1,1 0-1,-1 0 1,1 0-1,-1 0 1,1 0-1,-1 1 0,0-1 1,1 1-1,-1-1 1,0 1-1,0 0 0,0 0 1,-1 0-1,1 0 1,0 0-1,-1 1 1,1-1-1,-1 0 0,0 1 1,2 4-1,-1-4 17,-1-1 0,1 0-1,0 0 1,0 0 0,0 0-1,0 0 1,0 0-1,0 0 1,0-1 0,1 1-1,-1-1 1,0 0 0,1 1-1,-1-1 1,1 0 0,0-1-1,-1 1 1,1 0 0,0-1-1,0 1 1,-1-1 0,1 0-1,0 0 1,0 0-1,0 0 1,-1-1 0,1 1-1,3-1 1,1 0-4,1 0 0,-1 0-1,1-1 1,-1 0 0,1 0 0,-1-1 0,0 0-1,0 0 1,8-6 0,-8 3 19,1 0 0,-1-1-1,0 0 1,-1-1 0,0 0 0,0 0-1,0 0 1,7-16 0,-11 19 284,0 1 1,-1-1-1,0 0 1,0 1-1,0-1 1,0 0-1,-1-5 1,-1 9-432,-1 1 1,0-1 0,0 1-1,1-1 1,-1 1-1,0 0 1,0 0 0,1 0-1,-1 0 1,0 0-1,0 0 1,0 0 0,-2 1-1,-1 5-3327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2:23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79 1313,'0'0'17768,"13"-11"-15805,41-36-551,-50 44-1203,0 1 1,1-1-1,0 1 1,-1 0-1,1 0 1,0 1-1,0-1 1,0 1-1,0 0 1,0 1-1,0-1 1,0 1-1,0 0 1,0 0-1,1 0 1,-1 1-1,0 0 1,7 2-1,-10-2-167,0 0 0,-1 0-1,1 0 1,-1 0 0,1 1 0,-1-1-1,0 1 1,1-1 0,-1 1 0,0-1-1,0 1 1,0-1 0,0 1 0,0 0-1,-1 0 1,1 0 0,0-1 0,-1 1-1,0 0 1,1 0 0,-1 0 0,0 0-1,0 4 1,-3 47 245,2-46-244,-2 1 0,1 0 1,-1-1-1,0 1 0,-1-1 1,1 0-1,-1 0 0,-1 0 1,-7 8-1,-56 57 640,52-58-447,1 1 0,1 0-1,-24 34 1,17-5 560,20-43-789,1 0 0,0 0 1,-1 0-1,1 0 0,-1 0 0,1 0 1,0-1-1,0 1 0,-1 0 0,1 0 0,0 0 1,0 0-1,0 0 0,0 0 0,0 0 1,0 0-1,1 0 0,-1 0 0,0 0 0,0 0 1,1 0-1,-1 0 0,0-1 0,1 1 0,-1 0 1,1 0-1,-1 0 0,1 0 0,-1-1 1,1 1-1,0 0 0,0-1 0,-1 1 0,1 0 1,0-1-1,0 1 0,-1-1 0,1 1 1,0-1-1,0 0 0,0 1 0,0-1 0,0 0 1,1 1-1,48 2 98,0-1 0,0-3 0,0-1 0,-1-3-1,70-16 1,-104 17-1108,0-1-1,0 0 1,18-10-1,-27 12-861,0-1 0,0 0 0,0 0 0,0 0 0,7-8 0,3-12-10607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2:23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9380,'0'0'17691,"21"-11"-16624,71-31-293,-87 40-691,1-1 1,0 1 0,0 1-1,0-1 1,0 1-1,0 0 1,0 0-1,0 1 1,0 0-1,0 0 1,11 1-1,-5 1 142,-11-2-213,0 1-1,0 0 1,0-1 0,-1 1-1,1 0 1,0-1 0,0 1 0,-1 0-1,1 0 1,-1 0 0,1-1-1,-1 1 1,1 0 0,-1 0-1,1 0 1,-1 0 0,0 0-1,1 0 1,-1 0 0,0 0-1,0 0 1,0 0 0,0 0-1,0 0 1,0 0 0,0 0-1,0 0 1,0 0 0,-1 0-1,1 0 1,-1 2 0,-10 35 57,3-27 8,-1 0-1,-1-1 1,1 0 0,-2-1 0,1 0-1,-24 14 1,18-11 31,0 0 1,-24 24-1,39-36-114,0 0 0,1 0 1,-1 1-1,1-1 1,-1 0-1,1 1 0,-1-1 1,1 1-1,-1-1 0,1 1 1,0-1-1,-1 1 0,1-1 1,0 1-1,-1-1 0,1 1 1,0-1-1,-1 1 0,1 0 1,0-1-1,0 1 1,0-1-1,0 1 0,0 0 1,0-1-1,0 1 0,0-1 1,0 1-1,0 0 0,0-1 1,0 1-1,0 0 0,0-1 1,0 1-1,1-1 1,-1 1-1,0 0 0,0-1 1,1 1-1,-1-1 0,0 1 1,1-1-1,-1 1 0,1-1 1,-1 0-1,1 1 0,-1-1 1,1 1-1,-1-1 1,1 0-1,-1 1 0,1-1 1,-1 0-1,1 0 0,0 1 1,42 5-578,-28-4 383,18 2-91,58 12 81,-84-15 208,0 1 0,0 1 0,0-1 0,-1 1 0,1 0 0,0 1 0,-1 0 0,0 0 0,10 8 0,-15-11 16,0 0 0,0 0-1,0 0 1,-1 0-1,1-1 1,0 1 0,0 0-1,-1 1 1,1-1-1,-1 0 1,1 0 0,-1 0-1,0 0 1,1 0 0,-1 0-1,0 1 1,0-1-1,1 0 1,-1 0 0,0 0-1,0 1 1,-1-1-1,1 0 1,0 0 0,0 0-1,0 1 1,-1-1 0,1 0-1,-1 0 1,1 0-1,-1 0 1,1 0 0,-1 0-1,0 0 1,1 0-1,-1 0 1,0 0 0,0 0-1,0 0 1,0-1 0,0 1-1,0 0 1,0 0-1,0-1 1,0 1 0,0-1-1,-2 1 1,-6 4 379,0 0 0,0-1 0,-21 6 0,30-9-378,-54 14 393,25-8-310,1 2 0,-41 17 0,68-25-149,1-1 0,-1 0 0,0 1 0,0-1 0,1 0 0,-1 1 0,0-1 0,1 1 0,-1-1 0,1 1 0,-1-1 0,0 1 0,1-1 0,-1 1 0,1-1 0,-1 1 0,1 0 0,0 0 0,-1-1 0,1 1 0,0 0 0,-1-1 0,1 1 0,0 0 0,0 0 0,0-1 0,0 1 0,0 0 0,0 0 0,0 0 0,0 0 0,-5 13-6086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13.5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9 811 7716,'0'0'8398,"-6"-10"-7472,4-3-833,1 0 0,1 0 0,0-1 0,1 1 0,0 0 1,1 0-1,1 0 0,7-24 0,5-8 45,23-46 1,-15 39-40,99-200-1,-105 223-73,2-1 0,0 2 0,2 1 1,2 0-1,0 2 0,28-24 0,-51 49 8,0 0-1,1-1 0,-1 1 0,0 0 0,0 0 0,1-1 0,-1 1 0,0 0 0,1 0 0,-1-1 0,0 1 0,1 0 0,-1 0 0,0 0 0,1 0 0,-1 0 0,0 0 0,1 0 0,-1-1 0,1 1 0,-1 0 0,0 0 0,1 0 0,-1 0 0,0 1 0,1-1 0,-1 0 0,0 0 0,1 0 0,-1 0 0,1 0 0,-1 0 0,0 0 1,1 1-1,-1-1 0,0 0 0,0 0 0,1 1 0,-1-1 0,0 0 0,1 1 0,5 21 596,-5 44-51,-2-50-137,-12 160 1496,-1 2-513,14 71-799,0-248-1280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13.8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0 206 1489,'0'0'19945,"109"-81"-19817,-62 72 48,1-3-176,6-3-144,7-3-1313,6 0-2369,1-7-1824,-7-2-2626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14.1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191 3 10725,'0'0'11224,"-23"16"-10349,-70 52-64,86-63-716,1 0 0,0 0 0,1 1 0,-1 0 0,1 0 0,0 0 0,1 0 0,0 1 0,0 0 0,0 0 0,1 0 1,-4 11-1,4-6-20,1 1 1,0-1 0,1 1-1,0-1 1,2 16 0,-1-7 0,0-18-73,0 0 0,0 0 0,0 0 0,1 0 0,-1 0-1,1 0 1,-1 0 0,1 0 0,0 0 0,0 0 0,1 0 0,-1 0 0,1-1 0,-1 1 0,1-1 0,0 1 0,0-1-1,0 0 1,0 1 0,0-1 0,0 0 0,1 0 0,-1-1 0,1 1 0,-1 0 0,1-1 0,0 0 0,0 1 0,-1-1-1,1 0 1,0-1 0,0 1 0,0 0 0,0-1 0,0 1 0,4-1 0,0 0-12,0 0-1,0 0 1,1-1 0,-1 0-1,0-1 1,0 1 0,0-1-1,0 0 1,0-1 0,0 0-1,-1 0 1,1 0 0,-1-1-1,9-7 1,-6 4-8,-1 0 0,0-1 0,-1 0 0,1-1-1,-2 0 1,1 0 0,-1-1 0,0 1 0,-1-1 0,0 0 0,-1-1 0,0 1 0,-1-1 0,0 0-1,-1 0 1,0 0 0,0 0 0,-1 0 0,-1 0 0,0-1 0,-2-19 0,1 27 46,1 0 0,-1 0 0,0 1 1,0-1-1,-1 0 0,1 1 0,-1-1 1,0 1-1,1-1 0,-2 1 0,1 0 1,0 0-1,-1 0 0,1 0 0,-1 0 1,0 1-1,0-1 0,0 1 0,0 0 1,0-1-1,-7-2 0,2 2-1,0 0 1,0 0-1,0 0 1,-1 1-1,0 0 1,1 1-1,-1 0 0,-13 0 1,21 1-116,0 0 0,0 0 0,1 0 0,-1 0 0,0 0 1,0 0-1,1 0 0,-1 1 0,0-1 0,0 0 0,1 0 0,-1 1 0,0-1 0,1 0 1,-1 1-1,0-1 0,1 1 0,-1-1 0,1 1 0,-1-1 0,1 1 0,-1-1 1,1 1-1,-1-1 0,1 1 0,-1 0 0,1-1 0,0 1 0,-1 1 0,-1 23-6442,2-17 3675,0 8-4325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14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1 583 6947,'0'0'13684,"1"-7"-12991,16-66 76,3 0 0,4 2 0,44-93 1,-35 101-883,-22 44 73,-1-1-1,13-36 0,-22 54 51,-1 1 0,1-1 0,-1 1 0,1-1 0,-1 0 0,1 1 1,0-1-1,0 1 0,-1 0 0,1-1 0,0 1 0,1-1 0,-1 1 0,0 0 1,0 0-1,3-2 0,8-7 333,-12 10-264,1 0 0,-1 1-1,1-1 1,-1 0 0,1 1 0,-1-1 0,0 1 0,1-1 0,-1 1 0,1-1 0,-1 1 0,0-1 0,0 1 0,1 0 0,-1-1 0,0 1 0,0-1 0,0 1 0,1 0 0,-1-1 0,0 1 0,0-1-1,0 1 1,0 0 0,0-1 0,-1 2 0,17 194 2369,-3-31-507,-7-103-1508,0 7-151,22 98 1,-21-120-222,-7-46-224,0-33-3497,0 12 1611,0-19-3991,-8 0-3399,-4 8 1795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14.9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84 6115,'0'0'19865,"54"-36"-18633,-20 30-447,-7-1-193,20 5-128,-13-3-288,-7 1-176,0 1-64,-6 1-768,-8-3-2289,-6 1-2370,0-5-6114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35 397 5234,'0'0'14679,"0"-17"-8311,0 29-5691,1 0-367,-1 1 0,0-1 0,-1 1 0,-1-1-1,0 0 1,0 0 0,-1 1 0,-8 19 0,-2-11 136,12-41-26,1-1-486,0 2 80,-1-7-108,1 0-1,1-1 0,1 1 1,2 0-1,0 0 1,14-44-1,-5 40-190,0 0-1,1 2 1,21-30-1,-29 48 229,2 0 0,-1 0-1,2 1 1,-1 0-1,1 0 1,0 1 0,1 0-1,0 1 1,0 0 0,1 0-1,13-5 1,-23 11 66,-1 1 1,1-1-1,0 1 1,0-1-1,0 1 0,0-1 1,0 1-1,0 0 1,0 0-1,0 0 0,0-1 1,0 1-1,0 0 1,0 0-1,0 0 1,0 0-1,0 0 0,0 1 1,0-1-1,0 0 1,0 0-1,0 1 1,0-1-1,0 1 0,0-1 1,0 1-1,0-1 1,0 1-1,-1-1 1,1 1-1,0 0 0,0-1 1,-1 1-1,1 0 1,0 0-1,-1 0 0,1-1 1,-1 1-1,1 0 1,-1 0-1,1 0 1,-1 0-1,1 1 0,0 5 113,0 0 0,0 1 0,0-1 1,-1 0-1,0 10 0,-1-5 17,1 423 2990,0-435-3201,-2-25-13627,-9 12 3294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9828,'0'0'17769,"122"-41"-16905,-88 37-464,6-1-320,1 3-80,-7 2-832,0 0-2129,-14 0-2322,7 0-3857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 5891,'0'0'20084,"-10"-1"-19047,2 1-848,0 0 1,0 1-1,1-1 0,-1 1 0,0 1 0,1 0 0,-12 4 0,16-5-139,0 0 0,1 1 0,-1-1 0,0 1 0,1-1-1,-1 1 1,1 0 0,0 0 0,0 0 0,-1 0 0,1 0 0,0 1 0,1-1 0,-1 1 0,0-1-1,1 1 1,0-1 0,-1 1 0,1 0 0,0 0 0,0 0 0,1 0 0,-1 0 0,1 0 0,-1 0-1,1 5 1,0-5-94,0 0-1,0-1 1,0 1-1,0 0 1,1 0-1,-1 0 0,1-1 1,-1 1-1,1 0 1,0-1-1,0 1 1,1-1-1,-1 1 1,0-1-1,1 0 1,0 1-1,-1-1 0,1 0 1,0 0-1,0 0 1,0 0-1,4 2 1,-3-2-512,1 0 0,0-1 1,0 1-1,0-1 1,-1 0-1,1 0 0,0 0 1,0-1-1,0 0 0,7 1 1,19-2-6478,-2-3-3468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18841,'0'0'13622,"-40"154"-13318,26-104-304,8-5 0,-1-2 0,7-5 0,-7-2 0,7-7 0,-7-1 0,0-8-272,-6-2-2305,-1-4-1361,1-5-2913,-8-7-5331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10645,'0'0'4893,"19"-6"-227,-10 4-4095,27-8 1979,0 1 1,62-5-1,0 9-90,-96 5-2012,-2 15 166,-1 1-1786,-8 30 4483,2-21-5985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16392,'0'0'13206,"20"89"-13206,-20-65-353,7 3-1535,-7-2-2418,7-4-3906,-1-6-4450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1 119 10741,'0'0'19793,"6"10"-18451,7 6-781,19 30-231,-27-32-330,-4-13 0,-1 0 0,0 0 0,0 0 0,1 0 0,-1 0 0,0 0 0,1 0 0,-1 0 0,1 0 0,-1 0 0,1 0 0,0-1 0,-1 1 0,1 0 0,0 0 0,0-1 0,0 1 0,-1 0 0,1-1 0,0 1 0,0-1 0,0 1 0,0-1 0,0 1 0,0-1 0,0 1 0,0-1 0,0 0 0,0 0 0,0 0 0,0 0 0,0 0 0,0 0 0,0 0 0,0 0 0,1 0 0,1-1 0,0-1 0,-1 0 0,1 0 0,0 0 0,-1-1 0,1 0 0,-1 1 0,0-1 0,1 0 0,-1 0 0,-1 0 0,1 0 0,2-7 0,5-6 0,21-25 0,-15 22 0,-1-1 0,-1-1 0,-1 0 0,10-25 0,-22 47-20,0-1 0,0 0 0,0 0 0,0 0 0,0 0 0,0 0 0,0 0 0,0 0 0,0 0 0,0 0 0,0 1 0,0-1 0,1 0 0,-1 0 0,0 0 0,0 0 0,0 0 0,0 0 0,0 0 0,0 0 0,0 0 0,0 0 0,0 1 0,0-1 0,0 0 0,0 0 0,0 0 0,0 0 0,0 0 0,1 0 0,-1 0 0,0 0 0,0 0 0,0 0 0,0 0 0,0 0 0,0 0 0,0 0 0,0 0 0,0 0 1,1 0-1,-1 0 0,0 0 0,0 0 0,0 0 0,0 0 0,0 0 0,0 0 0,0 0 0,0 0 0,1 0 0,-1 0 0,0 0 0,2 19-2807,0 21-5606,-2-21-2343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20681,'0'0'12086,"-6"31"-12086,-1-20 0,7 1 0,-7 1 0,0-1-1473,-6-1-960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18392,'0'0'9829,"21"30"-12262,-15-12 128,-6-9-4722,14-5-3074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8612,'0'0'13724,"-2"24"-8274,-42 293-469,35-270-4981,4-18 0,-2 0 0,-1 0 0,-11 28 0,15-45-1108,4-11 746,0 0 0,-1 0 0,1 0 1,0-1-1,0 1 0,-1 0 0,1 0 1,0 0-1,-1 0 0,1 0 0,-1 0 0,1-1 1,-1 1-1,1 0 0,-1 0 0,0-1 1,1 1-1,-1 0 0,0-1 0,0 1 1,1-1-1,-1 1 0,0-1 0,0 1 1,0-1-1,0 1 0,0-1 0,0 0 1,0 0-1,1 1 0,-1-1 0,0 0 0,0 0 1,0 0-1,-2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5394,'0'0'24476,"74"-4"-24124,-53 10-112,6 6-128,-7 1-112,0-1-640,-6-3-1249,13-3-2065,-7-3-3713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17096,'0'0'15191,"74"22"-15079,-60-19-112,-1-1-720,-6 2-1506,7-1-2352,6-3-12213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1 1088,'0'0'26092,"-129"111"-23146,75-50-657,-7 0-1937,0-3-352,14-4 0,6-4 0,7-5 0,7-2-2225,0-5-1825,14-6-4130,6-12-7667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1 5619,'0'0'16330,"-13"24"-12182,0 1-3263,-5 9 401,2-1-1,-19 56 0,19-31-803,3 1 0,2 0-1,-3 76 1,13-124-480,-1 1-1309,0 1-1,0-1 1,-8 22 0,9-31 818,0 0 1,0 0-1,-1-1 0,1 1 0,-1 0 1,0-1-1,0 0 0,0 1 1,-3 3-1,4-6 291,0 1 1,0 0 0,-1-1-1,1 1 1,0-1-1,0 1 1,0-1-1,0 1 1,0-1-1,0 0 1,-1 0 0,1 1-1,0-1 1,0 0-1,-1 0 1,1 0-1,0 0 1,0-1-1,0 1 1,-1 0 0,1 0-1,0-1 1,0 1-1,-2-1 1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13206,'0'0'13318,"22"2"-10695,69 11-889,-85-12-1669,0 0 1,-1 1 0,1 0-1,-1 0 1,0 0 0,1 1-1,-1-1 1,0 1 0,-1 0-1,1 1 1,0-1 0,-1 1-1,0 0 1,0 0 0,0 1-1,0-1 1,-1 1 0,1 0-1,2 5 1,-2-1-2,-1 0-1,1 0 1,-2 0 0,1 1-1,-1-1 1,-1 1 0,1-1-1,-1 20 1,-2-26-64,0-1 0,0 1 0,0 0 0,0-1 0,0 1 0,-1 0 0,1-1 0,-1 0 0,1 1 0,-1-1 0,0 0 0,0 0 0,0 0 0,0 0 0,-1 0 0,1 0 0,0-1 0,-1 1 0,1-1 0,-1 0 0,-4 2 0,-68 27 0,58-24 0,9-3-70,-75 32-4546,79-33 4135,0 0 0,0 0-1,0 1 1,0-1 0,0 1 0,1 0-1,-1 0 1,1 0 0,0 1 0,0-1-1,0 1 1,0 0 0,1 0 0,-1 0-1,1 0 1,-2 4 0,3 4-9783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11 171 10741,'0'0'18993,"4"12"-16918,1 8-1835,-1 0-1,-1 1 1,2 34-1,-6-54-239,0-1 0,1 1 0,-1-1 0,0 0 0,0 1 0,1-1 0,-1 0 0,0 0 0,0 0 0,0 1 0,1-1 0,-1 0 0,0 0 0,0 0 0,0 0 0,1-1 0,-1 1 0,0 0 0,0 0 0,0 0 0,1-1 0,-1 1 0,0 0 0,0-1 0,1 1 0,-1 0 0,0-1 0,1 1 0,-1-1 0,1 1 0,-1-1 0,0 0 0,1 1 0,-1-2 0,-2-26-182,1 1 0,1-1 0,7-54 0,-6 75 41,1 1 0,0-1 0,0 1 0,1-1 0,-1 1 0,2 0 0,-1-1 0,1 1 0,0 0 0,5-7 0,-7 11 129,0 1 1,1-1 0,-1 1 0,1 0 0,0-1 0,-1 1-1,1 0 1,0 0 0,0 0 0,0 0 0,0 0 0,0 1-1,0-1 1,0 1 0,0-1 0,0 1 0,0 0 0,0-1-1,0 1 1,0 0 0,0 0 0,0 1 0,0-1 0,0 0 0,0 1-1,0-1 1,0 1 0,0 0 0,0-1 0,0 1 0,0 0-1,0 0 1,0 1 0,-1-1 0,3 2 0,11 6-145,-1-2 0,1 0 1,0 0-1,1-2 0,-1 0 1,1 0-1,0-2 0,0 0 1,0 0-1,1-2 0,-1 0 0,1-1 1,22-3-1,-36 3 78,-1 0-1,1 0 1,-1-1 0,1 1-1,-1-1 1,1 1 0,-1-1-1,0 0 1,1 0-1,-1 0 1,0-1 0,0 1-1,0 0 1,0-1 0,0 0-1,0 1 1,0-1-1,0 0 1,-1 0 0,1 0-1,1-3 1,-1 0 259,0 1 0,0-1 1,0 0-1,-1 0 0,0 0 0,0 0 0,0 0 1,-1-1-1,0-8 0,0 14-101,-1-1-1,1 0 0,-1 0 1,1 0-1,-1 1 1,0-1-1,1 0 1,-1 0-1,0 1 1,1-1-1,-1 1 0,0-1 1,0 1-1,0-1 1,0 1-1,1-1 1,-1 1-1,0 0 1,0-1-1,0 1 0,0 0 1,0 0-1,0 0 1,0 0-1,0-1 1,0 1-1,0 1 1,0-1-1,-1 0 0,-38 1 1665,36-1-1298,1 1-438,0-1 0,-1 1 0,1 0 0,0 0 0,0 0 1,0 1-1,0-1 0,0 1 0,0-1 0,0 1 0,1 0 0,-1 0 0,1 1 0,-1-1 1,1 0-1,0 1 0,0-1 0,0 1 0,0 0 0,0 0 0,0 0 0,1 0 0,0 0 0,-1 0 1,1 0-1,0 0 0,1 0 0,-1 1 0,0-1 0,1 6 0,-2 8-95,0 0 0,2 1 0,0-1 0,5 30 0,-5-45-135,0-1 0,1 1 0,-1 0 1,0-1-1,1 1 0,0 0 0,-1-1 0,1 1 1,0-1-1,0 1 0,0-1 0,0 1 0,0-1 1,0 0-1,0 1 0,1-1 0,-1 0 0,0 0 1,1 0-1,-1 0 0,1 0 0,2 1 0,1 0-1384,-1-1 0,1 1-1,0-1 1,0 0-1,0-1 1,10 1 0,24-1-12718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158 542 14054,'0'0'13687,"-22"3"-10782,-66 16-1574,86-18-1306,-1-1-1,1 1 0,-1 0 1,1 1-1,0-1 0,-1 0 0,1 1 1,0-1-1,0 1 0,0-1 1,0 1-1,0 0 0,0 0 1,1 0-1,-1 0 0,1 0 0,-1 1 1,1-1-1,0 0 0,0 1 1,0-1-1,-1 3 0,1 2 13,-1 0 0,2 0-1,-1 0 1,1 0-1,0 12 1,1-7-26,-1 3-11,0-14-1,0-1 0,0 1 1,1-1-1,-1 1 0,0-1 0,0 1 1,1-1-1,-1 1 0,0-1 0,1 1 1,-1-1-1,1 0 0,-1 1 0,0-1 0,1 0 1,-1 1-1,1-1 0,-1 0 0,1 1 1,-1-1-1,1 0 0,-1 0 0,1 0 1,0 1-1,-1-1 0,1 0 0,-1 0 1,1 0-1,-1 0 0,1 0 0,0 0 0,-1 0 1,1 0-1,-1 0 0,1 0 0,-1-1 1,1 1-1,0 0 0,0-1 0,22-6-133,-4-9-174,-1-2 0,0 0 1,-2-2-1,0 1 1,-1-2-1,23-40 1,5-25-1119,57-156 1,-55 125 711,-39 102 804,-3 9 287,0 0 0,-1 0 0,0 0 0,0 0 0,0 0 1,1-12-1,-8 20 1258,-8 8-1497,0 2 0,0-1 0,1 2 1,1-1-1,0 2 0,1-1 0,-11 19 0,3-1 0,2 0-1,-21 53 1,25-44-138,2 1 0,1 1 0,2 0 0,2 0 0,2 1 0,2-1 0,5 56 0,-3-89 17,0-1 0,0 1 0,1-1 0,0 0 0,0 0 0,1 0 0,6 13 0,-8-19-35,0-1 0,0 1 0,0 0 0,0 0 1,0-1-1,0 1 0,1-1 0,-1 1 0,1-1 0,-1 1 0,1-1 0,0 0 0,-1 0 0,1 0 1,0 0-1,0 0 0,0 0 0,-1 0 0,1-1 0,0 1 0,0-1 0,0 1 0,0-1 0,0 0 1,0 0-1,1 1 0,-1-2 0,0 1 0,0 0 0,0 0 0,0-1 0,0 1 0,0-1 0,0 1 0,0-1 1,-1 0-1,3-1 0,22-20-3512,-5-10-3449,-1-7-4746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12246,'0'0'15297,"21"10"-14619,71 32-355,-87-39-299,1-1 1,-1 0-1,1-1 1,0 1-1,0-1 1,-1 0-1,1-1 1,0 0-1,0 1 1,9-2 0,2 0 17,-16 0-76,1 1 0,-1 0 0,1-1 0,-1 1-1,0-1 1,1 0 0,-1 1 0,0-1 0,0 0 0,1 0 0,-1 0 0,0 0 0,0 0 0,0 0 0,0 0-1,0 0 1,0 0 0,-1 0 0,1-1 0,0 1 0,0 0 0,-1-1 0,1 1 0,-1 0 0,1-1 0,-1 1-1,0-1 1,0 1 0,1-1 0,-1 1 0,0-3 0,1-59-1202,-2 47 1271,1 13-4,0 1 1,0-1-1,-1 1 0,1-1 0,-1 1 1,0-1-1,1 1 0,-1 0 0,0-1 1,0 1-1,-1 0 0,1 0 0,0-1 1,-1 1-1,-3-3 0,4 4 26,0 0-1,0 0 0,0 0 1,0 1-1,-1-1 1,1 0-1,0 1 0,-1-1 1,1 1-1,0 0 1,-1-1-1,1 1 0,-1 0 1,1 0-1,-1 0 1,1-1-1,0 2 0,-1-1 1,1 0-1,-1 0 1,1 0-1,-1 1 0,1-1 1,0 1-1,-1-1 0,1 1 1,0-1-1,0 1 1,-1 0-1,1 0 0,0 0 1,-2 1-1,-3 3 87,0 1 1,1 0-1,0 0 0,0 0 0,0 0 0,1 1 1,0 0-1,0 0 0,1 0 0,-1 0 0,2 1 1,-4 10-1,3-8-72,1 0 0,0 1 0,0-1 0,1 1 0,1-1 0,-1 1 0,2-1 0,0 1 0,2 11 0,-2-20-84,0 0 0,0-1 0,1 1-1,-1-1 1,1 0 0,-1 1 0,1-1 0,-1 0-1,1 0 1,0 0 0,0 0 0,0 0 0,-1 0-1,1-1 1,0 1 0,0 0 0,0-1 0,0 0-1,0 1 1,0-1 0,0 0 0,0 0 0,0 0 0,0 0-1,0-1 1,0 1 0,3-1 0,4 0-172,1 0 1,-1-1 0,0 1-1,15-6 1,5-9-821,0-1 0,0-2 0,40-34 0,-14 11-1271,-20 14 958,10-7 3519,-51 34-1404,-1 1 1,1 0-1,0 0 0,0 1 1,-1 0-1,1 0 1,0 0-1,0 1 1,-6 2-1,2 1-797,1 0 0,0 1 0,0 0 0,0 0 0,-10 11 0,16-14 0,1 0 0,-1 0 0,0 1 0,1-1 0,0 1 0,0 0 0,0 0 0,0 0 0,0 0 0,1 0 0,0 0 0,0 0 0,0 0 0,0 1 0,1-1 0,-1 6 0,1-7-1,0 1 0,0-1 0,0 1 0,0-1 0,0 1 0,1-1 0,-1 0 0,1 1 0,0-1 0,0 0 0,0 0 1,1 1-1,-1-1 0,1 0 0,-1 0 0,1 0 0,0-1 0,0 1 0,1 0 0,-1-1 0,1 1 0,-1-1 0,1 0 0,-1 0 0,1 0 0,0 0 0,0 0 0,0-1 0,0 0 0,1 1 0,-1-1 0,0 0 0,0 0 0,1-1 1,-1 1-1,1-1 0,-1 1 0,6-1 0,4 1-495,1 0 0,0 0 1,0-1-1,13-2 0,12-10-4133,-4-13-4647,-10-1-1868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10325,'0'0'14649,"9"3"-13208,7 2-1184,1 0 1,-1-1-1,1-1 1,0-1-1,0-1 0,0 0 1,32-3-1,-48 1-242,0-1-1,0 0 0,0 0 1,0 0-1,0 1 0,0-1 1,-1 0-1,1 0 1,-1 0-1,1 0 0,-1 0 1,0 0-1,0 0 0,0 0 1,0 0-1,0 0 0,0 0 1,0 0-1,-1 0 0,1 0 1,-1 0-1,1 0 0,-1 0 1,0 0-1,0 0 0,0 1 1,0-1-1,-2-3 1,-7 2 285,0 1 0,0 0 1,0 0-1,0 1 1,0 0-1,0 1 0,-1 0 1,1 0-1,-11 3 1,19-3-283,0 1 0,-1 0 1,1 0-1,0 0 0,0 0 0,0 0 1,0 0-1,1 0 0,-1 1 1,0-1-1,0 1 0,1-1 1,-1 1-1,1-1 0,0 1 1,-1 0-1,1 0 0,0 0 1,0 0-1,0 0 0,0 0 1,0 0-1,1 0 0,-1 0 0,0 1 1,1-1-1,0 0 0,-1 3 1,-1 10 60,1 0 0,1 0 1,1 16-1,-1-13-55,0 3-171,-1-14-123,1 0-1,0 0 1,0 0-1,1 0 0,2 12 1,-2-17 161,-1-1 0,1 1 1,0 0-1,0 0 0,0-1 1,0 1-1,0-1 0,0 1 0,0-1 1,1 1-1,-1-1 0,0 0 1,1 0-1,-1 0 0,1 0 0,-1 0 1,1 0-1,0 0 0,0 0 1,-1 0-1,1-1 0,0 1 0,0-1 1,0 1-1,3-1 0,29 2-5256,5-2-3786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11813,'0'0'10352,"-19"8"-6148,-60 25-1386,76-32-2709,0 1 0,0 0 0,0 0 0,1 0 0,-1 0 0,1 0 0,0 0 0,-1 0-1,1 1 1,0 0 0,1-1 0,-1 1 0,0 0 0,1 0 0,-1-1 0,1 1 0,0 1 0,0-1 0,0 0 0,0 0 0,1 0 0,-1 0 0,1 1 0,0 4 0,0-2-89,0-1 0,1 1 0,0 0 0,0-1 1,0 1-1,1-1 0,-1 1 0,1-1 0,1 0 0,3 7 0,17 18-420,-19-27 181,-1 1 1,1 0 0,-1 0 0,0 0-1,0 0 1,-1 0 0,1 1 0,-1 0-1,0-1 1,0 1 0,0 0 0,-1 0-1,0 0 1,0 0 0,1 5 0,-5-8 214,-1-1 1,1 0-1,0 1 1,-1-1 0,1 0-1,-1-1 1,1 1 0,-1-1-1,0 1 1,1-1-1,-1 0 1,-5-1 0,4 1 17,-95 1 819,100-3-1255,0 1 1,0 0-1,0 0 1,1-1-1,-1 1 0,0 0 1,1 0-1,-1-1 1,1 1-1,-1 0 1,1 0-1,0 0 1,0 0-1,-1 0 1,1 0-1,1-1 1,18-11-6502,12 2-844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 10069,'0'0'20873,"-22"0"-19328,-66 5-1265,86-5-280,0 0 0,0 0 0,-1 0 0,1 0 0,0 1 0,0-1 0,0 1 0,0-1 0,0 1 0,0 0 0,0-1 0,0 1 0,0 0 0,0 0 0,0 1 0,0-1 0,1 0 0,-1 1 0,0-1 0,1 1 0,0-1 0,-1 1 0,1 0 0,0-1 0,-1 1 0,1 0 0,0 0 0,0 0 0,1 0 0,-1 0 0,0 0 0,1 0 0,-1 0 0,1 0 0,0 1 0,0-1 0,-1 3 0,2-1 0,0 0 0,-1 0 0,1 0 0,0 0 0,1 0 0,-1 0 0,1-1 0,0 1 0,0 0 0,0-1 0,0 1 0,1-1 0,-1 0 0,5 5 0,-2-5-61,0 0 0,0 1-1,0 0 1,0 0 0,-1 1 0,0-1-1,0 1 1,0 0 0,0 0 0,-1 0 0,0 1-1,0-1 1,0 1 0,-1-1 0,0 1-1,0 0 1,0 0 0,1 10 0,-4-14 62,1 0 1,-1 0-1,1 0 1,-1 0-1,0-1 1,0 1-1,0 0 1,0-1-1,0 1 1,0-1-1,-1 1 1,1-1-1,0 0 1,-1 1-1,1-1 1,-1 0 0,1 0-1,-1 0 1,0 0-1,0 0 1,1 0-1,-1-1 1,0 1-1,-3 0 1,-54 15 517,46-13-313,-109 30 98,176-40-9151,-8-15 118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82 193 10917,'0'0'19764,"-7"4"-18035,2-1-1711,1 0 1,-1 0 0,0 0 0,1 1 0,0 0-1,0 0 1,0 0 0,0 0 0,0 1 0,1-1-1,0 1 1,0 0 0,0 0 0,1 0 0,-1 0 0,1 1-1,1-1 1,-3 12 0,2-10-19,0 1 0,1 0 0,0 0 0,0 0 0,1 11 0,0-17 0,0 0 0,0 0 0,0 0 0,1 0 0,-1 0 0,1-1 0,0 1 0,-1 0 0,1-1 0,0 1 0,0 0 0,0-1 0,0 1 0,0-1 0,0 1 0,1-1 0,-1 0 0,0 1 0,1-1 0,-1 0 0,1 0 0,-1 0 0,1 0 0,0 0 0,-1 0 0,1-1 0,0 1 0,0 0 0,3 0 0,3 0-2,0 1 0,0-1 0,0 0-1,0-1 1,0 0 0,0 0 0,0-1 0,1 0 0,10-3 0,-16 3-6,0 0 0,0-1 0,0 1 0,0-1 0,0 1 0,-1-1 0,1 0 0,0 0 1,-1 0-1,1 0 0,-1 0 0,0-1 0,0 1 0,0-1 0,0 0 0,0 1 0,0-1 0,-1 0 0,0 0 1,1 0-1,-1 0 0,0 0 0,0 0 0,-1-1 0,1 1 0,0-5 0,2-42-416,-4-58 0,0 35 824,1 72-386,1 0 1,-1 1-1,1-1 1,0 0-1,-1 0 0,1 1 1,0-1-1,-1 1 0,1-1 1,0 0-1,0 1 1,-1-1-1,1 1 0,0 0 1,0-1-1,0 1 1,0 0-1,0-1 0,0 1 1,0 0-1,0 0 1,0 0-1,-1 0 0,1 0 1,0 0-1,0 0 0,0 0 1,1 0-1,32 2 250,-32-2-262,1 1-2,0 0 0,0 0 0,0 0 0,0 0 0,0 1 0,0-1 0,0 1 0,-1 0 0,1 0 0,-1 0 0,1 0 0,-1 0 0,1 1 0,-1-1 0,0 1 0,0-1 0,-1 1 0,1 0 0,0 0 0,-1 0 0,2 5 0,4 9 0,0 1 0,5 27 0,-10-36 0,3 16 0,9 26 0,-9-49 0,-1-12 0,1-11 0,0-27 0,-3 21 0,2 1 0,8-33 0,-10 51 0,0 1 0,1 0 0,0-1 0,1 1 0,-1 1 0,1-1 0,0 0 0,1 1 0,0 0 0,0 0 0,0 0 0,8-6 0,-9 9 0,-4 2 0,1 0 0,0 0 0,0 0 0,0 1 0,0-1 0,0 0 0,0 0 0,0 1 0,0-1 0,0 1 0,0-1 0,0 1 0,1-1 0,-1 1 0,0 0 0,0 0 0,0-1 0,1 1 0,-1 0 0,0 0 0,0 0 0,1 0 0,-1 1 0,0-1 0,0 0 0,2 1 0,-2 1-90,0-1 0,0 1 0,0 0 0,0 0 0,0-1 0,-1 1 0,1 0 0,0 0 0,-1 0 0,0 0 0,1 0 0,-1 0 0,0 0 0,0 0 0,0 0 0,0 0 0,-1 0 0,1 0 0,-1 2 0,1 4-1864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12630,'0'0'14340,"1"19"-12756,17 327 2629,-13 87-4213,5 90 0,23 648 0,-19-376 0,-28 148 0,14 120 0,8-929 0,-7-126 0,21 226 0,-16-198 0,1 0 0,2-1 0,2-1 0,21 52 0,-30-83 0,0 0 0,0 0 0,1 0 0,-1 0 0,0 0 0,1-1 0,0 1 0,0-1 0,0 0 0,5 3 0,-6-4 0,0 1 0,1-1 0,-1 1 0,0-1 0,0 1 0,0 0 0,0 0 0,0 0 0,0 0 0,-1 0 0,1 0 0,-1 0 0,1 0 0,-1 1 0,0-1 0,0 1 0,0-1 0,1 4 0,1 29 0,-2-1 0,-2 42 0,-1-14 0,-1-5 0,-17 102 0,1-27 0,18-115 0,-1-1 0,-1 1 0,-1-1 0,0 0 0,-1 0 0,-1-1 0,-8 19 0,8-20 0,6-13 0,-1 1 0,1-1 0,-1 1 0,1-1 0,0 0 0,-1 1 0,0-1 0,1 0 0,-1 1 0,0-1 0,0 0 0,0 0 0,0 0 0,0 0 0,0 0 0,0 0 0,0 0 0,0 0 0,0 0 0,-1 0 0,1 0 0,0-1 0,-1 1 0,1-1 0,0 1 0,-1-1 0,1 1 0,-1-1 0,1 0 0,-1 0 0,1 0 0,-2 0 0,2 0-30,1-1 0,-1 0-1,0 1 1,1-1 0,-1 0 0,1 0 0,-1 0-1,1 1 1,-1-1 0,1 0 0,-1 0 0,1 0 0,0 0-1,0 0 1,-1 0 0,1 0 0,0 0 0,0 0-1,0 0 1,0 0 0,0 0 0,1-1 0,-1-36-4379,0 27 556,0-38-13395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0 626 5603,'0'0'9793,"6"-2"-9166,19-4 479,0 1 1,1 0-1,36 0 0,54-9-21,109-35-544,339-58-55,9 67 405,10 0 365,79-29-1114,6 38 295,173-29-101,-44 23-115,-206 19-151,295-20-64,-425 18 96,-151 4-18,215-29 335,-459 38-176,-34 2-359,58-1 4106,-89 6-4070,-18 0-2866,-16 0-2408,-12 0-5398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8 681 2305,'-7'9'13948,"112"-10"-8401,-37-1-5193,108-18 1,1174-167 36,-611 95-366,390-27 6,-501 59-46,366-24 42,-182 18-19,-62 25 8,6 36 4943,-583 5-2021,129-11-1060,-274 9-1821,-55 6-343,-75 18-4933,30-15-2395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85 375 3169,'0'0'16352,"0"43"-8939,-1-25-7188,-4-4 198,0 0 1,0 0-1,-1 0 0,-1-1 0,-12 19 1,-16 31 182,33-85 123,7-21-535,17-47-189,-15 55-125,1 0-1,2 1 1,2 0-1,1 0 1,1 2-1,20-34 1,-32 63 107,10-18 3,1 1 0,1 0 0,1 1 0,1 0 0,1 1 0,0 1 0,21-15 0,-38 31 32,1 1 1,0-1-1,0 1 1,0-1-1,0 1 1,0-1 0,-1 1-1,1 0 1,0-1-1,0 1 1,0 0-1,0 0 1,0 0 0,0 0-1,0 0 1,0 0-1,0 0 1,0 0 0,0 0-1,0 0 1,0 0-1,0 1 1,0-1-1,0 0 1,1 1 0,0 1 8,0-1 1,0 1-1,-1 0 1,1-1 0,-1 1-1,1 0 1,-1 0 0,0 0-1,1 0 1,1 4-1,2 8 132,-1-1-1,7 30 0,-9-31 23,4 22-39,-3-1 0,0 1 0,-2 0 0,-5 39 1,2 7-14,2 15-133,3-89 0,1-14 0,-4-8-655,1 12-137,-1 0 1,1 0-1,-1-1 0,0 1 1,-1 0-1,1 0 0,-1 0 1,0-1-1,0 1 1,0 0-1,-1 0 0,-2-6 1,-14-8-9073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10325,'0'0'20761,"101"-31"-20056,-60 24-545,6 0-96,8-4-64,-1 0-80,13-1-1889,8-1-3122,-1-8-8835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3 111 1409,'-2'0'22842,"5"0"-20772,39-1-355,49-8-1,109-30-1568,-76 14 180,-94 20-194,-16 3 189,0-1 0,-1 0 0,1 0-1,-1-2 1,20-8 0,-28 11 98,-10 2-350,1 0-315,1 1 0,-1-1 1,0 1-1,1 0 0,-1 0 0,1 1 1,-1-1-1,1 1 0,0 0 0,0 0 0,-1 0 1,1 0-1,-4 5 0,-22 11-6304,2-11-7278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1 637 2193,'0'0'6182,"21"-5"-4883,136-29 971,332-55 3174,9 38-3079,-204 24-1783,108-15-71,870-82 960,741-24 1418,-1513 115-2507,520-19 989,-26 29 867,-365 14 1052,-628 9-3253,-16 7 46,9-5-701,-1 1-1,1 0 1,0 0 0,0 0 0,0 1-1,0 0 1,0 0 0,1 0 0,-6 6-1,3-3-939,0 0 0,0-1-1,-1 0 1,-9 5 0,-14 2-7775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48 992,'0'0'13041,"4"-1"-11563,-3 0-1409,29-15 4494,-28 15-4127,-1 0 0,0 0-1,1 0 1,-1 0 0,0 0-1,0 0 1,0 0-1,0 0 1,0 0 0,0-1-1,0 1 1,0 0 0,0-1-1,0 1 1,-1-1-1,1 1 1,-1-1 0,1 1-1,-1-3 1,-5 3-230,0 0 0,-1 1-1,1-1 1,-1 1 0,1 1 0,-11 1 0,-1 4-155,1 1 0,0 1 0,0 0 0,1 1 1,0 1-1,-24 20 0,5-4 60,0-4 63,10-6 193,1 1 0,-34 30 0,52-42-324,1 0 0,-1 0-1,1 0 1,0 1 0,0-1-1,0 1 1,1 0 0,0 0-1,0 0 1,0 1 0,1-1 0,0 1-1,0-1 1,1 1 0,0 0-1,-1 8 1,2-14-43,0 0 0,0 1 0,1-1 0,-1 0 0,0 1 0,1-1 0,-1 0 0,1 1 0,-1-1 0,1 0 0,-1 0 0,1 0 0,0 0 0,0 1 0,0-1 0,0 0 0,0 0 0,0-1 0,0 1 0,0 0 0,2 1 0,36 12 0,-19-11 0,1-2 0,25 0 0,-38-1 0,20 1 0,0-2 0,-1 0 0,1-2 0,-1-1 0,0-2 0,37-11 0,-36 7 0,3 0 0,0-1 0,-1-2 0,47-27 0,-76 39-27,0 1 0,0-1-1,0 0 1,-1 1 0,1-1 0,0 0-1,0 0 1,0 0 0,-1 0 0,1 0-1,0 0 1,-1 0 0,1 0 0,-1 0-1,1 0 1,-1 0 0,0 0 0,1 0 0,-1 0-1,0-1 1,0 1 0,0 0 0,0-1-1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57 6035,'0'0'14716,"28"0"-2767,270-17-11867,-103 2-97,-139 13 15,-4 1 0,1-3 0,63-12 0,-115 14 0,-9 7 0,-10 4-3130,-3-7-5423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7603,'0'0'13287,"3"-4"-11033,-2 2-1590,9-11-390,-10 13-173,0 0 0,0 0 0,0 0 0,0 0 0,0 1 0,0-1 0,0 0 0,0 0 0,0 0 0,0 0 0,0 0 0,0 1 0,0-1 0,0 0 0,0 0 0,0 0 0,1 0 1,-1 0-1,0 1 101,0-1-101,0 0 0,0 0 0,0 0 0,0 0 0,1 0 0,-1 0 0,0 0 0,0 0 0,0 0 0,0 1 0,0-1 0,1 0 0,-1 0 0,0 0 0,0 0 0,0 0 0,0 0 0,1 0 0,-1 0 0,0 0 0,0 0 0,0 0 1,0 0-1,1 0 0,-1-1 0,0 1 0,0 0 0,0 0 0,0 0 0,0 0 0,1 0 0,-1 0 0,0 0 0,0 0 101,0-1-101,0 1 0,1 80 609,-7 164 1304,5-150-10866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62 15079,'0'0'12342,"13"-8"-11825,-1 1-373,-5 2-80,0 0-1,1 0 1,0 1-1,0 1 1,0-1-1,0 1 1,0 0 0,1 1-1,-1 0 1,11-1-1,-6 2 73,9-2-44,-1 1 1,1 1-1,-1 1 1,1 0 0,23 5-1,-41-3-77,0-1 0,0 1 0,0 0 0,-1 1 0,1-1 0,-1 1 0,1-1 0,-1 1 0,0 0 0,0 0 0,0 1 0,0-1 0,3 6 0,-4-7-13,-1 0 0,0 0 0,1 0 0,-1 0 0,0 0 0,0 0 0,0 1 0,0-1 0,0 1 0,-1-1 0,1 0 0,-1 1 0,0-1-1,0 1 1,1-1 0,-1 1 0,-1-1 0,1 1 0,0-1 0,-1 1 0,1-1 0,-1 1 0,0-1 0,-2 5 0,-1-2 21,0 0-1,-1 1 1,0-1 0,0-1-1,0 1 1,0-1 0,-1 0-1,0 0 1,-11 5 0,-65 23 443,60-25-184,0 1 0,-21 12 0,42-20-289,1 0-1,0 1 1,-1-1-1,1 0 1,-1 0-1,1 0 1,0 1-1,-1-1 0,1 0 1,-1 1-1,1-1 1,0 0-1,0 1 1,-1-1-1,1 0 1,0 1-1,-1-1 1,1 1-1,0-1 0,0 1 1,0-1-1,0 0 1,-1 1-1,1-1 1,0 1-1,0-1 1,0 1-1,0-1 1,0 1-1,0-1 0,0 1 1,0-1-1,1 1 1,12 13-259,32 10-234,-35-20 354,-5-1 93,15 6-546,0 2 0,0 0 0,-1 1 0,-1 0 0,0 2 0,0 0 0,24 28 0,-40-40 578,0 0-1,-1 0 1,1 0 0,-1 0 0,0 0 0,1 0-1,-1 1 1,-1-1 0,1 1 0,0-1-1,0 1 1,-1-1 0,1 1 0,-1-1 0,0 1-1,0-1 1,0 1 0,0-1 0,0 1-1,-1 0 1,0 3 0,-1-2 120,0-1 1,0 0-1,0 0 1,0 1-1,0-1 0,-1 0 1,1-1-1,-1 1 0,0 0 1,0-1-1,0 1 1,-7 3-1,-8 4 670,-2-1-1,1-1 1,-1-1-1,-25 6 1,32-9-424,-18 6 154,-1-2 1,-1-1-1,1-1 1,-57 2-1,90-8-499,-1 0 0,0-1 0,0 1 0,0 0 0,0 0 0,0 0 0,0 0 0,0 0 0,0 0 0,0-1 0,0 1 0,0 0 0,0 0 0,0 0 0,0 0 0,0 0 0,0-1 0,0 1 0,0 0 0,0 0 0,0 0 0,0 0 0,0 0 0,0 0 0,0-1 0,0 1 0,0 0 0,0 0 0,0 0 0,0 0 0,-1 0 0,1 0 0,0-1 0,0 1 0,0 0 0,0 0 0,0 0 0,0 0 0,0 0 0,0 0 0,-1 0 0,1 0 0,0 0 0,0 0 0,0 0 0,0 0 0,0 0 0,-1 0 0,1 0 0,0 0 0,0 0 0,0 0 0,0 0 0,10-6 0,59-8-6163,-37 9-1056,14-4-11686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1 740 6531,'0'0'11058,"1"-4"-9027,5-11-414,0 1 1,1-1 0,10-15 0,7-15-777,172-422-1670,-184 437 1217,1 1 1,1 0 0,22-32 0,-36 61-353,0 1 0,0-1-1,0 1 1,0-1 0,0 1 0,0-1 0,0 1-1,0-1 1,0 1 0,1 0 0,-1-1 0,0 0-1,0 1 1,1-1 0,-1 1 0,0-1 0,0 1-1,1-1 1,-1 1 0,1-1 0,-1 0 0,0 1-1,1-1 1,-1 0 0,1 1 0,-1-1 0,1 0-1,-1 0 1,1 1 0,-1-1 0,1 0 0,-1 0-1,1 0 1,-1 0 0,1 0 0,-1 0 0,1 0-1,-1 0 1,1 0 0,-1 0 0,1 0 0,-1 0-1,1 0 1,-1 0 0,1 0 0,0 0 0,-1-1-1,0 1 1,1 0 0,-1 0 0,1-1 0,-1 1-1,1 0 1,-1-1 0,1 1 0,-1 0 0,0-1-1,1 1 1,-1-1 0,0 1 0,1-1 0,-1 1-1,0 0 1,0-1 0,1 1 0,-1-1 0,0 1 0,0-1-1,0 0 1,8 47 2505,-7-42-2479,9 137-62,-5-63 0,15 81 0,-18-147 0,2 7 0,-1 0 0,1 29 0,3-12-349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9925,'0'0'18987,"16"-6"-17733,1-1-838,1 1 0,1 1 0,-1 0 1,1 1-1,36-2 0,256-14-312,-319 28-3391,-18 8-6947,14-15 1169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0 690 6867,'0'0'11779,"15"-5"-10346,63-19 924,88-15 0,841-107 495,6 37-2746,2227-132 279,-2070 200 239,35-2 918,-1120 41-1126,-34 1-119,-1-2 0,51-9 0,-100 12-272,0-1 0,0 1-1,-1 0 1,1 0 0,0 0 0,0 0-1,0-1 1,0 1 0,0 0-1,-1-1 1,1 1 0,0-1 0,0 1-1,-1-1 1,1 1 0,0-1 0,-1 0-1,1 1 1,0-1 0,-1 0-1,1 1 1,-1-1 0,1 0 0,-1 0-1,1 0 1,-1 0-10,-1 0 0,1 1-1,0-1 1,0 1 0,-1-1-1,1 1 1,0-1 0,-1 1-1,1-1 1,-1 1 0,1-1 0,0 1-1,-1 0 1,1-1 0,-1 1-1,1 0 1,-1-1 0,1 1 0,-1 0-1,0 0 1,1-1 0,-1 1-1,1 0 1,-1 0 0,1 0 0,-1 0-1,0 0 1,1 0 0,-1 0-1,0 0 1,1 0 0,-1 0 0,1 0-1,-2 0 1,-10 1-850,0 1-1,1 0 1,-1 0-1,1 1 1,-1 0-1,-16 8 1,-47 12-6993,11-13-3035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61 721 1601,'0'0'7011,"-12"4"-5714,-37 14 7520,64-17-7122,20-1-1485,171-40 2066,-91 13-1879,630-95 207,11 35-443,-377 46-160,4403-302 996,-4596 338-583,609-51 2166,-716 39 1150,-78 16-2909,24-2-631,-17 2-211,-10 1 7,-61 8-3712,7 1-3529,15-8-3406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4562,'0'0'12939,"7"-1"-11044,-4 1-1771,30-4 2166,-32 4-2159,0-1 1,0 1-1,0 0 0,-1 0 1,1 0-1,0 0 1,0 0-1,0 0 0,0 0 1,0 0-1,0 1 1,-1-1-1,1 0 0,0 0 1,0 1-1,0-1 1,-1 1-1,1-1 0,0 0 1,0 1-1,-1-1 1,1 1-1,0 0 0,-1-1 1,1 1-1,-1 0 1,1-1-1,-1 1 0,1 0 1,-1-1-1,1 1 1,-1 0-1,0 0 0,1 0 1,-1 1-1,-13 425 6096,12-351-6227,-1 5 0,4 1 0,3 0 0,18 86 0,-1-67 0,42 211 0,-52-229 0,5 151 0,-4-61-3812,-13-207-4109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1 762 6131,'0'0'2049,"19"-5"459,357-78 8232,84 4-6647,238-12-3112,-277 39-660,1964-184-225,716 35 827,-2259 187 3092,-841 14-3508,-10 14-2297,5-11 604,0 0 0,-1 0 0,0 0 0,0 0 1,1-1-1,-1 0 0,-10 3 0,-23 4-11049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53 1425,'0'0'15188,"0"-11"-13019,1 1-3096,0-22 11697,-4 50-9613,-2 55-47,4 86 0,2-77-4179,-22-115-22134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9588,'0'0'14628,"16"-5"-13248,4-2-923,-11 3-268,0 1 0,0 0 0,0 1 0,0 0 0,1 0 0,-1 1 0,1 0 0,12 1 0,27 1 476,-1 2 0,0 1 1,76 19-1,-101-18-632,1 2 0,-1 1 1,0 1-1,-1 1 0,0 1 0,0 1 1,-1 1-1,-1 1 0,21 17 0,-38-28-39,0 0-1,1 1 1,-1-1-1,0 1 1,-1-1-1,1 1 0,-1 0 1,1 0-1,-1 0 1,-1 0-1,1 1 0,0-1 1,-1 0-1,0 1 1,0-1-1,0 1 1,-1-1-1,1 1 0,-1-1 1,0 1-1,0 0 1,-1-1-1,0 1 1,1-1-1,-3 5 0,1-1 39,-2 0-1,1-1 1,-1 0-1,0 0 1,0 0-1,-1 0 1,1 0-1,-2-1 1,1 0-1,-1 0 0,0 0 1,0-1-1,-9 6 1,-18 11 162,-1-1 1,-1-3-1,-1 0 1,0-2-1,-1-2 1,-1-2-1,0-1 1,-57 9-1,43-19-194,33-2 0,16 1 0,7 0 0,-2 0-202,-1-1 0,1 1 0,-1-1-1,1 1 1,-1-1 0,0 0 0,1 0 0,-1 1 0,0-1 0,0 0 0,1 0-1,-1 0 1,0 0 0,0 0 0,0-1 0,1 0 0,16-26-8949,-4 1-5170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9412,'0'0'14639,"4"3"-13001,-1 1-1335,0 1 1,0-1-1,0 1 0,-1 0 0,0-1 0,0 1 1,0 0-1,0 0 0,-1 0 0,0 1 1,0-1-1,0 0 0,0 6 0,2 80 2044,-3-83-2114,4 70 556,-2-40-1685,-1 2-4659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12966,'0'0'13217,"21"-18"-11857,72-51-351,-88 65-909,1 1 0,-1 0-1,1 0 1,0 1 0,0-1 0,0 1 0,0 1 0,0-1 0,0 1 0,1 0 0,-1 1 0,1-1-1,-1 1 1,0 0 0,13 3 0,7-2 247,-21-1-308,-1 0 0,1 0 0,-1 1 0,1-1 0,0 1 0,-1 0 0,0 0 0,1 0 0,-1 1 0,0 0 0,1 0 0,-1 0 0,0 0 0,-1 0 0,1 1 0,0 0 0,-1 0 0,1 0 0,-1 0 1,5 5-1,-5-2-33,1 1 1,-1-1 0,0 1-1,-1-1 1,1 1 0,-1 0-1,0 0 1,-1 0 0,0 0 0,0 0-1,-1 0 1,0 10 0,1-13-11,-1 0 0,0 0-1,-1 0 1,1 0 0,-1-1 0,0 1 0,1 0 0,-2 0 0,1-1 0,0 1 0,-1 0 0,0-1-1,1 0 1,-6 7 0,2-5 23,-1 0 0,0 0-1,0-1 1,0 1 0,-1-2-1,-13 7 1,-2 0 25,17-8-36,-1 0-1,1 0 0,-1 1 1,1 0-1,0 0 1,-8 6-1,13-8-15,-1-1 0,1 1 0,0-1 0,-1 1 0,1 0 0,0-1 1,0 1-1,-1 0 0,1-1 0,0 1 0,0 0 0,0-1 0,0 1 0,0 0 0,0 0 0,0-1 0,0 1 0,0 0 0,0-1 0,0 1 0,1 0 0,-1-1 0,0 1 1,0 0-1,1-1 0,-1 1 0,0 0 0,1-1 0,-1 1 0,1-1 0,-1 1 0,1-1 0,-1 1 0,1-1 0,-1 1 0,1-1 0,-1 1 0,1-1 0,0 0 0,-1 1 1,1-1-1,0 0 0,0 1 0,35 18-453,-28-16 359,8 5-50,-1 1 0,0 1 0,14 12 0,-26-19 152,1 0 0,-1 0 0,0 0 0,0 0 0,0 1 0,0-1 0,-1 1 0,1 0 0,-1 0 0,0 0 0,0 0 0,-1 0 0,1 0 0,-1 1 0,0-1-1,0 0 1,1 8 0,-3-11 24,1 1 0,-1-1-1,1 0 1,-1 1-1,0-1 1,0 1-1,1-1 1,-1 0 0,0 0-1,0 1 1,0-1-1,0 0 1,-1 0 0,1 0-1,0 0 1,0 0-1,-1 0 1,1-1-1,0 1 1,-1 0 0,1-1-1,-1 1 1,1-1-1,-2 1 1,-46 13 821,36-11-583,-25 7-57,-2-2-1,1-1 0,-1-3 1,-65 1-1,121-5-1043,62-1-10853,-44-3 436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18008,'0'0'12182,"-88"86"-12134,61-70-48,14 0-576,-8-3-401,8 1-816,-1-1-1344,1-6-3394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 9012,'0'0'18993,"10"3"-17259,30 10-221,-38-11-1455,-1-1 0,0 1 0,0-1 0,0 1 1,0-1-1,0 1 0,0 0 0,-1-1 0,1 1 1,0 0-1,-1 0 0,1 0 0,-1 0 0,0-1 1,0 1-1,0 0 0,0 0 0,0 2 0,-1 7 246,0-26-198,1 13-106,0 0 0,0 0 0,-1 0 0,1 0 0,-1 0 0,0 1 0,1-1 0,-1 0 0,0 0 0,0 1 0,0-1 0,0 0 0,0 1 0,-1 0 0,1-1 0,0 1 0,-1-1 0,1 1 0,-1 0 0,1 0 0,-1 0 0,0 0 0,1 0 0,-1 0 0,0 1 0,0-1 0,1 0 0,-1 1 0,0-1 0,0 1 0,0 0 0,-3 0 0,-2-1 0,1 0 0,-1 1 0,1 0 0,-1 1 0,1-1 0,-1 1 0,1 0 0,0 1 0,-8 2 0,-1 3 0,1 2 0,-1 0 0,2 0 0,-1 1 0,1 1 0,1 0 0,0 1 0,1 0 0,0 1 0,0 0 0,2 1 0,0 0 0,-12 25 0,15-24 0,1 1 0,1-1 0,0 1 0,-2 29 0,6-40 0,-1-1 0,1 1 0,0 0 0,0 0 0,0 0 0,1 0 0,0 0 0,0 0 0,0-1 0,0 1 0,1 0 0,0-1 0,0 1 0,0-1 0,1 0 0,-1 1 0,1-1 0,0 0 0,6 6 0,1-3 0,0-1 0,0-1 0,0 0 0,1 0 0,0-1 0,0 0 0,0 0 0,0-2 0,0 1 0,1-2 0,16 2 0,-4-2 0,1-1 0,-1-1 0,1-2 0,33-6 0,-32 3 0,0-2 0,31-13 0,-46 16 0,0 0 0,0-1 0,0 0 0,-1 0 0,1-1 0,17-17 0,-27 23 0,-1 1 0,1-1 0,-1 1 0,1-1 0,0 0 0,-1 1 0,1-1 0,-1 0 0,0 1 0,1-1 0,-1 0 0,0 0 0,1 1 0,-1-1 0,0 0 0,0 0 0,1 0 0,-1 0 0,0 1 0,0-1 0,0 0 0,0 0 0,0 0 0,0 0 0,-1 1 0,1-1 0,0 0 0,0 0 0,-1 0 0,0 0 0,0 0 0,0 1 0,0-1 0,0 0 0,0 1 0,0-1 0,0 1 0,-1 0 0,1-1 0,0 1 0,0 0 0,0 0 0,-1 0 0,1 0 0,0 0 0,0 0 0,0 0 0,-1 0 0,1 0 0,0 1 0,0-1 0,0 0 0,0 1 0,0-1 0,-2 2 0,2-2 9,0 1 1,0 0-1,0 0 1,0 0-1,0 0 1,0 0-1,0 0 0,0 0 1,1 0-1,-1 0 1,0 1-1,1-1 0,-1 0 1,1 0-1,-1 3 1,-14 19-764,15-23 613,-10 6-2810,0-3-5424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 11701,'0'0'15960,"1"11"-14642,2 11-823,-2-1 1,0 1 0,-2 0 0,0 0 0,-1-1 0,-7 27 0,-6-7-344,-21 39 1,14-33-141,21-45-12,0 0 0,0 0 0,0 1 0,0-1 0,1 0 0,-1 0 0,1 1 0,0-1 0,-1 0 0,1 0 0,0 1 0,1 2 0,-1-4 0,0-1 0,0 1 0,1 0 0,-1 0 0,1 0 0,-1 0 0,0-1 0,1 1 0,0 0 0,-1 0 0,1-1 0,-1 1 0,1 0 0,0-1 0,-1 1 0,1-1 0,0 1 0,0-1 0,0 1 0,-1-1 0,2 1 0,4 0 0,0 0 0,1 0 0,-1 0 0,0-1 0,0 1 0,1-2 0,6 0 0,10 0 0,-2-1 0,1 0 0,-1-2 0,0-1 0,0 0 0,0-2 0,24-10 0,40-13 0,-52 19-184,-59 6-19705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3954,'0'0'22725,"19"-3"-21535,146-10 443,-72 13-1305,-93 4-3782,0-3 2936,-1 0 0,1 0-1,0 0 1,-1 0-1,1 0 1,-1 0-1,0-1 1,1 1-1,-1 0 1,0 0-1,1-1 1,-1 1-1,-1 1 1,-28 16-4582,22-14 2866,-25 16-5132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9364,'0'0'20666,"88"21"-19178,-54-21-239,-1 0-1249,-5 0 0,-1-7 0,-7 0 0,0 3 0,-6-3 0,-7 7-1217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9989,'0'0'15935,"0"23"-14692,0 161 931,7-114-1947,-2-62-546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11941,'0'0'13409,"21"7"-11947,1-1-1123,-9-3-201,-1 1 0,0 0 0,0 0 0,0 2 0,0-1 0,-1 2 0,1-1 0,-2 1-1,11 9 1,52 38 747,-52-41-655,-1 1 0,0 2-1,-1 0 1,-1 1-1,25 28 1,-41-42-222,1 0 1,-1 0-1,0 0 0,0 0 1,-1 1-1,1-1 1,0 0-1,-1 1 1,0-1-1,0 1 0,0-1 1,0 1-1,-1 0 1,1-1-1,-1 1 1,0 0-1,0-1 1,0 1-1,-1 0 0,1-1 1,-1 1-1,0 0 1,0-1-1,0 1 1,-1-1-1,1 0 0,-1 1 1,0-1-1,1 0 1,-2 0-1,1 0 1,0 0-1,-1 0 0,1-1 1,-1 1-1,-5 3 1,-8 7 28,-1-2 0,-1 0 0,0-1 1,-1-1-1,-23 8 0,27-10-15,-10 3 25,0-1 0,0-1 0,0-1 0,-1-1 0,0-1 0,-1-2 1,-39 1-1,65-4-116,0 0 1,1 0-1,-1 0 1,1 0-1,-1 0 1,1 0-1,-1 0 1,0-1-1,1 1 1,-1 0-1,1 0 1,-1 0-1,1-1 1,-1 1-1,1 0 1,-1-1-1,1 1 1,-1-1-1,1 1 1,-1 0-1,1-1 1,0 1-1,-1-1 1,1 1-1,0-1 1,-1 1-1,1-1 1,0 1-1,0-1 1,-1 1-1,1-1 1,0 0-1,0 1 1,0-1-1,0 1 1,0-1-1,0 0 1,0 1-1,0-1 1,0 1-1,0-1 1,0 1-1,0-1 1,1-1-1,-1 1-482,0-1-1,1 0 1,0 1 0,-1-1-1,1 0 1,0 1 0,0-1-1,0 1 1,0-1 0,0 1-1,0 0 1,0-1-1,0 1 1,0 0 0,3-2-1,21-12-6656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 13782,'0'0'18105,"-122"121"-17545,95-98-336,-7-3-224,7 3-240,0-3-1633,-7-8-2209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38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35 15671,'0'0'16568,"6"3"-16085,34 15-438,-41-48-45,-2 28-9,0-1-1,0 1 1,0-1 0,0 1-1,0 0 1,0 0-1,0 1 1,-1-1 0,1 1-1,-1-1 1,0 1 0,1 0-1,-1 1 1,0-1-1,1 0 1,-1 1 0,0 0-1,0 0 1,-3 1 0,-9-1-77,1 0 0,0 2 0,-22 4 0,18-1 117,1 1 1,0 1-1,0 0 0,0 2 0,-28 17 1,40-22-16,0-1 0,1 1 1,0 0-1,-1 0 0,2 1 1,-1-1-1,0 1 0,1 0 1,0 1-1,0-1 0,1 1 1,-1-1-1,1 1 1,1 0-1,-1 1 0,1-1 1,0 0-1,0 0 0,1 1 1,-2 8-1,3-12-16,0 0 0,0 0 0,0 0 0,0 0 0,0 0 0,1 0 0,-1 0 0,1 0 0,0-1 0,0 1 0,0 0 0,0 0 0,0-1 0,1 1 0,-1-1 0,1 1 0,3 4 0,-1-5 0,0 0 0,0 0 0,0 0 0,1 0 0,-1 0 0,0-1 0,1 0 0,-1 0 0,1 0 0,0 0 0,7-1 0,34 4 0,0-3 0,0-2 0,0-1 0,0-3 0,-1-2 0,1-1 0,77-27 0,-134 36-237,-30 2-4286,26 2-3715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40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12214,'0'0'9428,"95"-70"-9092,-95 67 192,0-3-6402,0-15 255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40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1 64,'0'0'1118,"-6"0"-603,-17 0 602,0 1 0,-39 6 0,58-5-985,0-1-1,0-1 1,0 1 0,0 0 0,-1-1 0,1 0 0,0 0 0,-6-1 0,-1 0 180,10 1-288,-34 0 912,-45 9 1788,72-8-2773,0 1-1,0 0 1,1 0-1,-1 1 1,0 0-1,1 0 1,0 1-1,0 0 1,0 0-1,0 1 0,1 0 1,0 0-1,-11 11 1,-37 25-3049,16-19 436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41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0 224 256,'0'0'3434,"0"-45"-921,2 44-2499,-1-1 0,1 1 0,0 0 1,-1 0-1,1 1 0,0-1 0,0 0 0,0 0 1,0 1-1,0-1 0,0 1 0,-1 0 0,1-1 1,0 1-1,0 0 0,0 0 0,0 0 0,4 1 1,41 0 276,-46-1-284,70-4-392,0-4 0,0-2 0,80-24 1,-78 17-27,211-44-1854,-117 26-243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41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1585,'0'0'1008,"20"0"-1008,-13 0-144,-1 0-544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00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2673,'0'0'4210,"-7"0"-4178,0 0-64,-7 0-32,-6 0-48,0 9-128,-7 0 176,6-5-1393,1 1-95,7-3 79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0:5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70 4434,'0'0'11058,"27"7"-6034,-25-9-4777,0 0 0,0 0-1,0-1 1,0 1 0,-1-1-1,1 0 1,-1 1 0,1-1 0,-1 0-1,0 0 1,0 0 0,0 0-1,-1 0 1,1 0 0,-1 0 0,1 0-1,-1 0 1,0 0 0,0 0-1,-1 0 1,0-3 0,1 0 133,-4 4-349,0 1-1,-1 0 1,1 0-1,0 0 1,-1 1 0,1 0-1,-1 0 1,1 0 0,-9 1-1,10-1-13,-3 1-17,0 0 1,0 0 0,1 0-1,-1 0 1,0 1 0,1 0-1,-1 0 1,1 1-1,0 0 1,0 0 0,0 0-1,0 0 1,0 1-1,0 0 1,1 0 0,0 0-1,0 0 1,0 1-1,1-1 1,-1 1 0,1 0-1,0 0 1,-2 6 0,-1 2-1,0 0 1,2 0 0,-1 1 0,2 0-1,0 0 1,1 0 0,0 0-1,0 22 1,3-33 1,-1 0 1,1 0-1,0 0 0,1 0 0,-1 0 1,0 0-1,1 0 0,-1-1 1,1 1-1,0 0 0,0-1 0,0 1 1,0-1-1,1 0 0,-1 0 0,1 0 1,-1 0-1,1 0 0,0 0 0,0-1 1,-1 1-1,1-1 0,0 0 0,0 0 1,5 1-1,-1 1 5,0-1-1,1 0 1,-1 0 0,1-1 0,-1 0 0,1 0-1,-1-1 1,1 0 0,-1 0 0,10-2 0,-12-1 23,-1 0 0,0 0 0,0 0 0,0-1 0,0 1 0,0-1 0,0 0 0,-1 0 0,0 0 0,0 0 0,0-1 0,-1 1 0,1-1 0,1-7 1052,-4 45-559,-12 317 2406,10-313-2597,3 53 0,-4-123-1953,0 1-2158,2 11-2573,1 10-2407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07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80 7619,'0'0'9381,"1"-4"-8319,7-40 1896,-8 43-2898,0 0 1,0 0 0,1 0-1,-1 0 1,0 0 0,0 0-1,0 0 1,-1 0 0,1 0 0,0 0-1,0-1 1,-1 1 0,1 0-1,0 0 1,-1 0 0,1 0-1,-1 0 1,1 1 0,-1-1 0,0 0-1,1 0 1,-1 0 0,0 0-1,1 1 1,-1-1 0,0 0-1,0 1 1,0-1 0,0 0-1,0 1 1,0-1 0,0 1 0,0 0-1,0-1 1,0 1 0,0 0-1,0 0 1,-2-1 0,-1 1-38,-1 0 0,1 0 0,-1 0 0,1 1 0,-1 0 0,1 0-1,0 0 1,0 0 0,-1 1 0,1-1 0,0 1 0,0 0 0,0 0 0,-3 3 0,0 2-29,0 1-1,0-1 1,1 1-1,0 0 1,-6 10-1,9-13-2,-12 16 3,8-12 13,1-1 1,0 1 0,0 1 0,1-1 0,0 1 0,0 0 0,1 0 0,1 0 0,-1 1-1,2-1 1,-1 1 0,2-1 0,-2 14 0,4-22-7,-1-1 0,0 0-1,1 1 1,-1-1 0,0 0 0,1 0 0,0 1 0,-1-1-1,1 0 1,0 0 0,-1 0 0,1 0 0,0 0 0,0 0-1,0 0 1,0 0 0,0 0 0,0 0 0,0-1 0,0 1-1,1 0 1,-1-1 0,0 1 0,0 0 0,1-1 0,-1 0 0,0 1-1,0-1 1,1 0 0,-1 0 0,0 0 0,3 0 0,50 1 51,-46-1-41,1-1 4,-1 0 1,1-1-1,-1 0 1,1 0-1,-1-1 0,0 0 1,0-1-1,0 1 1,-1-1-1,1-1 1,12-10-1,6-6-37,40-44 1,-17 15 172,-49 50-114,0-1-1,1 1 0,-1 0 1,0-1-1,1 1 1,-1 0-1,1-1 1,-1 1-1,0 0 1,1-1-1,-1 1 1,1 0-1,-1 0 1,1 0-1,-1-1 0,1 1 1,-1 0-1,0 0 1,1 0-1,-1 0 1,1 0-1,-1 0 1,1 0-1,-1 0 1,1 0-1,-1 0 1,1 0-1,-1 0 0,1 0 1,0 1-1,5 14 481,-5 35-148,-2-36-75,-11 294 3353,11-275-3012,1-27-399,0 0 1,0 0 0,-1 1 0,1-1 0,-1 0-1,-3 8 1,4-14-226,0 0-1,0 0 1,0 0 0,0 0-1,0 0 1,0 0-1,-1 0 1,1 0 0,0 0-1,0 0 1,0 0-1,0 0 1,0 0-1,0 0 1,0 0 0,0 0-1,0 0 1,0 0-1,-1 0 1,1 0 0,0 0-1,0 0 1,0 0-1,0 0 1,0 0 0,0 0-1,0 0 1,0 0-1,0 0 1,0 0 0,-1 0-1,2-17-2595,0 4-5835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18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0 30880,'-99'326'0,"313"-261"0,-115-391 0,-313 261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38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8468,'0'0'13953,"9"-10"-12414,29-28-205,-34 36-1136,0-1 0,0 1 0,0-1-1,0 1 1,0 0 0,0 1 0,1-1-1,-1 1 1,1 0 0,-1 0 0,1 0 0,-1 0-1,1 1 1,-1 0 0,9 0 0,7-1-81,254-25-990,-226 16-3096,-18-3-3347,-11 4 326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39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 5475,'0'0'9313,"20"-4"-6520,352-55 4800,-322 53-7670,26-2 280,-26 6-4675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39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11317,'0'0'13025,"12"-3"-11651,20-4-240,0 2-1,54-3 1,-2 10-1039,54-1-2122,-49-13-8292,-68 5 5589,-1-1-347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3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7091,'0'0'11109,"136"-23"-8772,-96 19-1424,8 2 303,-14-1-879,6 1-337,-6 2-433,0 0-815,0-2-3138,-7-1-3538,0 1 417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0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1489,'0'0'15900,"-1"8"-13280,0-3-2262,1 0-1,0-1 1,0 1-1,0 0 1,1-1-1,-1 1 1,1 0-1,0-1 1,1 1-1,-1-1 1,1 1-1,0-1 1,0 1-1,0-1 1,0 0-1,1 0 1,0 0-1,0-1 1,0 1-1,6 5 1,13 10 250,1 0-1,0-2 1,1 0 0,1-2 0,1-1 0,46 19 0,29 17-184,-101-50-419,1 0-1,0 0 1,-1 1 0,1-1 0,-1 0-1,1 1 1,-1-1 0,1 0-1,-1 1 1,1-1 0,-1 0 0,0 1-1,1-1 1,-1 1 0,0-1-1,1 1 1,-1-1 0,0 1 0,1-1-1,-1 1 1,0-1 0,0 1-1,0 0 1,0-1 0,1 1-1,-1-1 1,0 1 0,0 0 0,0-1-1,0 1 1,0-1 0,0 1-1,-1 0 1,1-1 0,0 1 0,0-1-1,0 1 1,0-1 0,-1 1-1,1-1 1,0 1 0,-1-1-1,1 1 1,0-1 0,-1 1 0,1-1-1,0 1 1,-1-1 0,1 0-1,-1 1 1,1-1 0,-1 1 0,1-1-1,-1 0 1,1 0 0,-1 1-1,0-1 1,-36 19 284,33-18-280,-74 31-9,-92 42 0,147-63 0,1 2 0,1 0 0,0 2 0,1 0 0,-21 20 0,38-32-9,0-1 0,1 1 0,-1-1 0,0 1 0,1 0 0,0-1 0,0 1 1,0 1-1,0-1 0,0 0 0,0 0 0,1 1 0,0-1 0,0 1 0,0-1 0,0 1 0,0-1 0,1 1 0,-1 5 0,2-8-253,-1 0 0,1 0-1,0 0 1,0 0 0,0 0-1,0 0 1,-1-1 0,1 1 0,0 0-1,0 0 1,1-1 0,-1 1-1,0-1 1,0 1 0,0-1-1,0 1 1,0-1 0,1 0 0,-1 1-1,0-1 1,0 0 0,1 0-1,-1 0 1,0 0 0,0 0-1,1 0 1,-1 0 0,0-1 0,0 1-1,0 0 1,3-2 0,0 2-1592,35-8-19238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18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870 61 6003,'0'0'4434,"0"-6"-3869,0-17 414,0 23-951,0 0 0,0 0-1,0-1 1,0 1-1,0 0 1,0 0-1,1 0 1,-1-1 0,0 1-1,0 0 1,0 0-1,0 0 1,0-1-1,0 1 1,0 0-1,0 0 1,0-1 0,0 1-1,0 0 1,0 0-1,0-1 1,-1 1-1,1 0 1,0 0 0,0 0-1,0-1 1,0 1-1,0 0 1,0 0-1,0 0 1,-1 0-1,1-1 1,0 1 0,0 0-1,0 0 1,0 0-1,-1 0 1,1 0-1,0-1 1,0 1 0,0 0-1,-1 0 1,1 0-1,0 0 1,0 0-1,0 0 1,-1 0-1,1 0 1,0 0 0,0 0-1,-1 0 1,1 0-1,0 0 1,0 0-1,0 0 1,-1 0-1,1 0 1,-4 1 310,-11 0 60,0 0-1,0 2 0,0 0 1,1 0-1,-1 2 1,1 0-1,0 0 0,0 1 1,1 1-1,-20 13 0,-17 14 319,-60 54 0,68-54-358,-34 29 632,-101 106 0,154-144-857,1 2 0,1 1-1,1 0 1,2 1 0,1 1-1,1 1 1,2 0 0,-11 34-1,12-17-73,1 0-1,2 1 1,3 0-1,2 1 1,1-1-1,3 1 1,3 0-1,1 0 1,19 93-1,-12-102-49,2-1 0,1 0 0,2-1-1,2 0 1,1-1 0,2-1 0,2-1-1,1-1 1,2-1 0,1-1 0,2-1 0,31 28-1,-29-34-4,1-1-1,1-2 0,1-1 0,0-1 1,2-2-1,1-1 0,48 17 0,-36-20 9,0-2-1,1-3 0,0-1 0,1-2 0,70-1 1,-80-4 19,1-3 0,-1-1 1,1-2-1,-1-2 0,0-2 1,-1-1-1,67-25 0,6-17 205,-2-3 0,-2-6 0,-4-5 0,147-116 0,-203 142-176,-2-3 1,-2-1 0,63-79-1,-88 96-21,-1 0-1,-1-1 0,-2-1 0,0 0 1,-2-2-1,-2 1 0,0-1 0,11-58 1,-15 42-4,-1 0 0,-3 0 0,-2-1 1,-2 0-1,-2 1 0,-2-1 0,-2 1 1,-2 1-1,-2-1 0,-28-74 0,27 90 94,-2 1 0,-1 0 0,-1 1 0,-1 0 0,-1 2 0,-2 0 0,0 1 0,-2 1 0,-1 1 0,0 1 0,-2 1 0,0 2 0,-2 0 0,0 1 0,-1 2 0,-40-18-1,24 19 66,0 1-1,-1 1 0,-1 3 0,1 2 1,-58-2-1,3 5 12,-132 12-1,191-2-192,2 1 1,-1 1-1,1 3 0,-52 19 1,-142 72-1962,227-98 1819,-4 2-419,-32 13-1891,41-18 2067,0 1-1,-1-1 1,1 0 0,0 0 0,0 1-1,-1-1 1,1 0 0,0 0-1,0 0 1,-1 0 0,1 0 0,0-1-1,0 1 1,-1 0 0,1-1 0,-2 0-1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19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1377,'0'0'7379,"-2"15"-5770,-7 89 3445,6 129 0,4-144-4155,2 25 710,29 178-1,48 110-334,-31-203-774,31 158-123,-62-226-229,4 223 0,-22-297-332,0-56-32,-5-16-1152,2-17-2147,3-65 1,1 37-1959,-1-11-2347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20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0 292 2385,'0'0'8972,"5"-2"-6733,51-6-721,0-3 0,61-19 0,-43 10-747,113-29 482,501-108 175,-648 152-440,56 0 1,-94 5 966,-2 3-701,1-2-1213,-1-1-1,0 1 0,0 0 1,1 0-1,-1-1 0,0 1 0,0 0 1,0 0-1,0 0 0,0-1 1,0 1-1,0 0 0,-1 0 0,1 0 1,0-1-1,0 1 0,-1 0 1,1 0-1,0-1 0,-1 1 0,1 0 1,0-1-1,-1 1 0,1 0 1,-1-1-1,0 1 0,1-1 1,-2 2-1,1-2-544,1-29-14191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21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1518 1185,'-20'9'917,"-5"3"-611,4-2 775,0 0 0,-27 7 2683,68-19-1088,-5-5-1589,0 0-1,0-1 0,-1-1 1,0 0-1,24-21 0,30-20 1259,203-106-361,426-174 0,315-56-2066,-916 352 169,214-76 45,251-94-39,-194 48 2702,-319 131-2032,-36 17-267,1 1 1,0 0-1,0 1 0,0 1 0,1 0 0,-1 1 0,1 0 1,24-3-1,-37 7-128,-1 50-429,-10-27-1464,2-13-2379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21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13862,'0'0'10373,"11"4"-9303,17 1-667,1 0 0,-1-2 1,1-1-1,0-1 0,32-4 0,-25 2-273,0 0-1,0 3 1,51 7-1,-85-8-120,0-1-1,0 0 1,0 1-1,0-1 0,0 1 1,0 0-1,0 0 1,0 0-1,0 0 1,0 0-1,0 0 0,-1 0 1,1 0-1,0 1 1,-1-1-1,1 1 1,-1-1-1,1 1 0,-1 0 1,0 0-1,0-1 1,0 1-1,0 0 1,0 0-1,0 0 0,-1 0 1,1 0-1,0 0 1,-1 0-1,0 1 1,1-1-1,-1 0 0,0 0 1,0 3-1,-1 1 80,0-1-1,0 1 1,-1-1-1,0 1 1,0-1-1,0 1 1,0-1-1,-1 0 1,0 0-1,0 0 0,-6 6 1,-63 65 1503,50-55-1094,1 0 0,-29 39 0,45-52-595,0 0-1,0 1 1,0 0-1,1-1 0,1 1 1,-1 1-1,1-1 1,1 0-1,0 1 0,0-1 1,1 1-1,0 12 1,2-22-382,1 1-1,-1-1 1,1 1 0,-1-1 0,1 1 0,-1-1 0,1 0 0,-1 1 0,1-1-1,-1 0 1,1 0 0,0 0 0,-1 0 0,3-1 0,-2 1-869,25 0-8714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22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784 1 4498,'0'0'12382,"-28"13"-10557,8-5-1485,-7 4 145,-1 1 0,1 1 0,1 2-1,1 0 1,-39 33 0,12 0-35,2 2-1,3 3 1,2 1-1,2 3 1,3 1 0,2 2-1,3 2 1,3 1 0,3 1-1,3 2 1,2 0-1,4 2 1,2 0 0,4 2-1,2-1 1,4 1-1,3 1 1,5 86 0,1-137-423,0 0 0,2 0 0,1 0 0,0 0 0,2-1 0,0 0 0,1 0 1,1 0-1,1-1 0,1 0 0,0-1 0,1 0 0,2-1 0,-1 0 0,2-1 1,0 0-1,1-1 0,1-1 0,0 0 0,1-1 0,0-1 0,1 0 0,34 16 1,-22-16-9,1 0 0,0-2 0,0-2 0,1 0 0,0-2 1,40 2-1,-13-5-67,0-3 1,89-10 0,-90 0-66,0-2 0,-1-3 0,0-2 0,-2-3 0,0-2 0,-1-2 0,-2-3 0,84-56 0,-89 50 98,-2-2 0,-1-1-1,-2-3 1,-1-1 0,-2-2-1,53-75 1,-67 79 31,-1-2 0,-2-1 0,-2-1 0,-1 0 0,-2-2 0,-3 0 0,-1 0 0,11-73 0,-15 37 19,-2 0 0,-5-1 0,-8-88-1,4 149 36,-1 1 0,-1 0 0,0 0 0,-2 0 0,0 1 0,-1 0-1,-1 0 1,0 0 0,-2 1 0,0 0 0,0 1 0,-2 0 0,0 1 0,-23-22 0,17 20 37,-1 2 1,0 0 0,-1 2-1,0 0 1,-1 1-1,0 1 1,-1 1 0,-1 0-1,1 2 1,-1 1-1,-37-7 1,-13 6-65,-1 2-1,-125 8 1,179-2-288,0 2 1,0 0-1,0 2 1,1 0-1,-1 1 0,1 1 1,0 0-1,1 2 0,-1 0 1,1 1-1,1 1 1,0 1-1,0 0 0,1 1 1,-16 16-1,16-2-3272,14-7-2829,2-7-3808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2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8244,'0'0'13481,"0"9"-12574,-2 28 549,-8 46 1,-3 27 499,6 12-709,6 1 0,5 0 0,40 240 1,103 274-971,-100-466-648,-39-263-12525,-8 34 4553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23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6 167 7043,'0'0'10312,"-5"-1"-8670,5 1-1618,0 0 0,0 0 1,0 0-1,0 0 0,0 0 0,0 0 1,0 0-1,0 0 0,0 0 1,0 0-1,0 0 0,0 0 0,0 0 1,0 0-1,0-1 0,0 1 1,0 0-1,0 0 0,0 0 0,0 0 1,0 0-1,0 0 0,0 0 1,87-6 2076,65-7-558,456-94-177,-586 102-1308,-1 2 59,0-1 0,-1-1 0,0-1 0,21-10 0,-61 18 3892,2-1-5088,13 6-3599,3 9-3963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54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31 415 3602,'0'0'6472,"3"0"-5423,1 0 1,-1 0-1,0 0 0,1 1 1,-1-1-1,0 1 1,1 0-1,3 2 0,-7-2-997,1 15 354,-1 1 0,0 0-1,-2-1 1,0 1 0,0-1-1,-2 0 1,0 0 0,-10 26-1,12-34-169,-8 21-230,10-28 36,0-1 1,0 0-1,0 0 0,0 1 0,0-1 0,0 0 1,0 1-1,0-1 0,0 0 0,-1 1 0,1-1 1,0 0-1,0 1 0,0-1 0,0 0 0,0 0 1,-1 1-1,1-1 0,0 0 0,0 0 0,0 1 0,-1-1 1,1 0-1,0 0 0,0 0 0,-1 1 0,1-1 1,0 0-1,-1 0 0,1 0 0,0 0 0,0 0 1,-1 0-1,1 1 0,0-1 0,-1 0 0,1 0 1,0 0-1,-1 0 0,1 0 0,0 0 0,-1 0 0,1 0 1,0-1-1,-1 1 0,1 0 0,0 0 0,0 0 1,-1 0-1,1 0 0,0 0 0,-1-1 0,1 1 1,0 0-1,0 0 0,-1 0 0,1-1 0,0 1 1,0 0-1,0 0 0,-1-1 0,1 1 0,-3-10-15,1 1 0,-1-1 0,2 1 0,0-1-1,0 0 1,0 0 0,1 1 0,3-19 0,-2-3 3,2-5-4,1 0-1,2 0 1,20-66-1,-11 43-12,-9 42-12,1 0 0,1 1 1,0-1-1,1 2 0,1-1 0,0 1 0,1 1 0,1 0 0,0 0 1,1 1-1,0 1 0,1 0 0,21-14 0,-33 24-2,0 1-1,0 0 0,0-1 1,0 1-1,0 0 1,1 0-1,-1 0 1,0 1-1,0-1 1,1 0-1,-1 1 0,0-1 1,1 1-1,-1 0 1,0 0-1,1 0 1,-1 0-1,1 0 1,-1 1-1,0-1 0,1 1 1,-1-1-1,0 1 1,0 0-1,1 0 1,2 2-1,-3-2 1,0 1 1,0 0-1,0 1 0,0-1 1,0 0-1,0 1 0,-1-1 1,1 1-1,-1-1 0,1 1 1,-1 0-1,0-1 0,0 1 1,0 0-1,-1 0 0,1 0 1,-1 0-1,0 0 0,1-1 1,-1 4-1,0 254 1460,-1-250-1319,-1 1 0,0-1-1,0 1 1,-7 17-1,-1 7 116,1-3-206,6-22-87,0 1 0,1-1 0,0 1 0,1 0 0,-1 11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6:55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72 5106,'-2'-6'18708,"5"5"-17326,16 1-1141,-1-1 0,1-1 0,-1 0 0,1-2 0,28-9 0,-12 1-170,-20 5 126,0 2 0,0 0 0,0 1 0,0 1 1,1 0-1,22-1 3561,-54 24-17684,-9-4 4010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13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104 346 2417,'0'0'3303,"-3"-8"-3871,-1-1 317,-1 0 0,1 0-1,-1 1 1,-1 0 0,0 0 0,0 0 0,0 0 0,-10-7 0,10 10 1489,-5-5 1992,8 2 3118,-16 3 4596,15 5-8724,21 0-1413,674-29 429,-556 12-1120,684-61 480,-267 64-340,228-8-48,-563 18-95,197-17 985,-411 21-986,-3 1-89,1-1 0,-1 0-1,1 0 1,-1 0 0,0 0 0,1 0-1,-1 0 1,1 0 0,-1 0 0,1 0-1,-1 0 1,0-1 0,1 1-1,-1 0 1,1 0 0,-1 0 0,0 0-1,1-1 1,-1 1 0,0 0 0,1 0-1,-1-1 1,0 1 0,1 0 0,-1-1-1,0 1 1,1 0 0,-1-1-1,0 1 1,0 0 0,0-1 0,1 1-1,-1 0 1,0-1 0,0 1 0,0-1-1,0 1 1,0 0 0,0-1 0,0 1-1,0-1 1,0 1 0,0-1-1,0 1 1,0 0 0,0-1 0,0 1-1,0-1 1,0 0 0,-34-3-10889,19-5 2144,-4-8-3873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15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40 164 4162,'0'0'8695,"0"-8"-7516,0-32 187,0 18 6683,0 27-6843,0 236 1446,0-240-2645,0 0 1,1 1-1,-1-1 1,0 0-1,0 1 1,-1-1 0,1 0-1,0 1 1,0-1-1,-1 0 1,1 1 0,-1-1-1,1 0 1,-1 0-1,1 1 1,-1-1 0,0 0-1,1 0 1,-1 0-1,-2 2 1,2-3-10,0 0 0,0 0 1,1-1-1,-1 1 0,0 0 0,0-1 0,0 1 1,0 0-1,1-1 0,-1 1 0,0-1 0,1 1 1,-1-1-1,0 0 0,1 1 0,-1-1 1,0 0-1,1 1 0,-1-1 0,1 0 0,-1 0 1,1 1-1,0-1 0,-1 0 0,1 0 0,0 0 1,0 0-1,-1 1 0,1-1 0,0-2 1,-4-13-48,1 0-1,1 0 1,0 0 0,1 0 0,1 0 0,3-30 0,-1-7 51,-2 44 7,0 1 1,1-1-1,-1 1 1,2 0-1,-1-1 1,1 1-1,1 0 0,-1 0 1,1 0-1,5-10 1,-5 14-7,0 1 0,0-1 0,0 0 0,0 1 1,0 0-1,1 0 0,-1 0 0,1 0 0,0 0 1,0 1-1,0-1 0,0 1 0,1 0 0,-1 1 1,0-1-1,1 1 0,0 0 0,-1 0 0,1 0 1,5 0-1,-8 1-5,49-1-27,-50 1 29,1 0 0,-1 0 0,1 0 0,-1 1-1,1-1 1,-1 1 0,1-1 0,-1 1 0,1 0 0,-1-1 0,0 1 0,1 0-1,-1 0 1,0 0 0,0 0 0,1 0 0,-1 0 0,0 0 0,0 1-1,0-1 1,0 0 0,-1 0 0,1 1 0,0-1 0,0 1 0,-1-1-1,1 1 1,0 1 0,-1-1 6,2 8 16,0-1 0,-1 1 0,0 0 1,0 19-1,-2-25-9,1-1 0,-1 0 1,0 1-1,0-1 0,0 0 0,0 0 1,-1 1-1,1-1 0,-1 0 0,0-1 0,0 1 1,0 0-1,0 0 0,0-1 0,-1 1 1,1-1-1,-1 0 0,-4 3 0,-111 65 1356,123-69-1418,0 0 1,1 1-1,-1-1 0,0 1 1,0 0-1,0 1 1,6 3-1,-4-3 24,10 6 47,0-1 0,-1 2 0,0 0 0,-1 1 0,0 1 0,-1 0 0,0 1 0,22 27 0,-34-38-22,-1-1 1,1 1 0,-1 0-1,0 0 1,0 0-1,0 0 1,0 0-1,0 0 1,0 0-1,0 1 1,-1-1 0,1 0-1,-1 0 1,0 1-1,0-1 1,1 0-1,-1 0 1,-1 1 0,1-1-1,0 0 1,0 1-1,-1-1 1,0 0-1,1 0 1,-3 4 0,1-3 54,-1 0 1,1-1 0,-1 1-1,0 0 1,0-1 0,0 0-1,0 0 1,0 0-1,-1 0 1,1 0 0,-1 0-1,1-1 1,-8 2 0,-11 2 474,-1 0-1,0-2 1,-39 2 0,52-5-493,8 1 11,-1-1-1,0 0 0,1 0 0,-1 0 1,0 0-1,1 0 0,-1-1 0,0 1 1,1-1-1,-5-1 0,6 1-137,0 0-1,0 0 1,0-1-1,1 1 1,-1 0 0,0-1-1,1 1 1,-1-1-1,1 1 1,-1-1 0,1 1-1,0-1 1,-1 1-1,1-1 1,0 1 0,0-1-1,0 1 1,0-1-1,1-2 1,-1 3-150,0 0 0,0-1 0,1 1 0,-1 0 0,1-1 0,-1 1 0,1 0 0,-1 0 0,1-1 0,0 1 0,-1 0 0,1 0 1,0 0-1,0 0 0,0 0 0,0 0 0,0 0 0,0 0 0,0 0 0,0 1 0,0-1 0,3-1 0,32-12-5614,-27 11 4101,49-15-8756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1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1297,'-1'5'26301,"4"20"-24168,41 29-1121,2-2 0,56 48 0,-87-87-1012,0 0 0,1-1 0,1-1 0,-1-1 0,2 0 0,0-1 0,36 13 0,-53-21 0,-1-1 0,0 1 0,0-1 0,0 0 0,1 1 0,-1-1 0,0 1 0,0-1 0,0 1 0,0-1 0,0 1 0,0-1 0,0 1 0,0 0 0,0-1 0,0 1 0,0-1 0,-1 1 0,1-1 0,0 0 0,0 1 0,0-1 0,-1 1 0,1-1 0,0 1 0,0-1 0,-1 1 0,1-1 0,0 0 0,-1 1 0,1-1 0,-1 0 0,1 1 0,-1-1 0,-9 9 0,-1-1 0,0-1 0,0 0 0,0 0 0,-1-1 0,-23 8 0,13-4 0,-16 9 0,2 1 0,0 2 0,-40 32 0,61-35 94,14-17-128,0 0-1,0 0 1,0 0-1,-1 0 1,1 0 0,-1 0-1,1 0 1,-1-1 0,0 1-1,0 0 1,1-1 0,-1 0-1,0 1 1,-4 1-1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16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905 50 2257,'0'0'15999,"-1"-4"-13627,1 3-2249,-1-1 1,1 1-1,-1 0 1,0 0-1,1 0 0,-1 0 1,0 0-1,0 0 0,0 0 1,0 0-1,0 0 0,0 0 1,0 0-1,0 0 0,0 1 1,0-1-1,0 0 0,0 1 1,0-1-1,-1 1 0,1 0 1,0-1-1,-2 1 1,-43-2 1321,22 6-609,-46 12 0,12 2-277,1 2 0,1 2 0,0 3 0,2 3 0,-69 46 0,96-56-333,1 2 0,0 1-1,1 1 1,2 1-1,0 1 1,2 1-1,1 1 1,0 1-1,2 1 1,2 0-1,-21 46 1,26-45-226,1 1 0,1 0 0,1 0 0,2 1 0,2-1 0,0 1 0,2 1 0,3 46 0,1-58 0,1 1 0,0 0 0,2-1 0,1 0 0,0 0 0,2 0 0,0-1 0,1 0 0,1-1 0,0 0 0,2 0 0,0-1 0,22 24 0,-9-18 0,1 0 0,1-1 0,1-2 0,0-1 0,2-1 0,0-1 0,1-2 0,1-1 0,0-2 0,1-1 0,60 12 0,15-4 0,0-4 0,151 0 0,-231-14 0,67 3 0,180-17 0,-244 9 0,-1-2 0,0 0 0,-1-2 0,0-2 0,0 0 0,-1-2 0,0-1 0,-1-1 0,0-2 0,27-20 0,-25 11 0,0 0 0,-2-2 0,-1-1 0,-1-2 0,-2 0 0,0-1 0,-3-1 0,0-1 0,25-62 0,-29 56 0,-2-2 0,-2 1 0,-1-2 0,-3 1 0,-1-2 0,-2 1 0,-2 0 0,-3-67 0,-2 92 0,0 1 0,0-1 0,-2 0 0,0 1 0,-1 0 0,-1 0 0,0 0 0,-1 1 0,-1 0 0,0 0 0,-1 1 0,-22-27 0,13 22 0,0 1 0,-2 0 0,0 2 0,0 0 0,-2 2 0,0 0 0,-43-20 0,11 11 0,-1 3 0,-1 2 0,0 2 0,-1 3 0,-73-7 0,-12 8 0,-144 7 0,241 6 0,-77 12 0,103-10 0,0 1 0,1 1 0,-1 1 0,1 0 0,0 2 0,-28 15 0,20-2-2588,24-19 2036,1 0-1,-1 0 0,1 0 1,-1 1-1,1-1 1,0 0-1,0 1 0,0-1 1,0 0-1,0 1 1,0 0-1,1-1 1,-1 1-1,1-1 0,-1 5 1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17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48 107 6131,'0'0'13102,"-2"-17"-11331,-2-4-1199,1 10 111,1 0 1,1-1-1,-1-22 3744,-4 51-3267,-5 38-284,3 1-1,2 0 0,3 106 0,3-136-822,1 106-53,32 236 0,0-189 0,-10-70 0,-6 2 0,5 155 0,-25-196 0,0-44 0,3-24 0,-1-10 0,8-48-2100,0-1-4372,-7 39-4229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3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528 269 2673,'0'0'4039,"5"2"-3038,4 3 5215,-11-3-5848,1 0 0,0 0-1,-1 0 1,1-1 0,-1 1 0,1 0 0,-1-1-1,0 1 1,0-1 0,1 0 0,-1 0 0,0 1-1,0-1 1,-3 1 0,-3 2 387,-32 22 657,1 2 0,2 1 1,1 2-1,1 2 0,-31 37 0,37-35-981,2 2-1,1 1 1,2 1 0,1 1 0,3 2 0,1-1-1,2 2 1,-21 81 0,27-65-388,2 0 0,3 1 1,2 0-1,5 66 0,0-105-43,1-1 0,0 1 0,2-1 0,1 0 0,0 0 0,1-1 0,1 0 0,1 0 0,1 0 0,0-1 0,2 0 0,0-1 0,26 31 0,-21-30 0,1-2 0,1 1 0,1-2 0,0-1 0,1 0 0,1-1 0,0-1 0,0-2 0,1 0 0,1-1 0,38 11 0,-15-10 0,0-2 0,85 4 0,98-12 0,-64-12 0,206-42 0,-105 11 0,-180 33 0,-21 3 0,-1-2 0,86-25 0,-132 29 0,-1-1 0,1-1 0,-2-1 0,1 0 0,-1-1 0,0-1 0,-1 0 0,0-1 0,-1-1 0,0 0 0,0-1 0,22-28 0,-17 12 0,-2 0 0,0 0 0,-2-2 0,-1 0 0,-1-1 0,-2 0 0,10-50 0,-9 17 0,-4 0 0,1-127 0,-9 162 0,-1-1 0,-2 1 0,-1-1 0,-1 1 0,-2 0 0,-1 1 0,-2-1 0,0 2 0,-2-1 0,-1 2 0,-1-1 0,-2 2 0,0 0 0,-2 1 0,-24-26 0,7 12 0,-2 2 0,-2 2 0,-1 1 0,-1 2 0,-2 2 0,-1 2 0,-2 2 0,-54-23 0,56 31 0,0 2 0,-1 1 0,-1 3 0,0 2 0,0 2 0,-1 1 0,0 3 0,0 2 0,-59 5 0,92-1-113,-1 0 0,0 1 0,1 1 0,0 0 0,0 1 0,0 0 0,0 1 0,1 1 0,0 0 0,0 1 0,1 1 0,0 0 0,0 0 0,1 1 0,1 0 0,-14 17 0,-7 14-1241,1 1 1,3 2-1,-30 63 1,41-77 447,3-8-8573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32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31 9780,'0'0'16315,"0"-8"-14320,1-15-910,-1 37 258,-2 60 631,-23 188-1699,25 425-275,33-353 0,-18-221 0,-14-105-125,7 28-2494,-8-35 2482,1 0-1,-1 0 1,1 0 0,0 0 0,-1 0-1,1 0 1,0-1 0,0 1-1,-1 0 1,1 0 0,0-1 0,0 1-1,0-1 1,0 1 0,0-1 0,0 1-1,0-1 1,0 1 0,0-1 0,1 0-1,-1 0 1,0 0 0,0 1 0,0-1-1,0 0 1,0 0 0,0-1-1,0 1 1,1 0 0,-1 0 0,2-1-1,7-5-6163,-8-10-2415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33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5 235 16055,'0'0'12102,"-4"-1"-11563,321-23 3471,44-22-3934,25-3-91,-275 26 15,-75 14 0,-1 2 0,1 1 0,48-1 0,-76 14 0,-8-6 0,0-1 0,0 1 0,0-1 0,1 1 0,-1-1 0,0 1 0,1-1 0,-1 1 0,0-1 0,1 1 0,-1-1 0,0 0 0,1 1 0,-1-1 0,1 0 0,-1 1 0,1-1 0,-1 0 0,1 0 0,-1 1 0,1-1 0,-1 0 0,1 0 0,-1 0 0,1 0 0,-1 0 0,1 0 0,0 0 0,-1 0 0,1 0 0,-1 0 0,1 0 0,-1 0 0,1 0 0,-1 0 0,1 0 0,-1 0 0,1-1 0,-1 1 0,1 0 0,-1 0 0,1-1 0,0 1 0,21-19-552,4-4-4184,20-12-6015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34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5843,'0'0'12904,"17"0"-10940,50-2-49,157 0 8097,-154 2-9928,475-26-28,-138 2-67,1452-86 11,-1188 93 0,-543 18 0,-159-1-1265,10 0-2496,0 0-5043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34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18120,'0'0'13604,"18"16"-12646,-10-9-917,6 5-36,-1 0 1,2-2-1,-1 1 1,1-2-1,1 0 1,0-1-1,31 11 1,30 4-6,-24-8 0,71 31 0,-117-43 0,0 0 0,-1 1 0,1 0 0,-1 1 0,0-1 0,0 1 0,0 1 0,-1-1 0,7 9 0,-10-13 0,-1 1 0,0 0 0,0 0 0,1 0 0,-1 1 0,0-1 0,-1 0 0,1 0 0,0 0 0,-1 1 0,1-1 0,-1 0 0,0 1 0,0-1 0,0 1 0,0-1 0,0 0 0,0 1 0,-1-1 0,1 0 0,-1 1 0,1-1 0,-1 0 0,0 0 0,0 0 0,0 1 0,0-1 0,-1 0 0,1 0 0,0-1 0,-1 1 0,1 0 0,-4 3 0,-10 7 0,-1 0 0,1-1 0,-2 0 0,-30 14 0,24-13 0,1 0 0,-31 24 0,37-23-45,3-2-560,0-1 0,-1 0 1,-17 10-1,26-18-1,0 0 0,0 0 0,0 0 0,0 0 0,0-1 0,-1 0 0,1 0 0,-9 0 0,-19-1-13502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35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5 5859,'0'0'11138,"-4"-1"-9196,-2 0-1580,0 0-1,0 0 1,0 1-1,0 0 0,1 0 1,-1 0-1,0 1 1,0 0-1,0 0 0,0 0 1,0 1-1,1 0 1,-1 0-1,1 0 1,-1 1-1,1 0 0,-7 4 1,-13 10 1985,1 1 1,-26 23 0,35-27-2069,8-10-279,1 1 0,1 0 0,-1 0 0,1 1 0,0-1 0,0 1 0,0 0 0,1 1 0,0-1 0,0 1 0,1 0 0,-1 0 0,2 0 0,-1 0 0,1 0 0,0 1 0,0-1 0,1 1 0,0-1 0,1 1 0,0 12 0,1-15 0,1-1 0,-1 0 0,1 1 0,0-1 0,0 0 0,1 0 0,-1 0 0,1 0 0,0 0 0,0-1 0,0 1 0,1-1 0,-1 0 0,1 0 0,0 0 0,-1-1 0,1 1 0,1-1 0,-1 0 0,7 3 0,11 5 0,1-2 0,39 11 0,-25-11-95,1-1-1,0-1 1,0-3-1,0-1 1,63-5-1,-70 0-590,-1-1-1,0-2 1,-1-1-1,1-1 1,-1-1 0,-1-2-1,42-22 1,-22 4-12923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36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672 263 3666,'0'0'9812,"-23"-2"-8128,10 0-1367,3 1-15,0-1 0,0 2 0,-1-1 0,1 1 1,0 1-1,-1 0 0,1 0 0,0 1 1,0 0-1,0 1 0,0 0 0,1 1 0,-1 0 1,-13 8-1,-18 13 985,2 3 0,0 1 0,2 1 1,1 2-1,2 2 0,-57 71 0,72-79-983,1 1 0,1 1-1,2 0 1,0 1-1,2 1 1,1 1 0,2-1-1,1 2 1,1-1-1,2 1 1,-3 41 0,6-30-293,2-1 0,2 1 0,2 0 1,2-1-1,1 0 0,3 0 0,1 0 1,27 69-1,-20-71-11,2 0 0,1-1 0,2-1 0,1-1 0,2-1 0,41 45 0,-48-62 0,2-1 0,-1-1 0,2-1 0,0-1 0,1 0 0,1-2 0,0-1 0,0 0 0,1-2 0,1-1 0,0-1 0,29 6 0,23-2 0,0-4 0,136-3 0,-179-6 0,33-1 0,-1-3 0,0-3 0,0-3 0,-1-3 0,0-3 0,-1-2 0,-2-3 0,85-43 0,-68 24 0,-2-4 0,-2-3 0,-3-3 0,-1-3 0,112-113 0,-146 128 0,-1-1 0,-3-2 0,-1-1 0,44-82 0,-59 92 0,-2-1 0,-1-1 0,-2 0 0,-1 0 0,-2-1 0,-2-1 0,6-60 0,-10 52 0,-5-69 0,0 98 0,0 1 0,-1-1 0,0 1 0,-1-1 0,-1 1 0,-1 0 0,-13-26 0,5 17 0,-1 2 0,-1 0 0,-1 1 0,-1 1 0,-1 0 0,-1 1 0,-24-17 0,12 13 0,-1 1 0,-1 2 0,-1 1 0,-49-18 0,12 12 0,0 3 0,-2 3 0,0 4 0,-122-10 0,112 18 0,0 3 0,0 4 0,-107 12 0,160-7 0,0 2 0,0 1 0,0 1 0,-54 25 0,65-24 0,1 0 0,1 2 0,0 0 0,0 1 0,1 1 0,1 0 0,0 1 0,-14 20 0,-9 24-1409,15 4-3825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36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12230,'0'0'13843,"-2"26"-12397,-10 438 3802,23-106-5248,86 534 0,-94-867 0,2 0 0,0-1 0,10 25 0,-6-36-75,-1-18-274,3-22-1916,0-20-3092,-3-9-3229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37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 12998,'0'0'10266,"19"-4"-8847,57-8 449,101-1-1,-36 9-1410,695-33 3435,-772 29-3892,-68 8 0,1 0 0,0 1 0,0 0 0,0-1 0,0 1 0,0 0 0,1 0 0,-1 1 0,0-1 0,0 1 0,1-1 0,-1 1 0,1 0 0,-1 0 0,1 0 0,0 0 0,0 0 0,0 1 0,0-1 0,0 1 0,-2 3 0,-9 11-2509,11-16 1736,0 1-1,0-1 1,0 0-1,0 0 1,0 0 0,0 0-1,0 0 1,0 0-1,-1-1 1,1 1 0,0-1-1,-3 1 1,-21 0-11043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43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1031 156 6275,'0'0'14158,"-24"-13"-12880,8 3-996,5 3-107,-1 0 0,0 1 0,-25-9 0,31 13-84,0 0-1,0 1 0,0 0 1,0 0-1,0 0 0,-1 1 1,1 0-1,0 0 0,0 1 1,0 0-1,-1 0 0,1 0 1,0 1-1,-6 2 0,-56 29 786,2 2 0,1 3-1,2 4 1,-107 90-1,127-95-689,2 1 0,2 2 0,1 2-1,-58 85 1,77-99-143,3 2 1,0 0-1,2 0 0,1 2 0,1 0 0,2 0 0,1 1 1,2 0-1,-4 43 0,8-40-20,2 0 0,1 0 1,1 0-1,10 50 0,-7-65-21,2 0-1,0-1 1,1 1 0,1-2-1,1 1 1,1-1-1,1 0 1,22 29 0,-15-25-3,2-1 0,1-2-1,0 0 1,2-1 0,0-1 0,1-1 0,1-1 0,0-1 0,1-2 0,0 0 0,1-2 0,1-1 0,0-1 0,43 8 0,6-4-1,1-4 0,0-4 1,0-2-1,96-10 1,-116 1 30,0-2 0,-1-3 0,-1-2 0,0-2 1,-1-3-1,0-2 0,62-34 0,-53 20-35,-1-3 0,-3-2 0,0-4 0,-3-1 0,71-73 0,-106 94-17,-1-1 1,-1 0-1,-2-2 0,0 0 1,-2-1-1,0-1 0,-2 0 0,-2-1 1,11-32-1,-12 20-22,-2-1-1,-1 0 1,-2 0 0,-2-1-1,-2 1 1,-4-51 0,0 67 60,-1 0 0,-1 0 0,-2 0 0,0 0 0,-2 1 0,-1 0 1,0 0-1,-2 1 0,-1 0 0,-1 1 0,-1 1 0,-1 0 0,-1 1 0,-1 0 0,-25-24 0,18 23 27,-1 1 0,-1 2 0,0 0-1,-2 1 1,0 2 0,-1 1 0,0 1-1,-1 2 1,-1 1 0,0 1 0,0 2-1,-37-6 1,10 6-43,0 2 0,0 3 0,-1 2 0,-100 13 0,122-6-383,0 1 0,0 3 1,-39 15-1,48-14-653,1 1-1,0 2 0,1 1 1,-35 26-1,7 9-4642,23-15-1254,3-2-3159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44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4866,'0'0'14919,"0"19"-12070,0-17-2804,0 93 3232,15 102-1,77 450 259,-77-515-3535,-2 161 0,-12-279-54,0 1 0,1-1 0,0 1-1,1-1 1,8 22 0,-10-33 30,0-1-181,0 0 0,0 0 1,0 0-1,1 0 0,-1 0 1,0-1-1,1 1 0,0 0 1,0-1-1,-1 1 0,1-1 1,0 1-1,0-1 0,0 0 1,0 0-1,0 0 0,1 0 1,-1 0-1,0 0 1,0-1-1,1 1 0,-1-1 1,4 1-1,-1-1-698,0 1 0,-1-1-1,1 0 1,0 0 0,0 0 0,0-1 0,0 1-1,-1-1 1,1-1 0,7-1 0,16-22-7176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44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1 253 11125,'0'0'9957,"7"-3"-9480,22-9 424,1 2 0,0 1 1,57-8-1,-16 2-42,1032-167 2030,-1074 178-3333,-11 3 2391,-42 15-342,-8 7-1202,30-20-549,0 1 0,1-1 0,-1 0 0,1 1 0,-1-1 0,1 1 0,0-1 0,0 1 0,0 0 0,0 0 0,0-1 0,0 1 0,0 0 0,0 0 0,1 0 0,-1 0 0,0 3 0,7-4-1348,0 1 0,0-1 0,0 0 0,0-1 0,1 0 0,-1 0 0,0 0 0,7-1 0,-13 1 1171,40-4-9172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45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172 395 6467,'0'0'3380,"-22"2"-1742,-9 2-1152,-18 0-289,-13-2 3757,61-3-3824,1 1 0,-1 0 0,1 0-1,0-1 1,-1 1 0,1 0 0,-1-1 0,1 1 0,-1-1-1,1 1 1,0-1 0,-1 1 0,1 0 0,0-1 0,0 1 0,-1-1-1,1 1 1,0-1 0,0 0 0,0 1 0,-1-1 0,1 1-1,0-1 1,0 1 0,0-1 0,0 1 0,0-1 0,0 0 0,0 1-1,0-1 1,1 1 0,-1-1 0,0 1 0,0-1 0,0 1-1,1-2 1,-1 1-32,0 0-1,1 0 1,-1-1-1,0 1 1,1 0 0,-1 0-1,1 0 1,0 0-1,-1-1 1,1 1-1,0 0 1,-1 0-1,1 0 1,0 0-1,0 1 1,0-1 0,0 0-1,0 0 1,2-1-1,24-4 1228,0 0-1,56-4 0,-10 2-537,1182-124 3062,-687 113-3578,342-21 380,-665 18-472,401-89 1,-619 103-180,-27 8 0,0 0 0,0 0 0,0 0 0,0 0 0,0-1 0,-1 1 0,1 0 0,0 0 0,0 0 0,0 0 0,0 0 0,0 0 0,0 0 0,0 0 0,0 0 0,0 0 0,0 0 0,0-1 0,0 1 0,0 0 0,0 0 0,0 0 0,0 0 0,0 0 0,1 0 0,-1 0 0,0 0 0,0 0 0,0 0 0,0 0 0,0-1 0,0 1 0,0 0 0,0 0 0,0 0 0,0 0 0,0 0 0,0 0 0,0 0 0,0 0 0,1 0 0,-4 0 0,0 1 0,0 0 0,0-1 0,0 1 0,1 0 0,-1 1 0,0-1 0,1 0 0,-1 1 0,1-1 0,-3 3 0,-10 14 97,13-15-149,0 0 1,-1 0-1,1 0 1,-1 0 0,0-1-1,1 1 1,-1-1-1,0 1 1,-1-1 0,1 0-1,-6 3 1,7-25-17130,2-10 4708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45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16904,'0'0'14156,"-3"13"-13177,2-6-831,0-4-128,0 0 0,0 0 0,1 0 0,-1 0 0,1 1 0,0-1 0,-1 0 0,1 0 0,1 0 0,-1 1 0,0-1 0,1 0 0,0 0 0,0 0 0,0 0 0,0 0 0,0 0 0,0 0 0,1 0 0,0 0 0,-1-1 0,1 1 0,0-1 0,0 1 0,0-1 0,1 1 0,-1-1 0,4 2 0,50 29-20,114 49 0,-51-28 0,-116-53 0,0 1 0,0 0 0,0 0 0,0 0 0,0 0 0,0 0 0,0 0 0,-1 1 0,1-1 0,-1 1 0,1 0 0,-1 0 0,0 0 0,3 5 0,-5-6 0,0 0 0,1 0 0,-1 0 0,0 0 0,0-1 0,0 1 0,0 0 0,0 0 0,-1 0 0,1 0 0,-1-1 0,1 1 0,-1 0 0,1 0 0,-1-1 0,0 1 0,0 0 0,0-1 0,0 1 0,0-1 0,0 1 0,0-1 0,-1 1 0,1-1 0,-1 0 0,1 0 0,0 0 0,-1 0 0,-2 2 0,-35 22 0,-61 31 0,54-32 0,-47 32 0,92-55-71,-1-1 1,0 1-1,1 0 0,-1 0 1,1 0-1,-1 0 0,1 0 1,0 1-1,-1-1 0,1 0 1,0 1-1,0-1 1,0 0-1,0 1 0,0 0 1,0-1-1,0 1 0,1-1 1,-1 1-1,0 0 0,1 0 1,0-1-1,-1 1 0,1 0 1,0 0-1,0-1 0,0 5 1,1-5-228,1 1-1,-1-1 1,1 0 0,-1 1 0,1-1 0,-1 0-1,1 0 1,0 0 0,0 0 0,-1 0 0,1 0-1,0-1 1,0 1 0,0-1 0,0 1 0,0-1-1,0 0 1,0 1 0,0-1 0,0 0 0,0 0 0,0-1-1,4 0 1,39-2-12449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4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8052,'0'0'7566,"0"-3"-5968,0 2-1340,0 0 0,0 1 0,0-1 0,0 0 0,0 1 0,0-1 0,0 0 1,0 1-1,0-1 0,1 0 0,-1 1 0,0-1 0,0 0 0,1 1 0,-1-1 0,0 1 0,1-1 0,-1 0 0,0 1 1,1-1-1,-1 1 0,1-1 0,-1 1 0,1 0 0,-1-1 0,1 1 0,0-1 0,13-1 4536,-2 2-4454,-3 0-1938,35 0 1040,82-3-9211,-54-8 538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46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1308 12 19545,'-24'-2'1158,"15"2"-1098,-50-3 2349,0 2 1,0 3-1,-79 12 1,82 0-2126,0 2 1,1 3 0,1 2 0,1 2 0,-92 57 0,101-52-191,2 1 0,1 3 0,1 2-1,2 1 1,2 2 0,-58 75 0,69-75-94,1 2 0,2 1 0,1 0 0,3 2 0,1 0 0,-16 66 0,18-44 0,3 1 0,3 1 0,0 121 0,9-157 0,2 1 0,1-1 0,2 0 0,1 0 0,1 0 0,2-1 0,1 0 0,1 0 0,1-1 0,1-1 0,2 0 0,1-1 0,1 0 0,20 23 0,-14-24 0,0-1 0,1 0 0,2-2 0,0-1 0,2-1 0,0-1 0,1-2 0,0-1 0,2-1 0,-1-1 0,2-2 0,52 13 0,-30-13 0,1-2 0,-1-2 0,1-3 0,0-2 0,0-3 0,1-2 0,-1-3 0,-1-1 0,74-20 0,-89 15 0,1-2 0,-2-1 0,0-2 0,-1-2 0,-1-1 0,0-2 0,-2-1 0,0-2 0,-2-1 0,-1-2 0,-1-1 0,-1-1 0,31-41 0,-33 33 0,-3-2 0,0 0 0,-3-1 0,-1-1 0,-2-1 0,-2-1 0,16-68 0,-17 39 0,-3-1 0,-3 0 0,-2-142 0,-9 173 0,-1 0 0,-2 0 0,-1 1 0,-3 0 0,-13-41 0,12 54 0,-1 0 0,-1 2 0,-2-1 0,0 2 0,-2 0 0,-1 1 0,0 0 0,-23-22 0,18 24 0,-1 2 0,-1 0 0,-1 1 0,-1 1 0,0 2 0,-1 1 0,-1 0 0,0 3 0,-1 0 0,-1 1 0,-39-8 0,12 8 0,-2 2 0,1 3 0,-1 2 0,1 3 0,-64 6 0,72 0 13,1 2 0,-1 2 0,1 3 0,1 1 1,-91 39-1,105-36-57,1 1 0,1 1 1,1 2-1,0 1 0,2 1 0,0 2 1,2 1-1,-43 48 0,59-58-817,0-1-1,-16 33 0,8 6-4484,16-7-3712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48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9124,'0'0'13705,"6"13"-11421,13 141 3268,-18-144-5376,1 106 786,-3-91-6160,1-1-5773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49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69 8740,'0'0'9887,"19"-11"-9465,-2 1-301,-8 4-44,0 0-1,0 1 1,0 0-1,1 1 1,0 0 0,0 0-1,0 1 1,0 0-1,1 1 1,-1 0 0,16 0-1,-9 1 91,14 0 346,52 6 0,-72-4-374,0 1 0,0 1 1,0 0-1,0 1 0,-1 0 1,0 0-1,1 1 0,11 8 1,1 2 233,0 2 1,-1 0 0,-1 2 0,0 0 0,31 39-1,-43-47-252,-1 1 0,0 0 0,-1 0 0,0 1 0,-1 0 0,-1 0 0,0 0 0,0 1-1,-1 0 1,-1 0 0,-1 0 0,0 0 0,1 17 0,-4-24-17,0 1 1,-1-1 0,1 0-1,-1 1 1,-1-1-1,1 0 1,-1 0 0,-1-1-1,1 1 1,-1 0-1,0-1 1,0 0 0,-1 0-1,0 0 1,0-1-1,0 0 1,-1 0 0,0 0-1,0 0 1,0-1-1,0 0 1,-8 3 0,-11 7 251,-1-2 0,0-1 0,-1-1 0,-45 11 0,-6-5 127,0-4 1,-1-3-1,-136-3 1,215-6-853,0 0 0,0-1 0,0 1-1,0-1 1,0 1 0,0-1 0,0 1 0,0-1 0,0 1 0,0-1 0,0 1 0,1 0-1,17-13-15208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5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28 6995,'0'0'14407,"3"-5"-12729,-1 1-1561,7-13 1689,-5 16-757,-2 13-382,-22 243 3575,1-28-2551,16-44-1652,8-1-1,46 296 0,-27-355-38,18 131 0,-40-214 64,-2-31-128,-1-26-192,5-44-3845,8-1-6039,6 10-3312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50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10005,'0'0'8836,"3"0"-8212,180-3 3477,94-19-3170,-10-4-644,142-19 530,-318 25 3001,-117 21-85,22-2-3991,-1 1 0,1 0 1,0 0-1,-1 0 0,1 0 0,0 1 0,0 0 1,-1 0-1,-4 2 0,2 0-1131,0-1 0,0 1 0,0-1 0,-1-1 0,-12 2 0,-24-2-6396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5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0 416,'0'0'7830,"28"0"6449,-22 27-11099,-4-23-2485,2 3-184,-16-5-7850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7:56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0 303 5619,'8'-7'18091,"29"5"-17756,0-3 1,-1-1 0,0-1 0,38-14-1,-7 3-274,862-179 387,-724 158 4338,-199 39-4652,-5 0 31,-31 35-4871,-43 23-2620,27-23 13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21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4290,'0'-2'28650,"10"22"-30933,-1-3 2600,2 0 1,16 20-1,-18-25-436,0-1-1,-1 1 1,0 1-1,-1-1 1,0 1-1,-1 1 1,-1-1-1,6 22 1,-9-29-499,7 30-3617,2-14-5596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22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7299,'0'0'12355,"0"9"-7968,0 14-2355,2-5-1597,1 0 1,1 0-1,1-1 0,0 0 0,1 0 0,1 0 0,0-1 1,16 26-1,-16-32-419,1-1 0,0 0 0,0 0 0,1 0 0,0-1 0,0-1 0,15 9 0,-22-15-1435,7 3 4296,-5-3-4590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22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15 1809,'0'0'10325,"-4"-3"-9034,-2-1-2804,-5-3 9068,11 7-7410,-1 0 0,1 0 0,0 0 0,-1 0 0,1 0 0,0 0 0,0 0-1,-1 0 1,1 1 0,0-1 0,-1 0 0,1 0 0,0 0 0,0 1 0,-1-1 0,1 0 0,0 0 0,0 0 0,0 1 0,0-1 0,-1 0 0,1 1 0,0-1 0,0 0 0,0 0 0,0 1 0,0-1-1,0 0 1,0 1 0,-1-1 0,1 0 0,0 1 0,0-1 0,0 0 0,0 1 0,1-1 0,-1 0 0,0 1 0,0-1 0,0 0 0,0 0 0,0 1 0,2 7 125,-1-1 0,1 0-1,0 0 1,0 0 0,1 0 0,0 0 0,1 0 0,-1-1 0,1 1 0,0-1-1,1 0 1,0 0 0,7 7 0,19 28 402,-24-31-507,0 0 0,1-1 1,18 17-1,12 14 356,-33-27-987,0 14-8391,-2-10 2786,-2 0-2504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23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5523,'0'0'9873,"0"9"-4763,0 13-2235,0-11-1920,1 0 0,0 0 0,0-1 0,6 21 0,0-12-711,1-1 0,1 1 0,12 19 0,-16-30-133,66 109 436,-68-110-511,1 0 1,0 0-1,0-1 1,1 0 0,0 1-1,7 6 1,-11-11-45,-1 0 42,1-2-12,4 0-14,-4 0-64,-2 43-20724,-5-29 12731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24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4738,'0'0'6120,"6"-3"-4948,17-10 55,-18 10 227,3 4 4452,25 1-1466,-26 4-3941,0 0 1,-1 0 0,1 0-1,-1 1 1,0 0-1,-1 0 1,7 11 0,12 16 422,-2 15 12,-19-42-703,-3-7-216,0 1 0,1 0-1,-1 0 1,0 0 0,1 0 0,-1-1 0,0 1 0,1 0 0,-1 0 0,1-1 0,-1 1 0,1 0 0,0-1 0,-1 1 0,1 0 0,0-1 0,-1 1 0,1-1 0,0 1-1,0-1 1,-1 1 0,1-1 0,0 0 0,0 1 0,1-1 0,-1 0 78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24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6675,'0'0'11299,"0"6"-5876,14 3-3937,1 0-1,29 11 0,75 16 595,-83-27-1254,0 2-1,40 18 1,-56-19-561,-13-7-264,0 1 0,0-1 0,1-1 0,-1 1 0,1-1 0,0-1 0,-1 1 0,1-1 0,0 0 0,0-1 0,15-1 0,-22 1-748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25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4178,'0'5'21234,"-8"26"-18844,-19 22 233,5-12-1431,-17 46-1,34-70-1207,-1 0 0,2 0 1,0 1-1,1-1 0,1 1 0,0 21 1,-13-39-10299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26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44 3762,'0'0'10519,"-6"0"-8641,-20-2 10878,37-5-11260,36-2-507,0 2 0,63-1-1,26 7-3815,-89 1 349,33-2-7818,-38-5 1820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2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10597,'0'0'15919,"40"5"-10039,-1-8-5855,-1-2 0,0-2 1,0-1-1,49-18 0,-39 12-719,-12-1-2793,-55 34-7902,5-7 7419,1-1-1120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27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4530,'0'0'14535,"3"0"-13383,36-3-93,0-1 0,-1-3 0,65-18 0,34-6 967,-90 20-1281,-31 7-473,1 1 1,0 0 0,21-1 1331,-38 5-1575,0 1 0,-1-1 0,1 0 0,-1 1 1,1-1-1,-1 0 0,0 0 0,1 1 0,-1-1 1,0 0-1,0 0 0,0 0 0,0 0 0,0 0 1,0 0-1,0 0 0,-2 1 0,-10 10-1216,7 3-4810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27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91 6115,'0'0'9970,"-10"4"-6916,47-4-23,11-3-1499,0-2-1,73-17 1,21-4-383,-130 25-798,31-4 1086,-1-1 1,71-20 0,-145 46-1063,25-13-4026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29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61 2161,'0'0'1745,"-17"0"-1124,-51 0 225,52-3 2331,20-5-1507,11-1 134,21-7 6047,5 4-3341,-16 7-2913,1 2 0,49-2 0,-74 5-1562,0 0-19,4 0-19,-4 0-72,-16 0-11489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3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6051,'0'0'13665,"-5"0"-12595,4 0-931,0 0 1,0 0 0,0 0 0,-1 0 0,1 0 0,0 0 0,0 0 0,0 1 0,0-1 0,0 1 0,-1-1 0,1 0 0,0 1 0,0 0 0,0-1 0,0 1 0,0 0 0,0-1 0,1 1 0,-1 0 0,0 0 0,0 0 0,0 0 0,1 0 0,-1 0-1,1 0 1,-1 0 0,0 1 0,-1 3 447,1 0 0,-1-1 0,1 1 0,1 0-1,-1 0 1,0 0 0,1 8 0,0-10-464,0 0 0,0 1 0,0-1 0,0 0 0,1 1 0,-1-1 0,1 0 0,0 0 1,0 0-1,0 0 0,1 0 0,-1 0 0,1 0 0,2 4 0,0-3 31,0-1-1,0 1 1,1-1-1,-1 0 1,1 0-1,-1-1 1,1 1-1,8 2 1,4 2-154,66 34 0,-76-38 0,-1 1 0,-1 1 0,1-1 0,-1 1 0,0 0 0,0 0 0,0 0 0,0 1 0,-1 0 0,6 10 0,-9-14 0,0 0 0,0-1 0,0 1 0,0 0 0,1-1 0,-1 1 0,1 0 0,-1-1 0,1 0 0,0 1 0,-1-1 0,1 0 0,0 0 0,0 0 0,0 0 0,0 0 0,3 1 0,-3 0 0,-2-2 0,0 0 0,1 0 0,-1 0 0,1 1 0,-1-1 0,0 0 0,1 0 0,-1 0 0,0 1 0,1-1 0,-1 0 0,0 1 0,0-1 0,1 0 0,-1 1 0,0-1 0,0 0 0,1 1 0,-1-1 0,0 1 0,0-1 0,0 0 0,0 1 0,0-1 0,0 1 0,0-1 0,0 1 0,0-1 0,0 0 0,0 1 0,0-1 0,0 1 0,0-1 0,0 1 0,0-1 0,0 0 0,0 1 0,0-1 0,-1 1 0,1-1 0,0 0 0,0 1 0,-1-1 0,-18 8 0,0 1 0,0 0 0,1 2 0,0 0 0,1 0 0,0 2 0,1 0 0,0 1 0,1 1 0,1 0 0,0 1 0,1 1 0,1 0 0,1 0 0,-18 37 0,29-47-2446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0:52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8308,'0'0'15311,"0"12"-14044,-1 2-874,-1-1 1,-1 0-1,0 1 1,0-1-1,-2-1 0,-10 24 1,8-18-277,0 0 0,-7 27 0,6-19-18,8-26-88,20-1-62,-11-5-34,7-4-349,-1 1-1,1 1 1,1 0 0,-1 1-1,1 0 1,1 2-1,-1 0 1,1 1-1,0 0 1,30-1 0,-46 7 436,0-1 1,-1 1-1,1-1 1,-1 1 0,1 0-1,-1 0 1,0-1-1,1 1 1,-1 0 0,0 0-1,0 0 1,-1 0-1,1 1 1,0-1 0,-1 0-1,1 0 1,-1 0-1,0 1 1,1-1 0,-1 4-1,5 56 477,-5-54-376,-1 0-1,-1-1 1,0 1 0,0 0-1,0 0 1,-1-1-1,0 1 1,0-1 0,-1 0-1,0 0 1,0 0 0,-1-1-1,0 1 1,0-1-1,0 0 1,-1 0 0,0-1-1,0 0 1,-14 9-1,-5 2 383,-1 0-1,-1-2 0,-56 22 0,28-21-6531,53-15 5643,0 1 0,0 0 0,1-1 0,-1 0 0,0 0 0,0 1 0,0-1 0,0 0 0,0 0 0,0-1 0,0 1 0,1 0 0,-1-1-1,0 1 1,0-1 0,0 1 0,1-1 0,-1 0 0,0 0 0,1 0 0,-1 0 0,0 0 0,1 0 0,0 0 0,-3-3 0,-3-14-9793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0:52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8244,'0'0'12213,"21"-4"-10863,-12 2-1194,34-6 1139,73-5 0,94 6 826,-190 5-4063,7-8-6246,-19 2 1072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14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4370,'0'0'11536,"0"4"-10448,-2 18-232,-1-1 0,0 1 0,-2-1-1,-1 0 1,0 0 0,-2-1 0,-13 29-1,15-36-660,0 1 0,1 1 0,1-1 0,0 1 1,1 0-1,0 0 0,1 0 0,1 18 0,4-32-182,1 0 1,-1 0-1,0 0 1,1 0-1,-1 0 1,1-1-1,0 0 1,-1 0-1,1 0 1,-1 0-1,7-1 1,-3 1 24,16-2 12,0-1 0,-1-1 0,0-1 0,43-16 0,9-1-23,-24 9-200,17-5 188,-40 13-10125,-35 5 3429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14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11637,'0'0'3490,"-41"115"64,35-43-241,-8 1-1200,7-3-1265,1-9 385,6-7-561,0-9-448,0-11-224,0-7-32,0-11 16,0-7-624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20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36 960,'0'0'8303,"-2"-3"-6129,2 3-2226,-8-11 2039,-2-11 11451,-9 74-10298,14-8-1925,2 67 0,3-104-1180,-2 5 67,3-7-91,12-11-108,-10 5 81,15-7-233,0 0-1,1 2 1,0 0 0,0 1 0,0 1 0,1 1 0,-1 1-1,1 0 1,32 3 0,-51-1 246,-1 0-1,1 0 1,0 1 0,-1-1-1,1 0 1,-1 1 0,1-1-1,-1 1 1,1-1 0,-1 0-1,1 1 1,-1-1-1,0 1 1,1 0 0,-1-1-1,1 1 1,-1-1 0,0 1-1,0-1 1,1 1 0,-1 0-1,0-1 1,0 1 0,0 0-1,0-1 1,1 2-1,2 31 73,-6 32 182,2-56-128,-1 0 0,-1 0 0,0 0 0,0-1 0,0 1 0,-1-1 0,-1 0 0,1 0 0,-1 0 0,-1-1 0,1 0 0,-1 0 0,-1 0 0,1-1 0,-1 1 0,0-2 0,0 1 0,-1-1 0,0 0 0,-12 6 0,9-9-117,0-1-1,0 0 1,1 0 0,-1-1-1,-22-2 1,-1 0-157,11 12-1200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21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9636,'0'0'14380,"13"-13"-11861,-1 6-2205,-1 1 0,1 1 1,1 0-1,-1 0 0,1 1 1,-1 1-1,1 0 0,23-2 0,-15 2-61,-3 0-103,23-5 65,2 1 0,50 0 0,-91 7-137,-1 1-229,-1-1 1,0 1-1,0-1 1,0 0-1,0 1 1,0-1-1,0 1 0,0-1 1,0 1-1,-1-1 1,1 0-1,0 1 1,0-1-1,0 1 1,0-1-1,-1 0 1,1 1-1,0-1 1,0 0-1,0 1 1,-1-1-1,1 0 1,0 1-1,-1-1 1,1 0-1,0 0 1,-1 1-1,1-1 1,0 0-1,-1 0 0,1 0 1,-1 1-1,1-1 1,-15 11-9152,3-7 1173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23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33 464,'-7'4'22421,"-17"34"-19076,15-23-3042,1 1 0,0 1 0,-10 31 0,14-32-135,1 1 0,0-1 1,1 1-1,1-1 0,1 1 1,3 28-1,-2-40-141,0-1 0,0 1 0,0 0 0,0 0 0,1-1 0,0 1 0,0-1 0,0 1 0,1-1 0,0 0 0,-1 0 0,1 0 0,1 0 0,-1 0 0,0-1 0,1 1 0,0-1 0,0 0 0,0 0 0,0-1 0,0 1 0,1-1 0,-1 0 0,1 0 0,0 0 0,7 1 0,-5-2-12,0 1-1,0-2 0,0 1 0,1-1 1,-1 0-1,0-1 0,1 0 0,-1 0 1,0 0-1,0-1 0,0 0 0,0 0 1,0-1-1,-1 0 0,1 0 0,-1-1 1,0 0-1,0 0 0,0 0 0,0-1 1,-1 1-1,1-2 0,-1 1 0,-1 0 1,6-8-1,3-4 5,-2 0 0,0-1 0,-1 0 0,-1 0 0,0-1 0,-2 0 0,9-33 0,-14 44 47,0 1-1,-1-1 0,0 0 0,0 1 0,0-1 1,-1 0-1,-1 0 0,0-8 0,0 13 9,0 0-1,0 0 0,0-1 0,0 1 1,-1 0-1,1 0 0,-1 0 1,0 1-1,0-1 0,0 0 1,0 1-1,0-1 0,0 1 1,-1 0-1,1-1 0,-1 1 0,0 0 1,0 1-1,1-1 0,-5-1 1,-5-3-6,-1 1-1,1 0 1,-1 1 0,1 0 0,-1 1 0,0 1 0,-1 0 0,1 1 0,0 0 0,-22 2 0,34-1-327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25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64 7668,'0'0'13152,"1"-6"-11869,1 0-1119,-2 3 186,1-1-1,0 1 1,-1 0-1,1 0 0,-1 0 1,0-1-1,0 1 1,-1-5-1,0 7-305,1-1 0,-1 1-1,1 0 1,-1 0 0,0 0-1,1 0 1,-1 0 0,0 1-1,0-1 1,0 0 0,0 0 0,0 0-1,0 1 1,0-1 0,0 0-1,0 1 1,0-1 0,0 1 0,0-1-1,0 1 1,-1 0 0,1 0-1,0-1 1,0 1 0,0 0-1,-1 0 1,1 0 0,0 0 0,0 0-1,-2 1 1,-3-1-40,1 0 1,-1 0-1,1 1 1,-1 0-1,1 0 1,0 0-1,-1 1 1,1 0-1,0 0 1,0 0 0,0 1-1,0-1 1,0 1-1,1 0 1,-1 1-1,1-1 1,0 1-1,0 0 1,0 0-1,1 0 1,-1 1-1,1-1 1,0 1-1,0-1 1,1 1-1,-1 0 1,1 0-1,-2 9 1,0-1 18,2 0 0,0 1 1,1-1-1,0 1 0,1 15 0,1-18-16,-1-9-5,2-1 1,-1 1-1,0-1 0,0 0 0,0 1 0,1-1 0,-1 0 0,0 0 0,1 0 0,-1 0 0,1 0 1,-1 0-1,1 0 0,0 0 0,-1-1 0,1 1 0,0-1 0,0 1 0,-1-1 0,1 0 1,0 0-1,0 0 0,0 0 0,-1 0 0,1 0 0,2 0 0,54-3 16,-51 0-10,1 0-1,-1 0 1,-1-1-1,1 1 1,0-2 0,-1 1-1,0-1 1,8-8-1,43-47 194,-53 55-160,1 4 2539,-5 11-1931,-5 16-584,5-25 50,-19 91 850,-8 115-1,22-149-964,-18 83 0,18-108 0,3-24 0,2-35 0,3-3-4423,0-3-6014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31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2385,'0'0'26009,"-13"164"-24152,12-149-1932,0 0-1,-1-1 1,-5 24-1,-8 14-5765,15-50 5472,-2 14-7681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32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2513,'0'0'20524,"0"4"-19646,1 6-472,-2 0 1,1 0-1,-1 0 1,0-1-1,-1 1 0,-1-1 1,1 1-1,-8 16 1,-31 77 540,41-102-950,0-1 1,0 1-1,0-1 0,-1 1 1,1-1-1,0 1 1,0 0-1,0-1 0,0 1 1,0-1-1,0 1 1,0 0-1,0-1 0,0 1 1,0-1-1,1 1 1,-1 0-1,0-1 0,0 1 1,0-1-1,1 1 1,-1-1-1,0 1 0,1-1 1,-1 1-1,0-1 1,1 1-1,-1-1 1,1 0-1,-1 1 0,0-1 1,1 1-1,-1-1 1,1 0-1,0 1 0,-1-1 1,1 0-1,-1 0 1,1 0-1,-1 1 0,1-1 1,-1 0-1,1 0 1,0 0-1,-1 0 0,2 0 1,35 0-187,-27-1 81,11-1 39,0-1 0,0-1-1,-1-1 1,1 0 0,19-9 0,-24 9 121,-13 3-1515,4-2 3729,-2 0-1502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32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7555,'0'0'17192,"-41"130"-15335,34-93-576,-6 1-545,13-4-64,-7-5-143,7-6-433,0-3-16,0-6-80,0-8-208,0 1-785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43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4162,'0'0'14308,"0"12"-9961,0 44-2283,-20 88-151,13-54-2418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43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10773,'0'0'12024,"0"3"-10797,0 10-228,1 2-468,-1-1 0,0 1 0,-2 0-1,1 0 1,-2-1 0,0 1 0,-8 21-1,11-35-521,-6 12 60,0-1 0,1 0 0,1 1 0,0 0 0,1 0 0,1 0 0,-1 0 0,1 15 0,36-27-96,-4-1 48,1-1 0,-1-1 0,0-1 0,0-2 0,56-16 0,-73 16 21,-9 3-23,0 0 0,0 1 0,-1-1 0,1 1 0,0 0 0,0 0 0,1 1 0,3-1 0,-7 1-88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44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3169,'0'0'20492,"-5"8"-18944,-2 5-1031,2 1 0,0-1 0,0 1 0,1 0 0,1 0 0,0 1 0,1-1 1,1 0-1,0 1 0,2 15 0,-3 6-1335,-2 30 4156,1-12-2393,2-24-4328,1-13-3343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47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32 3458,'0'0'12867,"0"-6"-10754,0-15-187,0 16 11,0 5-1817,-1 0-1,1 0 1,0 0 0,-1 0-1,1 0 1,0 0 0,-1 0 0,1 0-1,0 0 1,0 1 0,-1-1-1,1 0 1,0 0 0,-1 0-1,1 0 1,0 1 0,0-1 0,-1 0-1,1 0 1,0 0 0,0 1-1,0-1 1,-1 0 0,1 0-1,0 1 1,0-1 0,0 0 0,0 0-1,-1 1 1,1-1 0,0 0-1,0 1 1,0-1 0,0 0-1,0 1 1,0-1 0,0 1 0,-5 28 1268,0 1 1,0 50 0,4-43-983,-8 46 0,8-48-1420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1:48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14 3714,'0'0'22936,"-21"-3"-22165,-64-6 56,82 8-776,1 1 0,0 0 0,0 0 0,-1 0 0,1 0 0,0 0 0,-1 1 0,1-1 0,0 1 0,0-1 0,-1 1 1,1 0-1,0 0 0,0 0 0,0 0 0,0 0 0,0 0 0,0 0 0,0 1 0,-2 2 0,3-2-42,0 0 0,0-1 0,0 1 0,1 0 0,-1 0 0,0 0-1,1 0 1,0 0 0,-1 1 0,1-1 0,0 0 0,0 0 0,0 0 0,0 0 0,1 0-1,-1 0 1,1 3 0,3 6-45,-1-1-1,2 1 1,-1-1-1,1-1 1,12 18-1,-7-12 0,0 0 0,-1 1-1,0 0 1,-2 0 0,0 1-1,-1 0 1,0 0 0,-2 1-1,0-1 1,-1 1 0,0 0-1,-1 25 1,-2-41 36,0 1 0,0-1 0,-1 0 0,1 1 0,-1-1 0,1 0 0,-1 1 0,0-1-1,0 0 1,0 1 0,0-1 0,0 0 0,-1 0 0,1 0 0,0 0 0,-1 0 0,0-1 0,1 1 0,-1 0 0,0-1 0,0 1 0,0-1 0,0 0 0,0 1 0,-1-1 0,-2 1 0,0 0 2,-1 0 1,1-1 0,-1 0-1,1 0 1,-1 0-1,1 0 1,-1-1-1,0 0 1,1 0 0,-9-2-1,13 2-4,0 0 0,0-1 0,1 1 0,-1-1 0,0 1 0,0-1-1,0 1 1,1-1 0,-1 0 0,0 1 0,1-1 0,-1 0 0,1 0 0,-1 1 0,1-1-1,-1 0 1,1 0 0,-1 0 0,1 0 0,0 1 0,-1-1 0,1 0 0,0 0 0,0 0 0,0 0-1,-1-1 1,0-29-97,1 26 76,0-2 4,-1 0-1,1 0 1,0 0-1,1 0 1,0 1-1,0-1 1,0 0-1,1 0 1,0 1 0,0-1-1,1 1 1,0-1-1,0 1 1,0 0-1,1 0 1,0 0-1,8-8 1,18-19 110,-9 10 147,0 0-1,-2-1 1,-1-1-1,20-34 0,-38 59-174,1-1-1,-1 1 0,1-1 0,-1 0 0,1 1 0,-1-1 0,0 0 1,1 1-1,-1-1 0,0 0 0,0 0 0,0 1 0,1-1 0,-1 0 1,0 0-1,0 1 0,0-1 0,0 0 0,0 0 0,0 0 0,0 1 1,-1-1-1,1 0 0,0 0 0,0 1 0,0-1 0,-1 0 0,1 1 1,0-1-1,-1 0 0,1 1 0,-1-1 0,1 0 0,-1 1 0,1-1 0,-1 1 1,1-1-1,-1 1 0,0-1 0,1 1 0,-1-1 0,0 1 0,1 0 1,-1-1-1,0 1 0,0 0 0,1-1 0,-2 1 0,-44-1 269,31 2-395,13-1-285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1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11701,'0'0'15261,"0"12"-13890,-1 29-409,-1-2 239,7 76 0,-5-111-1284,1 0-1,0 0 0,0 0 1,0-1-1,1 1 0,-1-1 1,1 1-1,2 4 0,7-2-7241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1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13526,'0'0'5136,"25"-1"-2129,23-1-2099,1 2 1,-1 2 0,0 3-1,51 11 1,-44-1-477,-1 3-1,58 29 1,-83-33-247,-1 1 0,-1 2 1,0 0-1,-1 2 0,28 27 0,-46-38-170,-1-1-1,0 1 0,0 1 0,-1-1 1,0 1-1,5 10 0,-9-15-12,0-1 0,-1 1-1,1 0 1,-1 0-1,0 0 1,0 0 0,0 1-1,-1-1 1,1 0 0,-1 0-1,0 0 1,0 0-1,-1 1 1,1-1 0,-1 0-1,0 0 1,0 0 0,-2 5-1,-1-2 18,0 0-1,-1-1 0,0 1 1,0-1-1,0 0 1,0 0-1,-1-1 0,0 0 1,0 0-1,-12 7 0,-75 38 456,91-49-456,-71 33 647,-2-4-1,-1-2 1,-1-4 0,-125 22 0,159-43-665,116-30-5122,30-10-6388,-43 15 2658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2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8452,'0'0'15716,"4"-2"-13573,19-12 1637,-22 17-3622,0 0-1,1-1 1,-1 1 0,0 0-1,0 0 1,-1 0 0,1 0-1,-1 0 1,1 0 0,-1 0-1,0 0 1,0 0 0,0 0-1,-1 0 1,0 5-1,0 2-3,1 1-154,0 2 0,0 0 0,1 0 0,4 21 0,-5-32 0,0 0 0,0-1 0,1 1 0,-1 0 0,1 0 0,0 0 0,0 0 0,-1 0 0,1 0 0,0-1 0,0 1 0,1 0 0,-1-1 0,0 1 0,1-1 0,-1 1 0,1-1 0,-1 0 0,1 0 0,-1 0 0,1 0 0,0 0 0,0 0 0,-1 0 0,1 0 0,0 0 0,0-1 0,0 1 0,0-1 0,4 1 0,0-2 0,0 0 0,0 0 0,0-1 0,-1 1 0,1-1 0,0-1 0,-1 1 0,0-1 0,1 0 0,-1 0 0,0-1 0,0 1 0,-1-1 0,1 0 0,6-8 0,4-5 0,0-1 0,22-35 0,-32 42 0,-5 9 0,0 1 0,0-1 0,1 1 0,-1-1 0,1 1 0,0-1 0,-1 1 0,1 0 0,0-1 0,0 1 0,-1 0 0,1-1 0,0 1 0,1 0 0,-1 0 0,0 0 0,0 0 0,0 0 0,1 0 0,-1 0 0,0 0 0,1 1 0,-1-1 0,2 0 0,-1 2 0,-1 0 0,0 1 0,0-1 0,0 0 0,0 1 0,0-1 0,0 1 0,0-1 0,-1 1 0,1-1 0,0 1 0,-1 0 0,1-1 0,-1 3 0,2 1 0,1 0-216,0-1 1,1 1-1,-1-1 1,1 0-1,0 0 1,0 0-1,0-1 1,0 1-1,1-1 1,-1 0-1,1-1 1,0 1-1,0-1 1,0 0-1,10 3 1,-3-2-1500,1-1-1,-1 0 1,1-1 0,0 0 0,20-2-1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14535,'0'0'13168,"21"-1"-11687,61 1-232,-80 1-1166,1 0 0,-1-1 0,1 1 0,-1 0 0,0 1 0,0-1 0,1 0 0,-1 1 0,0-1 0,0 1 0,-1 0 0,1-1 0,0 1 0,0 0 0,-1 0 0,1 0 0,-1 0 0,0 1 0,1-1 0,-1 0 0,0 0 1,0 1-1,-1-1 0,1 1 0,0-1 0,-1 1 0,1 4 0,-1-5-85,1 40 13,0-50-11,1-1 0,-1 0 0,1 1 0,1 0 0,0 0 0,0-1 0,0 2 0,1-1 0,0 0 0,1 1 0,0 0 0,0 0 0,0 0 0,1 0 0,0 1 0,0 0 0,1 1 0,0-1 0,0 1 0,0 0 0,0 1 0,1 0 0,13-6 0,-21 10 0,1 0 0,-1-1 0,1 1 0,-1 0 0,1-1 0,-1 1 0,1 0 0,0 0 0,-1 0 0,1-1 0,-1 1 0,1 0 0,-1 0 0,1 0 0,0 0 0,-1 0 0,1 0 0,0 0 0,-1 0 0,1 0 0,-1 1 0,1-1 0,-1 0 0,1 0 0,0 0 0,-1 1 0,1-1 0,-1 0 0,1 1 0,-1-1 0,1 0 0,-1 1 0,1-1 0,-1 1 0,0-1 0,1 1 0,-1-1 0,0 1 0,1-1 0,-1 1 0,0-1 0,0 1 0,1-1 0,-1 1 0,0-1 0,0 1 0,0 0 0,0 0 0,0 33 0,-1-25 0,1-8 0,1-1 0,-1 0 0,0 0 0,0 1 0,1-1 0,-1 0 0,0 0 0,0 1 0,1-1 0,-1 0 0,0 0 0,1 0 0,-1 1 0,0-1 0,1 0 0,-1 0 0,0 0 0,1 0 0,-1 0 0,0 0 0,1 0 0,-1 0 0,0 0 0,1 0 0,-1 0 0,0 0 0,1 0 0,-1 0 0,1 0 0,-1 0 0,0 0 0,1-1 0,-1 1 0,0 0 0,0 0 0,1 0 0,-1-1 0,0 1 0,1 0 0,-1 0 0,0 0 0,1-1 0,13-7 0,13-11 0,50-28 0,-67 41 0,1 2 0,-1-1 0,1 1 0,0 1 0,1 0 0,-1 0 0,1 1 0,19 0 0,-31 2 0,1 0 0,-1 1 0,1-1 0,-1 0 0,1 1 0,-1-1 0,1 1 0,-1-1 0,1 1 0,-1-1 0,0 1 0,1-1 0,-1 1 0,0-1 0,0 1 0,1 0 0,-1-1 0,0 1 0,0-1 0,0 1 0,0 0 0,1-1 0,-1 1 0,0 0 0,0-1 0,0 1 0,-1-1 0,1 2 0,0 20 0,0-20 0,0 13 0,1-11 0,-1 0 0,0 0 0,0 0 0,0-1 0,0 1 0,0 0 0,-1 0 0,1 0 0,-1 0 0,0 0 0,-1-1 0,1 1 0,-1 0 0,1-1 0,-1 1 0,-3 3 0,-4-3-3067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3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6755,'0'0'16053,"6"0"-13652,0 0-1994,-3-1-209,-1 1 1,0-1 0,0 1-1,0 0 1,1 0 0,-1 0-1,0 0 1,0 1 0,0-1-1,1 1 1,-1-1-1,0 1 1,0 0 0,0-1-1,0 1 1,0 0 0,0 0-1,0 1 1,0-1 0,-1 0-1,1 1 1,0-1 0,-1 1-1,1-1 1,-1 1 0,1 0-1,-1 0 1,0-1-1,0 1 1,0 0 0,0 0-1,0 0 1,0 0 0,-1 1-1,2 3 1,3 10-199,4 16 0,-5-23 0,-1-11 0,0-6-14,0 0 0,0 0 0,1 0 0,-1 0 0,2 1 0,-1 0 0,1 0 0,0 0-1,1 1 1,0 0 0,0 0 0,8-7 0,4-2-37,0 1-1,2 1 0,24-14 0,-43 26 57,0 1-1,-1-1 1,1 1-1,0-1 0,0 0 1,0 1-1,-1-1 0,1 1 1,0 0-1,0-1 0,0 1 1,0 0-1,0-1 0,0 1 1,0 0-1,0 0 0,0 0 1,0 0-1,0 0 1,0 0-1,0 0 0,0 0 1,0 0-1,0 0 0,0 1 1,0-1-1,0 0 0,-1 1 1,1-1-1,0 1 0,0-1 1,0 1-1,0-1 0,-1 1 1,1 0-1,0-1 1,0 1-1,-1 0 0,1 0 1,0-1-1,0 2 0,0 3 26,0 0-1,0 0 1,0 0-1,0 0 1,-1 0-1,0 10 1,4-14-30,-1-1 0,1 1 0,-1-1 0,1 0 0,0 1 0,-1-2 0,1 1 0,0 0 0,5-2 0,224-74 0,-232 76 0,-1-1 0,1 1 0,-1 0 0,0 0 0,1 0 0,-1 0 0,1 0 0,-1 0 0,0 0 0,1 0 0,-1 0 0,1 0 0,-1 0 0,0 0 0,1 0 0,-1 0 0,1 0 0,-1 0 0,0 0 0,1 0 0,-1 1 0,1-1 0,-1 0 0,0 0 0,1 0 0,-1 1 0,0-1 0,0 0 0,1 1 0,-1-1 0,0 0 0,1 1 0,-1-1 0,0 0 0,0 1 0,0-1 0,1 1 0,3 22 0,-4-18 0,0-1 0,-1 1 0,1 0 0,-1 0 0,0-1 0,0 1 0,-3 7 0,1-8-44,1 0 0,1 0 0,-1 0 0,1 0 0,-1 0 0,1 0 0,0 0 0,1 0 0,-1 1 0,1-1 0,0 8 0,0-12-181,1 1 1,-1-1-1,0 0 0,1 1 1,-1-1-1,1 1 0,-1-1 1,1 0-1,-1 1 1,1-1-1,-1 0 0,1 1 1,-1-1-1,1 0 1,-1 0-1,1 1 0,0-1 1,-1 0-1,1 0 1,-1 0-1,1 0 0,0 0 1,-1 0-1,1 0 0,-1 0 1,1 0-1,0 0 1,-1 0-1,1-1 0,0 1 1,2 0-1406,18 0-7513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3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16872,'0'0'15895,"0"18"-15895,7-9 0,7-2 0,-1 2 0,1 0 0,13-2 0,7-3-1281,0-4-2048,6 0-2754,-6 0-4034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4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 9220,'0'0'22587,"-122"138"-21627,74-75-960,1 0 0,0 0 0,13-4 0,0-3 0,7-6-2753,13-12-2482,14-13-2512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4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0 804 17192,'0'0'11808,"11"-12"-10306,6-7-1055,-1-1 0,-1-1 0,-1-1 1,23-44-1,48-146-414,97-201-37,-169 395 4,-12 18 0,-1 0 0,0 0 0,0 0 0,0 0 0,0 0 0,1 0 0,-1 0 0,0 0 0,0 0 0,0 0 0,1 0 0,-1 0 0,0 0 0,0 0 0,0 0 0,1 0 0,-1 0 0,0 0 0,0 0 0,0 0 0,0 0 0,1 0 0,-1 0 0,0 0 0,0 0 0,0 0 0,0 0 0,1 1 0,-1-1 0,0 0 0,0 0 0,0 0 0,0 0 0,0 0 0,0 1 0,1-1 0,-1 0 0,0 0 0,0 0 0,0 0 0,0 1 0,0-1 0,0 0 0,0 0 0,0 1 0,3 34 0,-3-34 0,-14 302 0,14-285 0,-1 83 0,5 0 0,21 132 0,-22-205-312,-1-7-853,-1-36-1341,-3-18-5100,-9-4-5168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4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12566,'0'0'12806,"129"-27"-10613,-82 18-1073,7 2-512,1 2-271,-1-1-337,0 1-241,0-2-1087,0 0-2210,-6 1-2769,-1-3-3585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1 320,'0'0'24587,"-10"0"-22308,-1 0-1867,0 1-1,0 0 1,0 1 0,0 1 0,0-1 0,1 2 0,-20 8 0,26-11-321,-1 1 1,1 1-1,0-1 0,1 0 1,-1 1-1,0 0 1,1 0-1,-1 0 1,1 0-1,0 1 1,0-1-1,0 1 1,1 0-1,-1 0 0,1 0 1,0 0-1,0 0 1,0 1-1,1-1 1,-1 0-1,1 1 1,0-1-1,1 1 1,-1 7-1,0 4-91,1-9 0,0 1 0,0-1 0,0 0 0,1 0 0,0 1 0,4 10 0,-4-15 0,1 0 0,-1 0 0,1 0 0,0-1 0,0 1 0,0-1 0,0 1 0,1-1 0,-1 0 0,1 0 0,-1 0 0,1 0 0,0 0 0,0-1 0,0 1 0,0-1 0,0 1 0,4 0 0,2 1-330,0-1 1,1 0-1,-1 0 1,1-1-1,-1 0 1,12-1-1,-12 0-461,0-1 0,-1 0 0,1 0-1,0-1 1,-1 0 0,1 0 0,9-5 0,28-20-9158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5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 13814,'0'0'17614,"-19"29"-16376,-63 100-1137,71-109-101,1 1 0,0 0 0,2 1 0,0-1 0,1 2 0,2-1 0,0 1 0,-1 23 0,-6 23 0,3-27 48,1-9-197,2 0 0,1 1 1,-1 47-1,0-107-12793,5-3-2110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5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2065,'0'0'17194,"23"-7"-13045,3-3-2934,-6 3-377,0 0 1,0 1 0,1 1-1,40-4 1,180-5 3112,-241 14-3951,1 0 0,-1 0 0,1 0 0,-1 0 0,1 1 0,-1-1 0,0 0 0,1 0 0,-1 1 0,1-1 0,-1 0 0,1 0 0,-1 1 0,0-1 0,1 0 0,-1 1 0,0-1 0,1 1 0,-1-1 0,0 0 0,0 1 0,1-1 0,-1 1 0,0-1 0,0 1 0,0-1 0,0 1 0,0-1 0,1 1 0,-1-1 0,0 1 0,0-1 0,0 1 0,0-1 0,0 0 0,-1 1 0,1-1 0,0 1 0,0-1 0,0 1 0,0-1 0,0 1 0,-1-1 0,1 1 0,0-1 0,0 1 0,-1 0 0,0-1 0,-37 94 0,12-34 0,18-43-55,-5 20-1499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5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14118,'0'0'18649,"-14"18"-18649,21 7 0,0 2-1537,6 3-960,1-1-2817,-7-9-4035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6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0 136 12038,'0'0'19627,"0"20"-18656,2 65-840,-3-81-131,1 1 0,0-1 0,1 0 0,-1 0 0,1 1 0,0-1 0,0 0 0,0 0 0,1 0 0,-1 0 0,1 0 0,0 0 0,0 0 0,1-1 0,-1 1 0,1-1 0,-1 1 0,1-1 0,0 0 0,0 0 0,1 0 0,-1-1 0,1 1 0,5 2 0,-5-3 0,-1-2 0,0 1 0,1 0 0,-1-1 0,0 1 0,1-1 0,-1 0 0,1 0 0,-1 0 0,0-1 0,1 1 0,-1-1 0,0 0 0,1 0 0,-1 0 0,0 0 0,0-1 0,0 1 0,0-1 0,0 0 0,0 0 0,0 0 0,-1 0 0,1 0 0,-1-1 0,4-2 0,10-16 0,0-1 0,-2 0 0,23-46 0,-5 8 0,-27 51 0,0 0 0,-1 0 0,0-1 0,0 0 0,-1 1 0,0-2 0,-1 1 0,0 0 0,1-20 0,-17 72-598,14-27-2448,0-2-3723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6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10517,'0'0'22250,"-61"106"-22250,48-83 0,6-1 0,-7 1 0,1-7 0,-1-3 0,7-8-3153,-6-5-2770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6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17832,'0'0'12358,"54"18"-12326,-34-4-32,7-3-640,-6 0-721,12-6-1777,1-5-1872,7 0-1825,-7 0-1121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6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2609,'0'0'25447,"-10"28"-22588,-6 16-1835,-38 116-196,46-120-828,1 0 0,3 0 0,1 0 0,3 63 0,1-49 0,-1-52 5,1 0 0,-1-1 0,1 1 0,-1-1 0,1 1 1,0-1-1,0 1 0,0-1 0,0 0 0,0 1 0,0-1 0,0 0 0,0 0 0,0 0 0,0 0 1,1 0-1,-1 0 0,1 0 0,-1 0 0,0 0 0,1-1 0,0 1 0,-1 0 0,1-1 0,-1 0 1,1 1-1,0-1 0,-1 0 0,1 0 0,2 0 0,61 3-456,-54-3 90,1 0-496,22 0-3113,-14-8-2008,2-13-6030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1905,'0'0'27388,"60"-20"-26251,-32 20-753,-1 0-256,-7 0-128,0 0-576,7 0-2337,-6 0-4083,-1 0-8035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4818,'0'0'27949,"122"59"-27949,-102-52 0,-13-3 0,0 1 0,0-1 0,-1 1-1777,-6-1-1616,14-4-2130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08:47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834 0 656,'0'0'28141,"-9"27"-25769,1-7-1901,0 4-283,0 0 0,2 1 0,0-1-1,2 1 1,-3 40 0,4-2-188,-3 0 0,-3-1 0,-3 0 0,-2 0 0,-3-2 0,-36 86 0,39-117 0,-1-1 0,-37 52 0,41-67 0,0 1 0,0-1 0,-1-1 0,-1 0 0,0-1 0,-1 0 0,-15 8 0,25-17 0,0 1 0,0-2 0,0 1 0,-1 0 0,1-1 0,0 0 0,-1 0 0,1 0 0,-1-1 0,1 1 0,-1-1 0,1 0 0,-1 0 0,1-1 0,-1 1 0,1-1 0,-1 0 0,1 0 0,0-1 0,-9-3 0,-2-3 0,0-1 0,0-1 0,1 0 0,-16-16 0,17 14 0,-1 1 0,0 1 0,-22-13 0,22 17-580,1 1 0,-1 0 0,-21-4 0,-45-3-5957,34 8-3863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23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327 170 4866,'0'0'4362,"-21"11"-3505,-67 38-78,84-47-699,0 0 0,0 1 0,1-1 0,-1 1 0,1 0 0,-1 0 0,1 0 0,0 0 0,0 1 0,1-1 0,-1 1 0,-2 4 0,-3 6 240,-15 15 905,2 2 0,1 1 0,1 0-1,-14 36 1,24-46-801,1 1 0,0 1-1,2-1 1,1 1 0,1 0 0,0 0-1,1 29 1,2-1 59,0-19 63,5 52-1,-3-75-432,1 1 0,0-1 0,1 0 0,0 1-1,0-1 1,1-1 0,1 1 0,0-1 0,6 10 0,8 9 245,2-1 0,1-1 0,1-1 0,1-1 0,46 36 0,-55-49-235,1-1 1,0 0-1,0-1 0,1-1 0,0 0 1,0-2-1,1 0 0,0 0 1,0-2-1,0 0 0,1-1 0,18 0 1,7-2 31,-1-2 1,1-2 0,0-2 0,64-16 0,-30 1 28,-1-3 0,-2-4 0,135-67-1,-182 79-152,-2-2-1,1 0 1,-2-2-1,-1 0 1,0-2-1,-1 0 0,-2-2 1,0-1-1,-1 0 1,-2-1-1,0-1 0,26-54 1,-31 50-14,-2 0 0,-1 0 0,-1-1 0,-1-1 0,-2 1 0,-1-1 0,-2 0 0,-1 0 0,-3-42 1,0 61-11,-2 0 0,1 0 1,-2 1-1,0-1 1,0 1-1,-1 0 1,-1 0-1,0 1 1,0-1-1,-1 1 1,-1 1-1,0-1 1,0 1-1,-1 1 1,0-1-1,-1 2 0,-11-9 1,-2-1 0,-1 2 0,-1 1 0,0 0-1,-1 2 1,0 1 0,-48-14 0,8 10 10,-1 3 0,-1 3 1,0 3-1,0 3 0,-130 8 0,189-3-19,-1 0-1,1 0 1,-1 1 0,1 0-1,0 0 1,0 1-1,0 1 1,-16 7-1,21-8-21,-1 0 0,1 0-1,0 0 1,0 1 0,0 0 0,1-1-1,-1 1 1,1 0 0,0 1-1,0-1 1,0 0 0,1 1 0,-1 0-1,1 0 1,0-1 0,0 1-1,-1 8 1,-6 46-3349,9-57 2464,0 1 1,0 0-1,0 0 1,0-1-1,0 1 1,1 0-1,-1 0 1,1-1-1,0 1 1,0 0-1,1 2 1,9 3-7927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24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25 3105,'0'0'14981,"0"-6"-13039,0-12-144,-1 24-461,-1 45 481,-1-1-256,3 273 2805,8-243-4007,18 80 0,0 1-157,-21-124-109,0 17-49,25 96 0,-30-149-117,0-1 0,0 0 0,0 1-1,0-1 1,0 1 0,1-1 0,-1 0 0,0 1-1,0-1 1,0 0 0,1 1 0,-1-1 0,0 0-1,0 1 1,1-1 0,-1 0 0,0 0 0,1 1-1,-1-1 1,0 0 0,1 0 0,-1 0-1,0 1 1,1-1 0,-1 0 0,1 0 0,-1 0-1,0 0 1,1 0 0,-1 0 0,1 0 0,-1 0-1,1 0 1,16-8-2246,18-25-5303,-28 26 3888,6-8-2489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24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33 197 6371,'0'0'11579,"-8"-4"-10526,4 3-1019,3 0 14,-1 1 1,1 0-1,0-1 1,-1 0-1,1 1 1,0-1-1,0 0 1,0 1-1,-1-1 0,1 0 1,0 0-1,0 0 1,0 0-1,0 0 1,0 0-1,0-2 1,2 2 11,0-1 0,1 1 0,0-1 0,-1 1 0,1 0 1,0 0-1,0 0 0,0 0 0,0 0 0,0 0 0,0 0 0,0 1 0,0-1 1,0 1-1,4-1 0,466-129 4478,-463 127-3934,16-3-1571,21 3-6007,6 0 449,13-12-2077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25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169 142 1281,'0'0'4858,"-3"1"-4018,-106 28 7031,61-18-7170,40-7 2281,12-2-1023,30 0-202,51-2-529,298-35 802,-184 12-1634,1045-83 1626,-1125 98-1418,74-9 1889,-188 16-1463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26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9732,'0'0'11809,"-9"4"-10697,-27 15-256,35-18-797,1-1-1,-1 0 0,0 0 0,1 1 0,-1-1 0,1 0 0,-1 1 0,0-1 1,1 1-1,-1-1 0,1 1 0,0-1 0,-1 1 0,1-1 0,-1 1 0,1-1 1,0 1-1,-1-1 0,1 1 0,0 0 0,0-1 0,-1 1 0,1 0 0,0-1 1,0 1-1,0 0 0,0-1 0,0 1 0,0 0 0,0-1 0,0 1 0,0 0 0,0-1 1,0 1-1,0 0 0,1-1 0,-1 1 0,0-1 0,0 1 0,1 0 0,-1-1 1,0 1-1,1-1 0,-1 1 0,1-1 0,-1 1 0,0-1 0,1 1 0,0-1 1,-1 1-1,1 0 0,28 15 920,-28-16-891,90 34 1042,1-5 0,163 31-1,-254-60-1123,32 5-16,-44 5 435,-132 50 150,99-45-376,1 3 0,1 1 0,-43 28 0,82-46-294,1 1-1,0-1 1,0 1 0,0 0-1,0-1 1,0 1 0,0 0-1,1 0 1,-1 0 0,-1 4-1,2-5-21,1 0-1,0-1 1,-1 1 0,1 0-1,0 0 1,0-1 0,0 1-1,0 0 1,0 0-1,0 0 1,0-1 0,0 1-1,0 0 1,0 0 0,0 0-1,0-1 1,1 1-1,-1 0 1,0 0 0,1-1-1,-1 1 1,1 1 0,1 0-287,0-1 0,0 1 0,-1 0 0,2-1 0,-1 0 0,0 0 1,0 1-1,0-1 0,0 0 0,1-1 0,-1 1 0,1 0 1,-1-1-1,0 1 0,1-1 0,-1 0 0,1 0 0,2 0 0,16 0-9170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28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23 5619,'0'0'13064,"3"-5"-11765,-1 1-1185,8-9 930,-7 13-343,-1 10-44,-3 0-313,-1 0 0,0 0 0,0 0 0,-1-1 0,0 1 0,-1-1 0,0 1 0,-9 14 0,8-15-182,0 0-1,1 0 1,0 0-1,0 1 0,1 0 1,1 0-1,-1 0 1,-1 17-1,4-14-109,0-12-46,-1 0 0,1 0 1,0 0-1,-1 0 0,1 0 0,0 0 1,0 0-1,0 0 0,0 1 1,0-1-1,0 0 0,0 0 0,1 0 1,-1 0-1,0 0 0,0 0 1,1 0-1,-1 0 0,1 0 0,-1 0 1,1 0-1,-1 0 0,1 0 1,0 0-1,0 0 0,-1 0 0,1 0 1,0-1-1,0 1 0,0 0 1,0-1-1,0 1 0,0 0 1,0-1-1,0 1 0,0-1 0,0 0 1,0 1-1,0-1 0,2 0 1,43 5 106,0-2 0,72-6 0,-99 2-127,10-1 31,0-1 0,-1-1 0,1-1 0,39-14 0,-67 19 125,-29 1-3688,-7 6-3558,10-6 362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28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4994,'0'0'14156,"23"-7"-12339,6-1-1309,13-5 517,55-9 0,-12 10-154,59-12-1384,-149 26-248,0 0 0,1 0 1,-1 1-1,0-1 0,1 1 0,-1 0 1,-3 4-1,-14 8-1826,-31 16-2979,-7 3-364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29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4386,'0'0'13990,"163"-7"-11188,-102-9-1442,0 1-671,-7 1-689,-7 3 48,-6-1-48,-7 3-2257,6-2-3538,-6 0-4930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54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11109,'0'0'15525,"14"8"-12223,-4 11-2996,-1 0-1,7 24 1,2 3-2194,-13-28-280,5 9-6904,3-15-153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55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3922,'0'0'21994,"33"45"-21450,-26-36-384,-7 4-160,0 1-240,0 2-1441,0 0-1408,0 2-3362,0-3-3057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55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3922,'0'0'20585,"20"54"-20345,-20-45-240,0 2-544,0 3-1009,7-3-2400,-7 3-2530,0-3-2417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55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8820,'0'0'17528,"0"77"-17032,0-61-400,0-7-96,0 2-448,0-4-1441,0-1-2241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56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19 2865,'0'0'14943,"-4"-3"-13105,1-1-1314,-16-7 2132,19 11-2635,0-1 0,-1 1-1,1 0 1,0 0-1,0 0 1,0 0 0,0 0-1,0 0 1,-1 0-1,1 0 1,0 0 0,0 0-1,0 0 1,0 0-1,0 0 1,-1 0 0,1 0-1,0 0 1,0 0-1,0 0 1,0 0 0,0 1-1,-1-1 1,1 0-1,0 0 1,0 0 0,0 0-1,0 0 1,0 0-1,0 0 1,0 0-1,-1 0 1,1 1 0,0-1-1,0 0 1,0 0-1,0 0 1,0 0 0,0 0-1,0 1 1,0-1-1,0 0 1,0 0 0,0 0-1,0 0 1,0 0-1,0 1 1,0-1 0,0 0-1,0 0 1,0 0-1,0 0 1,0 0 0,0 1-1,0-1 1,0 0-1,0 0 1,0 0 0,0 0-1,0 0 1,0 1-1,0-1 1,1 0 0,-1 0-1,0 0 1,10 20 2663,22 30 2585,-25-39-4641,-3-6-628,1 1 0,-1-1 0,1 0 0,1-1 0,-1 1 0,0-1 0,1 0 0,0 0 0,0-1 0,0 0 0,0 0 0,1 0 0,-1-1 0,12 3 0,-8-2 0,1 1 0,-1 0 0,0 1 0,10 6 0,-8 3-773,-11-13 636,-1 0 0,0 0-1,1 0 1,-1-1 0,1 1 0,-1 0 0,1 0 0,-1-1-1,1 1 1,-1 0 0,1-1 0,0 1 0,-1 0 0,1-1 0,0 1-1,0-1 1,-1 0 0,1 1 0,0-1 0,0 1 0,0-1 0,0 0-1,-1 0 1,1 1 0,0-1 0,0 0 0,0 0 0,0 0 0,1 0-1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57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5122,'0'0'12185,"-3"4"-11041,-36 45 1829,26-33-2022,-1 1-1,2 0 1,0 0 0,-11 24-1,1 5-86,9-20-446,-18 52 0,19-49 40,9-25-253,1 1 0,0 0 0,0 0 1,0 0-1,1 0 0,0 0 0,0 0 1,-1 6-1,-4 12 2380,7-21-2585,3-2-227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01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3858,'0'0'19521,"29"0"-15813,115 4-5093,5 6-8626,-122-8 7310,44 2-4446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01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41 672,'0'0'11670,"116"-27"-7364,-69 18-2642,0 4-1135,-13 5-161,7 0-320,-7 0-48,0 0-624,-7 0-2354,7 5-688,6-1-1984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01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11301,'0'0'8004,"88"0"-13078,-47 0-2626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02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1 672,'0'0'25100,"128"0"-25100,-67 0-304,7 0-2049,6 0-65,14 0-4337,-13 0-2321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02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11989,'0'0'17721,"156"0"-17257,-102 0-368,14 0-96,0 0-208,6 0-1265,1 0-1632,13 0-1682,0 0-3184,-7 0-433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02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4162,'0'0'23147,"143"0"-20714,-109 0-1025,6 0-655,14 5-225,1 1-400,12 3-128,1 0-176,0 1-1185,-1-1-320,1 0-3009,-7 0-1040,-7-5-1218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02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6019,'0'0'12822,"122"9"-9957,-95-7-1040,7 3-417,-1-3-767,1 5-433,-7 2-208,7-3-689,0 3-2752,7-2-3730,6-2-4963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02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16616,'0'0'16151,"135"27"-16151,-81-20 0,7 2 0,7 0 0,13 3-1601,14-1-2337,7 0-1152,-1-4-13478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02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18889,'0'0'11813,"149"0"-11813,-95 4-80,7 1-1217,13-1-3473,1 1-2881,13-1-7988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03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10405,'0'0'18440,"129"0"-18552,-95-3-1665,-1 3-2064,8 0-4259,0 0-2657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0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5426,'0'0'18009,"115"0"-17641,-95 0-368,1 0-240,-1 0-1585,0 0-3505,1 0-737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03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7988,'0'0'18872,"33"9"-16279,-46-9-3665,-14 0-3154,6 0-6227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04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8628,'-1'1'18194,"-5"8"-15883,7 7-2159,0 0-1,1 0 0,0 0 0,1 0 1,1-1-1,1 1 0,0-1 0,1 0 1,0 0-1,2 0 0,-1-1 1,2-1-1,0 1 0,18 20 0,-6-11 44,2-2 0,0 0 0,2-1 0,0-2 0,1 0 0,47 23 0,-49-29-195,-13-8 0,0 1 0,-1 1 0,1 0 0,-1 0 0,-1 1 0,1 0 0,9 10 0,-19-9 0,0-7 0,0-1 0,0 1 0,0 0 0,0-1 0,0 1 0,0 0 0,0-1 0,0 1 0,0 0 0,0-1 0,0 1 0,0-1 0,0 1 0,0 0 0,0-1 0,1 1 0,-1-1 0,0 1 0,1 0 0,-1-1 0,0 1 0,1-1 0,-1 1 0,0-1 0,1 1 0,-1-1 0,1 0 0,-1 1 0,1-1 0,-1 1 0,1-1 0,-1 0 0,2 1 0,4 1 0,-83 28 0,39-13 0,2 1 0,0 1 0,0 2 0,2 2 0,-53 46 0,83-65 0,1 0 0,-1 1 0,1-1 0,-1 1 0,1 0 0,1 0 0,-1 0 0,1 0 0,0 1 0,0-1 0,-2 9 0,18-11-3904,-7-4-732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11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7283,'0'0'13308,"19"5"-9328,-17 3-3546,-1 0 0,0-1 0,0 1-1,-1 0 1,0 0 0,0-1 0,-2 10 0,1 11 116,-13 84 159,14-106-2279,-3 7 4812,0-5-6061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11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27 7972,'0'0'13006,"-10"1"-11704,3 1-1061,1-1 0,-1 1 1,0 1-1,1-1 1,0 1-1,0 0 1,0 1-1,-9 6 0,13-9-221,1 0-1,-1 1 1,1-1 0,-1 0-1,1 1 1,0-1-1,0 1 1,0-1-1,0 1 1,0-1-1,0 1 1,0 0-1,1 0 1,-1-1-1,0 1 1,1 0 0,-1 0-1,1 0 1,0 0-1,0-1 1,0 1-1,0 0 1,0 0-1,0 0 1,0 0-1,1 0 1,-1 0-1,1-1 1,-1 1 0,1 0-1,0 0 1,-1-1-1,1 1 1,0 0-1,0-1 1,0 1-1,1-1 1,-1 1-1,0-1 1,0 0-1,1 1 1,-1-1 0,1 0-1,2 1 1,0 3-18,1-1 0,-1 1 0,1 0 0,-1 0 1,-1 1-1,1-1 0,-1 1 0,0 0 0,0 0 0,-1 0 1,4 12-1,-3-2 28,-1 1 1,-1-1-1,0 25 1,-1-30-11,0-10-18,-1 1 1,1 0-1,0 0 1,0 0 0,-1 0-1,1 0 1,-1-1-1,0 1 1,0 0-1,1 0 1,-1-1 0,0 1-1,0-1 1,-1 1-1,1-1 1,0 1-1,0-1 1,-1 0 0,1 1-1,-1-1 1,1 0-1,-1 0 1,1 0 0,-1 0-1,0 0 1,1-1-1,-1 1 1,0 0-1,0-1 1,0 1 0,0-1-1,-1 0 1,-6 2 17,1-1 0,0-1 0,-1 0 1,1 0-1,0 0 0,-11-3 0,18 3-20,0-1-1,-1 1 1,1 0-1,0-1 0,-1 0 1,1 1-1,0-1 0,0 0 1,0 1-1,0-1 0,0 0 1,0 0-1,0 0 0,0 0 1,0 0-1,0 0 0,0 0 1,0 0-1,1-1 0,-1 1 1,0 0-1,1 0 1,-1-1-1,1 1 0,0 0 1,-1-1-1,1 1 0,0 0 1,0-1-1,0 1 0,0-1 1,0 1-1,0 0 0,0-1 1,0 1-1,0 0 0,1-1 1,-1 1-1,1 0 1,-1-1-1,1 1 0,-1 0 1,2-2-1,1-3 4,-1 0 0,1 0 0,0 0 0,0 0-1,1 1 1,-1-1 0,10-8 0,41-26 32,-41 32 287,0-1 0,21-19 0,-32 23-153,0 1 0,0-1 1,-1 0-1,0 0 0,1 0 1,-2 0-1,1 0 0,-1 0 1,1 0-1,-1 0 0,-1 0 1,1 0-1,-2-7 0,1-9-32,1 18-123,-1-1-1,1 1 0,-1 0 1,1 0-1,-1 0 0,0 0 1,0 0-1,-1 0 0,1 0 1,0 0-1,-1 0 0,0 1 1,0-1-1,0 1 0,0-1 1,-4-3-1,3 1-366,-1-1 1772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21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6275,'0'0'14799,"27"5"-4026,-27 12-10697,0-1 1,-2 1 0,0-1-1,-1 0 1,0 0 0,-1 0-1,-1 0 1,-1-1 0,0 1 0,-1-1-1,-16 24 1,20-33-77,0-1 0,1 1 0,-1-1 0,1 1 0,0 0 0,1 0 0,-1 0 0,1 0 0,0 0 0,1 0 0,0 0 0,0 8 0,2-13 0,0 0 0,1-1 0,-1 1 0,0-1 0,1 1 0,-1-1 0,0 0 0,1 0 0,-1 0 0,0 0 0,3-1 0,1 1 0,19-2-55,0-1 0,0-1 0,-1-1-1,1-1 1,24-10 0,-12 4-49,49-9 0,-6 20-2831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21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0 7251,'0'0'17480,"-67"50"-15751,53-7-304,-6 2-577,13-2-320,-6 0-191,6-9-305,7-3-64,-7-4-401,7-6-655,-7-6-1825,0-1-2178,-13-7-4385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3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821 194 8564,'0'0'9956,"-20"-6"-8574,-70-20-282,80 25-949,0-1 1,0 1 0,-1 0-1,1 1 1,-1 1 0,1-1-1,0 2 1,-1-1-1,1 2 1,0-1 0,0 1-1,0 1 1,1 0 0,-14 7-1,0-1 50,-35 15 594,1 3 0,-81 54 0,104-59-564,2 1 0,1 2 0,2 1-1,0 1 1,-27 35 0,49-54-177,0 1-1,1-1 1,0 1-1,1 1 0,0-1 1,1 1-1,0 0 1,0 0-1,1 0 1,1 0-1,0 1 1,0-1-1,1 22 1,1-24-32,1-1 0,0 1 1,1 0-1,0 0 0,0 0 1,1-1-1,0 1 1,0-1-1,1 0 0,0 0 1,1 0-1,0-1 1,0 1-1,0-1 0,1 0 1,0-1-1,1 0 1,8 8-1,14 6 8,1-1 0,0-1 0,1-2-1,1-1 1,0-2 0,1-1 0,1-1 0,0-2 0,0-2-1,36 4 1,56 2 2,178-5 0,-260-8-8,28-2 14,1-2 0,-1-4 0,0-3 0,115-33 1,-133 27-11,-1-2 0,-1-3 0,0-2 0,-2-2 0,-1-2 0,69-53 0,-93 61-46,-2-1 0,0-1 0,-1-1 0,-2-1 0,0-1-1,-2-1 1,26-46 0,-35 55 45,-1-1-1,0 1 0,-1-2 1,-2 1-1,0 0 0,0-1 1,-2 0-1,0 0 0,-2 0 1,0-1-1,-1 1 0,-1 0 1,-5-35-1,3 45 46,0 0-1,-1 0 0,0 1 1,0-1-1,-1 1 1,0 0-1,-1 0 1,0 0-1,0 1 0,0 0 1,-1 0-1,0 0 1,0 1-1,-1 0 0,0 1 1,0-1-1,0 1 1,-1 1-1,1 0 1,-14-4-1,-9-4 38,0 2 1,-1 2-1,0 1 0,-54-5 0,24 5-108,-1 3-1,1 3 0,-1 3 1,1 2-1,0 3 0,0 3 1,-104 30-1,-130 73-2641,294-112 2285,-9 6-1023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31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 8308,'0'0'14729,"7"-1"-12955,-7 0-1716,1 1-1,0 0 0,0 0 0,0-1 1,0 1-1,0 0 0,0 0 0,0 0 1,0 0-1,0 0 0,0 0 0,0 0 0,0 0 1,0 0-1,0 1 0,0-1 0,0 0 1,0 1-1,0-1 0,0 1 0,0-1 1,0 1-1,-1-1 0,1 1 0,0-1 1,0 1-1,0 0 0,-1 0 0,1-1 1,-1 1-1,1 0 0,0 0 0,-1 0 0,1-1 1,-1 1-1,0 0 0,1 2 0,1 5 295,-1 0 0,0-1 0,-1 1 0,-1 15-1,0 5 328,0 56 993,-25 155-1,12-144-1671,-6 183 0,19-242 0,0-24 0,0 0 0,1-1 0,0 1 0,5 22 0,-5-33-162,1 0 1,0 0-1,0 0 1,0 0-1,0 0 0,0 0 1,1 0-1,-1 0 1,0-1-1,0 1 0,1 0 1,-1-1-1,0 1 0,1-1 1,-1 1-1,0-1 1,1 0-1,-1 0 0,1 0 1,-1 1-1,0-1 1,1 0-1,-1-1 0,1 1 1,-1 0-1,0 0 1,1-1-1,-1 1 0,0-1 1,1 1-1,-1-1 0,3-1 1,6-21-4863,2-13-3988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2:31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4 136 3185,'0'0'7028,"-4"14"-3584,7-13-3117,0 0 0,0 0 1,0 0-1,0-1 0,0 1 0,0 0 1,0-1-1,0 0 0,0 0 1,0 0-1,0 0 0,5-1 0,1 0 128,108-4 1002,174-32 1,-226 27-1086,72-8 168,-44 7 1212,154-38 0,-244 48-1445,23-9 1634,-18-2 2598,-33 12-20618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24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6563,'0'0'11709,"3"-25"-3395,14 21-8244,0 0 1,1 2 0,0 0 0,30 0 0,-48 39-12,-4-27-17,0 0 0,-1 0 1,0-1-1,0 1 0,-1-1 0,0 0 0,-12 11 0,-8 16 21,24-33-48,0-1 0,1 1-1,-1 0 1,1 0 0,0 0-1,-1 0 1,1 0 0,1 1-1,-1-1 1,0 0 0,1 0-1,0 1 1,-1 4 0,28-8 281,-11 0-113,-10 1-133,0-1 0,0 0 0,-1 0-1,1 0 1,0-1 0,0 0 0,0 0 0,-1 0-1,1-1 1,-1 0 0,1 0 0,-1-1-1,7-3 1,-6 2 1337,0 1-3524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24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7187,'0'0'15506,"1"-29"-12675,1 26-2793,-1 1 1,0 0 0,1 1-1,0-1 1,-1 0 0,1 0-1,0 1 1,0-1-1,0 1 1,0-1 0,0 1-1,0 0 1,0 0 0,1 0-1,-1 0 1,0 0 0,1 0-1,3 0 1,47-5 70,-52 6-108,-1 1 1,1 0-1,0-1 0,-1 1 1,1 0-1,-1 0 1,1-1-1,-1 1 1,1 0-1,-1 0 0,0 0 1,1 0-1,-1-1 1,0 1-1,0 0 1,1 0-1,-1 0 0,0 0 1,0 0-1,0 0 1,0 0-1,0 0 0,-1 1 1,1 35 60,0-27-46,-1-4-7,0 1 0,0 0 0,-1-1 1,0 0-1,0 1 0,0-1 0,-1 0 1,0 0-1,0 0 0,-5 6 0,5-6 3,-1-1 0,1 1 1,0 0-1,1-1 0,-1 1 0,1 1 0,0-1 0,1 0 0,-1 0 0,1 8 1,2-13-4,0 0 1,0-1 0,0 1 0,0-1 0,1 1-1,-1-1 1,0 1 0,0-1 0,1 0 0,-1 1 0,0-1-1,1 0 1,-1 0 0,1 0 0,-1 0 0,0 0-1,1 0 1,1-1 0,-1 1 12,54 1 263,-28 1-164,0-2 0,46-5 0,-64 2 1992,-8 2-3847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36.822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2608 6403,'27'-36'10402,"-21"30"-10193,0 0 0,1 1 0,0-1 1,12-6-1,-17 10-196,340-213 52,113-77 36,757-496 8,-936 624-209,252-142 126,23 46 75,-357 186-82,-37 17 8,203-106 1,-335 147 321,-1 0-1,-1-2 0,-1-1 1,0 0-1,35-42 1,-45 47 196,-10 12-400,3-4 58,0 1 1,0 0-1,0 0 0,1 0 0,0 1 0,-1-1 1,2 1-1,-1 1 0,10-5 214,-16 54-2674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37.910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1 544 2097,'0'0'381,"24"-5"455,385-73 6329,432-52 147,-196 32-4942,924-54-1180,-445 76 1945,-564 72-1169,-520 5-1526,51 8 211,-84-9-638,0 0 1,1 1-1,-1 0 0,0 0 0,0 0 0,0 1 0,0 0 0,10 4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39.440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0 4210,'3'24'9378,"7"79"-7212,-5-73-1695,1 1 1,1-1-1,2-1 1,1 1-1,1-2 1,2 1-1,16 26 1,-3-3 8,97 254 1301,-48-108-798,-52-146-833,3 0 0,2-2 0,2 0-1,2-3 1,2 0 0,2-2 0,74 70-1,-93-99-96,96 92 381,140 171 0,-202-211-391,3-2 0,3-2 0,3-2 1,92 73-1,-126-116 0,143 114 81,-141-108-1,-2 2 0,0 1 0,38 54 0,-36-40-1,-4-4 148,2-2 1,43 47 0,-59-72-221,1-1 0,0-1 0,0 0 0,1 0 0,0-1 0,1-1 0,0 0 0,0-1 0,0 0 0,1-1 0,21 5 0,7 0 81,-41-9-147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41.307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38 555 2865,'-37'-14'17286,"55"10"-16395,65-1-504,0-4 0,129-30 0,-53 8 106,1637-248 721,-619 161-894,-1069 110-176,-66 4 759,53-13 1,-5-8 4279,-90 23-5104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42.373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1 6051,'3'14'9596,"-1"-8"-9410,2 12 490,1 0 1,1 0 0,15 31-1,22 50 1617,46 153 0,-17-42-1807,-54-167-469,2 0-1,3-2 1,0 0 0,3-2 0,43 51-1,171 165 105,-129-143-102,-105-105-10,0 0 0,-1 0 0,0 0 0,-1 1 0,0-1 0,0 1 0,0 0 0,-1 0 0,0 1 0,-1-1 0,0 1 0,0-1 0,-1 1 0,0 0 1,-1-1-1,1 1 0,-3 14 0,2-21-3,1 0 0,-1-1 0,0 1 1,1 0-1,0-1 0,-1 1 0,1 0 1,0-1-1,-1 1 0,1-1 0,0 1 0,0-1 1,1 1-1,-1-1 0,0 0 0,0 0 1,1 1-1,-1-1 0,0 0 0,1 0 0,-1 0 1,1-1-1,-1 1 0,1 0 0,0 0 1,-1-1-1,1 1 0,0-1 0,-1 0 1,1 1-1,3-1 0,9 2-169,0-1 1,0 0-1,16-2 0,-13 0-853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13:43.526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0 222 6643,'9'0'9554,"1"0"-9049,-6-1-279,0 1 0,0 0 0,0 0-1,0 0 1,0 1 0,0-1-1,0 1 1,5 2 0,22 4 313,1-1-1,0-2 1,1-1 0,-1-2 0,56-4 0,-9 1-80,792-48-445,-585 26-28,722-77-156,-648 68 648,-115 13 4302,-178 6-1917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66CA9-5CEA-62F2-C91B-BD333BFF3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EEFB4-AC6B-9F66-4BA4-F2197441E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D8D65-461C-0FA9-0B35-628385B1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B8CA-792F-4F8D-BD9C-6D83E2C848DB}" type="datetimeFigureOut">
              <a:rPr lang="en-ZA" smtClean="0"/>
              <a:t>2026/05/13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922F7-84FF-A9B9-1C30-5842EBC99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57669-BAEA-89E9-D611-912193A6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C953-F081-44C3-8EB7-59ED84FD6FD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438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0E86C-03AD-7839-C85A-9BD1701B8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A3A2E-A3BB-34E9-77EF-763FC72C0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23B6D-994D-96F4-FA1C-4349BB18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B8CA-792F-4F8D-BD9C-6D83E2C848DB}" type="datetimeFigureOut">
              <a:rPr lang="en-ZA" smtClean="0"/>
              <a:t>2026/05/13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205FB-A7CB-A605-FBA2-BDF5ABEE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E1A68-3A5B-E414-2163-525C45836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C953-F081-44C3-8EB7-59ED84FD6FD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05825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FC8F5-4BFA-7CDD-AFE9-082CCB072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E46B-1A51-CFDE-16E1-4CF632302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129BA-41A7-7748-A8FA-37B92469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B8CA-792F-4F8D-BD9C-6D83E2C848DB}" type="datetimeFigureOut">
              <a:rPr lang="en-ZA" smtClean="0"/>
              <a:t>2026/05/13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B6C90-2A64-D7C1-2AD6-937CB325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ACE8A-7871-4976-7800-03E8AF9A4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C953-F081-44C3-8EB7-59ED84FD6FD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9039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D40FE-A058-2EF0-495C-62391C296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DA6BF-675B-B441-E28D-D127DADCA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DF94B-398A-94E3-C1BF-4F4E1F676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F538D-1781-31BE-A11F-FF6A5A6B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B8CA-792F-4F8D-BD9C-6D83E2C848DB}" type="datetimeFigureOut">
              <a:rPr lang="en-ZA" smtClean="0"/>
              <a:t>2026/05/13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AFC9C-AADC-D577-B5F6-4AA696C54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77E89-AD1E-9867-AE44-14C38925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C953-F081-44C3-8EB7-59ED84FD6FD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58018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380DE-7A81-99C0-903A-1E739F11D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3B816-F4A3-51D8-6AF9-2D753C35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9CA6B-C9DE-8221-169B-5D28D1BB9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88290E-5C47-54C1-0011-29C4826E4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F48E11-9E8B-3CC7-3C02-1FD31FEB75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08D7C4-D5A8-3F03-19AD-74116C252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B8CA-792F-4F8D-BD9C-6D83E2C848DB}" type="datetimeFigureOut">
              <a:rPr lang="en-ZA" smtClean="0"/>
              <a:t>2026/05/13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180D33-AC51-A14A-38B9-CE8695346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0F8677-447A-608A-947F-352D9E86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C953-F081-44C3-8EB7-59ED84FD6FD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38605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F9306-5E85-5AA6-EFCB-5E0DE1FD3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FA639-7A4F-AA52-C271-3148F36B3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B8CA-792F-4F8D-BD9C-6D83E2C848DB}" type="datetimeFigureOut">
              <a:rPr lang="en-ZA" smtClean="0"/>
              <a:t>2026/05/13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B4488-F745-54BF-1191-FF6962DFF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FBD02-9AFD-4F13-35C4-2AA80095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C953-F081-44C3-8EB7-59ED84FD6FD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9082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7F2443-152E-E093-1026-62CC1131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B8CA-792F-4F8D-BD9C-6D83E2C848DB}" type="datetimeFigureOut">
              <a:rPr lang="en-ZA" smtClean="0"/>
              <a:t>2026/05/13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2D0C3-2C27-7A37-7C59-293BDDA7B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6284B-72AA-8A8A-E0C5-0F414396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C953-F081-44C3-8EB7-59ED84FD6FD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829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BF9B-1FC3-321B-DCAD-5E5EB4BDD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B4DBD-8636-AD91-848C-60B809BF3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FF1B8-5758-8339-34CC-A5497BC91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E0DED-09AA-8137-2023-84C8F940F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B8CA-792F-4F8D-BD9C-6D83E2C848DB}" type="datetimeFigureOut">
              <a:rPr lang="en-ZA" smtClean="0"/>
              <a:t>2026/05/13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40555-B949-A959-0E7B-4458DC5DA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8F6D6-3EA1-6ACD-B48F-20AC736B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C953-F081-44C3-8EB7-59ED84FD6FD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156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E36D0-BD13-9534-B8A0-90C46CD8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39867-523E-0DF1-6495-E1D35F810A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3F550-C1C7-6CC6-89E4-3A2D1F7D0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56449-E31D-8C65-D643-3C132781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B8CA-792F-4F8D-BD9C-6D83E2C848DB}" type="datetimeFigureOut">
              <a:rPr lang="en-ZA" smtClean="0"/>
              <a:t>2026/05/13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15320-217D-F3EF-160D-08B52118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A2E7F-0DE5-62DC-71E4-FA3E9E14E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C953-F081-44C3-8EB7-59ED84FD6FD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6876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6BA53-CD03-ECAF-C4C6-1CEF75C1B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1FABE-6593-2321-A5A4-38B379198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5A4FC-1A14-69EE-BFF3-5BB829C10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B8CA-792F-4F8D-BD9C-6D83E2C848DB}" type="datetimeFigureOut">
              <a:rPr lang="en-ZA" smtClean="0"/>
              <a:t>2026/05/13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F14E-5ADF-B9A2-32F0-CC9801B75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09146-F9CD-3346-1A42-DB585585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C953-F081-44C3-8EB7-59ED84FD6FD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455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284F99-7FEC-8F46-E6AB-B8406771CD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79B2F-9636-C2AD-BACF-BE179571A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AE2C0-89F7-126C-486E-14CD1485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B8CA-792F-4F8D-BD9C-6D83E2C848DB}" type="datetimeFigureOut">
              <a:rPr lang="en-ZA" smtClean="0"/>
              <a:t>2026/05/13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6A937-E164-D5B8-FA4B-57687638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ECFF6-FB27-0908-E063-31490A6B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C953-F081-44C3-8EB7-59ED84FD6FD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65377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F75636-5D09-2477-2B90-18AA67CDE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E0D79-4CA4-7D0F-3E2A-08E3F33B7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7B95E-DB2E-7929-5928-68A0F67B8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4B8CA-792F-4F8D-BD9C-6D83E2C848DB}" type="datetimeFigureOut">
              <a:rPr lang="en-ZA" smtClean="0"/>
              <a:t>2026/05/13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26CEF-B75F-6F66-3DDE-5B602DA30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FE6B1-6B82-327E-197E-98B151BDF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4C953-F081-44C3-8EB7-59ED84FD6FD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304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6.png"/><Relationship Id="rId21" Type="http://schemas.openxmlformats.org/officeDocument/2006/relationships/image" Target="../media/image68.png"/><Relationship Id="rId324" Type="http://schemas.openxmlformats.org/officeDocument/2006/relationships/customXml" Target="../ink/ink220.xml"/><Relationship Id="rId531" Type="http://schemas.openxmlformats.org/officeDocument/2006/relationships/customXml" Target="../ink/ink324.xml"/><Relationship Id="rId170" Type="http://schemas.openxmlformats.org/officeDocument/2006/relationships/customXml" Target="../ink/ink143.xml"/><Relationship Id="rId268" Type="http://schemas.openxmlformats.org/officeDocument/2006/relationships/customXml" Target="../ink/ink192.xml"/><Relationship Id="rId475" Type="http://schemas.openxmlformats.org/officeDocument/2006/relationships/image" Target="../media/image294.png"/><Relationship Id="rId32" Type="http://schemas.openxmlformats.org/officeDocument/2006/relationships/customXml" Target="../ink/ink74.xml"/><Relationship Id="rId128" Type="http://schemas.openxmlformats.org/officeDocument/2006/relationships/customXml" Target="../ink/ink122.xml"/><Relationship Id="rId335" Type="http://schemas.openxmlformats.org/officeDocument/2006/relationships/image" Target="../media/image224.png"/><Relationship Id="rId542" Type="http://schemas.openxmlformats.org/officeDocument/2006/relationships/image" Target="../media/image327.png"/><Relationship Id="rId181" Type="http://schemas.openxmlformats.org/officeDocument/2006/relationships/image" Target="../media/image148.png"/><Relationship Id="rId402" Type="http://schemas.openxmlformats.org/officeDocument/2006/relationships/customXml" Target="../ink/ink259.xml"/><Relationship Id="rId279" Type="http://schemas.openxmlformats.org/officeDocument/2006/relationships/image" Target="../media/image197.png"/><Relationship Id="rId486" Type="http://schemas.openxmlformats.org/officeDocument/2006/relationships/customXml" Target="../ink/ink301.xml"/><Relationship Id="rId43" Type="http://schemas.openxmlformats.org/officeDocument/2006/relationships/image" Target="../media/image79.png"/><Relationship Id="rId139" Type="http://schemas.openxmlformats.org/officeDocument/2006/relationships/image" Target="../media/image127.png"/><Relationship Id="rId346" Type="http://schemas.openxmlformats.org/officeDocument/2006/relationships/customXml" Target="../ink/ink231.xml"/><Relationship Id="rId553" Type="http://schemas.openxmlformats.org/officeDocument/2006/relationships/customXml" Target="../ink/ink335.xml"/><Relationship Id="rId192" Type="http://schemas.openxmlformats.org/officeDocument/2006/relationships/customXml" Target="../ink/ink154.xml"/><Relationship Id="rId206" Type="http://schemas.openxmlformats.org/officeDocument/2006/relationships/customXml" Target="../ink/ink161.xml"/><Relationship Id="rId413" Type="http://schemas.openxmlformats.org/officeDocument/2006/relationships/image" Target="../media/image263.png"/><Relationship Id="rId497" Type="http://schemas.openxmlformats.org/officeDocument/2006/relationships/image" Target="../media/image305.png"/><Relationship Id="rId357" Type="http://schemas.openxmlformats.org/officeDocument/2006/relationships/image" Target="../media/image235.png"/><Relationship Id="rId54" Type="http://schemas.openxmlformats.org/officeDocument/2006/relationships/customXml" Target="../ink/ink85.xml"/><Relationship Id="rId217" Type="http://schemas.openxmlformats.org/officeDocument/2006/relationships/image" Target="../media/image166.png"/><Relationship Id="rId564" Type="http://schemas.openxmlformats.org/officeDocument/2006/relationships/customXml" Target="../ink/ink341.xml"/><Relationship Id="rId424" Type="http://schemas.openxmlformats.org/officeDocument/2006/relationships/customXml" Target="../ink/ink270.xml"/><Relationship Id="rId270" Type="http://schemas.openxmlformats.org/officeDocument/2006/relationships/customXml" Target="../ink/ink193.xml"/><Relationship Id="rId65" Type="http://schemas.openxmlformats.org/officeDocument/2006/relationships/image" Target="../media/image90.png"/><Relationship Id="rId130" Type="http://schemas.openxmlformats.org/officeDocument/2006/relationships/customXml" Target="../ink/ink123.xml"/><Relationship Id="rId368" Type="http://schemas.openxmlformats.org/officeDocument/2006/relationships/customXml" Target="../ink/ink242.xml"/><Relationship Id="rId172" Type="http://schemas.openxmlformats.org/officeDocument/2006/relationships/customXml" Target="../ink/ink144.xml"/><Relationship Id="rId228" Type="http://schemas.openxmlformats.org/officeDocument/2006/relationships/customXml" Target="../ink/ink172.xml"/><Relationship Id="rId435" Type="http://schemas.openxmlformats.org/officeDocument/2006/relationships/image" Target="../media/image274.png"/><Relationship Id="rId477" Type="http://schemas.openxmlformats.org/officeDocument/2006/relationships/image" Target="../media/image295.png"/><Relationship Id="rId281" Type="http://schemas.openxmlformats.org/officeDocument/2006/relationships/image" Target="../media/image198.png"/><Relationship Id="rId337" Type="http://schemas.openxmlformats.org/officeDocument/2006/relationships/image" Target="../media/image225.png"/><Relationship Id="rId502" Type="http://schemas.openxmlformats.org/officeDocument/2006/relationships/customXml" Target="../ink/ink309.xml"/><Relationship Id="rId34" Type="http://schemas.openxmlformats.org/officeDocument/2006/relationships/customXml" Target="../ink/ink75.xml"/><Relationship Id="rId76" Type="http://schemas.openxmlformats.org/officeDocument/2006/relationships/customXml" Target="../ink/ink96.xml"/><Relationship Id="rId141" Type="http://schemas.openxmlformats.org/officeDocument/2006/relationships/image" Target="../media/image128.png"/><Relationship Id="rId379" Type="http://schemas.openxmlformats.org/officeDocument/2006/relationships/image" Target="../media/image246.png"/><Relationship Id="rId544" Type="http://schemas.openxmlformats.org/officeDocument/2006/relationships/image" Target="../media/image328.png"/><Relationship Id="rId7" Type="http://schemas.openxmlformats.org/officeDocument/2006/relationships/image" Target="../media/image61.png"/><Relationship Id="rId183" Type="http://schemas.openxmlformats.org/officeDocument/2006/relationships/image" Target="../media/image149.png"/><Relationship Id="rId239" Type="http://schemas.openxmlformats.org/officeDocument/2006/relationships/image" Target="../media/image177.png"/><Relationship Id="rId390" Type="http://schemas.openxmlformats.org/officeDocument/2006/relationships/customXml" Target="../ink/ink253.xml"/><Relationship Id="rId404" Type="http://schemas.openxmlformats.org/officeDocument/2006/relationships/customXml" Target="../ink/ink260.xml"/><Relationship Id="rId446" Type="http://schemas.openxmlformats.org/officeDocument/2006/relationships/customXml" Target="../ink/ink281.xml"/><Relationship Id="rId250" Type="http://schemas.openxmlformats.org/officeDocument/2006/relationships/customXml" Target="../ink/ink183.xml"/><Relationship Id="rId292" Type="http://schemas.openxmlformats.org/officeDocument/2006/relationships/customXml" Target="../ink/ink204.xml"/><Relationship Id="rId306" Type="http://schemas.openxmlformats.org/officeDocument/2006/relationships/customXml" Target="../ink/ink211.xml"/><Relationship Id="rId488" Type="http://schemas.openxmlformats.org/officeDocument/2006/relationships/customXml" Target="../ink/ink302.xml"/><Relationship Id="rId45" Type="http://schemas.openxmlformats.org/officeDocument/2006/relationships/image" Target="../media/image80.png"/><Relationship Id="rId87" Type="http://schemas.openxmlformats.org/officeDocument/2006/relationships/image" Target="../media/image101.png"/><Relationship Id="rId110" Type="http://schemas.openxmlformats.org/officeDocument/2006/relationships/customXml" Target="../ink/ink113.xml"/><Relationship Id="rId348" Type="http://schemas.openxmlformats.org/officeDocument/2006/relationships/customXml" Target="../ink/ink232.xml"/><Relationship Id="rId513" Type="http://schemas.openxmlformats.org/officeDocument/2006/relationships/customXml" Target="../ink/ink315.xml"/><Relationship Id="rId555" Type="http://schemas.openxmlformats.org/officeDocument/2006/relationships/customXml" Target="../ink/ink336.xml"/><Relationship Id="rId152" Type="http://schemas.openxmlformats.org/officeDocument/2006/relationships/customXml" Target="../ink/ink134.xml"/><Relationship Id="rId194" Type="http://schemas.openxmlformats.org/officeDocument/2006/relationships/customXml" Target="../ink/ink155.xml"/><Relationship Id="rId208" Type="http://schemas.openxmlformats.org/officeDocument/2006/relationships/customXml" Target="../ink/ink162.xml"/><Relationship Id="rId415" Type="http://schemas.openxmlformats.org/officeDocument/2006/relationships/image" Target="../media/image264.png"/><Relationship Id="rId457" Type="http://schemas.openxmlformats.org/officeDocument/2006/relationships/image" Target="../media/image285.png"/><Relationship Id="rId261" Type="http://schemas.openxmlformats.org/officeDocument/2006/relationships/image" Target="../media/image188.png"/><Relationship Id="rId499" Type="http://schemas.openxmlformats.org/officeDocument/2006/relationships/image" Target="../media/image306.png"/><Relationship Id="rId14" Type="http://schemas.openxmlformats.org/officeDocument/2006/relationships/customXml" Target="../ink/ink65.xml"/><Relationship Id="rId56" Type="http://schemas.openxmlformats.org/officeDocument/2006/relationships/customXml" Target="../ink/ink86.xml"/><Relationship Id="rId317" Type="http://schemas.openxmlformats.org/officeDocument/2006/relationships/image" Target="../media/image215.png"/><Relationship Id="rId359" Type="http://schemas.openxmlformats.org/officeDocument/2006/relationships/image" Target="../media/image236.png"/><Relationship Id="rId524" Type="http://schemas.openxmlformats.org/officeDocument/2006/relationships/image" Target="../media/image318.png"/><Relationship Id="rId566" Type="http://schemas.openxmlformats.org/officeDocument/2006/relationships/customXml" Target="../ink/ink342.xml"/><Relationship Id="rId98" Type="http://schemas.openxmlformats.org/officeDocument/2006/relationships/customXml" Target="../ink/ink107.xml"/><Relationship Id="rId121" Type="http://schemas.openxmlformats.org/officeDocument/2006/relationships/image" Target="../media/image118.png"/><Relationship Id="rId163" Type="http://schemas.openxmlformats.org/officeDocument/2006/relationships/image" Target="../media/image139.png"/><Relationship Id="rId219" Type="http://schemas.openxmlformats.org/officeDocument/2006/relationships/image" Target="../media/image167.png"/><Relationship Id="rId370" Type="http://schemas.openxmlformats.org/officeDocument/2006/relationships/customXml" Target="../ink/ink243.xml"/><Relationship Id="rId426" Type="http://schemas.openxmlformats.org/officeDocument/2006/relationships/customXml" Target="../ink/ink271.xml"/><Relationship Id="rId230" Type="http://schemas.openxmlformats.org/officeDocument/2006/relationships/customXml" Target="../ink/ink173.xml"/><Relationship Id="rId468" Type="http://schemas.openxmlformats.org/officeDocument/2006/relationships/customXml" Target="../ink/ink292.xml"/><Relationship Id="rId25" Type="http://schemas.openxmlformats.org/officeDocument/2006/relationships/image" Target="../media/image70.png"/><Relationship Id="rId67" Type="http://schemas.openxmlformats.org/officeDocument/2006/relationships/image" Target="../media/image91.png"/><Relationship Id="rId272" Type="http://schemas.openxmlformats.org/officeDocument/2006/relationships/customXml" Target="../ink/ink194.xml"/><Relationship Id="rId328" Type="http://schemas.openxmlformats.org/officeDocument/2006/relationships/customXml" Target="../ink/ink222.xml"/><Relationship Id="rId535" Type="http://schemas.openxmlformats.org/officeDocument/2006/relationships/customXml" Target="../ink/ink326.xml"/><Relationship Id="rId132" Type="http://schemas.openxmlformats.org/officeDocument/2006/relationships/customXml" Target="../ink/ink124.xml"/><Relationship Id="rId174" Type="http://schemas.openxmlformats.org/officeDocument/2006/relationships/customXml" Target="../ink/ink145.xml"/><Relationship Id="rId381" Type="http://schemas.openxmlformats.org/officeDocument/2006/relationships/image" Target="../media/image247.png"/><Relationship Id="rId241" Type="http://schemas.openxmlformats.org/officeDocument/2006/relationships/image" Target="../media/image178.png"/><Relationship Id="rId437" Type="http://schemas.openxmlformats.org/officeDocument/2006/relationships/image" Target="../media/image275.png"/><Relationship Id="rId479" Type="http://schemas.openxmlformats.org/officeDocument/2006/relationships/image" Target="../media/image296.png"/><Relationship Id="rId36" Type="http://schemas.openxmlformats.org/officeDocument/2006/relationships/customXml" Target="../ink/ink76.xml"/><Relationship Id="rId283" Type="http://schemas.openxmlformats.org/officeDocument/2006/relationships/image" Target="../media/image199.png"/><Relationship Id="rId339" Type="http://schemas.openxmlformats.org/officeDocument/2006/relationships/image" Target="../media/image226.png"/><Relationship Id="rId490" Type="http://schemas.openxmlformats.org/officeDocument/2006/relationships/customXml" Target="../ink/ink303.xml"/><Relationship Id="rId504" Type="http://schemas.openxmlformats.org/officeDocument/2006/relationships/image" Target="../media/image308.png"/><Relationship Id="rId546" Type="http://schemas.openxmlformats.org/officeDocument/2006/relationships/image" Target="../media/image329.png"/><Relationship Id="rId78" Type="http://schemas.openxmlformats.org/officeDocument/2006/relationships/customXml" Target="../ink/ink97.xml"/><Relationship Id="rId101" Type="http://schemas.openxmlformats.org/officeDocument/2006/relationships/image" Target="../media/image108.png"/><Relationship Id="rId143" Type="http://schemas.openxmlformats.org/officeDocument/2006/relationships/image" Target="../media/image129.png"/><Relationship Id="rId185" Type="http://schemas.openxmlformats.org/officeDocument/2006/relationships/image" Target="../media/image150.png"/><Relationship Id="rId350" Type="http://schemas.openxmlformats.org/officeDocument/2006/relationships/customXml" Target="../ink/ink233.xml"/><Relationship Id="rId406" Type="http://schemas.openxmlformats.org/officeDocument/2006/relationships/customXml" Target="../ink/ink261.xml"/><Relationship Id="rId9" Type="http://schemas.openxmlformats.org/officeDocument/2006/relationships/image" Target="../media/image62.png"/><Relationship Id="rId210" Type="http://schemas.openxmlformats.org/officeDocument/2006/relationships/customXml" Target="../ink/ink163.xml"/><Relationship Id="rId392" Type="http://schemas.openxmlformats.org/officeDocument/2006/relationships/customXml" Target="../ink/ink254.xml"/><Relationship Id="rId448" Type="http://schemas.openxmlformats.org/officeDocument/2006/relationships/customXml" Target="../ink/ink282.xml"/><Relationship Id="rId252" Type="http://schemas.openxmlformats.org/officeDocument/2006/relationships/customXml" Target="../ink/ink184.xml"/><Relationship Id="rId294" Type="http://schemas.openxmlformats.org/officeDocument/2006/relationships/customXml" Target="../ink/ink205.xml"/><Relationship Id="rId308" Type="http://schemas.openxmlformats.org/officeDocument/2006/relationships/customXml" Target="../ink/ink212.xml"/><Relationship Id="rId515" Type="http://schemas.openxmlformats.org/officeDocument/2006/relationships/customXml" Target="../ink/ink316.xml"/><Relationship Id="rId47" Type="http://schemas.openxmlformats.org/officeDocument/2006/relationships/image" Target="../media/image81.png"/><Relationship Id="rId89" Type="http://schemas.openxmlformats.org/officeDocument/2006/relationships/image" Target="../media/image102.png"/><Relationship Id="rId112" Type="http://schemas.openxmlformats.org/officeDocument/2006/relationships/customXml" Target="../ink/ink114.xml"/><Relationship Id="rId154" Type="http://schemas.openxmlformats.org/officeDocument/2006/relationships/customXml" Target="../ink/ink135.xml"/><Relationship Id="rId361" Type="http://schemas.openxmlformats.org/officeDocument/2006/relationships/image" Target="../media/image237.png"/><Relationship Id="rId557" Type="http://schemas.openxmlformats.org/officeDocument/2006/relationships/image" Target="../media/image334.png"/><Relationship Id="rId196" Type="http://schemas.openxmlformats.org/officeDocument/2006/relationships/customXml" Target="../ink/ink156.xml"/><Relationship Id="rId417" Type="http://schemas.openxmlformats.org/officeDocument/2006/relationships/image" Target="../media/image265.png"/><Relationship Id="rId459" Type="http://schemas.openxmlformats.org/officeDocument/2006/relationships/image" Target="../media/image286.png"/><Relationship Id="rId16" Type="http://schemas.openxmlformats.org/officeDocument/2006/relationships/customXml" Target="../ink/ink66.xml"/><Relationship Id="rId221" Type="http://schemas.openxmlformats.org/officeDocument/2006/relationships/image" Target="../media/image168.png"/><Relationship Id="rId263" Type="http://schemas.openxmlformats.org/officeDocument/2006/relationships/image" Target="../media/image189.png"/><Relationship Id="rId319" Type="http://schemas.openxmlformats.org/officeDocument/2006/relationships/image" Target="../media/image216.png"/><Relationship Id="rId470" Type="http://schemas.openxmlformats.org/officeDocument/2006/relationships/customXml" Target="../ink/ink293.xml"/><Relationship Id="rId526" Type="http://schemas.openxmlformats.org/officeDocument/2006/relationships/image" Target="../media/image319.png"/><Relationship Id="rId58" Type="http://schemas.openxmlformats.org/officeDocument/2006/relationships/customXml" Target="../ink/ink87.xml"/><Relationship Id="rId123" Type="http://schemas.openxmlformats.org/officeDocument/2006/relationships/image" Target="../media/image119.png"/><Relationship Id="rId330" Type="http://schemas.openxmlformats.org/officeDocument/2006/relationships/customXml" Target="../ink/ink223.xml"/><Relationship Id="rId165" Type="http://schemas.openxmlformats.org/officeDocument/2006/relationships/image" Target="../media/image140.png"/><Relationship Id="rId372" Type="http://schemas.openxmlformats.org/officeDocument/2006/relationships/customXml" Target="../ink/ink244.xml"/><Relationship Id="rId428" Type="http://schemas.openxmlformats.org/officeDocument/2006/relationships/customXml" Target="../ink/ink272.xml"/><Relationship Id="rId232" Type="http://schemas.openxmlformats.org/officeDocument/2006/relationships/customXml" Target="../ink/ink174.xml"/><Relationship Id="rId274" Type="http://schemas.openxmlformats.org/officeDocument/2006/relationships/customXml" Target="../ink/ink195.xml"/><Relationship Id="rId481" Type="http://schemas.openxmlformats.org/officeDocument/2006/relationships/image" Target="../media/image297.png"/><Relationship Id="rId27" Type="http://schemas.openxmlformats.org/officeDocument/2006/relationships/image" Target="../media/image71.png"/><Relationship Id="rId69" Type="http://schemas.openxmlformats.org/officeDocument/2006/relationships/image" Target="../media/image92.png"/><Relationship Id="rId134" Type="http://schemas.openxmlformats.org/officeDocument/2006/relationships/customXml" Target="../ink/ink125.xml"/><Relationship Id="rId537" Type="http://schemas.openxmlformats.org/officeDocument/2006/relationships/customXml" Target="../ink/ink327.xml"/><Relationship Id="rId80" Type="http://schemas.openxmlformats.org/officeDocument/2006/relationships/customXml" Target="../ink/ink98.xml"/><Relationship Id="rId176" Type="http://schemas.openxmlformats.org/officeDocument/2006/relationships/customXml" Target="../ink/ink146.xml"/><Relationship Id="rId341" Type="http://schemas.openxmlformats.org/officeDocument/2006/relationships/image" Target="../media/image227.png"/><Relationship Id="rId383" Type="http://schemas.openxmlformats.org/officeDocument/2006/relationships/image" Target="../media/image248.png"/><Relationship Id="rId439" Type="http://schemas.openxmlformats.org/officeDocument/2006/relationships/image" Target="../media/image276.png"/><Relationship Id="rId201" Type="http://schemas.openxmlformats.org/officeDocument/2006/relationships/image" Target="../media/image158.png"/><Relationship Id="rId243" Type="http://schemas.openxmlformats.org/officeDocument/2006/relationships/image" Target="../media/image179.png"/><Relationship Id="rId285" Type="http://schemas.openxmlformats.org/officeDocument/2006/relationships/image" Target="../media/image200.png"/><Relationship Id="rId450" Type="http://schemas.openxmlformats.org/officeDocument/2006/relationships/customXml" Target="../ink/ink283.xml"/><Relationship Id="rId506" Type="http://schemas.openxmlformats.org/officeDocument/2006/relationships/image" Target="../media/image309.png"/><Relationship Id="rId38" Type="http://schemas.openxmlformats.org/officeDocument/2006/relationships/customXml" Target="../ink/ink77.xml"/><Relationship Id="rId103" Type="http://schemas.openxmlformats.org/officeDocument/2006/relationships/image" Target="../media/image109.png"/><Relationship Id="rId310" Type="http://schemas.openxmlformats.org/officeDocument/2006/relationships/customXml" Target="../ink/ink213.xml"/><Relationship Id="rId492" Type="http://schemas.openxmlformats.org/officeDocument/2006/relationships/customXml" Target="../ink/ink304.xml"/><Relationship Id="rId548" Type="http://schemas.openxmlformats.org/officeDocument/2006/relationships/image" Target="../media/image330.png"/><Relationship Id="rId91" Type="http://schemas.openxmlformats.org/officeDocument/2006/relationships/image" Target="../media/image103.png"/><Relationship Id="rId145" Type="http://schemas.openxmlformats.org/officeDocument/2006/relationships/image" Target="../media/image130.png"/><Relationship Id="rId187" Type="http://schemas.openxmlformats.org/officeDocument/2006/relationships/image" Target="../media/image151.png"/><Relationship Id="rId352" Type="http://schemas.openxmlformats.org/officeDocument/2006/relationships/customXml" Target="../ink/ink234.xml"/><Relationship Id="rId394" Type="http://schemas.openxmlformats.org/officeDocument/2006/relationships/customXml" Target="../ink/ink255.xml"/><Relationship Id="rId408" Type="http://schemas.openxmlformats.org/officeDocument/2006/relationships/customXml" Target="../ink/ink262.xml"/><Relationship Id="rId212" Type="http://schemas.openxmlformats.org/officeDocument/2006/relationships/customXml" Target="../ink/ink164.xml"/><Relationship Id="rId254" Type="http://schemas.openxmlformats.org/officeDocument/2006/relationships/customXml" Target="../ink/ink185.xml"/><Relationship Id="rId49" Type="http://schemas.openxmlformats.org/officeDocument/2006/relationships/image" Target="../media/image82.png"/><Relationship Id="rId114" Type="http://schemas.openxmlformats.org/officeDocument/2006/relationships/customXml" Target="../ink/ink115.xml"/><Relationship Id="rId296" Type="http://schemas.openxmlformats.org/officeDocument/2006/relationships/customXml" Target="../ink/ink206.xml"/><Relationship Id="rId461" Type="http://schemas.openxmlformats.org/officeDocument/2006/relationships/image" Target="../media/image287.png"/><Relationship Id="rId517" Type="http://schemas.openxmlformats.org/officeDocument/2006/relationships/customXml" Target="../ink/ink317.xml"/><Relationship Id="rId559" Type="http://schemas.openxmlformats.org/officeDocument/2006/relationships/image" Target="../media/image335.png"/><Relationship Id="rId60" Type="http://schemas.openxmlformats.org/officeDocument/2006/relationships/customXml" Target="../ink/ink88.xml"/><Relationship Id="rId156" Type="http://schemas.openxmlformats.org/officeDocument/2006/relationships/customXml" Target="../ink/ink136.xml"/><Relationship Id="rId198" Type="http://schemas.openxmlformats.org/officeDocument/2006/relationships/customXml" Target="../ink/ink157.xml"/><Relationship Id="rId321" Type="http://schemas.openxmlformats.org/officeDocument/2006/relationships/image" Target="../media/image217.png"/><Relationship Id="rId363" Type="http://schemas.openxmlformats.org/officeDocument/2006/relationships/image" Target="../media/image238.png"/><Relationship Id="rId419" Type="http://schemas.openxmlformats.org/officeDocument/2006/relationships/image" Target="../media/image266.png"/><Relationship Id="rId223" Type="http://schemas.openxmlformats.org/officeDocument/2006/relationships/image" Target="../media/image169.png"/><Relationship Id="rId430" Type="http://schemas.openxmlformats.org/officeDocument/2006/relationships/customXml" Target="../ink/ink273.xml"/><Relationship Id="rId18" Type="http://schemas.openxmlformats.org/officeDocument/2006/relationships/customXml" Target="../ink/ink67.xml"/><Relationship Id="rId265" Type="http://schemas.openxmlformats.org/officeDocument/2006/relationships/image" Target="../media/image190.png"/><Relationship Id="rId472" Type="http://schemas.openxmlformats.org/officeDocument/2006/relationships/customXml" Target="../ink/ink294.xml"/><Relationship Id="rId528" Type="http://schemas.openxmlformats.org/officeDocument/2006/relationships/image" Target="../media/image320.png"/><Relationship Id="rId125" Type="http://schemas.openxmlformats.org/officeDocument/2006/relationships/image" Target="../media/image120.png"/><Relationship Id="rId167" Type="http://schemas.openxmlformats.org/officeDocument/2006/relationships/image" Target="../media/image141.png"/><Relationship Id="rId332" Type="http://schemas.openxmlformats.org/officeDocument/2006/relationships/customXml" Target="../ink/ink224.xml"/><Relationship Id="rId374" Type="http://schemas.openxmlformats.org/officeDocument/2006/relationships/customXml" Target="../ink/ink245.xml"/><Relationship Id="rId71" Type="http://schemas.openxmlformats.org/officeDocument/2006/relationships/image" Target="../media/image93.png"/><Relationship Id="rId234" Type="http://schemas.openxmlformats.org/officeDocument/2006/relationships/customXml" Target="../ink/ink175.xml"/><Relationship Id="rId2" Type="http://schemas.openxmlformats.org/officeDocument/2006/relationships/customXml" Target="../ink/ink59.xml"/><Relationship Id="rId29" Type="http://schemas.openxmlformats.org/officeDocument/2006/relationships/image" Target="../media/image72.png"/><Relationship Id="rId276" Type="http://schemas.openxmlformats.org/officeDocument/2006/relationships/customXml" Target="../ink/ink196.xml"/><Relationship Id="rId441" Type="http://schemas.openxmlformats.org/officeDocument/2006/relationships/image" Target="../media/image277.png"/><Relationship Id="rId483" Type="http://schemas.openxmlformats.org/officeDocument/2006/relationships/image" Target="../media/image298.png"/><Relationship Id="rId539" Type="http://schemas.openxmlformats.org/officeDocument/2006/relationships/customXml" Target="../ink/ink328.xml"/><Relationship Id="rId40" Type="http://schemas.openxmlformats.org/officeDocument/2006/relationships/customXml" Target="../ink/ink78.xml"/><Relationship Id="rId136" Type="http://schemas.openxmlformats.org/officeDocument/2006/relationships/customXml" Target="../ink/ink126.xml"/><Relationship Id="rId178" Type="http://schemas.openxmlformats.org/officeDocument/2006/relationships/customXml" Target="../ink/ink147.xml"/><Relationship Id="rId301" Type="http://schemas.openxmlformats.org/officeDocument/2006/relationships/image" Target="../media/image207.png"/><Relationship Id="rId343" Type="http://schemas.openxmlformats.org/officeDocument/2006/relationships/image" Target="../media/image228.png"/><Relationship Id="rId550" Type="http://schemas.openxmlformats.org/officeDocument/2006/relationships/image" Target="../media/image331.png"/><Relationship Id="rId82" Type="http://schemas.openxmlformats.org/officeDocument/2006/relationships/customXml" Target="../ink/ink99.xml"/><Relationship Id="rId203" Type="http://schemas.openxmlformats.org/officeDocument/2006/relationships/image" Target="../media/image159.png"/><Relationship Id="rId385" Type="http://schemas.openxmlformats.org/officeDocument/2006/relationships/image" Target="../media/image249.png"/><Relationship Id="rId245" Type="http://schemas.openxmlformats.org/officeDocument/2006/relationships/image" Target="../media/image180.png"/><Relationship Id="rId287" Type="http://schemas.openxmlformats.org/officeDocument/2006/relationships/image" Target="../media/image201.png"/><Relationship Id="rId410" Type="http://schemas.openxmlformats.org/officeDocument/2006/relationships/customXml" Target="../ink/ink263.xml"/><Relationship Id="rId452" Type="http://schemas.openxmlformats.org/officeDocument/2006/relationships/customXml" Target="../ink/ink284.xml"/><Relationship Id="rId494" Type="http://schemas.openxmlformats.org/officeDocument/2006/relationships/customXml" Target="../ink/ink305.xml"/><Relationship Id="rId508" Type="http://schemas.openxmlformats.org/officeDocument/2006/relationships/image" Target="../media/image310.png"/><Relationship Id="rId105" Type="http://schemas.openxmlformats.org/officeDocument/2006/relationships/image" Target="../media/image110.png"/><Relationship Id="rId147" Type="http://schemas.openxmlformats.org/officeDocument/2006/relationships/image" Target="../media/image131.png"/><Relationship Id="rId312" Type="http://schemas.openxmlformats.org/officeDocument/2006/relationships/customXml" Target="../ink/ink214.xml"/><Relationship Id="rId354" Type="http://schemas.openxmlformats.org/officeDocument/2006/relationships/customXml" Target="../ink/ink235.xml"/><Relationship Id="rId51" Type="http://schemas.openxmlformats.org/officeDocument/2006/relationships/image" Target="../media/image83.png"/><Relationship Id="rId93" Type="http://schemas.openxmlformats.org/officeDocument/2006/relationships/image" Target="../media/image104.png"/><Relationship Id="rId189" Type="http://schemas.openxmlformats.org/officeDocument/2006/relationships/image" Target="../media/image152.png"/><Relationship Id="rId396" Type="http://schemas.openxmlformats.org/officeDocument/2006/relationships/customXml" Target="../ink/ink256.xml"/><Relationship Id="rId561" Type="http://schemas.openxmlformats.org/officeDocument/2006/relationships/image" Target="../media/image336.png"/><Relationship Id="rId214" Type="http://schemas.openxmlformats.org/officeDocument/2006/relationships/customXml" Target="../ink/ink165.xml"/><Relationship Id="rId256" Type="http://schemas.openxmlformats.org/officeDocument/2006/relationships/customXml" Target="../ink/ink186.xml"/><Relationship Id="rId298" Type="http://schemas.openxmlformats.org/officeDocument/2006/relationships/customXml" Target="../ink/ink207.xml"/><Relationship Id="rId421" Type="http://schemas.openxmlformats.org/officeDocument/2006/relationships/image" Target="../media/image267.png"/><Relationship Id="rId463" Type="http://schemas.openxmlformats.org/officeDocument/2006/relationships/image" Target="../media/image288.png"/><Relationship Id="rId519" Type="http://schemas.openxmlformats.org/officeDocument/2006/relationships/customXml" Target="../ink/ink318.xml"/><Relationship Id="rId116" Type="http://schemas.openxmlformats.org/officeDocument/2006/relationships/customXml" Target="../ink/ink116.xml"/><Relationship Id="rId158" Type="http://schemas.openxmlformats.org/officeDocument/2006/relationships/customXml" Target="../ink/ink137.xml"/><Relationship Id="rId323" Type="http://schemas.openxmlformats.org/officeDocument/2006/relationships/image" Target="../media/image218.png"/><Relationship Id="rId530" Type="http://schemas.openxmlformats.org/officeDocument/2006/relationships/image" Target="../media/image321.png"/><Relationship Id="rId20" Type="http://schemas.openxmlformats.org/officeDocument/2006/relationships/customXml" Target="../ink/ink68.xml"/><Relationship Id="rId62" Type="http://schemas.openxmlformats.org/officeDocument/2006/relationships/customXml" Target="../ink/ink89.xml"/><Relationship Id="rId365" Type="http://schemas.openxmlformats.org/officeDocument/2006/relationships/image" Target="../media/image239.png"/><Relationship Id="rId225" Type="http://schemas.openxmlformats.org/officeDocument/2006/relationships/image" Target="../media/image170.png"/><Relationship Id="rId267" Type="http://schemas.openxmlformats.org/officeDocument/2006/relationships/image" Target="../media/image191.png"/><Relationship Id="rId432" Type="http://schemas.openxmlformats.org/officeDocument/2006/relationships/customXml" Target="../ink/ink274.xml"/><Relationship Id="rId474" Type="http://schemas.openxmlformats.org/officeDocument/2006/relationships/customXml" Target="../ink/ink295.xml"/><Relationship Id="rId127" Type="http://schemas.openxmlformats.org/officeDocument/2006/relationships/image" Target="../media/image121.png"/><Relationship Id="rId31" Type="http://schemas.openxmlformats.org/officeDocument/2006/relationships/image" Target="../media/image73.png"/><Relationship Id="rId73" Type="http://schemas.openxmlformats.org/officeDocument/2006/relationships/image" Target="../media/image94.png"/><Relationship Id="rId169" Type="http://schemas.openxmlformats.org/officeDocument/2006/relationships/image" Target="../media/image142.png"/><Relationship Id="rId334" Type="http://schemas.openxmlformats.org/officeDocument/2006/relationships/customXml" Target="../ink/ink225.xml"/><Relationship Id="rId376" Type="http://schemas.openxmlformats.org/officeDocument/2006/relationships/customXml" Target="../ink/ink246.xml"/><Relationship Id="rId541" Type="http://schemas.openxmlformats.org/officeDocument/2006/relationships/customXml" Target="../ink/ink329.xml"/><Relationship Id="rId4" Type="http://schemas.openxmlformats.org/officeDocument/2006/relationships/customXml" Target="../ink/ink60.xml"/><Relationship Id="rId180" Type="http://schemas.openxmlformats.org/officeDocument/2006/relationships/customXml" Target="../ink/ink148.xml"/><Relationship Id="rId236" Type="http://schemas.openxmlformats.org/officeDocument/2006/relationships/customXml" Target="../ink/ink176.xml"/><Relationship Id="rId278" Type="http://schemas.openxmlformats.org/officeDocument/2006/relationships/customXml" Target="../ink/ink197.xml"/><Relationship Id="rId401" Type="http://schemas.openxmlformats.org/officeDocument/2006/relationships/image" Target="../media/image257.png"/><Relationship Id="rId443" Type="http://schemas.openxmlformats.org/officeDocument/2006/relationships/image" Target="../media/image278.png"/><Relationship Id="rId303" Type="http://schemas.openxmlformats.org/officeDocument/2006/relationships/image" Target="../media/image208.png"/><Relationship Id="rId485" Type="http://schemas.openxmlformats.org/officeDocument/2006/relationships/image" Target="../media/image299.png"/><Relationship Id="rId42" Type="http://schemas.openxmlformats.org/officeDocument/2006/relationships/customXml" Target="../ink/ink79.xml"/><Relationship Id="rId84" Type="http://schemas.openxmlformats.org/officeDocument/2006/relationships/customXml" Target="../ink/ink100.xml"/><Relationship Id="rId138" Type="http://schemas.openxmlformats.org/officeDocument/2006/relationships/customXml" Target="../ink/ink127.xml"/><Relationship Id="rId345" Type="http://schemas.openxmlformats.org/officeDocument/2006/relationships/image" Target="../media/image229.png"/><Relationship Id="rId387" Type="http://schemas.openxmlformats.org/officeDocument/2006/relationships/image" Target="../media/image250.png"/><Relationship Id="rId510" Type="http://schemas.openxmlformats.org/officeDocument/2006/relationships/image" Target="../media/image311.png"/><Relationship Id="rId552" Type="http://schemas.openxmlformats.org/officeDocument/2006/relationships/image" Target="../media/image332.png"/><Relationship Id="rId191" Type="http://schemas.openxmlformats.org/officeDocument/2006/relationships/image" Target="../media/image153.png"/><Relationship Id="rId205" Type="http://schemas.openxmlformats.org/officeDocument/2006/relationships/image" Target="../media/image160.png"/><Relationship Id="rId247" Type="http://schemas.openxmlformats.org/officeDocument/2006/relationships/image" Target="../media/image181.png"/><Relationship Id="rId412" Type="http://schemas.openxmlformats.org/officeDocument/2006/relationships/customXml" Target="../ink/ink264.xml"/><Relationship Id="rId107" Type="http://schemas.openxmlformats.org/officeDocument/2006/relationships/image" Target="../media/image111.png"/><Relationship Id="rId289" Type="http://schemas.openxmlformats.org/officeDocument/2006/relationships/image" Target="../media/image202.png"/><Relationship Id="rId454" Type="http://schemas.openxmlformats.org/officeDocument/2006/relationships/customXml" Target="../ink/ink285.xml"/><Relationship Id="rId496" Type="http://schemas.openxmlformats.org/officeDocument/2006/relationships/customXml" Target="../ink/ink306.xml"/><Relationship Id="rId11" Type="http://schemas.openxmlformats.org/officeDocument/2006/relationships/image" Target="../media/image63.png"/><Relationship Id="rId53" Type="http://schemas.openxmlformats.org/officeDocument/2006/relationships/image" Target="../media/image84.png"/><Relationship Id="rId149" Type="http://schemas.openxmlformats.org/officeDocument/2006/relationships/image" Target="../media/image132.png"/><Relationship Id="rId314" Type="http://schemas.openxmlformats.org/officeDocument/2006/relationships/customXml" Target="../ink/ink215.xml"/><Relationship Id="rId356" Type="http://schemas.openxmlformats.org/officeDocument/2006/relationships/customXml" Target="../ink/ink236.xml"/><Relationship Id="rId398" Type="http://schemas.openxmlformats.org/officeDocument/2006/relationships/customXml" Target="../ink/ink257.xml"/><Relationship Id="rId521" Type="http://schemas.openxmlformats.org/officeDocument/2006/relationships/customXml" Target="../ink/ink319.xml"/><Relationship Id="rId563" Type="http://schemas.openxmlformats.org/officeDocument/2006/relationships/image" Target="../media/image337.png"/><Relationship Id="rId95" Type="http://schemas.openxmlformats.org/officeDocument/2006/relationships/image" Target="../media/image105.png"/><Relationship Id="rId160" Type="http://schemas.openxmlformats.org/officeDocument/2006/relationships/customXml" Target="../ink/ink138.xml"/><Relationship Id="rId216" Type="http://schemas.openxmlformats.org/officeDocument/2006/relationships/customXml" Target="../ink/ink166.xml"/><Relationship Id="rId423" Type="http://schemas.openxmlformats.org/officeDocument/2006/relationships/image" Target="../media/image268.png"/><Relationship Id="rId258" Type="http://schemas.openxmlformats.org/officeDocument/2006/relationships/customXml" Target="../ink/ink187.xml"/><Relationship Id="rId465" Type="http://schemas.openxmlformats.org/officeDocument/2006/relationships/image" Target="../media/image289.png"/><Relationship Id="rId22" Type="http://schemas.openxmlformats.org/officeDocument/2006/relationships/customXml" Target="../ink/ink69.xml"/><Relationship Id="rId64" Type="http://schemas.openxmlformats.org/officeDocument/2006/relationships/customXml" Target="../ink/ink90.xml"/><Relationship Id="rId118" Type="http://schemas.openxmlformats.org/officeDocument/2006/relationships/customXml" Target="../ink/ink117.xml"/><Relationship Id="rId325" Type="http://schemas.openxmlformats.org/officeDocument/2006/relationships/image" Target="../media/image219.png"/><Relationship Id="rId367" Type="http://schemas.openxmlformats.org/officeDocument/2006/relationships/image" Target="../media/image240.png"/><Relationship Id="rId532" Type="http://schemas.openxmlformats.org/officeDocument/2006/relationships/image" Target="../media/image322.png"/><Relationship Id="rId171" Type="http://schemas.openxmlformats.org/officeDocument/2006/relationships/image" Target="../media/image143.png"/><Relationship Id="rId227" Type="http://schemas.openxmlformats.org/officeDocument/2006/relationships/image" Target="../media/image171.png"/><Relationship Id="rId269" Type="http://schemas.openxmlformats.org/officeDocument/2006/relationships/image" Target="../media/image192.png"/><Relationship Id="rId434" Type="http://schemas.openxmlformats.org/officeDocument/2006/relationships/customXml" Target="../ink/ink275.xml"/><Relationship Id="rId476" Type="http://schemas.openxmlformats.org/officeDocument/2006/relationships/customXml" Target="../ink/ink296.xml"/><Relationship Id="rId33" Type="http://schemas.openxmlformats.org/officeDocument/2006/relationships/image" Target="../media/image74.png"/><Relationship Id="rId129" Type="http://schemas.openxmlformats.org/officeDocument/2006/relationships/image" Target="../media/image122.png"/><Relationship Id="rId280" Type="http://schemas.openxmlformats.org/officeDocument/2006/relationships/customXml" Target="../ink/ink198.xml"/><Relationship Id="rId336" Type="http://schemas.openxmlformats.org/officeDocument/2006/relationships/customXml" Target="../ink/ink226.xml"/><Relationship Id="rId501" Type="http://schemas.openxmlformats.org/officeDocument/2006/relationships/image" Target="../media/image307.png"/><Relationship Id="rId543" Type="http://schemas.openxmlformats.org/officeDocument/2006/relationships/customXml" Target="../ink/ink330.xml"/><Relationship Id="rId75" Type="http://schemas.openxmlformats.org/officeDocument/2006/relationships/image" Target="../media/image95.png"/><Relationship Id="rId140" Type="http://schemas.openxmlformats.org/officeDocument/2006/relationships/customXml" Target="../ink/ink128.xml"/><Relationship Id="rId182" Type="http://schemas.openxmlformats.org/officeDocument/2006/relationships/customXml" Target="../ink/ink149.xml"/><Relationship Id="rId378" Type="http://schemas.openxmlformats.org/officeDocument/2006/relationships/customXml" Target="../ink/ink247.xml"/><Relationship Id="rId403" Type="http://schemas.openxmlformats.org/officeDocument/2006/relationships/image" Target="../media/image258.png"/><Relationship Id="rId6" Type="http://schemas.openxmlformats.org/officeDocument/2006/relationships/customXml" Target="../ink/ink61.xml"/><Relationship Id="rId238" Type="http://schemas.openxmlformats.org/officeDocument/2006/relationships/customXml" Target="../ink/ink177.xml"/><Relationship Id="rId445" Type="http://schemas.openxmlformats.org/officeDocument/2006/relationships/image" Target="../media/image279.png"/><Relationship Id="rId487" Type="http://schemas.openxmlformats.org/officeDocument/2006/relationships/image" Target="../media/image300.png"/><Relationship Id="rId291" Type="http://schemas.openxmlformats.org/officeDocument/2006/relationships/image" Target="../media/image44.png"/><Relationship Id="rId305" Type="http://schemas.openxmlformats.org/officeDocument/2006/relationships/image" Target="../media/image209.png"/><Relationship Id="rId347" Type="http://schemas.openxmlformats.org/officeDocument/2006/relationships/image" Target="../media/image230.png"/><Relationship Id="rId512" Type="http://schemas.openxmlformats.org/officeDocument/2006/relationships/image" Target="../media/image312.png"/><Relationship Id="rId44" Type="http://schemas.openxmlformats.org/officeDocument/2006/relationships/customXml" Target="../ink/ink80.xml"/><Relationship Id="rId86" Type="http://schemas.openxmlformats.org/officeDocument/2006/relationships/customXml" Target="../ink/ink101.xml"/><Relationship Id="rId151" Type="http://schemas.openxmlformats.org/officeDocument/2006/relationships/image" Target="../media/image133.png"/><Relationship Id="rId389" Type="http://schemas.openxmlformats.org/officeDocument/2006/relationships/image" Target="../media/image251.png"/><Relationship Id="rId554" Type="http://schemas.openxmlformats.org/officeDocument/2006/relationships/image" Target="../media/image333.png"/><Relationship Id="rId193" Type="http://schemas.openxmlformats.org/officeDocument/2006/relationships/image" Target="../media/image154.png"/><Relationship Id="rId207" Type="http://schemas.openxmlformats.org/officeDocument/2006/relationships/image" Target="../media/image161.png"/><Relationship Id="rId249" Type="http://schemas.openxmlformats.org/officeDocument/2006/relationships/image" Target="../media/image182.png"/><Relationship Id="rId414" Type="http://schemas.openxmlformats.org/officeDocument/2006/relationships/customXml" Target="../ink/ink265.xml"/><Relationship Id="rId456" Type="http://schemas.openxmlformats.org/officeDocument/2006/relationships/customXml" Target="../ink/ink286.xml"/><Relationship Id="rId498" Type="http://schemas.openxmlformats.org/officeDocument/2006/relationships/customXml" Target="../ink/ink307.xml"/><Relationship Id="rId13" Type="http://schemas.openxmlformats.org/officeDocument/2006/relationships/image" Target="../media/image64.png"/><Relationship Id="rId109" Type="http://schemas.openxmlformats.org/officeDocument/2006/relationships/image" Target="../media/image112.png"/><Relationship Id="rId260" Type="http://schemas.openxmlformats.org/officeDocument/2006/relationships/customXml" Target="../ink/ink188.xml"/><Relationship Id="rId316" Type="http://schemas.openxmlformats.org/officeDocument/2006/relationships/customXml" Target="../ink/ink216.xml"/><Relationship Id="rId523" Type="http://schemas.openxmlformats.org/officeDocument/2006/relationships/customXml" Target="../ink/ink320.xml"/><Relationship Id="rId55" Type="http://schemas.openxmlformats.org/officeDocument/2006/relationships/image" Target="../media/image85.png"/><Relationship Id="rId97" Type="http://schemas.openxmlformats.org/officeDocument/2006/relationships/image" Target="../media/image106.png"/><Relationship Id="rId120" Type="http://schemas.openxmlformats.org/officeDocument/2006/relationships/customXml" Target="../ink/ink118.xml"/><Relationship Id="rId358" Type="http://schemas.openxmlformats.org/officeDocument/2006/relationships/customXml" Target="../ink/ink237.xml"/><Relationship Id="rId565" Type="http://schemas.openxmlformats.org/officeDocument/2006/relationships/image" Target="../media/image338.png"/><Relationship Id="rId162" Type="http://schemas.openxmlformats.org/officeDocument/2006/relationships/customXml" Target="../ink/ink139.xml"/><Relationship Id="rId218" Type="http://schemas.openxmlformats.org/officeDocument/2006/relationships/customXml" Target="../ink/ink167.xml"/><Relationship Id="rId425" Type="http://schemas.openxmlformats.org/officeDocument/2006/relationships/image" Target="../media/image269.png"/><Relationship Id="rId467" Type="http://schemas.openxmlformats.org/officeDocument/2006/relationships/image" Target="../media/image290.png"/><Relationship Id="rId271" Type="http://schemas.openxmlformats.org/officeDocument/2006/relationships/image" Target="../media/image193.png"/><Relationship Id="rId24" Type="http://schemas.openxmlformats.org/officeDocument/2006/relationships/customXml" Target="../ink/ink70.xml"/><Relationship Id="rId66" Type="http://schemas.openxmlformats.org/officeDocument/2006/relationships/customXml" Target="../ink/ink91.xml"/><Relationship Id="rId131" Type="http://schemas.openxmlformats.org/officeDocument/2006/relationships/image" Target="../media/image123.png"/><Relationship Id="rId327" Type="http://schemas.openxmlformats.org/officeDocument/2006/relationships/image" Target="../media/image220.png"/><Relationship Id="rId369" Type="http://schemas.openxmlformats.org/officeDocument/2006/relationships/image" Target="../media/image241.png"/><Relationship Id="rId534" Type="http://schemas.openxmlformats.org/officeDocument/2006/relationships/image" Target="../media/image323.png"/><Relationship Id="rId173" Type="http://schemas.openxmlformats.org/officeDocument/2006/relationships/image" Target="../media/image144.png"/><Relationship Id="rId229" Type="http://schemas.openxmlformats.org/officeDocument/2006/relationships/image" Target="../media/image172.png"/><Relationship Id="rId380" Type="http://schemas.openxmlformats.org/officeDocument/2006/relationships/customXml" Target="../ink/ink248.xml"/><Relationship Id="rId436" Type="http://schemas.openxmlformats.org/officeDocument/2006/relationships/customXml" Target="../ink/ink276.xml"/><Relationship Id="rId240" Type="http://schemas.openxmlformats.org/officeDocument/2006/relationships/customXml" Target="../ink/ink178.xml"/><Relationship Id="rId478" Type="http://schemas.openxmlformats.org/officeDocument/2006/relationships/customXml" Target="../ink/ink297.xml"/><Relationship Id="rId35" Type="http://schemas.openxmlformats.org/officeDocument/2006/relationships/image" Target="../media/image75.png"/><Relationship Id="rId77" Type="http://schemas.openxmlformats.org/officeDocument/2006/relationships/image" Target="../media/image96.png"/><Relationship Id="rId100" Type="http://schemas.openxmlformats.org/officeDocument/2006/relationships/customXml" Target="../ink/ink108.xml"/><Relationship Id="rId282" Type="http://schemas.openxmlformats.org/officeDocument/2006/relationships/customXml" Target="../ink/ink199.xml"/><Relationship Id="rId338" Type="http://schemas.openxmlformats.org/officeDocument/2006/relationships/customXml" Target="../ink/ink227.xml"/><Relationship Id="rId503" Type="http://schemas.openxmlformats.org/officeDocument/2006/relationships/customXml" Target="../ink/ink310.xml"/><Relationship Id="rId545" Type="http://schemas.openxmlformats.org/officeDocument/2006/relationships/customXml" Target="../ink/ink331.xml"/><Relationship Id="rId8" Type="http://schemas.openxmlformats.org/officeDocument/2006/relationships/customXml" Target="../ink/ink62.xml"/><Relationship Id="rId142" Type="http://schemas.openxmlformats.org/officeDocument/2006/relationships/customXml" Target="../ink/ink129.xml"/><Relationship Id="rId184" Type="http://schemas.openxmlformats.org/officeDocument/2006/relationships/customXml" Target="../ink/ink150.xml"/><Relationship Id="rId391" Type="http://schemas.openxmlformats.org/officeDocument/2006/relationships/image" Target="../media/image252.png"/><Relationship Id="rId405" Type="http://schemas.openxmlformats.org/officeDocument/2006/relationships/image" Target="../media/image259.png"/><Relationship Id="rId447" Type="http://schemas.openxmlformats.org/officeDocument/2006/relationships/image" Target="../media/image280.png"/><Relationship Id="rId251" Type="http://schemas.openxmlformats.org/officeDocument/2006/relationships/image" Target="../media/image183.png"/><Relationship Id="rId489" Type="http://schemas.openxmlformats.org/officeDocument/2006/relationships/image" Target="../media/image301.png"/><Relationship Id="rId46" Type="http://schemas.openxmlformats.org/officeDocument/2006/relationships/customXml" Target="../ink/ink81.xml"/><Relationship Id="rId293" Type="http://schemas.openxmlformats.org/officeDocument/2006/relationships/image" Target="../media/image203.png"/><Relationship Id="rId307" Type="http://schemas.openxmlformats.org/officeDocument/2006/relationships/image" Target="../media/image210.png"/><Relationship Id="rId349" Type="http://schemas.openxmlformats.org/officeDocument/2006/relationships/image" Target="../media/image231.png"/><Relationship Id="rId514" Type="http://schemas.openxmlformats.org/officeDocument/2006/relationships/image" Target="../media/image313.png"/><Relationship Id="rId556" Type="http://schemas.openxmlformats.org/officeDocument/2006/relationships/customXml" Target="../ink/ink337.xml"/><Relationship Id="rId88" Type="http://schemas.openxmlformats.org/officeDocument/2006/relationships/customXml" Target="../ink/ink102.xml"/><Relationship Id="rId111" Type="http://schemas.openxmlformats.org/officeDocument/2006/relationships/image" Target="../media/image113.png"/><Relationship Id="rId153" Type="http://schemas.openxmlformats.org/officeDocument/2006/relationships/image" Target="../media/image134.png"/><Relationship Id="rId195" Type="http://schemas.openxmlformats.org/officeDocument/2006/relationships/image" Target="../media/image155.png"/><Relationship Id="rId209" Type="http://schemas.openxmlformats.org/officeDocument/2006/relationships/image" Target="../media/image162.png"/><Relationship Id="rId360" Type="http://schemas.openxmlformats.org/officeDocument/2006/relationships/customXml" Target="../ink/ink238.xml"/><Relationship Id="rId416" Type="http://schemas.openxmlformats.org/officeDocument/2006/relationships/customXml" Target="../ink/ink266.xml"/><Relationship Id="rId220" Type="http://schemas.openxmlformats.org/officeDocument/2006/relationships/customXml" Target="../ink/ink168.xml"/><Relationship Id="rId458" Type="http://schemas.openxmlformats.org/officeDocument/2006/relationships/customXml" Target="../ink/ink287.xml"/><Relationship Id="rId15" Type="http://schemas.openxmlformats.org/officeDocument/2006/relationships/image" Target="../media/image65.png"/><Relationship Id="rId57" Type="http://schemas.openxmlformats.org/officeDocument/2006/relationships/image" Target="../media/image86.png"/><Relationship Id="rId262" Type="http://schemas.openxmlformats.org/officeDocument/2006/relationships/customXml" Target="../ink/ink189.xml"/><Relationship Id="rId318" Type="http://schemas.openxmlformats.org/officeDocument/2006/relationships/customXml" Target="../ink/ink217.xml"/><Relationship Id="rId525" Type="http://schemas.openxmlformats.org/officeDocument/2006/relationships/customXml" Target="../ink/ink321.xml"/><Relationship Id="rId567" Type="http://schemas.openxmlformats.org/officeDocument/2006/relationships/image" Target="../media/image339.png"/><Relationship Id="rId99" Type="http://schemas.openxmlformats.org/officeDocument/2006/relationships/image" Target="../media/image107.png"/><Relationship Id="rId122" Type="http://schemas.openxmlformats.org/officeDocument/2006/relationships/customXml" Target="../ink/ink119.xml"/><Relationship Id="rId164" Type="http://schemas.openxmlformats.org/officeDocument/2006/relationships/customXml" Target="../ink/ink140.xml"/><Relationship Id="rId371" Type="http://schemas.openxmlformats.org/officeDocument/2006/relationships/image" Target="../media/image242.png"/><Relationship Id="rId427" Type="http://schemas.openxmlformats.org/officeDocument/2006/relationships/image" Target="../media/image270.png"/><Relationship Id="rId469" Type="http://schemas.openxmlformats.org/officeDocument/2006/relationships/image" Target="../media/image291.png"/><Relationship Id="rId26" Type="http://schemas.openxmlformats.org/officeDocument/2006/relationships/customXml" Target="../ink/ink71.xml"/><Relationship Id="rId231" Type="http://schemas.openxmlformats.org/officeDocument/2006/relationships/image" Target="../media/image173.png"/><Relationship Id="rId273" Type="http://schemas.openxmlformats.org/officeDocument/2006/relationships/image" Target="../media/image194.png"/><Relationship Id="rId329" Type="http://schemas.openxmlformats.org/officeDocument/2006/relationships/image" Target="../media/image221.png"/><Relationship Id="rId480" Type="http://schemas.openxmlformats.org/officeDocument/2006/relationships/customXml" Target="../ink/ink298.xml"/><Relationship Id="rId536" Type="http://schemas.openxmlformats.org/officeDocument/2006/relationships/image" Target="../media/image324.png"/><Relationship Id="rId68" Type="http://schemas.openxmlformats.org/officeDocument/2006/relationships/customXml" Target="../ink/ink92.xml"/><Relationship Id="rId133" Type="http://schemas.openxmlformats.org/officeDocument/2006/relationships/image" Target="../media/image124.png"/><Relationship Id="rId175" Type="http://schemas.openxmlformats.org/officeDocument/2006/relationships/image" Target="../media/image145.png"/><Relationship Id="rId340" Type="http://schemas.openxmlformats.org/officeDocument/2006/relationships/customXml" Target="../ink/ink228.xml"/><Relationship Id="rId200" Type="http://schemas.openxmlformats.org/officeDocument/2006/relationships/customXml" Target="../ink/ink158.xml"/><Relationship Id="rId382" Type="http://schemas.openxmlformats.org/officeDocument/2006/relationships/customXml" Target="../ink/ink249.xml"/><Relationship Id="rId438" Type="http://schemas.openxmlformats.org/officeDocument/2006/relationships/customXml" Target="../ink/ink277.xml"/><Relationship Id="rId242" Type="http://schemas.openxmlformats.org/officeDocument/2006/relationships/customXml" Target="../ink/ink179.xml"/><Relationship Id="rId284" Type="http://schemas.openxmlformats.org/officeDocument/2006/relationships/customXml" Target="../ink/ink200.xml"/><Relationship Id="rId491" Type="http://schemas.openxmlformats.org/officeDocument/2006/relationships/image" Target="../media/image302.png"/><Relationship Id="rId505" Type="http://schemas.openxmlformats.org/officeDocument/2006/relationships/customXml" Target="../ink/ink311.xml"/><Relationship Id="rId37" Type="http://schemas.openxmlformats.org/officeDocument/2006/relationships/image" Target="../media/image76.png"/><Relationship Id="rId79" Type="http://schemas.openxmlformats.org/officeDocument/2006/relationships/image" Target="../media/image97.png"/><Relationship Id="rId102" Type="http://schemas.openxmlformats.org/officeDocument/2006/relationships/customXml" Target="../ink/ink109.xml"/><Relationship Id="rId144" Type="http://schemas.openxmlformats.org/officeDocument/2006/relationships/customXml" Target="../ink/ink130.xml"/><Relationship Id="rId547" Type="http://schemas.openxmlformats.org/officeDocument/2006/relationships/customXml" Target="../ink/ink332.xml"/><Relationship Id="rId90" Type="http://schemas.openxmlformats.org/officeDocument/2006/relationships/customXml" Target="../ink/ink103.xml"/><Relationship Id="rId186" Type="http://schemas.openxmlformats.org/officeDocument/2006/relationships/customXml" Target="../ink/ink151.xml"/><Relationship Id="rId351" Type="http://schemas.openxmlformats.org/officeDocument/2006/relationships/image" Target="../media/image232.png"/><Relationship Id="rId393" Type="http://schemas.openxmlformats.org/officeDocument/2006/relationships/image" Target="../media/image253.png"/><Relationship Id="rId407" Type="http://schemas.openxmlformats.org/officeDocument/2006/relationships/image" Target="../media/image260.png"/><Relationship Id="rId449" Type="http://schemas.openxmlformats.org/officeDocument/2006/relationships/image" Target="../media/image281.png"/><Relationship Id="rId211" Type="http://schemas.openxmlformats.org/officeDocument/2006/relationships/image" Target="../media/image163.png"/><Relationship Id="rId253" Type="http://schemas.openxmlformats.org/officeDocument/2006/relationships/image" Target="../media/image184.png"/><Relationship Id="rId295" Type="http://schemas.openxmlformats.org/officeDocument/2006/relationships/image" Target="../media/image204.png"/><Relationship Id="rId309" Type="http://schemas.openxmlformats.org/officeDocument/2006/relationships/image" Target="../media/image211.png"/><Relationship Id="rId460" Type="http://schemas.openxmlformats.org/officeDocument/2006/relationships/customXml" Target="../ink/ink288.xml"/><Relationship Id="rId516" Type="http://schemas.openxmlformats.org/officeDocument/2006/relationships/image" Target="../media/image314.png"/><Relationship Id="rId48" Type="http://schemas.openxmlformats.org/officeDocument/2006/relationships/customXml" Target="../ink/ink82.xml"/><Relationship Id="rId113" Type="http://schemas.openxmlformats.org/officeDocument/2006/relationships/image" Target="../media/image114.png"/><Relationship Id="rId320" Type="http://schemas.openxmlformats.org/officeDocument/2006/relationships/customXml" Target="../ink/ink218.xml"/><Relationship Id="rId558" Type="http://schemas.openxmlformats.org/officeDocument/2006/relationships/customXml" Target="../ink/ink338.xml"/><Relationship Id="rId155" Type="http://schemas.openxmlformats.org/officeDocument/2006/relationships/image" Target="../media/image135.png"/><Relationship Id="rId197" Type="http://schemas.openxmlformats.org/officeDocument/2006/relationships/image" Target="../media/image156.png"/><Relationship Id="rId362" Type="http://schemas.openxmlformats.org/officeDocument/2006/relationships/customXml" Target="../ink/ink239.xml"/><Relationship Id="rId418" Type="http://schemas.openxmlformats.org/officeDocument/2006/relationships/customXml" Target="../ink/ink267.xml"/><Relationship Id="rId222" Type="http://schemas.openxmlformats.org/officeDocument/2006/relationships/customXml" Target="../ink/ink169.xml"/><Relationship Id="rId264" Type="http://schemas.openxmlformats.org/officeDocument/2006/relationships/customXml" Target="../ink/ink190.xml"/><Relationship Id="rId471" Type="http://schemas.openxmlformats.org/officeDocument/2006/relationships/image" Target="../media/image292.png"/><Relationship Id="rId17" Type="http://schemas.openxmlformats.org/officeDocument/2006/relationships/image" Target="../media/image66.png"/><Relationship Id="rId59" Type="http://schemas.openxmlformats.org/officeDocument/2006/relationships/image" Target="../media/image87.png"/><Relationship Id="rId124" Type="http://schemas.openxmlformats.org/officeDocument/2006/relationships/customXml" Target="../ink/ink120.xml"/><Relationship Id="rId527" Type="http://schemas.openxmlformats.org/officeDocument/2006/relationships/customXml" Target="../ink/ink322.xml"/><Relationship Id="rId70" Type="http://schemas.openxmlformats.org/officeDocument/2006/relationships/customXml" Target="../ink/ink93.xml"/><Relationship Id="rId166" Type="http://schemas.openxmlformats.org/officeDocument/2006/relationships/customXml" Target="../ink/ink141.xml"/><Relationship Id="rId331" Type="http://schemas.openxmlformats.org/officeDocument/2006/relationships/image" Target="../media/image222.png"/><Relationship Id="rId373" Type="http://schemas.openxmlformats.org/officeDocument/2006/relationships/image" Target="../media/image243.png"/><Relationship Id="rId429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74.png"/><Relationship Id="rId440" Type="http://schemas.openxmlformats.org/officeDocument/2006/relationships/customXml" Target="../ink/ink278.xml"/><Relationship Id="rId28" Type="http://schemas.openxmlformats.org/officeDocument/2006/relationships/customXml" Target="../ink/ink72.xml"/><Relationship Id="rId275" Type="http://schemas.openxmlformats.org/officeDocument/2006/relationships/image" Target="../media/image195.png"/><Relationship Id="rId300" Type="http://schemas.openxmlformats.org/officeDocument/2006/relationships/customXml" Target="../ink/ink208.xml"/><Relationship Id="rId482" Type="http://schemas.openxmlformats.org/officeDocument/2006/relationships/customXml" Target="../ink/ink299.xml"/><Relationship Id="rId538" Type="http://schemas.openxmlformats.org/officeDocument/2006/relationships/image" Target="../media/image325.png"/><Relationship Id="rId81" Type="http://schemas.openxmlformats.org/officeDocument/2006/relationships/image" Target="../media/image98.png"/><Relationship Id="rId135" Type="http://schemas.openxmlformats.org/officeDocument/2006/relationships/image" Target="../media/image125.png"/><Relationship Id="rId177" Type="http://schemas.openxmlformats.org/officeDocument/2006/relationships/image" Target="../media/image146.png"/><Relationship Id="rId342" Type="http://schemas.openxmlformats.org/officeDocument/2006/relationships/customXml" Target="../ink/ink229.xml"/><Relationship Id="rId384" Type="http://schemas.openxmlformats.org/officeDocument/2006/relationships/customXml" Target="../ink/ink250.xml"/><Relationship Id="rId202" Type="http://schemas.openxmlformats.org/officeDocument/2006/relationships/customXml" Target="../ink/ink159.xml"/><Relationship Id="rId244" Type="http://schemas.openxmlformats.org/officeDocument/2006/relationships/customXml" Target="../ink/ink180.xml"/><Relationship Id="rId39" Type="http://schemas.openxmlformats.org/officeDocument/2006/relationships/image" Target="../media/image77.png"/><Relationship Id="rId286" Type="http://schemas.openxmlformats.org/officeDocument/2006/relationships/customXml" Target="../ink/ink201.xml"/><Relationship Id="rId451" Type="http://schemas.openxmlformats.org/officeDocument/2006/relationships/image" Target="../media/image282.png"/><Relationship Id="rId493" Type="http://schemas.openxmlformats.org/officeDocument/2006/relationships/image" Target="../media/image303.png"/><Relationship Id="rId507" Type="http://schemas.openxmlformats.org/officeDocument/2006/relationships/customXml" Target="../ink/ink312.xml"/><Relationship Id="rId549" Type="http://schemas.openxmlformats.org/officeDocument/2006/relationships/customXml" Target="../ink/ink333.xml"/><Relationship Id="rId50" Type="http://schemas.openxmlformats.org/officeDocument/2006/relationships/customXml" Target="../ink/ink83.xml"/><Relationship Id="rId104" Type="http://schemas.openxmlformats.org/officeDocument/2006/relationships/customXml" Target="../ink/ink110.xml"/><Relationship Id="rId146" Type="http://schemas.openxmlformats.org/officeDocument/2006/relationships/customXml" Target="../ink/ink131.xml"/><Relationship Id="rId188" Type="http://schemas.openxmlformats.org/officeDocument/2006/relationships/customXml" Target="../ink/ink152.xml"/><Relationship Id="rId311" Type="http://schemas.openxmlformats.org/officeDocument/2006/relationships/image" Target="../media/image212.png"/><Relationship Id="rId353" Type="http://schemas.openxmlformats.org/officeDocument/2006/relationships/image" Target="../media/image233.png"/><Relationship Id="rId395" Type="http://schemas.openxmlformats.org/officeDocument/2006/relationships/image" Target="../media/image254.png"/><Relationship Id="rId409" Type="http://schemas.openxmlformats.org/officeDocument/2006/relationships/image" Target="../media/image261.png"/><Relationship Id="rId560" Type="http://schemas.openxmlformats.org/officeDocument/2006/relationships/customXml" Target="../ink/ink339.xml"/><Relationship Id="rId92" Type="http://schemas.openxmlformats.org/officeDocument/2006/relationships/customXml" Target="../ink/ink104.xml"/><Relationship Id="rId213" Type="http://schemas.openxmlformats.org/officeDocument/2006/relationships/image" Target="../media/image164.png"/><Relationship Id="rId420" Type="http://schemas.openxmlformats.org/officeDocument/2006/relationships/customXml" Target="../ink/ink268.xml"/><Relationship Id="rId255" Type="http://schemas.openxmlformats.org/officeDocument/2006/relationships/image" Target="../media/image185.png"/><Relationship Id="rId297" Type="http://schemas.openxmlformats.org/officeDocument/2006/relationships/image" Target="../media/image205.png"/><Relationship Id="rId462" Type="http://schemas.openxmlformats.org/officeDocument/2006/relationships/customXml" Target="../ink/ink289.xml"/><Relationship Id="rId518" Type="http://schemas.openxmlformats.org/officeDocument/2006/relationships/image" Target="../media/image315.png"/><Relationship Id="rId115" Type="http://schemas.openxmlformats.org/officeDocument/2006/relationships/image" Target="../media/image115.png"/><Relationship Id="rId157" Type="http://schemas.openxmlformats.org/officeDocument/2006/relationships/image" Target="../media/image136.png"/><Relationship Id="rId322" Type="http://schemas.openxmlformats.org/officeDocument/2006/relationships/customXml" Target="../ink/ink219.xml"/><Relationship Id="rId364" Type="http://schemas.openxmlformats.org/officeDocument/2006/relationships/customXml" Target="../ink/ink240.xml"/><Relationship Id="rId61" Type="http://schemas.openxmlformats.org/officeDocument/2006/relationships/image" Target="../media/image88.png"/><Relationship Id="rId199" Type="http://schemas.openxmlformats.org/officeDocument/2006/relationships/image" Target="../media/image157.png"/><Relationship Id="rId19" Type="http://schemas.openxmlformats.org/officeDocument/2006/relationships/image" Target="../media/image67.png"/><Relationship Id="rId224" Type="http://schemas.openxmlformats.org/officeDocument/2006/relationships/customXml" Target="../ink/ink170.xml"/><Relationship Id="rId266" Type="http://schemas.openxmlformats.org/officeDocument/2006/relationships/customXml" Target="../ink/ink191.xml"/><Relationship Id="rId431" Type="http://schemas.openxmlformats.org/officeDocument/2006/relationships/image" Target="../media/image272.png"/><Relationship Id="rId473" Type="http://schemas.openxmlformats.org/officeDocument/2006/relationships/image" Target="../media/image293.png"/><Relationship Id="rId529" Type="http://schemas.openxmlformats.org/officeDocument/2006/relationships/customXml" Target="../ink/ink323.xml"/><Relationship Id="rId30" Type="http://schemas.openxmlformats.org/officeDocument/2006/relationships/customXml" Target="../ink/ink73.xml"/><Relationship Id="rId126" Type="http://schemas.openxmlformats.org/officeDocument/2006/relationships/customXml" Target="../ink/ink121.xml"/><Relationship Id="rId168" Type="http://schemas.openxmlformats.org/officeDocument/2006/relationships/customXml" Target="../ink/ink142.xml"/><Relationship Id="rId333" Type="http://schemas.openxmlformats.org/officeDocument/2006/relationships/image" Target="../media/image223.png"/><Relationship Id="rId540" Type="http://schemas.openxmlformats.org/officeDocument/2006/relationships/image" Target="../media/image326.png"/><Relationship Id="rId72" Type="http://schemas.openxmlformats.org/officeDocument/2006/relationships/customXml" Target="../ink/ink94.xml"/><Relationship Id="rId375" Type="http://schemas.openxmlformats.org/officeDocument/2006/relationships/image" Target="../media/image244.png"/><Relationship Id="rId3" Type="http://schemas.openxmlformats.org/officeDocument/2006/relationships/image" Target="../media/image59.png"/><Relationship Id="rId235" Type="http://schemas.openxmlformats.org/officeDocument/2006/relationships/image" Target="../media/image175.png"/><Relationship Id="rId277" Type="http://schemas.openxmlformats.org/officeDocument/2006/relationships/image" Target="../media/image196.png"/><Relationship Id="rId400" Type="http://schemas.openxmlformats.org/officeDocument/2006/relationships/customXml" Target="../ink/ink258.xml"/><Relationship Id="rId442" Type="http://schemas.openxmlformats.org/officeDocument/2006/relationships/customXml" Target="../ink/ink279.xml"/><Relationship Id="rId484" Type="http://schemas.openxmlformats.org/officeDocument/2006/relationships/customXml" Target="../ink/ink300.xml"/><Relationship Id="rId137" Type="http://schemas.openxmlformats.org/officeDocument/2006/relationships/image" Target="../media/image126.png"/><Relationship Id="rId302" Type="http://schemas.openxmlformats.org/officeDocument/2006/relationships/customXml" Target="../ink/ink209.xml"/><Relationship Id="rId344" Type="http://schemas.openxmlformats.org/officeDocument/2006/relationships/customXml" Target="../ink/ink230.xml"/><Relationship Id="rId41" Type="http://schemas.openxmlformats.org/officeDocument/2006/relationships/image" Target="../media/image78.png"/><Relationship Id="rId83" Type="http://schemas.openxmlformats.org/officeDocument/2006/relationships/image" Target="../media/image99.png"/><Relationship Id="rId179" Type="http://schemas.openxmlformats.org/officeDocument/2006/relationships/image" Target="../media/image147.png"/><Relationship Id="rId386" Type="http://schemas.openxmlformats.org/officeDocument/2006/relationships/customXml" Target="../ink/ink251.xml"/><Relationship Id="rId551" Type="http://schemas.openxmlformats.org/officeDocument/2006/relationships/customXml" Target="../ink/ink334.xml"/><Relationship Id="rId190" Type="http://schemas.openxmlformats.org/officeDocument/2006/relationships/customXml" Target="../ink/ink153.xml"/><Relationship Id="rId204" Type="http://schemas.openxmlformats.org/officeDocument/2006/relationships/customXml" Target="../ink/ink160.xml"/><Relationship Id="rId246" Type="http://schemas.openxmlformats.org/officeDocument/2006/relationships/customXml" Target="../ink/ink181.xml"/><Relationship Id="rId288" Type="http://schemas.openxmlformats.org/officeDocument/2006/relationships/customXml" Target="../ink/ink202.xml"/><Relationship Id="rId411" Type="http://schemas.openxmlformats.org/officeDocument/2006/relationships/image" Target="../media/image262.png"/><Relationship Id="rId453" Type="http://schemas.openxmlformats.org/officeDocument/2006/relationships/image" Target="../media/image283.png"/><Relationship Id="rId509" Type="http://schemas.openxmlformats.org/officeDocument/2006/relationships/customXml" Target="../ink/ink313.xml"/><Relationship Id="rId106" Type="http://schemas.openxmlformats.org/officeDocument/2006/relationships/customXml" Target="../ink/ink111.xml"/><Relationship Id="rId313" Type="http://schemas.openxmlformats.org/officeDocument/2006/relationships/image" Target="../media/image213.png"/><Relationship Id="rId495" Type="http://schemas.openxmlformats.org/officeDocument/2006/relationships/image" Target="../media/image304.png"/><Relationship Id="rId10" Type="http://schemas.openxmlformats.org/officeDocument/2006/relationships/customXml" Target="../ink/ink63.xml"/><Relationship Id="rId52" Type="http://schemas.openxmlformats.org/officeDocument/2006/relationships/customXml" Target="../ink/ink84.xml"/><Relationship Id="rId94" Type="http://schemas.openxmlformats.org/officeDocument/2006/relationships/customXml" Target="../ink/ink105.xml"/><Relationship Id="rId148" Type="http://schemas.openxmlformats.org/officeDocument/2006/relationships/customXml" Target="../ink/ink132.xml"/><Relationship Id="rId355" Type="http://schemas.openxmlformats.org/officeDocument/2006/relationships/image" Target="../media/image234.png"/><Relationship Id="rId397" Type="http://schemas.openxmlformats.org/officeDocument/2006/relationships/image" Target="../media/image255.png"/><Relationship Id="rId520" Type="http://schemas.openxmlformats.org/officeDocument/2006/relationships/image" Target="../media/image316.png"/><Relationship Id="rId562" Type="http://schemas.openxmlformats.org/officeDocument/2006/relationships/customXml" Target="../ink/ink340.xml"/><Relationship Id="rId215" Type="http://schemas.openxmlformats.org/officeDocument/2006/relationships/image" Target="../media/image165.png"/><Relationship Id="rId257" Type="http://schemas.openxmlformats.org/officeDocument/2006/relationships/image" Target="../media/image186.png"/><Relationship Id="rId422" Type="http://schemas.openxmlformats.org/officeDocument/2006/relationships/customXml" Target="../ink/ink269.xml"/><Relationship Id="rId464" Type="http://schemas.openxmlformats.org/officeDocument/2006/relationships/customXml" Target="../ink/ink290.xml"/><Relationship Id="rId299" Type="http://schemas.openxmlformats.org/officeDocument/2006/relationships/image" Target="../media/image206.png"/><Relationship Id="rId63" Type="http://schemas.openxmlformats.org/officeDocument/2006/relationships/image" Target="../media/image89.png"/><Relationship Id="rId159" Type="http://schemas.openxmlformats.org/officeDocument/2006/relationships/image" Target="../media/image137.png"/><Relationship Id="rId366" Type="http://schemas.openxmlformats.org/officeDocument/2006/relationships/customXml" Target="../ink/ink241.xml"/><Relationship Id="rId226" Type="http://schemas.openxmlformats.org/officeDocument/2006/relationships/customXml" Target="../ink/ink171.xml"/><Relationship Id="rId433" Type="http://schemas.openxmlformats.org/officeDocument/2006/relationships/image" Target="../media/image273.png"/><Relationship Id="rId74" Type="http://schemas.openxmlformats.org/officeDocument/2006/relationships/customXml" Target="../ink/ink95.xml"/><Relationship Id="rId377" Type="http://schemas.openxmlformats.org/officeDocument/2006/relationships/image" Target="../media/image245.png"/><Relationship Id="rId500" Type="http://schemas.openxmlformats.org/officeDocument/2006/relationships/customXml" Target="../ink/ink308.xml"/><Relationship Id="rId5" Type="http://schemas.openxmlformats.org/officeDocument/2006/relationships/image" Target="../media/image60.png"/><Relationship Id="rId237" Type="http://schemas.openxmlformats.org/officeDocument/2006/relationships/image" Target="../media/image176.png"/><Relationship Id="rId444" Type="http://schemas.openxmlformats.org/officeDocument/2006/relationships/customXml" Target="../ink/ink280.xml"/><Relationship Id="rId290" Type="http://schemas.openxmlformats.org/officeDocument/2006/relationships/customXml" Target="../ink/ink203.xml"/><Relationship Id="rId304" Type="http://schemas.openxmlformats.org/officeDocument/2006/relationships/customXml" Target="../ink/ink210.xml"/><Relationship Id="rId388" Type="http://schemas.openxmlformats.org/officeDocument/2006/relationships/customXml" Target="../ink/ink252.xml"/><Relationship Id="rId511" Type="http://schemas.openxmlformats.org/officeDocument/2006/relationships/customXml" Target="../ink/ink314.xml"/><Relationship Id="rId85" Type="http://schemas.openxmlformats.org/officeDocument/2006/relationships/image" Target="../media/image100.png"/><Relationship Id="rId150" Type="http://schemas.openxmlformats.org/officeDocument/2006/relationships/customXml" Target="../ink/ink133.xml"/><Relationship Id="rId248" Type="http://schemas.openxmlformats.org/officeDocument/2006/relationships/customXml" Target="../ink/ink182.xml"/><Relationship Id="rId455" Type="http://schemas.openxmlformats.org/officeDocument/2006/relationships/image" Target="../media/image284.png"/><Relationship Id="rId12" Type="http://schemas.openxmlformats.org/officeDocument/2006/relationships/customXml" Target="../ink/ink64.xml"/><Relationship Id="rId108" Type="http://schemas.openxmlformats.org/officeDocument/2006/relationships/customXml" Target="../ink/ink112.xml"/><Relationship Id="rId315" Type="http://schemas.openxmlformats.org/officeDocument/2006/relationships/image" Target="../media/image214.png"/><Relationship Id="rId522" Type="http://schemas.openxmlformats.org/officeDocument/2006/relationships/image" Target="../media/image317.png"/><Relationship Id="rId96" Type="http://schemas.openxmlformats.org/officeDocument/2006/relationships/customXml" Target="../ink/ink106.xml"/><Relationship Id="rId161" Type="http://schemas.openxmlformats.org/officeDocument/2006/relationships/image" Target="../media/image138.png"/><Relationship Id="rId399" Type="http://schemas.openxmlformats.org/officeDocument/2006/relationships/image" Target="../media/image256.png"/><Relationship Id="rId259" Type="http://schemas.openxmlformats.org/officeDocument/2006/relationships/image" Target="../media/image187.png"/><Relationship Id="rId466" Type="http://schemas.openxmlformats.org/officeDocument/2006/relationships/customXml" Target="../ink/ink291.xml"/><Relationship Id="rId23" Type="http://schemas.openxmlformats.org/officeDocument/2006/relationships/image" Target="../media/image69.png"/><Relationship Id="rId119" Type="http://schemas.openxmlformats.org/officeDocument/2006/relationships/image" Target="../media/image117.png"/><Relationship Id="rId326" Type="http://schemas.openxmlformats.org/officeDocument/2006/relationships/customXml" Target="../ink/ink221.xml"/><Relationship Id="rId533" Type="http://schemas.openxmlformats.org/officeDocument/2006/relationships/customXml" Target="../ink/ink325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7.png"/><Relationship Id="rId299" Type="http://schemas.openxmlformats.org/officeDocument/2006/relationships/image" Target="../media/image487.png"/><Relationship Id="rId21" Type="http://schemas.openxmlformats.org/officeDocument/2006/relationships/image" Target="../media/image349.png"/><Relationship Id="rId63" Type="http://schemas.openxmlformats.org/officeDocument/2006/relationships/image" Target="../media/image370.png"/><Relationship Id="rId159" Type="http://schemas.openxmlformats.org/officeDocument/2006/relationships/image" Target="../media/image418.png"/><Relationship Id="rId324" Type="http://schemas.openxmlformats.org/officeDocument/2006/relationships/customXml" Target="../ink/ink504.xml"/><Relationship Id="rId170" Type="http://schemas.openxmlformats.org/officeDocument/2006/relationships/customXml" Target="../ink/ink427.xml"/><Relationship Id="rId226" Type="http://schemas.openxmlformats.org/officeDocument/2006/relationships/customXml" Target="../ink/ink455.xml"/><Relationship Id="rId268" Type="http://schemas.openxmlformats.org/officeDocument/2006/relationships/customXml" Target="../ink/ink476.xml"/><Relationship Id="rId32" Type="http://schemas.openxmlformats.org/officeDocument/2006/relationships/customXml" Target="../ink/ink358.xml"/><Relationship Id="rId74" Type="http://schemas.openxmlformats.org/officeDocument/2006/relationships/customXml" Target="../ink/ink379.xml"/><Relationship Id="rId128" Type="http://schemas.openxmlformats.org/officeDocument/2006/relationships/customXml" Target="../ink/ink406.xml"/><Relationship Id="rId335" Type="http://schemas.openxmlformats.org/officeDocument/2006/relationships/image" Target="../media/image157.png"/><Relationship Id="rId5" Type="http://schemas.openxmlformats.org/officeDocument/2006/relationships/image" Target="../media/image341.png"/><Relationship Id="rId181" Type="http://schemas.openxmlformats.org/officeDocument/2006/relationships/image" Target="../media/image429.png"/><Relationship Id="rId237" Type="http://schemas.openxmlformats.org/officeDocument/2006/relationships/image" Target="../media/image457.png"/><Relationship Id="rId279" Type="http://schemas.openxmlformats.org/officeDocument/2006/relationships/image" Target="../media/image477.png"/><Relationship Id="rId43" Type="http://schemas.openxmlformats.org/officeDocument/2006/relationships/image" Target="../media/image360.png"/><Relationship Id="rId139" Type="http://schemas.openxmlformats.org/officeDocument/2006/relationships/image" Target="../media/image408.png"/><Relationship Id="rId290" Type="http://schemas.openxmlformats.org/officeDocument/2006/relationships/customXml" Target="../ink/ink487.xml"/><Relationship Id="rId304" Type="http://schemas.openxmlformats.org/officeDocument/2006/relationships/customXml" Target="../ink/ink494.xml"/><Relationship Id="rId346" Type="http://schemas.openxmlformats.org/officeDocument/2006/relationships/customXml" Target="../ink/ink515.xml"/><Relationship Id="rId85" Type="http://schemas.openxmlformats.org/officeDocument/2006/relationships/image" Target="../media/image381.png"/><Relationship Id="rId150" Type="http://schemas.openxmlformats.org/officeDocument/2006/relationships/customXml" Target="../ink/ink417.xml"/><Relationship Id="rId192" Type="http://schemas.openxmlformats.org/officeDocument/2006/relationships/customXml" Target="../ink/ink438.xml"/><Relationship Id="rId206" Type="http://schemas.openxmlformats.org/officeDocument/2006/relationships/customXml" Target="../ink/ink445.xml"/><Relationship Id="rId248" Type="http://schemas.openxmlformats.org/officeDocument/2006/relationships/customXml" Target="../ink/ink466.xml"/><Relationship Id="rId12" Type="http://schemas.openxmlformats.org/officeDocument/2006/relationships/customXml" Target="../ink/ink348.xml"/><Relationship Id="rId108" Type="http://schemas.openxmlformats.org/officeDocument/2006/relationships/customXml" Target="../ink/ink396.xml"/><Relationship Id="rId315" Type="http://schemas.openxmlformats.org/officeDocument/2006/relationships/image" Target="../media/image495.png"/><Relationship Id="rId357" Type="http://schemas.openxmlformats.org/officeDocument/2006/relationships/image" Target="../media/image514.png"/><Relationship Id="rId54" Type="http://schemas.openxmlformats.org/officeDocument/2006/relationships/customXml" Target="../ink/ink369.xml"/><Relationship Id="rId96" Type="http://schemas.openxmlformats.org/officeDocument/2006/relationships/customXml" Target="../ink/ink390.xml"/><Relationship Id="rId161" Type="http://schemas.openxmlformats.org/officeDocument/2006/relationships/image" Target="../media/image419.png"/><Relationship Id="rId217" Type="http://schemas.openxmlformats.org/officeDocument/2006/relationships/image" Target="../media/image447.png"/><Relationship Id="rId259" Type="http://schemas.openxmlformats.org/officeDocument/2006/relationships/image" Target="../media/image468.png"/><Relationship Id="rId23" Type="http://schemas.openxmlformats.org/officeDocument/2006/relationships/image" Target="../media/image350.png"/><Relationship Id="rId119" Type="http://schemas.openxmlformats.org/officeDocument/2006/relationships/image" Target="../media/image398.png"/><Relationship Id="rId270" Type="http://schemas.openxmlformats.org/officeDocument/2006/relationships/customXml" Target="../ink/ink477.xml"/><Relationship Id="rId326" Type="http://schemas.openxmlformats.org/officeDocument/2006/relationships/customXml" Target="../ink/ink505.xml"/><Relationship Id="rId65" Type="http://schemas.openxmlformats.org/officeDocument/2006/relationships/image" Target="../media/image371.png"/><Relationship Id="rId130" Type="http://schemas.openxmlformats.org/officeDocument/2006/relationships/customXml" Target="../ink/ink407.xml"/><Relationship Id="rId172" Type="http://schemas.openxmlformats.org/officeDocument/2006/relationships/customXml" Target="../ink/ink428.xml"/><Relationship Id="rId228" Type="http://schemas.openxmlformats.org/officeDocument/2006/relationships/customXml" Target="../ink/ink456.xml"/><Relationship Id="rId281" Type="http://schemas.openxmlformats.org/officeDocument/2006/relationships/image" Target="../media/image478.png"/><Relationship Id="rId337" Type="http://schemas.openxmlformats.org/officeDocument/2006/relationships/image" Target="../media/image505.png"/><Relationship Id="rId34" Type="http://schemas.openxmlformats.org/officeDocument/2006/relationships/customXml" Target="../ink/ink359.xml"/><Relationship Id="rId76" Type="http://schemas.openxmlformats.org/officeDocument/2006/relationships/customXml" Target="../ink/ink380.xml"/><Relationship Id="rId141" Type="http://schemas.openxmlformats.org/officeDocument/2006/relationships/image" Target="../media/image409.png"/><Relationship Id="rId7" Type="http://schemas.openxmlformats.org/officeDocument/2006/relationships/image" Target="../media/image342.png"/><Relationship Id="rId183" Type="http://schemas.openxmlformats.org/officeDocument/2006/relationships/image" Target="../media/image430.png"/><Relationship Id="rId239" Type="http://schemas.openxmlformats.org/officeDocument/2006/relationships/image" Target="../media/image458.png"/><Relationship Id="rId250" Type="http://schemas.openxmlformats.org/officeDocument/2006/relationships/customXml" Target="../ink/ink467.xml"/><Relationship Id="rId292" Type="http://schemas.openxmlformats.org/officeDocument/2006/relationships/customXml" Target="../ink/ink488.xml"/><Relationship Id="rId306" Type="http://schemas.openxmlformats.org/officeDocument/2006/relationships/customXml" Target="../ink/ink495.xml"/><Relationship Id="rId45" Type="http://schemas.openxmlformats.org/officeDocument/2006/relationships/image" Target="../media/image361.png"/><Relationship Id="rId87" Type="http://schemas.openxmlformats.org/officeDocument/2006/relationships/image" Target="../media/image382.png"/><Relationship Id="rId110" Type="http://schemas.openxmlformats.org/officeDocument/2006/relationships/customXml" Target="../ink/ink397.xml"/><Relationship Id="rId348" Type="http://schemas.openxmlformats.org/officeDocument/2006/relationships/customXml" Target="../ink/ink516.xml"/><Relationship Id="rId152" Type="http://schemas.openxmlformats.org/officeDocument/2006/relationships/customXml" Target="../ink/ink418.xml"/><Relationship Id="rId194" Type="http://schemas.openxmlformats.org/officeDocument/2006/relationships/customXml" Target="../ink/ink439.xml"/><Relationship Id="rId208" Type="http://schemas.openxmlformats.org/officeDocument/2006/relationships/customXml" Target="../ink/ink446.xml"/><Relationship Id="rId261" Type="http://schemas.openxmlformats.org/officeDocument/2006/relationships/image" Target="../media/image469.png"/><Relationship Id="rId14" Type="http://schemas.openxmlformats.org/officeDocument/2006/relationships/customXml" Target="../ink/ink349.xml"/><Relationship Id="rId56" Type="http://schemas.openxmlformats.org/officeDocument/2006/relationships/customXml" Target="../ink/ink370.xml"/><Relationship Id="rId317" Type="http://schemas.openxmlformats.org/officeDocument/2006/relationships/image" Target="../media/image496.png"/><Relationship Id="rId359" Type="http://schemas.openxmlformats.org/officeDocument/2006/relationships/image" Target="../media/image515.png"/><Relationship Id="rId98" Type="http://schemas.openxmlformats.org/officeDocument/2006/relationships/customXml" Target="../ink/ink391.xml"/><Relationship Id="rId121" Type="http://schemas.openxmlformats.org/officeDocument/2006/relationships/image" Target="../media/image399.png"/><Relationship Id="rId163" Type="http://schemas.openxmlformats.org/officeDocument/2006/relationships/image" Target="../media/image420.png"/><Relationship Id="rId219" Type="http://schemas.openxmlformats.org/officeDocument/2006/relationships/image" Target="../media/image448.png"/><Relationship Id="rId230" Type="http://schemas.openxmlformats.org/officeDocument/2006/relationships/customXml" Target="../ink/ink457.xml"/><Relationship Id="rId25" Type="http://schemas.openxmlformats.org/officeDocument/2006/relationships/image" Target="../media/image351.png"/><Relationship Id="rId67" Type="http://schemas.openxmlformats.org/officeDocument/2006/relationships/image" Target="../media/image372.png"/><Relationship Id="rId272" Type="http://schemas.openxmlformats.org/officeDocument/2006/relationships/customXml" Target="../ink/ink478.xml"/><Relationship Id="rId328" Type="http://schemas.openxmlformats.org/officeDocument/2006/relationships/customXml" Target="../ink/ink506.xml"/><Relationship Id="rId132" Type="http://schemas.openxmlformats.org/officeDocument/2006/relationships/customXml" Target="../ink/ink408.xml"/><Relationship Id="rId174" Type="http://schemas.openxmlformats.org/officeDocument/2006/relationships/customXml" Target="../ink/ink429.xml"/><Relationship Id="rId220" Type="http://schemas.openxmlformats.org/officeDocument/2006/relationships/customXml" Target="../ink/ink452.xml"/><Relationship Id="rId241" Type="http://schemas.openxmlformats.org/officeDocument/2006/relationships/image" Target="../media/image459.png"/><Relationship Id="rId15" Type="http://schemas.openxmlformats.org/officeDocument/2006/relationships/image" Target="../media/image346.png"/><Relationship Id="rId36" Type="http://schemas.openxmlformats.org/officeDocument/2006/relationships/customXml" Target="../ink/ink360.xml"/><Relationship Id="rId57" Type="http://schemas.openxmlformats.org/officeDocument/2006/relationships/image" Target="../media/image367.png"/><Relationship Id="rId262" Type="http://schemas.openxmlformats.org/officeDocument/2006/relationships/customXml" Target="../ink/ink473.xml"/><Relationship Id="rId283" Type="http://schemas.openxmlformats.org/officeDocument/2006/relationships/image" Target="../media/image479.png"/><Relationship Id="rId318" Type="http://schemas.openxmlformats.org/officeDocument/2006/relationships/customXml" Target="../ink/ink501.xml"/><Relationship Id="rId339" Type="http://schemas.openxmlformats.org/officeDocument/2006/relationships/image" Target="../media/image506.png"/><Relationship Id="rId78" Type="http://schemas.openxmlformats.org/officeDocument/2006/relationships/customXml" Target="../ink/ink381.xml"/><Relationship Id="rId99" Type="http://schemas.openxmlformats.org/officeDocument/2006/relationships/image" Target="../media/image388.png"/><Relationship Id="rId101" Type="http://schemas.openxmlformats.org/officeDocument/2006/relationships/image" Target="../media/image389.png"/><Relationship Id="rId122" Type="http://schemas.openxmlformats.org/officeDocument/2006/relationships/customXml" Target="../ink/ink403.xml"/><Relationship Id="rId143" Type="http://schemas.openxmlformats.org/officeDocument/2006/relationships/image" Target="../media/image410.png"/><Relationship Id="rId164" Type="http://schemas.openxmlformats.org/officeDocument/2006/relationships/customXml" Target="../ink/ink424.xml"/><Relationship Id="rId185" Type="http://schemas.openxmlformats.org/officeDocument/2006/relationships/image" Target="../media/image431.png"/><Relationship Id="rId350" Type="http://schemas.openxmlformats.org/officeDocument/2006/relationships/customXml" Target="../ink/ink517.xml"/><Relationship Id="rId9" Type="http://schemas.openxmlformats.org/officeDocument/2006/relationships/image" Target="../media/image343.png"/><Relationship Id="rId210" Type="http://schemas.openxmlformats.org/officeDocument/2006/relationships/customXml" Target="../ink/ink447.xml"/><Relationship Id="rId26" Type="http://schemas.openxmlformats.org/officeDocument/2006/relationships/customXml" Target="../ink/ink355.xml"/><Relationship Id="rId231" Type="http://schemas.openxmlformats.org/officeDocument/2006/relationships/image" Target="../media/image454.png"/><Relationship Id="rId252" Type="http://schemas.openxmlformats.org/officeDocument/2006/relationships/customXml" Target="../ink/ink468.xml"/><Relationship Id="rId273" Type="http://schemas.openxmlformats.org/officeDocument/2006/relationships/image" Target="../media/image474.png"/><Relationship Id="rId294" Type="http://schemas.openxmlformats.org/officeDocument/2006/relationships/customXml" Target="../ink/ink489.xml"/><Relationship Id="rId308" Type="http://schemas.openxmlformats.org/officeDocument/2006/relationships/customXml" Target="../ink/ink496.xml"/><Relationship Id="rId329" Type="http://schemas.openxmlformats.org/officeDocument/2006/relationships/image" Target="../media/image502.png"/><Relationship Id="rId47" Type="http://schemas.openxmlformats.org/officeDocument/2006/relationships/image" Target="../media/image362.png"/><Relationship Id="rId68" Type="http://schemas.openxmlformats.org/officeDocument/2006/relationships/customXml" Target="../ink/ink376.xml"/><Relationship Id="rId89" Type="http://schemas.openxmlformats.org/officeDocument/2006/relationships/image" Target="../media/image383.png"/><Relationship Id="rId112" Type="http://schemas.openxmlformats.org/officeDocument/2006/relationships/customXml" Target="../ink/ink398.xml"/><Relationship Id="rId133" Type="http://schemas.openxmlformats.org/officeDocument/2006/relationships/image" Target="../media/image405.png"/><Relationship Id="rId154" Type="http://schemas.openxmlformats.org/officeDocument/2006/relationships/customXml" Target="../ink/ink419.xml"/><Relationship Id="rId175" Type="http://schemas.openxmlformats.org/officeDocument/2006/relationships/image" Target="../media/image426.png"/><Relationship Id="rId340" Type="http://schemas.openxmlformats.org/officeDocument/2006/relationships/customXml" Target="../ink/ink512.xml"/><Relationship Id="rId361" Type="http://schemas.openxmlformats.org/officeDocument/2006/relationships/image" Target="../media/image516.png"/><Relationship Id="rId196" Type="http://schemas.openxmlformats.org/officeDocument/2006/relationships/customXml" Target="../ink/ink440.xml"/><Relationship Id="rId200" Type="http://schemas.openxmlformats.org/officeDocument/2006/relationships/customXml" Target="../ink/ink442.xml"/><Relationship Id="rId16" Type="http://schemas.openxmlformats.org/officeDocument/2006/relationships/customXml" Target="../ink/ink350.xml"/><Relationship Id="rId221" Type="http://schemas.openxmlformats.org/officeDocument/2006/relationships/image" Target="../media/image449.png"/><Relationship Id="rId242" Type="http://schemas.openxmlformats.org/officeDocument/2006/relationships/customXml" Target="../ink/ink463.xml"/><Relationship Id="rId263" Type="http://schemas.openxmlformats.org/officeDocument/2006/relationships/image" Target="../media/image470.png"/><Relationship Id="rId284" Type="http://schemas.openxmlformats.org/officeDocument/2006/relationships/customXml" Target="../ink/ink484.xml"/><Relationship Id="rId319" Type="http://schemas.openxmlformats.org/officeDocument/2006/relationships/image" Target="../media/image497.png"/><Relationship Id="rId37" Type="http://schemas.openxmlformats.org/officeDocument/2006/relationships/image" Target="../media/image357.png"/><Relationship Id="rId58" Type="http://schemas.openxmlformats.org/officeDocument/2006/relationships/customXml" Target="../ink/ink371.xml"/><Relationship Id="rId79" Type="http://schemas.openxmlformats.org/officeDocument/2006/relationships/image" Target="../media/image378.png"/><Relationship Id="rId102" Type="http://schemas.openxmlformats.org/officeDocument/2006/relationships/customXml" Target="../ink/ink393.xml"/><Relationship Id="rId123" Type="http://schemas.openxmlformats.org/officeDocument/2006/relationships/image" Target="../media/image400.png"/><Relationship Id="rId144" Type="http://schemas.openxmlformats.org/officeDocument/2006/relationships/customXml" Target="../ink/ink414.xml"/><Relationship Id="rId330" Type="http://schemas.openxmlformats.org/officeDocument/2006/relationships/customXml" Target="../ink/ink507.xml"/><Relationship Id="rId90" Type="http://schemas.openxmlformats.org/officeDocument/2006/relationships/customXml" Target="../ink/ink387.xml"/><Relationship Id="rId165" Type="http://schemas.openxmlformats.org/officeDocument/2006/relationships/image" Target="../media/image421.png"/><Relationship Id="rId186" Type="http://schemas.openxmlformats.org/officeDocument/2006/relationships/customXml" Target="../ink/ink435.xml"/><Relationship Id="rId351" Type="http://schemas.openxmlformats.org/officeDocument/2006/relationships/image" Target="../media/image511.png"/><Relationship Id="rId211" Type="http://schemas.openxmlformats.org/officeDocument/2006/relationships/image" Target="../media/image444.png"/><Relationship Id="rId232" Type="http://schemas.openxmlformats.org/officeDocument/2006/relationships/customXml" Target="../ink/ink458.xml"/><Relationship Id="rId253" Type="http://schemas.openxmlformats.org/officeDocument/2006/relationships/image" Target="../media/image465.png"/><Relationship Id="rId274" Type="http://schemas.openxmlformats.org/officeDocument/2006/relationships/customXml" Target="../ink/ink479.xml"/><Relationship Id="rId295" Type="http://schemas.openxmlformats.org/officeDocument/2006/relationships/image" Target="../media/image485.png"/><Relationship Id="rId309" Type="http://schemas.openxmlformats.org/officeDocument/2006/relationships/image" Target="../media/image492.png"/><Relationship Id="rId27" Type="http://schemas.openxmlformats.org/officeDocument/2006/relationships/image" Target="../media/image352.png"/><Relationship Id="rId48" Type="http://schemas.openxmlformats.org/officeDocument/2006/relationships/customXml" Target="../ink/ink366.xml"/><Relationship Id="rId69" Type="http://schemas.openxmlformats.org/officeDocument/2006/relationships/image" Target="../media/image373.png"/><Relationship Id="rId113" Type="http://schemas.openxmlformats.org/officeDocument/2006/relationships/image" Target="../media/image395.png"/><Relationship Id="rId134" Type="http://schemas.openxmlformats.org/officeDocument/2006/relationships/customXml" Target="../ink/ink409.xml"/><Relationship Id="rId320" Type="http://schemas.openxmlformats.org/officeDocument/2006/relationships/customXml" Target="../ink/ink502.xml"/><Relationship Id="rId80" Type="http://schemas.openxmlformats.org/officeDocument/2006/relationships/customXml" Target="../ink/ink382.xml"/><Relationship Id="rId155" Type="http://schemas.openxmlformats.org/officeDocument/2006/relationships/image" Target="../media/image416.png"/><Relationship Id="rId176" Type="http://schemas.openxmlformats.org/officeDocument/2006/relationships/customXml" Target="../ink/ink430.xml"/><Relationship Id="rId197" Type="http://schemas.openxmlformats.org/officeDocument/2006/relationships/image" Target="../media/image437.png"/><Relationship Id="rId341" Type="http://schemas.openxmlformats.org/officeDocument/2006/relationships/image" Target="../media/image507.png"/><Relationship Id="rId362" Type="http://schemas.openxmlformats.org/officeDocument/2006/relationships/customXml" Target="../ink/ink523.xml"/><Relationship Id="rId201" Type="http://schemas.openxmlformats.org/officeDocument/2006/relationships/image" Target="../media/image439.png"/><Relationship Id="rId222" Type="http://schemas.openxmlformats.org/officeDocument/2006/relationships/customXml" Target="../ink/ink453.xml"/><Relationship Id="rId243" Type="http://schemas.openxmlformats.org/officeDocument/2006/relationships/image" Target="../media/image460.png"/><Relationship Id="rId264" Type="http://schemas.openxmlformats.org/officeDocument/2006/relationships/customXml" Target="../ink/ink474.xml"/><Relationship Id="rId285" Type="http://schemas.openxmlformats.org/officeDocument/2006/relationships/image" Target="../media/image480.png"/><Relationship Id="rId17" Type="http://schemas.openxmlformats.org/officeDocument/2006/relationships/image" Target="../media/image347.png"/><Relationship Id="rId38" Type="http://schemas.openxmlformats.org/officeDocument/2006/relationships/customXml" Target="../ink/ink361.xml"/><Relationship Id="rId59" Type="http://schemas.openxmlformats.org/officeDocument/2006/relationships/image" Target="../media/image368.png"/><Relationship Id="rId103" Type="http://schemas.openxmlformats.org/officeDocument/2006/relationships/image" Target="../media/image390.png"/><Relationship Id="rId124" Type="http://schemas.openxmlformats.org/officeDocument/2006/relationships/customXml" Target="../ink/ink404.xml"/><Relationship Id="rId310" Type="http://schemas.openxmlformats.org/officeDocument/2006/relationships/customXml" Target="../ink/ink497.xml"/><Relationship Id="rId70" Type="http://schemas.openxmlformats.org/officeDocument/2006/relationships/customXml" Target="../ink/ink377.xml"/><Relationship Id="rId91" Type="http://schemas.openxmlformats.org/officeDocument/2006/relationships/image" Target="../media/image384.png"/><Relationship Id="rId145" Type="http://schemas.openxmlformats.org/officeDocument/2006/relationships/image" Target="../media/image411.png"/><Relationship Id="rId166" Type="http://schemas.openxmlformats.org/officeDocument/2006/relationships/customXml" Target="../ink/ink425.xml"/><Relationship Id="rId187" Type="http://schemas.openxmlformats.org/officeDocument/2006/relationships/image" Target="../media/image432.png"/><Relationship Id="rId331" Type="http://schemas.openxmlformats.org/officeDocument/2006/relationships/image" Target="../media/image503.png"/><Relationship Id="rId352" Type="http://schemas.openxmlformats.org/officeDocument/2006/relationships/customXml" Target="../ink/ink518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48.xml"/><Relationship Id="rId233" Type="http://schemas.openxmlformats.org/officeDocument/2006/relationships/image" Target="../media/image455.png"/><Relationship Id="rId254" Type="http://schemas.openxmlformats.org/officeDocument/2006/relationships/customXml" Target="../ink/ink469.xml"/><Relationship Id="rId28" Type="http://schemas.openxmlformats.org/officeDocument/2006/relationships/customXml" Target="../ink/ink356.xml"/><Relationship Id="rId49" Type="http://schemas.openxmlformats.org/officeDocument/2006/relationships/image" Target="../media/image363.png"/><Relationship Id="rId114" Type="http://schemas.openxmlformats.org/officeDocument/2006/relationships/customXml" Target="../ink/ink399.xml"/><Relationship Id="rId275" Type="http://schemas.openxmlformats.org/officeDocument/2006/relationships/image" Target="../media/image475.png"/><Relationship Id="rId296" Type="http://schemas.openxmlformats.org/officeDocument/2006/relationships/customXml" Target="../ink/ink490.xml"/><Relationship Id="rId300" Type="http://schemas.openxmlformats.org/officeDocument/2006/relationships/customXml" Target="../ink/ink492.xml"/><Relationship Id="rId60" Type="http://schemas.openxmlformats.org/officeDocument/2006/relationships/customXml" Target="../ink/ink372.xml"/><Relationship Id="rId81" Type="http://schemas.openxmlformats.org/officeDocument/2006/relationships/image" Target="../media/image379.png"/><Relationship Id="rId135" Type="http://schemas.openxmlformats.org/officeDocument/2006/relationships/image" Target="../media/image406.png"/><Relationship Id="rId156" Type="http://schemas.openxmlformats.org/officeDocument/2006/relationships/customXml" Target="../ink/ink420.xml"/><Relationship Id="rId177" Type="http://schemas.openxmlformats.org/officeDocument/2006/relationships/image" Target="../media/image427.png"/><Relationship Id="rId198" Type="http://schemas.openxmlformats.org/officeDocument/2006/relationships/customXml" Target="../ink/ink441.xml"/><Relationship Id="rId321" Type="http://schemas.openxmlformats.org/officeDocument/2006/relationships/image" Target="../media/image498.png"/><Relationship Id="rId342" Type="http://schemas.openxmlformats.org/officeDocument/2006/relationships/customXml" Target="../ink/ink513.xml"/><Relationship Id="rId363" Type="http://schemas.openxmlformats.org/officeDocument/2006/relationships/image" Target="../media/image517.png"/><Relationship Id="rId202" Type="http://schemas.openxmlformats.org/officeDocument/2006/relationships/customXml" Target="../ink/ink443.xml"/><Relationship Id="rId223" Type="http://schemas.openxmlformats.org/officeDocument/2006/relationships/image" Target="../media/image450.png"/><Relationship Id="rId244" Type="http://schemas.openxmlformats.org/officeDocument/2006/relationships/customXml" Target="../ink/ink464.xml"/><Relationship Id="rId18" Type="http://schemas.openxmlformats.org/officeDocument/2006/relationships/customXml" Target="../ink/ink351.xml"/><Relationship Id="rId39" Type="http://schemas.openxmlformats.org/officeDocument/2006/relationships/image" Target="../media/image358.png"/><Relationship Id="rId265" Type="http://schemas.openxmlformats.org/officeDocument/2006/relationships/image" Target="../media/image471.png"/><Relationship Id="rId286" Type="http://schemas.openxmlformats.org/officeDocument/2006/relationships/customXml" Target="../ink/ink485.xml"/><Relationship Id="rId50" Type="http://schemas.openxmlformats.org/officeDocument/2006/relationships/customXml" Target="../ink/ink367.xml"/><Relationship Id="rId104" Type="http://schemas.openxmlformats.org/officeDocument/2006/relationships/customXml" Target="../ink/ink394.xml"/><Relationship Id="rId125" Type="http://schemas.openxmlformats.org/officeDocument/2006/relationships/image" Target="../media/image401.png"/><Relationship Id="rId146" Type="http://schemas.openxmlformats.org/officeDocument/2006/relationships/customXml" Target="../ink/ink415.xml"/><Relationship Id="rId167" Type="http://schemas.openxmlformats.org/officeDocument/2006/relationships/image" Target="../media/image422.png"/><Relationship Id="rId188" Type="http://schemas.openxmlformats.org/officeDocument/2006/relationships/customXml" Target="../ink/ink436.xml"/><Relationship Id="rId311" Type="http://schemas.openxmlformats.org/officeDocument/2006/relationships/image" Target="../media/image493.png"/><Relationship Id="rId332" Type="http://schemas.openxmlformats.org/officeDocument/2006/relationships/customXml" Target="../ink/ink508.xml"/><Relationship Id="rId353" Type="http://schemas.openxmlformats.org/officeDocument/2006/relationships/image" Target="../media/image512.png"/><Relationship Id="rId71" Type="http://schemas.openxmlformats.org/officeDocument/2006/relationships/image" Target="../media/image374.png"/><Relationship Id="rId92" Type="http://schemas.openxmlformats.org/officeDocument/2006/relationships/customXml" Target="../ink/ink388.xml"/><Relationship Id="rId213" Type="http://schemas.openxmlformats.org/officeDocument/2006/relationships/image" Target="../media/image445.png"/><Relationship Id="rId234" Type="http://schemas.openxmlformats.org/officeDocument/2006/relationships/customXml" Target="../ink/ink459.xml"/><Relationship Id="rId2" Type="http://schemas.openxmlformats.org/officeDocument/2006/relationships/customXml" Target="../ink/ink343.xml"/><Relationship Id="rId29" Type="http://schemas.openxmlformats.org/officeDocument/2006/relationships/image" Target="../media/image353.png"/><Relationship Id="rId255" Type="http://schemas.openxmlformats.org/officeDocument/2006/relationships/image" Target="../media/image466.png"/><Relationship Id="rId276" Type="http://schemas.openxmlformats.org/officeDocument/2006/relationships/customXml" Target="../ink/ink480.xml"/><Relationship Id="rId297" Type="http://schemas.openxmlformats.org/officeDocument/2006/relationships/image" Target="../media/image486.png"/><Relationship Id="rId40" Type="http://schemas.openxmlformats.org/officeDocument/2006/relationships/customXml" Target="../ink/ink362.xml"/><Relationship Id="rId115" Type="http://schemas.openxmlformats.org/officeDocument/2006/relationships/image" Target="../media/image396.png"/><Relationship Id="rId136" Type="http://schemas.openxmlformats.org/officeDocument/2006/relationships/customXml" Target="../ink/ink410.xml"/><Relationship Id="rId157" Type="http://schemas.openxmlformats.org/officeDocument/2006/relationships/image" Target="../media/image417.png"/><Relationship Id="rId178" Type="http://schemas.openxmlformats.org/officeDocument/2006/relationships/customXml" Target="../ink/ink431.xml"/><Relationship Id="rId301" Type="http://schemas.openxmlformats.org/officeDocument/2006/relationships/image" Target="../media/image488.png"/><Relationship Id="rId322" Type="http://schemas.openxmlformats.org/officeDocument/2006/relationships/customXml" Target="../ink/ink503.xml"/><Relationship Id="rId343" Type="http://schemas.openxmlformats.org/officeDocument/2006/relationships/image" Target="../media/image176.png"/><Relationship Id="rId364" Type="http://schemas.openxmlformats.org/officeDocument/2006/relationships/customXml" Target="../ink/ink524.xml"/><Relationship Id="rId61" Type="http://schemas.openxmlformats.org/officeDocument/2006/relationships/image" Target="../media/image369.png"/><Relationship Id="rId82" Type="http://schemas.openxmlformats.org/officeDocument/2006/relationships/customXml" Target="../ink/ink383.xml"/><Relationship Id="rId199" Type="http://schemas.openxmlformats.org/officeDocument/2006/relationships/image" Target="../media/image438.png"/><Relationship Id="rId203" Type="http://schemas.openxmlformats.org/officeDocument/2006/relationships/image" Target="../media/image440.png"/><Relationship Id="rId19" Type="http://schemas.openxmlformats.org/officeDocument/2006/relationships/image" Target="../media/image348.png"/><Relationship Id="rId224" Type="http://schemas.openxmlformats.org/officeDocument/2006/relationships/customXml" Target="../ink/ink454.xml"/><Relationship Id="rId245" Type="http://schemas.openxmlformats.org/officeDocument/2006/relationships/image" Target="../media/image461.png"/><Relationship Id="rId266" Type="http://schemas.openxmlformats.org/officeDocument/2006/relationships/customXml" Target="../ink/ink475.xml"/><Relationship Id="rId287" Type="http://schemas.openxmlformats.org/officeDocument/2006/relationships/image" Target="../media/image481.png"/><Relationship Id="rId30" Type="http://schemas.openxmlformats.org/officeDocument/2006/relationships/customXml" Target="../ink/ink357.xml"/><Relationship Id="rId105" Type="http://schemas.openxmlformats.org/officeDocument/2006/relationships/image" Target="../media/image391.png"/><Relationship Id="rId126" Type="http://schemas.openxmlformats.org/officeDocument/2006/relationships/customXml" Target="../ink/ink405.xml"/><Relationship Id="rId147" Type="http://schemas.openxmlformats.org/officeDocument/2006/relationships/image" Target="../media/image412.png"/><Relationship Id="rId168" Type="http://schemas.openxmlformats.org/officeDocument/2006/relationships/customXml" Target="../ink/ink426.xml"/><Relationship Id="rId312" Type="http://schemas.openxmlformats.org/officeDocument/2006/relationships/customXml" Target="../ink/ink498.xml"/><Relationship Id="rId333" Type="http://schemas.openxmlformats.org/officeDocument/2006/relationships/image" Target="../media/image504.png"/><Relationship Id="rId354" Type="http://schemas.openxmlformats.org/officeDocument/2006/relationships/customXml" Target="../ink/ink519.xml"/><Relationship Id="rId51" Type="http://schemas.openxmlformats.org/officeDocument/2006/relationships/image" Target="../media/image364.png"/><Relationship Id="rId72" Type="http://schemas.openxmlformats.org/officeDocument/2006/relationships/customXml" Target="../ink/ink378.xml"/><Relationship Id="rId93" Type="http://schemas.openxmlformats.org/officeDocument/2006/relationships/image" Target="../media/image385.png"/><Relationship Id="rId189" Type="http://schemas.openxmlformats.org/officeDocument/2006/relationships/image" Target="../media/image433.png"/><Relationship Id="rId3" Type="http://schemas.openxmlformats.org/officeDocument/2006/relationships/image" Target="../media/image340.png"/><Relationship Id="rId214" Type="http://schemas.openxmlformats.org/officeDocument/2006/relationships/customXml" Target="../ink/ink449.xml"/><Relationship Id="rId235" Type="http://schemas.openxmlformats.org/officeDocument/2006/relationships/image" Target="../media/image456.png"/><Relationship Id="rId256" Type="http://schemas.openxmlformats.org/officeDocument/2006/relationships/customXml" Target="../ink/ink470.xml"/><Relationship Id="rId277" Type="http://schemas.openxmlformats.org/officeDocument/2006/relationships/image" Target="../media/image476.png"/><Relationship Id="rId298" Type="http://schemas.openxmlformats.org/officeDocument/2006/relationships/customXml" Target="../ink/ink491.xml"/><Relationship Id="rId116" Type="http://schemas.openxmlformats.org/officeDocument/2006/relationships/customXml" Target="../ink/ink400.xml"/><Relationship Id="rId137" Type="http://schemas.openxmlformats.org/officeDocument/2006/relationships/image" Target="../media/image407.png"/><Relationship Id="rId158" Type="http://schemas.openxmlformats.org/officeDocument/2006/relationships/customXml" Target="../ink/ink421.xml"/><Relationship Id="rId302" Type="http://schemas.openxmlformats.org/officeDocument/2006/relationships/customXml" Target="../ink/ink493.xml"/><Relationship Id="rId323" Type="http://schemas.openxmlformats.org/officeDocument/2006/relationships/image" Target="../media/image499.png"/><Relationship Id="rId344" Type="http://schemas.openxmlformats.org/officeDocument/2006/relationships/customXml" Target="../ink/ink514.xml"/><Relationship Id="rId20" Type="http://schemas.openxmlformats.org/officeDocument/2006/relationships/customXml" Target="../ink/ink352.xml"/><Relationship Id="rId41" Type="http://schemas.openxmlformats.org/officeDocument/2006/relationships/image" Target="../media/image359.png"/><Relationship Id="rId62" Type="http://schemas.openxmlformats.org/officeDocument/2006/relationships/customXml" Target="../ink/ink373.xml"/><Relationship Id="rId83" Type="http://schemas.openxmlformats.org/officeDocument/2006/relationships/image" Target="../media/image380.png"/><Relationship Id="rId179" Type="http://schemas.openxmlformats.org/officeDocument/2006/relationships/image" Target="../media/image428.png"/><Relationship Id="rId365" Type="http://schemas.openxmlformats.org/officeDocument/2006/relationships/image" Target="../media/image518.png"/><Relationship Id="rId190" Type="http://schemas.openxmlformats.org/officeDocument/2006/relationships/customXml" Target="../ink/ink437.xml"/><Relationship Id="rId204" Type="http://schemas.openxmlformats.org/officeDocument/2006/relationships/customXml" Target="../ink/ink444.xml"/><Relationship Id="rId225" Type="http://schemas.openxmlformats.org/officeDocument/2006/relationships/image" Target="../media/image451.png"/><Relationship Id="rId246" Type="http://schemas.openxmlformats.org/officeDocument/2006/relationships/customXml" Target="../ink/ink465.xml"/><Relationship Id="rId267" Type="http://schemas.openxmlformats.org/officeDocument/2006/relationships/image" Target="../media/image472.png"/><Relationship Id="rId288" Type="http://schemas.openxmlformats.org/officeDocument/2006/relationships/customXml" Target="../ink/ink486.xml"/><Relationship Id="rId106" Type="http://schemas.openxmlformats.org/officeDocument/2006/relationships/customXml" Target="../ink/ink395.xml"/><Relationship Id="rId127" Type="http://schemas.openxmlformats.org/officeDocument/2006/relationships/image" Target="../media/image402.png"/><Relationship Id="rId313" Type="http://schemas.openxmlformats.org/officeDocument/2006/relationships/image" Target="../media/image494.png"/><Relationship Id="rId10" Type="http://schemas.openxmlformats.org/officeDocument/2006/relationships/customXml" Target="../ink/ink347.xml"/><Relationship Id="rId31" Type="http://schemas.openxmlformats.org/officeDocument/2006/relationships/image" Target="../media/image354.png"/><Relationship Id="rId52" Type="http://schemas.openxmlformats.org/officeDocument/2006/relationships/customXml" Target="../ink/ink368.xml"/><Relationship Id="rId73" Type="http://schemas.openxmlformats.org/officeDocument/2006/relationships/image" Target="../media/image375.png"/><Relationship Id="rId94" Type="http://schemas.openxmlformats.org/officeDocument/2006/relationships/customXml" Target="../ink/ink389.xml"/><Relationship Id="rId148" Type="http://schemas.openxmlformats.org/officeDocument/2006/relationships/customXml" Target="../ink/ink416.xml"/><Relationship Id="rId169" Type="http://schemas.openxmlformats.org/officeDocument/2006/relationships/image" Target="../media/image423.png"/><Relationship Id="rId334" Type="http://schemas.openxmlformats.org/officeDocument/2006/relationships/customXml" Target="../ink/ink509.xml"/><Relationship Id="rId355" Type="http://schemas.openxmlformats.org/officeDocument/2006/relationships/image" Target="../media/image513.png"/><Relationship Id="rId4" Type="http://schemas.openxmlformats.org/officeDocument/2006/relationships/customXml" Target="../ink/ink344.xml"/><Relationship Id="rId180" Type="http://schemas.openxmlformats.org/officeDocument/2006/relationships/customXml" Target="../ink/ink432.xml"/><Relationship Id="rId215" Type="http://schemas.openxmlformats.org/officeDocument/2006/relationships/image" Target="../media/image446.png"/><Relationship Id="rId236" Type="http://schemas.openxmlformats.org/officeDocument/2006/relationships/customXml" Target="../ink/ink460.xml"/><Relationship Id="rId257" Type="http://schemas.openxmlformats.org/officeDocument/2006/relationships/image" Target="../media/image467.png"/><Relationship Id="rId278" Type="http://schemas.openxmlformats.org/officeDocument/2006/relationships/customXml" Target="../ink/ink481.xml"/><Relationship Id="rId303" Type="http://schemas.openxmlformats.org/officeDocument/2006/relationships/image" Target="../media/image489.png"/><Relationship Id="rId42" Type="http://schemas.openxmlformats.org/officeDocument/2006/relationships/customXml" Target="../ink/ink363.xml"/><Relationship Id="rId84" Type="http://schemas.openxmlformats.org/officeDocument/2006/relationships/customXml" Target="../ink/ink384.xml"/><Relationship Id="rId138" Type="http://schemas.openxmlformats.org/officeDocument/2006/relationships/customXml" Target="../ink/ink411.xml"/><Relationship Id="rId345" Type="http://schemas.openxmlformats.org/officeDocument/2006/relationships/image" Target="../media/image508.png"/><Relationship Id="rId191" Type="http://schemas.openxmlformats.org/officeDocument/2006/relationships/image" Target="../media/image434.png"/><Relationship Id="rId205" Type="http://schemas.openxmlformats.org/officeDocument/2006/relationships/image" Target="../media/image441.png"/><Relationship Id="rId247" Type="http://schemas.openxmlformats.org/officeDocument/2006/relationships/image" Target="../media/image462.png"/><Relationship Id="rId107" Type="http://schemas.openxmlformats.org/officeDocument/2006/relationships/image" Target="../media/image392.png"/><Relationship Id="rId289" Type="http://schemas.openxmlformats.org/officeDocument/2006/relationships/image" Target="../media/image482.png"/><Relationship Id="rId11" Type="http://schemas.openxmlformats.org/officeDocument/2006/relationships/image" Target="../media/image344.png"/><Relationship Id="rId53" Type="http://schemas.openxmlformats.org/officeDocument/2006/relationships/image" Target="../media/image365.png"/><Relationship Id="rId149" Type="http://schemas.openxmlformats.org/officeDocument/2006/relationships/image" Target="../media/image413.png"/><Relationship Id="rId314" Type="http://schemas.openxmlformats.org/officeDocument/2006/relationships/customXml" Target="../ink/ink499.xml"/><Relationship Id="rId356" Type="http://schemas.openxmlformats.org/officeDocument/2006/relationships/customXml" Target="../ink/ink520.xml"/><Relationship Id="rId95" Type="http://schemas.openxmlformats.org/officeDocument/2006/relationships/image" Target="../media/image386.png"/><Relationship Id="rId160" Type="http://schemas.openxmlformats.org/officeDocument/2006/relationships/customXml" Target="../ink/ink422.xml"/><Relationship Id="rId216" Type="http://schemas.openxmlformats.org/officeDocument/2006/relationships/customXml" Target="../ink/ink450.xml"/><Relationship Id="rId258" Type="http://schemas.openxmlformats.org/officeDocument/2006/relationships/customXml" Target="../ink/ink471.xml"/><Relationship Id="rId22" Type="http://schemas.openxmlformats.org/officeDocument/2006/relationships/customXml" Target="../ink/ink353.xml"/><Relationship Id="rId64" Type="http://schemas.openxmlformats.org/officeDocument/2006/relationships/customXml" Target="../ink/ink374.xml"/><Relationship Id="rId118" Type="http://schemas.openxmlformats.org/officeDocument/2006/relationships/customXml" Target="../ink/ink401.xml"/><Relationship Id="rId325" Type="http://schemas.openxmlformats.org/officeDocument/2006/relationships/image" Target="../media/image500.png"/><Relationship Id="rId171" Type="http://schemas.openxmlformats.org/officeDocument/2006/relationships/image" Target="../media/image424.png"/><Relationship Id="rId227" Type="http://schemas.openxmlformats.org/officeDocument/2006/relationships/image" Target="../media/image452.png"/><Relationship Id="rId269" Type="http://schemas.openxmlformats.org/officeDocument/2006/relationships/image" Target="../media/image259.png"/><Relationship Id="rId33" Type="http://schemas.openxmlformats.org/officeDocument/2006/relationships/image" Target="../media/image355.png"/><Relationship Id="rId129" Type="http://schemas.openxmlformats.org/officeDocument/2006/relationships/image" Target="../media/image403.png"/><Relationship Id="rId280" Type="http://schemas.openxmlformats.org/officeDocument/2006/relationships/customXml" Target="../ink/ink482.xml"/><Relationship Id="rId336" Type="http://schemas.openxmlformats.org/officeDocument/2006/relationships/customXml" Target="../ink/ink510.xml"/><Relationship Id="rId75" Type="http://schemas.openxmlformats.org/officeDocument/2006/relationships/image" Target="../media/image376.png"/><Relationship Id="rId140" Type="http://schemas.openxmlformats.org/officeDocument/2006/relationships/customXml" Target="../ink/ink412.xml"/><Relationship Id="rId182" Type="http://schemas.openxmlformats.org/officeDocument/2006/relationships/customXml" Target="../ink/ink433.xml"/><Relationship Id="rId6" Type="http://schemas.openxmlformats.org/officeDocument/2006/relationships/customXml" Target="../ink/ink345.xml"/><Relationship Id="rId238" Type="http://schemas.openxmlformats.org/officeDocument/2006/relationships/customXml" Target="../ink/ink461.xml"/><Relationship Id="rId291" Type="http://schemas.openxmlformats.org/officeDocument/2006/relationships/image" Target="../media/image483.png"/><Relationship Id="rId305" Type="http://schemas.openxmlformats.org/officeDocument/2006/relationships/image" Target="../media/image490.png"/><Relationship Id="rId347" Type="http://schemas.openxmlformats.org/officeDocument/2006/relationships/image" Target="../media/image509.png"/><Relationship Id="rId44" Type="http://schemas.openxmlformats.org/officeDocument/2006/relationships/customXml" Target="../ink/ink364.xml"/><Relationship Id="rId86" Type="http://schemas.openxmlformats.org/officeDocument/2006/relationships/customXml" Target="../ink/ink385.xml"/><Relationship Id="rId151" Type="http://schemas.openxmlformats.org/officeDocument/2006/relationships/image" Target="../media/image414.png"/><Relationship Id="rId193" Type="http://schemas.openxmlformats.org/officeDocument/2006/relationships/image" Target="../media/image435.png"/><Relationship Id="rId207" Type="http://schemas.openxmlformats.org/officeDocument/2006/relationships/image" Target="../media/image442.png"/><Relationship Id="rId249" Type="http://schemas.openxmlformats.org/officeDocument/2006/relationships/image" Target="../media/image463.png"/><Relationship Id="rId13" Type="http://schemas.openxmlformats.org/officeDocument/2006/relationships/image" Target="../media/image345.png"/><Relationship Id="rId109" Type="http://schemas.openxmlformats.org/officeDocument/2006/relationships/image" Target="../media/image393.png"/><Relationship Id="rId260" Type="http://schemas.openxmlformats.org/officeDocument/2006/relationships/customXml" Target="../ink/ink472.xml"/><Relationship Id="rId316" Type="http://schemas.openxmlformats.org/officeDocument/2006/relationships/customXml" Target="../ink/ink500.xml"/><Relationship Id="rId55" Type="http://schemas.openxmlformats.org/officeDocument/2006/relationships/image" Target="../media/image366.png"/><Relationship Id="rId97" Type="http://schemas.openxmlformats.org/officeDocument/2006/relationships/image" Target="../media/image387.png"/><Relationship Id="rId120" Type="http://schemas.openxmlformats.org/officeDocument/2006/relationships/customXml" Target="../ink/ink402.xml"/><Relationship Id="rId358" Type="http://schemas.openxmlformats.org/officeDocument/2006/relationships/customXml" Target="../ink/ink521.xml"/><Relationship Id="rId162" Type="http://schemas.openxmlformats.org/officeDocument/2006/relationships/customXml" Target="../ink/ink423.xml"/><Relationship Id="rId218" Type="http://schemas.openxmlformats.org/officeDocument/2006/relationships/customXml" Target="../ink/ink451.xml"/><Relationship Id="rId271" Type="http://schemas.openxmlformats.org/officeDocument/2006/relationships/image" Target="../media/image473.png"/><Relationship Id="rId24" Type="http://schemas.openxmlformats.org/officeDocument/2006/relationships/customXml" Target="../ink/ink354.xml"/><Relationship Id="rId66" Type="http://schemas.openxmlformats.org/officeDocument/2006/relationships/customXml" Target="../ink/ink375.xml"/><Relationship Id="rId131" Type="http://schemas.openxmlformats.org/officeDocument/2006/relationships/image" Target="../media/image404.png"/><Relationship Id="rId327" Type="http://schemas.openxmlformats.org/officeDocument/2006/relationships/image" Target="../media/image501.png"/><Relationship Id="rId173" Type="http://schemas.openxmlformats.org/officeDocument/2006/relationships/image" Target="../media/image425.png"/><Relationship Id="rId229" Type="http://schemas.openxmlformats.org/officeDocument/2006/relationships/image" Target="../media/image453.png"/><Relationship Id="rId240" Type="http://schemas.openxmlformats.org/officeDocument/2006/relationships/customXml" Target="../ink/ink462.xml"/><Relationship Id="rId35" Type="http://schemas.openxmlformats.org/officeDocument/2006/relationships/image" Target="../media/image356.png"/><Relationship Id="rId77" Type="http://schemas.openxmlformats.org/officeDocument/2006/relationships/image" Target="../media/image377.png"/><Relationship Id="rId100" Type="http://schemas.openxmlformats.org/officeDocument/2006/relationships/customXml" Target="../ink/ink392.xml"/><Relationship Id="rId282" Type="http://schemas.openxmlformats.org/officeDocument/2006/relationships/customXml" Target="../ink/ink483.xml"/><Relationship Id="rId338" Type="http://schemas.openxmlformats.org/officeDocument/2006/relationships/customXml" Target="../ink/ink511.xml"/><Relationship Id="rId8" Type="http://schemas.openxmlformats.org/officeDocument/2006/relationships/customXml" Target="../ink/ink346.xml"/><Relationship Id="rId142" Type="http://schemas.openxmlformats.org/officeDocument/2006/relationships/customXml" Target="../ink/ink413.xml"/><Relationship Id="rId184" Type="http://schemas.openxmlformats.org/officeDocument/2006/relationships/customXml" Target="../ink/ink434.xml"/><Relationship Id="rId251" Type="http://schemas.openxmlformats.org/officeDocument/2006/relationships/image" Target="../media/image464.png"/><Relationship Id="rId46" Type="http://schemas.openxmlformats.org/officeDocument/2006/relationships/customXml" Target="../ink/ink365.xml"/><Relationship Id="rId293" Type="http://schemas.openxmlformats.org/officeDocument/2006/relationships/image" Target="../media/image484.png"/><Relationship Id="rId307" Type="http://schemas.openxmlformats.org/officeDocument/2006/relationships/image" Target="../media/image491.png"/><Relationship Id="rId349" Type="http://schemas.openxmlformats.org/officeDocument/2006/relationships/image" Target="../media/image510.png"/><Relationship Id="rId88" Type="http://schemas.openxmlformats.org/officeDocument/2006/relationships/customXml" Target="../ink/ink386.xml"/><Relationship Id="rId111" Type="http://schemas.openxmlformats.org/officeDocument/2006/relationships/image" Target="../media/image394.png"/><Relationship Id="rId153" Type="http://schemas.openxmlformats.org/officeDocument/2006/relationships/image" Target="../media/image415.png"/><Relationship Id="rId195" Type="http://schemas.openxmlformats.org/officeDocument/2006/relationships/image" Target="../media/image436.png"/><Relationship Id="rId209" Type="http://schemas.openxmlformats.org/officeDocument/2006/relationships/image" Target="../media/image443.png"/><Relationship Id="rId360" Type="http://schemas.openxmlformats.org/officeDocument/2006/relationships/customXml" Target="../ink/ink52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74.png"/><Relationship Id="rId21" Type="http://schemas.openxmlformats.org/officeDocument/2006/relationships/image" Target="../media/image528.png"/><Relationship Id="rId42" Type="http://schemas.openxmlformats.org/officeDocument/2006/relationships/customXml" Target="../ink/ink545.xml"/><Relationship Id="rId63" Type="http://schemas.openxmlformats.org/officeDocument/2006/relationships/image" Target="../media/image548.png"/><Relationship Id="rId84" Type="http://schemas.openxmlformats.org/officeDocument/2006/relationships/customXml" Target="../ink/ink566.xml"/><Relationship Id="rId138" Type="http://schemas.openxmlformats.org/officeDocument/2006/relationships/customXml" Target="../ink/ink593.xml"/><Relationship Id="rId16" Type="http://schemas.openxmlformats.org/officeDocument/2006/relationships/customXml" Target="../ink/ink532.xml"/><Relationship Id="rId107" Type="http://schemas.openxmlformats.org/officeDocument/2006/relationships/image" Target="../media/image569.png"/><Relationship Id="rId11" Type="http://schemas.openxmlformats.org/officeDocument/2006/relationships/image" Target="../media/image523.png"/><Relationship Id="rId32" Type="http://schemas.openxmlformats.org/officeDocument/2006/relationships/customXml" Target="../ink/ink540.xml"/><Relationship Id="rId37" Type="http://schemas.openxmlformats.org/officeDocument/2006/relationships/image" Target="../media/image535.png"/><Relationship Id="rId53" Type="http://schemas.openxmlformats.org/officeDocument/2006/relationships/image" Target="../media/image543.png"/><Relationship Id="rId58" Type="http://schemas.openxmlformats.org/officeDocument/2006/relationships/customXml" Target="../ink/ink553.xml"/><Relationship Id="rId74" Type="http://schemas.openxmlformats.org/officeDocument/2006/relationships/customXml" Target="../ink/ink561.xml"/><Relationship Id="rId79" Type="http://schemas.openxmlformats.org/officeDocument/2006/relationships/image" Target="../media/image556.png"/><Relationship Id="rId102" Type="http://schemas.openxmlformats.org/officeDocument/2006/relationships/customXml" Target="../ink/ink575.xml"/><Relationship Id="rId123" Type="http://schemas.openxmlformats.org/officeDocument/2006/relationships/image" Target="../media/image304.png"/><Relationship Id="rId128" Type="http://schemas.openxmlformats.org/officeDocument/2006/relationships/customXml" Target="../ink/ink588.xml"/><Relationship Id="rId5" Type="http://schemas.openxmlformats.org/officeDocument/2006/relationships/image" Target="../media/image520.png"/><Relationship Id="rId90" Type="http://schemas.openxmlformats.org/officeDocument/2006/relationships/customXml" Target="../ink/ink569.xml"/><Relationship Id="rId95" Type="http://schemas.openxmlformats.org/officeDocument/2006/relationships/image" Target="../media/image563.png"/><Relationship Id="rId22" Type="http://schemas.openxmlformats.org/officeDocument/2006/relationships/customXml" Target="../ink/ink535.xml"/><Relationship Id="rId27" Type="http://schemas.openxmlformats.org/officeDocument/2006/relationships/image" Target="../media/image101.png"/><Relationship Id="rId43" Type="http://schemas.openxmlformats.org/officeDocument/2006/relationships/image" Target="../media/image538.png"/><Relationship Id="rId48" Type="http://schemas.openxmlformats.org/officeDocument/2006/relationships/customXml" Target="../ink/ink548.xml"/><Relationship Id="rId64" Type="http://schemas.openxmlformats.org/officeDocument/2006/relationships/customXml" Target="../ink/ink556.xml"/><Relationship Id="rId69" Type="http://schemas.openxmlformats.org/officeDocument/2006/relationships/image" Target="../media/image551.png"/><Relationship Id="rId113" Type="http://schemas.openxmlformats.org/officeDocument/2006/relationships/image" Target="../media/image572.png"/><Relationship Id="rId118" Type="http://schemas.openxmlformats.org/officeDocument/2006/relationships/customXml" Target="../ink/ink583.xml"/><Relationship Id="rId134" Type="http://schemas.openxmlformats.org/officeDocument/2006/relationships/customXml" Target="../ink/ink591.xml"/><Relationship Id="rId139" Type="http://schemas.openxmlformats.org/officeDocument/2006/relationships/image" Target="../media/image584.png"/><Relationship Id="rId80" Type="http://schemas.openxmlformats.org/officeDocument/2006/relationships/customXml" Target="../ink/ink564.xml"/><Relationship Id="rId85" Type="http://schemas.openxmlformats.org/officeDocument/2006/relationships/image" Target="../media/image559.png"/><Relationship Id="rId12" Type="http://schemas.openxmlformats.org/officeDocument/2006/relationships/customXml" Target="../ink/ink530.xml"/><Relationship Id="rId17" Type="http://schemas.openxmlformats.org/officeDocument/2006/relationships/image" Target="../media/image526.png"/><Relationship Id="rId33" Type="http://schemas.openxmlformats.org/officeDocument/2006/relationships/image" Target="../media/image533.png"/><Relationship Id="rId38" Type="http://schemas.openxmlformats.org/officeDocument/2006/relationships/customXml" Target="../ink/ink543.xml"/><Relationship Id="rId59" Type="http://schemas.openxmlformats.org/officeDocument/2006/relationships/image" Target="../media/image546.png"/><Relationship Id="rId103" Type="http://schemas.openxmlformats.org/officeDocument/2006/relationships/image" Target="../media/image567.png"/><Relationship Id="rId108" Type="http://schemas.openxmlformats.org/officeDocument/2006/relationships/customXml" Target="../ink/ink578.xml"/><Relationship Id="rId124" Type="http://schemas.openxmlformats.org/officeDocument/2006/relationships/customXml" Target="../ink/ink586.xml"/><Relationship Id="rId129" Type="http://schemas.openxmlformats.org/officeDocument/2006/relationships/image" Target="../media/image579.png"/><Relationship Id="rId54" Type="http://schemas.openxmlformats.org/officeDocument/2006/relationships/customXml" Target="../ink/ink551.xml"/><Relationship Id="rId70" Type="http://schemas.openxmlformats.org/officeDocument/2006/relationships/customXml" Target="../ink/ink559.xml"/><Relationship Id="rId75" Type="http://schemas.openxmlformats.org/officeDocument/2006/relationships/image" Target="../media/image554.png"/><Relationship Id="rId91" Type="http://schemas.openxmlformats.org/officeDocument/2006/relationships/image" Target="../media/image562.png"/><Relationship Id="rId96" Type="http://schemas.openxmlformats.org/officeDocument/2006/relationships/customXml" Target="../ink/ink57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27.xml"/><Relationship Id="rId23" Type="http://schemas.openxmlformats.org/officeDocument/2006/relationships/image" Target="../media/image529.png"/><Relationship Id="rId28" Type="http://schemas.openxmlformats.org/officeDocument/2006/relationships/customXml" Target="../ink/ink538.xml"/><Relationship Id="rId49" Type="http://schemas.openxmlformats.org/officeDocument/2006/relationships/image" Target="../media/image541.png"/><Relationship Id="rId114" Type="http://schemas.openxmlformats.org/officeDocument/2006/relationships/customXml" Target="../ink/ink581.xml"/><Relationship Id="rId119" Type="http://schemas.openxmlformats.org/officeDocument/2006/relationships/image" Target="../media/image575.png"/><Relationship Id="rId44" Type="http://schemas.openxmlformats.org/officeDocument/2006/relationships/customXml" Target="../ink/ink546.xml"/><Relationship Id="rId60" Type="http://schemas.openxmlformats.org/officeDocument/2006/relationships/customXml" Target="../ink/ink554.xml"/><Relationship Id="rId65" Type="http://schemas.openxmlformats.org/officeDocument/2006/relationships/image" Target="../media/image549.png"/><Relationship Id="rId81" Type="http://schemas.openxmlformats.org/officeDocument/2006/relationships/image" Target="../media/image557.png"/><Relationship Id="rId86" Type="http://schemas.openxmlformats.org/officeDocument/2006/relationships/customXml" Target="../ink/ink567.xml"/><Relationship Id="rId130" Type="http://schemas.openxmlformats.org/officeDocument/2006/relationships/customXml" Target="../ink/ink589.xml"/><Relationship Id="rId135" Type="http://schemas.openxmlformats.org/officeDocument/2006/relationships/image" Target="../media/image582.png"/><Relationship Id="rId13" Type="http://schemas.openxmlformats.org/officeDocument/2006/relationships/image" Target="../media/image524.png"/><Relationship Id="rId18" Type="http://schemas.openxmlformats.org/officeDocument/2006/relationships/customXml" Target="../ink/ink533.xml"/><Relationship Id="rId39" Type="http://schemas.openxmlformats.org/officeDocument/2006/relationships/image" Target="../media/image536.png"/><Relationship Id="rId109" Type="http://schemas.openxmlformats.org/officeDocument/2006/relationships/image" Target="../media/image570.png"/><Relationship Id="rId34" Type="http://schemas.openxmlformats.org/officeDocument/2006/relationships/customXml" Target="../ink/ink541.xml"/><Relationship Id="rId50" Type="http://schemas.openxmlformats.org/officeDocument/2006/relationships/customXml" Target="../ink/ink549.xml"/><Relationship Id="rId55" Type="http://schemas.openxmlformats.org/officeDocument/2006/relationships/image" Target="../media/image544.png"/><Relationship Id="rId76" Type="http://schemas.openxmlformats.org/officeDocument/2006/relationships/customXml" Target="../ink/ink562.xml"/><Relationship Id="rId97" Type="http://schemas.openxmlformats.org/officeDocument/2006/relationships/image" Target="../media/image564.png"/><Relationship Id="rId104" Type="http://schemas.openxmlformats.org/officeDocument/2006/relationships/customXml" Target="../ink/ink576.xml"/><Relationship Id="rId120" Type="http://schemas.openxmlformats.org/officeDocument/2006/relationships/customXml" Target="../ink/ink584.xml"/><Relationship Id="rId125" Type="http://schemas.openxmlformats.org/officeDocument/2006/relationships/image" Target="../media/image577.png"/><Relationship Id="rId7" Type="http://schemas.openxmlformats.org/officeDocument/2006/relationships/image" Target="../media/image521.png"/><Relationship Id="rId71" Type="http://schemas.openxmlformats.org/officeDocument/2006/relationships/image" Target="../media/image552.png"/><Relationship Id="rId92" Type="http://schemas.openxmlformats.org/officeDocument/2006/relationships/customXml" Target="../ink/ink570.xml"/><Relationship Id="rId2" Type="http://schemas.openxmlformats.org/officeDocument/2006/relationships/customXml" Target="../ink/ink525.xml"/><Relationship Id="rId29" Type="http://schemas.openxmlformats.org/officeDocument/2006/relationships/image" Target="../media/image531.png"/><Relationship Id="rId24" Type="http://schemas.openxmlformats.org/officeDocument/2006/relationships/customXml" Target="../ink/ink536.xml"/><Relationship Id="rId40" Type="http://schemas.openxmlformats.org/officeDocument/2006/relationships/customXml" Target="../ink/ink544.xml"/><Relationship Id="rId45" Type="http://schemas.openxmlformats.org/officeDocument/2006/relationships/image" Target="../media/image539.png"/><Relationship Id="rId66" Type="http://schemas.openxmlformats.org/officeDocument/2006/relationships/customXml" Target="../ink/ink557.xml"/><Relationship Id="rId87" Type="http://schemas.openxmlformats.org/officeDocument/2006/relationships/image" Target="../media/image560.png"/><Relationship Id="rId110" Type="http://schemas.openxmlformats.org/officeDocument/2006/relationships/customXml" Target="../ink/ink579.xml"/><Relationship Id="rId115" Type="http://schemas.openxmlformats.org/officeDocument/2006/relationships/image" Target="../media/image573.png"/><Relationship Id="rId131" Type="http://schemas.openxmlformats.org/officeDocument/2006/relationships/image" Target="../media/image580.png"/><Relationship Id="rId136" Type="http://schemas.openxmlformats.org/officeDocument/2006/relationships/customXml" Target="../ink/ink592.xml"/><Relationship Id="rId61" Type="http://schemas.openxmlformats.org/officeDocument/2006/relationships/image" Target="../media/image547.png"/><Relationship Id="rId82" Type="http://schemas.openxmlformats.org/officeDocument/2006/relationships/customXml" Target="../ink/ink565.xml"/><Relationship Id="rId19" Type="http://schemas.openxmlformats.org/officeDocument/2006/relationships/image" Target="../media/image527.png"/><Relationship Id="rId14" Type="http://schemas.openxmlformats.org/officeDocument/2006/relationships/customXml" Target="../ink/ink531.xml"/><Relationship Id="rId30" Type="http://schemas.openxmlformats.org/officeDocument/2006/relationships/customXml" Target="../ink/ink539.xml"/><Relationship Id="rId35" Type="http://schemas.openxmlformats.org/officeDocument/2006/relationships/image" Target="../media/image534.png"/><Relationship Id="rId56" Type="http://schemas.openxmlformats.org/officeDocument/2006/relationships/customXml" Target="../ink/ink552.xml"/><Relationship Id="rId77" Type="http://schemas.openxmlformats.org/officeDocument/2006/relationships/image" Target="../media/image555.png"/><Relationship Id="rId100" Type="http://schemas.openxmlformats.org/officeDocument/2006/relationships/customXml" Target="../ink/ink574.xml"/><Relationship Id="rId105" Type="http://schemas.openxmlformats.org/officeDocument/2006/relationships/image" Target="../media/image568.png"/><Relationship Id="rId126" Type="http://schemas.openxmlformats.org/officeDocument/2006/relationships/customXml" Target="../ink/ink587.xml"/><Relationship Id="rId8" Type="http://schemas.openxmlformats.org/officeDocument/2006/relationships/customXml" Target="../ink/ink528.xml"/><Relationship Id="rId51" Type="http://schemas.openxmlformats.org/officeDocument/2006/relationships/image" Target="../media/image542.png"/><Relationship Id="rId72" Type="http://schemas.openxmlformats.org/officeDocument/2006/relationships/customXml" Target="../ink/ink560.xml"/><Relationship Id="rId93" Type="http://schemas.openxmlformats.org/officeDocument/2006/relationships/image" Target="../media/image79.png"/><Relationship Id="rId98" Type="http://schemas.openxmlformats.org/officeDocument/2006/relationships/customXml" Target="../ink/ink573.xml"/><Relationship Id="rId121" Type="http://schemas.openxmlformats.org/officeDocument/2006/relationships/image" Target="../media/image576.png"/><Relationship Id="rId3" Type="http://schemas.openxmlformats.org/officeDocument/2006/relationships/image" Target="../media/image519.png"/><Relationship Id="rId25" Type="http://schemas.openxmlformats.org/officeDocument/2006/relationships/image" Target="../media/image530.png"/><Relationship Id="rId46" Type="http://schemas.openxmlformats.org/officeDocument/2006/relationships/customXml" Target="../ink/ink547.xml"/><Relationship Id="rId67" Type="http://schemas.openxmlformats.org/officeDocument/2006/relationships/image" Target="../media/image550.png"/><Relationship Id="rId116" Type="http://schemas.openxmlformats.org/officeDocument/2006/relationships/customXml" Target="../ink/ink582.xml"/><Relationship Id="rId137" Type="http://schemas.openxmlformats.org/officeDocument/2006/relationships/image" Target="../media/image583.png"/><Relationship Id="rId20" Type="http://schemas.openxmlformats.org/officeDocument/2006/relationships/customXml" Target="../ink/ink534.xml"/><Relationship Id="rId41" Type="http://schemas.openxmlformats.org/officeDocument/2006/relationships/image" Target="../media/image537.png"/><Relationship Id="rId62" Type="http://schemas.openxmlformats.org/officeDocument/2006/relationships/customXml" Target="../ink/ink555.xml"/><Relationship Id="rId83" Type="http://schemas.openxmlformats.org/officeDocument/2006/relationships/image" Target="../media/image558.png"/><Relationship Id="rId88" Type="http://schemas.openxmlformats.org/officeDocument/2006/relationships/customXml" Target="../ink/ink568.xml"/><Relationship Id="rId111" Type="http://schemas.openxmlformats.org/officeDocument/2006/relationships/image" Target="../media/image571.png"/><Relationship Id="rId132" Type="http://schemas.openxmlformats.org/officeDocument/2006/relationships/customXml" Target="../ink/ink590.xml"/><Relationship Id="rId15" Type="http://schemas.openxmlformats.org/officeDocument/2006/relationships/image" Target="../media/image525.png"/><Relationship Id="rId36" Type="http://schemas.openxmlformats.org/officeDocument/2006/relationships/customXml" Target="../ink/ink542.xml"/><Relationship Id="rId57" Type="http://schemas.openxmlformats.org/officeDocument/2006/relationships/image" Target="../media/image545.png"/><Relationship Id="rId106" Type="http://schemas.openxmlformats.org/officeDocument/2006/relationships/customXml" Target="../ink/ink577.xml"/><Relationship Id="rId127" Type="http://schemas.openxmlformats.org/officeDocument/2006/relationships/image" Target="../media/image578.png"/><Relationship Id="rId10" Type="http://schemas.openxmlformats.org/officeDocument/2006/relationships/customXml" Target="../ink/ink529.xml"/><Relationship Id="rId31" Type="http://schemas.openxmlformats.org/officeDocument/2006/relationships/image" Target="../media/image532.png"/><Relationship Id="rId52" Type="http://schemas.openxmlformats.org/officeDocument/2006/relationships/customXml" Target="../ink/ink550.xml"/><Relationship Id="rId73" Type="http://schemas.openxmlformats.org/officeDocument/2006/relationships/image" Target="../media/image553.png"/><Relationship Id="rId78" Type="http://schemas.openxmlformats.org/officeDocument/2006/relationships/customXml" Target="../ink/ink563.xml"/><Relationship Id="rId94" Type="http://schemas.openxmlformats.org/officeDocument/2006/relationships/customXml" Target="../ink/ink571.xml"/><Relationship Id="rId99" Type="http://schemas.openxmlformats.org/officeDocument/2006/relationships/image" Target="../media/image565.png"/><Relationship Id="rId101" Type="http://schemas.openxmlformats.org/officeDocument/2006/relationships/image" Target="../media/image566.png"/><Relationship Id="rId122" Type="http://schemas.openxmlformats.org/officeDocument/2006/relationships/customXml" Target="../ink/ink585.xml"/><Relationship Id="rId4" Type="http://schemas.openxmlformats.org/officeDocument/2006/relationships/customXml" Target="../ink/ink526.xml"/><Relationship Id="rId9" Type="http://schemas.openxmlformats.org/officeDocument/2006/relationships/image" Target="../media/image522.png"/><Relationship Id="rId26" Type="http://schemas.openxmlformats.org/officeDocument/2006/relationships/customXml" Target="../ink/ink537.xml"/><Relationship Id="rId47" Type="http://schemas.openxmlformats.org/officeDocument/2006/relationships/image" Target="../media/image540.png"/><Relationship Id="rId68" Type="http://schemas.openxmlformats.org/officeDocument/2006/relationships/customXml" Target="../ink/ink558.xml"/><Relationship Id="rId89" Type="http://schemas.openxmlformats.org/officeDocument/2006/relationships/image" Target="../media/image561.png"/><Relationship Id="rId112" Type="http://schemas.openxmlformats.org/officeDocument/2006/relationships/customXml" Target="../ink/ink580.xml"/><Relationship Id="rId133" Type="http://schemas.openxmlformats.org/officeDocument/2006/relationships/image" Target="../media/image581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675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605.png"/><Relationship Id="rId324" Type="http://schemas.openxmlformats.org/officeDocument/2006/relationships/customXml" Target="../ink/ink755.xml"/><Relationship Id="rId366" Type="http://schemas.openxmlformats.org/officeDocument/2006/relationships/customXml" Target="../ink/ink776.xml"/><Relationship Id="rId170" Type="http://schemas.openxmlformats.org/officeDocument/2006/relationships/customXml" Target="../ink/ink678.xml"/><Relationship Id="rId226" Type="http://schemas.openxmlformats.org/officeDocument/2006/relationships/customXml" Target="../ink/ink706.xml"/><Relationship Id="rId433" Type="http://schemas.openxmlformats.org/officeDocument/2006/relationships/image" Target="../media/image742.png"/><Relationship Id="rId268" Type="http://schemas.openxmlformats.org/officeDocument/2006/relationships/customXml" Target="../ink/ink727.xml"/><Relationship Id="rId475" Type="http://schemas.openxmlformats.org/officeDocument/2006/relationships/image" Target="../media/image763.png"/><Relationship Id="rId32" Type="http://schemas.openxmlformats.org/officeDocument/2006/relationships/customXml" Target="../ink/ink609.xml"/><Relationship Id="rId74" Type="http://schemas.openxmlformats.org/officeDocument/2006/relationships/customXml" Target="../ink/ink630.xml"/><Relationship Id="rId128" Type="http://schemas.openxmlformats.org/officeDocument/2006/relationships/customXml" Target="../ink/ink657.xml"/><Relationship Id="rId335" Type="http://schemas.openxmlformats.org/officeDocument/2006/relationships/image" Target="../media/image693.png"/><Relationship Id="rId377" Type="http://schemas.openxmlformats.org/officeDocument/2006/relationships/image" Target="../media/image714.png"/><Relationship Id="rId5" Type="http://schemas.openxmlformats.org/officeDocument/2006/relationships/image" Target="../media/image2.png"/><Relationship Id="rId181" Type="http://schemas.openxmlformats.org/officeDocument/2006/relationships/image" Target="../media/image616.png"/><Relationship Id="rId237" Type="http://schemas.openxmlformats.org/officeDocument/2006/relationships/image" Target="../media/image644.png"/><Relationship Id="rId402" Type="http://schemas.openxmlformats.org/officeDocument/2006/relationships/customXml" Target="../ink/ink794.xml"/><Relationship Id="rId279" Type="http://schemas.openxmlformats.org/officeDocument/2006/relationships/image" Target="../media/image665.png"/><Relationship Id="rId444" Type="http://schemas.openxmlformats.org/officeDocument/2006/relationships/customXml" Target="../ink/ink815.xml"/><Relationship Id="rId43" Type="http://schemas.openxmlformats.org/officeDocument/2006/relationships/image" Target="../media/image21.png"/><Relationship Id="rId139" Type="http://schemas.openxmlformats.org/officeDocument/2006/relationships/image" Target="../media/image595.png"/><Relationship Id="rId290" Type="http://schemas.openxmlformats.org/officeDocument/2006/relationships/customXml" Target="../ink/ink738.xml"/><Relationship Id="rId304" Type="http://schemas.openxmlformats.org/officeDocument/2006/relationships/customXml" Target="../ink/ink745.xml"/><Relationship Id="rId346" Type="http://schemas.openxmlformats.org/officeDocument/2006/relationships/customXml" Target="../ink/ink766.xml"/><Relationship Id="rId388" Type="http://schemas.openxmlformats.org/officeDocument/2006/relationships/customXml" Target="../ink/ink787.xml"/><Relationship Id="rId85" Type="http://schemas.openxmlformats.org/officeDocument/2006/relationships/image" Target="../media/image42.png"/><Relationship Id="rId150" Type="http://schemas.openxmlformats.org/officeDocument/2006/relationships/customXml" Target="../ink/ink668.xml"/><Relationship Id="rId192" Type="http://schemas.openxmlformats.org/officeDocument/2006/relationships/customXml" Target="../ink/ink689.xml"/><Relationship Id="rId206" Type="http://schemas.openxmlformats.org/officeDocument/2006/relationships/customXml" Target="../ink/ink696.xml"/><Relationship Id="rId413" Type="http://schemas.openxmlformats.org/officeDocument/2006/relationships/image" Target="../media/image732.png"/><Relationship Id="rId248" Type="http://schemas.openxmlformats.org/officeDocument/2006/relationships/customXml" Target="../ink/ink717.xml"/><Relationship Id="rId455" Type="http://schemas.openxmlformats.org/officeDocument/2006/relationships/image" Target="../media/image753.png"/><Relationship Id="rId12" Type="http://schemas.openxmlformats.org/officeDocument/2006/relationships/customXml" Target="../ink/ink599.xml"/><Relationship Id="rId108" Type="http://schemas.openxmlformats.org/officeDocument/2006/relationships/customXml" Target="../ink/ink647.xml"/><Relationship Id="rId315" Type="http://schemas.openxmlformats.org/officeDocument/2006/relationships/image" Target="../media/image683.png"/><Relationship Id="rId357" Type="http://schemas.openxmlformats.org/officeDocument/2006/relationships/image" Target="../media/image704.png"/><Relationship Id="rId54" Type="http://schemas.openxmlformats.org/officeDocument/2006/relationships/customXml" Target="../ink/ink620.xml"/><Relationship Id="rId96" Type="http://schemas.openxmlformats.org/officeDocument/2006/relationships/customXml" Target="../ink/ink641.xml"/><Relationship Id="rId161" Type="http://schemas.openxmlformats.org/officeDocument/2006/relationships/image" Target="../media/image606.png"/><Relationship Id="rId217" Type="http://schemas.openxmlformats.org/officeDocument/2006/relationships/image" Target="../media/image634.png"/><Relationship Id="rId399" Type="http://schemas.openxmlformats.org/officeDocument/2006/relationships/image" Target="../media/image725.png"/><Relationship Id="rId259" Type="http://schemas.openxmlformats.org/officeDocument/2006/relationships/image" Target="../media/image655.png"/><Relationship Id="rId424" Type="http://schemas.openxmlformats.org/officeDocument/2006/relationships/customXml" Target="../ink/ink805.xml"/><Relationship Id="rId466" Type="http://schemas.openxmlformats.org/officeDocument/2006/relationships/customXml" Target="../ink/ink826.xml"/><Relationship Id="rId23" Type="http://schemas.openxmlformats.org/officeDocument/2006/relationships/image" Target="../media/image11.png"/><Relationship Id="rId119" Type="http://schemas.openxmlformats.org/officeDocument/2006/relationships/image" Target="../media/image585.png"/><Relationship Id="rId270" Type="http://schemas.openxmlformats.org/officeDocument/2006/relationships/customXml" Target="../ink/ink728.xml"/><Relationship Id="rId326" Type="http://schemas.openxmlformats.org/officeDocument/2006/relationships/customXml" Target="../ink/ink756.xml"/><Relationship Id="rId65" Type="http://schemas.openxmlformats.org/officeDocument/2006/relationships/image" Target="../media/image32.png"/><Relationship Id="rId130" Type="http://schemas.openxmlformats.org/officeDocument/2006/relationships/customXml" Target="../ink/ink658.xml"/><Relationship Id="rId368" Type="http://schemas.openxmlformats.org/officeDocument/2006/relationships/customXml" Target="../ink/ink777.xml"/><Relationship Id="rId172" Type="http://schemas.openxmlformats.org/officeDocument/2006/relationships/customXml" Target="../ink/ink679.xml"/><Relationship Id="rId228" Type="http://schemas.openxmlformats.org/officeDocument/2006/relationships/customXml" Target="../ink/ink707.xml"/><Relationship Id="rId435" Type="http://schemas.openxmlformats.org/officeDocument/2006/relationships/image" Target="../media/image743.png"/><Relationship Id="rId477" Type="http://schemas.openxmlformats.org/officeDocument/2006/relationships/image" Target="../media/image764.png"/><Relationship Id="rId281" Type="http://schemas.openxmlformats.org/officeDocument/2006/relationships/image" Target="../media/image666.png"/><Relationship Id="rId337" Type="http://schemas.openxmlformats.org/officeDocument/2006/relationships/image" Target="../media/image694.png"/><Relationship Id="rId34" Type="http://schemas.openxmlformats.org/officeDocument/2006/relationships/customXml" Target="../ink/ink610.xml"/><Relationship Id="rId76" Type="http://schemas.openxmlformats.org/officeDocument/2006/relationships/customXml" Target="../ink/ink631.xml"/><Relationship Id="rId141" Type="http://schemas.openxmlformats.org/officeDocument/2006/relationships/image" Target="../media/image596.png"/><Relationship Id="rId379" Type="http://schemas.openxmlformats.org/officeDocument/2006/relationships/image" Target="../media/image715.png"/><Relationship Id="rId7" Type="http://schemas.openxmlformats.org/officeDocument/2006/relationships/image" Target="../media/image3.png"/><Relationship Id="rId183" Type="http://schemas.openxmlformats.org/officeDocument/2006/relationships/image" Target="../media/image617.png"/><Relationship Id="rId239" Type="http://schemas.openxmlformats.org/officeDocument/2006/relationships/image" Target="../media/image645.png"/><Relationship Id="rId390" Type="http://schemas.openxmlformats.org/officeDocument/2006/relationships/customXml" Target="../ink/ink788.xml"/><Relationship Id="rId404" Type="http://schemas.openxmlformats.org/officeDocument/2006/relationships/customXml" Target="../ink/ink795.xml"/><Relationship Id="rId446" Type="http://schemas.openxmlformats.org/officeDocument/2006/relationships/customXml" Target="../ink/ink816.xml"/><Relationship Id="rId250" Type="http://schemas.openxmlformats.org/officeDocument/2006/relationships/customXml" Target="../ink/ink718.xml"/><Relationship Id="rId292" Type="http://schemas.openxmlformats.org/officeDocument/2006/relationships/customXml" Target="../ink/ink739.xml"/><Relationship Id="rId306" Type="http://schemas.openxmlformats.org/officeDocument/2006/relationships/customXml" Target="../ink/ink746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648.xml"/><Relationship Id="rId348" Type="http://schemas.openxmlformats.org/officeDocument/2006/relationships/customXml" Target="../ink/ink767.xml"/><Relationship Id="rId152" Type="http://schemas.openxmlformats.org/officeDocument/2006/relationships/customXml" Target="../ink/ink669.xml"/><Relationship Id="rId194" Type="http://schemas.openxmlformats.org/officeDocument/2006/relationships/customXml" Target="../ink/ink690.xml"/><Relationship Id="rId208" Type="http://schemas.openxmlformats.org/officeDocument/2006/relationships/customXml" Target="../ink/ink697.xml"/><Relationship Id="rId415" Type="http://schemas.openxmlformats.org/officeDocument/2006/relationships/image" Target="../media/image733.png"/><Relationship Id="rId457" Type="http://schemas.openxmlformats.org/officeDocument/2006/relationships/image" Target="../media/image754.png"/><Relationship Id="rId261" Type="http://schemas.openxmlformats.org/officeDocument/2006/relationships/image" Target="../media/image656.png"/><Relationship Id="rId14" Type="http://schemas.openxmlformats.org/officeDocument/2006/relationships/customXml" Target="../ink/ink600.xml"/><Relationship Id="rId56" Type="http://schemas.openxmlformats.org/officeDocument/2006/relationships/customXml" Target="../ink/ink621.xml"/><Relationship Id="rId317" Type="http://schemas.openxmlformats.org/officeDocument/2006/relationships/image" Target="../media/image684.png"/><Relationship Id="rId359" Type="http://schemas.openxmlformats.org/officeDocument/2006/relationships/image" Target="../media/image705.png"/><Relationship Id="rId98" Type="http://schemas.openxmlformats.org/officeDocument/2006/relationships/customXml" Target="../ink/ink642.xml"/><Relationship Id="rId121" Type="http://schemas.openxmlformats.org/officeDocument/2006/relationships/image" Target="../media/image586.png"/><Relationship Id="rId163" Type="http://schemas.openxmlformats.org/officeDocument/2006/relationships/image" Target="../media/image607.png"/><Relationship Id="rId219" Type="http://schemas.openxmlformats.org/officeDocument/2006/relationships/image" Target="../media/image635.png"/><Relationship Id="rId370" Type="http://schemas.openxmlformats.org/officeDocument/2006/relationships/customXml" Target="../ink/ink778.xml"/><Relationship Id="rId426" Type="http://schemas.openxmlformats.org/officeDocument/2006/relationships/customXml" Target="../ink/ink806.xml"/><Relationship Id="rId230" Type="http://schemas.openxmlformats.org/officeDocument/2006/relationships/customXml" Target="../ink/ink708.xml"/><Relationship Id="rId468" Type="http://schemas.openxmlformats.org/officeDocument/2006/relationships/customXml" Target="../ink/ink827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729.xml"/><Relationship Id="rId328" Type="http://schemas.openxmlformats.org/officeDocument/2006/relationships/customXml" Target="../ink/ink757.xml"/><Relationship Id="rId132" Type="http://schemas.openxmlformats.org/officeDocument/2006/relationships/customXml" Target="../ink/ink659.xml"/><Relationship Id="rId174" Type="http://schemas.openxmlformats.org/officeDocument/2006/relationships/customXml" Target="../ink/ink680.xml"/><Relationship Id="rId381" Type="http://schemas.openxmlformats.org/officeDocument/2006/relationships/image" Target="../media/image716.png"/><Relationship Id="rId241" Type="http://schemas.openxmlformats.org/officeDocument/2006/relationships/image" Target="../media/image646.png"/><Relationship Id="rId437" Type="http://schemas.openxmlformats.org/officeDocument/2006/relationships/image" Target="../media/image744.png"/><Relationship Id="rId479" Type="http://schemas.openxmlformats.org/officeDocument/2006/relationships/image" Target="../media/image765.png"/><Relationship Id="rId36" Type="http://schemas.openxmlformats.org/officeDocument/2006/relationships/customXml" Target="../ink/ink611.xml"/><Relationship Id="rId283" Type="http://schemas.openxmlformats.org/officeDocument/2006/relationships/image" Target="../media/image667.png"/><Relationship Id="rId339" Type="http://schemas.openxmlformats.org/officeDocument/2006/relationships/image" Target="../media/image695.png"/><Relationship Id="rId78" Type="http://schemas.openxmlformats.org/officeDocument/2006/relationships/customXml" Target="../ink/ink632.xml"/><Relationship Id="rId101" Type="http://schemas.openxmlformats.org/officeDocument/2006/relationships/image" Target="../media/image50.png"/><Relationship Id="rId143" Type="http://schemas.openxmlformats.org/officeDocument/2006/relationships/image" Target="../media/image597.png"/><Relationship Id="rId185" Type="http://schemas.openxmlformats.org/officeDocument/2006/relationships/image" Target="../media/image618.png"/><Relationship Id="rId350" Type="http://schemas.openxmlformats.org/officeDocument/2006/relationships/customXml" Target="../ink/ink768.xml"/><Relationship Id="rId406" Type="http://schemas.openxmlformats.org/officeDocument/2006/relationships/customXml" Target="../ink/ink796.xml"/><Relationship Id="rId9" Type="http://schemas.openxmlformats.org/officeDocument/2006/relationships/image" Target="../media/image4.png"/><Relationship Id="rId210" Type="http://schemas.openxmlformats.org/officeDocument/2006/relationships/customXml" Target="../ink/ink698.xml"/><Relationship Id="rId392" Type="http://schemas.openxmlformats.org/officeDocument/2006/relationships/customXml" Target="../ink/ink789.xml"/><Relationship Id="rId448" Type="http://schemas.openxmlformats.org/officeDocument/2006/relationships/customXml" Target="../ink/ink817.xml"/><Relationship Id="rId252" Type="http://schemas.openxmlformats.org/officeDocument/2006/relationships/customXml" Target="../ink/ink719.xml"/><Relationship Id="rId294" Type="http://schemas.openxmlformats.org/officeDocument/2006/relationships/customXml" Target="../ink/ink740.xml"/><Relationship Id="rId308" Type="http://schemas.openxmlformats.org/officeDocument/2006/relationships/customXml" Target="../ink/ink747.xml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649.xml"/><Relationship Id="rId154" Type="http://schemas.openxmlformats.org/officeDocument/2006/relationships/customXml" Target="../ink/ink670.xml"/><Relationship Id="rId361" Type="http://schemas.openxmlformats.org/officeDocument/2006/relationships/image" Target="../media/image706.png"/><Relationship Id="rId196" Type="http://schemas.openxmlformats.org/officeDocument/2006/relationships/customXml" Target="../ink/ink691.xml"/><Relationship Id="rId417" Type="http://schemas.openxmlformats.org/officeDocument/2006/relationships/image" Target="../media/image734.png"/><Relationship Id="rId459" Type="http://schemas.openxmlformats.org/officeDocument/2006/relationships/image" Target="../media/image755.png"/><Relationship Id="rId16" Type="http://schemas.openxmlformats.org/officeDocument/2006/relationships/customXml" Target="../ink/ink601.xml"/><Relationship Id="rId221" Type="http://schemas.openxmlformats.org/officeDocument/2006/relationships/image" Target="../media/image636.png"/><Relationship Id="rId263" Type="http://schemas.openxmlformats.org/officeDocument/2006/relationships/image" Target="../media/image657.png"/><Relationship Id="rId319" Type="http://schemas.openxmlformats.org/officeDocument/2006/relationships/image" Target="../media/image685.png"/><Relationship Id="rId470" Type="http://schemas.openxmlformats.org/officeDocument/2006/relationships/customXml" Target="../ink/ink828.xml"/><Relationship Id="rId58" Type="http://schemas.openxmlformats.org/officeDocument/2006/relationships/customXml" Target="../ink/ink622.xml"/><Relationship Id="rId123" Type="http://schemas.openxmlformats.org/officeDocument/2006/relationships/image" Target="../media/image587.png"/><Relationship Id="rId330" Type="http://schemas.openxmlformats.org/officeDocument/2006/relationships/customXml" Target="../ink/ink758.xml"/><Relationship Id="rId165" Type="http://schemas.openxmlformats.org/officeDocument/2006/relationships/image" Target="../media/image608.png"/><Relationship Id="rId372" Type="http://schemas.openxmlformats.org/officeDocument/2006/relationships/customXml" Target="../ink/ink779.xml"/><Relationship Id="rId428" Type="http://schemas.openxmlformats.org/officeDocument/2006/relationships/customXml" Target="../ink/ink807.xml"/><Relationship Id="rId232" Type="http://schemas.openxmlformats.org/officeDocument/2006/relationships/customXml" Target="../ink/ink709.xml"/><Relationship Id="rId274" Type="http://schemas.openxmlformats.org/officeDocument/2006/relationships/customXml" Target="../ink/ink730.xml"/><Relationship Id="rId481" Type="http://schemas.openxmlformats.org/officeDocument/2006/relationships/image" Target="../media/image766.png"/><Relationship Id="rId27" Type="http://schemas.openxmlformats.org/officeDocument/2006/relationships/image" Target="../media/image13.png"/><Relationship Id="rId69" Type="http://schemas.openxmlformats.org/officeDocument/2006/relationships/image" Target="../media/image34.png"/><Relationship Id="rId134" Type="http://schemas.openxmlformats.org/officeDocument/2006/relationships/customXml" Target="../ink/ink660.xml"/><Relationship Id="rId80" Type="http://schemas.openxmlformats.org/officeDocument/2006/relationships/customXml" Target="../ink/ink633.xml"/><Relationship Id="rId176" Type="http://schemas.openxmlformats.org/officeDocument/2006/relationships/customXml" Target="../ink/ink681.xml"/><Relationship Id="rId341" Type="http://schemas.openxmlformats.org/officeDocument/2006/relationships/image" Target="../media/image696.png"/><Relationship Id="rId383" Type="http://schemas.openxmlformats.org/officeDocument/2006/relationships/image" Target="../media/image717.png"/><Relationship Id="rId439" Type="http://schemas.openxmlformats.org/officeDocument/2006/relationships/image" Target="../media/image745.png"/><Relationship Id="rId201" Type="http://schemas.openxmlformats.org/officeDocument/2006/relationships/image" Target="../media/image626.png"/><Relationship Id="rId243" Type="http://schemas.openxmlformats.org/officeDocument/2006/relationships/image" Target="../media/image647.png"/><Relationship Id="rId285" Type="http://schemas.openxmlformats.org/officeDocument/2006/relationships/image" Target="../media/image668.png"/><Relationship Id="rId450" Type="http://schemas.openxmlformats.org/officeDocument/2006/relationships/customXml" Target="../ink/ink818.xml"/><Relationship Id="rId38" Type="http://schemas.openxmlformats.org/officeDocument/2006/relationships/customXml" Target="../ink/ink612.xml"/><Relationship Id="rId103" Type="http://schemas.openxmlformats.org/officeDocument/2006/relationships/image" Target="../media/image51.png"/><Relationship Id="rId310" Type="http://schemas.openxmlformats.org/officeDocument/2006/relationships/customXml" Target="../ink/ink748.xml"/><Relationship Id="rId91" Type="http://schemas.openxmlformats.org/officeDocument/2006/relationships/image" Target="../media/image45.png"/><Relationship Id="rId145" Type="http://schemas.openxmlformats.org/officeDocument/2006/relationships/image" Target="../media/image598.png"/><Relationship Id="rId187" Type="http://schemas.openxmlformats.org/officeDocument/2006/relationships/image" Target="../media/image619.png"/><Relationship Id="rId352" Type="http://schemas.openxmlformats.org/officeDocument/2006/relationships/customXml" Target="../ink/ink769.xml"/><Relationship Id="rId394" Type="http://schemas.openxmlformats.org/officeDocument/2006/relationships/customXml" Target="../ink/ink790.xml"/><Relationship Id="rId408" Type="http://schemas.openxmlformats.org/officeDocument/2006/relationships/customXml" Target="../ink/ink797.xml"/><Relationship Id="rId212" Type="http://schemas.openxmlformats.org/officeDocument/2006/relationships/customXml" Target="../ink/ink699.xml"/><Relationship Id="rId254" Type="http://schemas.openxmlformats.org/officeDocument/2006/relationships/customXml" Target="../ink/ink720.xml"/><Relationship Id="rId49" Type="http://schemas.openxmlformats.org/officeDocument/2006/relationships/image" Target="../media/image24.png"/><Relationship Id="rId114" Type="http://schemas.openxmlformats.org/officeDocument/2006/relationships/customXml" Target="../ink/ink650.xml"/><Relationship Id="rId296" Type="http://schemas.openxmlformats.org/officeDocument/2006/relationships/customXml" Target="../ink/ink741.xml"/><Relationship Id="rId461" Type="http://schemas.openxmlformats.org/officeDocument/2006/relationships/image" Target="../media/image756.png"/><Relationship Id="rId60" Type="http://schemas.openxmlformats.org/officeDocument/2006/relationships/customXml" Target="../ink/ink623.xml"/><Relationship Id="rId156" Type="http://schemas.openxmlformats.org/officeDocument/2006/relationships/customXml" Target="../ink/ink671.xml"/><Relationship Id="rId198" Type="http://schemas.openxmlformats.org/officeDocument/2006/relationships/customXml" Target="../ink/ink692.xml"/><Relationship Id="rId321" Type="http://schemas.openxmlformats.org/officeDocument/2006/relationships/image" Target="../media/image686.png"/><Relationship Id="rId363" Type="http://schemas.openxmlformats.org/officeDocument/2006/relationships/image" Target="../media/image707.png"/><Relationship Id="rId419" Type="http://schemas.openxmlformats.org/officeDocument/2006/relationships/image" Target="../media/image735.png"/><Relationship Id="rId223" Type="http://schemas.openxmlformats.org/officeDocument/2006/relationships/image" Target="../media/image637.png"/><Relationship Id="rId430" Type="http://schemas.openxmlformats.org/officeDocument/2006/relationships/customXml" Target="../ink/ink808.xml"/><Relationship Id="rId18" Type="http://schemas.openxmlformats.org/officeDocument/2006/relationships/customXml" Target="../ink/ink602.xml"/><Relationship Id="rId265" Type="http://schemas.openxmlformats.org/officeDocument/2006/relationships/image" Target="../media/image658.png"/><Relationship Id="rId472" Type="http://schemas.openxmlformats.org/officeDocument/2006/relationships/customXml" Target="../ink/ink829.xml"/><Relationship Id="rId125" Type="http://schemas.openxmlformats.org/officeDocument/2006/relationships/image" Target="../media/image588.png"/><Relationship Id="rId167" Type="http://schemas.openxmlformats.org/officeDocument/2006/relationships/image" Target="../media/image609.png"/><Relationship Id="rId332" Type="http://schemas.openxmlformats.org/officeDocument/2006/relationships/customXml" Target="../ink/ink759.xml"/><Relationship Id="rId374" Type="http://schemas.openxmlformats.org/officeDocument/2006/relationships/customXml" Target="../ink/ink780.xml"/><Relationship Id="rId71" Type="http://schemas.openxmlformats.org/officeDocument/2006/relationships/image" Target="../media/image35.png"/><Relationship Id="rId234" Type="http://schemas.openxmlformats.org/officeDocument/2006/relationships/customXml" Target="../ink/ink710.xml"/><Relationship Id="rId2" Type="http://schemas.openxmlformats.org/officeDocument/2006/relationships/customXml" Target="../ink/ink594.xml"/><Relationship Id="rId29" Type="http://schemas.openxmlformats.org/officeDocument/2006/relationships/image" Target="../media/image14.png"/><Relationship Id="rId276" Type="http://schemas.openxmlformats.org/officeDocument/2006/relationships/customXml" Target="../ink/ink731.xml"/><Relationship Id="rId441" Type="http://schemas.openxmlformats.org/officeDocument/2006/relationships/image" Target="../media/image746.png"/><Relationship Id="rId483" Type="http://schemas.openxmlformats.org/officeDocument/2006/relationships/image" Target="../media/image767.png"/><Relationship Id="rId40" Type="http://schemas.openxmlformats.org/officeDocument/2006/relationships/customXml" Target="../ink/ink613.xml"/><Relationship Id="rId136" Type="http://schemas.openxmlformats.org/officeDocument/2006/relationships/customXml" Target="../ink/ink661.xml"/><Relationship Id="rId178" Type="http://schemas.openxmlformats.org/officeDocument/2006/relationships/customXml" Target="../ink/ink682.xml"/><Relationship Id="rId301" Type="http://schemas.openxmlformats.org/officeDocument/2006/relationships/image" Target="../media/image676.png"/><Relationship Id="rId343" Type="http://schemas.openxmlformats.org/officeDocument/2006/relationships/image" Target="../media/image697.png"/><Relationship Id="rId82" Type="http://schemas.openxmlformats.org/officeDocument/2006/relationships/customXml" Target="../ink/ink634.xml"/><Relationship Id="rId203" Type="http://schemas.openxmlformats.org/officeDocument/2006/relationships/image" Target="../media/image627.png"/><Relationship Id="rId385" Type="http://schemas.openxmlformats.org/officeDocument/2006/relationships/image" Target="../media/image718.png"/><Relationship Id="rId245" Type="http://schemas.openxmlformats.org/officeDocument/2006/relationships/image" Target="../media/image648.png"/><Relationship Id="rId287" Type="http://schemas.openxmlformats.org/officeDocument/2006/relationships/image" Target="../media/image669.png"/><Relationship Id="rId410" Type="http://schemas.openxmlformats.org/officeDocument/2006/relationships/customXml" Target="../ink/ink798.xml"/><Relationship Id="rId452" Type="http://schemas.openxmlformats.org/officeDocument/2006/relationships/customXml" Target="../ink/ink819.xml"/><Relationship Id="rId105" Type="http://schemas.openxmlformats.org/officeDocument/2006/relationships/image" Target="../media/image52.png"/><Relationship Id="rId147" Type="http://schemas.openxmlformats.org/officeDocument/2006/relationships/image" Target="../media/image599.png"/><Relationship Id="rId312" Type="http://schemas.openxmlformats.org/officeDocument/2006/relationships/customXml" Target="../ink/ink749.xml"/><Relationship Id="rId354" Type="http://schemas.openxmlformats.org/officeDocument/2006/relationships/customXml" Target="../ink/ink770.xml"/><Relationship Id="rId51" Type="http://schemas.openxmlformats.org/officeDocument/2006/relationships/image" Target="../media/image25.png"/><Relationship Id="rId93" Type="http://schemas.openxmlformats.org/officeDocument/2006/relationships/image" Target="../media/image46.png"/><Relationship Id="rId189" Type="http://schemas.openxmlformats.org/officeDocument/2006/relationships/image" Target="../media/image620.png"/><Relationship Id="rId396" Type="http://schemas.openxmlformats.org/officeDocument/2006/relationships/customXml" Target="../ink/ink791.xml"/><Relationship Id="rId3" Type="http://schemas.openxmlformats.org/officeDocument/2006/relationships/image" Target="../media/image1.png"/><Relationship Id="rId214" Type="http://schemas.openxmlformats.org/officeDocument/2006/relationships/customXml" Target="../ink/ink700.xml"/><Relationship Id="rId235" Type="http://schemas.openxmlformats.org/officeDocument/2006/relationships/image" Target="../media/image643.png"/><Relationship Id="rId256" Type="http://schemas.openxmlformats.org/officeDocument/2006/relationships/customXml" Target="../ink/ink721.xml"/><Relationship Id="rId277" Type="http://schemas.openxmlformats.org/officeDocument/2006/relationships/image" Target="../media/image664.png"/><Relationship Id="rId298" Type="http://schemas.openxmlformats.org/officeDocument/2006/relationships/customXml" Target="../ink/ink742.xml"/><Relationship Id="rId400" Type="http://schemas.openxmlformats.org/officeDocument/2006/relationships/customXml" Target="../ink/ink793.xml"/><Relationship Id="rId421" Type="http://schemas.openxmlformats.org/officeDocument/2006/relationships/image" Target="../media/image736.png"/><Relationship Id="rId442" Type="http://schemas.openxmlformats.org/officeDocument/2006/relationships/customXml" Target="../ink/ink814.xml"/><Relationship Id="rId463" Type="http://schemas.openxmlformats.org/officeDocument/2006/relationships/image" Target="../media/image757.png"/><Relationship Id="rId116" Type="http://schemas.openxmlformats.org/officeDocument/2006/relationships/customXml" Target="../ink/ink651.xml"/><Relationship Id="rId137" Type="http://schemas.openxmlformats.org/officeDocument/2006/relationships/image" Target="../media/image594.png"/><Relationship Id="rId158" Type="http://schemas.openxmlformats.org/officeDocument/2006/relationships/customXml" Target="../ink/ink672.xml"/><Relationship Id="rId302" Type="http://schemas.openxmlformats.org/officeDocument/2006/relationships/customXml" Target="../ink/ink744.xml"/><Relationship Id="rId323" Type="http://schemas.openxmlformats.org/officeDocument/2006/relationships/image" Target="../media/image687.png"/><Relationship Id="rId344" Type="http://schemas.openxmlformats.org/officeDocument/2006/relationships/customXml" Target="../ink/ink765.xml"/><Relationship Id="rId20" Type="http://schemas.openxmlformats.org/officeDocument/2006/relationships/customXml" Target="../ink/ink603.xml"/><Relationship Id="rId41" Type="http://schemas.openxmlformats.org/officeDocument/2006/relationships/image" Target="../media/image20.png"/><Relationship Id="rId62" Type="http://schemas.openxmlformats.org/officeDocument/2006/relationships/customXml" Target="../ink/ink624.xml"/><Relationship Id="rId83" Type="http://schemas.openxmlformats.org/officeDocument/2006/relationships/image" Target="../media/image41.png"/><Relationship Id="rId179" Type="http://schemas.openxmlformats.org/officeDocument/2006/relationships/image" Target="../media/image615.png"/><Relationship Id="rId365" Type="http://schemas.openxmlformats.org/officeDocument/2006/relationships/image" Target="../media/image708.png"/><Relationship Id="rId386" Type="http://schemas.openxmlformats.org/officeDocument/2006/relationships/customXml" Target="../ink/ink786.xml"/><Relationship Id="rId190" Type="http://schemas.openxmlformats.org/officeDocument/2006/relationships/customXml" Target="../ink/ink688.xml"/><Relationship Id="rId204" Type="http://schemas.openxmlformats.org/officeDocument/2006/relationships/customXml" Target="../ink/ink695.xml"/><Relationship Id="rId225" Type="http://schemas.openxmlformats.org/officeDocument/2006/relationships/image" Target="../media/image638.png"/><Relationship Id="rId246" Type="http://schemas.openxmlformats.org/officeDocument/2006/relationships/customXml" Target="../ink/ink716.xml"/><Relationship Id="rId267" Type="http://schemas.openxmlformats.org/officeDocument/2006/relationships/image" Target="../media/image659.png"/><Relationship Id="rId288" Type="http://schemas.openxmlformats.org/officeDocument/2006/relationships/customXml" Target="../ink/ink737.xml"/><Relationship Id="rId411" Type="http://schemas.openxmlformats.org/officeDocument/2006/relationships/image" Target="../media/image731.png"/><Relationship Id="rId432" Type="http://schemas.openxmlformats.org/officeDocument/2006/relationships/customXml" Target="../ink/ink809.xml"/><Relationship Id="rId453" Type="http://schemas.openxmlformats.org/officeDocument/2006/relationships/image" Target="../media/image752.png"/><Relationship Id="rId474" Type="http://schemas.openxmlformats.org/officeDocument/2006/relationships/customXml" Target="../ink/ink830.xml"/><Relationship Id="rId106" Type="http://schemas.openxmlformats.org/officeDocument/2006/relationships/customXml" Target="../ink/ink646.xml"/><Relationship Id="rId127" Type="http://schemas.openxmlformats.org/officeDocument/2006/relationships/image" Target="../media/image589.png"/><Relationship Id="rId313" Type="http://schemas.openxmlformats.org/officeDocument/2006/relationships/image" Target="../media/image682.png"/><Relationship Id="rId10" Type="http://schemas.openxmlformats.org/officeDocument/2006/relationships/customXml" Target="../ink/ink598.xml"/><Relationship Id="rId31" Type="http://schemas.openxmlformats.org/officeDocument/2006/relationships/image" Target="../media/image15.png"/><Relationship Id="rId52" Type="http://schemas.openxmlformats.org/officeDocument/2006/relationships/customXml" Target="../ink/ink619.xml"/><Relationship Id="rId73" Type="http://schemas.openxmlformats.org/officeDocument/2006/relationships/image" Target="../media/image36.png"/><Relationship Id="rId94" Type="http://schemas.openxmlformats.org/officeDocument/2006/relationships/customXml" Target="../ink/ink640.xml"/><Relationship Id="rId148" Type="http://schemas.openxmlformats.org/officeDocument/2006/relationships/customXml" Target="../ink/ink667.xml"/><Relationship Id="rId169" Type="http://schemas.openxmlformats.org/officeDocument/2006/relationships/image" Target="../media/image610.png"/><Relationship Id="rId334" Type="http://schemas.openxmlformats.org/officeDocument/2006/relationships/customXml" Target="../ink/ink760.xml"/><Relationship Id="rId355" Type="http://schemas.openxmlformats.org/officeDocument/2006/relationships/image" Target="../media/image703.png"/><Relationship Id="rId376" Type="http://schemas.openxmlformats.org/officeDocument/2006/relationships/customXml" Target="../ink/ink781.xml"/><Relationship Id="rId397" Type="http://schemas.openxmlformats.org/officeDocument/2006/relationships/image" Target="../media/image724.png"/><Relationship Id="rId4" Type="http://schemas.openxmlformats.org/officeDocument/2006/relationships/customXml" Target="../ink/ink595.xml"/><Relationship Id="rId180" Type="http://schemas.openxmlformats.org/officeDocument/2006/relationships/customXml" Target="../ink/ink683.xml"/><Relationship Id="rId215" Type="http://schemas.openxmlformats.org/officeDocument/2006/relationships/image" Target="../media/image633.png"/><Relationship Id="rId236" Type="http://schemas.openxmlformats.org/officeDocument/2006/relationships/customXml" Target="../ink/ink711.xml"/><Relationship Id="rId257" Type="http://schemas.openxmlformats.org/officeDocument/2006/relationships/image" Target="../media/image654.png"/><Relationship Id="rId278" Type="http://schemas.openxmlformats.org/officeDocument/2006/relationships/customXml" Target="../ink/ink732.xml"/><Relationship Id="rId401" Type="http://schemas.openxmlformats.org/officeDocument/2006/relationships/image" Target="../media/image726.png"/><Relationship Id="rId422" Type="http://schemas.openxmlformats.org/officeDocument/2006/relationships/customXml" Target="../ink/ink804.xml"/><Relationship Id="rId443" Type="http://schemas.openxmlformats.org/officeDocument/2006/relationships/image" Target="../media/image747.png"/><Relationship Id="rId464" Type="http://schemas.openxmlformats.org/officeDocument/2006/relationships/customXml" Target="../ink/ink825.xml"/><Relationship Id="rId303" Type="http://schemas.openxmlformats.org/officeDocument/2006/relationships/image" Target="../media/image677.png"/><Relationship Id="rId42" Type="http://schemas.openxmlformats.org/officeDocument/2006/relationships/customXml" Target="../ink/ink614.xml"/><Relationship Id="rId84" Type="http://schemas.openxmlformats.org/officeDocument/2006/relationships/customXml" Target="../ink/ink635.xml"/><Relationship Id="rId138" Type="http://schemas.openxmlformats.org/officeDocument/2006/relationships/customXml" Target="../ink/ink662.xml"/><Relationship Id="rId345" Type="http://schemas.openxmlformats.org/officeDocument/2006/relationships/image" Target="../media/image698.png"/><Relationship Id="rId387" Type="http://schemas.openxmlformats.org/officeDocument/2006/relationships/image" Target="../media/image719.png"/><Relationship Id="rId191" Type="http://schemas.openxmlformats.org/officeDocument/2006/relationships/image" Target="../media/image621.png"/><Relationship Id="rId205" Type="http://schemas.openxmlformats.org/officeDocument/2006/relationships/image" Target="../media/image628.png"/><Relationship Id="rId247" Type="http://schemas.openxmlformats.org/officeDocument/2006/relationships/image" Target="../media/image649.png"/><Relationship Id="rId412" Type="http://schemas.openxmlformats.org/officeDocument/2006/relationships/customXml" Target="../ink/ink799.xml"/><Relationship Id="rId107" Type="http://schemas.openxmlformats.org/officeDocument/2006/relationships/image" Target="../media/image53.png"/><Relationship Id="rId289" Type="http://schemas.openxmlformats.org/officeDocument/2006/relationships/image" Target="../media/image670.png"/><Relationship Id="rId454" Type="http://schemas.openxmlformats.org/officeDocument/2006/relationships/customXml" Target="../ink/ink820.xml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600.png"/><Relationship Id="rId314" Type="http://schemas.openxmlformats.org/officeDocument/2006/relationships/customXml" Target="../ink/ink750.xml"/><Relationship Id="rId356" Type="http://schemas.openxmlformats.org/officeDocument/2006/relationships/customXml" Target="../ink/ink771.xml"/><Relationship Id="rId398" Type="http://schemas.openxmlformats.org/officeDocument/2006/relationships/customXml" Target="../ink/ink792.xml"/><Relationship Id="rId95" Type="http://schemas.openxmlformats.org/officeDocument/2006/relationships/image" Target="../media/image47.png"/><Relationship Id="rId160" Type="http://schemas.openxmlformats.org/officeDocument/2006/relationships/customXml" Target="../ink/ink673.xml"/><Relationship Id="rId216" Type="http://schemas.openxmlformats.org/officeDocument/2006/relationships/customXml" Target="../ink/ink701.xml"/><Relationship Id="rId423" Type="http://schemas.openxmlformats.org/officeDocument/2006/relationships/image" Target="../media/image737.png"/><Relationship Id="rId258" Type="http://schemas.openxmlformats.org/officeDocument/2006/relationships/customXml" Target="../ink/ink722.xml"/><Relationship Id="rId465" Type="http://schemas.openxmlformats.org/officeDocument/2006/relationships/image" Target="../media/image758.png"/><Relationship Id="rId22" Type="http://schemas.openxmlformats.org/officeDocument/2006/relationships/customXml" Target="../ink/ink604.xml"/><Relationship Id="rId64" Type="http://schemas.openxmlformats.org/officeDocument/2006/relationships/customXml" Target="../ink/ink625.xml"/><Relationship Id="rId118" Type="http://schemas.openxmlformats.org/officeDocument/2006/relationships/customXml" Target="../ink/ink652.xml"/><Relationship Id="rId325" Type="http://schemas.openxmlformats.org/officeDocument/2006/relationships/image" Target="../media/image688.png"/><Relationship Id="rId367" Type="http://schemas.openxmlformats.org/officeDocument/2006/relationships/image" Target="../media/image709.png"/><Relationship Id="rId171" Type="http://schemas.openxmlformats.org/officeDocument/2006/relationships/image" Target="../media/image611.png"/><Relationship Id="rId227" Type="http://schemas.openxmlformats.org/officeDocument/2006/relationships/image" Target="../media/image639.png"/><Relationship Id="rId269" Type="http://schemas.openxmlformats.org/officeDocument/2006/relationships/image" Target="../media/image660.png"/><Relationship Id="rId434" Type="http://schemas.openxmlformats.org/officeDocument/2006/relationships/customXml" Target="../ink/ink810.xml"/><Relationship Id="rId476" Type="http://schemas.openxmlformats.org/officeDocument/2006/relationships/customXml" Target="../ink/ink831.xml"/><Relationship Id="rId33" Type="http://schemas.openxmlformats.org/officeDocument/2006/relationships/image" Target="../media/image16.png"/><Relationship Id="rId129" Type="http://schemas.openxmlformats.org/officeDocument/2006/relationships/image" Target="../media/image590.png"/><Relationship Id="rId280" Type="http://schemas.openxmlformats.org/officeDocument/2006/relationships/customXml" Target="../ink/ink733.xml"/><Relationship Id="rId336" Type="http://schemas.openxmlformats.org/officeDocument/2006/relationships/customXml" Target="../ink/ink761.xml"/><Relationship Id="rId75" Type="http://schemas.openxmlformats.org/officeDocument/2006/relationships/image" Target="../media/image37.png"/><Relationship Id="rId140" Type="http://schemas.openxmlformats.org/officeDocument/2006/relationships/customXml" Target="../ink/ink663.xml"/><Relationship Id="rId182" Type="http://schemas.openxmlformats.org/officeDocument/2006/relationships/customXml" Target="../ink/ink684.xml"/><Relationship Id="rId378" Type="http://schemas.openxmlformats.org/officeDocument/2006/relationships/customXml" Target="../ink/ink782.xml"/><Relationship Id="rId403" Type="http://schemas.openxmlformats.org/officeDocument/2006/relationships/image" Target="../media/image727.png"/><Relationship Id="rId6" Type="http://schemas.openxmlformats.org/officeDocument/2006/relationships/customXml" Target="../ink/ink596.xml"/><Relationship Id="rId238" Type="http://schemas.openxmlformats.org/officeDocument/2006/relationships/customXml" Target="../ink/ink712.xml"/><Relationship Id="rId445" Type="http://schemas.openxmlformats.org/officeDocument/2006/relationships/image" Target="../media/image748.png"/><Relationship Id="rId291" Type="http://schemas.openxmlformats.org/officeDocument/2006/relationships/image" Target="../media/image671.png"/><Relationship Id="rId305" Type="http://schemas.openxmlformats.org/officeDocument/2006/relationships/image" Target="../media/image678.png"/><Relationship Id="rId347" Type="http://schemas.openxmlformats.org/officeDocument/2006/relationships/image" Target="../media/image699.png"/><Relationship Id="rId44" Type="http://schemas.openxmlformats.org/officeDocument/2006/relationships/customXml" Target="../ink/ink615.xml"/><Relationship Id="rId86" Type="http://schemas.openxmlformats.org/officeDocument/2006/relationships/customXml" Target="../ink/ink636.xml"/><Relationship Id="rId151" Type="http://schemas.openxmlformats.org/officeDocument/2006/relationships/image" Target="../media/image601.png"/><Relationship Id="rId389" Type="http://schemas.openxmlformats.org/officeDocument/2006/relationships/image" Target="../media/image720.png"/><Relationship Id="rId193" Type="http://schemas.openxmlformats.org/officeDocument/2006/relationships/image" Target="../media/image622.png"/><Relationship Id="rId207" Type="http://schemas.openxmlformats.org/officeDocument/2006/relationships/image" Target="../media/image629.png"/><Relationship Id="rId249" Type="http://schemas.openxmlformats.org/officeDocument/2006/relationships/image" Target="../media/image650.png"/><Relationship Id="rId414" Type="http://schemas.openxmlformats.org/officeDocument/2006/relationships/customXml" Target="../ink/ink800.xml"/><Relationship Id="rId456" Type="http://schemas.openxmlformats.org/officeDocument/2006/relationships/customXml" Target="../ink/ink821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723.xml"/><Relationship Id="rId316" Type="http://schemas.openxmlformats.org/officeDocument/2006/relationships/customXml" Target="../ink/ink751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53.xml"/><Relationship Id="rId358" Type="http://schemas.openxmlformats.org/officeDocument/2006/relationships/customXml" Target="../ink/ink772.xml"/><Relationship Id="rId162" Type="http://schemas.openxmlformats.org/officeDocument/2006/relationships/customXml" Target="../ink/ink674.xml"/><Relationship Id="rId218" Type="http://schemas.openxmlformats.org/officeDocument/2006/relationships/customXml" Target="../ink/ink702.xml"/><Relationship Id="rId425" Type="http://schemas.openxmlformats.org/officeDocument/2006/relationships/image" Target="../media/image738.png"/><Relationship Id="rId467" Type="http://schemas.openxmlformats.org/officeDocument/2006/relationships/image" Target="../media/image759.png"/><Relationship Id="rId271" Type="http://schemas.openxmlformats.org/officeDocument/2006/relationships/image" Target="../media/image661.png"/><Relationship Id="rId24" Type="http://schemas.openxmlformats.org/officeDocument/2006/relationships/customXml" Target="../ink/ink605.xml"/><Relationship Id="rId66" Type="http://schemas.openxmlformats.org/officeDocument/2006/relationships/customXml" Target="../ink/ink626.xml"/><Relationship Id="rId131" Type="http://schemas.openxmlformats.org/officeDocument/2006/relationships/image" Target="../media/image591.png"/><Relationship Id="rId327" Type="http://schemas.openxmlformats.org/officeDocument/2006/relationships/image" Target="../media/image689.png"/><Relationship Id="rId369" Type="http://schemas.openxmlformats.org/officeDocument/2006/relationships/image" Target="../media/image710.png"/><Relationship Id="rId173" Type="http://schemas.openxmlformats.org/officeDocument/2006/relationships/image" Target="../media/image612.png"/><Relationship Id="rId229" Type="http://schemas.openxmlformats.org/officeDocument/2006/relationships/image" Target="../media/image640.png"/><Relationship Id="rId380" Type="http://schemas.openxmlformats.org/officeDocument/2006/relationships/customXml" Target="../ink/ink783.xml"/><Relationship Id="rId436" Type="http://schemas.openxmlformats.org/officeDocument/2006/relationships/customXml" Target="../ink/ink811.xml"/><Relationship Id="rId240" Type="http://schemas.openxmlformats.org/officeDocument/2006/relationships/customXml" Target="../ink/ink713.xml"/><Relationship Id="rId478" Type="http://schemas.openxmlformats.org/officeDocument/2006/relationships/customXml" Target="../ink/ink832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643.xml"/><Relationship Id="rId282" Type="http://schemas.openxmlformats.org/officeDocument/2006/relationships/customXml" Target="../ink/ink734.xml"/><Relationship Id="rId338" Type="http://schemas.openxmlformats.org/officeDocument/2006/relationships/customXml" Target="../ink/ink762.xml"/><Relationship Id="rId8" Type="http://schemas.openxmlformats.org/officeDocument/2006/relationships/customXml" Target="../ink/ink597.xml"/><Relationship Id="rId142" Type="http://schemas.openxmlformats.org/officeDocument/2006/relationships/customXml" Target="../ink/ink664.xml"/><Relationship Id="rId184" Type="http://schemas.openxmlformats.org/officeDocument/2006/relationships/customXml" Target="../ink/ink685.xml"/><Relationship Id="rId391" Type="http://schemas.openxmlformats.org/officeDocument/2006/relationships/image" Target="../media/image721.png"/><Relationship Id="rId405" Type="http://schemas.openxmlformats.org/officeDocument/2006/relationships/image" Target="../media/image728.png"/><Relationship Id="rId447" Type="http://schemas.openxmlformats.org/officeDocument/2006/relationships/image" Target="../media/image749.png"/><Relationship Id="rId251" Type="http://schemas.openxmlformats.org/officeDocument/2006/relationships/image" Target="../media/image651.png"/><Relationship Id="rId46" Type="http://schemas.openxmlformats.org/officeDocument/2006/relationships/customXml" Target="../ink/ink616.xml"/><Relationship Id="rId293" Type="http://schemas.openxmlformats.org/officeDocument/2006/relationships/image" Target="../media/image672.png"/><Relationship Id="rId307" Type="http://schemas.openxmlformats.org/officeDocument/2006/relationships/image" Target="../media/image679.png"/><Relationship Id="rId349" Type="http://schemas.openxmlformats.org/officeDocument/2006/relationships/image" Target="../media/image700.png"/><Relationship Id="rId88" Type="http://schemas.openxmlformats.org/officeDocument/2006/relationships/customXml" Target="../ink/ink637.xml"/><Relationship Id="rId111" Type="http://schemas.openxmlformats.org/officeDocument/2006/relationships/image" Target="../media/image55.png"/><Relationship Id="rId153" Type="http://schemas.openxmlformats.org/officeDocument/2006/relationships/image" Target="../media/image602.png"/><Relationship Id="rId195" Type="http://schemas.openxmlformats.org/officeDocument/2006/relationships/image" Target="../media/image623.png"/><Relationship Id="rId209" Type="http://schemas.openxmlformats.org/officeDocument/2006/relationships/image" Target="../media/image630.png"/><Relationship Id="rId360" Type="http://schemas.openxmlformats.org/officeDocument/2006/relationships/customXml" Target="../ink/ink773.xml"/><Relationship Id="rId416" Type="http://schemas.openxmlformats.org/officeDocument/2006/relationships/customXml" Target="../ink/ink801.xml"/><Relationship Id="rId220" Type="http://schemas.openxmlformats.org/officeDocument/2006/relationships/customXml" Target="../ink/ink703.xml"/><Relationship Id="rId458" Type="http://schemas.openxmlformats.org/officeDocument/2006/relationships/customXml" Target="../ink/ink822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724.xml"/><Relationship Id="rId318" Type="http://schemas.openxmlformats.org/officeDocument/2006/relationships/customXml" Target="../ink/ink752.xml"/><Relationship Id="rId99" Type="http://schemas.openxmlformats.org/officeDocument/2006/relationships/image" Target="../media/image49.png"/><Relationship Id="rId122" Type="http://schemas.openxmlformats.org/officeDocument/2006/relationships/customXml" Target="../ink/ink654.xml"/><Relationship Id="rId164" Type="http://schemas.openxmlformats.org/officeDocument/2006/relationships/customXml" Target="../ink/ink675.xml"/><Relationship Id="rId371" Type="http://schemas.openxmlformats.org/officeDocument/2006/relationships/image" Target="../media/image711.png"/><Relationship Id="rId427" Type="http://schemas.openxmlformats.org/officeDocument/2006/relationships/image" Target="../media/image739.png"/><Relationship Id="rId469" Type="http://schemas.openxmlformats.org/officeDocument/2006/relationships/image" Target="../media/image760.png"/><Relationship Id="rId26" Type="http://schemas.openxmlformats.org/officeDocument/2006/relationships/customXml" Target="../ink/ink606.xml"/><Relationship Id="rId231" Type="http://schemas.openxmlformats.org/officeDocument/2006/relationships/image" Target="../media/image641.png"/><Relationship Id="rId273" Type="http://schemas.openxmlformats.org/officeDocument/2006/relationships/image" Target="../media/image662.png"/><Relationship Id="rId329" Type="http://schemas.openxmlformats.org/officeDocument/2006/relationships/image" Target="../media/image690.png"/><Relationship Id="rId480" Type="http://schemas.openxmlformats.org/officeDocument/2006/relationships/customXml" Target="../ink/ink833.xml"/><Relationship Id="rId68" Type="http://schemas.openxmlformats.org/officeDocument/2006/relationships/customXml" Target="../ink/ink627.xml"/><Relationship Id="rId133" Type="http://schemas.openxmlformats.org/officeDocument/2006/relationships/image" Target="../media/image592.png"/><Relationship Id="rId175" Type="http://schemas.openxmlformats.org/officeDocument/2006/relationships/image" Target="../media/image613.png"/><Relationship Id="rId340" Type="http://schemas.openxmlformats.org/officeDocument/2006/relationships/customXml" Target="../ink/ink763.xml"/><Relationship Id="rId200" Type="http://schemas.openxmlformats.org/officeDocument/2006/relationships/customXml" Target="../ink/ink693.xml"/><Relationship Id="rId382" Type="http://schemas.openxmlformats.org/officeDocument/2006/relationships/customXml" Target="../ink/ink784.xml"/><Relationship Id="rId438" Type="http://schemas.openxmlformats.org/officeDocument/2006/relationships/customXml" Target="../ink/ink812.xml"/><Relationship Id="rId242" Type="http://schemas.openxmlformats.org/officeDocument/2006/relationships/customXml" Target="../ink/ink714.xml"/><Relationship Id="rId284" Type="http://schemas.openxmlformats.org/officeDocument/2006/relationships/customXml" Target="../ink/ink735.xml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644.xml"/><Relationship Id="rId144" Type="http://schemas.openxmlformats.org/officeDocument/2006/relationships/customXml" Target="../ink/ink665.xml"/><Relationship Id="rId90" Type="http://schemas.openxmlformats.org/officeDocument/2006/relationships/customXml" Target="../ink/ink638.xml"/><Relationship Id="rId186" Type="http://schemas.openxmlformats.org/officeDocument/2006/relationships/customXml" Target="../ink/ink686.xml"/><Relationship Id="rId351" Type="http://schemas.openxmlformats.org/officeDocument/2006/relationships/image" Target="../media/image701.png"/><Relationship Id="rId393" Type="http://schemas.openxmlformats.org/officeDocument/2006/relationships/image" Target="../media/image722.png"/><Relationship Id="rId407" Type="http://schemas.openxmlformats.org/officeDocument/2006/relationships/image" Target="../media/image729.png"/><Relationship Id="rId449" Type="http://schemas.openxmlformats.org/officeDocument/2006/relationships/image" Target="../media/image750.png"/><Relationship Id="rId211" Type="http://schemas.openxmlformats.org/officeDocument/2006/relationships/image" Target="../media/image631.png"/><Relationship Id="rId253" Type="http://schemas.openxmlformats.org/officeDocument/2006/relationships/image" Target="../media/image652.png"/><Relationship Id="rId295" Type="http://schemas.openxmlformats.org/officeDocument/2006/relationships/image" Target="../media/image673.png"/><Relationship Id="rId309" Type="http://schemas.openxmlformats.org/officeDocument/2006/relationships/image" Target="../media/image680.png"/><Relationship Id="rId460" Type="http://schemas.openxmlformats.org/officeDocument/2006/relationships/customXml" Target="../ink/ink823.xml"/><Relationship Id="rId48" Type="http://schemas.openxmlformats.org/officeDocument/2006/relationships/customXml" Target="../ink/ink617.xml"/><Relationship Id="rId113" Type="http://schemas.openxmlformats.org/officeDocument/2006/relationships/image" Target="../media/image56.png"/><Relationship Id="rId320" Type="http://schemas.openxmlformats.org/officeDocument/2006/relationships/customXml" Target="../ink/ink753.xml"/><Relationship Id="rId155" Type="http://schemas.openxmlformats.org/officeDocument/2006/relationships/image" Target="../media/image603.png"/><Relationship Id="rId197" Type="http://schemas.openxmlformats.org/officeDocument/2006/relationships/image" Target="../media/image624.png"/><Relationship Id="rId362" Type="http://schemas.openxmlformats.org/officeDocument/2006/relationships/customXml" Target="../ink/ink774.xml"/><Relationship Id="rId418" Type="http://schemas.openxmlformats.org/officeDocument/2006/relationships/customXml" Target="../ink/ink802.xml"/><Relationship Id="rId222" Type="http://schemas.openxmlformats.org/officeDocument/2006/relationships/customXml" Target="../ink/ink704.xml"/><Relationship Id="rId264" Type="http://schemas.openxmlformats.org/officeDocument/2006/relationships/customXml" Target="../ink/ink725.xml"/><Relationship Id="rId471" Type="http://schemas.openxmlformats.org/officeDocument/2006/relationships/image" Target="../media/image761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55.xml"/><Relationship Id="rId70" Type="http://schemas.openxmlformats.org/officeDocument/2006/relationships/customXml" Target="../ink/ink628.xml"/><Relationship Id="rId166" Type="http://schemas.openxmlformats.org/officeDocument/2006/relationships/customXml" Target="../ink/ink676.xml"/><Relationship Id="rId331" Type="http://schemas.openxmlformats.org/officeDocument/2006/relationships/image" Target="../media/image691.png"/><Relationship Id="rId373" Type="http://schemas.openxmlformats.org/officeDocument/2006/relationships/image" Target="../media/image712.png"/><Relationship Id="rId429" Type="http://schemas.openxmlformats.org/officeDocument/2006/relationships/image" Target="../media/image74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642.png"/><Relationship Id="rId440" Type="http://schemas.openxmlformats.org/officeDocument/2006/relationships/customXml" Target="../ink/ink813.xml"/><Relationship Id="rId28" Type="http://schemas.openxmlformats.org/officeDocument/2006/relationships/customXml" Target="../ink/ink607.xml"/><Relationship Id="rId275" Type="http://schemas.openxmlformats.org/officeDocument/2006/relationships/image" Target="../media/image663.png"/><Relationship Id="rId300" Type="http://schemas.openxmlformats.org/officeDocument/2006/relationships/customXml" Target="../ink/ink743.xml"/><Relationship Id="rId482" Type="http://schemas.openxmlformats.org/officeDocument/2006/relationships/customXml" Target="../ink/ink834.xml"/><Relationship Id="rId81" Type="http://schemas.openxmlformats.org/officeDocument/2006/relationships/image" Target="../media/image40.png"/><Relationship Id="rId135" Type="http://schemas.openxmlformats.org/officeDocument/2006/relationships/image" Target="../media/image593.png"/><Relationship Id="rId177" Type="http://schemas.openxmlformats.org/officeDocument/2006/relationships/image" Target="../media/image614.png"/><Relationship Id="rId342" Type="http://schemas.openxmlformats.org/officeDocument/2006/relationships/customXml" Target="../ink/ink764.xml"/><Relationship Id="rId384" Type="http://schemas.openxmlformats.org/officeDocument/2006/relationships/customXml" Target="../ink/ink785.xml"/><Relationship Id="rId202" Type="http://schemas.openxmlformats.org/officeDocument/2006/relationships/customXml" Target="../ink/ink694.xml"/><Relationship Id="rId244" Type="http://schemas.openxmlformats.org/officeDocument/2006/relationships/customXml" Target="../ink/ink715.xml"/><Relationship Id="rId39" Type="http://schemas.openxmlformats.org/officeDocument/2006/relationships/image" Target="../media/image19.png"/><Relationship Id="rId286" Type="http://schemas.openxmlformats.org/officeDocument/2006/relationships/customXml" Target="../ink/ink736.xml"/><Relationship Id="rId451" Type="http://schemas.openxmlformats.org/officeDocument/2006/relationships/image" Target="../media/image751.png"/><Relationship Id="rId50" Type="http://schemas.openxmlformats.org/officeDocument/2006/relationships/customXml" Target="../ink/ink618.xml"/><Relationship Id="rId104" Type="http://schemas.openxmlformats.org/officeDocument/2006/relationships/customXml" Target="../ink/ink645.xml"/><Relationship Id="rId146" Type="http://schemas.openxmlformats.org/officeDocument/2006/relationships/customXml" Target="../ink/ink666.xml"/><Relationship Id="rId188" Type="http://schemas.openxmlformats.org/officeDocument/2006/relationships/customXml" Target="../ink/ink687.xml"/><Relationship Id="rId311" Type="http://schemas.openxmlformats.org/officeDocument/2006/relationships/image" Target="../media/image681.png"/><Relationship Id="rId353" Type="http://schemas.openxmlformats.org/officeDocument/2006/relationships/image" Target="../media/image702.png"/><Relationship Id="rId395" Type="http://schemas.openxmlformats.org/officeDocument/2006/relationships/image" Target="../media/image723.png"/><Relationship Id="rId409" Type="http://schemas.openxmlformats.org/officeDocument/2006/relationships/image" Target="../media/image730.png"/><Relationship Id="rId92" Type="http://schemas.openxmlformats.org/officeDocument/2006/relationships/customXml" Target="../ink/ink639.xml"/><Relationship Id="rId213" Type="http://schemas.openxmlformats.org/officeDocument/2006/relationships/image" Target="../media/image632.png"/><Relationship Id="rId420" Type="http://schemas.openxmlformats.org/officeDocument/2006/relationships/customXml" Target="../ink/ink803.xml"/><Relationship Id="rId255" Type="http://schemas.openxmlformats.org/officeDocument/2006/relationships/image" Target="../media/image653.png"/><Relationship Id="rId297" Type="http://schemas.openxmlformats.org/officeDocument/2006/relationships/image" Target="../media/image674.png"/><Relationship Id="rId462" Type="http://schemas.openxmlformats.org/officeDocument/2006/relationships/customXml" Target="../ink/ink824.xml"/><Relationship Id="rId115" Type="http://schemas.openxmlformats.org/officeDocument/2006/relationships/image" Target="../media/image57.png"/><Relationship Id="rId157" Type="http://schemas.openxmlformats.org/officeDocument/2006/relationships/image" Target="../media/image604.png"/><Relationship Id="rId322" Type="http://schemas.openxmlformats.org/officeDocument/2006/relationships/customXml" Target="../ink/ink754.xml"/><Relationship Id="rId364" Type="http://schemas.openxmlformats.org/officeDocument/2006/relationships/customXml" Target="../ink/ink775.xml"/><Relationship Id="rId61" Type="http://schemas.openxmlformats.org/officeDocument/2006/relationships/image" Target="../media/image30.png"/><Relationship Id="rId199" Type="http://schemas.openxmlformats.org/officeDocument/2006/relationships/image" Target="../media/image625.png"/><Relationship Id="rId19" Type="http://schemas.openxmlformats.org/officeDocument/2006/relationships/image" Target="../media/image9.png"/><Relationship Id="rId224" Type="http://schemas.openxmlformats.org/officeDocument/2006/relationships/customXml" Target="../ink/ink705.xml"/><Relationship Id="rId266" Type="http://schemas.openxmlformats.org/officeDocument/2006/relationships/customXml" Target="../ink/ink726.xml"/><Relationship Id="rId431" Type="http://schemas.openxmlformats.org/officeDocument/2006/relationships/image" Target="../media/image741.png"/><Relationship Id="rId473" Type="http://schemas.openxmlformats.org/officeDocument/2006/relationships/image" Target="../media/image762.png"/><Relationship Id="rId30" Type="http://schemas.openxmlformats.org/officeDocument/2006/relationships/customXml" Target="../ink/ink608.xml"/><Relationship Id="rId126" Type="http://schemas.openxmlformats.org/officeDocument/2006/relationships/customXml" Target="../ink/ink656.xml"/><Relationship Id="rId168" Type="http://schemas.openxmlformats.org/officeDocument/2006/relationships/customXml" Target="../ink/ink677.xml"/><Relationship Id="rId333" Type="http://schemas.openxmlformats.org/officeDocument/2006/relationships/image" Target="../media/image692.png"/><Relationship Id="rId72" Type="http://schemas.openxmlformats.org/officeDocument/2006/relationships/customXml" Target="../ink/ink629.xml"/><Relationship Id="rId375" Type="http://schemas.openxmlformats.org/officeDocument/2006/relationships/image" Target="../media/image7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8.png"/><Relationship Id="rId299" Type="http://schemas.openxmlformats.org/officeDocument/2006/relationships/image" Target="../media/image796.png"/><Relationship Id="rId21" Type="http://schemas.openxmlformats.org/officeDocument/2006/relationships/image" Target="../media/image128.png"/><Relationship Id="rId63" Type="http://schemas.openxmlformats.org/officeDocument/2006/relationships/image" Target="../media/image251.png"/><Relationship Id="rId159" Type="http://schemas.openxmlformats.org/officeDocument/2006/relationships/image" Target="../media/image299.png"/><Relationship Id="rId324" Type="http://schemas.openxmlformats.org/officeDocument/2006/relationships/customXml" Target="../ink/ink997.xml"/><Relationship Id="rId366" Type="http://schemas.openxmlformats.org/officeDocument/2006/relationships/customXml" Target="../ink/ink1018.xml"/><Relationship Id="rId170" Type="http://schemas.openxmlformats.org/officeDocument/2006/relationships/customXml" Target="../ink/ink919.xml"/><Relationship Id="rId226" Type="http://schemas.openxmlformats.org/officeDocument/2006/relationships/image" Target="../media/image332.png"/><Relationship Id="rId433" Type="http://schemas.openxmlformats.org/officeDocument/2006/relationships/customXml" Target="../ink/ink1052.xml"/><Relationship Id="rId268" Type="http://schemas.openxmlformats.org/officeDocument/2006/relationships/customXml" Target="../ink/ink969.xml"/><Relationship Id="rId32" Type="http://schemas.openxmlformats.org/officeDocument/2006/relationships/customXml" Target="../ink/ink850.xml"/><Relationship Id="rId74" Type="http://schemas.openxmlformats.org/officeDocument/2006/relationships/customXml" Target="../ink/ink871.xml"/><Relationship Id="rId128" Type="http://schemas.openxmlformats.org/officeDocument/2006/relationships/customXml" Target="../ink/ink898.xml"/><Relationship Id="rId335" Type="http://schemas.openxmlformats.org/officeDocument/2006/relationships/image" Target="../media/image814.png"/><Relationship Id="rId377" Type="http://schemas.openxmlformats.org/officeDocument/2006/relationships/customXml" Target="../ink/ink1024.xml"/><Relationship Id="rId5" Type="http://schemas.openxmlformats.org/officeDocument/2006/relationships/image" Target="../media/image120.png"/><Relationship Id="rId181" Type="http://schemas.openxmlformats.org/officeDocument/2006/relationships/customXml" Target="../ink/ink925.xml"/><Relationship Id="rId237" Type="http://schemas.openxmlformats.org/officeDocument/2006/relationships/image" Target="../media/image337.png"/><Relationship Id="rId402" Type="http://schemas.openxmlformats.org/officeDocument/2006/relationships/image" Target="../media/image846.png"/><Relationship Id="rId279" Type="http://schemas.openxmlformats.org/officeDocument/2006/relationships/image" Target="../media/image786.png"/><Relationship Id="rId444" Type="http://schemas.openxmlformats.org/officeDocument/2006/relationships/image" Target="../media/image867.png"/><Relationship Id="rId43" Type="http://schemas.openxmlformats.org/officeDocument/2006/relationships/image" Target="../media/image241.png"/><Relationship Id="rId139" Type="http://schemas.openxmlformats.org/officeDocument/2006/relationships/image" Target="../media/image289.png"/><Relationship Id="rId290" Type="http://schemas.openxmlformats.org/officeDocument/2006/relationships/customXml" Target="../ink/ink980.xml"/><Relationship Id="rId304" Type="http://schemas.openxmlformats.org/officeDocument/2006/relationships/customXml" Target="../ink/ink987.xml"/><Relationship Id="rId346" Type="http://schemas.openxmlformats.org/officeDocument/2006/relationships/customXml" Target="../ink/ink1008.xml"/><Relationship Id="rId388" Type="http://schemas.openxmlformats.org/officeDocument/2006/relationships/image" Target="../media/image839.png"/><Relationship Id="rId85" Type="http://schemas.openxmlformats.org/officeDocument/2006/relationships/image" Target="../media/image262.png"/><Relationship Id="rId150" Type="http://schemas.openxmlformats.org/officeDocument/2006/relationships/customXml" Target="../ink/ink909.xml"/><Relationship Id="rId192" Type="http://schemas.openxmlformats.org/officeDocument/2006/relationships/image" Target="../media/image315.png"/><Relationship Id="rId206" Type="http://schemas.openxmlformats.org/officeDocument/2006/relationships/image" Target="../media/image322.png"/><Relationship Id="rId413" Type="http://schemas.openxmlformats.org/officeDocument/2006/relationships/customXml" Target="../ink/ink1042.xml"/><Relationship Id="rId248" Type="http://schemas.openxmlformats.org/officeDocument/2006/relationships/customXml" Target="../ink/ink959.xml"/><Relationship Id="rId455" Type="http://schemas.openxmlformats.org/officeDocument/2006/relationships/image" Target="../media/image872.png"/><Relationship Id="rId12" Type="http://schemas.openxmlformats.org/officeDocument/2006/relationships/customXml" Target="../ink/ink840.xml"/><Relationship Id="rId108" Type="http://schemas.openxmlformats.org/officeDocument/2006/relationships/customXml" Target="../ink/ink888.xml"/><Relationship Id="rId315" Type="http://schemas.openxmlformats.org/officeDocument/2006/relationships/image" Target="../media/image804.png"/><Relationship Id="rId357" Type="http://schemas.openxmlformats.org/officeDocument/2006/relationships/image" Target="../media/image824.png"/><Relationship Id="rId54" Type="http://schemas.openxmlformats.org/officeDocument/2006/relationships/customXml" Target="../ink/ink861.xml"/><Relationship Id="rId96" Type="http://schemas.openxmlformats.org/officeDocument/2006/relationships/customXml" Target="../ink/ink882.xml"/><Relationship Id="rId161" Type="http://schemas.openxmlformats.org/officeDocument/2006/relationships/image" Target="../media/image300.png"/><Relationship Id="rId217" Type="http://schemas.openxmlformats.org/officeDocument/2006/relationships/customXml" Target="../ink/ink943.xml"/><Relationship Id="rId399" Type="http://schemas.openxmlformats.org/officeDocument/2006/relationships/customXml" Target="../ink/ink1035.xml"/><Relationship Id="rId259" Type="http://schemas.openxmlformats.org/officeDocument/2006/relationships/image" Target="../media/image776.png"/><Relationship Id="rId424" Type="http://schemas.openxmlformats.org/officeDocument/2006/relationships/image" Target="../media/image857.png"/><Relationship Id="rId23" Type="http://schemas.openxmlformats.org/officeDocument/2006/relationships/image" Target="../media/image129.png"/><Relationship Id="rId119" Type="http://schemas.openxmlformats.org/officeDocument/2006/relationships/image" Target="../media/image279.png"/><Relationship Id="rId270" Type="http://schemas.openxmlformats.org/officeDocument/2006/relationships/customXml" Target="../ink/ink970.xml"/><Relationship Id="rId326" Type="http://schemas.openxmlformats.org/officeDocument/2006/relationships/customXml" Target="../ink/ink998.xml"/><Relationship Id="rId65" Type="http://schemas.openxmlformats.org/officeDocument/2006/relationships/image" Target="../media/image252.png"/><Relationship Id="rId130" Type="http://schemas.openxmlformats.org/officeDocument/2006/relationships/customXml" Target="../ink/ink899.xml"/><Relationship Id="rId368" Type="http://schemas.openxmlformats.org/officeDocument/2006/relationships/customXml" Target="../ink/ink1019.xml"/><Relationship Id="rId172" Type="http://schemas.openxmlformats.org/officeDocument/2006/relationships/customXml" Target="../ink/ink920.xml"/><Relationship Id="rId228" Type="http://schemas.openxmlformats.org/officeDocument/2006/relationships/image" Target="../media/image333.png"/><Relationship Id="rId435" Type="http://schemas.openxmlformats.org/officeDocument/2006/relationships/customXml" Target="../ink/ink1053.xml"/><Relationship Id="rId281" Type="http://schemas.openxmlformats.org/officeDocument/2006/relationships/image" Target="../media/image787.png"/><Relationship Id="rId337" Type="http://schemas.openxmlformats.org/officeDocument/2006/relationships/image" Target="../media/image815.png"/><Relationship Id="rId34" Type="http://schemas.openxmlformats.org/officeDocument/2006/relationships/customXml" Target="../ink/ink851.xml"/><Relationship Id="rId76" Type="http://schemas.openxmlformats.org/officeDocument/2006/relationships/customXml" Target="../ink/ink872.xml"/><Relationship Id="rId141" Type="http://schemas.openxmlformats.org/officeDocument/2006/relationships/image" Target="../media/image290.png"/><Relationship Id="rId379" Type="http://schemas.openxmlformats.org/officeDocument/2006/relationships/customXml" Target="../ink/ink1025.xml"/><Relationship Id="rId7" Type="http://schemas.openxmlformats.org/officeDocument/2006/relationships/image" Target="../media/image121.png"/><Relationship Id="rId183" Type="http://schemas.openxmlformats.org/officeDocument/2006/relationships/customXml" Target="../ink/ink926.xml"/><Relationship Id="rId239" Type="http://schemas.openxmlformats.org/officeDocument/2006/relationships/image" Target="../media/image338.png"/><Relationship Id="rId390" Type="http://schemas.openxmlformats.org/officeDocument/2006/relationships/image" Target="../media/image840.png"/><Relationship Id="rId404" Type="http://schemas.openxmlformats.org/officeDocument/2006/relationships/image" Target="../media/image847.png"/><Relationship Id="rId446" Type="http://schemas.openxmlformats.org/officeDocument/2006/relationships/image" Target="../media/image868.png"/><Relationship Id="rId250" Type="http://schemas.openxmlformats.org/officeDocument/2006/relationships/customXml" Target="../ink/ink960.xml"/><Relationship Id="rId292" Type="http://schemas.openxmlformats.org/officeDocument/2006/relationships/customXml" Target="../ink/ink981.xml"/><Relationship Id="rId306" Type="http://schemas.openxmlformats.org/officeDocument/2006/relationships/customXml" Target="../ink/ink988.xml"/><Relationship Id="rId45" Type="http://schemas.openxmlformats.org/officeDocument/2006/relationships/image" Target="../media/image242.png"/><Relationship Id="rId87" Type="http://schemas.openxmlformats.org/officeDocument/2006/relationships/image" Target="../media/image263.png"/><Relationship Id="rId110" Type="http://schemas.openxmlformats.org/officeDocument/2006/relationships/customXml" Target="../ink/ink889.xml"/><Relationship Id="rId348" Type="http://schemas.openxmlformats.org/officeDocument/2006/relationships/customXml" Target="../ink/ink1009.xml"/><Relationship Id="rId152" Type="http://schemas.openxmlformats.org/officeDocument/2006/relationships/customXml" Target="../ink/ink910.xml"/><Relationship Id="rId194" Type="http://schemas.openxmlformats.org/officeDocument/2006/relationships/image" Target="../media/image316.png"/><Relationship Id="rId208" Type="http://schemas.openxmlformats.org/officeDocument/2006/relationships/image" Target="../media/image323.png"/><Relationship Id="rId415" Type="http://schemas.openxmlformats.org/officeDocument/2006/relationships/customXml" Target="../ink/ink1043.xml"/><Relationship Id="rId457" Type="http://schemas.openxmlformats.org/officeDocument/2006/relationships/image" Target="../media/image873.png"/><Relationship Id="rId261" Type="http://schemas.openxmlformats.org/officeDocument/2006/relationships/image" Target="../media/image777.png"/><Relationship Id="rId14" Type="http://schemas.openxmlformats.org/officeDocument/2006/relationships/customXml" Target="../ink/ink841.xml"/><Relationship Id="rId56" Type="http://schemas.openxmlformats.org/officeDocument/2006/relationships/customXml" Target="../ink/ink862.xml"/><Relationship Id="rId317" Type="http://schemas.openxmlformats.org/officeDocument/2006/relationships/image" Target="../media/image805.png"/><Relationship Id="rId359" Type="http://schemas.openxmlformats.org/officeDocument/2006/relationships/image" Target="../media/image825.png"/><Relationship Id="rId98" Type="http://schemas.openxmlformats.org/officeDocument/2006/relationships/customXml" Target="../ink/ink883.xml"/><Relationship Id="rId121" Type="http://schemas.openxmlformats.org/officeDocument/2006/relationships/image" Target="../media/image280.png"/><Relationship Id="rId163" Type="http://schemas.openxmlformats.org/officeDocument/2006/relationships/image" Target="../media/image301.png"/><Relationship Id="rId219" Type="http://schemas.openxmlformats.org/officeDocument/2006/relationships/customXml" Target="../ink/ink944.xml"/><Relationship Id="rId370" Type="http://schemas.openxmlformats.org/officeDocument/2006/relationships/customXml" Target="../ink/ink1020.xml"/><Relationship Id="rId426" Type="http://schemas.openxmlformats.org/officeDocument/2006/relationships/image" Target="../media/image858.png"/><Relationship Id="rId230" Type="http://schemas.openxmlformats.org/officeDocument/2006/relationships/customXml" Target="../ink/ink950.xml"/><Relationship Id="rId25" Type="http://schemas.openxmlformats.org/officeDocument/2006/relationships/image" Target="../media/image130.png"/><Relationship Id="rId67" Type="http://schemas.openxmlformats.org/officeDocument/2006/relationships/image" Target="../media/image253.png"/><Relationship Id="rId272" Type="http://schemas.openxmlformats.org/officeDocument/2006/relationships/customXml" Target="../ink/ink971.xml"/><Relationship Id="rId328" Type="http://schemas.openxmlformats.org/officeDocument/2006/relationships/customXml" Target="../ink/ink999.xml"/><Relationship Id="rId132" Type="http://schemas.openxmlformats.org/officeDocument/2006/relationships/customXml" Target="../ink/ink900.xml"/><Relationship Id="rId174" Type="http://schemas.openxmlformats.org/officeDocument/2006/relationships/customXml" Target="../ink/ink921.xml"/><Relationship Id="rId381" Type="http://schemas.openxmlformats.org/officeDocument/2006/relationships/customXml" Target="../ink/ink1026.xml"/><Relationship Id="rId241" Type="http://schemas.openxmlformats.org/officeDocument/2006/relationships/image" Target="../media/image339.png"/><Relationship Id="rId437" Type="http://schemas.openxmlformats.org/officeDocument/2006/relationships/customXml" Target="../ink/ink1054.xml"/><Relationship Id="rId36" Type="http://schemas.openxmlformats.org/officeDocument/2006/relationships/customXml" Target="../ink/ink852.xml"/><Relationship Id="rId283" Type="http://schemas.openxmlformats.org/officeDocument/2006/relationships/image" Target="../media/image788.png"/><Relationship Id="rId339" Type="http://schemas.openxmlformats.org/officeDocument/2006/relationships/image" Target="../media/image356.png"/><Relationship Id="rId78" Type="http://schemas.openxmlformats.org/officeDocument/2006/relationships/customXml" Target="../ink/ink873.xml"/><Relationship Id="rId101" Type="http://schemas.openxmlformats.org/officeDocument/2006/relationships/image" Target="../media/image270.png"/><Relationship Id="rId143" Type="http://schemas.openxmlformats.org/officeDocument/2006/relationships/image" Target="../media/image291.png"/><Relationship Id="rId185" Type="http://schemas.openxmlformats.org/officeDocument/2006/relationships/customXml" Target="../ink/ink927.xml"/><Relationship Id="rId350" Type="http://schemas.openxmlformats.org/officeDocument/2006/relationships/customXml" Target="../ink/ink1010.xml"/><Relationship Id="rId406" Type="http://schemas.openxmlformats.org/officeDocument/2006/relationships/image" Target="../media/image848.png"/><Relationship Id="rId9" Type="http://schemas.openxmlformats.org/officeDocument/2006/relationships/image" Target="../media/image122.png"/><Relationship Id="rId210" Type="http://schemas.openxmlformats.org/officeDocument/2006/relationships/image" Target="../media/image324.png"/><Relationship Id="rId392" Type="http://schemas.openxmlformats.org/officeDocument/2006/relationships/image" Target="../media/image841.png"/><Relationship Id="rId448" Type="http://schemas.openxmlformats.org/officeDocument/2006/relationships/image" Target="../media/image869.png"/><Relationship Id="rId252" Type="http://schemas.openxmlformats.org/officeDocument/2006/relationships/customXml" Target="../ink/ink961.xml"/><Relationship Id="rId294" Type="http://schemas.openxmlformats.org/officeDocument/2006/relationships/customXml" Target="../ink/ink982.xml"/><Relationship Id="rId308" Type="http://schemas.openxmlformats.org/officeDocument/2006/relationships/customXml" Target="../ink/ink989.xml"/><Relationship Id="rId47" Type="http://schemas.openxmlformats.org/officeDocument/2006/relationships/image" Target="../media/image243.png"/><Relationship Id="rId89" Type="http://schemas.openxmlformats.org/officeDocument/2006/relationships/image" Target="../media/image264.png"/><Relationship Id="rId112" Type="http://schemas.openxmlformats.org/officeDocument/2006/relationships/customXml" Target="../ink/ink890.xml"/><Relationship Id="rId154" Type="http://schemas.openxmlformats.org/officeDocument/2006/relationships/customXml" Target="../ink/ink911.xml"/><Relationship Id="rId361" Type="http://schemas.openxmlformats.org/officeDocument/2006/relationships/image" Target="../media/image826.png"/><Relationship Id="rId196" Type="http://schemas.openxmlformats.org/officeDocument/2006/relationships/image" Target="../media/image317.png"/><Relationship Id="rId417" Type="http://schemas.openxmlformats.org/officeDocument/2006/relationships/customXml" Target="../ink/ink1044.xml"/><Relationship Id="rId459" Type="http://schemas.openxmlformats.org/officeDocument/2006/relationships/image" Target="../media/image874.png"/><Relationship Id="rId16" Type="http://schemas.openxmlformats.org/officeDocument/2006/relationships/customXml" Target="../ink/ink842.xml"/><Relationship Id="rId221" Type="http://schemas.openxmlformats.org/officeDocument/2006/relationships/customXml" Target="../ink/ink945.xml"/><Relationship Id="rId263" Type="http://schemas.openxmlformats.org/officeDocument/2006/relationships/image" Target="../media/image778.png"/><Relationship Id="rId319" Type="http://schemas.openxmlformats.org/officeDocument/2006/relationships/image" Target="../media/image806.png"/><Relationship Id="rId58" Type="http://schemas.openxmlformats.org/officeDocument/2006/relationships/customXml" Target="../ink/ink863.xml"/><Relationship Id="rId123" Type="http://schemas.openxmlformats.org/officeDocument/2006/relationships/image" Target="../media/image281.png"/><Relationship Id="rId330" Type="http://schemas.openxmlformats.org/officeDocument/2006/relationships/customXml" Target="../ink/ink1000.xml"/><Relationship Id="rId165" Type="http://schemas.openxmlformats.org/officeDocument/2006/relationships/image" Target="../media/image302.png"/><Relationship Id="rId372" Type="http://schemas.openxmlformats.org/officeDocument/2006/relationships/customXml" Target="../ink/ink1021.xml"/><Relationship Id="rId428" Type="http://schemas.openxmlformats.org/officeDocument/2006/relationships/image" Target="../media/image859.png"/><Relationship Id="rId232" Type="http://schemas.openxmlformats.org/officeDocument/2006/relationships/customXml" Target="../ink/ink951.xml"/><Relationship Id="rId274" Type="http://schemas.openxmlformats.org/officeDocument/2006/relationships/customXml" Target="../ink/ink972.xml"/><Relationship Id="rId27" Type="http://schemas.openxmlformats.org/officeDocument/2006/relationships/image" Target="../media/image131.png"/><Relationship Id="rId69" Type="http://schemas.openxmlformats.org/officeDocument/2006/relationships/image" Target="../media/image254.png"/><Relationship Id="rId134" Type="http://schemas.openxmlformats.org/officeDocument/2006/relationships/customXml" Target="../ink/ink901.xml"/><Relationship Id="rId80" Type="http://schemas.openxmlformats.org/officeDocument/2006/relationships/customXml" Target="../ink/ink874.xml"/><Relationship Id="rId176" Type="http://schemas.openxmlformats.org/officeDocument/2006/relationships/customXml" Target="../ink/ink922.xml"/><Relationship Id="rId341" Type="http://schemas.openxmlformats.org/officeDocument/2006/relationships/image" Target="../media/image816.png"/><Relationship Id="rId383" Type="http://schemas.openxmlformats.org/officeDocument/2006/relationships/customXml" Target="../ink/ink1027.xml"/><Relationship Id="rId439" Type="http://schemas.openxmlformats.org/officeDocument/2006/relationships/customXml" Target="../ink/ink1055.xml"/><Relationship Id="rId201" Type="http://schemas.openxmlformats.org/officeDocument/2006/relationships/customXml" Target="../ink/ink935.xml"/><Relationship Id="rId243" Type="http://schemas.openxmlformats.org/officeDocument/2006/relationships/image" Target="../media/image768.png"/><Relationship Id="rId285" Type="http://schemas.openxmlformats.org/officeDocument/2006/relationships/image" Target="../media/image789.png"/><Relationship Id="rId450" Type="http://schemas.openxmlformats.org/officeDocument/2006/relationships/image" Target="../media/image870.png"/><Relationship Id="rId38" Type="http://schemas.openxmlformats.org/officeDocument/2006/relationships/customXml" Target="../ink/ink853.xml"/><Relationship Id="rId103" Type="http://schemas.openxmlformats.org/officeDocument/2006/relationships/image" Target="../media/image271.png"/><Relationship Id="rId310" Type="http://schemas.openxmlformats.org/officeDocument/2006/relationships/customXml" Target="../ink/ink990.xml"/><Relationship Id="rId91" Type="http://schemas.openxmlformats.org/officeDocument/2006/relationships/image" Target="../media/image265.png"/><Relationship Id="rId145" Type="http://schemas.openxmlformats.org/officeDocument/2006/relationships/image" Target="../media/image292.png"/><Relationship Id="rId187" Type="http://schemas.openxmlformats.org/officeDocument/2006/relationships/customXml" Target="../ink/ink928.xml"/><Relationship Id="rId352" Type="http://schemas.openxmlformats.org/officeDocument/2006/relationships/customXml" Target="../ink/ink1011.xml"/><Relationship Id="rId394" Type="http://schemas.openxmlformats.org/officeDocument/2006/relationships/image" Target="../media/image842.png"/><Relationship Id="rId408" Type="http://schemas.openxmlformats.org/officeDocument/2006/relationships/image" Target="../media/image849.png"/><Relationship Id="rId212" Type="http://schemas.openxmlformats.org/officeDocument/2006/relationships/image" Target="../media/image325.png"/><Relationship Id="rId254" Type="http://schemas.openxmlformats.org/officeDocument/2006/relationships/customXml" Target="../ink/ink962.xml"/><Relationship Id="rId49" Type="http://schemas.openxmlformats.org/officeDocument/2006/relationships/image" Target="../media/image244.png"/><Relationship Id="rId114" Type="http://schemas.openxmlformats.org/officeDocument/2006/relationships/customXml" Target="../ink/ink891.xml"/><Relationship Id="rId296" Type="http://schemas.openxmlformats.org/officeDocument/2006/relationships/customXml" Target="../ink/ink983.xml"/><Relationship Id="rId461" Type="http://schemas.openxmlformats.org/officeDocument/2006/relationships/image" Target="../media/image875.png"/><Relationship Id="rId60" Type="http://schemas.openxmlformats.org/officeDocument/2006/relationships/customXml" Target="../ink/ink864.xml"/><Relationship Id="rId156" Type="http://schemas.openxmlformats.org/officeDocument/2006/relationships/customXml" Target="../ink/ink912.xml"/><Relationship Id="rId198" Type="http://schemas.openxmlformats.org/officeDocument/2006/relationships/image" Target="../media/image318.png"/><Relationship Id="rId321" Type="http://schemas.openxmlformats.org/officeDocument/2006/relationships/image" Target="../media/image807.png"/><Relationship Id="rId363" Type="http://schemas.openxmlformats.org/officeDocument/2006/relationships/image" Target="../media/image827.png"/><Relationship Id="rId419" Type="http://schemas.openxmlformats.org/officeDocument/2006/relationships/customXml" Target="../ink/ink1045.xml"/><Relationship Id="rId223" Type="http://schemas.openxmlformats.org/officeDocument/2006/relationships/customXml" Target="../ink/ink946.xml"/><Relationship Id="rId430" Type="http://schemas.openxmlformats.org/officeDocument/2006/relationships/image" Target="../media/image860.png"/><Relationship Id="rId18" Type="http://schemas.openxmlformats.org/officeDocument/2006/relationships/customXml" Target="../ink/ink843.xml"/><Relationship Id="rId265" Type="http://schemas.openxmlformats.org/officeDocument/2006/relationships/image" Target="../media/image779.png"/><Relationship Id="rId125" Type="http://schemas.openxmlformats.org/officeDocument/2006/relationships/image" Target="../media/image282.png"/><Relationship Id="rId167" Type="http://schemas.openxmlformats.org/officeDocument/2006/relationships/image" Target="../media/image303.png"/><Relationship Id="rId332" Type="http://schemas.openxmlformats.org/officeDocument/2006/relationships/customXml" Target="../ink/ink1001.xml"/><Relationship Id="rId374" Type="http://schemas.openxmlformats.org/officeDocument/2006/relationships/customXml" Target="../ink/ink1022.xml"/><Relationship Id="rId71" Type="http://schemas.openxmlformats.org/officeDocument/2006/relationships/image" Target="../media/image255.png"/><Relationship Id="rId234" Type="http://schemas.openxmlformats.org/officeDocument/2006/relationships/customXml" Target="../ink/ink952.xml"/><Relationship Id="rId2" Type="http://schemas.openxmlformats.org/officeDocument/2006/relationships/customXml" Target="../ink/ink835.xml"/><Relationship Id="rId29" Type="http://schemas.openxmlformats.org/officeDocument/2006/relationships/image" Target="../media/image132.png"/><Relationship Id="rId276" Type="http://schemas.openxmlformats.org/officeDocument/2006/relationships/customXml" Target="../ink/ink973.xml"/><Relationship Id="rId441" Type="http://schemas.openxmlformats.org/officeDocument/2006/relationships/customXml" Target="../ink/ink1056.xml"/><Relationship Id="rId40" Type="http://schemas.openxmlformats.org/officeDocument/2006/relationships/customXml" Target="../ink/ink854.xml"/><Relationship Id="rId115" Type="http://schemas.openxmlformats.org/officeDocument/2006/relationships/image" Target="../media/image277.png"/><Relationship Id="rId136" Type="http://schemas.openxmlformats.org/officeDocument/2006/relationships/customXml" Target="../ink/ink902.xml"/><Relationship Id="rId157" Type="http://schemas.openxmlformats.org/officeDocument/2006/relationships/image" Target="../media/image298.png"/><Relationship Id="rId178" Type="http://schemas.openxmlformats.org/officeDocument/2006/relationships/image" Target="../media/image308.png"/><Relationship Id="rId301" Type="http://schemas.openxmlformats.org/officeDocument/2006/relationships/image" Target="../media/image797.png"/><Relationship Id="rId322" Type="http://schemas.openxmlformats.org/officeDocument/2006/relationships/customXml" Target="../ink/ink996.xml"/><Relationship Id="rId343" Type="http://schemas.openxmlformats.org/officeDocument/2006/relationships/image" Target="../media/image817.png"/><Relationship Id="rId364" Type="http://schemas.openxmlformats.org/officeDocument/2006/relationships/customXml" Target="../ink/ink1017.xml"/><Relationship Id="rId61" Type="http://schemas.openxmlformats.org/officeDocument/2006/relationships/image" Target="../media/image250.png"/><Relationship Id="rId82" Type="http://schemas.openxmlformats.org/officeDocument/2006/relationships/customXml" Target="../ink/ink875.xml"/><Relationship Id="rId199" Type="http://schemas.openxmlformats.org/officeDocument/2006/relationships/customXml" Target="../ink/ink934.xml"/><Relationship Id="rId203" Type="http://schemas.openxmlformats.org/officeDocument/2006/relationships/customXml" Target="../ink/ink936.xml"/><Relationship Id="rId385" Type="http://schemas.openxmlformats.org/officeDocument/2006/relationships/customXml" Target="../ink/ink1028.xml"/><Relationship Id="rId19" Type="http://schemas.openxmlformats.org/officeDocument/2006/relationships/image" Target="../media/image127.png"/><Relationship Id="rId224" Type="http://schemas.openxmlformats.org/officeDocument/2006/relationships/image" Target="../media/image331.png"/><Relationship Id="rId245" Type="http://schemas.openxmlformats.org/officeDocument/2006/relationships/image" Target="../media/image769.png"/><Relationship Id="rId266" Type="http://schemas.openxmlformats.org/officeDocument/2006/relationships/customXml" Target="../ink/ink968.xml"/><Relationship Id="rId287" Type="http://schemas.openxmlformats.org/officeDocument/2006/relationships/image" Target="../media/image790.png"/><Relationship Id="rId410" Type="http://schemas.openxmlformats.org/officeDocument/2006/relationships/image" Target="../media/image850.png"/><Relationship Id="rId431" Type="http://schemas.openxmlformats.org/officeDocument/2006/relationships/customXml" Target="../ink/ink1051.xml"/><Relationship Id="rId452" Type="http://schemas.openxmlformats.org/officeDocument/2006/relationships/image" Target="../media/image871.png"/><Relationship Id="rId30" Type="http://schemas.openxmlformats.org/officeDocument/2006/relationships/customXml" Target="../ink/ink849.xml"/><Relationship Id="rId105" Type="http://schemas.openxmlformats.org/officeDocument/2006/relationships/image" Target="../media/image272.png"/><Relationship Id="rId126" Type="http://schemas.openxmlformats.org/officeDocument/2006/relationships/customXml" Target="../ink/ink897.xml"/><Relationship Id="rId147" Type="http://schemas.openxmlformats.org/officeDocument/2006/relationships/image" Target="../media/image293.png"/><Relationship Id="rId168" Type="http://schemas.openxmlformats.org/officeDocument/2006/relationships/customXml" Target="../ink/ink918.xml"/><Relationship Id="rId312" Type="http://schemas.openxmlformats.org/officeDocument/2006/relationships/customXml" Target="../ink/ink991.xml"/><Relationship Id="rId333" Type="http://schemas.openxmlformats.org/officeDocument/2006/relationships/image" Target="../media/image813.png"/><Relationship Id="rId354" Type="http://schemas.openxmlformats.org/officeDocument/2006/relationships/customXml" Target="../ink/ink1012.xml"/><Relationship Id="rId51" Type="http://schemas.openxmlformats.org/officeDocument/2006/relationships/image" Target="../media/image245.png"/><Relationship Id="rId72" Type="http://schemas.openxmlformats.org/officeDocument/2006/relationships/customXml" Target="../ink/ink870.xml"/><Relationship Id="rId93" Type="http://schemas.openxmlformats.org/officeDocument/2006/relationships/image" Target="../media/image266.png"/><Relationship Id="rId189" Type="http://schemas.openxmlformats.org/officeDocument/2006/relationships/customXml" Target="../ink/ink929.xml"/><Relationship Id="rId375" Type="http://schemas.openxmlformats.org/officeDocument/2006/relationships/image" Target="../media/image833.png"/><Relationship Id="rId396" Type="http://schemas.openxmlformats.org/officeDocument/2006/relationships/image" Target="../media/image843.png"/><Relationship Id="rId3" Type="http://schemas.openxmlformats.org/officeDocument/2006/relationships/image" Target="../media/image59.png"/><Relationship Id="rId214" Type="http://schemas.openxmlformats.org/officeDocument/2006/relationships/image" Target="../media/image326.png"/><Relationship Id="rId235" Type="http://schemas.openxmlformats.org/officeDocument/2006/relationships/image" Target="../media/image336.png"/><Relationship Id="rId256" Type="http://schemas.openxmlformats.org/officeDocument/2006/relationships/customXml" Target="../ink/ink963.xml"/><Relationship Id="rId277" Type="http://schemas.openxmlformats.org/officeDocument/2006/relationships/image" Target="../media/image785.png"/><Relationship Id="rId298" Type="http://schemas.openxmlformats.org/officeDocument/2006/relationships/customXml" Target="../ink/ink984.xml"/><Relationship Id="rId400" Type="http://schemas.openxmlformats.org/officeDocument/2006/relationships/image" Target="../media/image845.png"/><Relationship Id="rId421" Type="http://schemas.openxmlformats.org/officeDocument/2006/relationships/customXml" Target="../ink/ink1046.xml"/><Relationship Id="rId442" Type="http://schemas.openxmlformats.org/officeDocument/2006/relationships/image" Target="../media/image866.png"/><Relationship Id="rId116" Type="http://schemas.openxmlformats.org/officeDocument/2006/relationships/customXml" Target="../ink/ink892.xml"/><Relationship Id="rId137" Type="http://schemas.openxmlformats.org/officeDocument/2006/relationships/image" Target="../media/image288.png"/><Relationship Id="rId158" Type="http://schemas.openxmlformats.org/officeDocument/2006/relationships/customXml" Target="../ink/ink913.xml"/><Relationship Id="rId302" Type="http://schemas.openxmlformats.org/officeDocument/2006/relationships/customXml" Target="../ink/ink986.xml"/><Relationship Id="rId323" Type="http://schemas.openxmlformats.org/officeDocument/2006/relationships/image" Target="../media/image808.png"/><Relationship Id="rId344" Type="http://schemas.openxmlformats.org/officeDocument/2006/relationships/customXml" Target="../ink/ink1007.xml"/><Relationship Id="rId20" Type="http://schemas.openxmlformats.org/officeDocument/2006/relationships/customXml" Target="../ink/ink844.xml"/><Relationship Id="rId41" Type="http://schemas.openxmlformats.org/officeDocument/2006/relationships/image" Target="../media/image240.png"/><Relationship Id="rId62" Type="http://schemas.openxmlformats.org/officeDocument/2006/relationships/customXml" Target="../ink/ink865.xml"/><Relationship Id="rId83" Type="http://schemas.openxmlformats.org/officeDocument/2006/relationships/image" Target="../media/image261.png"/><Relationship Id="rId179" Type="http://schemas.openxmlformats.org/officeDocument/2006/relationships/customXml" Target="../ink/ink924.xml"/><Relationship Id="rId365" Type="http://schemas.openxmlformats.org/officeDocument/2006/relationships/image" Target="../media/image828.png"/><Relationship Id="rId386" Type="http://schemas.openxmlformats.org/officeDocument/2006/relationships/image" Target="../media/image838.png"/><Relationship Id="rId190" Type="http://schemas.openxmlformats.org/officeDocument/2006/relationships/image" Target="../media/image314.png"/><Relationship Id="rId204" Type="http://schemas.openxmlformats.org/officeDocument/2006/relationships/image" Target="../media/image321.png"/><Relationship Id="rId225" Type="http://schemas.openxmlformats.org/officeDocument/2006/relationships/customXml" Target="../ink/ink947.xml"/><Relationship Id="rId246" Type="http://schemas.openxmlformats.org/officeDocument/2006/relationships/customXml" Target="../ink/ink958.xml"/><Relationship Id="rId267" Type="http://schemas.openxmlformats.org/officeDocument/2006/relationships/image" Target="../media/image780.png"/><Relationship Id="rId288" Type="http://schemas.openxmlformats.org/officeDocument/2006/relationships/customXml" Target="../ink/ink979.xml"/><Relationship Id="rId411" Type="http://schemas.openxmlformats.org/officeDocument/2006/relationships/customXml" Target="../ink/ink1041.xml"/><Relationship Id="rId432" Type="http://schemas.openxmlformats.org/officeDocument/2006/relationships/image" Target="../media/image861.png"/><Relationship Id="rId453" Type="http://schemas.openxmlformats.org/officeDocument/2006/relationships/customXml" Target="../ink/ink1062.xml"/><Relationship Id="rId106" Type="http://schemas.openxmlformats.org/officeDocument/2006/relationships/customXml" Target="../ink/ink887.xml"/><Relationship Id="rId127" Type="http://schemas.openxmlformats.org/officeDocument/2006/relationships/image" Target="../media/image283.png"/><Relationship Id="rId313" Type="http://schemas.openxmlformats.org/officeDocument/2006/relationships/image" Target="../media/image803.png"/><Relationship Id="rId10" Type="http://schemas.openxmlformats.org/officeDocument/2006/relationships/customXml" Target="../ink/ink839.xml"/><Relationship Id="rId31" Type="http://schemas.openxmlformats.org/officeDocument/2006/relationships/image" Target="../media/image133.png"/><Relationship Id="rId52" Type="http://schemas.openxmlformats.org/officeDocument/2006/relationships/customXml" Target="../ink/ink860.xml"/><Relationship Id="rId73" Type="http://schemas.openxmlformats.org/officeDocument/2006/relationships/image" Target="../media/image256.png"/><Relationship Id="rId94" Type="http://schemas.openxmlformats.org/officeDocument/2006/relationships/customXml" Target="../ink/ink881.xml"/><Relationship Id="rId148" Type="http://schemas.openxmlformats.org/officeDocument/2006/relationships/customXml" Target="../ink/ink908.xml"/><Relationship Id="rId169" Type="http://schemas.openxmlformats.org/officeDocument/2006/relationships/image" Target="../media/image304.png"/><Relationship Id="rId334" Type="http://schemas.openxmlformats.org/officeDocument/2006/relationships/customXml" Target="../ink/ink1002.xml"/><Relationship Id="rId355" Type="http://schemas.openxmlformats.org/officeDocument/2006/relationships/image" Target="../media/image823.png"/><Relationship Id="rId376" Type="http://schemas.openxmlformats.org/officeDocument/2006/relationships/customXml" Target="../ink/ink1023.xml"/><Relationship Id="rId397" Type="http://schemas.openxmlformats.org/officeDocument/2006/relationships/customXml" Target="../ink/ink1034.xml"/><Relationship Id="rId4" Type="http://schemas.openxmlformats.org/officeDocument/2006/relationships/customXml" Target="../ink/ink836.xml"/><Relationship Id="rId180" Type="http://schemas.openxmlformats.org/officeDocument/2006/relationships/image" Target="../media/image309.png"/><Relationship Id="rId215" Type="http://schemas.openxmlformats.org/officeDocument/2006/relationships/customXml" Target="../ink/ink942.xml"/><Relationship Id="rId236" Type="http://schemas.openxmlformats.org/officeDocument/2006/relationships/customXml" Target="../ink/ink953.xml"/><Relationship Id="rId257" Type="http://schemas.openxmlformats.org/officeDocument/2006/relationships/image" Target="../media/image775.png"/><Relationship Id="rId278" Type="http://schemas.openxmlformats.org/officeDocument/2006/relationships/customXml" Target="../ink/ink974.xml"/><Relationship Id="rId401" Type="http://schemas.openxmlformats.org/officeDocument/2006/relationships/customXml" Target="../ink/ink1036.xml"/><Relationship Id="rId422" Type="http://schemas.openxmlformats.org/officeDocument/2006/relationships/image" Target="../media/image856.png"/><Relationship Id="rId443" Type="http://schemas.openxmlformats.org/officeDocument/2006/relationships/customXml" Target="../ink/ink1057.xml"/><Relationship Id="rId303" Type="http://schemas.openxmlformats.org/officeDocument/2006/relationships/image" Target="../media/image798.png"/><Relationship Id="rId42" Type="http://schemas.openxmlformats.org/officeDocument/2006/relationships/customXml" Target="../ink/ink855.xml"/><Relationship Id="rId84" Type="http://schemas.openxmlformats.org/officeDocument/2006/relationships/customXml" Target="../ink/ink876.xml"/><Relationship Id="rId138" Type="http://schemas.openxmlformats.org/officeDocument/2006/relationships/customXml" Target="../ink/ink903.xml"/><Relationship Id="rId345" Type="http://schemas.openxmlformats.org/officeDocument/2006/relationships/image" Target="../media/image818.png"/><Relationship Id="rId387" Type="http://schemas.openxmlformats.org/officeDocument/2006/relationships/customXml" Target="../ink/ink1029.xml"/><Relationship Id="rId191" Type="http://schemas.openxmlformats.org/officeDocument/2006/relationships/customXml" Target="../ink/ink930.xml"/><Relationship Id="rId205" Type="http://schemas.openxmlformats.org/officeDocument/2006/relationships/customXml" Target="../ink/ink937.xml"/><Relationship Id="rId247" Type="http://schemas.openxmlformats.org/officeDocument/2006/relationships/image" Target="../media/image770.png"/><Relationship Id="rId412" Type="http://schemas.openxmlformats.org/officeDocument/2006/relationships/image" Target="../media/image851.png"/><Relationship Id="rId107" Type="http://schemas.openxmlformats.org/officeDocument/2006/relationships/image" Target="../media/image273.png"/><Relationship Id="rId289" Type="http://schemas.openxmlformats.org/officeDocument/2006/relationships/image" Target="../media/image791.png"/><Relationship Id="rId454" Type="http://schemas.openxmlformats.org/officeDocument/2006/relationships/customXml" Target="../ink/ink1063.xml"/><Relationship Id="rId11" Type="http://schemas.openxmlformats.org/officeDocument/2006/relationships/image" Target="../media/image123.png"/><Relationship Id="rId53" Type="http://schemas.openxmlformats.org/officeDocument/2006/relationships/image" Target="../media/image246.png"/><Relationship Id="rId149" Type="http://schemas.openxmlformats.org/officeDocument/2006/relationships/image" Target="../media/image294.png"/><Relationship Id="rId314" Type="http://schemas.openxmlformats.org/officeDocument/2006/relationships/customXml" Target="../ink/ink992.xml"/><Relationship Id="rId356" Type="http://schemas.openxmlformats.org/officeDocument/2006/relationships/customXml" Target="../ink/ink1013.xml"/><Relationship Id="rId398" Type="http://schemas.openxmlformats.org/officeDocument/2006/relationships/image" Target="../media/image844.png"/><Relationship Id="rId95" Type="http://schemas.openxmlformats.org/officeDocument/2006/relationships/image" Target="../media/image267.png"/><Relationship Id="rId160" Type="http://schemas.openxmlformats.org/officeDocument/2006/relationships/customXml" Target="../ink/ink914.xml"/><Relationship Id="rId216" Type="http://schemas.openxmlformats.org/officeDocument/2006/relationships/image" Target="../media/image327.png"/><Relationship Id="rId423" Type="http://schemas.openxmlformats.org/officeDocument/2006/relationships/customXml" Target="../ink/ink1047.xml"/><Relationship Id="rId258" Type="http://schemas.openxmlformats.org/officeDocument/2006/relationships/customXml" Target="../ink/ink964.xml"/><Relationship Id="rId22" Type="http://schemas.openxmlformats.org/officeDocument/2006/relationships/customXml" Target="../ink/ink845.xml"/><Relationship Id="rId64" Type="http://schemas.openxmlformats.org/officeDocument/2006/relationships/customXml" Target="../ink/ink866.xml"/><Relationship Id="rId118" Type="http://schemas.openxmlformats.org/officeDocument/2006/relationships/customXml" Target="../ink/ink893.xml"/><Relationship Id="rId325" Type="http://schemas.openxmlformats.org/officeDocument/2006/relationships/image" Target="../media/image809.png"/><Relationship Id="rId367" Type="http://schemas.openxmlformats.org/officeDocument/2006/relationships/image" Target="../media/image829.png"/><Relationship Id="rId171" Type="http://schemas.openxmlformats.org/officeDocument/2006/relationships/image" Target="../media/image305.png"/><Relationship Id="rId227" Type="http://schemas.openxmlformats.org/officeDocument/2006/relationships/customXml" Target="../ink/ink948.xml"/><Relationship Id="rId269" Type="http://schemas.openxmlformats.org/officeDocument/2006/relationships/image" Target="../media/image781.png"/><Relationship Id="rId434" Type="http://schemas.openxmlformats.org/officeDocument/2006/relationships/image" Target="../media/image862.png"/><Relationship Id="rId33" Type="http://schemas.openxmlformats.org/officeDocument/2006/relationships/image" Target="../media/image134.png"/><Relationship Id="rId129" Type="http://schemas.openxmlformats.org/officeDocument/2006/relationships/image" Target="../media/image284.png"/><Relationship Id="rId280" Type="http://schemas.openxmlformats.org/officeDocument/2006/relationships/customXml" Target="../ink/ink975.xml"/><Relationship Id="rId336" Type="http://schemas.openxmlformats.org/officeDocument/2006/relationships/customXml" Target="../ink/ink1003.xml"/><Relationship Id="rId75" Type="http://schemas.openxmlformats.org/officeDocument/2006/relationships/image" Target="../media/image257.png"/><Relationship Id="rId140" Type="http://schemas.openxmlformats.org/officeDocument/2006/relationships/customXml" Target="../ink/ink904.xml"/><Relationship Id="rId182" Type="http://schemas.openxmlformats.org/officeDocument/2006/relationships/image" Target="../media/image310.png"/><Relationship Id="rId378" Type="http://schemas.openxmlformats.org/officeDocument/2006/relationships/image" Target="../media/image834.png"/><Relationship Id="rId403" Type="http://schemas.openxmlformats.org/officeDocument/2006/relationships/customXml" Target="../ink/ink1037.xml"/><Relationship Id="rId6" Type="http://schemas.openxmlformats.org/officeDocument/2006/relationships/customXml" Target="../ink/ink837.xml"/><Relationship Id="rId238" Type="http://schemas.openxmlformats.org/officeDocument/2006/relationships/customXml" Target="../ink/ink954.xml"/><Relationship Id="rId445" Type="http://schemas.openxmlformats.org/officeDocument/2006/relationships/customXml" Target="../ink/ink1058.xml"/><Relationship Id="rId291" Type="http://schemas.openxmlformats.org/officeDocument/2006/relationships/image" Target="../media/image792.png"/><Relationship Id="rId305" Type="http://schemas.openxmlformats.org/officeDocument/2006/relationships/image" Target="../media/image799.png"/><Relationship Id="rId347" Type="http://schemas.openxmlformats.org/officeDocument/2006/relationships/image" Target="../media/image819.png"/><Relationship Id="rId44" Type="http://schemas.openxmlformats.org/officeDocument/2006/relationships/customXml" Target="../ink/ink856.xml"/><Relationship Id="rId86" Type="http://schemas.openxmlformats.org/officeDocument/2006/relationships/customXml" Target="../ink/ink877.xml"/><Relationship Id="rId151" Type="http://schemas.openxmlformats.org/officeDocument/2006/relationships/image" Target="../media/image295.png"/><Relationship Id="rId389" Type="http://schemas.openxmlformats.org/officeDocument/2006/relationships/customXml" Target="../ink/ink1030.xml"/><Relationship Id="rId193" Type="http://schemas.openxmlformats.org/officeDocument/2006/relationships/customXml" Target="../ink/ink931.xml"/><Relationship Id="rId207" Type="http://schemas.openxmlformats.org/officeDocument/2006/relationships/customXml" Target="../ink/ink938.xml"/><Relationship Id="rId249" Type="http://schemas.openxmlformats.org/officeDocument/2006/relationships/image" Target="../media/image771.png"/><Relationship Id="rId414" Type="http://schemas.openxmlformats.org/officeDocument/2006/relationships/image" Target="../media/image852.png"/><Relationship Id="rId456" Type="http://schemas.openxmlformats.org/officeDocument/2006/relationships/customXml" Target="../ink/ink1064.xml"/><Relationship Id="rId13" Type="http://schemas.openxmlformats.org/officeDocument/2006/relationships/image" Target="../media/image124.png"/><Relationship Id="rId109" Type="http://schemas.openxmlformats.org/officeDocument/2006/relationships/image" Target="../media/image274.png"/><Relationship Id="rId260" Type="http://schemas.openxmlformats.org/officeDocument/2006/relationships/customXml" Target="../ink/ink965.xml"/><Relationship Id="rId316" Type="http://schemas.openxmlformats.org/officeDocument/2006/relationships/customXml" Target="../ink/ink993.xml"/><Relationship Id="rId55" Type="http://schemas.openxmlformats.org/officeDocument/2006/relationships/image" Target="../media/image247.png"/><Relationship Id="rId97" Type="http://schemas.openxmlformats.org/officeDocument/2006/relationships/image" Target="../media/image268.png"/><Relationship Id="rId120" Type="http://schemas.openxmlformats.org/officeDocument/2006/relationships/customXml" Target="../ink/ink894.xml"/><Relationship Id="rId358" Type="http://schemas.openxmlformats.org/officeDocument/2006/relationships/customXml" Target="../ink/ink1014.xml"/><Relationship Id="rId162" Type="http://schemas.openxmlformats.org/officeDocument/2006/relationships/customXml" Target="../ink/ink915.xml"/><Relationship Id="rId218" Type="http://schemas.openxmlformats.org/officeDocument/2006/relationships/image" Target="../media/image328.png"/><Relationship Id="rId425" Type="http://schemas.openxmlformats.org/officeDocument/2006/relationships/customXml" Target="../ink/ink1048.xml"/><Relationship Id="rId271" Type="http://schemas.openxmlformats.org/officeDocument/2006/relationships/image" Target="../media/image782.png"/><Relationship Id="rId24" Type="http://schemas.openxmlformats.org/officeDocument/2006/relationships/customXml" Target="../ink/ink846.xml"/><Relationship Id="rId66" Type="http://schemas.openxmlformats.org/officeDocument/2006/relationships/customXml" Target="../ink/ink867.xml"/><Relationship Id="rId131" Type="http://schemas.openxmlformats.org/officeDocument/2006/relationships/image" Target="../media/image285.png"/><Relationship Id="rId327" Type="http://schemas.openxmlformats.org/officeDocument/2006/relationships/image" Target="../media/image810.png"/><Relationship Id="rId369" Type="http://schemas.openxmlformats.org/officeDocument/2006/relationships/image" Target="../media/image830.png"/><Relationship Id="rId173" Type="http://schemas.openxmlformats.org/officeDocument/2006/relationships/image" Target="../media/image306.png"/><Relationship Id="rId229" Type="http://schemas.openxmlformats.org/officeDocument/2006/relationships/customXml" Target="../ink/ink949.xml"/><Relationship Id="rId380" Type="http://schemas.openxmlformats.org/officeDocument/2006/relationships/image" Target="../media/image835.png"/><Relationship Id="rId436" Type="http://schemas.openxmlformats.org/officeDocument/2006/relationships/image" Target="../media/image863.png"/><Relationship Id="rId240" Type="http://schemas.openxmlformats.org/officeDocument/2006/relationships/customXml" Target="../ink/ink955.xml"/><Relationship Id="rId35" Type="http://schemas.openxmlformats.org/officeDocument/2006/relationships/image" Target="../media/image135.png"/><Relationship Id="rId77" Type="http://schemas.openxmlformats.org/officeDocument/2006/relationships/image" Target="../media/image258.png"/><Relationship Id="rId100" Type="http://schemas.openxmlformats.org/officeDocument/2006/relationships/customXml" Target="../ink/ink884.xml"/><Relationship Id="rId282" Type="http://schemas.openxmlformats.org/officeDocument/2006/relationships/customXml" Target="../ink/ink976.xml"/><Relationship Id="rId338" Type="http://schemas.openxmlformats.org/officeDocument/2006/relationships/customXml" Target="../ink/ink1004.xml"/><Relationship Id="rId8" Type="http://schemas.openxmlformats.org/officeDocument/2006/relationships/customXml" Target="../ink/ink838.xml"/><Relationship Id="rId142" Type="http://schemas.openxmlformats.org/officeDocument/2006/relationships/customXml" Target="../ink/ink905.xml"/><Relationship Id="rId184" Type="http://schemas.openxmlformats.org/officeDocument/2006/relationships/image" Target="../media/image311.png"/><Relationship Id="rId391" Type="http://schemas.openxmlformats.org/officeDocument/2006/relationships/customXml" Target="../ink/ink1031.xml"/><Relationship Id="rId405" Type="http://schemas.openxmlformats.org/officeDocument/2006/relationships/customXml" Target="../ink/ink1038.xml"/><Relationship Id="rId447" Type="http://schemas.openxmlformats.org/officeDocument/2006/relationships/customXml" Target="../ink/ink1059.xml"/><Relationship Id="rId251" Type="http://schemas.openxmlformats.org/officeDocument/2006/relationships/image" Target="../media/image772.png"/><Relationship Id="rId46" Type="http://schemas.openxmlformats.org/officeDocument/2006/relationships/customXml" Target="../ink/ink857.xml"/><Relationship Id="rId293" Type="http://schemas.openxmlformats.org/officeDocument/2006/relationships/image" Target="../media/image793.png"/><Relationship Id="rId307" Type="http://schemas.openxmlformats.org/officeDocument/2006/relationships/image" Target="../media/image800.png"/><Relationship Id="rId349" Type="http://schemas.openxmlformats.org/officeDocument/2006/relationships/image" Target="../media/image820.png"/><Relationship Id="rId88" Type="http://schemas.openxmlformats.org/officeDocument/2006/relationships/customXml" Target="../ink/ink878.xml"/><Relationship Id="rId111" Type="http://schemas.openxmlformats.org/officeDocument/2006/relationships/image" Target="../media/image275.png"/><Relationship Id="rId153" Type="http://schemas.openxmlformats.org/officeDocument/2006/relationships/image" Target="../media/image296.png"/><Relationship Id="rId195" Type="http://schemas.openxmlformats.org/officeDocument/2006/relationships/customXml" Target="../ink/ink932.xml"/><Relationship Id="rId209" Type="http://schemas.openxmlformats.org/officeDocument/2006/relationships/customXml" Target="../ink/ink939.xml"/><Relationship Id="rId360" Type="http://schemas.openxmlformats.org/officeDocument/2006/relationships/customXml" Target="../ink/ink1015.xml"/><Relationship Id="rId416" Type="http://schemas.openxmlformats.org/officeDocument/2006/relationships/image" Target="../media/image853.png"/><Relationship Id="rId220" Type="http://schemas.openxmlformats.org/officeDocument/2006/relationships/image" Target="../media/image329.png"/><Relationship Id="rId458" Type="http://schemas.openxmlformats.org/officeDocument/2006/relationships/customXml" Target="../ink/ink1065.xml"/><Relationship Id="rId15" Type="http://schemas.openxmlformats.org/officeDocument/2006/relationships/image" Target="../media/image125.png"/><Relationship Id="rId57" Type="http://schemas.openxmlformats.org/officeDocument/2006/relationships/image" Target="../media/image248.png"/><Relationship Id="rId262" Type="http://schemas.openxmlformats.org/officeDocument/2006/relationships/customXml" Target="../ink/ink966.xml"/><Relationship Id="rId318" Type="http://schemas.openxmlformats.org/officeDocument/2006/relationships/customXml" Target="../ink/ink994.xml"/><Relationship Id="rId99" Type="http://schemas.openxmlformats.org/officeDocument/2006/relationships/image" Target="../media/image269.png"/><Relationship Id="rId122" Type="http://schemas.openxmlformats.org/officeDocument/2006/relationships/customXml" Target="../ink/ink895.xml"/><Relationship Id="rId164" Type="http://schemas.openxmlformats.org/officeDocument/2006/relationships/customXml" Target="../ink/ink916.xml"/><Relationship Id="rId371" Type="http://schemas.openxmlformats.org/officeDocument/2006/relationships/image" Target="../media/image831.png"/><Relationship Id="rId427" Type="http://schemas.openxmlformats.org/officeDocument/2006/relationships/customXml" Target="../ink/ink1049.xml"/><Relationship Id="rId26" Type="http://schemas.openxmlformats.org/officeDocument/2006/relationships/customXml" Target="../ink/ink847.xml"/><Relationship Id="rId231" Type="http://schemas.openxmlformats.org/officeDocument/2006/relationships/image" Target="../media/image334.png"/><Relationship Id="rId273" Type="http://schemas.openxmlformats.org/officeDocument/2006/relationships/image" Target="../media/image783.png"/><Relationship Id="rId329" Type="http://schemas.openxmlformats.org/officeDocument/2006/relationships/image" Target="../media/image811.png"/><Relationship Id="rId68" Type="http://schemas.openxmlformats.org/officeDocument/2006/relationships/customXml" Target="../ink/ink868.xml"/><Relationship Id="rId133" Type="http://schemas.openxmlformats.org/officeDocument/2006/relationships/image" Target="../media/image286.png"/><Relationship Id="rId175" Type="http://schemas.openxmlformats.org/officeDocument/2006/relationships/image" Target="../media/image307.png"/><Relationship Id="rId340" Type="http://schemas.openxmlformats.org/officeDocument/2006/relationships/customXml" Target="../ink/ink1005.xml"/><Relationship Id="rId200" Type="http://schemas.openxmlformats.org/officeDocument/2006/relationships/image" Target="../media/image319.png"/><Relationship Id="rId382" Type="http://schemas.openxmlformats.org/officeDocument/2006/relationships/image" Target="../media/image836.png"/><Relationship Id="rId438" Type="http://schemas.openxmlformats.org/officeDocument/2006/relationships/image" Target="../media/image864.png"/><Relationship Id="rId242" Type="http://schemas.openxmlformats.org/officeDocument/2006/relationships/customXml" Target="../ink/ink956.xml"/><Relationship Id="rId284" Type="http://schemas.openxmlformats.org/officeDocument/2006/relationships/customXml" Target="../ink/ink977.xml"/><Relationship Id="rId37" Type="http://schemas.openxmlformats.org/officeDocument/2006/relationships/image" Target="../media/image136.png"/><Relationship Id="rId79" Type="http://schemas.openxmlformats.org/officeDocument/2006/relationships/image" Target="../media/image259.png"/><Relationship Id="rId102" Type="http://schemas.openxmlformats.org/officeDocument/2006/relationships/customXml" Target="../ink/ink885.xml"/><Relationship Id="rId144" Type="http://schemas.openxmlformats.org/officeDocument/2006/relationships/customXml" Target="../ink/ink906.xml"/><Relationship Id="rId90" Type="http://schemas.openxmlformats.org/officeDocument/2006/relationships/customXml" Target="../ink/ink879.xml"/><Relationship Id="rId186" Type="http://schemas.openxmlformats.org/officeDocument/2006/relationships/image" Target="../media/image312.png"/><Relationship Id="rId351" Type="http://schemas.openxmlformats.org/officeDocument/2006/relationships/image" Target="../media/image821.png"/><Relationship Id="rId393" Type="http://schemas.openxmlformats.org/officeDocument/2006/relationships/customXml" Target="../ink/ink1032.xml"/><Relationship Id="rId407" Type="http://schemas.openxmlformats.org/officeDocument/2006/relationships/customXml" Target="../ink/ink1039.xml"/><Relationship Id="rId449" Type="http://schemas.openxmlformats.org/officeDocument/2006/relationships/customXml" Target="../ink/ink1060.xml"/><Relationship Id="rId211" Type="http://schemas.openxmlformats.org/officeDocument/2006/relationships/customXml" Target="../ink/ink940.xml"/><Relationship Id="rId253" Type="http://schemas.openxmlformats.org/officeDocument/2006/relationships/image" Target="../media/image773.png"/><Relationship Id="rId295" Type="http://schemas.openxmlformats.org/officeDocument/2006/relationships/image" Target="../media/image794.png"/><Relationship Id="rId309" Type="http://schemas.openxmlformats.org/officeDocument/2006/relationships/image" Target="../media/image801.png"/><Relationship Id="rId460" Type="http://schemas.openxmlformats.org/officeDocument/2006/relationships/customXml" Target="../ink/ink1066.xml"/><Relationship Id="rId48" Type="http://schemas.openxmlformats.org/officeDocument/2006/relationships/customXml" Target="../ink/ink858.xml"/><Relationship Id="rId113" Type="http://schemas.openxmlformats.org/officeDocument/2006/relationships/image" Target="../media/image276.png"/><Relationship Id="rId320" Type="http://schemas.openxmlformats.org/officeDocument/2006/relationships/customXml" Target="../ink/ink995.xml"/><Relationship Id="rId155" Type="http://schemas.openxmlformats.org/officeDocument/2006/relationships/image" Target="../media/image297.png"/><Relationship Id="rId197" Type="http://schemas.openxmlformats.org/officeDocument/2006/relationships/customXml" Target="../ink/ink933.xml"/><Relationship Id="rId362" Type="http://schemas.openxmlformats.org/officeDocument/2006/relationships/customXml" Target="../ink/ink1016.xml"/><Relationship Id="rId418" Type="http://schemas.openxmlformats.org/officeDocument/2006/relationships/image" Target="../media/image854.png"/><Relationship Id="rId222" Type="http://schemas.openxmlformats.org/officeDocument/2006/relationships/image" Target="../media/image330.png"/><Relationship Id="rId264" Type="http://schemas.openxmlformats.org/officeDocument/2006/relationships/customXml" Target="../ink/ink967.xml"/><Relationship Id="rId17" Type="http://schemas.openxmlformats.org/officeDocument/2006/relationships/image" Target="../media/image126.png"/><Relationship Id="rId59" Type="http://schemas.openxmlformats.org/officeDocument/2006/relationships/image" Target="../media/image249.png"/><Relationship Id="rId124" Type="http://schemas.openxmlformats.org/officeDocument/2006/relationships/customXml" Target="../ink/ink896.xml"/><Relationship Id="rId70" Type="http://schemas.openxmlformats.org/officeDocument/2006/relationships/customXml" Target="../ink/ink869.xml"/><Relationship Id="rId166" Type="http://schemas.openxmlformats.org/officeDocument/2006/relationships/customXml" Target="../ink/ink917.xml"/><Relationship Id="rId331" Type="http://schemas.openxmlformats.org/officeDocument/2006/relationships/image" Target="../media/image812.png"/><Relationship Id="rId373" Type="http://schemas.openxmlformats.org/officeDocument/2006/relationships/image" Target="../media/image832.png"/><Relationship Id="rId429" Type="http://schemas.openxmlformats.org/officeDocument/2006/relationships/customXml" Target="../ink/ink1050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335.png"/><Relationship Id="rId440" Type="http://schemas.openxmlformats.org/officeDocument/2006/relationships/image" Target="../media/image865.png"/><Relationship Id="rId28" Type="http://schemas.openxmlformats.org/officeDocument/2006/relationships/customXml" Target="../ink/ink848.xml"/><Relationship Id="rId275" Type="http://schemas.openxmlformats.org/officeDocument/2006/relationships/image" Target="../media/image784.png"/><Relationship Id="rId300" Type="http://schemas.openxmlformats.org/officeDocument/2006/relationships/customXml" Target="../ink/ink985.xml"/><Relationship Id="rId81" Type="http://schemas.openxmlformats.org/officeDocument/2006/relationships/image" Target="../media/image260.png"/><Relationship Id="rId135" Type="http://schemas.openxmlformats.org/officeDocument/2006/relationships/image" Target="../media/image287.png"/><Relationship Id="rId177" Type="http://schemas.openxmlformats.org/officeDocument/2006/relationships/customXml" Target="../ink/ink923.xml"/><Relationship Id="rId342" Type="http://schemas.openxmlformats.org/officeDocument/2006/relationships/customXml" Target="../ink/ink1006.xml"/><Relationship Id="rId384" Type="http://schemas.openxmlformats.org/officeDocument/2006/relationships/image" Target="../media/image837.png"/><Relationship Id="rId202" Type="http://schemas.openxmlformats.org/officeDocument/2006/relationships/image" Target="../media/image320.png"/><Relationship Id="rId244" Type="http://schemas.openxmlformats.org/officeDocument/2006/relationships/customXml" Target="../ink/ink957.xml"/><Relationship Id="rId39" Type="http://schemas.openxmlformats.org/officeDocument/2006/relationships/image" Target="../media/image137.png"/><Relationship Id="rId286" Type="http://schemas.openxmlformats.org/officeDocument/2006/relationships/customXml" Target="../ink/ink978.xml"/><Relationship Id="rId451" Type="http://schemas.openxmlformats.org/officeDocument/2006/relationships/customXml" Target="../ink/ink1061.xml"/><Relationship Id="rId50" Type="http://schemas.openxmlformats.org/officeDocument/2006/relationships/customXml" Target="../ink/ink859.xml"/><Relationship Id="rId104" Type="http://schemas.openxmlformats.org/officeDocument/2006/relationships/customXml" Target="../ink/ink886.xml"/><Relationship Id="rId146" Type="http://schemas.openxmlformats.org/officeDocument/2006/relationships/customXml" Target="../ink/ink907.xml"/><Relationship Id="rId188" Type="http://schemas.openxmlformats.org/officeDocument/2006/relationships/image" Target="../media/image313.png"/><Relationship Id="rId311" Type="http://schemas.openxmlformats.org/officeDocument/2006/relationships/image" Target="../media/image802.png"/><Relationship Id="rId353" Type="http://schemas.openxmlformats.org/officeDocument/2006/relationships/image" Target="../media/image822.png"/><Relationship Id="rId395" Type="http://schemas.openxmlformats.org/officeDocument/2006/relationships/customXml" Target="../ink/ink1033.xml"/><Relationship Id="rId409" Type="http://schemas.openxmlformats.org/officeDocument/2006/relationships/customXml" Target="../ink/ink1040.xml"/><Relationship Id="rId92" Type="http://schemas.openxmlformats.org/officeDocument/2006/relationships/customXml" Target="../ink/ink880.xml"/><Relationship Id="rId213" Type="http://schemas.openxmlformats.org/officeDocument/2006/relationships/customXml" Target="../ink/ink941.xml"/><Relationship Id="rId420" Type="http://schemas.openxmlformats.org/officeDocument/2006/relationships/image" Target="../media/image855.png"/><Relationship Id="rId255" Type="http://schemas.openxmlformats.org/officeDocument/2006/relationships/image" Target="../media/image774.png"/><Relationship Id="rId297" Type="http://schemas.openxmlformats.org/officeDocument/2006/relationships/image" Target="../media/image795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32.png"/><Relationship Id="rId21" Type="http://schemas.openxmlformats.org/officeDocument/2006/relationships/image" Target="../media/image885.png"/><Relationship Id="rId42" Type="http://schemas.openxmlformats.org/officeDocument/2006/relationships/customXml" Target="../ink/ink1087.xml"/><Relationship Id="rId63" Type="http://schemas.openxmlformats.org/officeDocument/2006/relationships/image" Target="../media/image905.png"/><Relationship Id="rId84" Type="http://schemas.openxmlformats.org/officeDocument/2006/relationships/customXml" Target="../ink/ink1108.xml"/><Relationship Id="rId138" Type="http://schemas.openxmlformats.org/officeDocument/2006/relationships/customXml" Target="../ink/ink1135.xml"/><Relationship Id="rId159" Type="http://schemas.openxmlformats.org/officeDocument/2006/relationships/image" Target="../media/image953.png"/><Relationship Id="rId170" Type="http://schemas.openxmlformats.org/officeDocument/2006/relationships/customXml" Target="../ink/ink1151.xml"/><Relationship Id="rId191" Type="http://schemas.openxmlformats.org/officeDocument/2006/relationships/image" Target="../media/image969.png"/><Relationship Id="rId205" Type="http://schemas.openxmlformats.org/officeDocument/2006/relationships/image" Target="../media/image975.png"/><Relationship Id="rId226" Type="http://schemas.openxmlformats.org/officeDocument/2006/relationships/image" Target="../media/image985.png"/><Relationship Id="rId107" Type="http://schemas.openxmlformats.org/officeDocument/2006/relationships/image" Target="../media/image927.png"/><Relationship Id="rId11" Type="http://schemas.openxmlformats.org/officeDocument/2006/relationships/image" Target="../media/image880.png"/><Relationship Id="rId32" Type="http://schemas.openxmlformats.org/officeDocument/2006/relationships/customXml" Target="../ink/ink1082.xml"/><Relationship Id="rId53" Type="http://schemas.openxmlformats.org/officeDocument/2006/relationships/image" Target="../media/image900.png"/><Relationship Id="rId74" Type="http://schemas.openxmlformats.org/officeDocument/2006/relationships/customXml" Target="../ink/ink1103.xml"/><Relationship Id="rId128" Type="http://schemas.openxmlformats.org/officeDocument/2006/relationships/customXml" Target="../ink/ink1130.xml"/><Relationship Id="rId149" Type="http://schemas.openxmlformats.org/officeDocument/2006/relationships/image" Target="../media/image948.png"/><Relationship Id="rId5" Type="http://schemas.openxmlformats.org/officeDocument/2006/relationships/image" Target="../media/image877.png"/><Relationship Id="rId95" Type="http://schemas.openxmlformats.org/officeDocument/2006/relationships/image" Target="../media/image921.png"/><Relationship Id="rId160" Type="http://schemas.openxmlformats.org/officeDocument/2006/relationships/customXml" Target="../ink/ink1146.xml"/><Relationship Id="rId181" Type="http://schemas.openxmlformats.org/officeDocument/2006/relationships/image" Target="../media/image964.png"/><Relationship Id="rId216" Type="http://schemas.openxmlformats.org/officeDocument/2006/relationships/image" Target="../media/image980.png"/><Relationship Id="rId22" Type="http://schemas.openxmlformats.org/officeDocument/2006/relationships/customXml" Target="../ink/ink1077.xml"/><Relationship Id="rId43" Type="http://schemas.openxmlformats.org/officeDocument/2006/relationships/image" Target="../media/image895.png"/><Relationship Id="rId64" Type="http://schemas.openxmlformats.org/officeDocument/2006/relationships/customXml" Target="../ink/ink1098.xml"/><Relationship Id="rId118" Type="http://schemas.openxmlformats.org/officeDocument/2006/relationships/customXml" Target="../ink/ink1125.xml"/><Relationship Id="rId139" Type="http://schemas.openxmlformats.org/officeDocument/2006/relationships/image" Target="../media/image943.png"/><Relationship Id="rId85" Type="http://schemas.openxmlformats.org/officeDocument/2006/relationships/image" Target="../media/image916.png"/><Relationship Id="rId150" Type="http://schemas.openxmlformats.org/officeDocument/2006/relationships/customXml" Target="../ink/ink1141.xml"/><Relationship Id="rId171" Type="http://schemas.openxmlformats.org/officeDocument/2006/relationships/image" Target="../media/image959.png"/><Relationship Id="rId192" Type="http://schemas.openxmlformats.org/officeDocument/2006/relationships/customXml" Target="../ink/ink1162.xml"/><Relationship Id="rId206" Type="http://schemas.openxmlformats.org/officeDocument/2006/relationships/customXml" Target="../ink/ink1169.xml"/><Relationship Id="rId227" Type="http://schemas.openxmlformats.org/officeDocument/2006/relationships/customXml" Target="../ink/ink1180.xml"/><Relationship Id="rId12" Type="http://schemas.openxmlformats.org/officeDocument/2006/relationships/customXml" Target="../ink/ink1072.xml"/><Relationship Id="rId33" Type="http://schemas.openxmlformats.org/officeDocument/2006/relationships/image" Target="../media/image891.png"/><Relationship Id="rId108" Type="http://schemas.openxmlformats.org/officeDocument/2006/relationships/customXml" Target="../ink/ink1120.xml"/><Relationship Id="rId129" Type="http://schemas.openxmlformats.org/officeDocument/2006/relationships/image" Target="../media/image938.png"/><Relationship Id="rId54" Type="http://schemas.openxmlformats.org/officeDocument/2006/relationships/customXml" Target="../ink/ink1093.xml"/><Relationship Id="rId75" Type="http://schemas.openxmlformats.org/officeDocument/2006/relationships/image" Target="../media/image911.png"/><Relationship Id="rId96" Type="http://schemas.openxmlformats.org/officeDocument/2006/relationships/customXml" Target="../ink/ink1114.xml"/><Relationship Id="rId140" Type="http://schemas.openxmlformats.org/officeDocument/2006/relationships/customXml" Target="../ink/ink1136.xml"/><Relationship Id="rId161" Type="http://schemas.openxmlformats.org/officeDocument/2006/relationships/image" Target="../media/image954.png"/><Relationship Id="rId182" Type="http://schemas.openxmlformats.org/officeDocument/2006/relationships/customXml" Target="../ink/ink1157.xml"/><Relationship Id="rId217" Type="http://schemas.openxmlformats.org/officeDocument/2006/relationships/customXml" Target="../ink/ink1175.xml"/><Relationship Id="rId6" Type="http://schemas.openxmlformats.org/officeDocument/2006/relationships/customXml" Target="../ink/ink1069.xml"/><Relationship Id="rId23" Type="http://schemas.openxmlformats.org/officeDocument/2006/relationships/image" Target="../media/image886.png"/><Relationship Id="rId119" Type="http://schemas.openxmlformats.org/officeDocument/2006/relationships/image" Target="../media/image933.png"/><Relationship Id="rId44" Type="http://schemas.openxmlformats.org/officeDocument/2006/relationships/customXml" Target="../ink/ink1088.xml"/><Relationship Id="rId65" Type="http://schemas.openxmlformats.org/officeDocument/2006/relationships/image" Target="../media/image906.png"/><Relationship Id="rId86" Type="http://schemas.openxmlformats.org/officeDocument/2006/relationships/customXml" Target="../ink/ink1109.xml"/><Relationship Id="rId130" Type="http://schemas.openxmlformats.org/officeDocument/2006/relationships/customXml" Target="../ink/ink1131.xml"/><Relationship Id="rId151" Type="http://schemas.openxmlformats.org/officeDocument/2006/relationships/image" Target="../media/image949.png"/><Relationship Id="rId172" Type="http://schemas.openxmlformats.org/officeDocument/2006/relationships/customXml" Target="../ink/ink1152.xml"/><Relationship Id="rId193" Type="http://schemas.openxmlformats.org/officeDocument/2006/relationships/image" Target="../media/image970.png"/><Relationship Id="rId207" Type="http://schemas.openxmlformats.org/officeDocument/2006/relationships/image" Target="../media/image976.png"/><Relationship Id="rId228" Type="http://schemas.openxmlformats.org/officeDocument/2006/relationships/image" Target="../media/image986.png"/><Relationship Id="rId13" Type="http://schemas.openxmlformats.org/officeDocument/2006/relationships/image" Target="../media/image881.png"/><Relationship Id="rId109" Type="http://schemas.openxmlformats.org/officeDocument/2006/relationships/image" Target="../media/image928.png"/><Relationship Id="rId34" Type="http://schemas.openxmlformats.org/officeDocument/2006/relationships/customXml" Target="../ink/ink1083.xml"/><Relationship Id="rId55" Type="http://schemas.openxmlformats.org/officeDocument/2006/relationships/image" Target="../media/image901.png"/><Relationship Id="rId76" Type="http://schemas.openxmlformats.org/officeDocument/2006/relationships/customXml" Target="../ink/ink1104.xml"/><Relationship Id="rId97" Type="http://schemas.openxmlformats.org/officeDocument/2006/relationships/image" Target="../media/image922.png"/><Relationship Id="rId120" Type="http://schemas.openxmlformats.org/officeDocument/2006/relationships/customXml" Target="../ink/ink1126.xml"/><Relationship Id="rId141" Type="http://schemas.openxmlformats.org/officeDocument/2006/relationships/image" Target="../media/image944.png"/><Relationship Id="rId7" Type="http://schemas.openxmlformats.org/officeDocument/2006/relationships/image" Target="../media/image878.png"/><Relationship Id="rId162" Type="http://schemas.openxmlformats.org/officeDocument/2006/relationships/customXml" Target="../ink/ink1147.xml"/><Relationship Id="rId183" Type="http://schemas.openxmlformats.org/officeDocument/2006/relationships/image" Target="../media/image965.png"/><Relationship Id="rId218" Type="http://schemas.openxmlformats.org/officeDocument/2006/relationships/image" Target="../media/image981.png"/><Relationship Id="rId24" Type="http://schemas.openxmlformats.org/officeDocument/2006/relationships/customXml" Target="../ink/ink1078.xml"/><Relationship Id="rId45" Type="http://schemas.openxmlformats.org/officeDocument/2006/relationships/image" Target="../media/image896.png"/><Relationship Id="rId66" Type="http://schemas.openxmlformats.org/officeDocument/2006/relationships/customXml" Target="../ink/ink1099.xml"/><Relationship Id="rId87" Type="http://schemas.openxmlformats.org/officeDocument/2006/relationships/image" Target="../media/image917.png"/><Relationship Id="rId110" Type="http://schemas.openxmlformats.org/officeDocument/2006/relationships/customXml" Target="../ink/ink1121.xml"/><Relationship Id="rId131" Type="http://schemas.openxmlformats.org/officeDocument/2006/relationships/image" Target="../media/image939.png"/><Relationship Id="rId152" Type="http://schemas.openxmlformats.org/officeDocument/2006/relationships/customXml" Target="../ink/ink1142.xml"/><Relationship Id="rId173" Type="http://schemas.openxmlformats.org/officeDocument/2006/relationships/image" Target="../media/image960.png"/><Relationship Id="rId194" Type="http://schemas.openxmlformats.org/officeDocument/2006/relationships/customXml" Target="../ink/ink1163.xml"/><Relationship Id="rId208" Type="http://schemas.openxmlformats.org/officeDocument/2006/relationships/customXml" Target="../ink/ink1170.xml"/><Relationship Id="rId229" Type="http://schemas.openxmlformats.org/officeDocument/2006/relationships/customXml" Target="../ink/ink1181.xml"/><Relationship Id="rId14" Type="http://schemas.openxmlformats.org/officeDocument/2006/relationships/customXml" Target="../ink/ink1073.xml"/><Relationship Id="rId35" Type="http://schemas.openxmlformats.org/officeDocument/2006/relationships/image" Target="../media/image225.png"/><Relationship Id="rId56" Type="http://schemas.openxmlformats.org/officeDocument/2006/relationships/customXml" Target="../ink/ink1094.xml"/><Relationship Id="rId77" Type="http://schemas.openxmlformats.org/officeDocument/2006/relationships/image" Target="../media/image912.png"/><Relationship Id="rId100" Type="http://schemas.openxmlformats.org/officeDocument/2006/relationships/customXml" Target="../ink/ink1116.xml"/><Relationship Id="rId8" Type="http://schemas.openxmlformats.org/officeDocument/2006/relationships/customXml" Target="../ink/ink1070.xml"/><Relationship Id="rId98" Type="http://schemas.openxmlformats.org/officeDocument/2006/relationships/customXml" Target="../ink/ink1115.xml"/><Relationship Id="rId121" Type="http://schemas.openxmlformats.org/officeDocument/2006/relationships/image" Target="../media/image934.png"/><Relationship Id="rId142" Type="http://schemas.openxmlformats.org/officeDocument/2006/relationships/customXml" Target="../ink/ink1137.xml"/><Relationship Id="rId163" Type="http://schemas.openxmlformats.org/officeDocument/2006/relationships/image" Target="../media/image955.png"/><Relationship Id="rId184" Type="http://schemas.openxmlformats.org/officeDocument/2006/relationships/customXml" Target="../ink/ink1158.xml"/><Relationship Id="rId219" Type="http://schemas.openxmlformats.org/officeDocument/2006/relationships/customXml" Target="../ink/ink1176.xml"/><Relationship Id="rId230" Type="http://schemas.openxmlformats.org/officeDocument/2006/relationships/image" Target="../media/image987.png"/><Relationship Id="rId25" Type="http://schemas.openxmlformats.org/officeDocument/2006/relationships/image" Target="../media/image887.png"/><Relationship Id="rId46" Type="http://schemas.openxmlformats.org/officeDocument/2006/relationships/customXml" Target="../ink/ink1089.xml"/><Relationship Id="rId67" Type="http://schemas.openxmlformats.org/officeDocument/2006/relationships/image" Target="../media/image907.png"/><Relationship Id="rId20" Type="http://schemas.openxmlformats.org/officeDocument/2006/relationships/customXml" Target="../ink/ink1076.xml"/><Relationship Id="rId41" Type="http://schemas.openxmlformats.org/officeDocument/2006/relationships/image" Target="../media/image894.png"/><Relationship Id="rId62" Type="http://schemas.openxmlformats.org/officeDocument/2006/relationships/customXml" Target="../ink/ink1097.xml"/><Relationship Id="rId83" Type="http://schemas.openxmlformats.org/officeDocument/2006/relationships/image" Target="../media/image915.png"/><Relationship Id="rId88" Type="http://schemas.openxmlformats.org/officeDocument/2006/relationships/customXml" Target="../ink/ink1110.xml"/><Relationship Id="rId111" Type="http://schemas.openxmlformats.org/officeDocument/2006/relationships/image" Target="../media/image929.png"/><Relationship Id="rId132" Type="http://schemas.openxmlformats.org/officeDocument/2006/relationships/customXml" Target="../ink/ink1132.xml"/><Relationship Id="rId153" Type="http://schemas.openxmlformats.org/officeDocument/2006/relationships/image" Target="../media/image950.png"/><Relationship Id="rId174" Type="http://schemas.openxmlformats.org/officeDocument/2006/relationships/customXml" Target="../ink/ink1153.xml"/><Relationship Id="rId179" Type="http://schemas.openxmlformats.org/officeDocument/2006/relationships/image" Target="../media/image963.png"/><Relationship Id="rId195" Type="http://schemas.openxmlformats.org/officeDocument/2006/relationships/image" Target="../media/image341.png"/><Relationship Id="rId209" Type="http://schemas.openxmlformats.org/officeDocument/2006/relationships/image" Target="../media/image977.png"/><Relationship Id="rId190" Type="http://schemas.openxmlformats.org/officeDocument/2006/relationships/customXml" Target="../ink/ink1161.xml"/><Relationship Id="rId204" Type="http://schemas.openxmlformats.org/officeDocument/2006/relationships/customXml" Target="../ink/ink1168.xml"/><Relationship Id="rId220" Type="http://schemas.openxmlformats.org/officeDocument/2006/relationships/image" Target="../media/image982.png"/><Relationship Id="rId225" Type="http://schemas.openxmlformats.org/officeDocument/2006/relationships/customXml" Target="../ink/ink1179.xml"/><Relationship Id="rId15" Type="http://schemas.openxmlformats.org/officeDocument/2006/relationships/image" Target="../media/image882.png"/><Relationship Id="rId36" Type="http://schemas.openxmlformats.org/officeDocument/2006/relationships/customXml" Target="../ink/ink1084.xml"/><Relationship Id="rId57" Type="http://schemas.openxmlformats.org/officeDocument/2006/relationships/image" Target="../media/image902.png"/><Relationship Id="rId106" Type="http://schemas.openxmlformats.org/officeDocument/2006/relationships/customXml" Target="../ink/ink1119.xml"/><Relationship Id="rId127" Type="http://schemas.openxmlformats.org/officeDocument/2006/relationships/image" Target="../media/image937.png"/><Relationship Id="rId10" Type="http://schemas.openxmlformats.org/officeDocument/2006/relationships/customXml" Target="../ink/ink1071.xml"/><Relationship Id="rId31" Type="http://schemas.openxmlformats.org/officeDocument/2006/relationships/image" Target="../media/image890.png"/><Relationship Id="rId52" Type="http://schemas.openxmlformats.org/officeDocument/2006/relationships/customXml" Target="../ink/ink1092.xml"/><Relationship Id="rId73" Type="http://schemas.openxmlformats.org/officeDocument/2006/relationships/image" Target="../media/image910.png"/><Relationship Id="rId78" Type="http://schemas.openxmlformats.org/officeDocument/2006/relationships/customXml" Target="../ink/ink1105.xml"/><Relationship Id="rId94" Type="http://schemas.openxmlformats.org/officeDocument/2006/relationships/customXml" Target="../ink/ink1113.xml"/><Relationship Id="rId99" Type="http://schemas.openxmlformats.org/officeDocument/2006/relationships/image" Target="../media/image923.png"/><Relationship Id="rId101" Type="http://schemas.openxmlformats.org/officeDocument/2006/relationships/image" Target="../media/image924.png"/><Relationship Id="rId122" Type="http://schemas.openxmlformats.org/officeDocument/2006/relationships/customXml" Target="../ink/ink1127.xml"/><Relationship Id="rId143" Type="http://schemas.openxmlformats.org/officeDocument/2006/relationships/image" Target="../media/image945.png"/><Relationship Id="rId148" Type="http://schemas.openxmlformats.org/officeDocument/2006/relationships/customXml" Target="../ink/ink1140.xml"/><Relationship Id="rId164" Type="http://schemas.openxmlformats.org/officeDocument/2006/relationships/customXml" Target="../ink/ink1148.xml"/><Relationship Id="rId169" Type="http://schemas.openxmlformats.org/officeDocument/2006/relationships/image" Target="../media/image958.png"/><Relationship Id="rId185" Type="http://schemas.openxmlformats.org/officeDocument/2006/relationships/image" Target="../media/image966.png"/><Relationship Id="rId4" Type="http://schemas.openxmlformats.org/officeDocument/2006/relationships/customXml" Target="../ink/ink1068.xml"/><Relationship Id="rId9" Type="http://schemas.openxmlformats.org/officeDocument/2006/relationships/image" Target="../media/image879.png"/><Relationship Id="rId180" Type="http://schemas.openxmlformats.org/officeDocument/2006/relationships/customXml" Target="../ink/ink1156.xml"/><Relationship Id="rId210" Type="http://schemas.openxmlformats.org/officeDocument/2006/relationships/customXml" Target="../ink/ink1171.xml"/><Relationship Id="rId215" Type="http://schemas.openxmlformats.org/officeDocument/2006/relationships/customXml" Target="../ink/ink1174.xml"/><Relationship Id="rId26" Type="http://schemas.openxmlformats.org/officeDocument/2006/relationships/customXml" Target="../ink/ink1079.xml"/><Relationship Id="rId231" Type="http://schemas.openxmlformats.org/officeDocument/2006/relationships/customXml" Target="../ink/ink1182.xml"/><Relationship Id="rId47" Type="http://schemas.openxmlformats.org/officeDocument/2006/relationships/image" Target="../media/image897.png"/><Relationship Id="rId68" Type="http://schemas.openxmlformats.org/officeDocument/2006/relationships/customXml" Target="../ink/ink1100.xml"/><Relationship Id="rId89" Type="http://schemas.openxmlformats.org/officeDocument/2006/relationships/image" Target="../media/image918.png"/><Relationship Id="rId112" Type="http://schemas.openxmlformats.org/officeDocument/2006/relationships/customXml" Target="../ink/ink1122.xml"/><Relationship Id="rId133" Type="http://schemas.openxmlformats.org/officeDocument/2006/relationships/image" Target="../media/image940.png"/><Relationship Id="rId154" Type="http://schemas.openxmlformats.org/officeDocument/2006/relationships/customXml" Target="../ink/ink1143.xml"/><Relationship Id="rId175" Type="http://schemas.openxmlformats.org/officeDocument/2006/relationships/image" Target="../media/image961.png"/><Relationship Id="rId196" Type="http://schemas.openxmlformats.org/officeDocument/2006/relationships/customXml" Target="../ink/ink1164.xml"/><Relationship Id="rId200" Type="http://schemas.openxmlformats.org/officeDocument/2006/relationships/customXml" Target="../ink/ink1166.xml"/><Relationship Id="rId16" Type="http://schemas.openxmlformats.org/officeDocument/2006/relationships/customXml" Target="../ink/ink1074.xml"/><Relationship Id="rId221" Type="http://schemas.openxmlformats.org/officeDocument/2006/relationships/customXml" Target="../ink/ink1177.xml"/><Relationship Id="rId37" Type="http://schemas.openxmlformats.org/officeDocument/2006/relationships/image" Target="../media/image892.png"/><Relationship Id="rId58" Type="http://schemas.openxmlformats.org/officeDocument/2006/relationships/customXml" Target="../ink/ink1095.xml"/><Relationship Id="rId79" Type="http://schemas.openxmlformats.org/officeDocument/2006/relationships/image" Target="../media/image913.png"/><Relationship Id="rId102" Type="http://schemas.openxmlformats.org/officeDocument/2006/relationships/customXml" Target="../ink/ink1117.xml"/><Relationship Id="rId123" Type="http://schemas.openxmlformats.org/officeDocument/2006/relationships/image" Target="../media/image935.png"/><Relationship Id="rId144" Type="http://schemas.openxmlformats.org/officeDocument/2006/relationships/customXml" Target="../ink/ink1138.xml"/><Relationship Id="rId90" Type="http://schemas.openxmlformats.org/officeDocument/2006/relationships/customXml" Target="../ink/ink1111.xml"/><Relationship Id="rId165" Type="http://schemas.openxmlformats.org/officeDocument/2006/relationships/image" Target="../media/image956.png"/><Relationship Id="rId186" Type="http://schemas.openxmlformats.org/officeDocument/2006/relationships/customXml" Target="../ink/ink1159.xml"/><Relationship Id="rId211" Type="http://schemas.openxmlformats.org/officeDocument/2006/relationships/image" Target="../media/image978.png"/><Relationship Id="rId232" Type="http://schemas.openxmlformats.org/officeDocument/2006/relationships/image" Target="../media/image988.png"/><Relationship Id="rId27" Type="http://schemas.openxmlformats.org/officeDocument/2006/relationships/image" Target="../media/image888.png"/><Relationship Id="rId48" Type="http://schemas.openxmlformats.org/officeDocument/2006/relationships/customXml" Target="../ink/ink1090.xml"/><Relationship Id="rId69" Type="http://schemas.openxmlformats.org/officeDocument/2006/relationships/image" Target="../media/image908.png"/><Relationship Id="rId113" Type="http://schemas.openxmlformats.org/officeDocument/2006/relationships/image" Target="../media/image930.png"/><Relationship Id="rId134" Type="http://schemas.openxmlformats.org/officeDocument/2006/relationships/customXml" Target="../ink/ink1133.xml"/><Relationship Id="rId80" Type="http://schemas.openxmlformats.org/officeDocument/2006/relationships/customXml" Target="../ink/ink1106.xml"/><Relationship Id="rId155" Type="http://schemas.openxmlformats.org/officeDocument/2006/relationships/image" Target="../media/image951.png"/><Relationship Id="rId176" Type="http://schemas.openxmlformats.org/officeDocument/2006/relationships/customXml" Target="../ink/ink1154.xml"/><Relationship Id="rId197" Type="http://schemas.openxmlformats.org/officeDocument/2006/relationships/image" Target="../media/image971.png"/><Relationship Id="rId201" Type="http://schemas.openxmlformats.org/officeDocument/2006/relationships/image" Target="../media/image973.png"/><Relationship Id="rId222" Type="http://schemas.openxmlformats.org/officeDocument/2006/relationships/image" Target="../media/image983.png"/><Relationship Id="rId17" Type="http://schemas.openxmlformats.org/officeDocument/2006/relationships/image" Target="../media/image883.png"/><Relationship Id="rId38" Type="http://schemas.openxmlformats.org/officeDocument/2006/relationships/customXml" Target="../ink/ink1085.xml"/><Relationship Id="rId59" Type="http://schemas.openxmlformats.org/officeDocument/2006/relationships/image" Target="../media/image903.png"/><Relationship Id="rId103" Type="http://schemas.openxmlformats.org/officeDocument/2006/relationships/image" Target="../media/image925.png"/><Relationship Id="rId124" Type="http://schemas.openxmlformats.org/officeDocument/2006/relationships/customXml" Target="../ink/ink1128.xml"/><Relationship Id="rId70" Type="http://schemas.openxmlformats.org/officeDocument/2006/relationships/customXml" Target="../ink/ink1101.xml"/><Relationship Id="rId91" Type="http://schemas.openxmlformats.org/officeDocument/2006/relationships/image" Target="../media/image919.png"/><Relationship Id="rId145" Type="http://schemas.openxmlformats.org/officeDocument/2006/relationships/image" Target="../media/image946.png"/><Relationship Id="rId166" Type="http://schemas.openxmlformats.org/officeDocument/2006/relationships/customXml" Target="../ink/ink1149.xml"/><Relationship Id="rId187" Type="http://schemas.openxmlformats.org/officeDocument/2006/relationships/image" Target="../media/image96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72.xml"/><Relationship Id="rId233" Type="http://schemas.openxmlformats.org/officeDocument/2006/relationships/customXml" Target="../ink/ink1183.xml"/><Relationship Id="rId28" Type="http://schemas.openxmlformats.org/officeDocument/2006/relationships/customXml" Target="../ink/ink1080.xml"/><Relationship Id="rId49" Type="http://schemas.openxmlformats.org/officeDocument/2006/relationships/image" Target="../media/image898.png"/><Relationship Id="rId114" Type="http://schemas.openxmlformats.org/officeDocument/2006/relationships/customXml" Target="../ink/ink1123.xml"/><Relationship Id="rId60" Type="http://schemas.openxmlformats.org/officeDocument/2006/relationships/customXml" Target="../ink/ink1096.xml"/><Relationship Id="rId81" Type="http://schemas.openxmlformats.org/officeDocument/2006/relationships/image" Target="../media/image914.png"/><Relationship Id="rId135" Type="http://schemas.openxmlformats.org/officeDocument/2006/relationships/image" Target="../media/image941.png"/><Relationship Id="rId156" Type="http://schemas.openxmlformats.org/officeDocument/2006/relationships/customXml" Target="../ink/ink1144.xml"/><Relationship Id="rId177" Type="http://schemas.openxmlformats.org/officeDocument/2006/relationships/image" Target="../media/image962.png"/><Relationship Id="rId198" Type="http://schemas.openxmlformats.org/officeDocument/2006/relationships/customXml" Target="../ink/ink1165.xml"/><Relationship Id="rId202" Type="http://schemas.openxmlformats.org/officeDocument/2006/relationships/customXml" Target="../ink/ink1167.xml"/><Relationship Id="rId223" Type="http://schemas.openxmlformats.org/officeDocument/2006/relationships/customXml" Target="../ink/ink1178.xml"/><Relationship Id="rId18" Type="http://schemas.openxmlformats.org/officeDocument/2006/relationships/customXml" Target="../ink/ink1075.xml"/><Relationship Id="rId39" Type="http://schemas.openxmlformats.org/officeDocument/2006/relationships/image" Target="../media/image893.png"/><Relationship Id="rId50" Type="http://schemas.openxmlformats.org/officeDocument/2006/relationships/customXml" Target="../ink/ink1091.xml"/><Relationship Id="rId104" Type="http://schemas.openxmlformats.org/officeDocument/2006/relationships/customXml" Target="../ink/ink1118.xml"/><Relationship Id="rId125" Type="http://schemas.openxmlformats.org/officeDocument/2006/relationships/image" Target="../media/image936.png"/><Relationship Id="rId146" Type="http://schemas.openxmlformats.org/officeDocument/2006/relationships/customXml" Target="../ink/ink1139.xml"/><Relationship Id="rId167" Type="http://schemas.openxmlformats.org/officeDocument/2006/relationships/image" Target="../media/image957.png"/><Relationship Id="rId188" Type="http://schemas.openxmlformats.org/officeDocument/2006/relationships/customXml" Target="../ink/ink1160.xml"/><Relationship Id="rId71" Type="http://schemas.openxmlformats.org/officeDocument/2006/relationships/image" Target="../media/image909.png"/><Relationship Id="rId92" Type="http://schemas.openxmlformats.org/officeDocument/2006/relationships/customXml" Target="../ink/ink1112.xml"/><Relationship Id="rId213" Type="http://schemas.openxmlformats.org/officeDocument/2006/relationships/customXml" Target="../ink/ink1173.xml"/><Relationship Id="rId234" Type="http://schemas.openxmlformats.org/officeDocument/2006/relationships/image" Target="../media/image989.png"/><Relationship Id="rId2" Type="http://schemas.openxmlformats.org/officeDocument/2006/relationships/customXml" Target="../ink/ink1067.xml"/><Relationship Id="rId29" Type="http://schemas.openxmlformats.org/officeDocument/2006/relationships/image" Target="../media/image889.png"/><Relationship Id="rId40" Type="http://schemas.openxmlformats.org/officeDocument/2006/relationships/customXml" Target="../ink/ink1086.xml"/><Relationship Id="rId115" Type="http://schemas.openxmlformats.org/officeDocument/2006/relationships/image" Target="../media/image931.png"/><Relationship Id="rId136" Type="http://schemas.openxmlformats.org/officeDocument/2006/relationships/customXml" Target="../ink/ink1134.xml"/><Relationship Id="rId157" Type="http://schemas.openxmlformats.org/officeDocument/2006/relationships/image" Target="../media/image952.png"/><Relationship Id="rId178" Type="http://schemas.openxmlformats.org/officeDocument/2006/relationships/customXml" Target="../ink/ink1155.xml"/><Relationship Id="rId61" Type="http://schemas.openxmlformats.org/officeDocument/2006/relationships/image" Target="../media/image904.png"/><Relationship Id="rId82" Type="http://schemas.openxmlformats.org/officeDocument/2006/relationships/customXml" Target="../ink/ink1107.xml"/><Relationship Id="rId199" Type="http://schemas.openxmlformats.org/officeDocument/2006/relationships/image" Target="../media/image972.png"/><Relationship Id="rId203" Type="http://schemas.openxmlformats.org/officeDocument/2006/relationships/image" Target="../media/image974.png"/><Relationship Id="rId19" Type="http://schemas.openxmlformats.org/officeDocument/2006/relationships/image" Target="../media/image884.png"/><Relationship Id="rId224" Type="http://schemas.openxmlformats.org/officeDocument/2006/relationships/image" Target="../media/image984.png"/><Relationship Id="rId30" Type="http://schemas.openxmlformats.org/officeDocument/2006/relationships/customXml" Target="../ink/ink1081.xml"/><Relationship Id="rId105" Type="http://schemas.openxmlformats.org/officeDocument/2006/relationships/image" Target="../media/image926.png"/><Relationship Id="rId126" Type="http://schemas.openxmlformats.org/officeDocument/2006/relationships/customXml" Target="../ink/ink1129.xml"/><Relationship Id="rId147" Type="http://schemas.openxmlformats.org/officeDocument/2006/relationships/image" Target="../media/image947.png"/><Relationship Id="rId168" Type="http://schemas.openxmlformats.org/officeDocument/2006/relationships/customXml" Target="../ink/ink1150.xml"/><Relationship Id="rId51" Type="http://schemas.openxmlformats.org/officeDocument/2006/relationships/image" Target="../media/image899.png"/><Relationship Id="rId72" Type="http://schemas.openxmlformats.org/officeDocument/2006/relationships/customXml" Target="../ink/ink1102.xml"/><Relationship Id="rId93" Type="http://schemas.openxmlformats.org/officeDocument/2006/relationships/image" Target="../media/image920.png"/><Relationship Id="rId189" Type="http://schemas.openxmlformats.org/officeDocument/2006/relationships/image" Target="../media/image968.png"/><Relationship Id="rId3" Type="http://schemas.openxmlformats.org/officeDocument/2006/relationships/image" Target="../media/image876.png"/><Relationship Id="rId214" Type="http://schemas.openxmlformats.org/officeDocument/2006/relationships/image" Target="../media/image979.png"/><Relationship Id="rId116" Type="http://schemas.openxmlformats.org/officeDocument/2006/relationships/customXml" Target="../ink/ink1124.xml"/><Relationship Id="rId137" Type="http://schemas.openxmlformats.org/officeDocument/2006/relationships/image" Target="../media/image942.png"/><Relationship Id="rId158" Type="http://schemas.openxmlformats.org/officeDocument/2006/relationships/customXml" Target="../ink/ink1145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47.png"/><Relationship Id="rId299" Type="http://schemas.openxmlformats.org/officeDocument/2006/relationships/image" Target="../media/image1135.png"/><Relationship Id="rId21" Type="http://schemas.openxmlformats.org/officeDocument/2006/relationships/image" Target="../media/image999.png"/><Relationship Id="rId63" Type="http://schemas.openxmlformats.org/officeDocument/2006/relationships/image" Target="../media/image1020.png"/><Relationship Id="rId159" Type="http://schemas.openxmlformats.org/officeDocument/2006/relationships/image" Target="../media/image1067.png"/><Relationship Id="rId324" Type="http://schemas.openxmlformats.org/officeDocument/2006/relationships/customXml" Target="../ink/ink1345.xml"/><Relationship Id="rId366" Type="http://schemas.openxmlformats.org/officeDocument/2006/relationships/image" Target="../media/image1167.png"/><Relationship Id="rId170" Type="http://schemas.openxmlformats.org/officeDocument/2006/relationships/customXml" Target="../ink/ink1268.xml"/><Relationship Id="rId226" Type="http://schemas.openxmlformats.org/officeDocument/2006/relationships/customXml" Target="../ink/ink1296.xml"/><Relationship Id="rId433" Type="http://schemas.openxmlformats.org/officeDocument/2006/relationships/customXml" Target="../ink/ink1400.xml"/><Relationship Id="rId268" Type="http://schemas.openxmlformats.org/officeDocument/2006/relationships/customXml" Target="../ink/ink1317.xml"/><Relationship Id="rId475" Type="http://schemas.openxmlformats.org/officeDocument/2006/relationships/customXml" Target="../ink/ink1421.xml"/><Relationship Id="rId32" Type="http://schemas.openxmlformats.org/officeDocument/2006/relationships/customXml" Target="../ink/ink1199.xml"/><Relationship Id="rId74" Type="http://schemas.openxmlformats.org/officeDocument/2006/relationships/customXml" Target="../ink/ink1220.xml"/><Relationship Id="rId128" Type="http://schemas.openxmlformats.org/officeDocument/2006/relationships/customXml" Target="../ink/ink1247.xml"/><Relationship Id="rId335" Type="http://schemas.openxmlformats.org/officeDocument/2006/relationships/image" Target="../media/image1153.png"/><Relationship Id="rId377" Type="http://schemas.openxmlformats.org/officeDocument/2006/relationships/customXml" Target="../ink/ink1372.xml"/><Relationship Id="rId500" Type="http://schemas.openxmlformats.org/officeDocument/2006/relationships/image" Target="../media/image1233.png"/><Relationship Id="rId5" Type="http://schemas.openxmlformats.org/officeDocument/2006/relationships/image" Target="../media/image991.png"/><Relationship Id="rId181" Type="http://schemas.openxmlformats.org/officeDocument/2006/relationships/image" Target="../media/image1078.png"/><Relationship Id="rId237" Type="http://schemas.openxmlformats.org/officeDocument/2006/relationships/image" Target="../media/image1105.png"/><Relationship Id="rId402" Type="http://schemas.openxmlformats.org/officeDocument/2006/relationships/image" Target="../media/image1184.png"/><Relationship Id="rId279" Type="http://schemas.openxmlformats.org/officeDocument/2006/relationships/image" Target="../media/image1125.png"/><Relationship Id="rId444" Type="http://schemas.openxmlformats.org/officeDocument/2006/relationships/image" Target="../media/image1205.png"/><Relationship Id="rId486" Type="http://schemas.openxmlformats.org/officeDocument/2006/relationships/image" Target="../media/image1226.png"/><Relationship Id="rId43" Type="http://schemas.openxmlformats.org/officeDocument/2006/relationships/image" Target="../media/image1010.png"/><Relationship Id="rId139" Type="http://schemas.openxmlformats.org/officeDocument/2006/relationships/image" Target="../media/image1058.png"/><Relationship Id="rId290" Type="http://schemas.openxmlformats.org/officeDocument/2006/relationships/customXml" Target="../ink/ink1328.xml"/><Relationship Id="rId304" Type="http://schemas.openxmlformats.org/officeDocument/2006/relationships/customXml" Target="../ink/ink1335.xml"/><Relationship Id="rId346" Type="http://schemas.openxmlformats.org/officeDocument/2006/relationships/customXml" Target="../ink/ink1356.xml"/><Relationship Id="rId388" Type="http://schemas.openxmlformats.org/officeDocument/2006/relationships/image" Target="../media/image1177.png"/><Relationship Id="rId85" Type="http://schemas.openxmlformats.org/officeDocument/2006/relationships/image" Target="../media/image1031.png"/><Relationship Id="rId150" Type="http://schemas.openxmlformats.org/officeDocument/2006/relationships/customXml" Target="../ink/ink1258.xml"/><Relationship Id="rId192" Type="http://schemas.openxmlformats.org/officeDocument/2006/relationships/customXml" Target="../ink/ink1279.xml"/><Relationship Id="rId206" Type="http://schemas.openxmlformats.org/officeDocument/2006/relationships/customXml" Target="../ink/ink1286.xml"/><Relationship Id="rId413" Type="http://schemas.openxmlformats.org/officeDocument/2006/relationships/customXml" Target="../ink/ink1390.xml"/><Relationship Id="rId248" Type="http://schemas.openxmlformats.org/officeDocument/2006/relationships/customXml" Target="../ink/ink1307.xml"/><Relationship Id="rId455" Type="http://schemas.openxmlformats.org/officeDocument/2006/relationships/customXml" Target="../ink/ink1411.xml"/><Relationship Id="rId497" Type="http://schemas.openxmlformats.org/officeDocument/2006/relationships/customXml" Target="../ink/ink1432.xml"/><Relationship Id="rId12" Type="http://schemas.openxmlformats.org/officeDocument/2006/relationships/customXml" Target="../ink/ink1189.xml"/><Relationship Id="rId108" Type="http://schemas.openxmlformats.org/officeDocument/2006/relationships/customXml" Target="../ink/ink1237.xml"/><Relationship Id="rId315" Type="http://schemas.openxmlformats.org/officeDocument/2006/relationships/image" Target="../media/image1143.png"/><Relationship Id="rId357" Type="http://schemas.openxmlformats.org/officeDocument/2006/relationships/customXml" Target="../ink/ink1362.xml"/><Relationship Id="rId54" Type="http://schemas.openxmlformats.org/officeDocument/2006/relationships/customXml" Target="../ink/ink1210.xml"/><Relationship Id="rId96" Type="http://schemas.openxmlformats.org/officeDocument/2006/relationships/customXml" Target="../ink/ink1231.xml"/><Relationship Id="rId161" Type="http://schemas.openxmlformats.org/officeDocument/2006/relationships/image" Target="../media/image1068.png"/><Relationship Id="rId217" Type="http://schemas.openxmlformats.org/officeDocument/2006/relationships/image" Target="../media/image1095.png"/><Relationship Id="rId399" Type="http://schemas.openxmlformats.org/officeDocument/2006/relationships/customXml" Target="../ink/ink1383.xml"/><Relationship Id="rId259" Type="http://schemas.openxmlformats.org/officeDocument/2006/relationships/image" Target="../media/image1115.png"/><Relationship Id="rId424" Type="http://schemas.openxmlformats.org/officeDocument/2006/relationships/image" Target="../media/image1195.png"/><Relationship Id="rId466" Type="http://schemas.openxmlformats.org/officeDocument/2006/relationships/image" Target="../media/image1216.png"/><Relationship Id="rId23" Type="http://schemas.openxmlformats.org/officeDocument/2006/relationships/image" Target="../media/image1000.png"/><Relationship Id="rId119" Type="http://schemas.openxmlformats.org/officeDocument/2006/relationships/image" Target="../media/image1048.png"/><Relationship Id="rId270" Type="http://schemas.openxmlformats.org/officeDocument/2006/relationships/customXml" Target="../ink/ink1318.xml"/><Relationship Id="rId326" Type="http://schemas.openxmlformats.org/officeDocument/2006/relationships/customXml" Target="../ink/ink1346.xml"/><Relationship Id="rId65" Type="http://schemas.openxmlformats.org/officeDocument/2006/relationships/image" Target="../media/image1021.png"/><Relationship Id="rId130" Type="http://schemas.openxmlformats.org/officeDocument/2006/relationships/customXml" Target="../ink/ink1248.xml"/><Relationship Id="rId368" Type="http://schemas.openxmlformats.org/officeDocument/2006/relationships/image" Target="../media/image1168.png"/><Relationship Id="rId172" Type="http://schemas.openxmlformats.org/officeDocument/2006/relationships/customXml" Target="../ink/ink1269.xml"/><Relationship Id="rId228" Type="http://schemas.openxmlformats.org/officeDocument/2006/relationships/customXml" Target="../ink/ink1297.xml"/><Relationship Id="rId435" Type="http://schemas.openxmlformats.org/officeDocument/2006/relationships/customXml" Target="../ink/ink1401.xml"/><Relationship Id="rId477" Type="http://schemas.openxmlformats.org/officeDocument/2006/relationships/customXml" Target="../ink/ink1422.xml"/><Relationship Id="rId281" Type="http://schemas.openxmlformats.org/officeDocument/2006/relationships/image" Target="../media/image1126.png"/><Relationship Id="rId337" Type="http://schemas.openxmlformats.org/officeDocument/2006/relationships/image" Target="../media/image1154.png"/><Relationship Id="rId502" Type="http://schemas.openxmlformats.org/officeDocument/2006/relationships/image" Target="../media/image1234.png"/><Relationship Id="rId34" Type="http://schemas.openxmlformats.org/officeDocument/2006/relationships/customXml" Target="../ink/ink1200.xml"/><Relationship Id="rId76" Type="http://schemas.openxmlformats.org/officeDocument/2006/relationships/customXml" Target="../ink/ink1221.xml"/><Relationship Id="rId141" Type="http://schemas.openxmlformats.org/officeDocument/2006/relationships/image" Target="../media/image1059.png"/><Relationship Id="rId379" Type="http://schemas.openxmlformats.org/officeDocument/2006/relationships/customXml" Target="../ink/ink1373.xml"/><Relationship Id="rId7" Type="http://schemas.openxmlformats.org/officeDocument/2006/relationships/image" Target="../media/image992.png"/><Relationship Id="rId183" Type="http://schemas.openxmlformats.org/officeDocument/2006/relationships/image" Target="../media/image1079.png"/><Relationship Id="rId239" Type="http://schemas.openxmlformats.org/officeDocument/2006/relationships/image" Target="../media/image1106.png"/><Relationship Id="rId390" Type="http://schemas.openxmlformats.org/officeDocument/2006/relationships/image" Target="../media/image1178.png"/><Relationship Id="rId404" Type="http://schemas.openxmlformats.org/officeDocument/2006/relationships/image" Target="../media/image1185.png"/><Relationship Id="rId446" Type="http://schemas.openxmlformats.org/officeDocument/2006/relationships/image" Target="../media/image1206.png"/><Relationship Id="rId250" Type="http://schemas.openxmlformats.org/officeDocument/2006/relationships/customXml" Target="../ink/ink1308.xml"/><Relationship Id="rId292" Type="http://schemas.openxmlformats.org/officeDocument/2006/relationships/customXml" Target="../ink/ink1329.xml"/><Relationship Id="rId306" Type="http://schemas.openxmlformats.org/officeDocument/2006/relationships/customXml" Target="../ink/ink1336.xml"/><Relationship Id="rId488" Type="http://schemas.openxmlformats.org/officeDocument/2006/relationships/image" Target="../media/image1227.png"/><Relationship Id="rId45" Type="http://schemas.openxmlformats.org/officeDocument/2006/relationships/image" Target="../media/image1011.png"/><Relationship Id="rId87" Type="http://schemas.openxmlformats.org/officeDocument/2006/relationships/image" Target="../media/image1032.png"/><Relationship Id="rId110" Type="http://schemas.openxmlformats.org/officeDocument/2006/relationships/customXml" Target="../ink/ink1238.xml"/><Relationship Id="rId348" Type="http://schemas.openxmlformats.org/officeDocument/2006/relationships/customXml" Target="../ink/ink1357.xml"/><Relationship Id="rId152" Type="http://schemas.openxmlformats.org/officeDocument/2006/relationships/customXml" Target="../ink/ink1259.xml"/><Relationship Id="rId194" Type="http://schemas.openxmlformats.org/officeDocument/2006/relationships/customXml" Target="../ink/ink1280.xml"/><Relationship Id="rId208" Type="http://schemas.openxmlformats.org/officeDocument/2006/relationships/customXml" Target="../ink/ink1287.xml"/><Relationship Id="rId415" Type="http://schemas.openxmlformats.org/officeDocument/2006/relationships/customXml" Target="../ink/ink1391.xml"/><Relationship Id="rId457" Type="http://schemas.openxmlformats.org/officeDocument/2006/relationships/customXml" Target="../ink/ink1412.xml"/><Relationship Id="rId261" Type="http://schemas.openxmlformats.org/officeDocument/2006/relationships/image" Target="../media/image1116.png"/><Relationship Id="rId499" Type="http://schemas.openxmlformats.org/officeDocument/2006/relationships/customXml" Target="../ink/ink1433.xml"/><Relationship Id="rId14" Type="http://schemas.openxmlformats.org/officeDocument/2006/relationships/customXml" Target="../ink/ink1190.xml"/><Relationship Id="rId56" Type="http://schemas.openxmlformats.org/officeDocument/2006/relationships/customXml" Target="../ink/ink1211.xml"/><Relationship Id="rId317" Type="http://schemas.openxmlformats.org/officeDocument/2006/relationships/image" Target="../media/image1144.png"/><Relationship Id="rId359" Type="http://schemas.openxmlformats.org/officeDocument/2006/relationships/customXml" Target="../ink/ink1363.xml"/><Relationship Id="rId98" Type="http://schemas.openxmlformats.org/officeDocument/2006/relationships/customXml" Target="../ink/ink1232.xml"/><Relationship Id="rId121" Type="http://schemas.openxmlformats.org/officeDocument/2006/relationships/image" Target="../media/image1049.png"/><Relationship Id="rId163" Type="http://schemas.openxmlformats.org/officeDocument/2006/relationships/image" Target="../media/image1069.png"/><Relationship Id="rId219" Type="http://schemas.openxmlformats.org/officeDocument/2006/relationships/image" Target="../media/image1096.png"/><Relationship Id="rId370" Type="http://schemas.openxmlformats.org/officeDocument/2006/relationships/image" Target="../media/image1169.png"/><Relationship Id="rId426" Type="http://schemas.openxmlformats.org/officeDocument/2006/relationships/image" Target="../media/image1196.png"/><Relationship Id="rId230" Type="http://schemas.openxmlformats.org/officeDocument/2006/relationships/customXml" Target="../ink/ink1298.xml"/><Relationship Id="rId468" Type="http://schemas.openxmlformats.org/officeDocument/2006/relationships/image" Target="../media/image1217.png"/><Relationship Id="rId25" Type="http://schemas.openxmlformats.org/officeDocument/2006/relationships/image" Target="../media/image1001.png"/><Relationship Id="rId67" Type="http://schemas.openxmlformats.org/officeDocument/2006/relationships/image" Target="../media/image1022.png"/><Relationship Id="rId272" Type="http://schemas.openxmlformats.org/officeDocument/2006/relationships/customXml" Target="../ink/ink1319.xml"/><Relationship Id="rId328" Type="http://schemas.openxmlformats.org/officeDocument/2006/relationships/customXml" Target="../ink/ink1347.xml"/><Relationship Id="rId132" Type="http://schemas.openxmlformats.org/officeDocument/2006/relationships/customXml" Target="../ink/ink1249.xml"/><Relationship Id="rId174" Type="http://schemas.openxmlformats.org/officeDocument/2006/relationships/customXml" Target="../ink/ink1270.xml"/><Relationship Id="rId381" Type="http://schemas.openxmlformats.org/officeDocument/2006/relationships/customXml" Target="../ink/ink1374.xml"/><Relationship Id="rId241" Type="http://schemas.openxmlformats.org/officeDocument/2006/relationships/image" Target="../media/image1107.png"/><Relationship Id="rId437" Type="http://schemas.openxmlformats.org/officeDocument/2006/relationships/customXml" Target="../ink/ink1402.xml"/><Relationship Id="rId479" Type="http://schemas.openxmlformats.org/officeDocument/2006/relationships/customXml" Target="../ink/ink1423.xml"/><Relationship Id="rId36" Type="http://schemas.openxmlformats.org/officeDocument/2006/relationships/customXml" Target="../ink/ink1201.xml"/><Relationship Id="rId283" Type="http://schemas.openxmlformats.org/officeDocument/2006/relationships/image" Target="../media/image1127.png"/><Relationship Id="rId339" Type="http://schemas.openxmlformats.org/officeDocument/2006/relationships/image" Target="../media/image1155.png"/><Relationship Id="rId490" Type="http://schemas.openxmlformats.org/officeDocument/2006/relationships/image" Target="../media/image1228.png"/><Relationship Id="rId504" Type="http://schemas.openxmlformats.org/officeDocument/2006/relationships/image" Target="../media/image1235.png"/><Relationship Id="rId78" Type="http://schemas.openxmlformats.org/officeDocument/2006/relationships/customXml" Target="../ink/ink1222.xml"/><Relationship Id="rId101" Type="http://schemas.openxmlformats.org/officeDocument/2006/relationships/image" Target="../media/image1039.png"/><Relationship Id="rId143" Type="http://schemas.openxmlformats.org/officeDocument/2006/relationships/image" Target="../media/image1060.png"/><Relationship Id="rId185" Type="http://schemas.openxmlformats.org/officeDocument/2006/relationships/image" Target="../media/image1080.png"/><Relationship Id="rId350" Type="http://schemas.openxmlformats.org/officeDocument/2006/relationships/customXml" Target="../ink/ink1358.xml"/><Relationship Id="rId406" Type="http://schemas.openxmlformats.org/officeDocument/2006/relationships/image" Target="../media/image1186.png"/><Relationship Id="rId9" Type="http://schemas.openxmlformats.org/officeDocument/2006/relationships/image" Target="../media/image993.png"/><Relationship Id="rId210" Type="http://schemas.openxmlformats.org/officeDocument/2006/relationships/customXml" Target="../ink/ink1288.xml"/><Relationship Id="rId392" Type="http://schemas.openxmlformats.org/officeDocument/2006/relationships/image" Target="../media/image1179.png"/><Relationship Id="rId448" Type="http://schemas.openxmlformats.org/officeDocument/2006/relationships/image" Target="../media/image1207.png"/><Relationship Id="rId252" Type="http://schemas.openxmlformats.org/officeDocument/2006/relationships/customXml" Target="../ink/ink1309.xml"/><Relationship Id="rId294" Type="http://schemas.openxmlformats.org/officeDocument/2006/relationships/customXml" Target="../ink/ink1330.xml"/><Relationship Id="rId308" Type="http://schemas.openxmlformats.org/officeDocument/2006/relationships/customXml" Target="../ink/ink1337.xml"/><Relationship Id="rId47" Type="http://schemas.openxmlformats.org/officeDocument/2006/relationships/image" Target="../media/image1012.png"/><Relationship Id="rId89" Type="http://schemas.openxmlformats.org/officeDocument/2006/relationships/image" Target="../media/image1033.png"/><Relationship Id="rId112" Type="http://schemas.openxmlformats.org/officeDocument/2006/relationships/customXml" Target="../ink/ink1239.xml"/><Relationship Id="rId154" Type="http://schemas.openxmlformats.org/officeDocument/2006/relationships/customXml" Target="../ink/ink1260.xml"/><Relationship Id="rId361" Type="http://schemas.openxmlformats.org/officeDocument/2006/relationships/customXml" Target="../ink/ink1364.xml"/><Relationship Id="rId196" Type="http://schemas.openxmlformats.org/officeDocument/2006/relationships/customXml" Target="../ink/ink1281.xml"/><Relationship Id="rId417" Type="http://schemas.openxmlformats.org/officeDocument/2006/relationships/customXml" Target="../ink/ink1392.xml"/><Relationship Id="rId459" Type="http://schemas.openxmlformats.org/officeDocument/2006/relationships/customXml" Target="../ink/ink1413.xml"/><Relationship Id="rId16" Type="http://schemas.openxmlformats.org/officeDocument/2006/relationships/customXml" Target="../ink/ink1191.xml"/><Relationship Id="rId221" Type="http://schemas.openxmlformats.org/officeDocument/2006/relationships/image" Target="../media/image1097.png"/><Relationship Id="rId263" Type="http://schemas.openxmlformats.org/officeDocument/2006/relationships/image" Target="../media/image1117.png"/><Relationship Id="rId319" Type="http://schemas.openxmlformats.org/officeDocument/2006/relationships/image" Target="../media/image1145.png"/><Relationship Id="rId470" Type="http://schemas.openxmlformats.org/officeDocument/2006/relationships/image" Target="../media/image1218.png"/><Relationship Id="rId58" Type="http://schemas.openxmlformats.org/officeDocument/2006/relationships/customXml" Target="../ink/ink1212.xml"/><Relationship Id="rId123" Type="http://schemas.openxmlformats.org/officeDocument/2006/relationships/image" Target="../media/image1050.png"/><Relationship Id="rId330" Type="http://schemas.openxmlformats.org/officeDocument/2006/relationships/customXml" Target="../ink/ink1348.xml"/><Relationship Id="rId165" Type="http://schemas.openxmlformats.org/officeDocument/2006/relationships/image" Target="../media/image1070.png"/><Relationship Id="rId372" Type="http://schemas.openxmlformats.org/officeDocument/2006/relationships/image" Target="../media/image522.png"/><Relationship Id="rId428" Type="http://schemas.openxmlformats.org/officeDocument/2006/relationships/image" Target="../media/image1197.png"/><Relationship Id="rId232" Type="http://schemas.openxmlformats.org/officeDocument/2006/relationships/customXml" Target="../ink/ink1299.xml"/><Relationship Id="rId274" Type="http://schemas.openxmlformats.org/officeDocument/2006/relationships/customXml" Target="../ink/ink1320.xml"/><Relationship Id="rId481" Type="http://schemas.openxmlformats.org/officeDocument/2006/relationships/customXml" Target="../ink/ink1424.xml"/><Relationship Id="rId27" Type="http://schemas.openxmlformats.org/officeDocument/2006/relationships/image" Target="../media/image1002.png"/><Relationship Id="rId69" Type="http://schemas.openxmlformats.org/officeDocument/2006/relationships/image" Target="../media/image1023.png"/><Relationship Id="rId134" Type="http://schemas.openxmlformats.org/officeDocument/2006/relationships/customXml" Target="../ink/ink1250.xml"/><Relationship Id="rId80" Type="http://schemas.openxmlformats.org/officeDocument/2006/relationships/customXml" Target="../ink/ink1223.xml"/><Relationship Id="rId176" Type="http://schemas.openxmlformats.org/officeDocument/2006/relationships/customXml" Target="../ink/ink1271.xml"/><Relationship Id="rId341" Type="http://schemas.openxmlformats.org/officeDocument/2006/relationships/image" Target="../media/image1156.png"/><Relationship Id="rId383" Type="http://schemas.openxmlformats.org/officeDocument/2006/relationships/customXml" Target="../ink/ink1375.xml"/><Relationship Id="rId439" Type="http://schemas.openxmlformats.org/officeDocument/2006/relationships/customXml" Target="../ink/ink1403.xml"/><Relationship Id="rId201" Type="http://schemas.openxmlformats.org/officeDocument/2006/relationships/image" Target="../media/image1087.png"/><Relationship Id="rId243" Type="http://schemas.openxmlformats.org/officeDocument/2006/relationships/image" Target="../media/image1108.png"/><Relationship Id="rId285" Type="http://schemas.openxmlformats.org/officeDocument/2006/relationships/image" Target="../media/image1128.png"/><Relationship Id="rId450" Type="http://schemas.openxmlformats.org/officeDocument/2006/relationships/image" Target="../media/image1208.png"/><Relationship Id="rId38" Type="http://schemas.openxmlformats.org/officeDocument/2006/relationships/customXml" Target="../ink/ink1202.xml"/><Relationship Id="rId103" Type="http://schemas.openxmlformats.org/officeDocument/2006/relationships/image" Target="../media/image1040.png"/><Relationship Id="rId310" Type="http://schemas.openxmlformats.org/officeDocument/2006/relationships/customXml" Target="../ink/ink1338.xml"/><Relationship Id="rId492" Type="http://schemas.openxmlformats.org/officeDocument/2006/relationships/image" Target="../media/image1229.png"/><Relationship Id="rId91" Type="http://schemas.openxmlformats.org/officeDocument/2006/relationships/image" Target="../media/image1034.png"/><Relationship Id="rId145" Type="http://schemas.openxmlformats.org/officeDocument/2006/relationships/image" Target="../media/image1061.png"/><Relationship Id="rId187" Type="http://schemas.openxmlformats.org/officeDocument/2006/relationships/image" Target="../media/image1081.png"/><Relationship Id="rId352" Type="http://schemas.openxmlformats.org/officeDocument/2006/relationships/image" Target="../media/image1161.png"/><Relationship Id="rId394" Type="http://schemas.openxmlformats.org/officeDocument/2006/relationships/image" Target="../media/image1180.png"/><Relationship Id="rId408" Type="http://schemas.openxmlformats.org/officeDocument/2006/relationships/image" Target="../media/image1187.png"/><Relationship Id="rId212" Type="http://schemas.openxmlformats.org/officeDocument/2006/relationships/customXml" Target="../ink/ink1289.xml"/><Relationship Id="rId254" Type="http://schemas.openxmlformats.org/officeDocument/2006/relationships/customXml" Target="../ink/ink1310.xml"/><Relationship Id="rId49" Type="http://schemas.openxmlformats.org/officeDocument/2006/relationships/image" Target="../media/image1013.png"/><Relationship Id="rId114" Type="http://schemas.openxmlformats.org/officeDocument/2006/relationships/customXml" Target="../ink/ink1240.xml"/><Relationship Id="rId296" Type="http://schemas.openxmlformats.org/officeDocument/2006/relationships/customXml" Target="../ink/ink1331.xml"/><Relationship Id="rId461" Type="http://schemas.openxmlformats.org/officeDocument/2006/relationships/customXml" Target="../ink/ink1414.xml"/><Relationship Id="rId60" Type="http://schemas.openxmlformats.org/officeDocument/2006/relationships/customXml" Target="../ink/ink1213.xml"/><Relationship Id="rId156" Type="http://schemas.openxmlformats.org/officeDocument/2006/relationships/customXml" Target="../ink/ink1261.xml"/><Relationship Id="rId198" Type="http://schemas.openxmlformats.org/officeDocument/2006/relationships/customXml" Target="../ink/ink1282.xml"/><Relationship Id="rId321" Type="http://schemas.openxmlformats.org/officeDocument/2006/relationships/image" Target="../media/image1146.png"/><Relationship Id="rId363" Type="http://schemas.openxmlformats.org/officeDocument/2006/relationships/customXml" Target="../ink/ink1365.xml"/><Relationship Id="rId419" Type="http://schemas.openxmlformats.org/officeDocument/2006/relationships/customXml" Target="../ink/ink1393.xml"/><Relationship Id="rId223" Type="http://schemas.openxmlformats.org/officeDocument/2006/relationships/image" Target="../media/image1098.png"/><Relationship Id="rId430" Type="http://schemas.openxmlformats.org/officeDocument/2006/relationships/image" Target="../media/image1198.png"/><Relationship Id="rId18" Type="http://schemas.openxmlformats.org/officeDocument/2006/relationships/customXml" Target="../ink/ink1192.xml"/><Relationship Id="rId265" Type="http://schemas.openxmlformats.org/officeDocument/2006/relationships/image" Target="../media/image1118.png"/><Relationship Id="rId472" Type="http://schemas.openxmlformats.org/officeDocument/2006/relationships/image" Target="../media/image1219.png"/><Relationship Id="rId125" Type="http://schemas.openxmlformats.org/officeDocument/2006/relationships/image" Target="../media/image1051.png"/><Relationship Id="rId167" Type="http://schemas.openxmlformats.org/officeDocument/2006/relationships/image" Target="../media/image1071.png"/><Relationship Id="rId332" Type="http://schemas.openxmlformats.org/officeDocument/2006/relationships/customXml" Target="../ink/ink1349.xml"/><Relationship Id="rId374" Type="http://schemas.openxmlformats.org/officeDocument/2006/relationships/image" Target="../media/image1170.png"/><Relationship Id="rId71" Type="http://schemas.openxmlformats.org/officeDocument/2006/relationships/image" Target="../media/image1024.png"/><Relationship Id="rId234" Type="http://schemas.openxmlformats.org/officeDocument/2006/relationships/customXml" Target="../ink/ink1300.xml"/><Relationship Id="rId2" Type="http://schemas.openxmlformats.org/officeDocument/2006/relationships/customXml" Target="../ink/ink1184.xml"/><Relationship Id="rId29" Type="http://schemas.openxmlformats.org/officeDocument/2006/relationships/image" Target="../media/image1003.png"/><Relationship Id="rId276" Type="http://schemas.openxmlformats.org/officeDocument/2006/relationships/customXml" Target="../ink/ink1321.xml"/><Relationship Id="rId441" Type="http://schemas.openxmlformats.org/officeDocument/2006/relationships/customXml" Target="../ink/ink1404.xml"/><Relationship Id="rId483" Type="http://schemas.openxmlformats.org/officeDocument/2006/relationships/customXml" Target="../ink/ink1425.xml"/><Relationship Id="rId40" Type="http://schemas.openxmlformats.org/officeDocument/2006/relationships/customXml" Target="../ink/ink1203.xml"/><Relationship Id="rId136" Type="http://schemas.openxmlformats.org/officeDocument/2006/relationships/customXml" Target="../ink/ink1251.xml"/><Relationship Id="rId178" Type="http://schemas.openxmlformats.org/officeDocument/2006/relationships/customXml" Target="../ink/ink1272.xml"/><Relationship Id="rId301" Type="http://schemas.openxmlformats.org/officeDocument/2006/relationships/image" Target="../media/image1136.png"/><Relationship Id="rId343" Type="http://schemas.openxmlformats.org/officeDocument/2006/relationships/image" Target="../media/image1157.png"/><Relationship Id="rId82" Type="http://schemas.openxmlformats.org/officeDocument/2006/relationships/customXml" Target="../ink/ink1224.xml"/><Relationship Id="rId203" Type="http://schemas.openxmlformats.org/officeDocument/2006/relationships/image" Target="../media/image1088.png"/><Relationship Id="rId385" Type="http://schemas.openxmlformats.org/officeDocument/2006/relationships/customXml" Target="../ink/ink1376.xml"/><Relationship Id="rId245" Type="http://schemas.openxmlformats.org/officeDocument/2006/relationships/image" Target="../media/image1109.png"/><Relationship Id="rId287" Type="http://schemas.openxmlformats.org/officeDocument/2006/relationships/image" Target="../media/image1129.png"/><Relationship Id="rId410" Type="http://schemas.openxmlformats.org/officeDocument/2006/relationships/image" Target="../media/image1188.png"/><Relationship Id="rId452" Type="http://schemas.openxmlformats.org/officeDocument/2006/relationships/image" Target="../media/image1209.png"/><Relationship Id="rId494" Type="http://schemas.openxmlformats.org/officeDocument/2006/relationships/image" Target="../media/image1230.png"/><Relationship Id="rId105" Type="http://schemas.openxmlformats.org/officeDocument/2006/relationships/image" Target="../media/image1041.png"/><Relationship Id="rId147" Type="http://schemas.openxmlformats.org/officeDocument/2006/relationships/image" Target="../media/image1062.png"/><Relationship Id="rId312" Type="http://schemas.openxmlformats.org/officeDocument/2006/relationships/customXml" Target="../ink/ink1339.xml"/><Relationship Id="rId354" Type="http://schemas.openxmlformats.org/officeDocument/2006/relationships/image" Target="../media/image1162.png"/><Relationship Id="rId51" Type="http://schemas.openxmlformats.org/officeDocument/2006/relationships/image" Target="../media/image1014.png"/><Relationship Id="rId93" Type="http://schemas.openxmlformats.org/officeDocument/2006/relationships/image" Target="../media/image1035.png"/><Relationship Id="rId189" Type="http://schemas.openxmlformats.org/officeDocument/2006/relationships/image" Target="../media/image1082.png"/><Relationship Id="rId396" Type="http://schemas.openxmlformats.org/officeDocument/2006/relationships/image" Target="../media/image1181.png"/><Relationship Id="rId214" Type="http://schemas.openxmlformats.org/officeDocument/2006/relationships/customXml" Target="../ink/ink1290.xml"/><Relationship Id="rId256" Type="http://schemas.openxmlformats.org/officeDocument/2006/relationships/customXml" Target="../ink/ink1311.xml"/><Relationship Id="rId298" Type="http://schemas.openxmlformats.org/officeDocument/2006/relationships/customXml" Target="../ink/ink1332.xml"/><Relationship Id="rId421" Type="http://schemas.openxmlformats.org/officeDocument/2006/relationships/customXml" Target="../ink/ink1394.xml"/><Relationship Id="rId463" Type="http://schemas.openxmlformats.org/officeDocument/2006/relationships/customXml" Target="../ink/ink1415.xml"/><Relationship Id="rId116" Type="http://schemas.openxmlformats.org/officeDocument/2006/relationships/customXml" Target="../ink/ink1241.xml"/><Relationship Id="rId158" Type="http://schemas.openxmlformats.org/officeDocument/2006/relationships/customXml" Target="../ink/ink1262.xml"/><Relationship Id="rId323" Type="http://schemas.openxmlformats.org/officeDocument/2006/relationships/image" Target="../media/image1147.png"/><Relationship Id="rId20" Type="http://schemas.openxmlformats.org/officeDocument/2006/relationships/customXml" Target="../ink/ink1193.xml"/><Relationship Id="rId62" Type="http://schemas.openxmlformats.org/officeDocument/2006/relationships/customXml" Target="../ink/ink1214.xml"/><Relationship Id="rId365" Type="http://schemas.openxmlformats.org/officeDocument/2006/relationships/customXml" Target="../ink/ink1366.xml"/><Relationship Id="rId225" Type="http://schemas.openxmlformats.org/officeDocument/2006/relationships/image" Target="../media/image1099.png"/><Relationship Id="rId267" Type="http://schemas.openxmlformats.org/officeDocument/2006/relationships/image" Target="../media/image1119.png"/><Relationship Id="rId432" Type="http://schemas.openxmlformats.org/officeDocument/2006/relationships/image" Target="../media/image1199.png"/><Relationship Id="rId474" Type="http://schemas.openxmlformats.org/officeDocument/2006/relationships/image" Target="../media/image1220.png"/><Relationship Id="rId127" Type="http://schemas.openxmlformats.org/officeDocument/2006/relationships/image" Target="../media/image1052.png"/><Relationship Id="rId10" Type="http://schemas.openxmlformats.org/officeDocument/2006/relationships/customXml" Target="../ink/ink1188.xml"/><Relationship Id="rId31" Type="http://schemas.openxmlformats.org/officeDocument/2006/relationships/image" Target="../media/image1004.png"/><Relationship Id="rId52" Type="http://schemas.openxmlformats.org/officeDocument/2006/relationships/customXml" Target="../ink/ink1209.xml"/><Relationship Id="rId73" Type="http://schemas.openxmlformats.org/officeDocument/2006/relationships/image" Target="../media/image1025.png"/><Relationship Id="rId94" Type="http://schemas.openxmlformats.org/officeDocument/2006/relationships/customXml" Target="../ink/ink1230.xml"/><Relationship Id="rId148" Type="http://schemas.openxmlformats.org/officeDocument/2006/relationships/customXml" Target="../ink/ink1257.xml"/><Relationship Id="rId169" Type="http://schemas.openxmlformats.org/officeDocument/2006/relationships/image" Target="../media/image1072.png"/><Relationship Id="rId334" Type="http://schemas.openxmlformats.org/officeDocument/2006/relationships/customXml" Target="../ink/ink1350.xml"/><Relationship Id="rId355" Type="http://schemas.openxmlformats.org/officeDocument/2006/relationships/customXml" Target="../ink/ink1361.xml"/><Relationship Id="rId376" Type="http://schemas.openxmlformats.org/officeDocument/2006/relationships/image" Target="../media/image1171.png"/><Relationship Id="rId397" Type="http://schemas.openxmlformats.org/officeDocument/2006/relationships/customXml" Target="../ink/ink1382.xml"/><Relationship Id="rId4" Type="http://schemas.openxmlformats.org/officeDocument/2006/relationships/customXml" Target="../ink/ink1185.xml"/><Relationship Id="rId180" Type="http://schemas.openxmlformats.org/officeDocument/2006/relationships/customXml" Target="../ink/ink1273.xml"/><Relationship Id="rId215" Type="http://schemas.openxmlformats.org/officeDocument/2006/relationships/image" Target="../media/image1094.png"/><Relationship Id="rId236" Type="http://schemas.openxmlformats.org/officeDocument/2006/relationships/customXml" Target="../ink/ink1301.xml"/><Relationship Id="rId257" Type="http://schemas.openxmlformats.org/officeDocument/2006/relationships/image" Target="../media/image333.png"/><Relationship Id="rId278" Type="http://schemas.openxmlformats.org/officeDocument/2006/relationships/customXml" Target="../ink/ink1322.xml"/><Relationship Id="rId401" Type="http://schemas.openxmlformats.org/officeDocument/2006/relationships/customXml" Target="../ink/ink1384.xml"/><Relationship Id="rId422" Type="http://schemas.openxmlformats.org/officeDocument/2006/relationships/image" Target="../media/image1194.png"/><Relationship Id="rId443" Type="http://schemas.openxmlformats.org/officeDocument/2006/relationships/customXml" Target="../ink/ink1405.xml"/><Relationship Id="rId464" Type="http://schemas.openxmlformats.org/officeDocument/2006/relationships/image" Target="../media/image1215.png"/><Relationship Id="rId303" Type="http://schemas.openxmlformats.org/officeDocument/2006/relationships/image" Target="../media/image1137.png"/><Relationship Id="rId485" Type="http://schemas.openxmlformats.org/officeDocument/2006/relationships/customXml" Target="../ink/ink1426.xml"/><Relationship Id="rId42" Type="http://schemas.openxmlformats.org/officeDocument/2006/relationships/customXml" Target="../ink/ink1204.xml"/><Relationship Id="rId84" Type="http://schemas.openxmlformats.org/officeDocument/2006/relationships/customXml" Target="../ink/ink1225.xml"/><Relationship Id="rId138" Type="http://schemas.openxmlformats.org/officeDocument/2006/relationships/customXml" Target="../ink/ink1252.xml"/><Relationship Id="rId345" Type="http://schemas.openxmlformats.org/officeDocument/2006/relationships/image" Target="../media/image1158.png"/><Relationship Id="rId387" Type="http://schemas.openxmlformats.org/officeDocument/2006/relationships/customXml" Target="../ink/ink1377.xml"/><Relationship Id="rId191" Type="http://schemas.openxmlformats.org/officeDocument/2006/relationships/image" Target="../media/image1083.png"/><Relationship Id="rId205" Type="http://schemas.openxmlformats.org/officeDocument/2006/relationships/image" Target="../media/image1089.png"/><Relationship Id="rId247" Type="http://schemas.openxmlformats.org/officeDocument/2006/relationships/image" Target="../media/image1110.png"/><Relationship Id="rId412" Type="http://schemas.openxmlformats.org/officeDocument/2006/relationships/image" Target="../media/image1189.png"/><Relationship Id="rId107" Type="http://schemas.openxmlformats.org/officeDocument/2006/relationships/image" Target="../media/image1042.png"/><Relationship Id="rId289" Type="http://schemas.openxmlformats.org/officeDocument/2006/relationships/image" Target="../media/image1130.png"/><Relationship Id="rId454" Type="http://schemas.openxmlformats.org/officeDocument/2006/relationships/image" Target="../media/image1210.png"/><Relationship Id="rId496" Type="http://schemas.openxmlformats.org/officeDocument/2006/relationships/image" Target="../media/image1231.png"/><Relationship Id="rId11" Type="http://schemas.openxmlformats.org/officeDocument/2006/relationships/image" Target="../media/image994.png"/><Relationship Id="rId53" Type="http://schemas.openxmlformats.org/officeDocument/2006/relationships/image" Target="../media/image1015.png"/><Relationship Id="rId149" Type="http://schemas.openxmlformats.org/officeDocument/2006/relationships/image" Target="../media/image304.png"/><Relationship Id="rId314" Type="http://schemas.openxmlformats.org/officeDocument/2006/relationships/customXml" Target="../ink/ink1340.xml"/><Relationship Id="rId356" Type="http://schemas.openxmlformats.org/officeDocument/2006/relationships/image" Target="../media/image474.png"/><Relationship Id="rId398" Type="http://schemas.openxmlformats.org/officeDocument/2006/relationships/image" Target="../media/image1182.png"/><Relationship Id="rId95" Type="http://schemas.openxmlformats.org/officeDocument/2006/relationships/image" Target="../media/image1036.png"/><Relationship Id="rId160" Type="http://schemas.openxmlformats.org/officeDocument/2006/relationships/customXml" Target="../ink/ink1263.xml"/><Relationship Id="rId216" Type="http://schemas.openxmlformats.org/officeDocument/2006/relationships/customXml" Target="../ink/ink1291.xml"/><Relationship Id="rId423" Type="http://schemas.openxmlformats.org/officeDocument/2006/relationships/customXml" Target="../ink/ink1395.xml"/><Relationship Id="rId258" Type="http://schemas.openxmlformats.org/officeDocument/2006/relationships/customXml" Target="../ink/ink1312.xml"/><Relationship Id="rId465" Type="http://schemas.openxmlformats.org/officeDocument/2006/relationships/customXml" Target="../ink/ink1416.xml"/><Relationship Id="rId22" Type="http://schemas.openxmlformats.org/officeDocument/2006/relationships/customXml" Target="../ink/ink1194.xml"/><Relationship Id="rId64" Type="http://schemas.openxmlformats.org/officeDocument/2006/relationships/customXml" Target="../ink/ink1215.xml"/><Relationship Id="rId118" Type="http://schemas.openxmlformats.org/officeDocument/2006/relationships/customXml" Target="../ink/ink1242.xml"/><Relationship Id="rId325" Type="http://schemas.openxmlformats.org/officeDocument/2006/relationships/image" Target="../media/image1148.png"/><Relationship Id="rId367" Type="http://schemas.openxmlformats.org/officeDocument/2006/relationships/customXml" Target="../ink/ink1367.xml"/><Relationship Id="rId171" Type="http://schemas.openxmlformats.org/officeDocument/2006/relationships/image" Target="../media/image1073.png"/><Relationship Id="rId227" Type="http://schemas.openxmlformats.org/officeDocument/2006/relationships/image" Target="../media/image1100.png"/><Relationship Id="rId269" Type="http://schemas.openxmlformats.org/officeDocument/2006/relationships/image" Target="../media/image1120.png"/><Relationship Id="rId434" Type="http://schemas.openxmlformats.org/officeDocument/2006/relationships/image" Target="../media/image1200.png"/><Relationship Id="rId476" Type="http://schemas.openxmlformats.org/officeDocument/2006/relationships/image" Target="../media/image1221.png"/><Relationship Id="rId33" Type="http://schemas.openxmlformats.org/officeDocument/2006/relationships/image" Target="../media/image1005.png"/><Relationship Id="rId129" Type="http://schemas.openxmlformats.org/officeDocument/2006/relationships/image" Target="../media/image1053.png"/><Relationship Id="rId280" Type="http://schemas.openxmlformats.org/officeDocument/2006/relationships/customXml" Target="../ink/ink1323.xml"/><Relationship Id="rId336" Type="http://schemas.openxmlformats.org/officeDocument/2006/relationships/customXml" Target="../ink/ink1351.xml"/><Relationship Id="rId501" Type="http://schemas.openxmlformats.org/officeDocument/2006/relationships/customXml" Target="../ink/ink1434.xml"/><Relationship Id="rId75" Type="http://schemas.openxmlformats.org/officeDocument/2006/relationships/image" Target="../media/image1026.png"/><Relationship Id="rId140" Type="http://schemas.openxmlformats.org/officeDocument/2006/relationships/customXml" Target="../ink/ink1253.xml"/><Relationship Id="rId182" Type="http://schemas.openxmlformats.org/officeDocument/2006/relationships/customXml" Target="../ink/ink1274.xml"/><Relationship Id="rId378" Type="http://schemas.openxmlformats.org/officeDocument/2006/relationships/image" Target="../media/image1172.png"/><Relationship Id="rId403" Type="http://schemas.openxmlformats.org/officeDocument/2006/relationships/customXml" Target="../ink/ink1385.xml"/><Relationship Id="rId6" Type="http://schemas.openxmlformats.org/officeDocument/2006/relationships/customXml" Target="../ink/ink1186.xml"/><Relationship Id="rId238" Type="http://schemas.openxmlformats.org/officeDocument/2006/relationships/customXml" Target="../ink/ink1302.xml"/><Relationship Id="rId445" Type="http://schemas.openxmlformats.org/officeDocument/2006/relationships/customXml" Target="../ink/ink1406.xml"/><Relationship Id="rId487" Type="http://schemas.openxmlformats.org/officeDocument/2006/relationships/customXml" Target="../ink/ink1427.xml"/><Relationship Id="rId291" Type="http://schemas.openxmlformats.org/officeDocument/2006/relationships/image" Target="../media/image1131.png"/><Relationship Id="rId305" Type="http://schemas.openxmlformats.org/officeDocument/2006/relationships/image" Target="../media/image1138.png"/><Relationship Id="rId347" Type="http://schemas.openxmlformats.org/officeDocument/2006/relationships/image" Target="../media/image1159.png"/><Relationship Id="rId44" Type="http://schemas.openxmlformats.org/officeDocument/2006/relationships/customXml" Target="../ink/ink1205.xml"/><Relationship Id="rId86" Type="http://schemas.openxmlformats.org/officeDocument/2006/relationships/customXml" Target="../ink/ink1226.xml"/><Relationship Id="rId151" Type="http://schemas.openxmlformats.org/officeDocument/2006/relationships/image" Target="../media/image1063.png"/><Relationship Id="rId389" Type="http://schemas.openxmlformats.org/officeDocument/2006/relationships/customXml" Target="../ink/ink1378.xml"/><Relationship Id="rId193" Type="http://schemas.openxmlformats.org/officeDocument/2006/relationships/image" Target="../media/image1084.png"/><Relationship Id="rId207" Type="http://schemas.openxmlformats.org/officeDocument/2006/relationships/image" Target="../media/image1090.png"/><Relationship Id="rId249" Type="http://schemas.openxmlformats.org/officeDocument/2006/relationships/image" Target="../media/image1111.png"/><Relationship Id="rId414" Type="http://schemas.openxmlformats.org/officeDocument/2006/relationships/image" Target="../media/image1190.png"/><Relationship Id="rId456" Type="http://schemas.openxmlformats.org/officeDocument/2006/relationships/image" Target="../media/image1211.png"/><Relationship Id="rId498" Type="http://schemas.openxmlformats.org/officeDocument/2006/relationships/image" Target="../media/image1232.png"/><Relationship Id="rId13" Type="http://schemas.openxmlformats.org/officeDocument/2006/relationships/image" Target="../media/image995.png"/><Relationship Id="rId109" Type="http://schemas.openxmlformats.org/officeDocument/2006/relationships/image" Target="../media/image1043.png"/><Relationship Id="rId260" Type="http://schemas.openxmlformats.org/officeDocument/2006/relationships/customXml" Target="../ink/ink1313.xml"/><Relationship Id="rId316" Type="http://schemas.openxmlformats.org/officeDocument/2006/relationships/customXml" Target="../ink/ink1341.xml"/><Relationship Id="rId55" Type="http://schemas.openxmlformats.org/officeDocument/2006/relationships/image" Target="../media/image1016.png"/><Relationship Id="rId97" Type="http://schemas.openxmlformats.org/officeDocument/2006/relationships/image" Target="../media/image1037.png"/><Relationship Id="rId120" Type="http://schemas.openxmlformats.org/officeDocument/2006/relationships/customXml" Target="../ink/ink1243.xml"/><Relationship Id="rId358" Type="http://schemas.openxmlformats.org/officeDocument/2006/relationships/image" Target="../media/image1163.png"/><Relationship Id="rId162" Type="http://schemas.openxmlformats.org/officeDocument/2006/relationships/customXml" Target="../ink/ink1264.xml"/><Relationship Id="rId218" Type="http://schemas.openxmlformats.org/officeDocument/2006/relationships/customXml" Target="../ink/ink1292.xml"/><Relationship Id="rId425" Type="http://schemas.openxmlformats.org/officeDocument/2006/relationships/customXml" Target="../ink/ink1396.xml"/><Relationship Id="rId467" Type="http://schemas.openxmlformats.org/officeDocument/2006/relationships/customXml" Target="../ink/ink1417.xml"/><Relationship Id="rId271" Type="http://schemas.openxmlformats.org/officeDocument/2006/relationships/image" Target="../media/image1121.png"/><Relationship Id="rId24" Type="http://schemas.openxmlformats.org/officeDocument/2006/relationships/customXml" Target="../ink/ink1195.xml"/><Relationship Id="rId66" Type="http://schemas.openxmlformats.org/officeDocument/2006/relationships/customXml" Target="../ink/ink1216.xml"/><Relationship Id="rId131" Type="http://schemas.openxmlformats.org/officeDocument/2006/relationships/image" Target="../media/image1054.png"/><Relationship Id="rId327" Type="http://schemas.openxmlformats.org/officeDocument/2006/relationships/image" Target="../media/image1149.png"/><Relationship Id="rId369" Type="http://schemas.openxmlformats.org/officeDocument/2006/relationships/customXml" Target="../ink/ink1368.xml"/><Relationship Id="rId173" Type="http://schemas.openxmlformats.org/officeDocument/2006/relationships/image" Target="../media/image1074.png"/><Relationship Id="rId229" Type="http://schemas.openxmlformats.org/officeDocument/2006/relationships/image" Target="../media/image1101.png"/><Relationship Id="rId380" Type="http://schemas.openxmlformats.org/officeDocument/2006/relationships/image" Target="../media/image1173.png"/><Relationship Id="rId436" Type="http://schemas.openxmlformats.org/officeDocument/2006/relationships/image" Target="../media/image1201.png"/><Relationship Id="rId240" Type="http://schemas.openxmlformats.org/officeDocument/2006/relationships/customXml" Target="../ink/ink1303.xml"/><Relationship Id="rId478" Type="http://schemas.openxmlformats.org/officeDocument/2006/relationships/image" Target="../media/image1222.png"/><Relationship Id="rId35" Type="http://schemas.openxmlformats.org/officeDocument/2006/relationships/image" Target="../media/image1006.png"/><Relationship Id="rId77" Type="http://schemas.openxmlformats.org/officeDocument/2006/relationships/image" Target="../media/image1027.png"/><Relationship Id="rId100" Type="http://schemas.openxmlformats.org/officeDocument/2006/relationships/customXml" Target="../ink/ink1233.xml"/><Relationship Id="rId282" Type="http://schemas.openxmlformats.org/officeDocument/2006/relationships/customXml" Target="../ink/ink1324.xml"/><Relationship Id="rId338" Type="http://schemas.openxmlformats.org/officeDocument/2006/relationships/customXml" Target="../ink/ink1352.xml"/><Relationship Id="rId503" Type="http://schemas.openxmlformats.org/officeDocument/2006/relationships/customXml" Target="../ink/ink1435.xml"/><Relationship Id="rId8" Type="http://schemas.openxmlformats.org/officeDocument/2006/relationships/customXml" Target="../ink/ink1187.xml"/><Relationship Id="rId142" Type="http://schemas.openxmlformats.org/officeDocument/2006/relationships/customXml" Target="../ink/ink1254.xml"/><Relationship Id="rId184" Type="http://schemas.openxmlformats.org/officeDocument/2006/relationships/customXml" Target="../ink/ink1275.xml"/><Relationship Id="rId391" Type="http://schemas.openxmlformats.org/officeDocument/2006/relationships/customXml" Target="../ink/ink1379.xml"/><Relationship Id="rId405" Type="http://schemas.openxmlformats.org/officeDocument/2006/relationships/customXml" Target="../ink/ink1386.xml"/><Relationship Id="rId447" Type="http://schemas.openxmlformats.org/officeDocument/2006/relationships/customXml" Target="../ink/ink1407.xml"/><Relationship Id="rId251" Type="http://schemas.openxmlformats.org/officeDocument/2006/relationships/image" Target="../media/image1112.png"/><Relationship Id="rId489" Type="http://schemas.openxmlformats.org/officeDocument/2006/relationships/customXml" Target="../ink/ink1428.xml"/><Relationship Id="rId46" Type="http://schemas.openxmlformats.org/officeDocument/2006/relationships/customXml" Target="../ink/ink1206.xml"/><Relationship Id="rId293" Type="http://schemas.openxmlformats.org/officeDocument/2006/relationships/image" Target="../media/image1132.png"/><Relationship Id="rId307" Type="http://schemas.openxmlformats.org/officeDocument/2006/relationships/image" Target="../media/image1139.png"/><Relationship Id="rId349" Type="http://schemas.openxmlformats.org/officeDocument/2006/relationships/image" Target="../media/image1160.png"/><Relationship Id="rId88" Type="http://schemas.openxmlformats.org/officeDocument/2006/relationships/customXml" Target="../ink/ink1227.xml"/><Relationship Id="rId111" Type="http://schemas.openxmlformats.org/officeDocument/2006/relationships/image" Target="../media/image1044.png"/><Relationship Id="rId153" Type="http://schemas.openxmlformats.org/officeDocument/2006/relationships/image" Target="../media/image1064.png"/><Relationship Id="rId195" Type="http://schemas.openxmlformats.org/officeDocument/2006/relationships/image" Target="../media/image1085.png"/><Relationship Id="rId209" Type="http://schemas.openxmlformats.org/officeDocument/2006/relationships/image" Target="../media/image1091.png"/><Relationship Id="rId360" Type="http://schemas.openxmlformats.org/officeDocument/2006/relationships/image" Target="../media/image1164.png"/><Relationship Id="rId416" Type="http://schemas.openxmlformats.org/officeDocument/2006/relationships/image" Target="../media/image1191.png"/><Relationship Id="rId220" Type="http://schemas.openxmlformats.org/officeDocument/2006/relationships/customXml" Target="../ink/ink1293.xml"/><Relationship Id="rId458" Type="http://schemas.openxmlformats.org/officeDocument/2006/relationships/image" Target="../media/image1212.png"/><Relationship Id="rId15" Type="http://schemas.openxmlformats.org/officeDocument/2006/relationships/image" Target="../media/image996.png"/><Relationship Id="rId57" Type="http://schemas.openxmlformats.org/officeDocument/2006/relationships/image" Target="../media/image1017.png"/><Relationship Id="rId262" Type="http://schemas.openxmlformats.org/officeDocument/2006/relationships/customXml" Target="../ink/ink1314.xml"/><Relationship Id="rId318" Type="http://schemas.openxmlformats.org/officeDocument/2006/relationships/customXml" Target="../ink/ink1342.xml"/><Relationship Id="rId99" Type="http://schemas.openxmlformats.org/officeDocument/2006/relationships/image" Target="../media/image1038.png"/><Relationship Id="rId122" Type="http://schemas.openxmlformats.org/officeDocument/2006/relationships/customXml" Target="../ink/ink1244.xml"/><Relationship Id="rId164" Type="http://schemas.openxmlformats.org/officeDocument/2006/relationships/customXml" Target="../ink/ink1265.xml"/><Relationship Id="rId371" Type="http://schemas.openxmlformats.org/officeDocument/2006/relationships/customXml" Target="../ink/ink1369.xml"/><Relationship Id="rId427" Type="http://schemas.openxmlformats.org/officeDocument/2006/relationships/customXml" Target="../ink/ink1397.xml"/><Relationship Id="rId469" Type="http://schemas.openxmlformats.org/officeDocument/2006/relationships/customXml" Target="../ink/ink1418.xml"/><Relationship Id="rId26" Type="http://schemas.openxmlformats.org/officeDocument/2006/relationships/customXml" Target="../ink/ink1196.xml"/><Relationship Id="rId231" Type="http://schemas.openxmlformats.org/officeDocument/2006/relationships/image" Target="../media/image1102.png"/><Relationship Id="rId273" Type="http://schemas.openxmlformats.org/officeDocument/2006/relationships/image" Target="../media/image1122.png"/><Relationship Id="rId329" Type="http://schemas.openxmlformats.org/officeDocument/2006/relationships/image" Target="../media/image1150.png"/><Relationship Id="rId480" Type="http://schemas.openxmlformats.org/officeDocument/2006/relationships/image" Target="../media/image1223.png"/><Relationship Id="rId68" Type="http://schemas.openxmlformats.org/officeDocument/2006/relationships/customXml" Target="../ink/ink1217.xml"/><Relationship Id="rId133" Type="http://schemas.openxmlformats.org/officeDocument/2006/relationships/image" Target="../media/image1055.png"/><Relationship Id="rId175" Type="http://schemas.openxmlformats.org/officeDocument/2006/relationships/image" Target="../media/image1075.png"/><Relationship Id="rId340" Type="http://schemas.openxmlformats.org/officeDocument/2006/relationships/customXml" Target="../ink/ink1353.xml"/><Relationship Id="rId200" Type="http://schemas.openxmlformats.org/officeDocument/2006/relationships/customXml" Target="../ink/ink1283.xml"/><Relationship Id="rId382" Type="http://schemas.openxmlformats.org/officeDocument/2006/relationships/image" Target="../media/image1174.png"/><Relationship Id="rId438" Type="http://schemas.openxmlformats.org/officeDocument/2006/relationships/image" Target="../media/image1202.png"/><Relationship Id="rId242" Type="http://schemas.openxmlformats.org/officeDocument/2006/relationships/customXml" Target="../ink/ink1304.xml"/><Relationship Id="rId284" Type="http://schemas.openxmlformats.org/officeDocument/2006/relationships/customXml" Target="../ink/ink1325.xml"/><Relationship Id="rId491" Type="http://schemas.openxmlformats.org/officeDocument/2006/relationships/customXml" Target="../ink/ink1429.xml"/><Relationship Id="rId37" Type="http://schemas.openxmlformats.org/officeDocument/2006/relationships/image" Target="../media/image1007.png"/><Relationship Id="rId79" Type="http://schemas.openxmlformats.org/officeDocument/2006/relationships/image" Target="../media/image1028.png"/><Relationship Id="rId102" Type="http://schemas.openxmlformats.org/officeDocument/2006/relationships/customXml" Target="../ink/ink1234.xml"/><Relationship Id="rId144" Type="http://schemas.openxmlformats.org/officeDocument/2006/relationships/customXml" Target="../ink/ink1255.xml"/><Relationship Id="rId90" Type="http://schemas.openxmlformats.org/officeDocument/2006/relationships/customXml" Target="../ink/ink1228.xml"/><Relationship Id="rId186" Type="http://schemas.openxmlformats.org/officeDocument/2006/relationships/customXml" Target="../ink/ink1276.xml"/><Relationship Id="rId351" Type="http://schemas.openxmlformats.org/officeDocument/2006/relationships/customXml" Target="../ink/ink1359.xml"/><Relationship Id="rId393" Type="http://schemas.openxmlformats.org/officeDocument/2006/relationships/customXml" Target="../ink/ink1380.xml"/><Relationship Id="rId407" Type="http://schemas.openxmlformats.org/officeDocument/2006/relationships/customXml" Target="../ink/ink1387.xml"/><Relationship Id="rId449" Type="http://schemas.openxmlformats.org/officeDocument/2006/relationships/customXml" Target="../ink/ink1408.xml"/><Relationship Id="rId211" Type="http://schemas.openxmlformats.org/officeDocument/2006/relationships/image" Target="../media/image1092.png"/><Relationship Id="rId253" Type="http://schemas.openxmlformats.org/officeDocument/2006/relationships/image" Target="../media/image1113.png"/><Relationship Id="rId295" Type="http://schemas.openxmlformats.org/officeDocument/2006/relationships/image" Target="../media/image1133.png"/><Relationship Id="rId309" Type="http://schemas.openxmlformats.org/officeDocument/2006/relationships/image" Target="../media/image1140.png"/><Relationship Id="rId460" Type="http://schemas.openxmlformats.org/officeDocument/2006/relationships/image" Target="../media/image1213.png"/><Relationship Id="rId48" Type="http://schemas.openxmlformats.org/officeDocument/2006/relationships/customXml" Target="../ink/ink1207.xml"/><Relationship Id="rId113" Type="http://schemas.openxmlformats.org/officeDocument/2006/relationships/image" Target="../media/image1045.png"/><Relationship Id="rId320" Type="http://schemas.openxmlformats.org/officeDocument/2006/relationships/customXml" Target="../ink/ink1343.xml"/><Relationship Id="rId155" Type="http://schemas.openxmlformats.org/officeDocument/2006/relationships/image" Target="../media/image1065.png"/><Relationship Id="rId197" Type="http://schemas.openxmlformats.org/officeDocument/2006/relationships/image" Target="../media/image1086.png"/><Relationship Id="rId362" Type="http://schemas.openxmlformats.org/officeDocument/2006/relationships/image" Target="../media/image1165.png"/><Relationship Id="rId418" Type="http://schemas.openxmlformats.org/officeDocument/2006/relationships/image" Target="../media/image1192.png"/><Relationship Id="rId222" Type="http://schemas.openxmlformats.org/officeDocument/2006/relationships/customXml" Target="../ink/ink1294.xml"/><Relationship Id="rId264" Type="http://schemas.openxmlformats.org/officeDocument/2006/relationships/customXml" Target="../ink/ink1315.xml"/><Relationship Id="rId471" Type="http://schemas.openxmlformats.org/officeDocument/2006/relationships/customXml" Target="../ink/ink1419.xml"/><Relationship Id="rId17" Type="http://schemas.openxmlformats.org/officeDocument/2006/relationships/image" Target="../media/image997.png"/><Relationship Id="rId59" Type="http://schemas.openxmlformats.org/officeDocument/2006/relationships/image" Target="../media/image1018.png"/><Relationship Id="rId124" Type="http://schemas.openxmlformats.org/officeDocument/2006/relationships/customXml" Target="../ink/ink1245.xml"/><Relationship Id="rId70" Type="http://schemas.openxmlformats.org/officeDocument/2006/relationships/customXml" Target="../ink/ink1218.xml"/><Relationship Id="rId166" Type="http://schemas.openxmlformats.org/officeDocument/2006/relationships/customXml" Target="../ink/ink1266.xml"/><Relationship Id="rId331" Type="http://schemas.openxmlformats.org/officeDocument/2006/relationships/image" Target="../media/image1151.png"/><Relationship Id="rId373" Type="http://schemas.openxmlformats.org/officeDocument/2006/relationships/customXml" Target="../ink/ink1370.xml"/><Relationship Id="rId429" Type="http://schemas.openxmlformats.org/officeDocument/2006/relationships/customXml" Target="../ink/ink1398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03.png"/><Relationship Id="rId440" Type="http://schemas.openxmlformats.org/officeDocument/2006/relationships/image" Target="../media/image1203.png"/><Relationship Id="rId28" Type="http://schemas.openxmlformats.org/officeDocument/2006/relationships/customXml" Target="../ink/ink1197.xml"/><Relationship Id="rId275" Type="http://schemas.openxmlformats.org/officeDocument/2006/relationships/image" Target="../media/image1123.png"/><Relationship Id="rId300" Type="http://schemas.openxmlformats.org/officeDocument/2006/relationships/customXml" Target="../ink/ink1333.xml"/><Relationship Id="rId482" Type="http://schemas.openxmlformats.org/officeDocument/2006/relationships/image" Target="../media/image1224.png"/><Relationship Id="rId81" Type="http://schemas.openxmlformats.org/officeDocument/2006/relationships/image" Target="../media/image1029.png"/><Relationship Id="rId135" Type="http://schemas.openxmlformats.org/officeDocument/2006/relationships/image" Target="../media/image1056.png"/><Relationship Id="rId177" Type="http://schemas.openxmlformats.org/officeDocument/2006/relationships/image" Target="../media/image1076.png"/><Relationship Id="rId342" Type="http://schemas.openxmlformats.org/officeDocument/2006/relationships/customXml" Target="../ink/ink1354.xml"/><Relationship Id="rId384" Type="http://schemas.openxmlformats.org/officeDocument/2006/relationships/image" Target="../media/image1175.png"/><Relationship Id="rId202" Type="http://schemas.openxmlformats.org/officeDocument/2006/relationships/customXml" Target="../ink/ink1284.xml"/><Relationship Id="rId244" Type="http://schemas.openxmlformats.org/officeDocument/2006/relationships/customXml" Target="../ink/ink1305.xml"/><Relationship Id="rId39" Type="http://schemas.openxmlformats.org/officeDocument/2006/relationships/image" Target="../media/image1008.png"/><Relationship Id="rId286" Type="http://schemas.openxmlformats.org/officeDocument/2006/relationships/customXml" Target="../ink/ink1326.xml"/><Relationship Id="rId451" Type="http://schemas.openxmlformats.org/officeDocument/2006/relationships/customXml" Target="../ink/ink1409.xml"/><Relationship Id="rId493" Type="http://schemas.openxmlformats.org/officeDocument/2006/relationships/customXml" Target="../ink/ink1430.xml"/><Relationship Id="rId50" Type="http://schemas.openxmlformats.org/officeDocument/2006/relationships/customXml" Target="../ink/ink1208.xml"/><Relationship Id="rId104" Type="http://schemas.openxmlformats.org/officeDocument/2006/relationships/customXml" Target="../ink/ink1235.xml"/><Relationship Id="rId146" Type="http://schemas.openxmlformats.org/officeDocument/2006/relationships/customXml" Target="../ink/ink1256.xml"/><Relationship Id="rId188" Type="http://schemas.openxmlformats.org/officeDocument/2006/relationships/customXml" Target="../ink/ink1277.xml"/><Relationship Id="rId311" Type="http://schemas.openxmlformats.org/officeDocument/2006/relationships/image" Target="../media/image1141.png"/><Relationship Id="rId353" Type="http://schemas.openxmlformats.org/officeDocument/2006/relationships/customXml" Target="../ink/ink1360.xml"/><Relationship Id="rId395" Type="http://schemas.openxmlformats.org/officeDocument/2006/relationships/customXml" Target="../ink/ink1381.xml"/><Relationship Id="rId409" Type="http://schemas.openxmlformats.org/officeDocument/2006/relationships/customXml" Target="../ink/ink1388.xml"/><Relationship Id="rId92" Type="http://schemas.openxmlformats.org/officeDocument/2006/relationships/customXml" Target="../ink/ink1229.xml"/><Relationship Id="rId213" Type="http://schemas.openxmlformats.org/officeDocument/2006/relationships/image" Target="../media/image1093.png"/><Relationship Id="rId420" Type="http://schemas.openxmlformats.org/officeDocument/2006/relationships/image" Target="../media/image1193.png"/><Relationship Id="rId255" Type="http://schemas.openxmlformats.org/officeDocument/2006/relationships/image" Target="../media/image1114.png"/><Relationship Id="rId297" Type="http://schemas.openxmlformats.org/officeDocument/2006/relationships/image" Target="../media/image1134.png"/><Relationship Id="rId462" Type="http://schemas.openxmlformats.org/officeDocument/2006/relationships/image" Target="../media/image1214.png"/><Relationship Id="rId115" Type="http://schemas.openxmlformats.org/officeDocument/2006/relationships/image" Target="../media/image1046.png"/><Relationship Id="rId157" Type="http://schemas.openxmlformats.org/officeDocument/2006/relationships/image" Target="../media/image1066.png"/><Relationship Id="rId322" Type="http://schemas.openxmlformats.org/officeDocument/2006/relationships/customXml" Target="../ink/ink1344.xml"/><Relationship Id="rId364" Type="http://schemas.openxmlformats.org/officeDocument/2006/relationships/image" Target="../media/image1166.png"/><Relationship Id="rId61" Type="http://schemas.openxmlformats.org/officeDocument/2006/relationships/image" Target="../media/image1019.png"/><Relationship Id="rId199" Type="http://schemas.openxmlformats.org/officeDocument/2006/relationships/image" Target="../media/image197.png"/><Relationship Id="rId19" Type="http://schemas.openxmlformats.org/officeDocument/2006/relationships/image" Target="../media/image998.png"/><Relationship Id="rId224" Type="http://schemas.openxmlformats.org/officeDocument/2006/relationships/customXml" Target="../ink/ink1295.xml"/><Relationship Id="rId266" Type="http://schemas.openxmlformats.org/officeDocument/2006/relationships/customXml" Target="../ink/ink1316.xml"/><Relationship Id="rId431" Type="http://schemas.openxmlformats.org/officeDocument/2006/relationships/customXml" Target="../ink/ink1399.xml"/><Relationship Id="rId473" Type="http://schemas.openxmlformats.org/officeDocument/2006/relationships/customXml" Target="../ink/ink1420.xml"/><Relationship Id="rId30" Type="http://schemas.openxmlformats.org/officeDocument/2006/relationships/customXml" Target="../ink/ink1198.xml"/><Relationship Id="rId126" Type="http://schemas.openxmlformats.org/officeDocument/2006/relationships/customXml" Target="../ink/ink1246.xml"/><Relationship Id="rId168" Type="http://schemas.openxmlformats.org/officeDocument/2006/relationships/customXml" Target="../ink/ink1267.xml"/><Relationship Id="rId333" Type="http://schemas.openxmlformats.org/officeDocument/2006/relationships/image" Target="../media/image1152.png"/><Relationship Id="rId72" Type="http://schemas.openxmlformats.org/officeDocument/2006/relationships/customXml" Target="../ink/ink1219.xml"/><Relationship Id="rId375" Type="http://schemas.openxmlformats.org/officeDocument/2006/relationships/customXml" Target="../ink/ink1371.xml"/><Relationship Id="rId3" Type="http://schemas.openxmlformats.org/officeDocument/2006/relationships/image" Target="../media/image990.png"/><Relationship Id="rId235" Type="http://schemas.openxmlformats.org/officeDocument/2006/relationships/image" Target="../media/image1104.png"/><Relationship Id="rId277" Type="http://schemas.openxmlformats.org/officeDocument/2006/relationships/image" Target="../media/image1124.png"/><Relationship Id="rId400" Type="http://schemas.openxmlformats.org/officeDocument/2006/relationships/image" Target="../media/image1183.png"/><Relationship Id="rId442" Type="http://schemas.openxmlformats.org/officeDocument/2006/relationships/image" Target="../media/image1204.png"/><Relationship Id="rId484" Type="http://schemas.openxmlformats.org/officeDocument/2006/relationships/image" Target="../media/image1225.png"/><Relationship Id="rId137" Type="http://schemas.openxmlformats.org/officeDocument/2006/relationships/image" Target="../media/image1057.png"/><Relationship Id="rId302" Type="http://schemas.openxmlformats.org/officeDocument/2006/relationships/customXml" Target="../ink/ink1334.xml"/><Relationship Id="rId344" Type="http://schemas.openxmlformats.org/officeDocument/2006/relationships/customXml" Target="../ink/ink1355.xml"/><Relationship Id="rId41" Type="http://schemas.openxmlformats.org/officeDocument/2006/relationships/image" Target="../media/image1009.png"/><Relationship Id="rId83" Type="http://schemas.openxmlformats.org/officeDocument/2006/relationships/image" Target="../media/image1030.png"/><Relationship Id="rId179" Type="http://schemas.openxmlformats.org/officeDocument/2006/relationships/image" Target="../media/image1077.png"/><Relationship Id="rId386" Type="http://schemas.openxmlformats.org/officeDocument/2006/relationships/image" Target="../media/image1176.png"/><Relationship Id="rId190" Type="http://schemas.openxmlformats.org/officeDocument/2006/relationships/customXml" Target="../ink/ink1278.xml"/><Relationship Id="rId204" Type="http://schemas.openxmlformats.org/officeDocument/2006/relationships/customXml" Target="../ink/ink1285.xml"/><Relationship Id="rId246" Type="http://schemas.openxmlformats.org/officeDocument/2006/relationships/customXml" Target="../ink/ink1306.xml"/><Relationship Id="rId288" Type="http://schemas.openxmlformats.org/officeDocument/2006/relationships/customXml" Target="../ink/ink1327.xml"/><Relationship Id="rId411" Type="http://schemas.openxmlformats.org/officeDocument/2006/relationships/customXml" Target="../ink/ink1389.xml"/><Relationship Id="rId453" Type="http://schemas.openxmlformats.org/officeDocument/2006/relationships/customXml" Target="../ink/ink1410.xml"/><Relationship Id="rId106" Type="http://schemas.openxmlformats.org/officeDocument/2006/relationships/customXml" Target="../ink/ink1236.xml"/><Relationship Id="rId313" Type="http://schemas.openxmlformats.org/officeDocument/2006/relationships/image" Target="../media/image1142.png"/><Relationship Id="rId495" Type="http://schemas.openxmlformats.org/officeDocument/2006/relationships/customXml" Target="../ink/ink1431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41.png"/><Relationship Id="rId299" Type="http://schemas.openxmlformats.org/officeDocument/2006/relationships/image" Target="../media/image1331.png"/><Relationship Id="rId21" Type="http://schemas.openxmlformats.org/officeDocument/2006/relationships/image" Target="../media/image621.png"/><Relationship Id="rId63" Type="http://schemas.openxmlformats.org/officeDocument/2006/relationships/image" Target="../media/image642.png"/><Relationship Id="rId159" Type="http://schemas.openxmlformats.org/officeDocument/2006/relationships/image" Target="../media/image1261.png"/><Relationship Id="rId324" Type="http://schemas.openxmlformats.org/officeDocument/2006/relationships/customXml" Target="../ink/ink1597.xml"/><Relationship Id="rId366" Type="http://schemas.openxmlformats.org/officeDocument/2006/relationships/customXml" Target="../ink/ink1618.xml"/><Relationship Id="rId170" Type="http://schemas.openxmlformats.org/officeDocument/2006/relationships/customXml" Target="../ink/ink1520.xml"/><Relationship Id="rId226" Type="http://schemas.openxmlformats.org/officeDocument/2006/relationships/customXml" Target="../ink/ink1548.xml"/><Relationship Id="rId268" Type="http://schemas.openxmlformats.org/officeDocument/2006/relationships/customXml" Target="../ink/ink1569.xml"/><Relationship Id="rId32" Type="http://schemas.openxmlformats.org/officeDocument/2006/relationships/customXml" Target="../ink/ink1451.xml"/><Relationship Id="rId74" Type="http://schemas.openxmlformats.org/officeDocument/2006/relationships/customXml" Target="../ink/ink1472.xml"/><Relationship Id="rId128" Type="http://schemas.openxmlformats.org/officeDocument/2006/relationships/customXml" Target="../ink/ink1499.xml"/><Relationship Id="rId335" Type="http://schemas.openxmlformats.org/officeDocument/2006/relationships/image" Target="../media/image1349.png"/><Relationship Id="rId377" Type="http://schemas.openxmlformats.org/officeDocument/2006/relationships/image" Target="../media/image1368.png"/><Relationship Id="rId5" Type="http://schemas.openxmlformats.org/officeDocument/2006/relationships/image" Target="../media/image1237.png"/><Relationship Id="rId181" Type="http://schemas.openxmlformats.org/officeDocument/2006/relationships/image" Target="../media/image1272.png"/><Relationship Id="rId237" Type="http://schemas.openxmlformats.org/officeDocument/2006/relationships/image" Target="../media/image1300.png"/><Relationship Id="rId279" Type="http://schemas.openxmlformats.org/officeDocument/2006/relationships/image" Target="../media/image1321.png"/><Relationship Id="rId43" Type="http://schemas.openxmlformats.org/officeDocument/2006/relationships/image" Target="../media/image632.png"/><Relationship Id="rId139" Type="http://schemas.openxmlformats.org/officeDocument/2006/relationships/image" Target="../media/image1251.png"/><Relationship Id="rId290" Type="http://schemas.openxmlformats.org/officeDocument/2006/relationships/customXml" Target="../ink/ink1580.xml"/><Relationship Id="rId304" Type="http://schemas.openxmlformats.org/officeDocument/2006/relationships/customXml" Target="../ink/ink1587.xml"/><Relationship Id="rId346" Type="http://schemas.openxmlformats.org/officeDocument/2006/relationships/customXml" Target="../ink/ink1608.xml"/><Relationship Id="rId388" Type="http://schemas.openxmlformats.org/officeDocument/2006/relationships/customXml" Target="../ink/ink1629.xml"/><Relationship Id="rId85" Type="http://schemas.openxmlformats.org/officeDocument/2006/relationships/image" Target="../media/image653.png"/><Relationship Id="rId150" Type="http://schemas.openxmlformats.org/officeDocument/2006/relationships/customXml" Target="../ink/ink1510.xml"/><Relationship Id="rId192" Type="http://schemas.openxmlformats.org/officeDocument/2006/relationships/customXml" Target="../ink/ink1531.xml"/><Relationship Id="rId206" Type="http://schemas.openxmlformats.org/officeDocument/2006/relationships/customXml" Target="../ink/ink1538.xml"/><Relationship Id="rId248" Type="http://schemas.openxmlformats.org/officeDocument/2006/relationships/customXml" Target="../ink/ink1559.xml"/><Relationship Id="rId12" Type="http://schemas.openxmlformats.org/officeDocument/2006/relationships/customXml" Target="../ink/ink1441.xml"/><Relationship Id="rId108" Type="http://schemas.openxmlformats.org/officeDocument/2006/relationships/customXml" Target="../ink/ink1489.xml"/><Relationship Id="rId315" Type="http://schemas.openxmlformats.org/officeDocument/2006/relationships/image" Target="../media/image1339.png"/><Relationship Id="rId357" Type="http://schemas.openxmlformats.org/officeDocument/2006/relationships/image" Target="../media/image1360.png"/><Relationship Id="rId54" Type="http://schemas.openxmlformats.org/officeDocument/2006/relationships/customXml" Target="../ink/ink1462.xml"/><Relationship Id="rId96" Type="http://schemas.openxmlformats.org/officeDocument/2006/relationships/customXml" Target="../ink/ink1483.xml"/><Relationship Id="rId161" Type="http://schemas.openxmlformats.org/officeDocument/2006/relationships/image" Target="../media/image1262.png"/><Relationship Id="rId217" Type="http://schemas.openxmlformats.org/officeDocument/2006/relationships/image" Target="../media/image1290.png"/><Relationship Id="rId259" Type="http://schemas.openxmlformats.org/officeDocument/2006/relationships/image" Target="../media/image1311.png"/><Relationship Id="rId23" Type="http://schemas.openxmlformats.org/officeDocument/2006/relationships/image" Target="../media/image622.png"/><Relationship Id="rId119" Type="http://schemas.openxmlformats.org/officeDocument/2006/relationships/image" Target="../media/image1242.png"/><Relationship Id="rId270" Type="http://schemas.openxmlformats.org/officeDocument/2006/relationships/customXml" Target="../ink/ink1570.xml"/><Relationship Id="rId326" Type="http://schemas.openxmlformats.org/officeDocument/2006/relationships/customXml" Target="../ink/ink1598.xml"/><Relationship Id="rId65" Type="http://schemas.openxmlformats.org/officeDocument/2006/relationships/image" Target="../media/image643.png"/><Relationship Id="rId130" Type="http://schemas.openxmlformats.org/officeDocument/2006/relationships/customXml" Target="../ink/ink1500.xml"/><Relationship Id="rId368" Type="http://schemas.openxmlformats.org/officeDocument/2006/relationships/customXml" Target="../ink/ink1619.xml"/><Relationship Id="rId172" Type="http://schemas.openxmlformats.org/officeDocument/2006/relationships/customXml" Target="../ink/ink1521.xml"/><Relationship Id="rId228" Type="http://schemas.openxmlformats.org/officeDocument/2006/relationships/customXml" Target="../ink/ink1549.xml"/><Relationship Id="rId281" Type="http://schemas.openxmlformats.org/officeDocument/2006/relationships/image" Target="../media/image1322.png"/><Relationship Id="rId337" Type="http://schemas.openxmlformats.org/officeDocument/2006/relationships/image" Target="../media/image1350.png"/><Relationship Id="rId34" Type="http://schemas.openxmlformats.org/officeDocument/2006/relationships/customXml" Target="../ink/ink1452.xml"/><Relationship Id="rId76" Type="http://schemas.openxmlformats.org/officeDocument/2006/relationships/customXml" Target="../ink/ink1473.xml"/><Relationship Id="rId141" Type="http://schemas.openxmlformats.org/officeDocument/2006/relationships/image" Target="../media/image1252.png"/><Relationship Id="rId379" Type="http://schemas.openxmlformats.org/officeDocument/2006/relationships/image" Target="../media/image1369.png"/><Relationship Id="rId7" Type="http://schemas.openxmlformats.org/officeDocument/2006/relationships/image" Target="../media/image1238.png"/><Relationship Id="rId183" Type="http://schemas.openxmlformats.org/officeDocument/2006/relationships/image" Target="../media/image1273.png"/><Relationship Id="rId239" Type="http://schemas.openxmlformats.org/officeDocument/2006/relationships/image" Target="../media/image1301.png"/><Relationship Id="rId390" Type="http://schemas.openxmlformats.org/officeDocument/2006/relationships/customXml" Target="../ink/ink1630.xml"/><Relationship Id="rId250" Type="http://schemas.openxmlformats.org/officeDocument/2006/relationships/customXml" Target="../ink/ink1560.xml"/><Relationship Id="rId292" Type="http://schemas.openxmlformats.org/officeDocument/2006/relationships/customXml" Target="../ink/ink1581.xml"/><Relationship Id="rId306" Type="http://schemas.openxmlformats.org/officeDocument/2006/relationships/customXml" Target="../ink/ink1588.xml"/><Relationship Id="rId45" Type="http://schemas.openxmlformats.org/officeDocument/2006/relationships/image" Target="../media/image633.png"/><Relationship Id="rId87" Type="http://schemas.openxmlformats.org/officeDocument/2006/relationships/image" Target="../media/image654.png"/><Relationship Id="rId110" Type="http://schemas.openxmlformats.org/officeDocument/2006/relationships/customXml" Target="../ink/ink1490.xml"/><Relationship Id="rId348" Type="http://schemas.openxmlformats.org/officeDocument/2006/relationships/customXml" Target="../ink/ink1609.xml"/><Relationship Id="rId152" Type="http://schemas.openxmlformats.org/officeDocument/2006/relationships/customXml" Target="../ink/ink1511.xml"/><Relationship Id="rId194" Type="http://schemas.openxmlformats.org/officeDocument/2006/relationships/customXml" Target="../ink/ink1532.xml"/><Relationship Id="rId208" Type="http://schemas.openxmlformats.org/officeDocument/2006/relationships/customXml" Target="../ink/ink1539.xml"/><Relationship Id="rId261" Type="http://schemas.openxmlformats.org/officeDocument/2006/relationships/image" Target="../media/image1312.png"/><Relationship Id="rId14" Type="http://schemas.openxmlformats.org/officeDocument/2006/relationships/customXml" Target="../ink/ink1442.xml"/><Relationship Id="rId56" Type="http://schemas.openxmlformats.org/officeDocument/2006/relationships/customXml" Target="../ink/ink1463.xml"/><Relationship Id="rId317" Type="http://schemas.openxmlformats.org/officeDocument/2006/relationships/image" Target="../media/image1340.png"/><Relationship Id="rId359" Type="http://schemas.openxmlformats.org/officeDocument/2006/relationships/image" Target="../media/image1361.png"/><Relationship Id="rId98" Type="http://schemas.openxmlformats.org/officeDocument/2006/relationships/customXml" Target="../ink/ink1484.xml"/><Relationship Id="rId121" Type="http://schemas.openxmlformats.org/officeDocument/2006/relationships/image" Target="../media/image1243.png"/><Relationship Id="rId163" Type="http://schemas.openxmlformats.org/officeDocument/2006/relationships/image" Target="../media/image1263.png"/><Relationship Id="rId219" Type="http://schemas.openxmlformats.org/officeDocument/2006/relationships/image" Target="../media/image1291.png"/><Relationship Id="rId370" Type="http://schemas.openxmlformats.org/officeDocument/2006/relationships/customXml" Target="../ink/ink1620.xml"/><Relationship Id="rId230" Type="http://schemas.openxmlformats.org/officeDocument/2006/relationships/customXml" Target="../ink/ink1550.xml"/><Relationship Id="rId25" Type="http://schemas.openxmlformats.org/officeDocument/2006/relationships/image" Target="../media/image623.png"/><Relationship Id="rId67" Type="http://schemas.openxmlformats.org/officeDocument/2006/relationships/image" Target="../media/image644.png"/><Relationship Id="rId272" Type="http://schemas.openxmlformats.org/officeDocument/2006/relationships/customXml" Target="../ink/ink1571.xml"/><Relationship Id="rId328" Type="http://schemas.openxmlformats.org/officeDocument/2006/relationships/customXml" Target="../ink/ink1599.xml"/><Relationship Id="rId132" Type="http://schemas.openxmlformats.org/officeDocument/2006/relationships/customXml" Target="../ink/ink1501.xml"/><Relationship Id="rId174" Type="http://schemas.openxmlformats.org/officeDocument/2006/relationships/customXml" Target="../ink/ink1522.xml"/><Relationship Id="rId381" Type="http://schemas.openxmlformats.org/officeDocument/2006/relationships/image" Target="../media/image1370.png"/><Relationship Id="rId241" Type="http://schemas.openxmlformats.org/officeDocument/2006/relationships/image" Target="../media/image1302.png"/><Relationship Id="rId36" Type="http://schemas.openxmlformats.org/officeDocument/2006/relationships/customXml" Target="../ink/ink1453.xml"/><Relationship Id="rId283" Type="http://schemas.openxmlformats.org/officeDocument/2006/relationships/image" Target="../media/image1323.png"/><Relationship Id="rId339" Type="http://schemas.openxmlformats.org/officeDocument/2006/relationships/image" Target="../media/image1351.png"/><Relationship Id="rId78" Type="http://schemas.openxmlformats.org/officeDocument/2006/relationships/customXml" Target="../ink/ink1474.xml"/><Relationship Id="rId101" Type="http://schemas.openxmlformats.org/officeDocument/2006/relationships/image" Target="../media/image661.png"/><Relationship Id="rId143" Type="http://schemas.openxmlformats.org/officeDocument/2006/relationships/image" Target="../media/image1253.png"/><Relationship Id="rId185" Type="http://schemas.openxmlformats.org/officeDocument/2006/relationships/image" Target="../media/image1274.png"/><Relationship Id="rId350" Type="http://schemas.openxmlformats.org/officeDocument/2006/relationships/customXml" Target="../ink/ink1610.xml"/><Relationship Id="rId9" Type="http://schemas.openxmlformats.org/officeDocument/2006/relationships/image" Target="../media/image1239.png"/><Relationship Id="rId210" Type="http://schemas.openxmlformats.org/officeDocument/2006/relationships/customXml" Target="../ink/ink1540.xml"/><Relationship Id="rId392" Type="http://schemas.openxmlformats.org/officeDocument/2006/relationships/customXml" Target="../ink/ink1631.xml"/><Relationship Id="rId252" Type="http://schemas.openxmlformats.org/officeDocument/2006/relationships/customXml" Target="../ink/ink1561.xml"/><Relationship Id="rId294" Type="http://schemas.openxmlformats.org/officeDocument/2006/relationships/customXml" Target="../ink/ink1582.xml"/><Relationship Id="rId308" Type="http://schemas.openxmlformats.org/officeDocument/2006/relationships/customXml" Target="../ink/ink1589.xml"/><Relationship Id="rId47" Type="http://schemas.openxmlformats.org/officeDocument/2006/relationships/image" Target="../media/image634.png"/><Relationship Id="rId89" Type="http://schemas.openxmlformats.org/officeDocument/2006/relationships/image" Target="../media/image655.png"/><Relationship Id="rId112" Type="http://schemas.openxmlformats.org/officeDocument/2006/relationships/customXml" Target="../ink/ink1491.xml"/><Relationship Id="rId154" Type="http://schemas.openxmlformats.org/officeDocument/2006/relationships/customXml" Target="../ink/ink1512.xml"/><Relationship Id="rId361" Type="http://schemas.openxmlformats.org/officeDocument/2006/relationships/image" Target="../media/image225.png"/><Relationship Id="rId196" Type="http://schemas.openxmlformats.org/officeDocument/2006/relationships/customXml" Target="../ink/ink1533.xml"/><Relationship Id="rId16" Type="http://schemas.openxmlformats.org/officeDocument/2006/relationships/customXml" Target="../ink/ink1443.xml"/><Relationship Id="rId221" Type="http://schemas.openxmlformats.org/officeDocument/2006/relationships/image" Target="../media/image1292.png"/><Relationship Id="rId263" Type="http://schemas.openxmlformats.org/officeDocument/2006/relationships/image" Target="../media/image1313.png"/><Relationship Id="rId319" Type="http://schemas.openxmlformats.org/officeDocument/2006/relationships/image" Target="../media/image1341.png"/><Relationship Id="rId37" Type="http://schemas.openxmlformats.org/officeDocument/2006/relationships/image" Target="../media/image629.png"/><Relationship Id="rId58" Type="http://schemas.openxmlformats.org/officeDocument/2006/relationships/customXml" Target="../ink/ink1464.xml"/><Relationship Id="rId79" Type="http://schemas.openxmlformats.org/officeDocument/2006/relationships/image" Target="../media/image650.png"/><Relationship Id="rId102" Type="http://schemas.openxmlformats.org/officeDocument/2006/relationships/customXml" Target="../ink/ink1486.xml"/><Relationship Id="rId123" Type="http://schemas.openxmlformats.org/officeDocument/2006/relationships/image" Target="../media/image197.png"/><Relationship Id="rId144" Type="http://schemas.openxmlformats.org/officeDocument/2006/relationships/customXml" Target="../ink/ink1507.xml"/><Relationship Id="rId330" Type="http://schemas.openxmlformats.org/officeDocument/2006/relationships/customXml" Target="../ink/ink1600.xml"/><Relationship Id="rId90" Type="http://schemas.openxmlformats.org/officeDocument/2006/relationships/customXml" Target="../ink/ink1480.xml"/><Relationship Id="rId165" Type="http://schemas.openxmlformats.org/officeDocument/2006/relationships/image" Target="../media/image1264.png"/><Relationship Id="rId186" Type="http://schemas.openxmlformats.org/officeDocument/2006/relationships/customXml" Target="../ink/ink1528.xml"/><Relationship Id="rId351" Type="http://schemas.openxmlformats.org/officeDocument/2006/relationships/image" Target="../media/image1357.png"/><Relationship Id="rId372" Type="http://schemas.openxmlformats.org/officeDocument/2006/relationships/customXml" Target="../ink/ink1621.xml"/><Relationship Id="rId393" Type="http://schemas.openxmlformats.org/officeDocument/2006/relationships/image" Target="../media/image1376.png"/><Relationship Id="rId211" Type="http://schemas.openxmlformats.org/officeDocument/2006/relationships/image" Target="../media/image1287.png"/><Relationship Id="rId232" Type="http://schemas.openxmlformats.org/officeDocument/2006/relationships/customXml" Target="../ink/ink1551.xml"/><Relationship Id="rId253" Type="http://schemas.openxmlformats.org/officeDocument/2006/relationships/image" Target="../media/image1308.png"/><Relationship Id="rId274" Type="http://schemas.openxmlformats.org/officeDocument/2006/relationships/customXml" Target="../ink/ink1572.xml"/><Relationship Id="rId295" Type="http://schemas.openxmlformats.org/officeDocument/2006/relationships/image" Target="../media/image1329.png"/><Relationship Id="rId309" Type="http://schemas.openxmlformats.org/officeDocument/2006/relationships/image" Target="../media/image1336.png"/><Relationship Id="rId27" Type="http://schemas.openxmlformats.org/officeDocument/2006/relationships/image" Target="../media/image624.png"/><Relationship Id="rId48" Type="http://schemas.openxmlformats.org/officeDocument/2006/relationships/customXml" Target="../ink/ink1459.xml"/><Relationship Id="rId69" Type="http://schemas.openxmlformats.org/officeDocument/2006/relationships/image" Target="../media/image645.png"/><Relationship Id="rId113" Type="http://schemas.openxmlformats.org/officeDocument/2006/relationships/image" Target="../media/image667.png"/><Relationship Id="rId134" Type="http://schemas.openxmlformats.org/officeDocument/2006/relationships/customXml" Target="../ink/ink1502.xml"/><Relationship Id="rId320" Type="http://schemas.openxmlformats.org/officeDocument/2006/relationships/customXml" Target="../ink/ink1595.xml"/><Relationship Id="rId80" Type="http://schemas.openxmlformats.org/officeDocument/2006/relationships/customXml" Target="../ink/ink1475.xml"/><Relationship Id="rId155" Type="http://schemas.openxmlformats.org/officeDocument/2006/relationships/image" Target="../media/image1259.png"/><Relationship Id="rId176" Type="http://schemas.openxmlformats.org/officeDocument/2006/relationships/customXml" Target="../ink/ink1523.xml"/><Relationship Id="rId197" Type="http://schemas.openxmlformats.org/officeDocument/2006/relationships/image" Target="../media/image1280.png"/><Relationship Id="rId341" Type="http://schemas.openxmlformats.org/officeDocument/2006/relationships/image" Target="../media/image1352.png"/><Relationship Id="rId362" Type="http://schemas.openxmlformats.org/officeDocument/2006/relationships/customXml" Target="../ink/ink1616.xml"/><Relationship Id="rId383" Type="http://schemas.openxmlformats.org/officeDocument/2006/relationships/image" Target="../media/image1371.png"/><Relationship Id="rId201" Type="http://schemas.openxmlformats.org/officeDocument/2006/relationships/image" Target="../media/image1282.png"/><Relationship Id="rId222" Type="http://schemas.openxmlformats.org/officeDocument/2006/relationships/customXml" Target="../ink/ink1546.xml"/><Relationship Id="rId243" Type="http://schemas.openxmlformats.org/officeDocument/2006/relationships/image" Target="../media/image1303.png"/><Relationship Id="rId264" Type="http://schemas.openxmlformats.org/officeDocument/2006/relationships/customXml" Target="../ink/ink1567.xml"/><Relationship Id="rId285" Type="http://schemas.openxmlformats.org/officeDocument/2006/relationships/image" Target="../media/image1324.png"/><Relationship Id="rId17" Type="http://schemas.openxmlformats.org/officeDocument/2006/relationships/image" Target="../media/image619.png"/><Relationship Id="rId38" Type="http://schemas.openxmlformats.org/officeDocument/2006/relationships/customXml" Target="../ink/ink1454.xml"/><Relationship Id="rId59" Type="http://schemas.openxmlformats.org/officeDocument/2006/relationships/image" Target="../media/image640.png"/><Relationship Id="rId103" Type="http://schemas.openxmlformats.org/officeDocument/2006/relationships/image" Target="../media/image662.png"/><Relationship Id="rId124" Type="http://schemas.openxmlformats.org/officeDocument/2006/relationships/customXml" Target="../ink/ink1497.xml"/><Relationship Id="rId310" Type="http://schemas.openxmlformats.org/officeDocument/2006/relationships/customXml" Target="../ink/ink1590.xml"/><Relationship Id="rId70" Type="http://schemas.openxmlformats.org/officeDocument/2006/relationships/customXml" Target="../ink/ink1470.xml"/><Relationship Id="rId91" Type="http://schemas.openxmlformats.org/officeDocument/2006/relationships/image" Target="../media/image656.png"/><Relationship Id="rId145" Type="http://schemas.openxmlformats.org/officeDocument/2006/relationships/image" Target="../media/image1254.png"/><Relationship Id="rId166" Type="http://schemas.openxmlformats.org/officeDocument/2006/relationships/customXml" Target="../ink/ink1518.xml"/><Relationship Id="rId187" Type="http://schemas.openxmlformats.org/officeDocument/2006/relationships/image" Target="../media/image1275.png"/><Relationship Id="rId331" Type="http://schemas.openxmlformats.org/officeDocument/2006/relationships/image" Target="../media/image1347.png"/><Relationship Id="rId352" Type="http://schemas.openxmlformats.org/officeDocument/2006/relationships/customXml" Target="../ink/ink1611.xml"/><Relationship Id="rId373" Type="http://schemas.openxmlformats.org/officeDocument/2006/relationships/image" Target="../media/image1366.png"/><Relationship Id="rId394" Type="http://schemas.openxmlformats.org/officeDocument/2006/relationships/customXml" Target="../ink/ink1632.xml"/><Relationship Id="rId1" Type="http://schemas.openxmlformats.org/officeDocument/2006/relationships/slideLayout" Target="../slideLayouts/slideLayout4.xml"/><Relationship Id="rId212" Type="http://schemas.openxmlformats.org/officeDocument/2006/relationships/customXml" Target="../ink/ink1541.xml"/><Relationship Id="rId233" Type="http://schemas.openxmlformats.org/officeDocument/2006/relationships/image" Target="../media/image1298.png"/><Relationship Id="rId254" Type="http://schemas.openxmlformats.org/officeDocument/2006/relationships/customXml" Target="../ink/ink1562.xml"/><Relationship Id="rId28" Type="http://schemas.openxmlformats.org/officeDocument/2006/relationships/customXml" Target="../ink/ink1449.xml"/><Relationship Id="rId49" Type="http://schemas.openxmlformats.org/officeDocument/2006/relationships/image" Target="../media/image635.png"/><Relationship Id="rId114" Type="http://schemas.openxmlformats.org/officeDocument/2006/relationships/customXml" Target="../ink/ink1492.xml"/><Relationship Id="rId275" Type="http://schemas.openxmlformats.org/officeDocument/2006/relationships/image" Target="../media/image1319.png"/><Relationship Id="rId296" Type="http://schemas.openxmlformats.org/officeDocument/2006/relationships/customXml" Target="../ink/ink1583.xml"/><Relationship Id="rId300" Type="http://schemas.openxmlformats.org/officeDocument/2006/relationships/customXml" Target="../ink/ink1585.xml"/><Relationship Id="rId60" Type="http://schemas.openxmlformats.org/officeDocument/2006/relationships/customXml" Target="../ink/ink1465.xml"/><Relationship Id="rId81" Type="http://schemas.openxmlformats.org/officeDocument/2006/relationships/image" Target="../media/image651.png"/><Relationship Id="rId135" Type="http://schemas.openxmlformats.org/officeDocument/2006/relationships/image" Target="../media/image1249.png"/><Relationship Id="rId156" Type="http://schemas.openxmlformats.org/officeDocument/2006/relationships/customXml" Target="../ink/ink1513.xml"/><Relationship Id="rId177" Type="http://schemas.openxmlformats.org/officeDocument/2006/relationships/image" Target="../media/image1270.png"/><Relationship Id="rId198" Type="http://schemas.openxmlformats.org/officeDocument/2006/relationships/customXml" Target="../ink/ink1534.xml"/><Relationship Id="rId321" Type="http://schemas.openxmlformats.org/officeDocument/2006/relationships/image" Target="../media/image1342.png"/><Relationship Id="rId342" Type="http://schemas.openxmlformats.org/officeDocument/2006/relationships/customXml" Target="../ink/ink1606.xml"/><Relationship Id="rId363" Type="http://schemas.openxmlformats.org/officeDocument/2006/relationships/image" Target="../media/image355.png"/><Relationship Id="rId384" Type="http://schemas.openxmlformats.org/officeDocument/2006/relationships/customXml" Target="../ink/ink1627.xml"/><Relationship Id="rId202" Type="http://schemas.openxmlformats.org/officeDocument/2006/relationships/customXml" Target="../ink/ink1536.xml"/><Relationship Id="rId223" Type="http://schemas.openxmlformats.org/officeDocument/2006/relationships/image" Target="../media/image1293.png"/><Relationship Id="rId244" Type="http://schemas.openxmlformats.org/officeDocument/2006/relationships/customXml" Target="../ink/ink1557.xml"/><Relationship Id="rId18" Type="http://schemas.openxmlformats.org/officeDocument/2006/relationships/customXml" Target="../ink/ink1444.xml"/><Relationship Id="rId39" Type="http://schemas.openxmlformats.org/officeDocument/2006/relationships/image" Target="../media/image630.png"/><Relationship Id="rId265" Type="http://schemas.openxmlformats.org/officeDocument/2006/relationships/image" Target="../media/image1314.png"/><Relationship Id="rId286" Type="http://schemas.openxmlformats.org/officeDocument/2006/relationships/customXml" Target="../ink/ink1578.xml"/><Relationship Id="rId50" Type="http://schemas.openxmlformats.org/officeDocument/2006/relationships/customXml" Target="../ink/ink1460.xml"/><Relationship Id="rId104" Type="http://schemas.openxmlformats.org/officeDocument/2006/relationships/customXml" Target="../ink/ink1487.xml"/><Relationship Id="rId125" Type="http://schemas.openxmlformats.org/officeDocument/2006/relationships/image" Target="../media/image1244.png"/><Relationship Id="rId146" Type="http://schemas.openxmlformats.org/officeDocument/2006/relationships/customXml" Target="../ink/ink1508.xml"/><Relationship Id="rId167" Type="http://schemas.openxmlformats.org/officeDocument/2006/relationships/image" Target="../media/image1265.png"/><Relationship Id="rId188" Type="http://schemas.openxmlformats.org/officeDocument/2006/relationships/customXml" Target="../ink/ink1529.xml"/><Relationship Id="rId311" Type="http://schemas.openxmlformats.org/officeDocument/2006/relationships/image" Target="../media/image1337.png"/><Relationship Id="rId332" Type="http://schemas.openxmlformats.org/officeDocument/2006/relationships/customXml" Target="../ink/ink1601.xml"/><Relationship Id="rId353" Type="http://schemas.openxmlformats.org/officeDocument/2006/relationships/image" Target="../media/image1358.png"/><Relationship Id="rId374" Type="http://schemas.openxmlformats.org/officeDocument/2006/relationships/customXml" Target="../ink/ink1622.xml"/><Relationship Id="rId395" Type="http://schemas.openxmlformats.org/officeDocument/2006/relationships/image" Target="../media/image1377.png"/><Relationship Id="rId71" Type="http://schemas.openxmlformats.org/officeDocument/2006/relationships/image" Target="../media/image646.png"/><Relationship Id="rId92" Type="http://schemas.openxmlformats.org/officeDocument/2006/relationships/customXml" Target="../ink/ink1481.xml"/><Relationship Id="rId213" Type="http://schemas.openxmlformats.org/officeDocument/2006/relationships/image" Target="../media/image1288.png"/><Relationship Id="rId234" Type="http://schemas.openxmlformats.org/officeDocument/2006/relationships/customXml" Target="../ink/ink1552.xml"/><Relationship Id="rId2" Type="http://schemas.openxmlformats.org/officeDocument/2006/relationships/customXml" Target="../ink/ink1436.xml"/><Relationship Id="rId29" Type="http://schemas.openxmlformats.org/officeDocument/2006/relationships/image" Target="../media/image625.png"/><Relationship Id="rId255" Type="http://schemas.openxmlformats.org/officeDocument/2006/relationships/image" Target="../media/image1309.png"/><Relationship Id="rId276" Type="http://schemas.openxmlformats.org/officeDocument/2006/relationships/customXml" Target="../ink/ink1573.xml"/><Relationship Id="rId297" Type="http://schemas.openxmlformats.org/officeDocument/2006/relationships/image" Target="../media/image1330.png"/><Relationship Id="rId40" Type="http://schemas.openxmlformats.org/officeDocument/2006/relationships/customXml" Target="../ink/ink1455.xml"/><Relationship Id="rId115" Type="http://schemas.openxmlformats.org/officeDocument/2006/relationships/image" Target="../media/image668.png"/><Relationship Id="rId136" Type="http://schemas.openxmlformats.org/officeDocument/2006/relationships/customXml" Target="../ink/ink1503.xml"/><Relationship Id="rId157" Type="http://schemas.openxmlformats.org/officeDocument/2006/relationships/image" Target="../media/image1260.png"/><Relationship Id="rId178" Type="http://schemas.openxmlformats.org/officeDocument/2006/relationships/customXml" Target="../ink/ink1524.xml"/><Relationship Id="rId301" Type="http://schemas.openxmlformats.org/officeDocument/2006/relationships/image" Target="../media/image1332.png"/><Relationship Id="rId322" Type="http://schemas.openxmlformats.org/officeDocument/2006/relationships/customXml" Target="../ink/ink1596.xml"/><Relationship Id="rId343" Type="http://schemas.openxmlformats.org/officeDocument/2006/relationships/image" Target="../media/image1353.png"/><Relationship Id="rId364" Type="http://schemas.openxmlformats.org/officeDocument/2006/relationships/customXml" Target="../ink/ink1617.xml"/><Relationship Id="rId61" Type="http://schemas.openxmlformats.org/officeDocument/2006/relationships/image" Target="../media/image641.png"/><Relationship Id="rId82" Type="http://schemas.openxmlformats.org/officeDocument/2006/relationships/customXml" Target="../ink/ink1476.xml"/><Relationship Id="rId199" Type="http://schemas.openxmlformats.org/officeDocument/2006/relationships/image" Target="../media/image1281.png"/><Relationship Id="rId203" Type="http://schemas.openxmlformats.org/officeDocument/2006/relationships/image" Target="../media/image1283.png"/><Relationship Id="rId385" Type="http://schemas.openxmlformats.org/officeDocument/2006/relationships/image" Target="../media/image1372.png"/><Relationship Id="rId19" Type="http://schemas.openxmlformats.org/officeDocument/2006/relationships/image" Target="../media/image620.png"/><Relationship Id="rId224" Type="http://schemas.openxmlformats.org/officeDocument/2006/relationships/customXml" Target="../ink/ink1547.xml"/><Relationship Id="rId245" Type="http://schemas.openxmlformats.org/officeDocument/2006/relationships/image" Target="../media/image1304.png"/><Relationship Id="rId266" Type="http://schemas.openxmlformats.org/officeDocument/2006/relationships/customXml" Target="../ink/ink1568.xml"/><Relationship Id="rId287" Type="http://schemas.openxmlformats.org/officeDocument/2006/relationships/image" Target="../media/image1325.png"/><Relationship Id="rId30" Type="http://schemas.openxmlformats.org/officeDocument/2006/relationships/customXml" Target="../ink/ink1450.xml"/><Relationship Id="rId105" Type="http://schemas.openxmlformats.org/officeDocument/2006/relationships/image" Target="../media/image663.png"/><Relationship Id="rId126" Type="http://schemas.openxmlformats.org/officeDocument/2006/relationships/customXml" Target="../ink/ink1498.xml"/><Relationship Id="rId147" Type="http://schemas.openxmlformats.org/officeDocument/2006/relationships/image" Target="../media/image1255.png"/><Relationship Id="rId168" Type="http://schemas.openxmlformats.org/officeDocument/2006/relationships/customXml" Target="../ink/ink1519.xml"/><Relationship Id="rId312" Type="http://schemas.openxmlformats.org/officeDocument/2006/relationships/customXml" Target="../ink/ink1591.xml"/><Relationship Id="rId333" Type="http://schemas.openxmlformats.org/officeDocument/2006/relationships/image" Target="../media/image1348.png"/><Relationship Id="rId354" Type="http://schemas.openxmlformats.org/officeDocument/2006/relationships/customXml" Target="../ink/ink1612.xml"/><Relationship Id="rId51" Type="http://schemas.openxmlformats.org/officeDocument/2006/relationships/image" Target="../media/image636.png"/><Relationship Id="rId72" Type="http://schemas.openxmlformats.org/officeDocument/2006/relationships/customXml" Target="../ink/ink1471.xml"/><Relationship Id="rId93" Type="http://schemas.openxmlformats.org/officeDocument/2006/relationships/image" Target="../media/image657.png"/><Relationship Id="rId189" Type="http://schemas.openxmlformats.org/officeDocument/2006/relationships/image" Target="../media/image1276.png"/><Relationship Id="rId375" Type="http://schemas.openxmlformats.org/officeDocument/2006/relationships/image" Target="../media/image1367.png"/><Relationship Id="rId396" Type="http://schemas.openxmlformats.org/officeDocument/2006/relationships/customXml" Target="../ink/ink1633.xml"/><Relationship Id="rId3" Type="http://schemas.openxmlformats.org/officeDocument/2006/relationships/image" Target="../media/image1236.png"/><Relationship Id="rId214" Type="http://schemas.openxmlformats.org/officeDocument/2006/relationships/customXml" Target="../ink/ink1542.xml"/><Relationship Id="rId235" Type="http://schemas.openxmlformats.org/officeDocument/2006/relationships/image" Target="../media/image1299.png"/><Relationship Id="rId256" Type="http://schemas.openxmlformats.org/officeDocument/2006/relationships/customXml" Target="../ink/ink1563.xml"/><Relationship Id="rId277" Type="http://schemas.openxmlformats.org/officeDocument/2006/relationships/image" Target="../media/image1320.png"/><Relationship Id="rId298" Type="http://schemas.openxmlformats.org/officeDocument/2006/relationships/customXml" Target="../ink/ink1584.xml"/><Relationship Id="rId116" Type="http://schemas.openxmlformats.org/officeDocument/2006/relationships/customXml" Target="../ink/ink1493.xml"/><Relationship Id="rId137" Type="http://schemas.openxmlformats.org/officeDocument/2006/relationships/image" Target="../media/image1250.png"/><Relationship Id="rId158" Type="http://schemas.openxmlformats.org/officeDocument/2006/relationships/customXml" Target="../ink/ink1514.xml"/><Relationship Id="rId302" Type="http://schemas.openxmlformats.org/officeDocument/2006/relationships/customXml" Target="../ink/ink1586.xml"/><Relationship Id="rId323" Type="http://schemas.openxmlformats.org/officeDocument/2006/relationships/image" Target="../media/image1343.png"/><Relationship Id="rId344" Type="http://schemas.openxmlformats.org/officeDocument/2006/relationships/customXml" Target="../ink/ink1607.xml"/><Relationship Id="rId20" Type="http://schemas.openxmlformats.org/officeDocument/2006/relationships/customXml" Target="../ink/ink1445.xml"/><Relationship Id="rId41" Type="http://schemas.openxmlformats.org/officeDocument/2006/relationships/image" Target="../media/image631.png"/><Relationship Id="rId62" Type="http://schemas.openxmlformats.org/officeDocument/2006/relationships/customXml" Target="../ink/ink1466.xml"/><Relationship Id="rId83" Type="http://schemas.openxmlformats.org/officeDocument/2006/relationships/image" Target="../media/image652.png"/><Relationship Id="rId179" Type="http://schemas.openxmlformats.org/officeDocument/2006/relationships/image" Target="../media/image1271.png"/><Relationship Id="rId365" Type="http://schemas.openxmlformats.org/officeDocument/2006/relationships/image" Target="../media/image1362.png"/><Relationship Id="rId386" Type="http://schemas.openxmlformats.org/officeDocument/2006/relationships/customXml" Target="../ink/ink1628.xml"/><Relationship Id="rId190" Type="http://schemas.openxmlformats.org/officeDocument/2006/relationships/customXml" Target="../ink/ink1530.xml"/><Relationship Id="rId204" Type="http://schemas.openxmlformats.org/officeDocument/2006/relationships/customXml" Target="../ink/ink1537.xml"/><Relationship Id="rId225" Type="http://schemas.openxmlformats.org/officeDocument/2006/relationships/image" Target="../media/image1294.png"/><Relationship Id="rId246" Type="http://schemas.openxmlformats.org/officeDocument/2006/relationships/customXml" Target="../ink/ink1558.xml"/><Relationship Id="rId267" Type="http://schemas.openxmlformats.org/officeDocument/2006/relationships/image" Target="../media/image1315.png"/><Relationship Id="rId288" Type="http://schemas.openxmlformats.org/officeDocument/2006/relationships/customXml" Target="../ink/ink1579.xml"/><Relationship Id="rId106" Type="http://schemas.openxmlformats.org/officeDocument/2006/relationships/customXml" Target="../ink/ink1488.xml"/><Relationship Id="rId127" Type="http://schemas.openxmlformats.org/officeDocument/2006/relationships/image" Target="../media/image1245.png"/><Relationship Id="rId313" Type="http://schemas.openxmlformats.org/officeDocument/2006/relationships/image" Target="../media/image1338.png"/><Relationship Id="rId10" Type="http://schemas.openxmlformats.org/officeDocument/2006/relationships/customXml" Target="../ink/ink1440.xml"/><Relationship Id="rId31" Type="http://schemas.openxmlformats.org/officeDocument/2006/relationships/image" Target="../media/image626.png"/><Relationship Id="rId52" Type="http://schemas.openxmlformats.org/officeDocument/2006/relationships/customXml" Target="../ink/ink1461.xml"/><Relationship Id="rId73" Type="http://schemas.openxmlformats.org/officeDocument/2006/relationships/image" Target="../media/image647.png"/><Relationship Id="rId94" Type="http://schemas.openxmlformats.org/officeDocument/2006/relationships/customXml" Target="../ink/ink1482.xml"/><Relationship Id="rId148" Type="http://schemas.openxmlformats.org/officeDocument/2006/relationships/customXml" Target="../ink/ink1509.xml"/><Relationship Id="rId169" Type="http://schemas.openxmlformats.org/officeDocument/2006/relationships/image" Target="../media/image1266.png"/><Relationship Id="rId334" Type="http://schemas.openxmlformats.org/officeDocument/2006/relationships/customXml" Target="../ink/ink1602.xml"/><Relationship Id="rId355" Type="http://schemas.openxmlformats.org/officeDocument/2006/relationships/image" Target="../media/image1359.png"/><Relationship Id="rId376" Type="http://schemas.openxmlformats.org/officeDocument/2006/relationships/customXml" Target="../ink/ink1623.xml"/><Relationship Id="rId397" Type="http://schemas.openxmlformats.org/officeDocument/2006/relationships/image" Target="../media/image1378.png"/><Relationship Id="rId4" Type="http://schemas.openxmlformats.org/officeDocument/2006/relationships/customXml" Target="../ink/ink1437.xml"/><Relationship Id="rId180" Type="http://schemas.openxmlformats.org/officeDocument/2006/relationships/customXml" Target="../ink/ink1525.xml"/><Relationship Id="rId215" Type="http://schemas.openxmlformats.org/officeDocument/2006/relationships/image" Target="../media/image1289.png"/><Relationship Id="rId236" Type="http://schemas.openxmlformats.org/officeDocument/2006/relationships/customXml" Target="../ink/ink1553.xml"/><Relationship Id="rId257" Type="http://schemas.openxmlformats.org/officeDocument/2006/relationships/image" Target="../media/image1310.png"/><Relationship Id="rId278" Type="http://schemas.openxmlformats.org/officeDocument/2006/relationships/customXml" Target="../ink/ink1574.xml"/><Relationship Id="rId303" Type="http://schemas.openxmlformats.org/officeDocument/2006/relationships/image" Target="../media/image1333.png"/><Relationship Id="rId42" Type="http://schemas.openxmlformats.org/officeDocument/2006/relationships/customXml" Target="../ink/ink1456.xml"/><Relationship Id="rId84" Type="http://schemas.openxmlformats.org/officeDocument/2006/relationships/customXml" Target="../ink/ink1477.xml"/><Relationship Id="rId138" Type="http://schemas.openxmlformats.org/officeDocument/2006/relationships/customXml" Target="../ink/ink1504.xml"/><Relationship Id="rId345" Type="http://schemas.openxmlformats.org/officeDocument/2006/relationships/image" Target="../media/image1354.png"/><Relationship Id="rId387" Type="http://schemas.openxmlformats.org/officeDocument/2006/relationships/image" Target="../media/image1373.png"/><Relationship Id="rId191" Type="http://schemas.openxmlformats.org/officeDocument/2006/relationships/image" Target="../media/image1277.png"/><Relationship Id="rId205" Type="http://schemas.openxmlformats.org/officeDocument/2006/relationships/image" Target="../media/image1284.png"/><Relationship Id="rId247" Type="http://schemas.openxmlformats.org/officeDocument/2006/relationships/image" Target="../media/image1305.png"/><Relationship Id="rId107" Type="http://schemas.openxmlformats.org/officeDocument/2006/relationships/image" Target="../media/image664.png"/><Relationship Id="rId289" Type="http://schemas.openxmlformats.org/officeDocument/2006/relationships/image" Target="../media/image1326.png"/><Relationship Id="rId11" Type="http://schemas.openxmlformats.org/officeDocument/2006/relationships/image" Target="../media/image1240.png"/><Relationship Id="rId53" Type="http://schemas.openxmlformats.org/officeDocument/2006/relationships/image" Target="../media/image637.png"/><Relationship Id="rId149" Type="http://schemas.openxmlformats.org/officeDocument/2006/relationships/image" Target="../media/image1256.png"/><Relationship Id="rId314" Type="http://schemas.openxmlformats.org/officeDocument/2006/relationships/customXml" Target="../ink/ink1592.xml"/><Relationship Id="rId356" Type="http://schemas.openxmlformats.org/officeDocument/2006/relationships/customXml" Target="../ink/ink1613.xml"/><Relationship Id="rId95" Type="http://schemas.openxmlformats.org/officeDocument/2006/relationships/image" Target="../media/image658.png"/><Relationship Id="rId160" Type="http://schemas.openxmlformats.org/officeDocument/2006/relationships/customXml" Target="../ink/ink1515.xml"/><Relationship Id="rId216" Type="http://schemas.openxmlformats.org/officeDocument/2006/relationships/customXml" Target="../ink/ink1543.xml"/><Relationship Id="rId258" Type="http://schemas.openxmlformats.org/officeDocument/2006/relationships/customXml" Target="../ink/ink1564.xml"/><Relationship Id="rId22" Type="http://schemas.openxmlformats.org/officeDocument/2006/relationships/customXml" Target="../ink/ink1446.xml"/><Relationship Id="rId64" Type="http://schemas.openxmlformats.org/officeDocument/2006/relationships/customXml" Target="../ink/ink1467.xml"/><Relationship Id="rId118" Type="http://schemas.openxmlformats.org/officeDocument/2006/relationships/customXml" Target="../ink/ink1494.xml"/><Relationship Id="rId325" Type="http://schemas.openxmlformats.org/officeDocument/2006/relationships/image" Target="../media/image1344.png"/><Relationship Id="rId367" Type="http://schemas.openxmlformats.org/officeDocument/2006/relationships/image" Target="../media/image1363.png"/><Relationship Id="rId171" Type="http://schemas.openxmlformats.org/officeDocument/2006/relationships/image" Target="../media/image1267.png"/><Relationship Id="rId227" Type="http://schemas.openxmlformats.org/officeDocument/2006/relationships/image" Target="../media/image1295.png"/><Relationship Id="rId269" Type="http://schemas.openxmlformats.org/officeDocument/2006/relationships/image" Target="../media/image1316.png"/><Relationship Id="rId33" Type="http://schemas.openxmlformats.org/officeDocument/2006/relationships/image" Target="../media/image627.png"/><Relationship Id="rId129" Type="http://schemas.openxmlformats.org/officeDocument/2006/relationships/image" Target="../media/image1246.png"/><Relationship Id="rId280" Type="http://schemas.openxmlformats.org/officeDocument/2006/relationships/customXml" Target="../ink/ink1575.xml"/><Relationship Id="rId336" Type="http://schemas.openxmlformats.org/officeDocument/2006/relationships/customXml" Target="../ink/ink1603.xml"/><Relationship Id="rId75" Type="http://schemas.openxmlformats.org/officeDocument/2006/relationships/image" Target="../media/image648.png"/><Relationship Id="rId140" Type="http://schemas.openxmlformats.org/officeDocument/2006/relationships/customXml" Target="../ink/ink1505.xml"/><Relationship Id="rId182" Type="http://schemas.openxmlformats.org/officeDocument/2006/relationships/customXml" Target="../ink/ink1526.xml"/><Relationship Id="rId378" Type="http://schemas.openxmlformats.org/officeDocument/2006/relationships/customXml" Target="../ink/ink1624.xml"/><Relationship Id="rId6" Type="http://schemas.openxmlformats.org/officeDocument/2006/relationships/customXml" Target="../ink/ink1438.xml"/><Relationship Id="rId238" Type="http://schemas.openxmlformats.org/officeDocument/2006/relationships/customXml" Target="../ink/ink1554.xml"/><Relationship Id="rId291" Type="http://schemas.openxmlformats.org/officeDocument/2006/relationships/image" Target="../media/image1327.png"/><Relationship Id="rId305" Type="http://schemas.openxmlformats.org/officeDocument/2006/relationships/image" Target="../media/image1334.png"/><Relationship Id="rId347" Type="http://schemas.openxmlformats.org/officeDocument/2006/relationships/image" Target="../media/image1355.png"/><Relationship Id="rId44" Type="http://schemas.openxmlformats.org/officeDocument/2006/relationships/customXml" Target="../ink/ink1457.xml"/><Relationship Id="rId86" Type="http://schemas.openxmlformats.org/officeDocument/2006/relationships/customXml" Target="../ink/ink1478.xml"/><Relationship Id="rId151" Type="http://schemas.openxmlformats.org/officeDocument/2006/relationships/image" Target="../media/image1257.png"/><Relationship Id="rId389" Type="http://schemas.openxmlformats.org/officeDocument/2006/relationships/image" Target="../media/image1374.png"/><Relationship Id="rId193" Type="http://schemas.openxmlformats.org/officeDocument/2006/relationships/image" Target="../media/image1278.png"/><Relationship Id="rId207" Type="http://schemas.openxmlformats.org/officeDocument/2006/relationships/image" Target="../media/image1285.png"/><Relationship Id="rId249" Type="http://schemas.openxmlformats.org/officeDocument/2006/relationships/image" Target="../media/image1306.png"/><Relationship Id="rId13" Type="http://schemas.openxmlformats.org/officeDocument/2006/relationships/image" Target="../media/image617.png"/><Relationship Id="rId109" Type="http://schemas.openxmlformats.org/officeDocument/2006/relationships/image" Target="../media/image665.png"/><Relationship Id="rId260" Type="http://schemas.openxmlformats.org/officeDocument/2006/relationships/customXml" Target="../ink/ink1565.xml"/><Relationship Id="rId316" Type="http://schemas.openxmlformats.org/officeDocument/2006/relationships/customXml" Target="../ink/ink1593.xml"/><Relationship Id="rId55" Type="http://schemas.openxmlformats.org/officeDocument/2006/relationships/image" Target="../media/image638.png"/><Relationship Id="rId97" Type="http://schemas.openxmlformats.org/officeDocument/2006/relationships/image" Target="../media/image659.png"/><Relationship Id="rId120" Type="http://schemas.openxmlformats.org/officeDocument/2006/relationships/customXml" Target="../ink/ink1495.xml"/><Relationship Id="rId358" Type="http://schemas.openxmlformats.org/officeDocument/2006/relationships/customXml" Target="../ink/ink1614.xml"/><Relationship Id="rId162" Type="http://schemas.openxmlformats.org/officeDocument/2006/relationships/customXml" Target="../ink/ink1516.xml"/><Relationship Id="rId218" Type="http://schemas.openxmlformats.org/officeDocument/2006/relationships/customXml" Target="../ink/ink1544.xml"/><Relationship Id="rId271" Type="http://schemas.openxmlformats.org/officeDocument/2006/relationships/image" Target="../media/image1317.png"/><Relationship Id="rId24" Type="http://schemas.openxmlformats.org/officeDocument/2006/relationships/customXml" Target="../ink/ink1447.xml"/><Relationship Id="rId66" Type="http://schemas.openxmlformats.org/officeDocument/2006/relationships/customXml" Target="../ink/ink1468.xml"/><Relationship Id="rId131" Type="http://schemas.openxmlformats.org/officeDocument/2006/relationships/image" Target="../media/image1247.png"/><Relationship Id="rId327" Type="http://schemas.openxmlformats.org/officeDocument/2006/relationships/image" Target="../media/image1345.png"/><Relationship Id="rId369" Type="http://schemas.openxmlformats.org/officeDocument/2006/relationships/image" Target="../media/image1364.png"/><Relationship Id="rId173" Type="http://schemas.openxmlformats.org/officeDocument/2006/relationships/image" Target="../media/image1268.png"/><Relationship Id="rId229" Type="http://schemas.openxmlformats.org/officeDocument/2006/relationships/image" Target="../media/image1296.png"/><Relationship Id="rId380" Type="http://schemas.openxmlformats.org/officeDocument/2006/relationships/customXml" Target="../ink/ink1625.xml"/><Relationship Id="rId240" Type="http://schemas.openxmlformats.org/officeDocument/2006/relationships/customXml" Target="../ink/ink1555.xml"/><Relationship Id="rId35" Type="http://schemas.openxmlformats.org/officeDocument/2006/relationships/image" Target="../media/image628.png"/><Relationship Id="rId77" Type="http://schemas.openxmlformats.org/officeDocument/2006/relationships/image" Target="../media/image649.png"/><Relationship Id="rId100" Type="http://schemas.openxmlformats.org/officeDocument/2006/relationships/customXml" Target="../ink/ink1485.xml"/><Relationship Id="rId282" Type="http://schemas.openxmlformats.org/officeDocument/2006/relationships/customXml" Target="../ink/ink1576.xml"/><Relationship Id="rId338" Type="http://schemas.openxmlformats.org/officeDocument/2006/relationships/customXml" Target="../ink/ink1604.xml"/><Relationship Id="rId8" Type="http://schemas.openxmlformats.org/officeDocument/2006/relationships/customXml" Target="../ink/ink1439.xml"/><Relationship Id="rId142" Type="http://schemas.openxmlformats.org/officeDocument/2006/relationships/customXml" Target="../ink/ink1506.xml"/><Relationship Id="rId184" Type="http://schemas.openxmlformats.org/officeDocument/2006/relationships/customXml" Target="../ink/ink1527.xml"/><Relationship Id="rId391" Type="http://schemas.openxmlformats.org/officeDocument/2006/relationships/image" Target="../media/image1375.png"/><Relationship Id="rId251" Type="http://schemas.openxmlformats.org/officeDocument/2006/relationships/image" Target="../media/image1307.png"/><Relationship Id="rId46" Type="http://schemas.openxmlformats.org/officeDocument/2006/relationships/customXml" Target="../ink/ink1458.xml"/><Relationship Id="rId293" Type="http://schemas.openxmlformats.org/officeDocument/2006/relationships/image" Target="../media/image1328.png"/><Relationship Id="rId307" Type="http://schemas.openxmlformats.org/officeDocument/2006/relationships/image" Target="../media/image1335.png"/><Relationship Id="rId349" Type="http://schemas.openxmlformats.org/officeDocument/2006/relationships/image" Target="../media/image1356.png"/><Relationship Id="rId88" Type="http://schemas.openxmlformats.org/officeDocument/2006/relationships/customXml" Target="../ink/ink1479.xml"/><Relationship Id="rId111" Type="http://schemas.openxmlformats.org/officeDocument/2006/relationships/image" Target="../media/image666.png"/><Relationship Id="rId153" Type="http://schemas.openxmlformats.org/officeDocument/2006/relationships/image" Target="../media/image1258.png"/><Relationship Id="rId195" Type="http://schemas.openxmlformats.org/officeDocument/2006/relationships/image" Target="../media/image1279.png"/><Relationship Id="rId209" Type="http://schemas.openxmlformats.org/officeDocument/2006/relationships/image" Target="../media/image1286.png"/><Relationship Id="rId360" Type="http://schemas.openxmlformats.org/officeDocument/2006/relationships/customXml" Target="../ink/ink1615.xml"/><Relationship Id="rId220" Type="http://schemas.openxmlformats.org/officeDocument/2006/relationships/customXml" Target="../ink/ink1545.xml"/><Relationship Id="rId15" Type="http://schemas.openxmlformats.org/officeDocument/2006/relationships/image" Target="../media/image618.png"/><Relationship Id="rId57" Type="http://schemas.openxmlformats.org/officeDocument/2006/relationships/image" Target="../media/image639.png"/><Relationship Id="rId262" Type="http://schemas.openxmlformats.org/officeDocument/2006/relationships/customXml" Target="../ink/ink1566.xml"/><Relationship Id="rId318" Type="http://schemas.openxmlformats.org/officeDocument/2006/relationships/customXml" Target="../ink/ink1594.xml"/><Relationship Id="rId99" Type="http://schemas.openxmlformats.org/officeDocument/2006/relationships/image" Target="../media/image660.png"/><Relationship Id="rId122" Type="http://schemas.openxmlformats.org/officeDocument/2006/relationships/customXml" Target="../ink/ink1496.xml"/><Relationship Id="rId164" Type="http://schemas.openxmlformats.org/officeDocument/2006/relationships/customXml" Target="../ink/ink1517.xml"/><Relationship Id="rId371" Type="http://schemas.openxmlformats.org/officeDocument/2006/relationships/image" Target="../media/image1365.png"/><Relationship Id="rId26" Type="http://schemas.openxmlformats.org/officeDocument/2006/relationships/customXml" Target="../ink/ink1448.xml"/><Relationship Id="rId231" Type="http://schemas.openxmlformats.org/officeDocument/2006/relationships/image" Target="../media/image1297.png"/><Relationship Id="rId273" Type="http://schemas.openxmlformats.org/officeDocument/2006/relationships/image" Target="../media/image1318.png"/><Relationship Id="rId329" Type="http://schemas.openxmlformats.org/officeDocument/2006/relationships/image" Target="../media/image1346.png"/><Relationship Id="rId68" Type="http://schemas.openxmlformats.org/officeDocument/2006/relationships/customXml" Target="../ink/ink1469.xml"/><Relationship Id="rId133" Type="http://schemas.openxmlformats.org/officeDocument/2006/relationships/image" Target="../media/image1248.png"/><Relationship Id="rId175" Type="http://schemas.openxmlformats.org/officeDocument/2006/relationships/image" Target="../media/image1269.png"/><Relationship Id="rId340" Type="http://schemas.openxmlformats.org/officeDocument/2006/relationships/customXml" Target="../ink/ink1605.xml"/><Relationship Id="rId200" Type="http://schemas.openxmlformats.org/officeDocument/2006/relationships/customXml" Target="../ink/ink1535.xml"/><Relationship Id="rId382" Type="http://schemas.openxmlformats.org/officeDocument/2006/relationships/customXml" Target="../ink/ink1626.xml"/><Relationship Id="rId242" Type="http://schemas.openxmlformats.org/officeDocument/2006/relationships/customXml" Target="../ink/ink1556.xml"/><Relationship Id="rId284" Type="http://schemas.openxmlformats.org/officeDocument/2006/relationships/customXml" Target="../ink/ink15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CF97-502C-3865-106B-840F4488E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PERT Revision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40D3F-FE11-470C-2C54-9D8EEE5D97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6087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1A9B7BF0-CD68-B038-C41A-8641BBCA69A3}"/>
              </a:ext>
            </a:extLst>
          </p:cNvPr>
          <p:cNvGrpSpPr/>
          <p:nvPr/>
        </p:nvGrpSpPr>
        <p:grpSpPr>
          <a:xfrm>
            <a:off x="793584" y="296136"/>
            <a:ext cx="11013840" cy="3891960"/>
            <a:chOff x="793584" y="296136"/>
            <a:chExt cx="11013840" cy="38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2ED94C8-2964-078B-9F01-64D9F46A4769}"/>
                    </a:ext>
                  </a:extLst>
                </p14:cNvPr>
                <p14:cNvContentPartPr/>
                <p14:nvPr/>
              </p14:nvContentPartPr>
              <p14:xfrm>
                <a:off x="9869184" y="1626696"/>
                <a:ext cx="73440" cy="983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2ED94C8-2964-078B-9F01-64D9F46A47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60184" y="1618056"/>
                  <a:ext cx="91080" cy="10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DB09C07-01EB-2F3B-3F3E-70DA62D8E1C4}"/>
                    </a:ext>
                  </a:extLst>
                </p14:cNvPr>
                <p14:cNvContentPartPr/>
                <p14:nvPr/>
              </p14:nvContentPartPr>
              <p14:xfrm>
                <a:off x="9880704" y="1505016"/>
                <a:ext cx="1902960" cy="1201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DB09C07-01EB-2F3B-3F3E-70DA62D8E1C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2064" y="1496016"/>
                  <a:ext cx="1920600" cy="12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FB68378-4DC9-A702-6C58-C64485A813B0}"/>
                    </a:ext>
                  </a:extLst>
                </p14:cNvPr>
                <p14:cNvContentPartPr/>
                <p14:nvPr/>
              </p14:nvContentPartPr>
              <p14:xfrm>
                <a:off x="9888624" y="2632536"/>
                <a:ext cx="1821960" cy="82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FB68378-4DC9-A702-6C58-C64485A813B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79624" y="2623896"/>
                  <a:ext cx="1839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2F16774-0C8F-C9B8-71D2-7C4561C7B3E9}"/>
                    </a:ext>
                  </a:extLst>
                </p14:cNvPr>
                <p14:cNvContentPartPr/>
                <p14:nvPr/>
              </p14:nvContentPartPr>
              <p14:xfrm>
                <a:off x="9886104" y="1967976"/>
                <a:ext cx="1916280" cy="81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2F16774-0C8F-C9B8-71D2-7C4561C7B3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77104" y="1958976"/>
                  <a:ext cx="1933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291EF0F-484C-1E1B-A0F3-F1E691E77497}"/>
                    </a:ext>
                  </a:extLst>
                </p14:cNvPr>
                <p14:cNvContentPartPr/>
                <p14:nvPr/>
              </p14:nvContentPartPr>
              <p14:xfrm>
                <a:off x="9900864" y="2254896"/>
                <a:ext cx="1906560" cy="91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291EF0F-484C-1E1B-A0F3-F1E691E7749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91864" y="2246256"/>
                  <a:ext cx="1924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ABCF753-4670-54CD-053B-F6EAF7884DD0}"/>
                    </a:ext>
                  </a:extLst>
                </p14:cNvPr>
                <p14:cNvContentPartPr/>
                <p14:nvPr/>
              </p14:nvContentPartPr>
              <p14:xfrm>
                <a:off x="10680984" y="1469016"/>
                <a:ext cx="85680" cy="1263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ABCF753-4670-54CD-053B-F6EAF7884DD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671984" y="1460376"/>
                  <a:ext cx="103320" cy="12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81173D3-B0DE-EBE1-2935-34DD26BAB4D8}"/>
                    </a:ext>
                  </a:extLst>
                </p14:cNvPr>
                <p14:cNvContentPartPr/>
                <p14:nvPr/>
              </p14:nvContentPartPr>
              <p14:xfrm>
                <a:off x="11057544" y="1500696"/>
                <a:ext cx="45720" cy="1212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81173D3-B0DE-EBE1-2935-34DD26BAB4D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048544" y="1492056"/>
                  <a:ext cx="63360" cy="12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CA7B38F-3DC9-0C47-0FB7-7D02F7B141DE}"/>
                    </a:ext>
                  </a:extLst>
                </p14:cNvPr>
                <p14:cNvContentPartPr/>
                <p14:nvPr/>
              </p14:nvContentPartPr>
              <p14:xfrm>
                <a:off x="801144" y="1906416"/>
                <a:ext cx="32400" cy="927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CA7B38F-3DC9-0C47-0FB7-7D02F7B141D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2144" y="1897416"/>
                  <a:ext cx="50040" cy="9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99E9518-CE28-AB2C-6C0B-0C0A419925F1}"/>
                    </a:ext>
                  </a:extLst>
                </p14:cNvPr>
                <p14:cNvContentPartPr/>
                <p14:nvPr/>
              </p14:nvContentPartPr>
              <p14:xfrm>
                <a:off x="820584" y="1853856"/>
                <a:ext cx="1575000" cy="34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99E9518-CE28-AB2C-6C0B-0C0A419925F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1584" y="1845216"/>
                  <a:ext cx="1592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CABF732-1A5D-2096-8B05-F38C884E3F0D}"/>
                    </a:ext>
                  </a:extLst>
                </p14:cNvPr>
                <p14:cNvContentPartPr/>
                <p14:nvPr/>
              </p14:nvContentPartPr>
              <p14:xfrm>
                <a:off x="867384" y="2750976"/>
                <a:ext cx="1809360" cy="136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CABF732-1A5D-2096-8B05-F38C884E3F0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8384" y="2742336"/>
                  <a:ext cx="18270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0EE4E80-7C50-0EB9-3CE0-D1145B19BD2C}"/>
                    </a:ext>
                  </a:extLst>
                </p14:cNvPr>
                <p14:cNvContentPartPr/>
                <p14:nvPr/>
              </p14:nvContentPartPr>
              <p14:xfrm>
                <a:off x="2351664" y="1838736"/>
                <a:ext cx="341640" cy="933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0EE4E80-7C50-0EB9-3CE0-D1145B19BD2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43024" y="1829736"/>
                  <a:ext cx="359280" cy="9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BA105BB-8517-ED61-01B1-DF50B23C1EBF}"/>
                    </a:ext>
                  </a:extLst>
                </p14:cNvPr>
                <p14:cNvContentPartPr/>
                <p14:nvPr/>
              </p14:nvContentPartPr>
              <p14:xfrm>
                <a:off x="798624" y="2212056"/>
                <a:ext cx="1897200" cy="101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BA105BB-8517-ED61-01B1-DF50B23C1EB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9624" y="2203056"/>
                  <a:ext cx="19148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FB2D774-DFC0-75EF-C87C-CC119F72545C}"/>
                    </a:ext>
                  </a:extLst>
                </p14:cNvPr>
                <p14:cNvContentPartPr/>
                <p14:nvPr/>
              </p14:nvContentPartPr>
              <p14:xfrm>
                <a:off x="793584" y="2430576"/>
                <a:ext cx="1857960" cy="135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FB2D774-DFC0-75EF-C87C-CC119F7254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4944" y="2421576"/>
                  <a:ext cx="18756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7FAE1E0-C74A-60A8-5764-3AD05F6A9B18}"/>
                    </a:ext>
                  </a:extLst>
                </p14:cNvPr>
                <p14:cNvContentPartPr/>
                <p14:nvPr/>
              </p14:nvContentPartPr>
              <p14:xfrm>
                <a:off x="1435104" y="1911456"/>
                <a:ext cx="51480" cy="925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7FAE1E0-C74A-60A8-5764-3AD05F6A9B1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26104" y="1902816"/>
                  <a:ext cx="69120" cy="9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FEA0656-753A-EB68-8B68-90DBEBF9688F}"/>
                    </a:ext>
                  </a:extLst>
                </p14:cNvPr>
                <p14:cNvContentPartPr/>
                <p14:nvPr/>
              </p14:nvContentPartPr>
              <p14:xfrm>
                <a:off x="1885824" y="1902456"/>
                <a:ext cx="39600" cy="868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FEA0656-753A-EB68-8B68-90DBEBF968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76824" y="1893456"/>
                  <a:ext cx="57240" cy="88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E9A9E7E-FFFA-DC80-9442-9A98377FC369}"/>
                    </a:ext>
                  </a:extLst>
                </p14:cNvPr>
                <p14:cNvContentPartPr/>
                <p14:nvPr/>
              </p14:nvContentPartPr>
              <p14:xfrm>
                <a:off x="1642104" y="2284776"/>
                <a:ext cx="109080" cy="162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E9A9E7E-FFFA-DC80-9442-9A98377FC36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33464" y="2275776"/>
                  <a:ext cx="1267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EE1E4A5-8C8F-3558-E7D6-F678D863F564}"/>
                    </a:ext>
                  </a:extLst>
                </p14:cNvPr>
                <p14:cNvContentPartPr/>
                <p14:nvPr/>
              </p14:nvContentPartPr>
              <p14:xfrm>
                <a:off x="1640304" y="2361456"/>
                <a:ext cx="95040" cy="29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EE1E4A5-8C8F-3558-E7D6-F678D863F56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31304" y="2352816"/>
                  <a:ext cx="112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67BA312-012A-A634-5AC0-1421FB4810D0}"/>
                    </a:ext>
                  </a:extLst>
                </p14:cNvPr>
                <p14:cNvContentPartPr/>
                <p14:nvPr/>
              </p14:nvContentPartPr>
              <p14:xfrm>
                <a:off x="3773304" y="517536"/>
                <a:ext cx="54000" cy="813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67BA312-012A-A634-5AC0-1421FB4810D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64304" y="508536"/>
                  <a:ext cx="7164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483D04F-14B5-DFE2-C15E-747EEBF97F58}"/>
                    </a:ext>
                  </a:extLst>
                </p14:cNvPr>
                <p14:cNvContentPartPr/>
                <p14:nvPr/>
              </p14:nvContentPartPr>
              <p14:xfrm>
                <a:off x="3824424" y="310896"/>
                <a:ext cx="1931400" cy="151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483D04F-14B5-DFE2-C15E-747EEBF97F5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15784" y="302256"/>
                  <a:ext cx="1949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F294CF-31C5-3A5A-7425-0AAF5F2FC40E}"/>
                    </a:ext>
                  </a:extLst>
                </p14:cNvPr>
                <p14:cNvContentPartPr/>
                <p14:nvPr/>
              </p14:nvContentPartPr>
              <p14:xfrm>
                <a:off x="5611824" y="313416"/>
                <a:ext cx="151560" cy="955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F294CF-31C5-3A5A-7425-0AAF5F2FC40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02824" y="304416"/>
                  <a:ext cx="169200" cy="9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11A8AFB-99F6-F2BF-701D-40D5FE5B0163}"/>
                    </a:ext>
                  </a:extLst>
                </p14:cNvPr>
                <p14:cNvContentPartPr/>
                <p14:nvPr/>
              </p14:nvContentPartPr>
              <p14:xfrm>
                <a:off x="3846384" y="1223496"/>
                <a:ext cx="1833840" cy="132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11A8AFB-99F6-F2BF-701D-40D5FE5B016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37744" y="1214856"/>
                  <a:ext cx="1851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70C16EA-EA45-3559-55AB-843FE5E03667}"/>
                    </a:ext>
                  </a:extLst>
                </p14:cNvPr>
                <p14:cNvContentPartPr/>
                <p14:nvPr/>
              </p14:nvContentPartPr>
              <p14:xfrm>
                <a:off x="3812184" y="746496"/>
                <a:ext cx="1897200" cy="81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70C16EA-EA45-3559-55AB-843FE5E036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03544" y="737856"/>
                  <a:ext cx="1914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006D640-D72B-DCF6-F757-4CE10B763F33}"/>
                    </a:ext>
                  </a:extLst>
                </p14:cNvPr>
                <p14:cNvContentPartPr/>
                <p14:nvPr/>
              </p14:nvContentPartPr>
              <p14:xfrm>
                <a:off x="3763944" y="932616"/>
                <a:ext cx="1926360" cy="139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006D640-D72B-DCF6-F757-4CE10B763F3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54944" y="923976"/>
                  <a:ext cx="1944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F2DC441-1845-870A-4ABA-1B8A057AE49A}"/>
                    </a:ext>
                  </a:extLst>
                </p14:cNvPr>
                <p14:cNvContentPartPr/>
                <p14:nvPr/>
              </p14:nvContentPartPr>
              <p14:xfrm>
                <a:off x="4553424" y="347616"/>
                <a:ext cx="63720" cy="1003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F2DC441-1845-870A-4ABA-1B8A057AE49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44784" y="338616"/>
                  <a:ext cx="8136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1E98BB6-44DD-7B11-BFF6-B5762C7BBEF8}"/>
                    </a:ext>
                  </a:extLst>
                </p14:cNvPr>
                <p14:cNvContentPartPr/>
                <p14:nvPr/>
              </p14:nvContentPartPr>
              <p14:xfrm>
                <a:off x="4987584" y="296136"/>
                <a:ext cx="140040" cy="1024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1E98BB6-44DD-7B11-BFF6-B5762C7BBEF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78584" y="287496"/>
                  <a:ext cx="157680" cy="10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30643D7-26A0-DDDD-F41B-6BE54C49AC98}"/>
                    </a:ext>
                  </a:extLst>
                </p14:cNvPr>
                <p14:cNvContentPartPr/>
                <p14:nvPr/>
              </p14:nvContentPartPr>
              <p14:xfrm>
                <a:off x="6445584" y="1647936"/>
                <a:ext cx="51480" cy="1095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30643D7-26A0-DDDD-F41B-6BE54C49AC9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36944" y="1638936"/>
                  <a:ext cx="69120" cy="11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381614E-7F31-E375-6997-3A1BCC583060}"/>
                    </a:ext>
                  </a:extLst>
                </p14:cNvPr>
                <p14:cNvContentPartPr/>
                <p14:nvPr/>
              </p14:nvContentPartPr>
              <p14:xfrm>
                <a:off x="6445584" y="1600056"/>
                <a:ext cx="1860120" cy="19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381614E-7F31-E375-6997-3A1BCC58306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36944" y="1591056"/>
                  <a:ext cx="1877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B740440-6871-90F1-CC14-3ECFF0FE9CC4}"/>
                    </a:ext>
                  </a:extLst>
                </p14:cNvPr>
                <p14:cNvContentPartPr/>
                <p14:nvPr/>
              </p14:nvContentPartPr>
              <p14:xfrm>
                <a:off x="6489504" y="2650176"/>
                <a:ext cx="2119320" cy="140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B740440-6871-90F1-CC14-3ECFF0FE9CC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80864" y="2641176"/>
                  <a:ext cx="21369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2530F5D-D4C8-05A4-7962-F624E2665DD3}"/>
                    </a:ext>
                  </a:extLst>
                </p14:cNvPr>
                <p14:cNvContentPartPr/>
                <p14:nvPr/>
              </p14:nvContentPartPr>
              <p14:xfrm>
                <a:off x="8242704" y="1548576"/>
                <a:ext cx="405000" cy="1118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2530F5D-D4C8-05A4-7962-F624E2665DD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33704" y="1539936"/>
                  <a:ext cx="422640" cy="11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63B55A2-56AE-BB05-8AC0-1DF9DD57D1FA}"/>
                    </a:ext>
                  </a:extLst>
                </p14:cNvPr>
                <p14:cNvContentPartPr/>
                <p14:nvPr/>
              </p14:nvContentPartPr>
              <p14:xfrm>
                <a:off x="6479784" y="2092536"/>
                <a:ext cx="2122560" cy="41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63B55A2-56AE-BB05-8AC0-1DF9DD57D1F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71144" y="2083536"/>
                  <a:ext cx="2140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0132498-35B1-4614-1839-89916E5A1D76}"/>
                    </a:ext>
                  </a:extLst>
                </p14:cNvPr>
                <p14:cNvContentPartPr/>
                <p14:nvPr/>
              </p14:nvContentPartPr>
              <p14:xfrm>
                <a:off x="6477264" y="2360016"/>
                <a:ext cx="2016720" cy="6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0132498-35B1-4614-1839-89916E5A1D7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68624" y="2351016"/>
                  <a:ext cx="2034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BFA085A-0DD0-66C8-3926-E4E67716EC04}"/>
                    </a:ext>
                  </a:extLst>
                </p14:cNvPr>
                <p14:cNvContentPartPr/>
                <p14:nvPr/>
              </p14:nvContentPartPr>
              <p14:xfrm>
                <a:off x="7253064" y="1598256"/>
                <a:ext cx="43920" cy="1178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BFA085A-0DD0-66C8-3926-E4E67716EC0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44424" y="1589616"/>
                  <a:ext cx="61560" cy="11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A7080D8-D2ED-B880-A1A4-62263396BC44}"/>
                    </a:ext>
                  </a:extLst>
                </p14:cNvPr>
                <p14:cNvContentPartPr/>
                <p14:nvPr/>
              </p14:nvContentPartPr>
              <p14:xfrm>
                <a:off x="7764624" y="1583496"/>
                <a:ext cx="48960" cy="1146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A7080D8-D2ED-B880-A1A4-62263396BC4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55984" y="1574856"/>
                  <a:ext cx="66600" cy="11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C4E305C-DD8A-85B0-E273-A2FE304DF65C}"/>
                    </a:ext>
                  </a:extLst>
                </p14:cNvPr>
                <p14:cNvContentPartPr/>
                <p14:nvPr/>
              </p14:nvContentPartPr>
              <p14:xfrm>
                <a:off x="4734144" y="803736"/>
                <a:ext cx="97560" cy="156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C4E305C-DD8A-85B0-E273-A2FE304DF65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25144" y="795096"/>
                  <a:ext cx="115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5A0F09B-A54B-663E-EE57-AA56792E64A5}"/>
                    </a:ext>
                  </a:extLst>
                </p14:cNvPr>
                <p14:cNvContentPartPr/>
                <p14:nvPr/>
              </p14:nvContentPartPr>
              <p14:xfrm>
                <a:off x="3795264" y="3189816"/>
                <a:ext cx="119880" cy="878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5A0F09B-A54B-663E-EE57-AA56792E64A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86264" y="3180816"/>
                  <a:ext cx="137520" cy="89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9B92A2-349F-AB54-D91D-C975F2CAA4D0}"/>
                    </a:ext>
                  </a:extLst>
                </p14:cNvPr>
                <p14:cNvContentPartPr/>
                <p14:nvPr/>
              </p14:nvContentPartPr>
              <p14:xfrm>
                <a:off x="3819744" y="3075696"/>
                <a:ext cx="2099880" cy="75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9B92A2-349F-AB54-D91D-C975F2CAA4D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10744" y="3067056"/>
                  <a:ext cx="21175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DBA9770-1EA4-B308-7FA7-787AA7FB2FDE}"/>
                    </a:ext>
                  </a:extLst>
                </p14:cNvPr>
                <p14:cNvContentPartPr/>
                <p14:nvPr/>
              </p14:nvContentPartPr>
              <p14:xfrm>
                <a:off x="5893704" y="3070296"/>
                <a:ext cx="54720" cy="1103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DBA9770-1EA4-B308-7FA7-787AA7FB2FD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85064" y="3061296"/>
                  <a:ext cx="72360" cy="11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9E38CF6-8E84-B860-5624-9CAECEC94E13}"/>
                    </a:ext>
                  </a:extLst>
                </p14:cNvPr>
                <p14:cNvContentPartPr/>
                <p14:nvPr/>
              </p14:nvContentPartPr>
              <p14:xfrm>
                <a:off x="3897504" y="4066776"/>
                <a:ext cx="1980000" cy="121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9E38CF6-8E84-B860-5624-9CAECEC94E1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88864" y="4057776"/>
                  <a:ext cx="1997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6823EBB-B507-DD75-DDE4-BE8AF64E5D23}"/>
                    </a:ext>
                  </a:extLst>
                </p14:cNvPr>
                <p14:cNvContentPartPr/>
                <p14:nvPr/>
              </p14:nvContentPartPr>
              <p14:xfrm>
                <a:off x="3870864" y="3548016"/>
                <a:ext cx="2125800" cy="44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6823EBB-B507-DD75-DDE4-BE8AF64E5D2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61864" y="3539376"/>
                  <a:ext cx="2143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116580F-9E3E-AC73-26CA-1A27C19F58F5}"/>
                    </a:ext>
                  </a:extLst>
                </p14:cNvPr>
                <p14:cNvContentPartPr/>
                <p14:nvPr/>
              </p14:nvContentPartPr>
              <p14:xfrm>
                <a:off x="3873384" y="3818016"/>
                <a:ext cx="2036160" cy="95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116580F-9E3E-AC73-26CA-1A27C19F58F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64384" y="3809016"/>
                  <a:ext cx="2053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03E4DC6-D250-BF21-06C1-413C31CB738A}"/>
                    </a:ext>
                  </a:extLst>
                </p14:cNvPr>
                <p14:cNvContentPartPr/>
                <p14:nvPr/>
              </p14:nvContentPartPr>
              <p14:xfrm>
                <a:off x="4699944" y="3104496"/>
                <a:ext cx="29520" cy="1042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03E4DC6-D250-BF21-06C1-413C31CB738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90944" y="3095496"/>
                  <a:ext cx="47160" cy="10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2C78943-FE1B-7AD3-311A-1FF682FE26CD}"/>
                    </a:ext>
                  </a:extLst>
                </p14:cNvPr>
                <p14:cNvContentPartPr/>
                <p14:nvPr/>
              </p14:nvContentPartPr>
              <p14:xfrm>
                <a:off x="5148504" y="3102696"/>
                <a:ext cx="34560" cy="1046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2C78943-FE1B-7AD3-311A-1FF682FE26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139504" y="3094056"/>
                  <a:ext cx="52200" cy="10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C45D135-EA37-00ED-92F6-73B1F57190EF}"/>
                    </a:ext>
                  </a:extLst>
                </p14:cNvPr>
                <p14:cNvContentPartPr/>
                <p14:nvPr/>
              </p14:nvContentPartPr>
              <p14:xfrm>
                <a:off x="4855824" y="3654216"/>
                <a:ext cx="129600" cy="112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C45D135-EA37-00ED-92F6-73B1F57190E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46824" y="3645216"/>
                  <a:ext cx="147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7829461-B7EB-F4C0-04C3-3A1283FF395B}"/>
                    </a:ext>
                  </a:extLst>
                </p14:cNvPr>
                <p14:cNvContentPartPr/>
                <p14:nvPr/>
              </p14:nvContentPartPr>
              <p14:xfrm>
                <a:off x="7484544" y="2184336"/>
                <a:ext cx="2880" cy="127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7829461-B7EB-F4C0-04C3-3A1283FF395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75544" y="2175336"/>
                  <a:ext cx="20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7BA691A-827C-20A8-1FFD-E45574953F83}"/>
                    </a:ext>
                  </a:extLst>
                </p14:cNvPr>
                <p14:cNvContentPartPr/>
                <p14:nvPr/>
              </p14:nvContentPartPr>
              <p14:xfrm>
                <a:off x="7382664" y="2190096"/>
                <a:ext cx="195840" cy="167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7BA691A-827C-20A8-1FFD-E45574953F8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74024" y="2181456"/>
                  <a:ext cx="2134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DA06318-3731-44B2-697A-3454DF48C810}"/>
                    </a:ext>
                  </a:extLst>
                </p14:cNvPr>
                <p14:cNvContentPartPr/>
                <p14:nvPr/>
              </p14:nvContentPartPr>
              <p14:xfrm>
                <a:off x="2393064" y="931176"/>
                <a:ext cx="1364760" cy="933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DA06318-3731-44B2-697A-3454DF48C81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84424" y="922536"/>
                  <a:ext cx="1382400" cy="9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5B34C45-0CE8-64B4-278A-908E9F748BAC}"/>
                    </a:ext>
                  </a:extLst>
                </p14:cNvPr>
                <p14:cNvContentPartPr/>
                <p14:nvPr/>
              </p14:nvContentPartPr>
              <p14:xfrm>
                <a:off x="3639024" y="876816"/>
                <a:ext cx="168120" cy="226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5B34C45-0CE8-64B4-278A-908E9F748BA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30384" y="867816"/>
                  <a:ext cx="185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6D4D18F-ECF8-BCAB-B119-5523601E2AD1}"/>
                    </a:ext>
                  </a:extLst>
                </p14:cNvPr>
                <p14:cNvContentPartPr/>
                <p14:nvPr/>
              </p14:nvContentPartPr>
              <p14:xfrm>
                <a:off x="5485104" y="2358216"/>
                <a:ext cx="917280" cy="713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6D4D18F-ECF8-BCAB-B119-5523601E2AD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76104" y="2349576"/>
                  <a:ext cx="93492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B6E7BED-3F73-921C-E13E-F457EC974C2B}"/>
                    </a:ext>
                  </a:extLst>
                </p14:cNvPr>
                <p14:cNvContentPartPr/>
                <p14:nvPr/>
              </p14:nvContentPartPr>
              <p14:xfrm>
                <a:off x="6333624" y="2285136"/>
                <a:ext cx="120600" cy="2383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B6E7BED-3F73-921C-E13E-F457EC974C2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24624" y="2276136"/>
                  <a:ext cx="1382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EABA6A6-87E1-7B75-9CE9-5A1C4D9119D7}"/>
                    </a:ext>
                  </a:extLst>
                </p14:cNvPr>
                <p14:cNvContentPartPr/>
                <p14:nvPr/>
              </p14:nvContentPartPr>
              <p14:xfrm>
                <a:off x="5770224" y="814896"/>
                <a:ext cx="37080" cy="14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EABA6A6-87E1-7B75-9CE9-5A1C4D9119D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61584" y="805896"/>
                  <a:ext cx="54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D283E25-1D53-DB0F-89A0-C2804D6F1A9B}"/>
                    </a:ext>
                  </a:extLst>
                </p14:cNvPr>
                <p14:cNvContentPartPr/>
                <p14:nvPr/>
              </p14:nvContentPartPr>
              <p14:xfrm>
                <a:off x="5682384" y="787176"/>
                <a:ext cx="1536480" cy="767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D283E25-1D53-DB0F-89A0-C2804D6F1A9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73744" y="778536"/>
                  <a:ext cx="1554120" cy="78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E38FA65-6BE0-235A-F9ED-7A9CA320D861}"/>
                    </a:ext>
                  </a:extLst>
                </p14:cNvPr>
                <p14:cNvContentPartPr/>
                <p14:nvPr/>
              </p14:nvContentPartPr>
              <p14:xfrm>
                <a:off x="7091424" y="1365696"/>
                <a:ext cx="224640" cy="228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E38FA65-6BE0-235A-F9ED-7A9CA320D86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82784" y="1357056"/>
                  <a:ext cx="2422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BC56058-1FB0-CE56-FD14-B177B0B2FBC3}"/>
                    </a:ext>
                  </a:extLst>
                </p14:cNvPr>
                <p14:cNvContentPartPr/>
                <p14:nvPr/>
              </p14:nvContentPartPr>
              <p14:xfrm>
                <a:off x="5967864" y="2333376"/>
                <a:ext cx="3926160" cy="1458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BC56058-1FB0-CE56-FD14-B177B0B2FBC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58864" y="2324736"/>
                  <a:ext cx="3943800" cy="14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5743C72-4916-2E41-24C4-0622A6AEB4ED}"/>
                    </a:ext>
                  </a:extLst>
                </p14:cNvPr>
                <p14:cNvContentPartPr/>
                <p14:nvPr/>
              </p14:nvContentPartPr>
              <p14:xfrm>
                <a:off x="8530344" y="1877256"/>
                <a:ext cx="1322640" cy="101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5743C72-4916-2E41-24C4-0622A6AEB4E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521704" y="1868256"/>
                  <a:ext cx="1340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9A537EE-2D25-50EF-EC2A-F3CB81783728}"/>
                    </a:ext>
                  </a:extLst>
                </p14:cNvPr>
                <p14:cNvContentPartPr/>
                <p14:nvPr/>
              </p14:nvContentPartPr>
              <p14:xfrm>
                <a:off x="9727704" y="1774656"/>
                <a:ext cx="135000" cy="247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9A537EE-2D25-50EF-EC2A-F3CB8178372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18704" y="1766016"/>
                  <a:ext cx="1526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2F59410-049A-A721-37FF-3FDB50C13489}"/>
                    </a:ext>
                  </a:extLst>
                </p14:cNvPr>
                <p14:cNvContentPartPr/>
                <p14:nvPr/>
              </p14:nvContentPartPr>
              <p14:xfrm>
                <a:off x="10797624" y="2104416"/>
                <a:ext cx="134640" cy="133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2F59410-049A-A721-37FF-3FDB50C1348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788984" y="2095776"/>
                  <a:ext cx="152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717C180-4F1B-7652-397C-92400F4EDF62}"/>
                    </a:ext>
                  </a:extLst>
                </p14:cNvPr>
                <p14:cNvContentPartPr/>
                <p14:nvPr/>
              </p14:nvContentPartPr>
              <p14:xfrm>
                <a:off x="10888344" y="2063736"/>
                <a:ext cx="104760" cy="20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717C180-4F1B-7652-397C-92400F4EDF6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79344" y="2055096"/>
                  <a:ext cx="122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8DDBF93-D346-8728-15F1-C57BEFE09877}"/>
                    </a:ext>
                  </a:extLst>
                </p14:cNvPr>
                <p14:cNvContentPartPr/>
                <p14:nvPr/>
              </p14:nvContentPartPr>
              <p14:xfrm>
                <a:off x="10832184" y="2165616"/>
                <a:ext cx="100440" cy="18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8DDBF93-D346-8728-15F1-C57BEFE0987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823184" y="2156616"/>
                  <a:ext cx="11808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32932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8E60481-5561-E1FA-19FE-2C7680780E95}"/>
                  </a:ext>
                </a:extLst>
              </p14:cNvPr>
              <p14:cNvContentPartPr/>
              <p14:nvPr/>
            </p14:nvContentPartPr>
            <p14:xfrm>
              <a:off x="7043184" y="343296"/>
              <a:ext cx="317160" cy="4096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8E60481-5561-E1FA-19FE-2C7680780E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34184" y="334656"/>
                <a:ext cx="334800" cy="411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A7EC06B7-F1CB-0F23-8673-C9B74ABAE883}"/>
              </a:ext>
            </a:extLst>
          </p:cNvPr>
          <p:cNvGrpSpPr/>
          <p:nvPr/>
        </p:nvGrpSpPr>
        <p:grpSpPr>
          <a:xfrm>
            <a:off x="8982504" y="278136"/>
            <a:ext cx="1123200" cy="254880"/>
            <a:chOff x="8982504" y="278136"/>
            <a:chExt cx="112320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41CF43E-5E96-386A-278A-26F6A3AFC4B2}"/>
                    </a:ext>
                  </a:extLst>
                </p14:cNvPr>
                <p14:cNvContentPartPr/>
                <p14:nvPr/>
              </p14:nvContentPartPr>
              <p14:xfrm>
                <a:off x="8982504" y="322416"/>
                <a:ext cx="50040" cy="194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41CF43E-5E96-386A-278A-26F6A3AFC4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73504" y="313416"/>
                  <a:ext cx="676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7C391CC-4BDE-60E6-C934-7087CC1472DA}"/>
                    </a:ext>
                  </a:extLst>
                </p14:cNvPr>
                <p14:cNvContentPartPr/>
                <p14:nvPr/>
              </p14:nvContentPartPr>
              <p14:xfrm>
                <a:off x="9013104" y="278136"/>
                <a:ext cx="167040" cy="109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7C391CC-4BDE-60E6-C934-7087CC1472D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04104" y="269496"/>
                  <a:ext cx="184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B6C6091-C0A4-8A61-C89E-F6076E4E5611}"/>
                    </a:ext>
                  </a:extLst>
                </p14:cNvPr>
                <p14:cNvContentPartPr/>
                <p14:nvPr/>
              </p14:nvContentPartPr>
              <p14:xfrm>
                <a:off x="9210744" y="385056"/>
                <a:ext cx="117360" cy="147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B6C6091-C0A4-8A61-C89E-F6076E4E56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01744" y="376056"/>
                  <a:ext cx="135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F4A91A5-1BD2-0934-7FBC-5C535734E0B2}"/>
                    </a:ext>
                  </a:extLst>
                </p14:cNvPr>
                <p14:cNvContentPartPr/>
                <p14:nvPr/>
              </p14:nvContentPartPr>
              <p14:xfrm>
                <a:off x="9315504" y="337896"/>
                <a:ext cx="122400" cy="14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F4A91A5-1BD2-0934-7FBC-5C535734E0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06864" y="328896"/>
                  <a:ext cx="140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1FE9BAF-E2F1-622A-9B4D-57DDF39BCB85}"/>
                    </a:ext>
                  </a:extLst>
                </p14:cNvPr>
                <p14:cNvContentPartPr/>
                <p14:nvPr/>
              </p14:nvContentPartPr>
              <p14:xfrm>
                <a:off x="9247104" y="440856"/>
                <a:ext cx="149040" cy="5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1FE9BAF-E2F1-622A-9B4D-57DDF39BCB8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38464" y="432216"/>
                  <a:ext cx="1666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AE553F8-6C41-75CC-3525-C535931BEA5C}"/>
                    </a:ext>
                  </a:extLst>
                </p14:cNvPr>
                <p14:cNvContentPartPr/>
                <p14:nvPr/>
              </p14:nvContentPartPr>
              <p14:xfrm>
                <a:off x="9484344" y="285696"/>
                <a:ext cx="192600" cy="207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AE553F8-6C41-75CC-3525-C535931BEA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75344" y="276696"/>
                  <a:ext cx="2102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A00CD66-BADF-760B-82BA-6944432FBD98}"/>
                    </a:ext>
                  </a:extLst>
                </p14:cNvPr>
                <p14:cNvContentPartPr/>
                <p14:nvPr/>
              </p14:nvContentPartPr>
              <p14:xfrm>
                <a:off x="9803304" y="392976"/>
                <a:ext cx="51480" cy="107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A00CD66-BADF-760B-82BA-6944432FBD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94304" y="384336"/>
                  <a:ext cx="69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592E104-67E5-2B5E-271F-99483A8766D5}"/>
                    </a:ext>
                  </a:extLst>
                </p14:cNvPr>
                <p14:cNvContentPartPr/>
                <p14:nvPr/>
              </p14:nvContentPartPr>
              <p14:xfrm>
                <a:off x="9783504" y="297936"/>
                <a:ext cx="322200" cy="21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592E104-67E5-2B5E-271F-99483A8766D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774864" y="288936"/>
                  <a:ext cx="3398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24CEA11-D5FE-FDBF-8BF9-059AAC57BDF1}"/>
              </a:ext>
            </a:extLst>
          </p:cNvPr>
          <p:cNvGrpSpPr/>
          <p:nvPr/>
        </p:nvGrpSpPr>
        <p:grpSpPr>
          <a:xfrm>
            <a:off x="9398304" y="707616"/>
            <a:ext cx="1392840" cy="482040"/>
            <a:chOff x="9398304" y="707616"/>
            <a:chExt cx="1392840" cy="48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3206E56-6C38-737A-9B5C-E0C924DD9646}"/>
                    </a:ext>
                  </a:extLst>
                </p14:cNvPr>
                <p14:cNvContentPartPr/>
                <p14:nvPr/>
              </p14:nvContentPartPr>
              <p14:xfrm>
                <a:off x="9398304" y="1030896"/>
                <a:ext cx="144360" cy="100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3206E56-6C38-737A-9B5C-E0C924DD964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389664" y="1022256"/>
                  <a:ext cx="162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A6EF9D8-1638-C369-94B1-0754316278F2}"/>
                    </a:ext>
                  </a:extLst>
                </p14:cNvPr>
                <p14:cNvContentPartPr/>
                <p14:nvPr/>
              </p14:nvContentPartPr>
              <p14:xfrm>
                <a:off x="9737424" y="970776"/>
                <a:ext cx="73440" cy="218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A6EF9D8-1638-C369-94B1-0754316278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28424" y="962136"/>
                  <a:ext cx="91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21E18C3-8BB8-2A99-0903-76A7F6C56C5E}"/>
                    </a:ext>
                  </a:extLst>
                </p14:cNvPr>
                <p14:cNvContentPartPr/>
                <p14:nvPr/>
              </p14:nvContentPartPr>
              <p14:xfrm>
                <a:off x="9812664" y="944496"/>
                <a:ext cx="71280" cy="65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21E18C3-8BB8-2A99-0903-76A7F6C56C5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804024" y="935496"/>
                  <a:ext cx="88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57368BD-6E4A-E559-2B33-8D5EBF387C4D}"/>
                    </a:ext>
                  </a:extLst>
                </p14:cNvPr>
                <p14:cNvContentPartPr/>
                <p14:nvPr/>
              </p14:nvContentPartPr>
              <p14:xfrm>
                <a:off x="9975744" y="742896"/>
                <a:ext cx="391680" cy="276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57368BD-6E4A-E559-2B33-8D5EBF387C4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67104" y="733896"/>
                  <a:ext cx="4093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7363B45-BB93-D528-046F-D82EF3D53A68}"/>
                    </a:ext>
                  </a:extLst>
                </p14:cNvPr>
                <p14:cNvContentPartPr/>
                <p14:nvPr/>
              </p14:nvContentPartPr>
              <p14:xfrm>
                <a:off x="10422504" y="930096"/>
                <a:ext cx="132120" cy="46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7363B45-BB93-D528-046F-D82EF3D53A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13504" y="921096"/>
                  <a:ext cx="1497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A084366-5C74-ECE6-A9E7-393F124ADF5C}"/>
                    </a:ext>
                  </a:extLst>
                </p14:cNvPr>
                <p14:cNvContentPartPr/>
                <p14:nvPr/>
              </p14:nvContentPartPr>
              <p14:xfrm>
                <a:off x="10646064" y="707616"/>
                <a:ext cx="145080" cy="246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A084366-5C74-ECE6-A9E7-393F124ADF5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637064" y="698616"/>
                  <a:ext cx="16272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5A11477-2C5F-E1D2-E61C-225100678491}"/>
              </a:ext>
            </a:extLst>
          </p:cNvPr>
          <p:cNvGrpSpPr/>
          <p:nvPr/>
        </p:nvGrpSpPr>
        <p:grpSpPr>
          <a:xfrm>
            <a:off x="10883304" y="723816"/>
            <a:ext cx="997560" cy="219600"/>
            <a:chOff x="10883304" y="723816"/>
            <a:chExt cx="997560" cy="21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C1E5388-8DAB-F7CE-A481-4411D538BF3A}"/>
                    </a:ext>
                  </a:extLst>
                </p14:cNvPr>
                <p14:cNvContentPartPr/>
                <p14:nvPr/>
              </p14:nvContentPartPr>
              <p14:xfrm>
                <a:off x="10883304" y="868536"/>
                <a:ext cx="24840" cy="74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C1E5388-8DAB-F7CE-A481-4411D538BF3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874664" y="859536"/>
                  <a:ext cx="42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06EDCB0-6C70-F21B-3DBC-2211C52A7623}"/>
                    </a:ext>
                  </a:extLst>
                </p14:cNvPr>
                <p14:cNvContentPartPr/>
                <p14:nvPr/>
              </p14:nvContentPartPr>
              <p14:xfrm>
                <a:off x="10949184" y="732816"/>
                <a:ext cx="2880" cy="4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06EDCB0-6C70-F21B-3DBC-2211C52A762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940184" y="723816"/>
                  <a:ext cx="20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B8A3772-3DFA-AEC7-2637-84C6B72525D3}"/>
                    </a:ext>
                  </a:extLst>
                </p14:cNvPr>
                <p14:cNvContentPartPr/>
                <p14:nvPr/>
              </p14:nvContentPartPr>
              <p14:xfrm>
                <a:off x="11129544" y="725256"/>
                <a:ext cx="10080" cy="13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B8A3772-3DFA-AEC7-2637-84C6B72525D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120904" y="716616"/>
                  <a:ext cx="27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D6166BB-0C9F-B4C1-B964-C2034CB3C081}"/>
                    </a:ext>
                  </a:extLst>
                </p14:cNvPr>
                <p14:cNvContentPartPr/>
                <p14:nvPr/>
              </p14:nvContentPartPr>
              <p14:xfrm>
                <a:off x="11085624" y="723816"/>
                <a:ext cx="64440" cy="213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D6166BB-0C9F-B4C1-B964-C2034CB3C08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076624" y="714816"/>
                  <a:ext cx="820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28DA121-564F-4F1E-4643-F33F912CB562}"/>
                    </a:ext>
                  </a:extLst>
                </p14:cNvPr>
                <p14:cNvContentPartPr/>
                <p14:nvPr/>
              </p14:nvContentPartPr>
              <p14:xfrm>
                <a:off x="11175984" y="886176"/>
                <a:ext cx="17280" cy="50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28DA121-564F-4F1E-4643-F33F912CB56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166984" y="877536"/>
                  <a:ext cx="34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4F943F6-E0F3-3006-2034-1846EF606630}"/>
                    </a:ext>
                  </a:extLst>
                </p14:cNvPr>
                <p14:cNvContentPartPr/>
                <p14:nvPr/>
              </p14:nvContentPartPr>
              <p14:xfrm>
                <a:off x="11236824" y="799416"/>
                <a:ext cx="7560" cy="9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4F943F6-E0F3-3006-2034-1846EF60663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228184" y="790416"/>
                  <a:ext cx="252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CFFCF86-D060-1EE2-0C8A-496725068704}"/>
                    </a:ext>
                  </a:extLst>
                </p14:cNvPr>
                <p14:cNvContentPartPr/>
                <p14:nvPr/>
              </p14:nvContentPartPr>
              <p14:xfrm>
                <a:off x="11300544" y="853056"/>
                <a:ext cx="85320" cy="74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CFFCF86-D060-1EE2-0C8A-49672506870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291904" y="844056"/>
                  <a:ext cx="1029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9B6C19C-0EDD-166F-5C40-93278A758348}"/>
                    </a:ext>
                  </a:extLst>
                </p14:cNvPr>
                <p14:cNvContentPartPr/>
                <p14:nvPr/>
              </p14:nvContentPartPr>
              <p14:xfrm>
                <a:off x="11473344" y="732096"/>
                <a:ext cx="114840" cy="192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9B6C19C-0EDD-166F-5C40-93278A75834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464704" y="723096"/>
                  <a:ext cx="132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D33D522-CC1C-3BD6-EC21-0E7445C593C2}"/>
                    </a:ext>
                  </a:extLst>
                </p14:cNvPr>
                <p14:cNvContentPartPr/>
                <p14:nvPr/>
              </p14:nvContentPartPr>
              <p14:xfrm>
                <a:off x="11461104" y="840096"/>
                <a:ext cx="176760" cy="835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D33D522-CC1C-3BD6-EC21-0E7445C593C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452464" y="831456"/>
                  <a:ext cx="194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88B6B12-7B93-362F-A8CD-184F91A4C0BB}"/>
                    </a:ext>
                  </a:extLst>
                </p14:cNvPr>
                <p14:cNvContentPartPr/>
                <p14:nvPr/>
              </p14:nvContentPartPr>
              <p14:xfrm>
                <a:off x="11731824" y="796896"/>
                <a:ext cx="2880" cy="18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88B6B12-7B93-362F-A8CD-184F91A4C0B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723184" y="788256"/>
                  <a:ext cx="20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03FD7D5-BF55-C9B7-9A7D-B2C20B22A39B}"/>
                    </a:ext>
                  </a:extLst>
                </p14:cNvPr>
                <p14:cNvContentPartPr/>
                <p14:nvPr/>
              </p14:nvContentPartPr>
              <p14:xfrm>
                <a:off x="11792664" y="876456"/>
                <a:ext cx="88200" cy="59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03FD7D5-BF55-C9B7-9A7D-B2C20B22A39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784024" y="867816"/>
                  <a:ext cx="10584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0887A9C-43DC-84A3-4EB5-AC3237460CC9}"/>
                  </a:ext>
                </a:extLst>
              </p14:cNvPr>
              <p14:cNvContentPartPr/>
              <p14:nvPr/>
            </p14:nvContentPartPr>
            <p14:xfrm>
              <a:off x="7157664" y="3127536"/>
              <a:ext cx="4209840" cy="24015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0887A9C-43DC-84A3-4EB5-AC3237460CC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148664" y="3118536"/>
                <a:ext cx="4227480" cy="24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0FCBD9C5-04F4-A5E8-2FC6-9C2351C09704}"/>
                  </a:ext>
                </a:extLst>
              </p14:cNvPr>
              <p14:cNvContentPartPr/>
              <p14:nvPr/>
            </p14:nvContentPartPr>
            <p14:xfrm>
              <a:off x="9027864" y="2797776"/>
              <a:ext cx="368640" cy="29588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0FCBD9C5-04F4-A5E8-2FC6-9C2351C0970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018864" y="2789136"/>
                <a:ext cx="386280" cy="297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0261B5B0-D962-D093-86A7-55A46A4DDBF9}"/>
              </a:ext>
            </a:extLst>
          </p:cNvPr>
          <p:cNvGrpSpPr/>
          <p:nvPr/>
        </p:nvGrpSpPr>
        <p:grpSpPr>
          <a:xfrm>
            <a:off x="10466424" y="3771576"/>
            <a:ext cx="539280" cy="241560"/>
            <a:chOff x="10466424" y="3771576"/>
            <a:chExt cx="53928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9FE704F-0755-652E-451E-BE4CB1E5C35D}"/>
                    </a:ext>
                  </a:extLst>
                </p14:cNvPr>
                <p14:cNvContentPartPr/>
                <p14:nvPr/>
              </p14:nvContentPartPr>
              <p14:xfrm>
                <a:off x="10466424" y="3847176"/>
                <a:ext cx="39240" cy="149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9FE704F-0755-652E-451E-BE4CB1E5C35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57424" y="3838176"/>
                  <a:ext cx="568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D365B7E-F931-BA89-0A04-8404FB79E7A8}"/>
                    </a:ext>
                  </a:extLst>
                </p14:cNvPr>
                <p14:cNvContentPartPr/>
                <p14:nvPr/>
              </p14:nvContentPartPr>
              <p14:xfrm>
                <a:off x="10473624" y="3787416"/>
                <a:ext cx="93600" cy="225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D365B7E-F931-BA89-0A04-8404FB79E7A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64984" y="3778776"/>
                  <a:ext cx="111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77C2F2D-D73C-4CD5-A617-17731573D936}"/>
                    </a:ext>
                  </a:extLst>
                </p14:cNvPr>
                <p14:cNvContentPartPr/>
                <p14:nvPr/>
              </p14:nvContentPartPr>
              <p14:xfrm>
                <a:off x="10658304" y="3935736"/>
                <a:ext cx="86400" cy="5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77C2F2D-D73C-4CD5-A617-17731573D93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49304" y="3927096"/>
                  <a:ext cx="1040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A1BF89A-F6C2-8E77-5EAE-0C3771923510}"/>
                    </a:ext>
                  </a:extLst>
                </p14:cNvPr>
                <p14:cNvContentPartPr/>
                <p14:nvPr/>
              </p14:nvContentPartPr>
              <p14:xfrm>
                <a:off x="10622664" y="3912336"/>
                <a:ext cx="129600" cy="95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A1BF89A-F6C2-8E77-5EAE-0C377192351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13664" y="3903336"/>
                  <a:ext cx="147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2AB8952-8FAA-3090-09E7-8A9999C460F8}"/>
                    </a:ext>
                  </a:extLst>
                </p14:cNvPr>
                <p14:cNvContentPartPr/>
                <p14:nvPr/>
              </p14:nvContentPartPr>
              <p14:xfrm>
                <a:off x="10799784" y="3771576"/>
                <a:ext cx="88560" cy="1954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2AB8952-8FAA-3090-09E7-8A9999C460F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91144" y="3762936"/>
                  <a:ext cx="106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98B8E2C-6209-9C34-DFAB-5592B932761F}"/>
                    </a:ext>
                  </a:extLst>
                </p14:cNvPr>
                <p14:cNvContentPartPr/>
                <p14:nvPr/>
              </p14:nvContentPartPr>
              <p14:xfrm>
                <a:off x="10810224" y="3882816"/>
                <a:ext cx="195480" cy="73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98B8E2C-6209-9C34-DFAB-5592B932761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801224" y="3874176"/>
                  <a:ext cx="21312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B8148E7-CF1F-20B5-666D-81C6AC70F5AB}"/>
              </a:ext>
            </a:extLst>
          </p:cNvPr>
          <p:cNvGrpSpPr/>
          <p:nvPr/>
        </p:nvGrpSpPr>
        <p:grpSpPr>
          <a:xfrm>
            <a:off x="11154024" y="3670776"/>
            <a:ext cx="1046880" cy="285840"/>
            <a:chOff x="11154024" y="3670776"/>
            <a:chExt cx="104688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1518489-2E07-EDBA-E467-D63949A53943}"/>
                    </a:ext>
                  </a:extLst>
                </p14:cNvPr>
                <p14:cNvContentPartPr/>
                <p14:nvPr/>
              </p14:nvContentPartPr>
              <p14:xfrm>
                <a:off x="11154024" y="3786336"/>
                <a:ext cx="68760" cy="157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1518489-2E07-EDBA-E467-D63949A5394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145024" y="3777336"/>
                  <a:ext cx="86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CEB141E-AD19-57B3-FACE-7050049754EA}"/>
                    </a:ext>
                  </a:extLst>
                </p14:cNvPr>
                <p14:cNvContentPartPr/>
                <p14:nvPr/>
              </p14:nvContentPartPr>
              <p14:xfrm>
                <a:off x="11167344" y="3745656"/>
                <a:ext cx="135720" cy="2109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CEB141E-AD19-57B3-FACE-7050049754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58704" y="3736656"/>
                  <a:ext cx="153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F8A91D0-35A6-4BDE-34D5-ED4058643431}"/>
                    </a:ext>
                  </a:extLst>
                </p14:cNvPr>
                <p14:cNvContentPartPr/>
                <p14:nvPr/>
              </p14:nvContentPartPr>
              <p14:xfrm>
                <a:off x="11349144" y="3906576"/>
                <a:ext cx="27360" cy="43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F8A91D0-35A6-4BDE-34D5-ED405864343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340144" y="3897576"/>
                  <a:ext cx="45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5434750-722A-709F-9F45-E736F7B7936C}"/>
                    </a:ext>
                  </a:extLst>
                </p14:cNvPr>
                <p14:cNvContentPartPr/>
                <p14:nvPr/>
              </p14:nvContentPartPr>
              <p14:xfrm>
                <a:off x="11424744" y="3771576"/>
                <a:ext cx="360" cy="52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5434750-722A-709F-9F45-E736F7B7936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415744" y="3762936"/>
                  <a:ext cx="180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E23F342-E6C9-CDDD-390C-BCAF25B3AF13}"/>
                    </a:ext>
                  </a:extLst>
                </p14:cNvPr>
                <p14:cNvContentPartPr/>
                <p14:nvPr/>
              </p14:nvContentPartPr>
              <p14:xfrm>
                <a:off x="11432304" y="3868416"/>
                <a:ext cx="46440" cy="88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E23F342-E6C9-CDDD-390C-BCAF25B3AF1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23664" y="3859416"/>
                  <a:ext cx="64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0982A72-34A9-2472-7EFF-8F3A12BE9182}"/>
                    </a:ext>
                  </a:extLst>
                </p14:cNvPr>
                <p14:cNvContentPartPr/>
                <p14:nvPr/>
              </p14:nvContentPartPr>
              <p14:xfrm>
                <a:off x="11524464" y="3737376"/>
                <a:ext cx="95400" cy="177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0982A72-34A9-2472-7EFF-8F3A12BE918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515824" y="3728736"/>
                  <a:ext cx="1130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E242750-26C5-8B50-2719-1DEC35E133E5}"/>
                    </a:ext>
                  </a:extLst>
                </p14:cNvPr>
                <p14:cNvContentPartPr/>
                <p14:nvPr/>
              </p14:nvContentPartPr>
              <p14:xfrm>
                <a:off x="11561184" y="3814416"/>
                <a:ext cx="100440" cy="102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E242750-26C5-8B50-2719-1DEC35E133E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552184" y="3805776"/>
                  <a:ext cx="1180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DC6D8FE-1925-2C0B-2C2B-6C92CF118FFC}"/>
                    </a:ext>
                  </a:extLst>
                </p14:cNvPr>
                <p14:cNvContentPartPr/>
                <p14:nvPr/>
              </p14:nvContentPartPr>
              <p14:xfrm>
                <a:off x="11673504" y="3884616"/>
                <a:ext cx="5400" cy="19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DC6D8FE-1925-2C0B-2C2B-6C92CF118FF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664504" y="3875616"/>
                  <a:ext cx="23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E101D49-A187-E444-54EB-541D47C22025}"/>
                    </a:ext>
                  </a:extLst>
                </p14:cNvPr>
                <p14:cNvContentPartPr/>
                <p14:nvPr/>
              </p14:nvContentPartPr>
              <p14:xfrm>
                <a:off x="11797704" y="3670776"/>
                <a:ext cx="360" cy="7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E101D49-A187-E444-54EB-541D47C2202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788704" y="3662136"/>
                  <a:ext cx="18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63566E5-8DFD-39CC-3977-139CAF285176}"/>
                    </a:ext>
                  </a:extLst>
                </p14:cNvPr>
                <p14:cNvContentPartPr/>
                <p14:nvPr/>
              </p14:nvContentPartPr>
              <p14:xfrm>
                <a:off x="11746584" y="3673296"/>
                <a:ext cx="74520" cy="2660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63566E5-8DFD-39CC-3977-139CAF28517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737584" y="3664296"/>
                  <a:ext cx="921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9409532-5DF2-6268-83A7-D1D2242D5D95}"/>
                    </a:ext>
                  </a:extLst>
                </p14:cNvPr>
                <p14:cNvContentPartPr/>
                <p14:nvPr/>
              </p14:nvContentPartPr>
              <p14:xfrm>
                <a:off x="11851344" y="3891456"/>
                <a:ext cx="64080" cy="33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9409532-5DF2-6268-83A7-D1D2242D5D9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842344" y="3882816"/>
                  <a:ext cx="817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3DD4A9C-E081-5E3C-12F4-1EDCCEB5BF2F}"/>
                    </a:ext>
                  </a:extLst>
                </p14:cNvPr>
                <p14:cNvContentPartPr/>
                <p14:nvPr/>
              </p14:nvContentPartPr>
              <p14:xfrm>
                <a:off x="11936664" y="3762576"/>
                <a:ext cx="85680" cy="167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3DD4A9C-E081-5E3C-12F4-1EDCCEB5BF2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928024" y="3753936"/>
                  <a:ext cx="1033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A5EF45BB-65D0-37E4-0DBE-52EE66ADBEBF}"/>
                    </a:ext>
                  </a:extLst>
                </p14:cNvPr>
                <p14:cNvContentPartPr/>
                <p14:nvPr/>
              </p14:nvContentPartPr>
              <p14:xfrm>
                <a:off x="11973384" y="3863376"/>
                <a:ext cx="56520" cy="56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A5EF45BB-65D0-37E4-0DBE-52EE66ADBEB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964384" y="3854736"/>
                  <a:ext cx="741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E924429-3A0B-4F81-3BAD-D62EEDF918C4}"/>
                    </a:ext>
                  </a:extLst>
                </p14:cNvPr>
                <p14:cNvContentPartPr/>
                <p14:nvPr/>
              </p14:nvContentPartPr>
              <p14:xfrm>
                <a:off x="12080664" y="3758616"/>
                <a:ext cx="19800" cy="44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E924429-3A0B-4F81-3BAD-D62EEDF918C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2071664" y="3749616"/>
                  <a:ext cx="37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67EEDDA-3619-4307-A701-288F90B6D5CF}"/>
                    </a:ext>
                  </a:extLst>
                </p14:cNvPr>
                <p14:cNvContentPartPr/>
                <p14:nvPr/>
              </p14:nvContentPartPr>
              <p14:xfrm>
                <a:off x="12082104" y="3850416"/>
                <a:ext cx="118800" cy="101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67EEDDA-3619-4307-A701-288F90B6D5C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073104" y="3841416"/>
                  <a:ext cx="13644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7AD8870-F046-1914-1B6D-62025B8C7D8B}"/>
              </a:ext>
            </a:extLst>
          </p:cNvPr>
          <p:cNvGrpSpPr/>
          <p:nvPr/>
        </p:nvGrpSpPr>
        <p:grpSpPr>
          <a:xfrm>
            <a:off x="7194384" y="4748616"/>
            <a:ext cx="4321080" cy="938160"/>
            <a:chOff x="7194384" y="4748616"/>
            <a:chExt cx="4321080" cy="93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EC9AD42-D2FD-49B5-BF2E-DEDB2E8E3880}"/>
                    </a:ext>
                  </a:extLst>
                </p14:cNvPr>
                <p14:cNvContentPartPr/>
                <p14:nvPr/>
              </p14:nvContentPartPr>
              <p14:xfrm>
                <a:off x="8281584" y="4824216"/>
                <a:ext cx="61200" cy="862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EC9AD42-D2FD-49B5-BF2E-DEDB2E8E388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72944" y="4815576"/>
                  <a:ext cx="78840" cy="88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A0C4ACB-3E50-9F02-2D5E-0788C4ECECA5}"/>
                    </a:ext>
                  </a:extLst>
                </p14:cNvPr>
                <p14:cNvContentPartPr/>
                <p14:nvPr/>
              </p14:nvContentPartPr>
              <p14:xfrm>
                <a:off x="10158984" y="4748616"/>
                <a:ext cx="105840" cy="932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A0C4ACB-3E50-9F02-2D5E-0788C4ECECA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150344" y="4739616"/>
                  <a:ext cx="123480" cy="9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6337511-8588-CF5B-69C3-5824E16AC086}"/>
                    </a:ext>
                  </a:extLst>
                </p14:cNvPr>
                <p14:cNvContentPartPr/>
                <p14:nvPr/>
              </p14:nvContentPartPr>
              <p14:xfrm>
                <a:off x="7194384" y="5294016"/>
                <a:ext cx="4321080" cy="3236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6337511-8588-CF5B-69C3-5824E16AC08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85384" y="5285016"/>
                  <a:ext cx="4338720" cy="34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4556525-FF7A-B3CC-D755-57AAFEBBD905}"/>
              </a:ext>
            </a:extLst>
          </p:cNvPr>
          <p:cNvGrpSpPr/>
          <p:nvPr/>
        </p:nvGrpSpPr>
        <p:grpSpPr>
          <a:xfrm>
            <a:off x="10134864" y="5826096"/>
            <a:ext cx="154080" cy="205200"/>
            <a:chOff x="10134864" y="5826096"/>
            <a:chExt cx="15408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7337651-5E11-81FC-55F8-6F2B22948576}"/>
                    </a:ext>
                  </a:extLst>
                </p14:cNvPr>
                <p14:cNvContentPartPr/>
                <p14:nvPr/>
              </p14:nvContentPartPr>
              <p14:xfrm>
                <a:off x="10150704" y="5850216"/>
                <a:ext cx="23400" cy="156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7337651-5E11-81FC-55F8-6F2B2294857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42064" y="5841576"/>
                  <a:ext cx="410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F3E901B-1CCA-B5BE-F688-43129412F40E}"/>
                    </a:ext>
                  </a:extLst>
                </p14:cNvPr>
                <p14:cNvContentPartPr/>
                <p14:nvPr/>
              </p14:nvContentPartPr>
              <p14:xfrm>
                <a:off x="10134864" y="5826096"/>
                <a:ext cx="154080" cy="205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F3E901B-1CCA-B5BE-F688-43129412F4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125864" y="5817456"/>
                  <a:ext cx="171720" cy="22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786AF341-E60E-C336-A48D-CDE9ACC3674B}"/>
                  </a:ext>
                </a:extLst>
              </p14:cNvPr>
              <p14:cNvContentPartPr/>
              <p14:nvPr/>
            </p14:nvContentPartPr>
            <p14:xfrm>
              <a:off x="8874144" y="5898456"/>
              <a:ext cx="268920" cy="17604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786AF341-E60E-C336-A48D-CDE9ACC3674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865504" y="5889456"/>
                <a:ext cx="286560" cy="19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5C8B2BD8-8C76-B70C-BC49-8B6446010768}"/>
              </a:ext>
            </a:extLst>
          </p:cNvPr>
          <p:cNvGrpSpPr/>
          <p:nvPr/>
        </p:nvGrpSpPr>
        <p:grpSpPr>
          <a:xfrm>
            <a:off x="11429424" y="5224896"/>
            <a:ext cx="696600" cy="315000"/>
            <a:chOff x="11429424" y="5224896"/>
            <a:chExt cx="696600" cy="31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CA62183-41E9-A505-57F6-3E639DE85C0B}"/>
                    </a:ext>
                  </a:extLst>
                </p14:cNvPr>
                <p14:cNvContentPartPr/>
                <p14:nvPr/>
              </p14:nvContentPartPr>
              <p14:xfrm>
                <a:off x="11429424" y="5224896"/>
                <a:ext cx="173520" cy="1864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CA62183-41E9-A505-57F6-3E639DE85C0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420784" y="5215896"/>
                  <a:ext cx="1911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854B728-BF46-2BD0-7E4B-3F56C732B14F}"/>
                    </a:ext>
                  </a:extLst>
                </p14:cNvPr>
                <p14:cNvContentPartPr/>
                <p14:nvPr/>
              </p14:nvContentPartPr>
              <p14:xfrm>
                <a:off x="11675664" y="5386896"/>
                <a:ext cx="47160" cy="1530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854B728-BF46-2BD0-7E4B-3F56C732B14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667024" y="5377896"/>
                  <a:ext cx="648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AA2DEF3-AFA5-0261-2982-F89D2371410C}"/>
                    </a:ext>
                  </a:extLst>
                </p14:cNvPr>
                <p14:cNvContentPartPr/>
                <p14:nvPr/>
              </p14:nvContentPartPr>
              <p14:xfrm>
                <a:off x="11634264" y="5457096"/>
                <a:ext cx="151920" cy="46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AA2DEF3-AFA5-0261-2982-F89D2371410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625624" y="5448096"/>
                  <a:ext cx="1695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D49FF1A-E389-6AB9-4ABF-5E810A8B22F1}"/>
                    </a:ext>
                  </a:extLst>
                </p14:cNvPr>
                <p14:cNvContentPartPr/>
                <p14:nvPr/>
              </p14:nvContentPartPr>
              <p14:xfrm>
                <a:off x="11812464" y="5393736"/>
                <a:ext cx="10080" cy="19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D49FF1A-E389-6AB9-4ABF-5E810A8B22F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803464" y="5385096"/>
                  <a:ext cx="27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9854586-2750-8F82-3701-A1D19D32C953}"/>
                    </a:ext>
                  </a:extLst>
                </p14:cNvPr>
                <p14:cNvContentPartPr/>
                <p14:nvPr/>
              </p14:nvContentPartPr>
              <p14:xfrm>
                <a:off x="11812464" y="5396976"/>
                <a:ext cx="180720" cy="972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9854586-2750-8F82-3701-A1D19D32C95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803464" y="5388336"/>
                  <a:ext cx="198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FC0925C-70C4-41CB-3314-8375293E77D6}"/>
                    </a:ext>
                  </a:extLst>
                </p14:cNvPr>
                <p14:cNvContentPartPr/>
                <p14:nvPr/>
              </p14:nvContentPartPr>
              <p14:xfrm>
                <a:off x="12046464" y="5430456"/>
                <a:ext cx="79560" cy="66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FC0925C-70C4-41CB-3314-8375293E77D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2037464" y="5421816"/>
                  <a:ext cx="9720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4E0023B3-3845-425D-6FF4-E0A2F96E15B8}"/>
                  </a:ext>
                </a:extLst>
              </p14:cNvPr>
              <p14:cNvContentPartPr/>
              <p14:nvPr/>
            </p14:nvContentPartPr>
            <p14:xfrm>
              <a:off x="5004144" y="1188576"/>
              <a:ext cx="88200" cy="18648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4E0023B3-3845-425D-6FF4-E0A2F96E15B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995504" y="1179576"/>
                <a:ext cx="10584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7A2DEE01-977E-2B2F-00AE-EE50BF5CD8FD}"/>
                  </a:ext>
                </a:extLst>
              </p14:cNvPr>
              <p14:cNvContentPartPr/>
              <p14:nvPr/>
            </p14:nvContentPartPr>
            <p14:xfrm>
              <a:off x="4860864" y="1670616"/>
              <a:ext cx="58680" cy="17496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7A2DEE01-977E-2B2F-00AE-EE50BF5CD8F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852224" y="1661976"/>
                <a:ext cx="7632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B60DC72A-87C8-EB01-2A7C-501709483728}"/>
              </a:ext>
            </a:extLst>
          </p:cNvPr>
          <p:cNvGrpSpPr/>
          <p:nvPr/>
        </p:nvGrpSpPr>
        <p:grpSpPr>
          <a:xfrm>
            <a:off x="7350264" y="248976"/>
            <a:ext cx="1108080" cy="3738240"/>
            <a:chOff x="7350264" y="248976"/>
            <a:chExt cx="1108080" cy="373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E25D880-1854-EA19-2634-4A651EA20054}"/>
                    </a:ext>
                  </a:extLst>
                </p14:cNvPr>
                <p14:cNvContentPartPr/>
                <p14:nvPr/>
              </p14:nvContentPartPr>
              <p14:xfrm>
                <a:off x="7352784" y="265176"/>
                <a:ext cx="1100160" cy="684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E25D880-1854-EA19-2634-4A651EA2005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48464" y="260856"/>
                  <a:ext cx="1108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6E832C2-380C-B34E-4F0F-80861907C9DF}"/>
                    </a:ext>
                  </a:extLst>
                </p14:cNvPr>
                <p14:cNvContentPartPr/>
                <p14:nvPr/>
              </p14:nvContentPartPr>
              <p14:xfrm>
                <a:off x="7398864" y="617616"/>
                <a:ext cx="936720" cy="496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6E832C2-380C-B34E-4F0F-80861907C9D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94544" y="613296"/>
                  <a:ext cx="9453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664B51E-F962-75EA-D591-8C25CA285D7B}"/>
                    </a:ext>
                  </a:extLst>
                </p14:cNvPr>
                <p14:cNvContentPartPr/>
                <p14:nvPr/>
              </p14:nvContentPartPr>
              <p14:xfrm>
                <a:off x="7396704" y="882216"/>
                <a:ext cx="900000" cy="306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664B51E-F962-75EA-D591-8C25CA285D7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92384" y="877896"/>
                  <a:ext cx="908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7DCE884-B4B1-2334-C6C7-F51E3905E0DA}"/>
                    </a:ext>
                  </a:extLst>
                </p14:cNvPr>
                <p14:cNvContentPartPr/>
                <p14:nvPr/>
              </p14:nvContentPartPr>
              <p14:xfrm>
                <a:off x="7386624" y="1424376"/>
                <a:ext cx="785520" cy="784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7DCE884-B4B1-2334-C6C7-F51E3905E0D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82304" y="1420056"/>
                  <a:ext cx="7941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E4A7C46-3665-AAA6-C307-BE9EA29923CA}"/>
                    </a:ext>
                  </a:extLst>
                </p14:cNvPr>
                <p14:cNvContentPartPr/>
                <p14:nvPr/>
              </p14:nvContentPartPr>
              <p14:xfrm>
                <a:off x="7391664" y="1841976"/>
                <a:ext cx="942480" cy="352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E4A7C46-3665-AAA6-C307-BE9EA29923C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87344" y="1837656"/>
                  <a:ext cx="951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5216D2AE-0EE2-EADD-DD50-7C455E0FE2C8}"/>
                    </a:ext>
                  </a:extLst>
                </p14:cNvPr>
                <p14:cNvContentPartPr/>
                <p14:nvPr/>
              </p14:nvContentPartPr>
              <p14:xfrm>
                <a:off x="7367184" y="2276856"/>
                <a:ext cx="895680" cy="338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5216D2AE-0EE2-EADD-DD50-7C455E0FE2C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62864" y="2272536"/>
                  <a:ext cx="9043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2FF5C16-D259-6305-09B5-8AE9F641035D}"/>
                    </a:ext>
                  </a:extLst>
                </p14:cNvPr>
                <p14:cNvContentPartPr/>
                <p14:nvPr/>
              </p14:nvContentPartPr>
              <p14:xfrm>
                <a:off x="7350264" y="2753136"/>
                <a:ext cx="928800" cy="882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2FF5C16-D259-6305-09B5-8AE9F641035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45944" y="2748816"/>
                  <a:ext cx="9374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31E3897-9F11-AF8F-9C7C-2B9A03DF61CD}"/>
                    </a:ext>
                  </a:extLst>
                </p14:cNvPr>
                <p14:cNvContentPartPr/>
                <p14:nvPr/>
              </p14:nvContentPartPr>
              <p14:xfrm>
                <a:off x="8027784" y="248976"/>
                <a:ext cx="419760" cy="37382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31E3897-9F11-AF8F-9C7C-2B9A03DF61C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23464" y="244656"/>
                  <a:ext cx="428400" cy="37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1436244-8076-65B2-6E65-942FBD605DF5}"/>
                    </a:ext>
                  </a:extLst>
                </p14:cNvPr>
                <p14:cNvContentPartPr/>
                <p14:nvPr/>
              </p14:nvContentPartPr>
              <p14:xfrm>
                <a:off x="8337744" y="621576"/>
                <a:ext cx="78840" cy="183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1436244-8076-65B2-6E65-942FBD605DF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33424" y="617256"/>
                  <a:ext cx="874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EE2C118C-7EB6-8AA6-A683-7655DC54484C}"/>
                    </a:ext>
                  </a:extLst>
                </p14:cNvPr>
                <p14:cNvContentPartPr/>
                <p14:nvPr/>
              </p14:nvContentPartPr>
              <p14:xfrm>
                <a:off x="8279424" y="876456"/>
                <a:ext cx="178920" cy="392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EE2C118C-7EB6-8AA6-A683-7655DC54484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75104" y="872136"/>
                  <a:ext cx="187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2D50619-D1DD-5032-8A90-6A1AD288FECA}"/>
                    </a:ext>
                  </a:extLst>
                </p14:cNvPr>
                <p14:cNvContentPartPr/>
                <p14:nvPr/>
              </p14:nvContentPartPr>
              <p14:xfrm>
                <a:off x="8179344" y="1419336"/>
                <a:ext cx="222120" cy="133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2D50619-D1DD-5032-8A90-6A1AD288FEC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75024" y="1415016"/>
                  <a:ext cx="2307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7E59B5B1-E5A1-5E4C-B586-9D66DC522FD2}"/>
              </a:ext>
            </a:extLst>
          </p:cNvPr>
          <p:cNvGrpSpPr/>
          <p:nvPr/>
        </p:nvGrpSpPr>
        <p:grpSpPr>
          <a:xfrm>
            <a:off x="7591824" y="365976"/>
            <a:ext cx="234360" cy="149040"/>
            <a:chOff x="7591824" y="365976"/>
            <a:chExt cx="23436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88CD1BF-B396-D030-FC7C-1CC6F0F4D47F}"/>
                    </a:ext>
                  </a:extLst>
                </p14:cNvPr>
                <p14:cNvContentPartPr/>
                <p14:nvPr/>
              </p14:nvContentPartPr>
              <p14:xfrm>
                <a:off x="7591824" y="414936"/>
                <a:ext cx="86040" cy="1000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88CD1BF-B396-D030-FC7C-1CC6F0F4D47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587504" y="410616"/>
                  <a:ext cx="94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01019B6-392A-EB6C-EE77-C86589834086}"/>
                    </a:ext>
                  </a:extLst>
                </p14:cNvPr>
                <p14:cNvContentPartPr/>
                <p14:nvPr/>
              </p14:nvContentPartPr>
              <p14:xfrm>
                <a:off x="7606224" y="377496"/>
                <a:ext cx="88200" cy="61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01019B6-392A-EB6C-EE77-C8658983408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601904" y="373176"/>
                  <a:ext cx="968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7B02F69-9AFF-E259-DBB3-F0C8512A126E}"/>
                    </a:ext>
                  </a:extLst>
                </p14:cNvPr>
                <p14:cNvContentPartPr/>
                <p14:nvPr/>
              </p14:nvContentPartPr>
              <p14:xfrm>
                <a:off x="7633224" y="453816"/>
                <a:ext cx="73440" cy="126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7B02F69-9AFF-E259-DBB3-F0C8512A126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28904" y="449496"/>
                  <a:ext cx="82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E0E0182C-56C7-1484-53B2-FABC31953AF3}"/>
                    </a:ext>
                  </a:extLst>
                </p14:cNvPr>
                <p14:cNvContentPartPr/>
                <p14:nvPr/>
              </p14:nvContentPartPr>
              <p14:xfrm>
                <a:off x="7759944" y="402696"/>
                <a:ext cx="24840" cy="792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E0E0182C-56C7-1484-53B2-FABC31953AF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755624" y="398376"/>
                  <a:ext cx="33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E6287914-2266-C432-D148-A6CC8B5615C2}"/>
                    </a:ext>
                  </a:extLst>
                </p14:cNvPr>
                <p14:cNvContentPartPr/>
                <p14:nvPr/>
              </p14:nvContentPartPr>
              <p14:xfrm>
                <a:off x="7726104" y="365976"/>
                <a:ext cx="100080" cy="1314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E6287914-2266-C432-D148-A6CC8B5615C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21784" y="361656"/>
                  <a:ext cx="10872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7FCD4F3A-C72A-904C-790C-C1BAC4C1CE3D}"/>
              </a:ext>
            </a:extLst>
          </p:cNvPr>
          <p:cNvGrpSpPr/>
          <p:nvPr/>
        </p:nvGrpSpPr>
        <p:grpSpPr>
          <a:xfrm>
            <a:off x="9620424" y="1494216"/>
            <a:ext cx="1943280" cy="531360"/>
            <a:chOff x="9620424" y="1494216"/>
            <a:chExt cx="1943280" cy="53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FDCC1BD-9371-267A-56BD-E286D65EEC76}"/>
                    </a:ext>
                  </a:extLst>
                </p14:cNvPr>
                <p14:cNvContentPartPr/>
                <p14:nvPr/>
              </p14:nvContentPartPr>
              <p14:xfrm>
                <a:off x="9620424" y="1633896"/>
                <a:ext cx="127080" cy="2512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FDCC1BD-9371-267A-56BD-E286D65EEC7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616104" y="1629576"/>
                  <a:ext cx="135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918F0557-4E36-B398-EF7B-FC78182F35B5}"/>
                    </a:ext>
                  </a:extLst>
                </p14:cNvPr>
                <p14:cNvContentPartPr/>
                <p14:nvPr/>
              </p14:nvContentPartPr>
              <p14:xfrm>
                <a:off x="9642384" y="1760976"/>
                <a:ext cx="112680" cy="68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918F0557-4E36-B398-EF7B-FC78182F35B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638064" y="1756656"/>
                  <a:ext cx="1213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BC1A598-37F1-754A-0C04-098A16FB9883}"/>
                    </a:ext>
                  </a:extLst>
                </p14:cNvPr>
                <p14:cNvContentPartPr/>
                <p14:nvPr/>
              </p14:nvContentPartPr>
              <p14:xfrm>
                <a:off x="9806544" y="1827936"/>
                <a:ext cx="74880" cy="705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BC1A598-37F1-754A-0C04-098A16FB988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802224" y="1823616"/>
                  <a:ext cx="83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BB7D0918-D03C-4330-5E34-44F50D3A66D4}"/>
                    </a:ext>
                  </a:extLst>
                </p14:cNvPr>
                <p14:cNvContentPartPr/>
                <p14:nvPr/>
              </p14:nvContentPartPr>
              <p14:xfrm>
                <a:off x="9881064" y="1940616"/>
                <a:ext cx="75960" cy="849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BB7D0918-D03C-4330-5E34-44F50D3A66D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76744" y="1936296"/>
                  <a:ext cx="846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E6499EB0-F5E8-2A1E-1DA0-79AE37DD5534}"/>
                    </a:ext>
                  </a:extLst>
                </p14:cNvPr>
                <p14:cNvContentPartPr/>
                <p14:nvPr/>
              </p14:nvContentPartPr>
              <p14:xfrm>
                <a:off x="10183464" y="1642176"/>
                <a:ext cx="90720" cy="1378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E6499EB0-F5E8-2A1E-1DA0-79AE37DD553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179144" y="1637856"/>
                  <a:ext cx="99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78E3C23-57D5-7451-2835-448DAB678ECA}"/>
                    </a:ext>
                  </a:extLst>
                </p14:cNvPr>
                <p14:cNvContentPartPr/>
                <p14:nvPr/>
              </p14:nvContentPartPr>
              <p14:xfrm>
                <a:off x="10239624" y="1609056"/>
                <a:ext cx="85680" cy="126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78E3C23-57D5-7451-2835-448DAB678EC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235304" y="1604736"/>
                  <a:ext cx="94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B1CD4C0F-F17D-C5D1-8953-33DA7EB0173D}"/>
                    </a:ext>
                  </a:extLst>
                </p14:cNvPr>
                <p14:cNvContentPartPr/>
                <p14:nvPr/>
              </p14:nvContentPartPr>
              <p14:xfrm>
                <a:off x="10210464" y="1691136"/>
                <a:ext cx="110160" cy="198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B1CD4C0F-F17D-C5D1-8953-33DA7EB0173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06144" y="1686816"/>
                  <a:ext cx="118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C254DC09-9020-E62C-41EC-00FBD58547FB}"/>
                    </a:ext>
                  </a:extLst>
                </p14:cNvPr>
                <p14:cNvContentPartPr/>
                <p14:nvPr/>
              </p14:nvContentPartPr>
              <p14:xfrm>
                <a:off x="10459224" y="1647936"/>
                <a:ext cx="27360" cy="8820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C254DC09-9020-E62C-41EC-00FBD58547F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454904" y="1643616"/>
                  <a:ext cx="360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14797C1-E33E-958B-DAE7-7F57AE3DCE1A}"/>
                    </a:ext>
                  </a:extLst>
                </p14:cNvPr>
                <p14:cNvContentPartPr/>
                <p14:nvPr/>
              </p14:nvContentPartPr>
              <p14:xfrm>
                <a:off x="10407384" y="1569096"/>
                <a:ext cx="159120" cy="1958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14797C1-E33E-958B-DAE7-7F57AE3DCE1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403064" y="1564776"/>
                  <a:ext cx="1677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B56F617-9809-33B6-03CA-0198F15BAF84}"/>
                    </a:ext>
                  </a:extLst>
                </p14:cNvPr>
                <p14:cNvContentPartPr/>
                <p14:nvPr/>
              </p14:nvContentPartPr>
              <p14:xfrm>
                <a:off x="10649304" y="1748736"/>
                <a:ext cx="100440" cy="939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B56F617-9809-33B6-03CA-0198F15BAF8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644984" y="1744416"/>
                  <a:ext cx="109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0B1EA28B-9CA2-B9F4-56E7-675E1D99DD30}"/>
                    </a:ext>
                  </a:extLst>
                </p14:cNvPr>
                <p14:cNvContentPartPr/>
                <p14:nvPr/>
              </p14:nvContentPartPr>
              <p14:xfrm>
                <a:off x="11061504" y="1583856"/>
                <a:ext cx="37080" cy="1173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0B1EA28B-9CA2-B9F4-56E7-675E1D99DD3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057184" y="1579536"/>
                  <a:ext cx="45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1F349E08-7701-F637-17AB-5B3A44FF4237}"/>
                    </a:ext>
                  </a:extLst>
                </p14:cNvPr>
                <p14:cNvContentPartPr/>
                <p14:nvPr/>
              </p14:nvContentPartPr>
              <p14:xfrm>
                <a:off x="10990584" y="1513656"/>
                <a:ext cx="190440" cy="273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1F349E08-7701-F637-17AB-5B3A44FF42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986264" y="1509336"/>
                  <a:ext cx="199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72C82FBB-75EE-97BC-E0CB-9A00025459D6}"/>
                    </a:ext>
                  </a:extLst>
                </p14:cNvPr>
                <p14:cNvContentPartPr/>
                <p14:nvPr/>
              </p14:nvContentPartPr>
              <p14:xfrm>
                <a:off x="11351664" y="1547856"/>
                <a:ext cx="44280" cy="907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72C82FBB-75EE-97BC-E0CB-9A00025459D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347344" y="1543536"/>
                  <a:ext cx="529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A91B5DF3-5AF9-6582-C62C-B93ACCA83773}"/>
                    </a:ext>
                  </a:extLst>
                </p14:cNvPr>
                <p14:cNvContentPartPr/>
                <p14:nvPr/>
              </p14:nvContentPartPr>
              <p14:xfrm>
                <a:off x="11324664" y="1494216"/>
                <a:ext cx="150120" cy="1630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A91B5DF3-5AF9-6582-C62C-B93ACCA8377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320344" y="1489896"/>
                  <a:ext cx="1587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506F5F0F-E593-6C38-A173-70B2C9976683}"/>
                    </a:ext>
                  </a:extLst>
                </p14:cNvPr>
                <p14:cNvContentPartPr/>
                <p14:nvPr/>
              </p14:nvContentPartPr>
              <p14:xfrm>
                <a:off x="9671544" y="1569096"/>
                <a:ext cx="1892160" cy="3067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506F5F0F-E593-6C38-A173-70B2C997668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667224" y="1564776"/>
                  <a:ext cx="1900800" cy="31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13FE7F32-CDED-30AC-ADB6-2639270EDA32}"/>
              </a:ext>
            </a:extLst>
          </p:cNvPr>
          <p:cNvGrpSpPr/>
          <p:nvPr/>
        </p:nvGrpSpPr>
        <p:grpSpPr>
          <a:xfrm>
            <a:off x="947304" y="331416"/>
            <a:ext cx="7367040" cy="5926320"/>
            <a:chOff x="947304" y="331416"/>
            <a:chExt cx="7367040" cy="592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5C4D070-3A67-511F-7C2A-D15107B256E1}"/>
                    </a:ext>
                  </a:extLst>
                </p14:cNvPr>
                <p14:cNvContentPartPr/>
                <p14:nvPr/>
              </p14:nvContentPartPr>
              <p14:xfrm>
                <a:off x="8198424" y="5934096"/>
                <a:ext cx="115920" cy="1900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5C4D070-3A67-511F-7C2A-D15107B256E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189424" y="5925096"/>
                  <a:ext cx="1335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524F653-3945-181E-F965-15A718649041}"/>
                    </a:ext>
                  </a:extLst>
                </p14:cNvPr>
                <p14:cNvContentPartPr/>
                <p14:nvPr/>
              </p14:nvContentPartPr>
              <p14:xfrm>
                <a:off x="8227944" y="6014016"/>
                <a:ext cx="70920" cy="15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524F653-3945-181E-F965-15A71864904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19304" y="6005376"/>
                  <a:ext cx="88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ADE8DFF-3A1C-A600-5DEA-A1B496CF2E1B}"/>
                    </a:ext>
                  </a:extLst>
                </p14:cNvPr>
                <p14:cNvContentPartPr/>
                <p14:nvPr/>
              </p14:nvContentPartPr>
              <p14:xfrm>
                <a:off x="995904" y="5203656"/>
                <a:ext cx="107640" cy="19224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ADE8DFF-3A1C-A600-5DEA-A1B496CF2E1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87264" y="5194656"/>
                  <a:ext cx="1252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1906C32-4259-19A9-9428-FCD1D472821A}"/>
                    </a:ext>
                  </a:extLst>
                </p14:cNvPr>
                <p14:cNvContentPartPr/>
                <p14:nvPr/>
              </p14:nvContentPartPr>
              <p14:xfrm>
                <a:off x="1020384" y="5263776"/>
                <a:ext cx="90720" cy="20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1906C32-4259-19A9-9428-FCD1D472821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11744" y="5254776"/>
                  <a:ext cx="108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7C83479-B315-E6AC-46C3-119005876382}"/>
                    </a:ext>
                  </a:extLst>
                </p14:cNvPr>
                <p14:cNvContentPartPr/>
                <p14:nvPr/>
              </p14:nvContentPartPr>
              <p14:xfrm>
                <a:off x="1208304" y="5273496"/>
                <a:ext cx="100440" cy="5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7C83479-B315-E6AC-46C3-11900587638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99304" y="5264856"/>
                  <a:ext cx="118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EA9F35F-F3E5-C2CD-5782-990BC9092A78}"/>
                    </a:ext>
                  </a:extLst>
                </p14:cNvPr>
                <p14:cNvContentPartPr/>
                <p14:nvPr/>
              </p14:nvContentPartPr>
              <p14:xfrm>
                <a:off x="1479024" y="5197896"/>
                <a:ext cx="116280" cy="1270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EA9F35F-F3E5-C2CD-5782-990BC9092A7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70024" y="5188896"/>
                  <a:ext cx="133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760C439-AAC7-D7DD-0177-4FF037E60798}"/>
                    </a:ext>
                  </a:extLst>
                </p14:cNvPr>
                <p14:cNvContentPartPr/>
                <p14:nvPr/>
              </p14:nvContentPartPr>
              <p14:xfrm>
                <a:off x="1615464" y="5297256"/>
                <a:ext cx="39240" cy="149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760C439-AAC7-D7DD-0177-4FF037E6079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06464" y="5288256"/>
                  <a:ext cx="56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EA0385F-D577-7106-1F8B-4BD2228D7B8E}"/>
                    </a:ext>
                  </a:extLst>
                </p14:cNvPr>
                <p14:cNvContentPartPr/>
                <p14:nvPr/>
              </p14:nvContentPartPr>
              <p14:xfrm>
                <a:off x="1620864" y="5249736"/>
                <a:ext cx="73800" cy="493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EA0385F-D577-7106-1F8B-4BD2228D7B8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611864" y="5241096"/>
                  <a:ext cx="91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538FDF4-AD81-AEA0-2827-BA9A8660047E}"/>
                    </a:ext>
                  </a:extLst>
                </p14:cNvPr>
                <p14:cNvContentPartPr/>
                <p14:nvPr/>
              </p14:nvContentPartPr>
              <p14:xfrm>
                <a:off x="1764144" y="5102856"/>
                <a:ext cx="73440" cy="182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538FDF4-AD81-AEA0-2827-BA9A8660047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755144" y="5093856"/>
                  <a:ext cx="91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1F44B5C-AD9E-5A12-9147-162E9AD82018}"/>
                    </a:ext>
                  </a:extLst>
                </p14:cNvPr>
                <p14:cNvContentPartPr/>
                <p14:nvPr/>
              </p14:nvContentPartPr>
              <p14:xfrm>
                <a:off x="1783584" y="5214816"/>
                <a:ext cx="127800" cy="53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1F44B5C-AD9E-5A12-9147-162E9AD8201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774944" y="5206176"/>
                  <a:ext cx="1454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CCD5B10-40C1-EF4C-3EA3-5C8937394FE1}"/>
                    </a:ext>
                  </a:extLst>
                </p14:cNvPr>
                <p14:cNvContentPartPr/>
                <p14:nvPr/>
              </p14:nvContentPartPr>
              <p14:xfrm>
                <a:off x="1941984" y="5113296"/>
                <a:ext cx="15120" cy="51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CCD5B10-40C1-EF4C-3EA3-5C8937394FE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933344" y="5104656"/>
                  <a:ext cx="327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6CC4222-4998-40A5-251C-774E307343DA}"/>
                    </a:ext>
                  </a:extLst>
                </p14:cNvPr>
                <p14:cNvContentPartPr/>
                <p14:nvPr/>
              </p14:nvContentPartPr>
              <p14:xfrm>
                <a:off x="1959264" y="5194656"/>
                <a:ext cx="188280" cy="55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6CC4222-4998-40A5-251C-774E307343D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950264" y="5186016"/>
                  <a:ext cx="205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5A7F7CE-B359-DCC2-1C7C-4CAA4871C176}"/>
                    </a:ext>
                  </a:extLst>
                </p14:cNvPr>
                <p14:cNvContentPartPr/>
                <p14:nvPr/>
              </p14:nvContentPartPr>
              <p14:xfrm>
                <a:off x="2222424" y="5179176"/>
                <a:ext cx="10080" cy="313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5A7F7CE-B359-DCC2-1C7C-4CAA4871C17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213784" y="5170536"/>
                  <a:ext cx="277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679B3D5-8079-317D-7053-32A9A4E88A32}"/>
                    </a:ext>
                  </a:extLst>
                </p14:cNvPr>
                <p14:cNvContentPartPr/>
                <p14:nvPr/>
              </p14:nvContentPartPr>
              <p14:xfrm>
                <a:off x="2249424" y="5061456"/>
                <a:ext cx="17280" cy="403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679B3D5-8079-317D-7053-32A9A4E88A3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240424" y="5052456"/>
                  <a:ext cx="34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C055AF2-7582-5BFA-852E-3E9F7BF4F4D9}"/>
                    </a:ext>
                  </a:extLst>
                </p14:cNvPr>
                <p14:cNvContentPartPr/>
                <p14:nvPr/>
              </p14:nvContentPartPr>
              <p14:xfrm>
                <a:off x="2292624" y="5135256"/>
                <a:ext cx="86040" cy="97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C055AF2-7582-5BFA-852E-3E9F7BF4F4D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283984" y="5126616"/>
                  <a:ext cx="1036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30FA159-43A6-A857-0DF3-7CF246CC5647}"/>
                    </a:ext>
                  </a:extLst>
                </p14:cNvPr>
                <p14:cNvContentPartPr/>
                <p14:nvPr/>
              </p14:nvContentPartPr>
              <p14:xfrm>
                <a:off x="2432304" y="4994856"/>
                <a:ext cx="68760" cy="2124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30FA159-43A6-A857-0DF3-7CF246CC564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423304" y="4985856"/>
                  <a:ext cx="864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F95A83D-9F53-E933-3F71-EEEA62A9C764}"/>
                    </a:ext>
                  </a:extLst>
                </p14:cNvPr>
                <p14:cNvContentPartPr/>
                <p14:nvPr/>
              </p14:nvContentPartPr>
              <p14:xfrm>
                <a:off x="2458944" y="5124816"/>
                <a:ext cx="107640" cy="673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F95A83D-9F53-E933-3F71-EEEA62A9C76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450304" y="5116176"/>
                  <a:ext cx="1252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A482031-CA0B-661E-B252-3383E611596A}"/>
                    </a:ext>
                  </a:extLst>
                </p14:cNvPr>
                <p14:cNvContentPartPr/>
                <p14:nvPr/>
              </p14:nvContentPartPr>
              <p14:xfrm>
                <a:off x="2615184" y="5044176"/>
                <a:ext cx="5400" cy="66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A482031-CA0B-661E-B252-3383E611596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606184" y="5035536"/>
                  <a:ext cx="23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F685A85-FFB3-8C49-5F5F-2319DC207EE2}"/>
                    </a:ext>
                  </a:extLst>
                </p14:cNvPr>
                <p14:cNvContentPartPr/>
                <p14:nvPr/>
              </p14:nvContentPartPr>
              <p14:xfrm>
                <a:off x="2639664" y="5139576"/>
                <a:ext cx="66240" cy="709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F685A85-FFB3-8C49-5F5F-2319DC207EE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630664" y="5130576"/>
                  <a:ext cx="83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A10711E-C163-5F65-0F08-1FE9B829FEB2}"/>
                    </a:ext>
                  </a:extLst>
                </p14:cNvPr>
                <p14:cNvContentPartPr/>
                <p14:nvPr/>
              </p14:nvContentPartPr>
              <p14:xfrm>
                <a:off x="3009384" y="4952736"/>
                <a:ext cx="152280" cy="2955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A10711E-C163-5F65-0F08-1FE9B829FEB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000744" y="4944096"/>
                  <a:ext cx="1699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B0E063F-6135-20A2-BF0A-2392F8421CCA}"/>
                    </a:ext>
                  </a:extLst>
                </p14:cNvPr>
                <p14:cNvContentPartPr/>
                <p14:nvPr/>
              </p14:nvContentPartPr>
              <p14:xfrm>
                <a:off x="3315744" y="4995576"/>
                <a:ext cx="231120" cy="2170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B0E063F-6135-20A2-BF0A-2392F8421CC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306744" y="4986576"/>
                  <a:ext cx="2487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D15FA0F3-FC2C-DFB9-B997-2D801F426BFC}"/>
                    </a:ext>
                  </a:extLst>
                </p14:cNvPr>
                <p14:cNvContentPartPr/>
                <p14:nvPr/>
              </p14:nvContentPartPr>
              <p14:xfrm>
                <a:off x="3568464" y="5097096"/>
                <a:ext cx="85680" cy="957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D15FA0F3-FC2C-DFB9-B997-2D801F426BF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559824" y="5088096"/>
                  <a:ext cx="103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D6B6332-FC3B-119C-6D01-83FEF4C26A9A}"/>
                    </a:ext>
                  </a:extLst>
                </p14:cNvPr>
                <p14:cNvContentPartPr/>
                <p14:nvPr/>
              </p14:nvContentPartPr>
              <p14:xfrm>
                <a:off x="3736584" y="4997016"/>
                <a:ext cx="66240" cy="1411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D6B6332-FC3B-119C-6D01-83FEF4C26A9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727944" y="4988376"/>
                  <a:ext cx="83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AF9B21B-2905-D4B5-D277-17FD2251BF5A}"/>
                    </a:ext>
                  </a:extLst>
                </p14:cNvPr>
                <p14:cNvContentPartPr/>
                <p14:nvPr/>
              </p14:nvContentPartPr>
              <p14:xfrm>
                <a:off x="3717144" y="5067936"/>
                <a:ext cx="134640" cy="10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AF9B21B-2905-D4B5-D277-17FD2251BF5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08504" y="5058936"/>
                  <a:ext cx="1522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1FE5348-1364-DD3D-D42D-3033C555D263}"/>
                    </a:ext>
                  </a:extLst>
                </p14:cNvPr>
                <p14:cNvContentPartPr/>
                <p14:nvPr/>
              </p14:nvContentPartPr>
              <p14:xfrm>
                <a:off x="4000104" y="5071176"/>
                <a:ext cx="51480" cy="2167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1FE5348-1364-DD3D-D42D-3033C555D26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91104" y="5062176"/>
                  <a:ext cx="691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14C3540-A101-8581-0E3F-875DB79B66C2}"/>
                    </a:ext>
                  </a:extLst>
                </p14:cNvPr>
                <p14:cNvContentPartPr/>
                <p14:nvPr/>
              </p14:nvContentPartPr>
              <p14:xfrm>
                <a:off x="4060944" y="5038776"/>
                <a:ext cx="74160" cy="720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14C3540-A101-8581-0E3F-875DB79B66C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052304" y="5029776"/>
                  <a:ext cx="918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57951A4-13DA-D16B-47C9-8689BA8D83E2}"/>
                    </a:ext>
                  </a:extLst>
                </p14:cNvPr>
                <p14:cNvContentPartPr/>
                <p14:nvPr/>
              </p14:nvContentPartPr>
              <p14:xfrm>
                <a:off x="4197384" y="5034816"/>
                <a:ext cx="59400" cy="55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57951A4-13DA-D16B-47C9-8689BA8D83E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188384" y="5025816"/>
                  <a:ext cx="770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68E174D-A514-794B-54BE-F290E7B0386D}"/>
                    </a:ext>
                  </a:extLst>
                </p14:cNvPr>
                <p14:cNvContentPartPr/>
                <p14:nvPr/>
              </p14:nvContentPartPr>
              <p14:xfrm>
                <a:off x="4324824" y="4996296"/>
                <a:ext cx="68400" cy="795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68E174D-A514-794B-54BE-F290E7B0386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315824" y="4987656"/>
                  <a:ext cx="86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21E9085-5402-380E-00BE-DF6EA47C1609}"/>
                    </a:ext>
                  </a:extLst>
                </p14:cNvPr>
                <p14:cNvContentPartPr/>
                <p14:nvPr/>
              </p14:nvContentPartPr>
              <p14:xfrm>
                <a:off x="4455864" y="4983336"/>
                <a:ext cx="66240" cy="79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21E9085-5402-380E-00BE-DF6EA47C160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447224" y="4974336"/>
                  <a:ext cx="83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7B268AB-5611-1F05-4E9B-0DFD46F68D35}"/>
                    </a:ext>
                  </a:extLst>
                </p14:cNvPr>
                <p14:cNvContentPartPr/>
                <p14:nvPr/>
              </p14:nvContentPartPr>
              <p14:xfrm>
                <a:off x="4602384" y="5001336"/>
                <a:ext cx="22320" cy="417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7B268AB-5611-1F05-4E9B-0DFD46F68D3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93384" y="4992336"/>
                  <a:ext cx="39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45E589C-E053-11F4-A677-1BBD44BF9EA0}"/>
                    </a:ext>
                  </a:extLst>
                </p14:cNvPr>
                <p14:cNvContentPartPr/>
                <p14:nvPr/>
              </p14:nvContentPartPr>
              <p14:xfrm>
                <a:off x="4648464" y="4907736"/>
                <a:ext cx="29520" cy="54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45E589C-E053-11F4-A677-1BBD44BF9EA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639824" y="4899096"/>
                  <a:ext cx="47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C6A67B5-0CE7-43D2-BA48-70C1AEFAB7D7}"/>
                    </a:ext>
                  </a:extLst>
                </p14:cNvPr>
                <p14:cNvContentPartPr/>
                <p14:nvPr/>
              </p14:nvContentPartPr>
              <p14:xfrm>
                <a:off x="4717224" y="4860576"/>
                <a:ext cx="64440" cy="1760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C6A67B5-0CE7-43D2-BA48-70C1AEFAB7D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708584" y="4851936"/>
                  <a:ext cx="82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CA8BC80-87DF-20F6-07BD-3EA5A8BAE76E}"/>
                    </a:ext>
                  </a:extLst>
                </p14:cNvPr>
                <p14:cNvContentPartPr/>
                <p14:nvPr/>
              </p14:nvContentPartPr>
              <p14:xfrm>
                <a:off x="4853304" y="4825656"/>
                <a:ext cx="75960" cy="2016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CA8BC80-87DF-20F6-07BD-3EA5A8BAE76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844664" y="4817016"/>
                  <a:ext cx="936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4D2F6E1-61B1-0FC4-C4E8-5D4E75D9D80B}"/>
                    </a:ext>
                  </a:extLst>
                </p14:cNvPr>
                <p14:cNvContentPartPr/>
                <p14:nvPr/>
              </p14:nvContentPartPr>
              <p14:xfrm>
                <a:off x="4917024" y="4957416"/>
                <a:ext cx="85680" cy="637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4D2F6E1-61B1-0FC4-C4E8-5D4E75D9D80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908024" y="4948416"/>
                  <a:ext cx="103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931953B-32F1-2BBD-B472-008E1513F64A}"/>
                    </a:ext>
                  </a:extLst>
                </p14:cNvPr>
                <p14:cNvContentPartPr/>
                <p14:nvPr/>
              </p14:nvContentPartPr>
              <p14:xfrm>
                <a:off x="5024304" y="4817736"/>
                <a:ext cx="131040" cy="3009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931953B-32F1-2BBD-B472-008E1513F64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015304" y="4808736"/>
                  <a:ext cx="1486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5E6F7C7-6E23-454F-ED9F-84F7A0EF8E44}"/>
                    </a:ext>
                  </a:extLst>
                </p14:cNvPr>
                <p14:cNvContentPartPr/>
                <p14:nvPr/>
              </p14:nvContentPartPr>
              <p14:xfrm>
                <a:off x="947304" y="5498856"/>
                <a:ext cx="261360" cy="2221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5E6F7C7-6E23-454F-ED9F-84F7A0EF8E4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38664" y="5490216"/>
                  <a:ext cx="279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01832C0-7540-9E63-13FD-12A60250F0E7}"/>
                    </a:ext>
                  </a:extLst>
                </p14:cNvPr>
                <p14:cNvContentPartPr/>
                <p14:nvPr/>
              </p14:nvContentPartPr>
              <p14:xfrm>
                <a:off x="1332504" y="5598576"/>
                <a:ext cx="112680" cy="68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01832C0-7540-9E63-13FD-12A60250F0E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323864" y="5589936"/>
                  <a:ext cx="130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F0DB64A-44B5-22EB-A4F9-6E37F0AFFDC0}"/>
                    </a:ext>
                  </a:extLst>
                </p14:cNvPr>
                <p14:cNvContentPartPr/>
                <p14:nvPr/>
              </p14:nvContentPartPr>
              <p14:xfrm>
                <a:off x="1576224" y="5416416"/>
                <a:ext cx="302040" cy="2066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F0DB64A-44B5-22EB-A4F9-6E37F0AFFDC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567584" y="5407776"/>
                  <a:ext cx="319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BAB7E15-4B73-24BB-619E-39E2340A3438}"/>
                    </a:ext>
                  </a:extLst>
                </p14:cNvPr>
                <p14:cNvContentPartPr/>
                <p14:nvPr/>
              </p14:nvContentPartPr>
              <p14:xfrm>
                <a:off x="1905264" y="5522256"/>
                <a:ext cx="50400" cy="666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BAB7E15-4B73-24BB-619E-39E2340A343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896264" y="5513256"/>
                  <a:ext cx="68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1DCE5D9-8148-17CB-264A-1ECB7A630206}"/>
                    </a:ext>
                  </a:extLst>
                </p14:cNvPr>
                <p14:cNvContentPartPr/>
                <p14:nvPr/>
              </p14:nvContentPartPr>
              <p14:xfrm>
                <a:off x="2020464" y="5506056"/>
                <a:ext cx="47880" cy="88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1DCE5D9-8148-17CB-264A-1ECB7A63020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011824" y="5497056"/>
                  <a:ext cx="65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5A9268B-2694-1797-89AE-C08F33CE921E}"/>
                    </a:ext>
                  </a:extLst>
                </p14:cNvPr>
                <p14:cNvContentPartPr/>
                <p14:nvPr/>
              </p14:nvContentPartPr>
              <p14:xfrm>
                <a:off x="2137104" y="5422896"/>
                <a:ext cx="90720" cy="1508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5A9268B-2694-1797-89AE-C08F33CE921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128464" y="5414256"/>
                  <a:ext cx="1083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2F66EDF-8557-7B86-C392-445F70F6A73B}"/>
                    </a:ext>
                  </a:extLst>
                </p14:cNvPr>
                <p14:cNvContentPartPr/>
                <p14:nvPr/>
              </p14:nvContentPartPr>
              <p14:xfrm>
                <a:off x="2154384" y="5492016"/>
                <a:ext cx="70920" cy="10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2F66EDF-8557-7B86-C392-445F70F6A73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145384" y="5483376"/>
                  <a:ext cx="885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702F5E1-1E3C-E5FB-C277-16585082BF1F}"/>
                    </a:ext>
                  </a:extLst>
                </p14:cNvPr>
                <p14:cNvContentPartPr/>
                <p14:nvPr/>
              </p14:nvContentPartPr>
              <p14:xfrm>
                <a:off x="2485944" y="5414256"/>
                <a:ext cx="85680" cy="1339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702F5E1-1E3C-E5FB-C277-16585082BF1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476944" y="5405256"/>
                  <a:ext cx="1033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3F07D29-39CE-DEF0-8078-92BFEDEFBCEF}"/>
                    </a:ext>
                  </a:extLst>
                </p14:cNvPr>
                <p14:cNvContentPartPr/>
                <p14:nvPr/>
              </p14:nvContentPartPr>
              <p14:xfrm>
                <a:off x="2610144" y="5496336"/>
                <a:ext cx="12600" cy="468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3F07D29-39CE-DEF0-8078-92BFEDEFBCE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601504" y="5487336"/>
                  <a:ext cx="30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15E8063-FB60-5B4B-BEE3-50D3A6038378}"/>
                    </a:ext>
                  </a:extLst>
                </p14:cNvPr>
                <p14:cNvContentPartPr/>
                <p14:nvPr/>
              </p14:nvContentPartPr>
              <p14:xfrm>
                <a:off x="2681064" y="5347656"/>
                <a:ext cx="15120" cy="21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15E8063-FB60-5B4B-BEE3-50D3A603837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672064" y="5338656"/>
                  <a:ext cx="327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FFE81C6-CC3B-0DA8-36BF-0D4B8AC53BC6}"/>
                    </a:ext>
                  </a:extLst>
                </p14:cNvPr>
                <p14:cNvContentPartPr/>
                <p14:nvPr/>
              </p14:nvContentPartPr>
              <p14:xfrm>
                <a:off x="2728584" y="5315616"/>
                <a:ext cx="123480" cy="1836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FFE81C6-CC3B-0DA8-36BF-0D4B8AC53BC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719584" y="5306976"/>
                  <a:ext cx="1411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703DA22-FE75-97DB-7C07-0A4FB7730AFD}"/>
                    </a:ext>
                  </a:extLst>
                </p14:cNvPr>
                <p14:cNvContentPartPr/>
                <p14:nvPr/>
              </p14:nvContentPartPr>
              <p14:xfrm>
                <a:off x="2857464" y="5444136"/>
                <a:ext cx="75240" cy="568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703DA22-FE75-97DB-7C07-0A4FB7730AF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848824" y="5435496"/>
                  <a:ext cx="92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1887760-426A-4C73-4A17-FF1608AB28A1}"/>
                    </a:ext>
                  </a:extLst>
                </p14:cNvPr>
                <p14:cNvContentPartPr/>
                <p14:nvPr/>
              </p14:nvContentPartPr>
              <p14:xfrm>
                <a:off x="2968704" y="5340096"/>
                <a:ext cx="59040" cy="171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1887760-426A-4C73-4A17-FF1608AB28A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959704" y="5331456"/>
                  <a:ext cx="766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2104914-05F6-D83B-CABA-B84B28E38EB0}"/>
                    </a:ext>
                  </a:extLst>
                </p14:cNvPr>
                <p14:cNvContentPartPr/>
                <p14:nvPr/>
              </p14:nvContentPartPr>
              <p14:xfrm>
                <a:off x="3051504" y="5456376"/>
                <a:ext cx="54000" cy="198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2104914-05F6-D83B-CABA-B84B28E38EB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042864" y="5447736"/>
                  <a:ext cx="71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D1276A4-1CFB-F10D-FC38-ED56A702786C}"/>
                    </a:ext>
                  </a:extLst>
                </p14:cNvPr>
                <p14:cNvContentPartPr/>
                <p14:nvPr/>
              </p14:nvContentPartPr>
              <p14:xfrm>
                <a:off x="2910024" y="5448096"/>
                <a:ext cx="256320" cy="2318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D1276A4-1CFB-F10D-FC38-ED56A702786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901384" y="5439456"/>
                  <a:ext cx="2739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D1002D8-CD62-1119-D475-650ED98F5CDC}"/>
                    </a:ext>
                  </a:extLst>
                </p14:cNvPr>
                <p14:cNvContentPartPr/>
                <p14:nvPr/>
              </p14:nvContentPartPr>
              <p14:xfrm>
                <a:off x="982944" y="5938416"/>
                <a:ext cx="3960" cy="127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D1002D8-CD62-1119-D475-650ED98F5CD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73944" y="5929416"/>
                  <a:ext cx="21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ED17DFF-E8CA-B01F-0179-DEF69D2A156E}"/>
                    </a:ext>
                  </a:extLst>
                </p14:cNvPr>
                <p14:cNvContentPartPr/>
                <p14:nvPr/>
              </p14:nvContentPartPr>
              <p14:xfrm>
                <a:off x="981504" y="5932296"/>
                <a:ext cx="120600" cy="1854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ED17DFF-E8CA-B01F-0179-DEF69D2A156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72504" y="5923296"/>
                  <a:ext cx="1382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76BBE97-FB73-969C-0AE2-C2792E3C3F7A}"/>
                    </a:ext>
                  </a:extLst>
                </p14:cNvPr>
                <p14:cNvContentPartPr/>
                <p14:nvPr/>
              </p14:nvContentPartPr>
              <p14:xfrm>
                <a:off x="1320264" y="5960376"/>
                <a:ext cx="122400" cy="75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76BBE97-FB73-969C-0AE2-C2792E3C3F7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311624" y="5951376"/>
                  <a:ext cx="140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8BE0B28-99C4-505C-BEB4-B4F7276ACE73}"/>
                    </a:ext>
                  </a:extLst>
                </p14:cNvPr>
                <p14:cNvContentPartPr/>
                <p14:nvPr/>
              </p14:nvContentPartPr>
              <p14:xfrm>
                <a:off x="1778904" y="5885496"/>
                <a:ext cx="10080" cy="1378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8BE0B28-99C4-505C-BEB4-B4F7276ACE7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769904" y="5876856"/>
                  <a:ext cx="277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F870F73-D983-E334-39F2-BACDB7CE11EB}"/>
                    </a:ext>
                  </a:extLst>
                </p14:cNvPr>
                <p14:cNvContentPartPr/>
                <p14:nvPr/>
              </p14:nvContentPartPr>
              <p14:xfrm>
                <a:off x="1832544" y="5750496"/>
                <a:ext cx="115920" cy="1335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F870F73-D983-E334-39F2-BACDB7CE11E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823544" y="5741856"/>
                  <a:ext cx="133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CDE60FD-A609-C91D-9162-C575FE445FDE}"/>
                    </a:ext>
                  </a:extLst>
                </p14:cNvPr>
                <p14:cNvContentPartPr/>
                <p14:nvPr/>
              </p14:nvContentPartPr>
              <p14:xfrm>
                <a:off x="1903104" y="5943816"/>
                <a:ext cx="96120" cy="630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CDE60FD-A609-C91D-9162-C575FE445FD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894464" y="5935176"/>
                  <a:ext cx="113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AAEDEBB-E136-2E5C-2122-4FD5C9C50878}"/>
                    </a:ext>
                  </a:extLst>
                </p14:cNvPr>
                <p14:cNvContentPartPr/>
                <p14:nvPr/>
              </p14:nvContentPartPr>
              <p14:xfrm>
                <a:off x="2056824" y="5900256"/>
                <a:ext cx="78480" cy="759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AAEDEBB-E136-2E5C-2122-4FD5C9C5087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047824" y="5891256"/>
                  <a:ext cx="961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23DC9BC-BCB2-7009-C2EB-C770A2698E52}"/>
                    </a:ext>
                  </a:extLst>
                </p14:cNvPr>
                <p14:cNvContentPartPr/>
                <p14:nvPr/>
              </p14:nvContentPartPr>
              <p14:xfrm>
                <a:off x="2197584" y="5869296"/>
                <a:ext cx="44640" cy="950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23DC9BC-BCB2-7009-C2EB-C770A2698E5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188944" y="5860296"/>
                  <a:ext cx="622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C01721E-6309-1B40-6A91-2ACF6D020674}"/>
                    </a:ext>
                  </a:extLst>
                </p14:cNvPr>
                <p14:cNvContentPartPr/>
                <p14:nvPr/>
              </p14:nvContentPartPr>
              <p14:xfrm>
                <a:off x="2312784" y="5870016"/>
                <a:ext cx="46800" cy="622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C01721E-6309-1B40-6A91-2ACF6D02067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303784" y="5861376"/>
                  <a:ext cx="644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8BD0673-1467-51FC-FD62-1C919CDEF2F1}"/>
                    </a:ext>
                  </a:extLst>
                </p14:cNvPr>
                <p14:cNvContentPartPr/>
                <p14:nvPr/>
              </p14:nvContentPartPr>
              <p14:xfrm>
                <a:off x="2410344" y="5739336"/>
                <a:ext cx="10080" cy="889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8BD0673-1467-51FC-FD62-1C919CDEF2F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401344" y="5730336"/>
                  <a:ext cx="27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1C8D6F6-89C7-6D90-FF9C-8F937EB4DAD1}"/>
                    </a:ext>
                  </a:extLst>
                </p14:cNvPr>
                <p14:cNvContentPartPr/>
                <p14:nvPr/>
              </p14:nvContentPartPr>
              <p14:xfrm>
                <a:off x="2451744" y="5866776"/>
                <a:ext cx="154440" cy="432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1C8D6F6-89C7-6D90-FF9C-8F937EB4DAD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442744" y="5858136"/>
                  <a:ext cx="1720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BF21EB3-2923-323D-6953-C345FF9ADF67}"/>
                    </a:ext>
                  </a:extLst>
                </p14:cNvPr>
                <p14:cNvContentPartPr/>
                <p14:nvPr/>
              </p14:nvContentPartPr>
              <p14:xfrm>
                <a:off x="2741904" y="5875056"/>
                <a:ext cx="10080" cy="489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BF21EB3-2923-323D-6953-C345FF9ADF6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732904" y="5866056"/>
                  <a:ext cx="27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C258CC7-1A35-ADF5-55AD-D49BA56B7FBE}"/>
                    </a:ext>
                  </a:extLst>
                </p14:cNvPr>
                <p14:cNvContentPartPr/>
                <p14:nvPr/>
              </p14:nvContentPartPr>
              <p14:xfrm>
                <a:off x="2773584" y="5753736"/>
                <a:ext cx="2880" cy="59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C258CC7-1A35-ADF5-55AD-D49BA56B7FB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764944" y="5745096"/>
                  <a:ext cx="20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8907F6C-16E6-D6B7-8752-86588C6E7F1D}"/>
                    </a:ext>
                  </a:extLst>
                </p14:cNvPr>
                <p14:cNvContentPartPr/>
                <p14:nvPr/>
              </p14:nvContentPartPr>
              <p14:xfrm>
                <a:off x="2836944" y="5822136"/>
                <a:ext cx="66240" cy="928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8907F6C-16E6-D6B7-8752-86588C6E7F1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828304" y="5813136"/>
                  <a:ext cx="838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05789C4-0C7E-E468-3C5F-23EAADDA6D30}"/>
                    </a:ext>
                  </a:extLst>
                </p14:cNvPr>
                <p14:cNvContentPartPr/>
                <p14:nvPr/>
              </p14:nvContentPartPr>
              <p14:xfrm>
                <a:off x="2961504" y="5687856"/>
                <a:ext cx="73440" cy="1987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05789C4-0C7E-E468-3C5F-23EAADDA6D3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952504" y="5679216"/>
                  <a:ext cx="91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3EB8B42-83B3-834C-98E4-B7E52010CF4C}"/>
                    </a:ext>
                  </a:extLst>
                </p14:cNvPr>
                <p14:cNvContentPartPr/>
                <p14:nvPr/>
              </p14:nvContentPartPr>
              <p14:xfrm>
                <a:off x="2995344" y="5782536"/>
                <a:ext cx="154080" cy="66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3EB8B42-83B3-834C-98E4-B7E52010CF4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986704" y="5773896"/>
                  <a:ext cx="1717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E791DE1-BE3C-B965-DC63-9458AA462085}"/>
                    </a:ext>
                  </a:extLst>
                </p14:cNvPr>
                <p14:cNvContentPartPr/>
                <p14:nvPr/>
              </p14:nvContentPartPr>
              <p14:xfrm>
                <a:off x="3195504" y="5677416"/>
                <a:ext cx="360" cy="720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E791DE1-BE3C-B965-DC63-9458AA46208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186504" y="5668776"/>
                  <a:ext cx="18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398C53F-C515-A1EB-E77D-0AF506B30877}"/>
                    </a:ext>
                  </a:extLst>
                </p14:cNvPr>
                <p14:cNvContentPartPr/>
                <p14:nvPr/>
              </p14:nvContentPartPr>
              <p14:xfrm>
                <a:off x="3202704" y="5751576"/>
                <a:ext cx="59040" cy="856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398C53F-C515-A1EB-E77D-0AF506B3087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193704" y="5742576"/>
                  <a:ext cx="766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0501F921-A5C5-6280-27AB-B62D1C1DED1A}"/>
                    </a:ext>
                  </a:extLst>
                </p14:cNvPr>
                <p14:cNvContentPartPr/>
                <p14:nvPr/>
              </p14:nvContentPartPr>
              <p14:xfrm>
                <a:off x="4046544" y="6138936"/>
                <a:ext cx="178200" cy="1188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0501F921-A5C5-6280-27AB-B62D1C1DED1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037544" y="6130296"/>
                  <a:ext cx="195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E4D3CE7-9921-9C06-988E-41EAA965C0CD}"/>
                    </a:ext>
                  </a:extLst>
                </p14:cNvPr>
                <p14:cNvContentPartPr/>
                <p14:nvPr/>
              </p14:nvContentPartPr>
              <p14:xfrm>
                <a:off x="4161024" y="6061176"/>
                <a:ext cx="88560" cy="198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E4D3CE7-9921-9C06-988E-41EAA965C0C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152024" y="6052176"/>
                  <a:ext cx="106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DE4ED98-E3BD-7EEA-7460-BDC90189CFE4}"/>
                    </a:ext>
                  </a:extLst>
                </p14:cNvPr>
                <p14:cNvContentPartPr/>
                <p14:nvPr/>
              </p14:nvContentPartPr>
              <p14:xfrm>
                <a:off x="4117104" y="6127056"/>
                <a:ext cx="124560" cy="1008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DE4ED98-E3BD-7EEA-7460-BDC90189CFE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08104" y="6118056"/>
                  <a:ext cx="142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EAABBE6-5134-398F-CD7F-140C4D2CA0E7}"/>
                    </a:ext>
                  </a:extLst>
                </p14:cNvPr>
                <p14:cNvContentPartPr/>
                <p14:nvPr/>
              </p14:nvContentPartPr>
              <p14:xfrm>
                <a:off x="4360824" y="6071616"/>
                <a:ext cx="5400" cy="831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EAABBE6-5134-398F-CD7F-140C4D2CA0E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352184" y="6062976"/>
                  <a:ext cx="23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6A0DC9AC-4210-1D24-7029-5C4F18B3B4B4}"/>
                    </a:ext>
                  </a:extLst>
                </p14:cNvPr>
                <p14:cNvContentPartPr/>
                <p14:nvPr/>
              </p14:nvContentPartPr>
              <p14:xfrm>
                <a:off x="4316904" y="6008256"/>
                <a:ext cx="136080" cy="1962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6A0DC9AC-4210-1D24-7029-5C4F18B3B4B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308264" y="5999256"/>
                  <a:ext cx="153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D9A58BDE-7CA0-AD8F-C963-D09EFC39C66B}"/>
                    </a:ext>
                  </a:extLst>
                </p14:cNvPr>
                <p14:cNvContentPartPr/>
                <p14:nvPr/>
              </p14:nvContentPartPr>
              <p14:xfrm>
                <a:off x="4616064" y="6070176"/>
                <a:ext cx="98280" cy="36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D9A58BDE-7CA0-AD8F-C963-D09EFC39C66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607424" y="6061176"/>
                  <a:ext cx="115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A2281AC1-FD7A-CD6F-CC48-99F8C426DEFA}"/>
                    </a:ext>
                  </a:extLst>
                </p14:cNvPr>
                <p14:cNvContentPartPr/>
                <p14:nvPr/>
              </p14:nvContentPartPr>
              <p14:xfrm>
                <a:off x="4612104" y="6122016"/>
                <a:ext cx="129600" cy="1260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A2281AC1-FD7A-CD6F-CC48-99F8C426DEF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603104" y="6113376"/>
                  <a:ext cx="147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2AF86F47-33A3-7F2A-C0C6-D5256481B64A}"/>
                    </a:ext>
                  </a:extLst>
                </p14:cNvPr>
                <p14:cNvContentPartPr/>
                <p14:nvPr/>
              </p14:nvContentPartPr>
              <p14:xfrm>
                <a:off x="4953024" y="5769216"/>
                <a:ext cx="93240" cy="1900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2AF86F47-33A3-7F2A-C0C6-D5256481B64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44384" y="5760576"/>
                  <a:ext cx="1108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AB98556-9318-14C7-A9E0-CC10514DB4FC}"/>
                    </a:ext>
                  </a:extLst>
                </p14:cNvPr>
                <p14:cNvContentPartPr/>
                <p14:nvPr/>
              </p14:nvContentPartPr>
              <p14:xfrm>
                <a:off x="4958424" y="5858856"/>
                <a:ext cx="124560" cy="86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AB98556-9318-14C7-A9E0-CC10514DB4F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949424" y="5849856"/>
                  <a:ext cx="142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C4B92B5-1849-80B1-BD8F-567B1F80D776}"/>
                    </a:ext>
                  </a:extLst>
                </p14:cNvPr>
                <p14:cNvContentPartPr/>
                <p14:nvPr/>
              </p14:nvContentPartPr>
              <p14:xfrm>
                <a:off x="5297184" y="5762736"/>
                <a:ext cx="18360" cy="1245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C4B92B5-1849-80B1-BD8F-567B1F80D77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288544" y="5754096"/>
                  <a:ext cx="36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4113F0E5-1743-E28B-BDF2-F77AF05926A7}"/>
                    </a:ext>
                  </a:extLst>
                </p14:cNvPr>
                <p14:cNvContentPartPr/>
                <p14:nvPr/>
              </p14:nvContentPartPr>
              <p14:xfrm>
                <a:off x="5258304" y="5836896"/>
                <a:ext cx="88200" cy="1332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4113F0E5-1743-E28B-BDF2-F77AF05926A7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249304" y="5827896"/>
                  <a:ext cx="105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9D08F6DE-E611-6524-8F6B-9D3DDF930AFD}"/>
                    </a:ext>
                  </a:extLst>
                </p14:cNvPr>
                <p14:cNvContentPartPr/>
                <p14:nvPr/>
              </p14:nvContentPartPr>
              <p14:xfrm>
                <a:off x="5509584" y="5718816"/>
                <a:ext cx="199080" cy="9540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9D08F6DE-E611-6524-8F6B-9D3DDF930AF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500944" y="5710176"/>
                  <a:ext cx="2167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BC021ED4-A35F-C1DB-8818-5176807CECBC}"/>
                    </a:ext>
                  </a:extLst>
                </p14:cNvPr>
                <p14:cNvContentPartPr/>
                <p14:nvPr/>
              </p14:nvContentPartPr>
              <p14:xfrm>
                <a:off x="5646024" y="5752296"/>
                <a:ext cx="17280" cy="882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BC021ED4-A35F-C1DB-8818-5176807CECB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637024" y="5743296"/>
                  <a:ext cx="34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620F87FA-9C75-92F7-235E-19E49513520D}"/>
                    </a:ext>
                  </a:extLst>
                </p14:cNvPr>
                <p14:cNvContentPartPr/>
                <p14:nvPr/>
              </p14:nvContentPartPr>
              <p14:xfrm>
                <a:off x="5760504" y="5671296"/>
                <a:ext cx="148680" cy="1576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620F87FA-9C75-92F7-235E-19E49513520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51864" y="5662656"/>
                  <a:ext cx="1663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0612774-EA51-B574-D0C7-E405C9E3FBD4}"/>
                    </a:ext>
                  </a:extLst>
                </p14:cNvPr>
                <p14:cNvContentPartPr/>
                <p14:nvPr/>
              </p14:nvContentPartPr>
              <p14:xfrm>
                <a:off x="6094584" y="5670936"/>
                <a:ext cx="17280" cy="1159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0612774-EA51-B574-D0C7-E405C9E3FBD4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085584" y="5661936"/>
                  <a:ext cx="34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72756B9-850E-3C7E-0549-041A7D74780D}"/>
                    </a:ext>
                  </a:extLst>
                </p14:cNvPr>
                <p14:cNvContentPartPr/>
                <p14:nvPr/>
              </p14:nvContentPartPr>
              <p14:xfrm>
                <a:off x="6050664" y="5715576"/>
                <a:ext cx="139320" cy="151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72756B9-850E-3C7E-0549-041A7D74780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041664" y="5706936"/>
                  <a:ext cx="1569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2FBA0B1-C262-FEC5-37E6-17F2925FEF7B}"/>
                    </a:ext>
                  </a:extLst>
                </p14:cNvPr>
                <p14:cNvContentPartPr/>
                <p14:nvPr/>
              </p14:nvContentPartPr>
              <p14:xfrm>
                <a:off x="6318864" y="5633496"/>
                <a:ext cx="22320" cy="1026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2FBA0B1-C262-FEC5-37E6-17F2925FEF7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309864" y="5624856"/>
                  <a:ext cx="399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F0685D6-7A4F-5586-3C5A-204A78F6DDEE}"/>
                    </a:ext>
                  </a:extLst>
                </p14:cNvPr>
                <p14:cNvContentPartPr/>
                <p14:nvPr/>
              </p14:nvContentPartPr>
              <p14:xfrm>
                <a:off x="6311664" y="5603256"/>
                <a:ext cx="146520" cy="17316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F0685D6-7A4F-5586-3C5A-204A78F6DDE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302664" y="5594256"/>
                  <a:ext cx="1641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22108631-D688-754E-715F-95FCCAC4AC3E}"/>
                    </a:ext>
                  </a:extLst>
                </p14:cNvPr>
                <p14:cNvContentPartPr/>
                <p14:nvPr/>
              </p14:nvContentPartPr>
              <p14:xfrm>
                <a:off x="4954104" y="5888016"/>
                <a:ext cx="1466640" cy="1350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22108631-D688-754E-715F-95FCCAC4AC3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945464" y="5879376"/>
                  <a:ext cx="14842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E39AA35-C5BB-FCDE-7364-41A51407EEAE}"/>
                    </a:ext>
                  </a:extLst>
                </p14:cNvPr>
                <p14:cNvContentPartPr/>
                <p14:nvPr/>
              </p14:nvContentPartPr>
              <p14:xfrm>
                <a:off x="5692104" y="6010776"/>
                <a:ext cx="183240" cy="1807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E39AA35-C5BB-FCDE-7364-41A51407EEA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683464" y="6001776"/>
                  <a:ext cx="200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113AF26-71BD-D0E8-0167-8CA244C47862}"/>
                    </a:ext>
                  </a:extLst>
                </p14:cNvPr>
                <p14:cNvContentPartPr/>
                <p14:nvPr/>
              </p14:nvContentPartPr>
              <p14:xfrm>
                <a:off x="1186344" y="525456"/>
                <a:ext cx="129600" cy="4177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113AF26-71BD-D0E8-0167-8CA244C4786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77344" y="516816"/>
                  <a:ext cx="147240" cy="41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A2D0187-178E-4211-909C-87E2E57E0D26}"/>
                    </a:ext>
                  </a:extLst>
                </p14:cNvPr>
                <p14:cNvContentPartPr/>
                <p14:nvPr/>
              </p14:nvContentPartPr>
              <p14:xfrm>
                <a:off x="1198584" y="389016"/>
                <a:ext cx="4018320" cy="167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A2D0187-178E-4211-909C-87E2E57E0D2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89944" y="380016"/>
                  <a:ext cx="40359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E782BFC-858A-2AC2-1E9E-00273B8F56C5}"/>
                    </a:ext>
                  </a:extLst>
                </p14:cNvPr>
                <p14:cNvContentPartPr/>
                <p14:nvPr/>
              </p14:nvContentPartPr>
              <p14:xfrm>
                <a:off x="1251864" y="678456"/>
                <a:ext cx="3974400" cy="213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E782BFC-858A-2AC2-1E9E-00273B8F56C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243224" y="669456"/>
                  <a:ext cx="3992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B52BEA8-27AB-5920-3757-CA0785602037}"/>
                    </a:ext>
                  </a:extLst>
                </p14:cNvPr>
                <p14:cNvContentPartPr/>
                <p14:nvPr/>
              </p14:nvContentPartPr>
              <p14:xfrm>
                <a:off x="2610144" y="457056"/>
                <a:ext cx="166320" cy="4169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B52BEA8-27AB-5920-3757-CA078560203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601504" y="448416"/>
                  <a:ext cx="183960" cy="41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9C494E4-B61F-A4CB-1CD6-8E856F2DCBD7}"/>
                    </a:ext>
                  </a:extLst>
                </p14:cNvPr>
                <p14:cNvContentPartPr/>
                <p14:nvPr/>
              </p14:nvContentPartPr>
              <p14:xfrm>
                <a:off x="1356984" y="629136"/>
                <a:ext cx="92880" cy="196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9C494E4-B61F-A4CB-1CD6-8E856F2DCBD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347984" y="620496"/>
                  <a:ext cx="1105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EF168A9-88C7-F915-B09E-5759FF8C88B1}"/>
                    </a:ext>
                  </a:extLst>
                </p14:cNvPr>
                <p14:cNvContentPartPr/>
                <p14:nvPr/>
              </p14:nvContentPartPr>
              <p14:xfrm>
                <a:off x="1378944" y="713376"/>
                <a:ext cx="88200" cy="19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EF168A9-88C7-F915-B09E-5759FF8C88B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369944" y="704376"/>
                  <a:ext cx="105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8D90594-F800-59E9-61CA-19614ED99284}"/>
                    </a:ext>
                  </a:extLst>
                </p14:cNvPr>
                <p14:cNvContentPartPr/>
                <p14:nvPr/>
              </p14:nvContentPartPr>
              <p14:xfrm>
                <a:off x="1463904" y="706896"/>
                <a:ext cx="117720" cy="81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8D90594-F800-59E9-61CA-19614ED9928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454904" y="697896"/>
                  <a:ext cx="1353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3F55D25-7EDF-092C-74A8-D4BBDC1C03C7}"/>
                    </a:ext>
                  </a:extLst>
                </p14:cNvPr>
                <p14:cNvContentPartPr/>
                <p14:nvPr/>
              </p14:nvContentPartPr>
              <p14:xfrm>
                <a:off x="1649664" y="633456"/>
                <a:ext cx="34560" cy="136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3F55D25-7EDF-092C-74A8-D4BBDC1C03C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640664" y="624816"/>
                  <a:ext cx="522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34AA6C7-3298-7752-4832-E5A6757E658F}"/>
                    </a:ext>
                  </a:extLst>
                </p14:cNvPr>
                <p14:cNvContentPartPr/>
                <p14:nvPr/>
              </p14:nvContentPartPr>
              <p14:xfrm>
                <a:off x="1625184" y="700056"/>
                <a:ext cx="144360" cy="69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34AA6C7-3298-7752-4832-E5A6757E658F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616184" y="691056"/>
                  <a:ext cx="1620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AFFDDCB-F557-0A79-40F8-D1F226669C1D}"/>
                    </a:ext>
                  </a:extLst>
                </p14:cNvPr>
                <p14:cNvContentPartPr/>
                <p14:nvPr/>
              </p14:nvContentPartPr>
              <p14:xfrm>
                <a:off x="1805544" y="611496"/>
                <a:ext cx="10080" cy="32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AFFDDCB-F557-0A79-40F8-D1F226669C1D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796904" y="602856"/>
                  <a:ext cx="27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A79ED8E-BBEE-4C85-6BEC-CC8A49390506}"/>
                    </a:ext>
                  </a:extLst>
                </p14:cNvPr>
                <p14:cNvContentPartPr/>
                <p14:nvPr/>
              </p14:nvContentPartPr>
              <p14:xfrm>
                <a:off x="1832544" y="664056"/>
                <a:ext cx="100800" cy="92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A79ED8E-BBEE-4C85-6BEC-CC8A49390506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823544" y="655416"/>
                  <a:ext cx="118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55FDC84-C8AB-8E95-443F-42C9CEB86D60}"/>
                    </a:ext>
                  </a:extLst>
                </p14:cNvPr>
                <p14:cNvContentPartPr/>
                <p14:nvPr/>
              </p14:nvContentPartPr>
              <p14:xfrm>
                <a:off x="1990944" y="689616"/>
                <a:ext cx="15120" cy="61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55FDC84-C8AB-8E95-443F-42C9CEB86D6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981944" y="680976"/>
                  <a:ext cx="327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C678E35-B383-DECE-0B54-1E960BA4CBE4}"/>
                    </a:ext>
                  </a:extLst>
                </p14:cNvPr>
                <p14:cNvContentPartPr/>
                <p14:nvPr/>
              </p14:nvContentPartPr>
              <p14:xfrm>
                <a:off x="2022624" y="599616"/>
                <a:ext cx="32040" cy="4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C678E35-B383-DECE-0B54-1E960BA4CBE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013624" y="590616"/>
                  <a:ext cx="49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CC4FBC-0F24-4CB8-CFF8-8E5DA1ECDB38}"/>
                    </a:ext>
                  </a:extLst>
                </p14:cNvPr>
                <p14:cNvContentPartPr/>
                <p14:nvPr/>
              </p14:nvContentPartPr>
              <p14:xfrm>
                <a:off x="2115144" y="554616"/>
                <a:ext cx="68760" cy="157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CC4FBC-0F24-4CB8-CFF8-8E5DA1ECDB3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106504" y="545976"/>
                  <a:ext cx="86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629D97B-DF07-A87A-5C0C-69DAD92E5AA5}"/>
                    </a:ext>
                  </a:extLst>
                </p14:cNvPr>
                <p14:cNvContentPartPr/>
                <p14:nvPr/>
              </p14:nvContentPartPr>
              <p14:xfrm>
                <a:off x="2085984" y="668376"/>
                <a:ext cx="114840" cy="11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629D97B-DF07-A87A-5C0C-69DAD92E5AA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077344" y="659736"/>
                  <a:ext cx="132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887D8A8-C8D7-9A70-8681-EAF5A4411BB0}"/>
                    </a:ext>
                  </a:extLst>
                </p14:cNvPr>
                <p14:cNvContentPartPr/>
                <p14:nvPr/>
              </p14:nvContentPartPr>
              <p14:xfrm>
                <a:off x="2246904" y="658656"/>
                <a:ext cx="73440" cy="38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887D8A8-C8D7-9A70-8681-EAF5A4411BB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238264" y="650016"/>
                  <a:ext cx="910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C3DCEF0-5C2E-1031-2CC8-F687E5E87A66}"/>
                    </a:ext>
                  </a:extLst>
                </p14:cNvPr>
                <p14:cNvContentPartPr/>
                <p14:nvPr/>
              </p14:nvContentPartPr>
              <p14:xfrm>
                <a:off x="2281104" y="638496"/>
                <a:ext cx="75600" cy="165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C3DCEF0-5C2E-1031-2CC8-F687E5E87A6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272104" y="629496"/>
                  <a:ext cx="93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961A14-1913-DD8B-71ED-DA3F42A6B808}"/>
                    </a:ext>
                  </a:extLst>
                </p14:cNvPr>
                <p14:cNvContentPartPr/>
                <p14:nvPr/>
              </p14:nvContentPartPr>
              <p14:xfrm>
                <a:off x="1215504" y="959616"/>
                <a:ext cx="4423320" cy="262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961A14-1913-DD8B-71ED-DA3F42A6B80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206864" y="950976"/>
                  <a:ext cx="44409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EDD6817-D837-714C-9917-55E2E0FAC403}"/>
                    </a:ext>
                  </a:extLst>
                </p14:cNvPr>
                <p14:cNvContentPartPr/>
                <p14:nvPr/>
              </p14:nvContentPartPr>
              <p14:xfrm>
                <a:off x="1772784" y="934416"/>
                <a:ext cx="115920" cy="192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EDD6817-D837-714C-9917-55E2E0FAC40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763784" y="925416"/>
                  <a:ext cx="1335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744465F-16FB-2E69-2740-064384FA1BBE}"/>
                    </a:ext>
                  </a:extLst>
                </p14:cNvPr>
                <p14:cNvContentPartPr/>
                <p14:nvPr/>
              </p14:nvContentPartPr>
              <p14:xfrm>
                <a:off x="1808064" y="1001736"/>
                <a:ext cx="134640" cy="3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744465F-16FB-2E69-2740-064384FA1BB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799064" y="993096"/>
                  <a:ext cx="152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F5B55D7-8628-D4EF-3716-1D836677F647}"/>
                    </a:ext>
                  </a:extLst>
                </p14:cNvPr>
                <p14:cNvContentPartPr/>
                <p14:nvPr/>
              </p14:nvContentPartPr>
              <p14:xfrm>
                <a:off x="1249704" y="1465056"/>
                <a:ext cx="4267440" cy="182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F5B55D7-8628-D4EF-3716-1D836677F647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240704" y="1456056"/>
                  <a:ext cx="4285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7758839-4099-F833-F9E9-B0851F01080B}"/>
                    </a:ext>
                  </a:extLst>
                </p14:cNvPr>
                <p14:cNvContentPartPr/>
                <p14:nvPr/>
              </p14:nvContentPartPr>
              <p14:xfrm>
                <a:off x="1884744" y="1289376"/>
                <a:ext cx="99000" cy="160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7758839-4099-F833-F9E9-B0851F01080B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875744" y="1280736"/>
                  <a:ext cx="116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3F2F51F-E9EA-9F48-1393-5EDB8D689CBC}"/>
                    </a:ext>
                  </a:extLst>
                </p14:cNvPr>
                <p14:cNvContentPartPr/>
                <p14:nvPr/>
              </p14:nvContentPartPr>
              <p14:xfrm>
                <a:off x="1261944" y="1947816"/>
                <a:ext cx="4530600" cy="175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3F2F51F-E9EA-9F48-1393-5EDB8D689CBC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252944" y="1939176"/>
                  <a:ext cx="45482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8095D26-0845-AAC4-9A52-7D52333443DB}"/>
                    </a:ext>
                  </a:extLst>
                </p14:cNvPr>
                <p14:cNvContentPartPr/>
                <p14:nvPr/>
              </p14:nvContentPartPr>
              <p14:xfrm>
                <a:off x="1934784" y="1758096"/>
                <a:ext cx="161640" cy="119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8095D26-0845-AAC4-9A52-7D52333443D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926144" y="1749456"/>
                  <a:ext cx="1792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BD642D-33CE-35ED-8A81-DA1CC5D232EF}"/>
                    </a:ext>
                  </a:extLst>
                </p14:cNvPr>
                <p14:cNvContentPartPr/>
                <p14:nvPr/>
              </p14:nvContentPartPr>
              <p14:xfrm>
                <a:off x="1269144" y="2382696"/>
                <a:ext cx="4597200" cy="135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BD642D-33CE-35ED-8A81-DA1CC5D232EF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260504" y="2373696"/>
                  <a:ext cx="4614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30FCBA-1763-880C-D8B3-99E13FC01907}"/>
                    </a:ext>
                  </a:extLst>
                </p14:cNvPr>
                <p14:cNvContentPartPr/>
                <p14:nvPr/>
              </p14:nvContentPartPr>
              <p14:xfrm>
                <a:off x="2037384" y="2225736"/>
                <a:ext cx="360" cy="85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30FCBA-1763-880C-D8B3-99E13FC0190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028384" y="2217096"/>
                  <a:ext cx="18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4334258-D27E-0B10-8710-07C0EA4ECCE2}"/>
                    </a:ext>
                  </a:extLst>
                </p14:cNvPr>
                <p14:cNvContentPartPr/>
                <p14:nvPr/>
              </p14:nvContentPartPr>
              <p14:xfrm>
                <a:off x="1966464" y="2190816"/>
                <a:ext cx="190800" cy="178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4334258-D27E-0B10-8710-07C0EA4ECCE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957824" y="2181816"/>
                  <a:ext cx="208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483A46F-765F-1463-B1E7-2BC2A2F36EC3}"/>
                    </a:ext>
                  </a:extLst>
                </p14:cNvPr>
                <p14:cNvContentPartPr/>
                <p14:nvPr/>
              </p14:nvContentPartPr>
              <p14:xfrm>
                <a:off x="1298304" y="2825856"/>
                <a:ext cx="4664160" cy="168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483A46F-765F-1463-B1E7-2BC2A2F36EC3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289664" y="2817216"/>
                  <a:ext cx="46818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AE3F36B-7A00-2D8C-988D-28AEC8540670}"/>
                    </a:ext>
                  </a:extLst>
                </p14:cNvPr>
                <p14:cNvContentPartPr/>
                <p14:nvPr/>
              </p14:nvContentPartPr>
              <p14:xfrm>
                <a:off x="1995624" y="2656656"/>
                <a:ext cx="197280" cy="111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AE3F36B-7A00-2D8C-988D-28AEC854067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986984" y="2648016"/>
                  <a:ext cx="2149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5A07E4A-4B27-7C8F-57B4-AA662AB42D96}"/>
                    </a:ext>
                  </a:extLst>
                </p14:cNvPr>
                <p14:cNvContentPartPr/>
                <p14:nvPr/>
              </p14:nvContentPartPr>
              <p14:xfrm>
                <a:off x="2073744" y="2614176"/>
                <a:ext cx="180360" cy="14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5A07E4A-4B27-7C8F-57B4-AA662AB42D9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064744" y="2605536"/>
                  <a:ext cx="198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D4E86D5-0010-8AA1-174B-516F8BFBEFAD}"/>
                    </a:ext>
                  </a:extLst>
                </p14:cNvPr>
                <p14:cNvContentPartPr/>
                <p14:nvPr/>
              </p14:nvContentPartPr>
              <p14:xfrm>
                <a:off x="2061504" y="2685816"/>
                <a:ext cx="107280" cy="5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D4E86D5-0010-8AA1-174B-516F8BFBEFA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052864" y="2676816"/>
                  <a:ext cx="1249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BE1ED8C-F34C-4BCC-C7CA-FB1A60F34904}"/>
                    </a:ext>
                  </a:extLst>
                </p14:cNvPr>
                <p14:cNvContentPartPr/>
                <p14:nvPr/>
              </p14:nvContentPartPr>
              <p14:xfrm>
                <a:off x="3868344" y="450576"/>
                <a:ext cx="502560" cy="4203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BE1ED8C-F34C-4BCC-C7CA-FB1A60F3490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3859704" y="441936"/>
                  <a:ext cx="520200" cy="42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6FFAFD7-ED29-E0F0-030C-4226C1D5CB4F}"/>
                    </a:ext>
                  </a:extLst>
                </p14:cNvPr>
                <p14:cNvContentPartPr/>
                <p14:nvPr/>
              </p14:nvContentPartPr>
              <p14:xfrm>
                <a:off x="5233824" y="359856"/>
                <a:ext cx="1687680" cy="25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6FFAFD7-ED29-E0F0-030C-4226C1D5CB4F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224824" y="350856"/>
                  <a:ext cx="17053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A3710B5-8998-E89C-52A7-CABADD5EB668}"/>
                    </a:ext>
                  </a:extLst>
                </p14:cNvPr>
                <p14:cNvContentPartPr/>
                <p14:nvPr/>
              </p14:nvContentPartPr>
              <p14:xfrm>
                <a:off x="5211864" y="598536"/>
                <a:ext cx="1731600" cy="75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A3710B5-8998-E89C-52A7-CABADD5EB66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203224" y="589896"/>
                  <a:ext cx="17492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6D49576-6E71-C487-1779-1817BCB59573}"/>
                    </a:ext>
                  </a:extLst>
                </p14:cNvPr>
                <p14:cNvContentPartPr/>
                <p14:nvPr/>
              </p14:nvContentPartPr>
              <p14:xfrm>
                <a:off x="5589864" y="898056"/>
                <a:ext cx="1510560" cy="74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6D49576-6E71-C487-1779-1817BCB59573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580864" y="889416"/>
                  <a:ext cx="1528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C29D334-3FEA-6476-3ACA-BAFB306C9626}"/>
                    </a:ext>
                  </a:extLst>
                </p14:cNvPr>
                <p14:cNvContentPartPr/>
                <p14:nvPr/>
              </p14:nvContentPartPr>
              <p14:xfrm>
                <a:off x="5409504" y="1436616"/>
                <a:ext cx="1690560" cy="68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C29D334-3FEA-6476-3ACA-BAFB306C962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400504" y="1427976"/>
                  <a:ext cx="1708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0D1A9A1-D21B-F45A-1A40-DA04DB29AF81}"/>
                    </a:ext>
                  </a:extLst>
                </p14:cNvPr>
                <p14:cNvContentPartPr/>
                <p14:nvPr/>
              </p14:nvContentPartPr>
              <p14:xfrm>
                <a:off x="5785704" y="1903536"/>
                <a:ext cx="1300320" cy="88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0D1A9A1-D21B-F45A-1A40-DA04DB29AF8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776704" y="1894536"/>
                  <a:ext cx="13179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17F5B6-BBA8-A5D9-8266-2D2CFA744201}"/>
                    </a:ext>
                  </a:extLst>
                </p14:cNvPr>
                <p14:cNvContentPartPr/>
                <p14:nvPr/>
              </p14:nvContentPartPr>
              <p14:xfrm>
                <a:off x="5836104" y="2399616"/>
                <a:ext cx="10080" cy="100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17F5B6-BBA8-A5D9-8266-2D2CFA74420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827104" y="2390976"/>
                  <a:ext cx="27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584DE5A-0FE3-8B53-AF3B-B7AAA88FEA59}"/>
                    </a:ext>
                  </a:extLst>
                </p14:cNvPr>
                <p14:cNvContentPartPr/>
                <p14:nvPr/>
              </p14:nvContentPartPr>
              <p14:xfrm>
                <a:off x="5826384" y="2296296"/>
                <a:ext cx="1427400" cy="113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584DE5A-0FE3-8B53-AF3B-B7AAA88FEA5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5817384" y="2287296"/>
                  <a:ext cx="1445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4CF4D62-9CB8-D68C-3594-D0DCB14B394F}"/>
                    </a:ext>
                  </a:extLst>
                </p14:cNvPr>
                <p14:cNvContentPartPr/>
                <p14:nvPr/>
              </p14:nvContentPartPr>
              <p14:xfrm>
                <a:off x="5955624" y="2834496"/>
                <a:ext cx="1207800" cy="67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4CF4D62-9CB8-D68C-3594-D0DCB14B394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946624" y="2825496"/>
                  <a:ext cx="12254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7E84717-A1F3-8582-CE64-B6A97B2B8B51}"/>
                    </a:ext>
                  </a:extLst>
                </p14:cNvPr>
                <p14:cNvContentPartPr/>
                <p14:nvPr/>
              </p14:nvContentPartPr>
              <p14:xfrm>
                <a:off x="5562864" y="355536"/>
                <a:ext cx="306360" cy="4199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7E84717-A1F3-8582-CE64-B6A97B2B8B5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554224" y="346896"/>
                  <a:ext cx="324000" cy="42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106058B-1602-5A38-1FAB-8EF9E3254F62}"/>
                    </a:ext>
                  </a:extLst>
                </p14:cNvPr>
                <p14:cNvContentPartPr/>
                <p14:nvPr/>
              </p14:nvContentPartPr>
              <p14:xfrm>
                <a:off x="6918624" y="331416"/>
                <a:ext cx="461160" cy="31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106058B-1602-5A38-1FAB-8EF9E3254F6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909984" y="322416"/>
                  <a:ext cx="4788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F9E2488-64E0-E41F-BEC1-BCBE931C2E51}"/>
                    </a:ext>
                  </a:extLst>
                </p14:cNvPr>
                <p14:cNvContentPartPr/>
                <p14:nvPr/>
              </p14:nvContentPartPr>
              <p14:xfrm>
                <a:off x="6930864" y="643176"/>
                <a:ext cx="587880" cy="14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F9E2488-64E0-E41F-BEC1-BCBE931C2E5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922224" y="634536"/>
                  <a:ext cx="605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ECA3FB5-AEE8-E55E-56F7-97B622359738}"/>
                    </a:ext>
                  </a:extLst>
                </p14:cNvPr>
                <p14:cNvContentPartPr/>
                <p14:nvPr/>
              </p14:nvContentPartPr>
              <p14:xfrm>
                <a:off x="7118784" y="901656"/>
                <a:ext cx="389160" cy="190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ECA3FB5-AEE8-E55E-56F7-97B62235973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109784" y="893016"/>
                  <a:ext cx="406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827073F-43B6-74AD-6DFA-D0BB1CB363BA}"/>
                    </a:ext>
                  </a:extLst>
                </p14:cNvPr>
                <p14:cNvContentPartPr/>
                <p14:nvPr/>
              </p14:nvContentPartPr>
              <p14:xfrm>
                <a:off x="7062624" y="1469016"/>
                <a:ext cx="412920" cy="39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827073F-43B6-74AD-6DFA-D0BB1CB363BA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053624" y="1460016"/>
                  <a:ext cx="4305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77E8A47-7204-E04B-D775-749FAF6B8544}"/>
                    </a:ext>
                  </a:extLst>
                </p14:cNvPr>
                <p14:cNvContentPartPr/>
                <p14:nvPr/>
              </p14:nvContentPartPr>
              <p14:xfrm>
                <a:off x="7067304" y="1872216"/>
                <a:ext cx="444240" cy="475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77E8A47-7204-E04B-D775-749FAF6B854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058664" y="1863216"/>
                  <a:ext cx="461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680E0D2-861D-5B31-09E5-CD6BAFB15C74}"/>
                    </a:ext>
                  </a:extLst>
                </p14:cNvPr>
                <p14:cNvContentPartPr/>
                <p14:nvPr/>
              </p14:nvContentPartPr>
              <p14:xfrm>
                <a:off x="7214184" y="2241216"/>
                <a:ext cx="392400" cy="687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680E0D2-861D-5B31-09E5-CD6BAFB15C74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205544" y="2232216"/>
                  <a:ext cx="410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0B77CA5-5164-C48E-F756-E1E0CD955839}"/>
                    </a:ext>
                  </a:extLst>
                </p14:cNvPr>
                <p14:cNvContentPartPr/>
                <p14:nvPr/>
              </p14:nvContentPartPr>
              <p14:xfrm>
                <a:off x="7140744" y="2824056"/>
                <a:ext cx="345960" cy="24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0B77CA5-5164-C48E-F756-E1E0CD955839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131744" y="2815056"/>
                  <a:ext cx="3636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9DEB6A2-2B42-DE44-2EA7-26AE5F12C082}"/>
                    </a:ext>
                  </a:extLst>
                </p14:cNvPr>
                <p14:cNvContentPartPr/>
                <p14:nvPr/>
              </p14:nvContentPartPr>
              <p14:xfrm>
                <a:off x="3044304" y="605376"/>
                <a:ext cx="68760" cy="1245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9DEB6A2-2B42-DE44-2EA7-26AE5F12C082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035304" y="596736"/>
                  <a:ext cx="86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59A935C-CF84-7E22-52F7-81C80E629E8F}"/>
                    </a:ext>
                  </a:extLst>
                </p14:cNvPr>
                <p14:cNvContentPartPr/>
                <p14:nvPr/>
              </p14:nvContentPartPr>
              <p14:xfrm>
                <a:off x="3149784" y="668376"/>
                <a:ext cx="36360" cy="1378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59A935C-CF84-7E22-52F7-81C80E629E8F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140784" y="659736"/>
                  <a:ext cx="54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0EC318A-A93A-D0BD-0FFD-FB0C8A642AF4}"/>
                    </a:ext>
                  </a:extLst>
                </p14:cNvPr>
                <p14:cNvContentPartPr/>
                <p14:nvPr/>
              </p14:nvContentPartPr>
              <p14:xfrm>
                <a:off x="3191904" y="595296"/>
                <a:ext cx="62640" cy="1004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0EC318A-A93A-D0BD-0FFD-FB0C8A642AF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183264" y="586656"/>
                  <a:ext cx="802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7C7BFA2-0E10-5C55-8462-B42AB3965073}"/>
                    </a:ext>
                  </a:extLst>
                </p14:cNvPr>
                <p14:cNvContentPartPr/>
                <p14:nvPr/>
              </p14:nvContentPartPr>
              <p14:xfrm>
                <a:off x="3300264" y="547416"/>
                <a:ext cx="73440" cy="1645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7C7BFA2-0E10-5C55-8462-B42AB396507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291624" y="538776"/>
                  <a:ext cx="910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A3AD88B-E0B7-5F6D-2B57-3D6495FC6ECA}"/>
                    </a:ext>
                  </a:extLst>
                </p14:cNvPr>
                <p14:cNvContentPartPr/>
                <p14:nvPr/>
              </p14:nvContentPartPr>
              <p14:xfrm>
                <a:off x="3307464" y="625176"/>
                <a:ext cx="88200" cy="421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A3AD88B-E0B7-5F6D-2B57-3D6495FC6ECA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298824" y="616176"/>
                  <a:ext cx="1058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B0F42F8-CFBF-9594-A60B-590101C6EFBF}"/>
                    </a:ext>
                  </a:extLst>
                </p14:cNvPr>
                <p14:cNvContentPartPr/>
                <p14:nvPr/>
              </p14:nvContentPartPr>
              <p14:xfrm>
                <a:off x="3441744" y="531216"/>
                <a:ext cx="17280" cy="644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B0F42F8-CFBF-9594-A60B-590101C6EFB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432744" y="522216"/>
                  <a:ext cx="34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287A12B-4706-85F0-76CC-6851E20DC910}"/>
                    </a:ext>
                  </a:extLst>
                </p14:cNvPr>
                <p14:cNvContentPartPr/>
                <p14:nvPr/>
              </p14:nvContentPartPr>
              <p14:xfrm>
                <a:off x="3456144" y="618336"/>
                <a:ext cx="154080" cy="572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287A12B-4706-85F0-76CC-6851E20DC910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447504" y="609696"/>
                  <a:ext cx="171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03FB010-F649-8048-FF85-82DD9BE7F85D}"/>
                    </a:ext>
                  </a:extLst>
                </p14:cNvPr>
                <p14:cNvContentPartPr/>
                <p14:nvPr/>
              </p14:nvContentPartPr>
              <p14:xfrm>
                <a:off x="3663504" y="622296"/>
                <a:ext cx="19800" cy="392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03FB010-F649-8048-FF85-82DD9BE7F85D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654864" y="613296"/>
                  <a:ext cx="37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73EDC7C-997C-3475-5031-76A94CF5E9DA}"/>
                    </a:ext>
                  </a:extLst>
                </p14:cNvPr>
                <p14:cNvContentPartPr/>
                <p14:nvPr/>
              </p14:nvContentPartPr>
              <p14:xfrm>
                <a:off x="3724704" y="511776"/>
                <a:ext cx="5400" cy="741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73EDC7C-997C-3475-5031-76A94CF5E9D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715704" y="502776"/>
                  <a:ext cx="23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E76B514-A591-411A-14B4-E5CFDD597B13}"/>
                    </a:ext>
                  </a:extLst>
                </p14:cNvPr>
                <p14:cNvContentPartPr/>
                <p14:nvPr/>
              </p14:nvContentPartPr>
              <p14:xfrm>
                <a:off x="3711744" y="600336"/>
                <a:ext cx="81360" cy="961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E76B514-A591-411A-14B4-E5CFDD597B13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703104" y="591336"/>
                  <a:ext cx="990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A206475-5610-DCB8-7B77-D6B1309A70D2}"/>
                    </a:ext>
                  </a:extLst>
                </p14:cNvPr>
                <p14:cNvContentPartPr/>
                <p14:nvPr/>
              </p14:nvContentPartPr>
              <p14:xfrm>
                <a:off x="3807504" y="500976"/>
                <a:ext cx="70920" cy="1807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A206475-5610-DCB8-7B77-D6B1309A70D2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798504" y="492336"/>
                  <a:ext cx="88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FE3034A-00FC-D162-CB0A-FAFDE7352DF4}"/>
                    </a:ext>
                  </a:extLst>
                </p14:cNvPr>
                <p14:cNvContentPartPr/>
                <p14:nvPr/>
              </p14:nvContentPartPr>
              <p14:xfrm>
                <a:off x="3799944" y="616896"/>
                <a:ext cx="86400" cy="644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FE3034A-00FC-D162-CB0A-FAFDE7352DF4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791304" y="607896"/>
                  <a:ext cx="104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3A26776-4A2D-B681-485C-F540DC3AD3D5}"/>
                    </a:ext>
                  </a:extLst>
                </p14:cNvPr>
                <p14:cNvContentPartPr/>
                <p14:nvPr/>
              </p14:nvContentPartPr>
              <p14:xfrm>
                <a:off x="3902544" y="566856"/>
                <a:ext cx="12600" cy="385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3A26776-4A2D-B681-485C-F540DC3AD3D5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893544" y="558216"/>
                  <a:ext cx="302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27B8888-3981-46D8-C0CD-DB7305E08FAE}"/>
                    </a:ext>
                  </a:extLst>
                </p14:cNvPr>
                <p14:cNvContentPartPr/>
                <p14:nvPr/>
              </p14:nvContentPartPr>
              <p14:xfrm>
                <a:off x="3919464" y="621576"/>
                <a:ext cx="41760" cy="752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27B8888-3981-46D8-C0CD-DB7305E08FAE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910824" y="612576"/>
                  <a:ext cx="59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E0CE80C-CC04-40FC-0470-EBB1830BECB2}"/>
                    </a:ext>
                  </a:extLst>
                </p14:cNvPr>
                <p14:cNvContentPartPr/>
                <p14:nvPr/>
              </p14:nvContentPartPr>
              <p14:xfrm>
                <a:off x="4153824" y="502416"/>
                <a:ext cx="60840" cy="1598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E0CE80C-CC04-40FC-0470-EBB1830BECB2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4144824" y="493776"/>
                  <a:ext cx="784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B7E31FD-1DAB-B2F9-A604-76E35767D4EA}"/>
                    </a:ext>
                  </a:extLst>
                </p14:cNvPr>
                <p14:cNvContentPartPr/>
                <p14:nvPr/>
              </p14:nvContentPartPr>
              <p14:xfrm>
                <a:off x="4182984" y="585576"/>
                <a:ext cx="41760" cy="43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B7E31FD-1DAB-B2F9-A604-76E35767D4EA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4173984" y="576936"/>
                  <a:ext cx="594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79F0EF4-A739-7C01-EB45-5C6B37FD0B41}"/>
                    </a:ext>
                  </a:extLst>
                </p14:cNvPr>
                <p14:cNvContentPartPr/>
                <p14:nvPr/>
              </p14:nvContentPartPr>
              <p14:xfrm>
                <a:off x="4529304" y="688176"/>
                <a:ext cx="360" cy="3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79F0EF4-A739-7C01-EB45-5C6B37FD0B41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520304" y="679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60B3D39-2475-C066-302E-EF7BA6A34ACF}"/>
                    </a:ext>
                  </a:extLst>
                </p14:cNvPr>
                <p14:cNvContentPartPr/>
                <p14:nvPr/>
              </p14:nvContentPartPr>
              <p14:xfrm>
                <a:off x="4529304" y="454536"/>
                <a:ext cx="353880" cy="2336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60B3D39-2475-C066-302E-EF7BA6A34ACF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520304" y="445896"/>
                  <a:ext cx="371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C9CC160-1EFF-172F-DA50-3BAAAB495276}"/>
                    </a:ext>
                  </a:extLst>
                </p14:cNvPr>
                <p14:cNvContentPartPr/>
                <p14:nvPr/>
              </p14:nvContentPartPr>
              <p14:xfrm>
                <a:off x="6391944" y="428976"/>
                <a:ext cx="24840" cy="1371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C9CC160-1EFF-172F-DA50-3BAAAB49527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383304" y="419976"/>
                  <a:ext cx="424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465B649-304C-ED2C-688D-8C3DF9CC7DF4}"/>
                    </a:ext>
                  </a:extLst>
                </p14:cNvPr>
                <p14:cNvContentPartPr/>
                <p14:nvPr/>
              </p14:nvContentPartPr>
              <p14:xfrm>
                <a:off x="6411384" y="402696"/>
                <a:ext cx="115560" cy="1612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465B649-304C-ED2C-688D-8C3DF9CC7DF4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402744" y="394056"/>
                  <a:ext cx="133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19882CF-2F74-FBBA-AB23-8B48B19DB6DB}"/>
                    </a:ext>
                  </a:extLst>
                </p14:cNvPr>
                <p14:cNvContentPartPr/>
                <p14:nvPr/>
              </p14:nvContentPartPr>
              <p14:xfrm>
                <a:off x="3370824" y="915696"/>
                <a:ext cx="360" cy="28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19882CF-2F74-FBBA-AB23-8B48B19DB6D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362184" y="906696"/>
                  <a:ext cx="180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B47EED5-EA5A-72E3-7799-AA6991C4A929}"/>
                    </a:ext>
                  </a:extLst>
                </p14:cNvPr>
                <p14:cNvContentPartPr/>
                <p14:nvPr/>
              </p14:nvContentPartPr>
              <p14:xfrm>
                <a:off x="3351384" y="887976"/>
                <a:ext cx="192960" cy="864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B47EED5-EA5A-72E3-7799-AA6991C4A929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3342744" y="878976"/>
                  <a:ext cx="2106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573F07D-08DB-7EF3-7107-EF2AC24C490B}"/>
                    </a:ext>
                  </a:extLst>
                </p14:cNvPr>
                <p14:cNvContentPartPr/>
                <p14:nvPr/>
              </p14:nvContentPartPr>
              <p14:xfrm>
                <a:off x="3424464" y="915696"/>
                <a:ext cx="63720" cy="1522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573F07D-08DB-7EF3-7107-EF2AC24C490B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3415824" y="906696"/>
                  <a:ext cx="813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44EC690-BD49-86DF-0E54-905D920E60F0}"/>
                    </a:ext>
                  </a:extLst>
                </p14:cNvPr>
                <p14:cNvContentPartPr/>
                <p14:nvPr/>
              </p14:nvContentPartPr>
              <p14:xfrm>
                <a:off x="3395304" y="1255896"/>
                <a:ext cx="78480" cy="1429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44EC690-BD49-86DF-0E54-905D920E60F0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386304" y="1246896"/>
                  <a:ext cx="961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98DB077-E1F9-B115-8939-FA5F9F3006D8}"/>
                    </a:ext>
                  </a:extLst>
                </p14:cNvPr>
                <p14:cNvContentPartPr/>
                <p14:nvPr/>
              </p14:nvContentPartPr>
              <p14:xfrm>
                <a:off x="3417264" y="1660176"/>
                <a:ext cx="88920" cy="2732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98DB077-E1F9-B115-8939-FA5F9F3006D8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408624" y="1651176"/>
                  <a:ext cx="1065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8ADAD4A-E80F-7D15-7993-384015521136}"/>
                    </a:ext>
                  </a:extLst>
                </p14:cNvPr>
                <p14:cNvContentPartPr/>
                <p14:nvPr/>
              </p14:nvContentPartPr>
              <p14:xfrm>
                <a:off x="3417264" y="1772136"/>
                <a:ext cx="244080" cy="644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8ADAD4A-E80F-7D15-7993-384015521136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408624" y="1763496"/>
                  <a:ext cx="2617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446FFE4-B3BD-AFAA-4B34-C6B07CB8F610}"/>
                    </a:ext>
                  </a:extLst>
                </p14:cNvPr>
                <p14:cNvContentPartPr/>
                <p14:nvPr/>
              </p14:nvContentPartPr>
              <p14:xfrm>
                <a:off x="3429144" y="2123136"/>
                <a:ext cx="108720" cy="2131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446FFE4-B3BD-AFAA-4B34-C6B07CB8F610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3420504" y="2114136"/>
                  <a:ext cx="1263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09BE38A-CBC8-54D0-9E06-A554A18B3BDD}"/>
                    </a:ext>
                  </a:extLst>
                </p14:cNvPr>
                <p14:cNvContentPartPr/>
                <p14:nvPr/>
              </p14:nvContentPartPr>
              <p14:xfrm>
                <a:off x="3436704" y="2594736"/>
                <a:ext cx="170640" cy="1306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09BE38A-CBC8-54D0-9E06-A554A18B3BDD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3428064" y="2586096"/>
                  <a:ext cx="1882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69B3682-D740-4B76-D0EA-D264C3E0CD84}"/>
                    </a:ext>
                  </a:extLst>
                </p14:cNvPr>
                <p14:cNvContentPartPr/>
                <p14:nvPr/>
              </p14:nvContentPartPr>
              <p14:xfrm>
                <a:off x="6433344" y="667656"/>
                <a:ext cx="144360" cy="1951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69B3682-D740-4B76-D0EA-D264C3E0CD84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424704" y="659016"/>
                  <a:ext cx="1620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0A4A2CF-FE28-2BD2-2378-016049FE74E8}"/>
                    </a:ext>
                  </a:extLst>
                </p14:cNvPr>
                <p14:cNvContentPartPr/>
                <p14:nvPr/>
              </p14:nvContentPartPr>
              <p14:xfrm>
                <a:off x="6492024" y="1200096"/>
                <a:ext cx="44280" cy="1486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0A4A2CF-FE28-2BD2-2378-016049FE74E8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6483024" y="1191096"/>
                  <a:ext cx="619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19B876F-373C-DBC2-C700-580C87124301}"/>
                    </a:ext>
                  </a:extLst>
                </p14:cNvPr>
                <p14:cNvContentPartPr/>
                <p14:nvPr/>
              </p14:nvContentPartPr>
              <p14:xfrm>
                <a:off x="6624864" y="1158336"/>
                <a:ext cx="83160" cy="1321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19B876F-373C-DBC2-C700-580C87124301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616224" y="1149696"/>
                  <a:ext cx="100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CEE50FCD-0943-0982-8B8D-216BCC1F6E06}"/>
                    </a:ext>
                  </a:extLst>
                </p14:cNvPr>
                <p14:cNvContentPartPr/>
                <p14:nvPr/>
              </p14:nvContentPartPr>
              <p14:xfrm>
                <a:off x="6552864" y="1702656"/>
                <a:ext cx="24840" cy="1479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CEE50FCD-0943-0982-8B8D-216BCC1F6E06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6544224" y="1694016"/>
                  <a:ext cx="42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8E39B8F-7157-82FB-98FA-4130908F37B0}"/>
                    </a:ext>
                  </a:extLst>
                </p14:cNvPr>
                <p14:cNvContentPartPr/>
                <p14:nvPr/>
              </p14:nvContentPartPr>
              <p14:xfrm>
                <a:off x="6650424" y="1671336"/>
                <a:ext cx="83160" cy="1501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8E39B8F-7157-82FB-98FA-4130908F37B0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6641424" y="1662696"/>
                  <a:ext cx="1008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BB281EE-0947-AF1F-09A7-3E5859D7B5C5}"/>
                    </a:ext>
                  </a:extLst>
                </p14:cNvPr>
                <p14:cNvContentPartPr/>
                <p14:nvPr/>
              </p14:nvContentPartPr>
              <p14:xfrm>
                <a:off x="6552864" y="2087856"/>
                <a:ext cx="114840" cy="1627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BB281EE-0947-AF1F-09A7-3E5859D7B5C5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6544224" y="2078856"/>
                  <a:ext cx="132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0454FC8-2659-E1A4-E651-9F4D8B5DAC72}"/>
                    </a:ext>
                  </a:extLst>
                </p14:cNvPr>
                <p14:cNvContentPartPr/>
                <p14:nvPr/>
              </p14:nvContentPartPr>
              <p14:xfrm>
                <a:off x="6614064" y="2059056"/>
                <a:ext cx="168480" cy="28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0454FC8-2659-E1A4-E651-9F4D8B5DAC72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6605064" y="2050416"/>
                  <a:ext cx="186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5A530C2-8F85-7BB3-51A5-AF1C1D5395DA}"/>
                    </a:ext>
                  </a:extLst>
                </p14:cNvPr>
                <p14:cNvContentPartPr/>
                <p14:nvPr/>
              </p14:nvContentPartPr>
              <p14:xfrm>
                <a:off x="6545664" y="2592936"/>
                <a:ext cx="89640" cy="1378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5A530C2-8F85-7BB3-51A5-AF1C1D5395DA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6536664" y="2583936"/>
                  <a:ext cx="107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2603D92-5226-8429-991F-CD61454135B7}"/>
                    </a:ext>
                  </a:extLst>
                </p14:cNvPr>
                <p14:cNvContentPartPr/>
                <p14:nvPr/>
              </p14:nvContentPartPr>
              <p14:xfrm>
                <a:off x="6618744" y="2526336"/>
                <a:ext cx="124560" cy="273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2603D92-5226-8429-991F-CD61454135B7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6610104" y="2517696"/>
                  <a:ext cx="142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ECF1D0E-E9AE-8849-4572-04C16F263B5A}"/>
                    </a:ext>
                  </a:extLst>
                </p14:cNvPr>
                <p14:cNvContentPartPr/>
                <p14:nvPr/>
              </p14:nvContentPartPr>
              <p14:xfrm>
                <a:off x="5026464" y="777456"/>
                <a:ext cx="76680" cy="1346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ECF1D0E-E9AE-8849-4572-04C16F263B5A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5017824" y="768456"/>
                  <a:ext cx="94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2E8A38D-F82C-5C61-D9EE-29077CA66037}"/>
                    </a:ext>
                  </a:extLst>
                </p14:cNvPr>
                <p14:cNvContentPartPr/>
                <p14:nvPr/>
              </p14:nvContentPartPr>
              <p14:xfrm>
                <a:off x="5063184" y="756216"/>
                <a:ext cx="141120" cy="288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2E8A38D-F82C-5C61-D9EE-29077CA6603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5054184" y="747216"/>
                  <a:ext cx="158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D798F91A-3EF1-0888-680B-2A9AC3E2C049}"/>
                    </a:ext>
                  </a:extLst>
                </p14:cNvPr>
                <p14:cNvContentPartPr/>
                <p14:nvPr/>
              </p14:nvContentPartPr>
              <p14:xfrm>
                <a:off x="5014224" y="2130696"/>
                <a:ext cx="156240" cy="669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D798F91A-3EF1-0888-680B-2A9AC3E2C049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5005584" y="2121696"/>
                  <a:ext cx="1738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661E24B2-C350-3517-1815-700AC6E0D387}"/>
                    </a:ext>
                  </a:extLst>
                </p14:cNvPr>
                <p14:cNvContentPartPr/>
                <p14:nvPr/>
              </p14:nvContentPartPr>
              <p14:xfrm>
                <a:off x="5107104" y="2142216"/>
                <a:ext cx="48960" cy="16092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661E24B2-C350-3517-1815-700AC6E0D387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5098104" y="2133576"/>
                  <a:ext cx="66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D46ACB9-E989-F08F-BF0B-E2FE272026ED}"/>
                    </a:ext>
                  </a:extLst>
                </p14:cNvPr>
                <p14:cNvContentPartPr/>
                <p14:nvPr/>
              </p14:nvContentPartPr>
              <p14:xfrm>
                <a:off x="5346144" y="2540376"/>
                <a:ext cx="160560" cy="1112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D46ACB9-E989-F08F-BF0B-E2FE272026ED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5337144" y="2531376"/>
                  <a:ext cx="1782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BB2DB24-3F69-DC8C-99BD-757A9A373657}"/>
                    </a:ext>
                  </a:extLst>
                </p14:cNvPr>
                <p14:cNvContentPartPr/>
                <p14:nvPr/>
              </p14:nvContentPartPr>
              <p14:xfrm>
                <a:off x="5401944" y="2590776"/>
                <a:ext cx="73440" cy="1717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BB2DB24-3F69-DC8C-99BD-757A9A373657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5393304" y="2581776"/>
                  <a:ext cx="910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9D2D8F4-7F55-F130-502E-ADF29A48DAFB}"/>
                    </a:ext>
                  </a:extLst>
                </p14:cNvPr>
                <p14:cNvContentPartPr/>
                <p14:nvPr/>
              </p14:nvContentPartPr>
              <p14:xfrm>
                <a:off x="7840224" y="711576"/>
                <a:ext cx="22320" cy="248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B9D2D8F4-7F55-F130-502E-ADF29A48DAFB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7831584" y="702936"/>
                  <a:ext cx="39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4B858C7E-26E6-4230-D231-E6938E4EF657}"/>
                    </a:ext>
                  </a:extLst>
                </p14:cNvPr>
                <p14:cNvContentPartPr/>
                <p14:nvPr/>
              </p14:nvContentPartPr>
              <p14:xfrm>
                <a:off x="7862184" y="1175616"/>
                <a:ext cx="19800" cy="108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4B858C7E-26E6-4230-D231-E6938E4EF657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7853544" y="1166976"/>
                  <a:ext cx="37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057D5745-50F9-147B-0218-7FE6819A2665}"/>
                    </a:ext>
                  </a:extLst>
                </p14:cNvPr>
                <p14:cNvContentPartPr/>
                <p14:nvPr/>
              </p14:nvContentPartPr>
              <p14:xfrm>
                <a:off x="7857504" y="1698696"/>
                <a:ext cx="29520" cy="478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057D5745-50F9-147B-0218-7FE6819A2665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7848504" y="1689696"/>
                  <a:ext cx="471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777BA9A-51A6-8D71-A1D3-3E11958E62CF}"/>
                    </a:ext>
                  </a:extLst>
                </p14:cNvPr>
                <p14:cNvContentPartPr/>
                <p14:nvPr/>
              </p14:nvContentPartPr>
              <p14:xfrm>
                <a:off x="7845264" y="2101536"/>
                <a:ext cx="10080" cy="190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777BA9A-51A6-8D71-A1D3-3E11958E62CF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7836264" y="2092536"/>
                  <a:ext cx="277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FB655338-4297-06B4-BB28-B335039EC116}"/>
                    </a:ext>
                  </a:extLst>
                </p14:cNvPr>
                <p14:cNvContentPartPr/>
                <p14:nvPr/>
              </p14:nvContentPartPr>
              <p14:xfrm>
                <a:off x="7842744" y="2532096"/>
                <a:ext cx="360" cy="36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FB655338-4297-06B4-BB28-B335039EC116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7834104" y="252345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7F3A0281-FE1D-292C-4932-06BF849ED1E7}"/>
                    </a:ext>
                  </a:extLst>
                </p14:cNvPr>
                <p14:cNvContentPartPr/>
                <p14:nvPr/>
              </p14:nvContentPartPr>
              <p14:xfrm>
                <a:off x="7806744" y="689616"/>
                <a:ext cx="117000" cy="19368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7F3A0281-FE1D-292C-4932-06BF849ED1E7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7798104" y="680976"/>
                  <a:ext cx="134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5609E878-059F-CE00-C6F7-C93653EC9C3C}"/>
                    </a:ext>
                  </a:extLst>
                </p14:cNvPr>
                <p14:cNvContentPartPr/>
                <p14:nvPr/>
              </p14:nvContentPartPr>
              <p14:xfrm>
                <a:off x="7886664" y="684216"/>
                <a:ext cx="138240" cy="147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5609E878-059F-CE00-C6F7-C93653EC9C3C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7878024" y="675576"/>
                  <a:ext cx="155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ED8EA76-6844-96AD-296E-A9C130E162DF}"/>
                    </a:ext>
                  </a:extLst>
                </p14:cNvPr>
                <p14:cNvContentPartPr/>
                <p14:nvPr/>
              </p14:nvContentPartPr>
              <p14:xfrm>
                <a:off x="7851384" y="2026656"/>
                <a:ext cx="201600" cy="1249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ED8EA76-6844-96AD-296E-A9C130E162DF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7842384" y="2017656"/>
                  <a:ext cx="219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98CD01B1-DA0E-8B36-A780-ECB61C4F9A69}"/>
                    </a:ext>
                  </a:extLst>
                </p14:cNvPr>
                <p14:cNvContentPartPr/>
                <p14:nvPr/>
              </p14:nvContentPartPr>
              <p14:xfrm>
                <a:off x="7933104" y="2082816"/>
                <a:ext cx="75960" cy="16452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98CD01B1-DA0E-8B36-A780-ECB61C4F9A69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924104" y="2073816"/>
                  <a:ext cx="93600" cy="18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4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5B78FD06-13C2-FE60-0D0F-61D5DDFB19A6}"/>
                  </a:ext>
                </a:extLst>
              </p14:cNvPr>
              <p14:cNvContentPartPr/>
              <p14:nvPr/>
            </p14:nvContentPartPr>
            <p14:xfrm>
              <a:off x="7789104" y="1111536"/>
              <a:ext cx="122400" cy="30564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5B78FD06-13C2-FE60-0D0F-61D5DDFB19A6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>
                <a:off x="7780464" y="1102536"/>
                <a:ext cx="1400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6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8C95DB6F-0227-566F-CD95-3A654502F336}"/>
                  </a:ext>
                </a:extLst>
              </p14:cNvPr>
              <p14:cNvContentPartPr/>
              <p14:nvPr/>
            </p14:nvContentPartPr>
            <p14:xfrm>
              <a:off x="7807104" y="1544256"/>
              <a:ext cx="111240" cy="29124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8C95DB6F-0227-566F-CD95-3A654502F336}"/>
                  </a:ext>
                </a:extLst>
              </p:cNvPr>
              <p:cNvPicPr/>
              <p:nvPr/>
            </p:nvPicPr>
            <p:blipFill>
              <a:blip r:embed="rId567"/>
              <a:stretch>
                <a:fillRect/>
              </a:stretch>
            </p:blipFill>
            <p:spPr>
              <a:xfrm>
                <a:off x="7798464" y="1535256"/>
                <a:ext cx="128880" cy="30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3607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9836195-DD91-3075-B896-B024E3A7F1EE}"/>
              </a:ext>
            </a:extLst>
          </p:cNvPr>
          <p:cNvGrpSpPr/>
          <p:nvPr/>
        </p:nvGrpSpPr>
        <p:grpSpPr>
          <a:xfrm>
            <a:off x="1268784" y="397656"/>
            <a:ext cx="103320" cy="195840"/>
            <a:chOff x="1268784" y="397656"/>
            <a:chExt cx="103320" cy="19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6830AC2-14A1-EE2A-B8EF-F860A90C0CAA}"/>
                    </a:ext>
                  </a:extLst>
                </p14:cNvPr>
                <p14:cNvContentPartPr/>
                <p14:nvPr/>
              </p14:nvContentPartPr>
              <p14:xfrm>
                <a:off x="1268784" y="397656"/>
                <a:ext cx="86040" cy="195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6830AC2-14A1-EE2A-B8EF-F860A90C0CA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59784" y="388656"/>
                  <a:ext cx="1036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26B3621-B86E-1B3C-914E-2180764525F8}"/>
                    </a:ext>
                  </a:extLst>
                </p14:cNvPr>
                <p14:cNvContentPartPr/>
                <p14:nvPr/>
              </p14:nvContentPartPr>
              <p14:xfrm>
                <a:off x="1303344" y="484776"/>
                <a:ext cx="68760" cy="3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26B3621-B86E-1B3C-914E-2180764525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94344" y="476136"/>
                  <a:ext cx="86400" cy="2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92DDF2-3B8E-188E-1EA4-A61AB847AD8E}"/>
                  </a:ext>
                </a:extLst>
              </p14:cNvPr>
              <p14:cNvContentPartPr/>
              <p14:nvPr/>
            </p14:nvContentPartPr>
            <p14:xfrm>
              <a:off x="1576224" y="453096"/>
              <a:ext cx="89640" cy="8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92DDF2-3B8E-188E-1EA4-A61AB847AD8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67584" y="444456"/>
                <a:ext cx="10728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0F45C9E-95FE-8C71-EFEB-68E6D28DD507}"/>
                  </a:ext>
                </a:extLst>
              </p14:cNvPr>
              <p14:cNvContentPartPr/>
              <p14:nvPr/>
            </p14:nvContentPartPr>
            <p14:xfrm>
              <a:off x="1566504" y="525456"/>
              <a:ext cx="95400" cy="10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F45C9E-95FE-8C71-EFEB-68E6D28DD50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57864" y="516816"/>
                <a:ext cx="11304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5303E7D-9CB5-3DB5-F5E2-781EEFAFC4A3}"/>
              </a:ext>
            </a:extLst>
          </p:cNvPr>
          <p:cNvGrpSpPr/>
          <p:nvPr/>
        </p:nvGrpSpPr>
        <p:grpSpPr>
          <a:xfrm>
            <a:off x="1873224" y="365256"/>
            <a:ext cx="158400" cy="210960"/>
            <a:chOff x="1873224" y="365256"/>
            <a:chExt cx="158400" cy="2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68223F6-D7AC-FECD-397D-10EBAB34992F}"/>
                    </a:ext>
                  </a:extLst>
                </p14:cNvPr>
                <p14:cNvContentPartPr/>
                <p14:nvPr/>
              </p14:nvContentPartPr>
              <p14:xfrm>
                <a:off x="1873224" y="365256"/>
                <a:ext cx="158400" cy="135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68223F6-D7AC-FECD-397D-10EBAB34992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64584" y="356616"/>
                  <a:ext cx="1760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D52713A-A53D-489A-F935-F137E1E4B042}"/>
                    </a:ext>
                  </a:extLst>
                </p14:cNvPr>
                <p14:cNvContentPartPr/>
                <p14:nvPr/>
              </p14:nvContentPartPr>
              <p14:xfrm>
                <a:off x="1970064" y="432936"/>
                <a:ext cx="40680" cy="143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D52713A-A53D-489A-F935-F137E1E4B0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61064" y="423936"/>
                  <a:ext cx="5832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78F1AA2-A2C7-BDFD-009B-62B9691FC00F}"/>
              </a:ext>
            </a:extLst>
          </p:cNvPr>
          <p:cNvGrpSpPr/>
          <p:nvPr/>
        </p:nvGrpSpPr>
        <p:grpSpPr>
          <a:xfrm>
            <a:off x="1261944" y="877536"/>
            <a:ext cx="461520" cy="216000"/>
            <a:chOff x="1261944" y="877536"/>
            <a:chExt cx="461520" cy="21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AA76480-2AE4-F8FC-6A2F-178CB2B2D1EC}"/>
                    </a:ext>
                  </a:extLst>
                </p14:cNvPr>
                <p14:cNvContentPartPr/>
                <p14:nvPr/>
              </p14:nvContentPartPr>
              <p14:xfrm>
                <a:off x="1261944" y="925416"/>
                <a:ext cx="149400" cy="159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AA76480-2AE4-F8FC-6A2F-178CB2B2D1E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52944" y="916416"/>
                  <a:ext cx="167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4BA2D15-7894-F668-8291-D205BF6658F3}"/>
                    </a:ext>
                  </a:extLst>
                </p14:cNvPr>
                <p14:cNvContentPartPr/>
                <p14:nvPr/>
              </p14:nvContentPartPr>
              <p14:xfrm>
                <a:off x="1325304" y="893736"/>
                <a:ext cx="105120" cy="26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4BA2D15-7894-F668-8291-D205BF6658F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16304" y="884736"/>
                  <a:ext cx="1227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FE1A7B-3E0F-A822-DD9F-29A15BC65DF9}"/>
                    </a:ext>
                  </a:extLst>
                </p14:cNvPr>
                <p14:cNvContentPartPr/>
                <p14:nvPr/>
              </p14:nvContentPartPr>
              <p14:xfrm>
                <a:off x="1318104" y="975816"/>
                <a:ext cx="95400" cy="8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FE1A7B-3E0F-A822-DD9F-29A15BC65DF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09104" y="966816"/>
                  <a:ext cx="113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96B9BC-888A-5823-5E83-1A0FB67CAE38}"/>
                    </a:ext>
                  </a:extLst>
                </p14:cNvPr>
                <p14:cNvContentPartPr/>
                <p14:nvPr/>
              </p14:nvContentPartPr>
              <p14:xfrm>
                <a:off x="1593504" y="920376"/>
                <a:ext cx="17280" cy="94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96B9BC-888A-5823-5E83-1A0FB67CAE3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84504" y="911736"/>
                  <a:ext cx="34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0B327CC-204B-232F-24B5-6C2DD86253C0}"/>
                    </a:ext>
                  </a:extLst>
                </p14:cNvPr>
                <p14:cNvContentPartPr/>
                <p14:nvPr/>
              </p14:nvContentPartPr>
              <p14:xfrm>
                <a:off x="1535184" y="877536"/>
                <a:ext cx="188280" cy="216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0B327CC-204B-232F-24B5-6C2DD86253C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26544" y="868536"/>
                  <a:ext cx="20592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30AF31E-1D17-BF15-878F-18F824C14BDB}"/>
              </a:ext>
            </a:extLst>
          </p:cNvPr>
          <p:cNvGrpSpPr/>
          <p:nvPr/>
        </p:nvGrpSpPr>
        <p:grpSpPr>
          <a:xfrm>
            <a:off x="1954224" y="926856"/>
            <a:ext cx="132120" cy="63720"/>
            <a:chOff x="1954224" y="926856"/>
            <a:chExt cx="132120" cy="6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4A05664-180B-42D5-3636-E77FB590DE8E}"/>
                    </a:ext>
                  </a:extLst>
                </p14:cNvPr>
                <p14:cNvContentPartPr/>
                <p14:nvPr/>
              </p14:nvContentPartPr>
              <p14:xfrm>
                <a:off x="1956744" y="926856"/>
                <a:ext cx="129600" cy="3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4A05664-180B-42D5-3636-E77FB590DE8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48104" y="918216"/>
                  <a:ext cx="147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719937A-A46F-7A00-BE7E-361C55D6C37A}"/>
                    </a:ext>
                  </a:extLst>
                </p14:cNvPr>
                <p14:cNvContentPartPr/>
                <p14:nvPr/>
              </p14:nvContentPartPr>
              <p14:xfrm>
                <a:off x="1954224" y="979776"/>
                <a:ext cx="114840" cy="10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719937A-A46F-7A00-BE7E-361C55D6C37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45584" y="971136"/>
                  <a:ext cx="13248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DBBCE58-D6D3-C740-7BCF-D01F9E01294B}"/>
              </a:ext>
            </a:extLst>
          </p:cNvPr>
          <p:cNvGrpSpPr/>
          <p:nvPr/>
        </p:nvGrpSpPr>
        <p:grpSpPr>
          <a:xfrm>
            <a:off x="2288304" y="205056"/>
            <a:ext cx="2689920" cy="1069560"/>
            <a:chOff x="2288304" y="205056"/>
            <a:chExt cx="2689920" cy="106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943702A-2FE5-0217-D01F-A9D571D6F5F4}"/>
                    </a:ext>
                  </a:extLst>
                </p14:cNvPr>
                <p14:cNvContentPartPr/>
                <p14:nvPr/>
              </p14:nvContentPartPr>
              <p14:xfrm>
                <a:off x="2288304" y="540216"/>
                <a:ext cx="44280" cy="56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943702A-2FE5-0217-D01F-A9D571D6F5F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79664" y="531216"/>
                  <a:ext cx="61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9D1EFD5-75E0-538E-DC8A-F5093D838C6C}"/>
                    </a:ext>
                  </a:extLst>
                </p14:cNvPr>
                <p14:cNvContentPartPr/>
                <p14:nvPr/>
              </p14:nvContentPartPr>
              <p14:xfrm>
                <a:off x="2649024" y="370296"/>
                <a:ext cx="236880" cy="128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9D1EFD5-75E0-538E-DC8A-F5093D838C6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40384" y="361296"/>
                  <a:ext cx="254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F0DE0D-AD5C-D6EB-39E6-1747485A63E4}"/>
                    </a:ext>
                  </a:extLst>
                </p14:cNvPr>
                <p14:cNvContentPartPr/>
                <p14:nvPr/>
              </p14:nvContentPartPr>
              <p14:xfrm>
                <a:off x="3029544" y="374256"/>
                <a:ext cx="81000" cy="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BF0DE0D-AD5C-D6EB-39E6-1747485A63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20904" y="365616"/>
                  <a:ext cx="98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2BBD522-011A-A537-9478-438257E39F2B}"/>
                    </a:ext>
                  </a:extLst>
                </p14:cNvPr>
                <p14:cNvContentPartPr/>
                <p14:nvPr/>
              </p14:nvContentPartPr>
              <p14:xfrm>
                <a:off x="3044304" y="410256"/>
                <a:ext cx="112680" cy="13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2BBD522-011A-A537-9478-438257E39F2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35304" y="401256"/>
                  <a:ext cx="130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5E5CCDA-E280-F77D-BD8D-9F3238A42CB1}"/>
                    </a:ext>
                  </a:extLst>
                </p14:cNvPr>
                <p14:cNvContentPartPr/>
                <p14:nvPr/>
              </p14:nvContentPartPr>
              <p14:xfrm>
                <a:off x="3346704" y="331776"/>
                <a:ext cx="79560" cy="138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5E5CCDA-E280-F77D-BD8D-9F3238A42CB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38064" y="323136"/>
                  <a:ext cx="97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E7F1DBE-50A2-C60C-B66C-475A5CFA5BCB}"/>
                    </a:ext>
                  </a:extLst>
                </p14:cNvPr>
                <p14:cNvContentPartPr/>
                <p14:nvPr/>
              </p14:nvContentPartPr>
              <p14:xfrm>
                <a:off x="3385584" y="300456"/>
                <a:ext cx="88200" cy="30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E7F1DBE-50A2-C60C-B66C-475A5CFA5BC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76944" y="291456"/>
                  <a:ext cx="1058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6B0A9B9-98EC-C32A-A440-64ECD7836709}"/>
                    </a:ext>
                  </a:extLst>
                </p14:cNvPr>
                <p14:cNvContentPartPr/>
                <p14:nvPr/>
              </p14:nvContentPartPr>
              <p14:xfrm>
                <a:off x="3565944" y="466056"/>
                <a:ext cx="56520" cy="63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6B0A9B9-98EC-C32A-A440-64ECD783670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57304" y="457416"/>
                  <a:ext cx="74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8D12C8F-D1FA-D8ED-D6F9-A7512416A18D}"/>
                    </a:ext>
                  </a:extLst>
                </p14:cNvPr>
                <p14:cNvContentPartPr/>
                <p14:nvPr/>
              </p14:nvContentPartPr>
              <p14:xfrm>
                <a:off x="4031424" y="260496"/>
                <a:ext cx="6120" cy="141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8D12C8F-D1FA-D8ED-D6F9-A7512416A18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22424" y="251856"/>
                  <a:ext cx="237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856B3F6-1445-2883-A889-29F4F9E29444}"/>
                    </a:ext>
                  </a:extLst>
                </p14:cNvPr>
                <p14:cNvContentPartPr/>
                <p14:nvPr/>
              </p14:nvContentPartPr>
              <p14:xfrm>
                <a:off x="4031784" y="250776"/>
                <a:ext cx="99360" cy="193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856B3F6-1445-2883-A889-29F4F9E2944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22784" y="241776"/>
                  <a:ext cx="117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F540339-3EBB-C270-5D36-0DAA3902B4F4}"/>
                    </a:ext>
                  </a:extLst>
                </p14:cNvPr>
                <p14:cNvContentPartPr/>
                <p14:nvPr/>
              </p14:nvContentPartPr>
              <p14:xfrm>
                <a:off x="4348584" y="314136"/>
                <a:ext cx="129600" cy="2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F540339-3EBB-C270-5D36-0DAA3902B4F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39944" y="305496"/>
                  <a:ext cx="1472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96FE434-5E97-85B8-86A4-9B2748EFB796}"/>
                    </a:ext>
                  </a:extLst>
                </p14:cNvPr>
                <p14:cNvContentPartPr/>
                <p14:nvPr/>
              </p14:nvContentPartPr>
              <p14:xfrm>
                <a:off x="4382784" y="387216"/>
                <a:ext cx="88200" cy="16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96FE434-5E97-85B8-86A4-9B2748EFB79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74144" y="378576"/>
                  <a:ext cx="105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F14950E-4D1A-31DC-DC34-92B91DCA1B9B}"/>
                    </a:ext>
                  </a:extLst>
                </p14:cNvPr>
                <p14:cNvContentPartPr/>
                <p14:nvPr/>
              </p14:nvContentPartPr>
              <p14:xfrm>
                <a:off x="4816944" y="205056"/>
                <a:ext cx="161280" cy="236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F14950E-4D1A-31DC-DC34-92B91DCA1B9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07944" y="196056"/>
                  <a:ext cx="1789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06887D-42B9-8177-B8D1-40506B9F661F}"/>
                    </a:ext>
                  </a:extLst>
                </p14:cNvPr>
                <p14:cNvContentPartPr/>
                <p14:nvPr/>
              </p14:nvContentPartPr>
              <p14:xfrm>
                <a:off x="2427624" y="767736"/>
                <a:ext cx="153360" cy="139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06887D-42B9-8177-B8D1-40506B9F661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18624" y="758736"/>
                  <a:ext cx="171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F0CC82D-E98B-92D3-90FD-499953901266}"/>
                    </a:ext>
                  </a:extLst>
                </p14:cNvPr>
                <p14:cNvContentPartPr/>
                <p14:nvPr/>
              </p14:nvContentPartPr>
              <p14:xfrm>
                <a:off x="2549304" y="820656"/>
                <a:ext cx="39240" cy="129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F0CC82D-E98B-92D3-90FD-49995390126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40304" y="811656"/>
                  <a:ext cx="56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44974DF-BD71-02B8-FB2F-1A239A4E61E9}"/>
                    </a:ext>
                  </a:extLst>
                </p14:cNvPr>
                <p14:cNvContentPartPr/>
                <p14:nvPr/>
              </p14:nvContentPartPr>
              <p14:xfrm>
                <a:off x="2878344" y="780696"/>
                <a:ext cx="19800" cy="126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44974DF-BD71-02B8-FB2F-1A239A4E61E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69704" y="771696"/>
                  <a:ext cx="374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A548C11-B93D-7356-D5F3-D11D9A31ABC3}"/>
                    </a:ext>
                  </a:extLst>
                </p14:cNvPr>
                <p14:cNvContentPartPr/>
                <p14:nvPr/>
              </p14:nvContentPartPr>
              <p14:xfrm>
                <a:off x="2863944" y="820656"/>
                <a:ext cx="166320" cy="21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A548C11-B93D-7356-D5F3-D11D9A31ABC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54944" y="811656"/>
                  <a:ext cx="183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6B93C74-A835-97BC-9198-73C150C6D786}"/>
                    </a:ext>
                  </a:extLst>
                </p14:cNvPr>
                <p14:cNvContentPartPr/>
                <p14:nvPr/>
              </p14:nvContentPartPr>
              <p14:xfrm>
                <a:off x="3205584" y="723816"/>
                <a:ext cx="153360" cy="120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6B93C74-A835-97BC-9198-73C150C6D78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96584" y="715176"/>
                  <a:ext cx="171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AA9594E-BF3B-5AFB-008E-0A9D9A514852}"/>
                    </a:ext>
                  </a:extLst>
                </p14:cNvPr>
                <p14:cNvContentPartPr/>
                <p14:nvPr/>
              </p14:nvContentPartPr>
              <p14:xfrm>
                <a:off x="3322224" y="761976"/>
                <a:ext cx="24840" cy="144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AA9594E-BF3B-5AFB-008E-0A9D9A51485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13224" y="753336"/>
                  <a:ext cx="42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7302BEB-F164-1D48-3AB0-86C81A2670C3}"/>
                    </a:ext>
                  </a:extLst>
                </p14:cNvPr>
                <p14:cNvContentPartPr/>
                <p14:nvPr/>
              </p14:nvContentPartPr>
              <p14:xfrm>
                <a:off x="3521304" y="661176"/>
                <a:ext cx="118080" cy="198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7302BEB-F164-1D48-3AB0-86C81A2670C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12664" y="652536"/>
                  <a:ext cx="1357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100D923-1307-00A1-EBC0-9D3674D87979}"/>
                    </a:ext>
                  </a:extLst>
                </p14:cNvPr>
                <p14:cNvContentPartPr/>
                <p14:nvPr/>
              </p14:nvContentPartPr>
              <p14:xfrm>
                <a:off x="3682944" y="736056"/>
                <a:ext cx="82080" cy="111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100D923-1307-00A1-EBC0-9D3674D8797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73944" y="727056"/>
                  <a:ext cx="99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59B459B-3AB5-A211-F8B6-3D96719BFCB7}"/>
                    </a:ext>
                  </a:extLst>
                </p14:cNvPr>
                <p14:cNvContentPartPr/>
                <p14:nvPr/>
              </p14:nvContentPartPr>
              <p14:xfrm>
                <a:off x="3739104" y="707616"/>
                <a:ext cx="95400" cy="3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59B459B-3AB5-A211-F8B6-3D96719BFCB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30464" y="698616"/>
                  <a:ext cx="113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3EB3810-AC24-190C-0134-9D620ACF4E86}"/>
                    </a:ext>
                  </a:extLst>
                </p14:cNvPr>
                <p14:cNvContentPartPr/>
                <p14:nvPr/>
              </p14:nvContentPartPr>
              <p14:xfrm>
                <a:off x="3873384" y="657216"/>
                <a:ext cx="62280" cy="231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3EB3810-AC24-190C-0134-9D620ACF4E8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64384" y="648216"/>
                  <a:ext cx="79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94BC035-2868-2944-0CA8-F152F89B49E0}"/>
                    </a:ext>
                  </a:extLst>
                </p14:cNvPr>
                <p14:cNvContentPartPr/>
                <p14:nvPr/>
              </p14:nvContentPartPr>
              <p14:xfrm>
                <a:off x="4158504" y="634536"/>
                <a:ext cx="4320" cy="148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94BC035-2868-2944-0CA8-F152F89B49E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49864" y="625536"/>
                  <a:ext cx="219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FAB7C77-7B19-4A4C-00FA-EB62B18589BB}"/>
                    </a:ext>
                  </a:extLst>
                </p14:cNvPr>
                <p14:cNvContentPartPr/>
                <p14:nvPr/>
              </p14:nvContentPartPr>
              <p14:xfrm>
                <a:off x="4097664" y="707616"/>
                <a:ext cx="158760" cy="11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FAB7C77-7B19-4A4C-00FA-EB62B18589B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088664" y="698616"/>
                  <a:ext cx="176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3FEE49E-6DC9-D021-0D50-072292E63CE5}"/>
                    </a:ext>
                  </a:extLst>
                </p14:cNvPr>
                <p14:cNvContentPartPr/>
                <p14:nvPr/>
              </p14:nvContentPartPr>
              <p14:xfrm>
                <a:off x="4512024" y="556776"/>
                <a:ext cx="129600" cy="242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3FEE49E-6DC9-D021-0D50-072292E63CE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03384" y="547776"/>
                  <a:ext cx="1472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68C47C4-3760-428C-9CC9-C698A9385127}"/>
                    </a:ext>
                  </a:extLst>
                </p14:cNvPr>
                <p14:cNvContentPartPr/>
                <p14:nvPr/>
              </p14:nvContentPartPr>
              <p14:xfrm>
                <a:off x="2339424" y="923976"/>
                <a:ext cx="2350440" cy="124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68C47C4-3760-428C-9CC9-C698A938512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30784" y="915336"/>
                  <a:ext cx="23680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9646EC5-E821-25F3-E463-9ECA9C4C563E}"/>
                    </a:ext>
                  </a:extLst>
                </p14:cNvPr>
                <p14:cNvContentPartPr/>
                <p14:nvPr/>
              </p14:nvContentPartPr>
              <p14:xfrm>
                <a:off x="3644784" y="1056096"/>
                <a:ext cx="206640" cy="218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9646EC5-E821-25F3-E463-9ECA9C4C563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36144" y="1047456"/>
                  <a:ext cx="22428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B5CFC96-7F92-A62B-DADB-E216B0EA458A}"/>
              </a:ext>
            </a:extLst>
          </p:cNvPr>
          <p:cNvGrpSpPr/>
          <p:nvPr/>
        </p:nvGrpSpPr>
        <p:grpSpPr>
          <a:xfrm>
            <a:off x="5182704" y="782496"/>
            <a:ext cx="146520" cy="66960"/>
            <a:chOff x="5182704" y="782496"/>
            <a:chExt cx="146520" cy="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8F6A1BD-FBF1-EA3D-1214-49726A90D5B2}"/>
                    </a:ext>
                  </a:extLst>
                </p14:cNvPr>
                <p14:cNvContentPartPr/>
                <p14:nvPr/>
              </p14:nvContentPartPr>
              <p14:xfrm>
                <a:off x="5214384" y="782496"/>
                <a:ext cx="114480" cy="9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8F6A1BD-FBF1-EA3D-1214-49726A90D5B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205384" y="773496"/>
                  <a:ext cx="1321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D27314C-703F-4072-9C1F-CE67B7488F0B}"/>
                    </a:ext>
                  </a:extLst>
                </p14:cNvPr>
                <p14:cNvContentPartPr/>
                <p14:nvPr/>
              </p14:nvContentPartPr>
              <p14:xfrm>
                <a:off x="5182704" y="824616"/>
                <a:ext cx="146520" cy="24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D27314C-703F-4072-9C1F-CE67B7488F0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173704" y="815616"/>
                  <a:ext cx="16416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5B3AED1-FEFF-8CDE-5D08-C163F91ED411}"/>
              </a:ext>
            </a:extLst>
          </p:cNvPr>
          <p:cNvGrpSpPr/>
          <p:nvPr/>
        </p:nvGrpSpPr>
        <p:grpSpPr>
          <a:xfrm>
            <a:off x="5745744" y="386496"/>
            <a:ext cx="1935000" cy="766800"/>
            <a:chOff x="5745744" y="386496"/>
            <a:chExt cx="1935000" cy="76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FDAAAE2-C001-AD32-4839-489ABD415917}"/>
                    </a:ext>
                  </a:extLst>
                </p14:cNvPr>
                <p14:cNvContentPartPr/>
                <p14:nvPr/>
              </p14:nvContentPartPr>
              <p14:xfrm>
                <a:off x="5777424" y="489816"/>
                <a:ext cx="149040" cy="158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FDAAAE2-C001-AD32-4839-489ABD41591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68784" y="480816"/>
                  <a:ext cx="1666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5761B6B-DD1E-CAD3-42E8-291C748D339F}"/>
                    </a:ext>
                  </a:extLst>
                </p14:cNvPr>
                <p14:cNvContentPartPr/>
                <p14:nvPr/>
              </p14:nvContentPartPr>
              <p14:xfrm>
                <a:off x="5858064" y="588096"/>
                <a:ext cx="61200" cy="122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5761B6B-DD1E-CAD3-42E8-291C748D339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49064" y="579096"/>
                  <a:ext cx="78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9FA33D9-06B2-7F97-B0CB-90D8DB9BCDC0}"/>
                    </a:ext>
                  </a:extLst>
                </p14:cNvPr>
                <p14:cNvContentPartPr/>
                <p14:nvPr/>
              </p14:nvContentPartPr>
              <p14:xfrm>
                <a:off x="6255504" y="531216"/>
                <a:ext cx="12600" cy="126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9FA33D9-06B2-7F97-B0CB-90D8DB9BCDC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46504" y="522216"/>
                  <a:ext cx="30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C350A18-0504-3A6C-97A9-3B603D471380}"/>
                    </a:ext>
                  </a:extLst>
                </p14:cNvPr>
                <p14:cNvContentPartPr/>
                <p14:nvPr/>
              </p14:nvContentPartPr>
              <p14:xfrm>
                <a:off x="6201864" y="584136"/>
                <a:ext cx="168480" cy="4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C350A18-0504-3A6C-97A9-3B603D4713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92864" y="575136"/>
                  <a:ext cx="186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96A0A35-C4B7-F905-955F-2F91C20F7630}"/>
                    </a:ext>
                  </a:extLst>
                </p14:cNvPr>
                <p14:cNvContentPartPr/>
                <p14:nvPr/>
              </p14:nvContentPartPr>
              <p14:xfrm>
                <a:off x="6579864" y="476136"/>
                <a:ext cx="97560" cy="104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96A0A35-C4B7-F905-955F-2F91C20F763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70864" y="467496"/>
                  <a:ext cx="115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869D7BB-3976-036D-793E-006958278152}"/>
                    </a:ext>
                  </a:extLst>
                </p14:cNvPr>
                <p14:cNvContentPartPr/>
                <p14:nvPr/>
              </p14:nvContentPartPr>
              <p14:xfrm>
                <a:off x="6741504" y="488016"/>
                <a:ext cx="111960" cy="110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869D7BB-3976-036D-793E-00695827815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32864" y="479016"/>
                  <a:ext cx="1296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65527E-33B3-4C9A-3C45-C0F127835411}"/>
                    </a:ext>
                  </a:extLst>
                </p14:cNvPr>
                <p14:cNvContentPartPr/>
                <p14:nvPr/>
              </p14:nvContentPartPr>
              <p14:xfrm>
                <a:off x="7095744" y="441936"/>
                <a:ext cx="33120" cy="125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65527E-33B3-4C9A-3C45-C0F12783541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86744" y="432936"/>
                  <a:ext cx="507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568CC70-ADEB-86A6-98C8-99E289BF6EBE}"/>
                    </a:ext>
                  </a:extLst>
                </p14:cNvPr>
                <p14:cNvContentPartPr/>
                <p14:nvPr/>
              </p14:nvContentPartPr>
              <p14:xfrm>
                <a:off x="7030944" y="500256"/>
                <a:ext cx="163800" cy="11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568CC70-ADEB-86A6-98C8-99E289BF6EB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21944" y="491616"/>
                  <a:ext cx="181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5ECEF49-182B-DC68-A931-B0DC74E826FC}"/>
                    </a:ext>
                  </a:extLst>
                </p14:cNvPr>
                <p14:cNvContentPartPr/>
                <p14:nvPr/>
              </p14:nvContentPartPr>
              <p14:xfrm>
                <a:off x="7428384" y="386496"/>
                <a:ext cx="192960" cy="211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5ECEF49-182B-DC68-A931-B0DC74E826F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19384" y="377856"/>
                  <a:ext cx="210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DB9E9B7-DEF4-EA8E-5A48-6F5623780F70}"/>
                    </a:ext>
                  </a:extLst>
                </p14:cNvPr>
                <p14:cNvContentPartPr/>
                <p14:nvPr/>
              </p14:nvContentPartPr>
              <p14:xfrm>
                <a:off x="5745744" y="716976"/>
                <a:ext cx="1935000" cy="161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DB9E9B7-DEF4-EA8E-5A48-6F5623780F7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737104" y="708336"/>
                  <a:ext cx="19526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63EFE52-6A40-9765-16CA-0FC4B4DDBA9E}"/>
                    </a:ext>
                  </a:extLst>
                </p14:cNvPr>
                <p14:cNvContentPartPr/>
                <p14:nvPr/>
              </p14:nvContentPartPr>
              <p14:xfrm>
                <a:off x="6699024" y="925776"/>
                <a:ext cx="213120" cy="227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63EFE52-6A40-9765-16CA-0FC4B4DDBA9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90024" y="917136"/>
                  <a:ext cx="23076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CB05A60-62F1-2D10-5955-57B945523D59}"/>
              </a:ext>
            </a:extLst>
          </p:cNvPr>
          <p:cNvGrpSpPr/>
          <p:nvPr/>
        </p:nvGrpSpPr>
        <p:grpSpPr>
          <a:xfrm>
            <a:off x="8298864" y="484416"/>
            <a:ext cx="1072800" cy="537480"/>
            <a:chOff x="8298864" y="484416"/>
            <a:chExt cx="1072800" cy="53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006054A-75CC-BD4E-6638-811CDD9F240C}"/>
                    </a:ext>
                  </a:extLst>
                </p14:cNvPr>
                <p14:cNvContentPartPr/>
                <p14:nvPr/>
              </p14:nvContentPartPr>
              <p14:xfrm>
                <a:off x="8298864" y="706896"/>
                <a:ext cx="148680" cy="9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006054A-75CC-BD4E-6638-811CDD9F240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89864" y="697896"/>
                  <a:ext cx="166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26FEF43-E421-FBAC-F98F-214370E70433}"/>
                    </a:ext>
                  </a:extLst>
                </p14:cNvPr>
                <p14:cNvContentPartPr/>
                <p14:nvPr/>
              </p14:nvContentPartPr>
              <p14:xfrm>
                <a:off x="8318304" y="756216"/>
                <a:ext cx="110160" cy="6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26FEF43-E421-FBAC-F98F-214370E7043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09304" y="747576"/>
                  <a:ext cx="127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AEAB5D1-D328-FA39-8C60-1845E92A7144}"/>
                    </a:ext>
                  </a:extLst>
                </p14:cNvPr>
                <p14:cNvContentPartPr/>
                <p14:nvPr/>
              </p14:nvContentPartPr>
              <p14:xfrm>
                <a:off x="8808264" y="493776"/>
                <a:ext cx="150480" cy="174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AEAB5D1-D328-FA39-8C60-1845E92A714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99624" y="485136"/>
                  <a:ext cx="1681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2942326-C587-3BB7-F451-4DB61B198FDD}"/>
                    </a:ext>
                  </a:extLst>
                </p14:cNvPr>
                <p14:cNvContentPartPr/>
                <p14:nvPr/>
              </p14:nvContentPartPr>
              <p14:xfrm>
                <a:off x="9032544" y="484416"/>
                <a:ext cx="139680" cy="106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2942326-C587-3BB7-F451-4DB61B198FD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023544" y="475416"/>
                  <a:ext cx="1573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1847FDA-EF48-294C-3B2D-B1399EC7256F}"/>
                    </a:ext>
                  </a:extLst>
                </p14:cNvPr>
                <p14:cNvContentPartPr/>
                <p14:nvPr/>
              </p14:nvContentPartPr>
              <p14:xfrm>
                <a:off x="8652024" y="739296"/>
                <a:ext cx="719640" cy="39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1847FDA-EF48-294C-3B2D-B1399EC7256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43024" y="730296"/>
                  <a:ext cx="737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0219E3A-A3E3-A216-6C4A-0881A63729ED}"/>
                    </a:ext>
                  </a:extLst>
                </p14:cNvPr>
                <p14:cNvContentPartPr/>
                <p14:nvPr/>
              </p14:nvContentPartPr>
              <p14:xfrm>
                <a:off x="8917704" y="815616"/>
                <a:ext cx="193320" cy="206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0219E3A-A3E3-A216-6C4A-0881A63729E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908704" y="806976"/>
                  <a:ext cx="2109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10E7641-C86A-BBA0-96E2-DDC65394DA51}"/>
              </a:ext>
            </a:extLst>
          </p:cNvPr>
          <p:cNvGrpSpPr/>
          <p:nvPr/>
        </p:nvGrpSpPr>
        <p:grpSpPr>
          <a:xfrm>
            <a:off x="9859104" y="601056"/>
            <a:ext cx="198000" cy="81720"/>
            <a:chOff x="9859104" y="601056"/>
            <a:chExt cx="198000" cy="8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F63BBB5-3CDD-5AFE-E543-E08920E450F9}"/>
                    </a:ext>
                  </a:extLst>
                </p14:cNvPr>
                <p14:cNvContentPartPr/>
                <p14:nvPr/>
              </p14:nvContentPartPr>
              <p14:xfrm>
                <a:off x="9910584" y="601056"/>
                <a:ext cx="146520" cy="7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F63BBB5-3CDD-5AFE-E543-E08920E450F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01584" y="592416"/>
                  <a:ext cx="164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4539A30-27E7-6DDE-E1CF-98024E962E85}"/>
                    </a:ext>
                  </a:extLst>
                </p14:cNvPr>
                <p14:cNvContentPartPr/>
                <p14:nvPr/>
              </p14:nvContentPartPr>
              <p14:xfrm>
                <a:off x="9859104" y="670176"/>
                <a:ext cx="173520" cy="126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4539A30-27E7-6DDE-E1CF-98024E962E8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50464" y="661176"/>
                  <a:ext cx="19116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35DEFAD-4995-7CE0-A21E-29C44BF87AED}"/>
              </a:ext>
            </a:extLst>
          </p:cNvPr>
          <p:cNvGrpSpPr/>
          <p:nvPr/>
        </p:nvGrpSpPr>
        <p:grpSpPr>
          <a:xfrm>
            <a:off x="10421064" y="469296"/>
            <a:ext cx="282240" cy="245880"/>
            <a:chOff x="10421064" y="469296"/>
            <a:chExt cx="282240" cy="24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A518B59-5162-7B0F-4D7D-8372510AA444}"/>
                    </a:ext>
                  </a:extLst>
                </p14:cNvPr>
                <p14:cNvContentPartPr/>
                <p14:nvPr/>
              </p14:nvContentPartPr>
              <p14:xfrm>
                <a:off x="10421064" y="469296"/>
                <a:ext cx="195120" cy="245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A518B59-5162-7B0F-4D7D-8372510AA44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412424" y="460656"/>
                  <a:ext cx="2127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D592525-C576-885B-3C76-A95BF4E08D7A}"/>
                    </a:ext>
                  </a:extLst>
                </p14:cNvPr>
                <p14:cNvContentPartPr/>
                <p14:nvPr/>
              </p14:nvContentPartPr>
              <p14:xfrm>
                <a:off x="10512864" y="518256"/>
                <a:ext cx="190440" cy="10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D592525-C576-885B-3C76-A95BF4E08D7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503864" y="509256"/>
                  <a:ext cx="20808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4C4B67D-B45B-1A68-47FF-D5C98D416A72}"/>
              </a:ext>
            </a:extLst>
          </p:cNvPr>
          <p:cNvGrpSpPr/>
          <p:nvPr/>
        </p:nvGrpSpPr>
        <p:grpSpPr>
          <a:xfrm>
            <a:off x="1282104" y="2334456"/>
            <a:ext cx="545760" cy="268200"/>
            <a:chOff x="1282104" y="2334456"/>
            <a:chExt cx="54576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61A110C-70D0-C0DA-6C16-B199048C3424}"/>
                    </a:ext>
                  </a:extLst>
                </p14:cNvPr>
                <p14:cNvContentPartPr/>
                <p14:nvPr/>
              </p14:nvContentPartPr>
              <p14:xfrm>
                <a:off x="1282104" y="2334456"/>
                <a:ext cx="128520" cy="268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61A110C-70D0-C0DA-6C16-B199048C342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273464" y="2325456"/>
                  <a:ext cx="1461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94A292F-158C-0DA3-EC92-ECB949AE95C9}"/>
                    </a:ext>
                  </a:extLst>
                </p14:cNvPr>
                <p14:cNvContentPartPr/>
                <p14:nvPr/>
              </p14:nvContentPartPr>
              <p14:xfrm>
                <a:off x="1351944" y="2413656"/>
                <a:ext cx="149040" cy="34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94A292F-158C-0DA3-EC92-ECB949AE95C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343304" y="2404656"/>
                  <a:ext cx="1666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FD050B6-204B-65F9-5CD6-2C4F491A8072}"/>
                    </a:ext>
                  </a:extLst>
                </p14:cNvPr>
                <p14:cNvContentPartPr/>
                <p14:nvPr/>
              </p14:nvContentPartPr>
              <p14:xfrm>
                <a:off x="1678824" y="2385216"/>
                <a:ext cx="97920" cy="18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FD050B6-204B-65F9-5CD6-2C4F491A807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669824" y="2376216"/>
                  <a:ext cx="115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95AD96F-CA38-B91E-76BA-56942FFEB461}"/>
                    </a:ext>
                  </a:extLst>
                </p14:cNvPr>
                <p14:cNvContentPartPr/>
                <p14:nvPr/>
              </p14:nvContentPartPr>
              <p14:xfrm>
                <a:off x="1676304" y="2418336"/>
                <a:ext cx="151560" cy="40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95AD96F-CA38-B91E-76BA-56942FFEB46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667664" y="2409696"/>
                  <a:ext cx="16920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288F734-B1D0-534F-8F7C-6CAB822EBBC5}"/>
              </a:ext>
            </a:extLst>
          </p:cNvPr>
          <p:cNvGrpSpPr/>
          <p:nvPr/>
        </p:nvGrpSpPr>
        <p:grpSpPr>
          <a:xfrm>
            <a:off x="2022624" y="2260656"/>
            <a:ext cx="207720" cy="191520"/>
            <a:chOff x="2022624" y="2260656"/>
            <a:chExt cx="20772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335354E-ADDD-C6FE-FE78-94BA98E907A1}"/>
                    </a:ext>
                  </a:extLst>
                </p14:cNvPr>
                <p14:cNvContentPartPr/>
                <p14:nvPr/>
              </p14:nvContentPartPr>
              <p14:xfrm>
                <a:off x="2025144" y="2260656"/>
                <a:ext cx="91440" cy="191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335354E-ADDD-C6FE-FE78-94BA98E907A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016144" y="2252016"/>
                  <a:ext cx="109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AF038EB-61D8-74DF-5135-44E9F041DC41}"/>
                    </a:ext>
                  </a:extLst>
                </p14:cNvPr>
                <p14:cNvContentPartPr/>
                <p14:nvPr/>
              </p14:nvContentPartPr>
              <p14:xfrm>
                <a:off x="2022624" y="2310336"/>
                <a:ext cx="207720" cy="51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AF038EB-61D8-74DF-5135-44E9F041DC4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013624" y="2301336"/>
                  <a:ext cx="22536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66DEBDC2-BB72-C97A-0975-A224EABC223E}"/>
                  </a:ext>
                </a:extLst>
              </p14:cNvPr>
              <p14:cNvContentPartPr/>
              <p14:nvPr/>
            </p14:nvContentPartPr>
            <p14:xfrm>
              <a:off x="2924784" y="2170656"/>
              <a:ext cx="273600" cy="19260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66DEBDC2-BB72-C97A-0975-A224EABC223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915784" y="2162016"/>
                <a:ext cx="291240" cy="21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58F8A763-D801-ECEE-0EB1-F0D3DA63D3AE}"/>
              </a:ext>
            </a:extLst>
          </p:cNvPr>
          <p:cNvGrpSpPr/>
          <p:nvPr/>
        </p:nvGrpSpPr>
        <p:grpSpPr>
          <a:xfrm>
            <a:off x="3394944" y="2081736"/>
            <a:ext cx="445680" cy="179640"/>
            <a:chOff x="3394944" y="2081736"/>
            <a:chExt cx="445680" cy="17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FA8D21E-3B60-63B0-5F0F-2D70646D278D}"/>
                    </a:ext>
                  </a:extLst>
                </p14:cNvPr>
                <p14:cNvContentPartPr/>
                <p14:nvPr/>
              </p14:nvContentPartPr>
              <p14:xfrm>
                <a:off x="3394944" y="2210256"/>
                <a:ext cx="145440" cy="151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FA8D21E-3B60-63B0-5F0F-2D70646D278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385944" y="2201616"/>
                  <a:ext cx="163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1094B6E-BC61-77A2-4BE5-264E06ACE417}"/>
                    </a:ext>
                  </a:extLst>
                </p14:cNvPr>
                <p14:cNvContentPartPr/>
                <p14:nvPr/>
              </p14:nvContentPartPr>
              <p14:xfrm>
                <a:off x="3419784" y="2234016"/>
                <a:ext cx="158760" cy="27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1094B6E-BC61-77A2-4BE5-264E06ACE41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410784" y="2225016"/>
                  <a:ext cx="176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59E611D-F727-6862-097B-A4BC1F8CD696}"/>
                    </a:ext>
                  </a:extLst>
                </p14:cNvPr>
                <p14:cNvContentPartPr/>
                <p14:nvPr/>
              </p14:nvContentPartPr>
              <p14:xfrm>
                <a:off x="3713904" y="2081736"/>
                <a:ext cx="126720" cy="129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59E611D-F727-6862-097B-A4BC1F8CD69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705264" y="2073096"/>
                  <a:ext cx="14436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03FB245-D836-FCD7-4E1D-72BFA9F9F7C5}"/>
              </a:ext>
            </a:extLst>
          </p:cNvPr>
          <p:cNvGrpSpPr/>
          <p:nvPr/>
        </p:nvGrpSpPr>
        <p:grpSpPr>
          <a:xfrm>
            <a:off x="4616784" y="1917216"/>
            <a:ext cx="940320" cy="246240"/>
            <a:chOff x="4616784" y="1917216"/>
            <a:chExt cx="94032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7944403-8CAC-498C-A76B-C1C8D47C8DFF}"/>
                    </a:ext>
                  </a:extLst>
                </p14:cNvPr>
                <p14:cNvContentPartPr/>
                <p14:nvPr/>
              </p14:nvContentPartPr>
              <p14:xfrm>
                <a:off x="4633704" y="2006136"/>
                <a:ext cx="10080" cy="122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7944403-8CAC-498C-A76B-C1C8D47C8DF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24704" y="1997496"/>
                  <a:ext cx="27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7C4BDF4-5702-7312-AAA4-60BC075CECE6}"/>
                    </a:ext>
                  </a:extLst>
                </p14:cNvPr>
                <p14:cNvContentPartPr/>
                <p14:nvPr/>
              </p14:nvContentPartPr>
              <p14:xfrm>
                <a:off x="4616784" y="1952496"/>
                <a:ext cx="200520" cy="210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7C4BDF4-5702-7312-AAA4-60BC075CECE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608144" y="1943856"/>
                  <a:ext cx="2181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963B9B9-9625-2595-E4F8-4096954E9107}"/>
                    </a:ext>
                  </a:extLst>
                </p14:cNvPr>
                <p14:cNvContentPartPr/>
                <p14:nvPr/>
              </p14:nvContentPartPr>
              <p14:xfrm>
                <a:off x="5007024" y="2036376"/>
                <a:ext cx="132120" cy="93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963B9B9-9625-2595-E4F8-4096954E910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998384" y="2027736"/>
                  <a:ext cx="1497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18204AA-869F-DCB9-0012-F5B93422647F}"/>
                    </a:ext>
                  </a:extLst>
                </p14:cNvPr>
                <p14:cNvContentPartPr/>
                <p14:nvPr/>
              </p14:nvContentPartPr>
              <p14:xfrm>
                <a:off x="5041224" y="2066616"/>
                <a:ext cx="146520" cy="21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18204AA-869F-DCB9-0012-F5B93422647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032224" y="2057616"/>
                  <a:ext cx="164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E831134-F112-4F0F-9FDB-3AF3F5654302}"/>
                    </a:ext>
                  </a:extLst>
                </p14:cNvPr>
                <p14:cNvContentPartPr/>
                <p14:nvPr/>
              </p14:nvContentPartPr>
              <p14:xfrm>
                <a:off x="5333904" y="1962576"/>
                <a:ext cx="34560" cy="1224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E831134-F112-4F0F-9FDB-3AF3F565430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24904" y="1953576"/>
                  <a:ext cx="52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117DC65-9B7F-7738-8182-FCE2EA95DBEF}"/>
                    </a:ext>
                  </a:extLst>
                </p14:cNvPr>
                <p14:cNvContentPartPr/>
                <p14:nvPr/>
              </p14:nvContentPartPr>
              <p14:xfrm>
                <a:off x="5448384" y="1917216"/>
                <a:ext cx="108720" cy="150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117DC65-9B7F-7738-8182-FCE2EA95DBE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39744" y="1908216"/>
                  <a:ext cx="1263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D8958A5-9689-8A57-F240-B688041C592A}"/>
              </a:ext>
            </a:extLst>
          </p:cNvPr>
          <p:cNvGrpSpPr/>
          <p:nvPr/>
        </p:nvGrpSpPr>
        <p:grpSpPr>
          <a:xfrm>
            <a:off x="1269504" y="3173256"/>
            <a:ext cx="504360" cy="235440"/>
            <a:chOff x="1269504" y="3173256"/>
            <a:chExt cx="50436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08034EE-D16F-E95B-21D1-E6F699C02508}"/>
                    </a:ext>
                  </a:extLst>
                </p14:cNvPr>
                <p14:cNvContentPartPr/>
                <p14:nvPr/>
              </p14:nvContentPartPr>
              <p14:xfrm>
                <a:off x="1269504" y="3285576"/>
                <a:ext cx="148680" cy="123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08034EE-D16F-E95B-21D1-E6F699C0250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260864" y="3276936"/>
                  <a:ext cx="166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1EE8992-BD5B-07AD-6B82-C3EBA07451CA}"/>
                    </a:ext>
                  </a:extLst>
                </p14:cNvPr>
                <p14:cNvContentPartPr/>
                <p14:nvPr/>
              </p14:nvContentPartPr>
              <p14:xfrm>
                <a:off x="1361664" y="3211776"/>
                <a:ext cx="127080" cy="25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1EE8992-BD5B-07AD-6B82-C3EBA07451C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353024" y="3202776"/>
                  <a:ext cx="144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225E4D1-2314-3517-AAF2-42C81A0898BE}"/>
                    </a:ext>
                  </a:extLst>
                </p14:cNvPr>
                <p14:cNvContentPartPr/>
                <p14:nvPr/>
              </p14:nvContentPartPr>
              <p14:xfrm>
                <a:off x="1327824" y="3271896"/>
                <a:ext cx="173520" cy="32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225E4D1-2314-3517-AAF2-42C81A0898B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318824" y="3262896"/>
                  <a:ext cx="191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A43DF72-CA53-B90C-09B4-8EA379695D96}"/>
                    </a:ext>
                  </a:extLst>
                </p14:cNvPr>
                <p14:cNvContentPartPr/>
                <p14:nvPr/>
              </p14:nvContentPartPr>
              <p14:xfrm>
                <a:off x="1654344" y="3219696"/>
                <a:ext cx="12600" cy="87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A43DF72-CA53-B90C-09B4-8EA379695D9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645704" y="3211056"/>
                  <a:ext cx="302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3EBD91F-43D8-206C-032A-2C2E351A90C7}"/>
                    </a:ext>
                  </a:extLst>
                </p14:cNvPr>
                <p14:cNvContentPartPr/>
                <p14:nvPr/>
              </p14:nvContentPartPr>
              <p14:xfrm>
                <a:off x="1571544" y="3173256"/>
                <a:ext cx="202320" cy="2037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3EBD91F-43D8-206C-032A-2C2E351A90C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62544" y="3164616"/>
                  <a:ext cx="21996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9EDF3DB-66FF-51D4-0B32-9F044B3AF3D6}"/>
              </a:ext>
            </a:extLst>
          </p:cNvPr>
          <p:cNvGrpSpPr/>
          <p:nvPr/>
        </p:nvGrpSpPr>
        <p:grpSpPr>
          <a:xfrm>
            <a:off x="2137104" y="3196296"/>
            <a:ext cx="183240" cy="75600"/>
            <a:chOff x="2137104" y="3196296"/>
            <a:chExt cx="183240" cy="7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B1E5DA6-2549-9739-3224-58772D5E1CED}"/>
                    </a:ext>
                  </a:extLst>
                </p14:cNvPr>
                <p14:cNvContentPartPr/>
                <p14:nvPr/>
              </p14:nvContentPartPr>
              <p14:xfrm>
                <a:off x="2137104" y="3196296"/>
                <a:ext cx="163800" cy="24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B1E5DA6-2549-9739-3224-58772D5E1CE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128464" y="3187296"/>
                  <a:ext cx="1814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81D1802-CE4D-DC56-8A5C-F37DE88C48F0}"/>
                    </a:ext>
                  </a:extLst>
                </p14:cNvPr>
                <p14:cNvContentPartPr/>
                <p14:nvPr/>
              </p14:nvContentPartPr>
              <p14:xfrm>
                <a:off x="2156544" y="3254616"/>
                <a:ext cx="163800" cy="17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81D1802-CE4D-DC56-8A5C-F37DE88C48F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147904" y="3245976"/>
                  <a:ext cx="1814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BAA6541-7A92-B96A-399A-1C86AED67225}"/>
              </a:ext>
            </a:extLst>
          </p:cNvPr>
          <p:cNvGrpSpPr/>
          <p:nvPr/>
        </p:nvGrpSpPr>
        <p:grpSpPr>
          <a:xfrm>
            <a:off x="2729664" y="2566656"/>
            <a:ext cx="3130560" cy="836640"/>
            <a:chOff x="2729664" y="2566656"/>
            <a:chExt cx="3130560" cy="83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F6947FE-A610-0581-953A-D3D9473671AA}"/>
                    </a:ext>
                  </a:extLst>
                </p14:cNvPr>
                <p14:cNvContentPartPr/>
                <p14:nvPr/>
              </p14:nvContentPartPr>
              <p14:xfrm>
                <a:off x="2756664" y="2933496"/>
                <a:ext cx="204840" cy="2181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F6947FE-A610-0581-953A-D3D9473671A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747664" y="2924856"/>
                  <a:ext cx="2224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A093B18-976D-0612-B6E2-2F0639FF50B1}"/>
                    </a:ext>
                  </a:extLst>
                </p14:cNvPr>
                <p14:cNvContentPartPr/>
                <p14:nvPr/>
              </p14:nvContentPartPr>
              <p14:xfrm>
                <a:off x="2829744" y="3020616"/>
                <a:ext cx="222120" cy="19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A093B18-976D-0612-B6E2-2F0639FF50B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820744" y="3011616"/>
                  <a:ext cx="239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5B5B1C7-C92E-687D-3070-061993BED39E}"/>
                    </a:ext>
                  </a:extLst>
                </p14:cNvPr>
                <p14:cNvContentPartPr/>
                <p14:nvPr/>
              </p14:nvContentPartPr>
              <p14:xfrm>
                <a:off x="3412944" y="2875896"/>
                <a:ext cx="14760" cy="163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5B5B1C7-C92E-687D-3070-061993BED39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403944" y="2867256"/>
                  <a:ext cx="324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AE11C3D-97EE-DAC9-4AF3-C308B2064421}"/>
                    </a:ext>
                  </a:extLst>
                </p14:cNvPr>
                <p14:cNvContentPartPr/>
                <p14:nvPr/>
              </p14:nvContentPartPr>
              <p14:xfrm>
                <a:off x="3368664" y="2919816"/>
                <a:ext cx="195480" cy="32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AE11C3D-97EE-DAC9-4AF3-C308B206442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59664" y="2911176"/>
                  <a:ext cx="213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4856DF2-B80D-F739-4A88-D5E674F5C52A}"/>
                    </a:ext>
                  </a:extLst>
                </p14:cNvPr>
                <p14:cNvContentPartPr/>
                <p14:nvPr/>
              </p14:nvContentPartPr>
              <p14:xfrm>
                <a:off x="3865824" y="2755656"/>
                <a:ext cx="204840" cy="1526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4856DF2-B80D-F739-4A88-D5E674F5C52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857184" y="2746656"/>
                  <a:ext cx="2224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D286BD0-D9F4-1D51-674B-72BE8CF9C4FB}"/>
                    </a:ext>
                  </a:extLst>
                </p14:cNvPr>
                <p14:cNvContentPartPr/>
                <p14:nvPr/>
              </p14:nvContentPartPr>
              <p14:xfrm>
                <a:off x="3992904" y="2817576"/>
                <a:ext cx="15120" cy="158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D286BD0-D9F4-1D51-674B-72BE8CF9C4F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983904" y="2808576"/>
                  <a:ext cx="32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E6B7276-91D2-94AE-6621-147A8F09FBD2}"/>
                    </a:ext>
                  </a:extLst>
                </p14:cNvPr>
                <p14:cNvContentPartPr/>
                <p14:nvPr/>
              </p14:nvContentPartPr>
              <p14:xfrm>
                <a:off x="4199904" y="2721096"/>
                <a:ext cx="146520" cy="179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E6B7276-91D2-94AE-6621-147A8F09FBD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191264" y="2712456"/>
                  <a:ext cx="164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6478FEA-5A31-1F66-AF02-A4AC256562DE}"/>
                    </a:ext>
                  </a:extLst>
                </p14:cNvPr>
                <p14:cNvContentPartPr/>
                <p14:nvPr/>
              </p14:nvContentPartPr>
              <p14:xfrm>
                <a:off x="4411224" y="2729376"/>
                <a:ext cx="83160" cy="138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6478FEA-5A31-1F66-AF02-A4AC256562D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402224" y="2720376"/>
                  <a:ext cx="100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3BBEFD2-59C7-FCB1-4B07-137AF174E7E2}"/>
                    </a:ext>
                  </a:extLst>
                </p14:cNvPr>
                <p14:cNvContentPartPr/>
                <p14:nvPr/>
              </p14:nvContentPartPr>
              <p14:xfrm>
                <a:off x="4577904" y="2663136"/>
                <a:ext cx="72720" cy="219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3BBEFD2-59C7-FCB1-4B07-137AF174E7E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69264" y="2654136"/>
                  <a:ext cx="903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6669CAC-AE9B-6CEA-AD8F-D1658B2C110D}"/>
                    </a:ext>
                  </a:extLst>
                </p14:cNvPr>
                <p14:cNvContentPartPr/>
                <p14:nvPr/>
              </p14:nvContentPartPr>
              <p14:xfrm>
                <a:off x="4963104" y="2684016"/>
                <a:ext cx="24840" cy="140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6669CAC-AE9B-6CEA-AD8F-D1658B2C110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54464" y="2675376"/>
                  <a:ext cx="424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0FECD9C-F2CA-0706-97F2-6FEDA5CA1652}"/>
                    </a:ext>
                  </a:extLst>
                </p14:cNvPr>
                <p14:cNvContentPartPr/>
                <p14:nvPr/>
              </p14:nvContentPartPr>
              <p14:xfrm>
                <a:off x="4906944" y="2728656"/>
                <a:ext cx="180720" cy="30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0FECD9C-F2CA-0706-97F2-6FEDA5CA165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898304" y="2720016"/>
                  <a:ext cx="1983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CCE7A68-D602-EC82-D368-0EDA704F1D2D}"/>
                    </a:ext>
                  </a:extLst>
                </p14:cNvPr>
                <p14:cNvContentPartPr/>
                <p14:nvPr/>
              </p14:nvContentPartPr>
              <p14:xfrm>
                <a:off x="5404464" y="2586456"/>
                <a:ext cx="5400" cy="1548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CCE7A68-D602-EC82-D368-0EDA704F1D2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395824" y="2577816"/>
                  <a:ext cx="230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BED7E24-50C6-602F-756F-61329B736353}"/>
                    </a:ext>
                  </a:extLst>
                </p14:cNvPr>
                <p14:cNvContentPartPr/>
                <p14:nvPr/>
              </p14:nvContentPartPr>
              <p14:xfrm>
                <a:off x="5485104" y="2566656"/>
                <a:ext cx="147960" cy="175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BED7E24-50C6-602F-756F-61329B73635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476104" y="2558016"/>
                  <a:ext cx="1656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DBAE56D-A366-FAD7-7B9E-2BA7A99F658B}"/>
                    </a:ext>
                  </a:extLst>
                </p14:cNvPr>
                <p14:cNvContentPartPr/>
                <p14:nvPr/>
              </p14:nvContentPartPr>
              <p14:xfrm>
                <a:off x="2729664" y="3033576"/>
                <a:ext cx="3130560" cy="248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DBAE56D-A366-FAD7-7B9E-2BA7A99F658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721024" y="3024936"/>
                  <a:ext cx="3148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F790596-E158-B760-BF8D-51C3623B7EE6}"/>
                    </a:ext>
                  </a:extLst>
                </p14:cNvPr>
                <p14:cNvContentPartPr/>
                <p14:nvPr/>
              </p14:nvContentPartPr>
              <p14:xfrm>
                <a:off x="4017744" y="3227616"/>
                <a:ext cx="136080" cy="175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F790596-E158-B760-BF8D-51C3623B7EE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09104" y="3218616"/>
                  <a:ext cx="15372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BA53DD1-C3FE-1134-BDCA-FE41F87314CD}"/>
              </a:ext>
            </a:extLst>
          </p:cNvPr>
          <p:cNvGrpSpPr/>
          <p:nvPr/>
        </p:nvGrpSpPr>
        <p:grpSpPr>
          <a:xfrm>
            <a:off x="6199344" y="2816856"/>
            <a:ext cx="185400" cy="80640"/>
            <a:chOff x="6199344" y="2816856"/>
            <a:chExt cx="185400" cy="8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6A87ACF-20BA-F256-AF52-48F5C8953816}"/>
                    </a:ext>
                  </a:extLst>
                </p14:cNvPr>
                <p14:cNvContentPartPr/>
                <p14:nvPr/>
              </p14:nvContentPartPr>
              <p14:xfrm>
                <a:off x="6199344" y="2816856"/>
                <a:ext cx="169920" cy="316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6A87ACF-20BA-F256-AF52-48F5C895381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190704" y="2808216"/>
                  <a:ext cx="187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D9A257E-B9C0-F344-721D-991FCE571EE0}"/>
                    </a:ext>
                  </a:extLst>
                </p14:cNvPr>
                <p14:cNvContentPartPr/>
                <p14:nvPr/>
              </p14:nvContentPartPr>
              <p14:xfrm>
                <a:off x="6206544" y="2867616"/>
                <a:ext cx="178200" cy="29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D9A257E-B9C0-F344-721D-991FCE571EE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197904" y="2858976"/>
                  <a:ext cx="195840" cy="4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D8D3DC90-D3FC-41A0-F3BB-EF5F0E551A03}"/>
              </a:ext>
            </a:extLst>
          </p:cNvPr>
          <p:cNvGrpSpPr/>
          <p:nvPr/>
        </p:nvGrpSpPr>
        <p:grpSpPr>
          <a:xfrm>
            <a:off x="6718824" y="2362896"/>
            <a:ext cx="1986480" cy="678600"/>
            <a:chOff x="6718824" y="2362896"/>
            <a:chExt cx="1986480" cy="67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B904CC8-8CD5-EA0D-FCDC-CE811112E68E}"/>
                    </a:ext>
                  </a:extLst>
                </p14:cNvPr>
                <p14:cNvContentPartPr/>
                <p14:nvPr/>
              </p14:nvContentPartPr>
              <p14:xfrm>
                <a:off x="6765264" y="2536776"/>
                <a:ext cx="149760" cy="196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B904CC8-8CD5-EA0D-FCDC-CE811112E68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756624" y="2528136"/>
                  <a:ext cx="1674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5BC06E6-74C8-3918-8C4E-6928D1DD3DD7}"/>
                    </a:ext>
                  </a:extLst>
                </p14:cNvPr>
                <p14:cNvContentPartPr/>
                <p14:nvPr/>
              </p14:nvContentPartPr>
              <p14:xfrm>
                <a:off x="6826104" y="2619936"/>
                <a:ext cx="183240" cy="345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5BC06E6-74C8-3918-8C4E-6928D1DD3DD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817104" y="2610936"/>
                  <a:ext cx="2008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893B625-65FC-6D7B-2DB6-871DAC63CDBA}"/>
                    </a:ext>
                  </a:extLst>
                </p14:cNvPr>
                <p14:cNvContentPartPr/>
                <p14:nvPr/>
              </p14:nvContentPartPr>
              <p14:xfrm>
                <a:off x="7215984" y="2519136"/>
                <a:ext cx="14040" cy="155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893B625-65FC-6D7B-2DB6-871DAC63CDB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207344" y="2510496"/>
                  <a:ext cx="31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FC6CAA6-C65E-7945-7146-929D1632C3CB}"/>
                    </a:ext>
                  </a:extLst>
                </p14:cNvPr>
                <p14:cNvContentPartPr/>
                <p14:nvPr/>
              </p14:nvContentPartPr>
              <p14:xfrm>
                <a:off x="7172424" y="2581056"/>
                <a:ext cx="158760" cy="32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FC6CAA6-C65E-7945-7146-929D1632C3C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163424" y="2572056"/>
                  <a:ext cx="176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06CECEF-D825-D9AA-9EDB-2C25BAB92715}"/>
                    </a:ext>
                  </a:extLst>
                </p14:cNvPr>
                <p14:cNvContentPartPr/>
                <p14:nvPr/>
              </p14:nvContentPartPr>
              <p14:xfrm>
                <a:off x="7564824" y="2484936"/>
                <a:ext cx="146880" cy="147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06CECEF-D825-D9AA-9EDB-2C25BAB9271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556184" y="2475936"/>
                  <a:ext cx="1645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B098CE3-E6D8-E253-D721-EE1BD711784F}"/>
                    </a:ext>
                  </a:extLst>
                </p14:cNvPr>
                <p14:cNvContentPartPr/>
                <p14:nvPr/>
              </p14:nvContentPartPr>
              <p14:xfrm>
                <a:off x="7785144" y="2452536"/>
                <a:ext cx="153360" cy="1234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B098CE3-E6D8-E253-D721-EE1BD711784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776144" y="2443536"/>
                  <a:ext cx="1710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7DF4465-3F4D-E8F7-BF82-E75653A3625F}"/>
                    </a:ext>
                  </a:extLst>
                </p14:cNvPr>
                <p14:cNvContentPartPr/>
                <p14:nvPr/>
              </p14:nvContentPartPr>
              <p14:xfrm>
                <a:off x="8135424" y="2427696"/>
                <a:ext cx="24840" cy="135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7DF4465-3F4D-E8F7-BF82-E75653A3625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126424" y="2419056"/>
                  <a:ext cx="424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D3D1307-A23F-6EE3-4161-35C2792787DC}"/>
                    </a:ext>
                  </a:extLst>
                </p14:cNvPr>
                <p14:cNvContentPartPr/>
                <p14:nvPr/>
              </p14:nvContentPartPr>
              <p14:xfrm>
                <a:off x="8069544" y="2471976"/>
                <a:ext cx="163800" cy="280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D3D1307-A23F-6EE3-4161-35C2792787D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060904" y="2463336"/>
                  <a:ext cx="181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1ED89C8-F1FC-2C4F-7BDC-A5D7ADE381C7}"/>
                    </a:ext>
                  </a:extLst>
                </p14:cNvPr>
                <p14:cNvContentPartPr/>
                <p14:nvPr/>
              </p14:nvContentPartPr>
              <p14:xfrm>
                <a:off x="8447544" y="2408616"/>
                <a:ext cx="7560" cy="121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1ED89C8-F1FC-2C4F-7BDC-A5D7ADE381C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438544" y="2399616"/>
                  <a:ext cx="25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BE495F4-A6B3-60E1-9F92-103942AE4F4F}"/>
                    </a:ext>
                  </a:extLst>
                </p14:cNvPr>
                <p14:cNvContentPartPr/>
                <p14:nvPr/>
              </p14:nvContentPartPr>
              <p14:xfrm>
                <a:off x="8557344" y="2362896"/>
                <a:ext cx="147960" cy="167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BE495F4-A6B3-60E1-9F92-103942AE4F4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548344" y="2354256"/>
                  <a:ext cx="165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2932A14-DCD7-9C5D-3F18-F47FF282BCA5}"/>
                    </a:ext>
                  </a:extLst>
                </p14:cNvPr>
                <p14:cNvContentPartPr/>
                <p14:nvPr/>
              </p14:nvContentPartPr>
              <p14:xfrm>
                <a:off x="6718824" y="2691576"/>
                <a:ext cx="1928880" cy="176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2932A14-DCD7-9C5D-3F18-F47FF282BCA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709824" y="2682576"/>
                  <a:ext cx="1946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B573D9B-CBE8-2343-66BA-BAB90AC28E70}"/>
                    </a:ext>
                  </a:extLst>
                </p14:cNvPr>
                <p14:cNvContentPartPr/>
                <p14:nvPr/>
              </p14:nvContentPartPr>
              <p14:xfrm>
                <a:off x="7574544" y="2856456"/>
                <a:ext cx="133200" cy="1850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B573D9B-CBE8-2343-66BA-BAB90AC28E7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565904" y="2847456"/>
                  <a:ext cx="15084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7ACA911C-8744-2777-5561-24DF79D94997}"/>
              </a:ext>
            </a:extLst>
          </p:cNvPr>
          <p:cNvGrpSpPr/>
          <p:nvPr/>
        </p:nvGrpSpPr>
        <p:grpSpPr>
          <a:xfrm>
            <a:off x="9203184" y="2546136"/>
            <a:ext cx="146520" cy="76680"/>
            <a:chOff x="9203184" y="2546136"/>
            <a:chExt cx="146520" cy="7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5294392-987B-E0A3-72D7-46157F2BAF56}"/>
                    </a:ext>
                  </a:extLst>
                </p14:cNvPr>
                <p14:cNvContentPartPr/>
                <p14:nvPr/>
              </p14:nvContentPartPr>
              <p14:xfrm>
                <a:off x="9203184" y="2546136"/>
                <a:ext cx="146520" cy="90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5294392-987B-E0A3-72D7-46157F2BAF5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94544" y="2537136"/>
                  <a:ext cx="164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02565B1-7999-0032-F302-05EA18B68859}"/>
                    </a:ext>
                  </a:extLst>
                </p14:cNvPr>
                <p14:cNvContentPartPr/>
                <p14:nvPr/>
              </p14:nvContentPartPr>
              <p14:xfrm>
                <a:off x="9215424" y="2614176"/>
                <a:ext cx="132120" cy="86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02565B1-7999-0032-F302-05EA18B6885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206784" y="2605536"/>
                  <a:ext cx="14976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E24092DE-DF9F-21E7-D321-62E753701F59}"/>
                  </a:ext>
                </a:extLst>
              </p14:cNvPr>
              <p14:cNvContentPartPr/>
              <p14:nvPr/>
            </p14:nvContentPartPr>
            <p14:xfrm>
              <a:off x="10746144" y="2236176"/>
              <a:ext cx="130320" cy="33372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E24092DE-DF9F-21E7-D321-62E753701F5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0737504" y="2227176"/>
                <a:ext cx="147960" cy="35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BBF9D052-7129-A819-B54A-941373B029C0}"/>
              </a:ext>
            </a:extLst>
          </p:cNvPr>
          <p:cNvGrpSpPr/>
          <p:nvPr/>
        </p:nvGrpSpPr>
        <p:grpSpPr>
          <a:xfrm>
            <a:off x="1378584" y="4381776"/>
            <a:ext cx="600480" cy="225720"/>
            <a:chOff x="1378584" y="4381776"/>
            <a:chExt cx="60048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52374F1-8157-D183-527F-5E69EC7E85E6}"/>
                    </a:ext>
                  </a:extLst>
                </p14:cNvPr>
                <p14:cNvContentPartPr/>
                <p14:nvPr/>
              </p14:nvContentPartPr>
              <p14:xfrm>
                <a:off x="1378584" y="4381776"/>
                <a:ext cx="108000" cy="2257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52374F1-8157-D183-527F-5E69EC7E85E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369584" y="4372776"/>
                  <a:ext cx="1256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4A93540-A18E-6F75-E6F3-2D383E07CEDE}"/>
                    </a:ext>
                  </a:extLst>
                </p14:cNvPr>
                <p14:cNvContentPartPr/>
                <p14:nvPr/>
              </p14:nvContentPartPr>
              <p14:xfrm>
                <a:off x="1422864" y="4395096"/>
                <a:ext cx="212400" cy="51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4A93540-A18E-6F75-E6F3-2D383E07CED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413864" y="4386096"/>
                  <a:ext cx="230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0F4D644-BB0C-39EE-0C62-44E14394A852}"/>
                    </a:ext>
                  </a:extLst>
                </p14:cNvPr>
                <p14:cNvContentPartPr/>
                <p14:nvPr/>
              </p14:nvContentPartPr>
              <p14:xfrm>
                <a:off x="1800864" y="4391856"/>
                <a:ext cx="156240" cy="126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0F4D644-BB0C-39EE-0C62-44E14394A85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91864" y="4382856"/>
                  <a:ext cx="173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A7F3858-E0BD-4364-6EC9-A2821487AD14}"/>
                    </a:ext>
                  </a:extLst>
                </p14:cNvPr>
                <p14:cNvContentPartPr/>
                <p14:nvPr/>
              </p14:nvContentPartPr>
              <p14:xfrm>
                <a:off x="1822824" y="4399776"/>
                <a:ext cx="156240" cy="442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A7F3858-E0BD-4364-6EC9-A2821487AD1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813824" y="4391136"/>
                  <a:ext cx="173880" cy="6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8D87595E-EBBA-775A-5EC6-E0C8FAF42248}"/>
                  </a:ext>
                </a:extLst>
              </p14:cNvPr>
              <p14:cNvContentPartPr/>
              <p14:nvPr/>
            </p14:nvContentPartPr>
            <p14:xfrm>
              <a:off x="2254104" y="4272336"/>
              <a:ext cx="229680" cy="12924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8D87595E-EBBA-775A-5EC6-E0C8FAF42248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2245464" y="4263336"/>
                <a:ext cx="247320" cy="1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0" name="Group 199">
            <a:extLst>
              <a:ext uri="{FF2B5EF4-FFF2-40B4-BE49-F238E27FC236}">
                <a16:creationId xmlns:a16="http://schemas.microsoft.com/office/drawing/2014/main" id="{AE760186-5D63-3115-13D3-C2204B074479}"/>
              </a:ext>
            </a:extLst>
          </p:cNvPr>
          <p:cNvGrpSpPr/>
          <p:nvPr/>
        </p:nvGrpSpPr>
        <p:grpSpPr>
          <a:xfrm>
            <a:off x="3549024" y="4081896"/>
            <a:ext cx="609840" cy="190800"/>
            <a:chOff x="3549024" y="4081896"/>
            <a:chExt cx="609840" cy="19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B55ECB3-749F-4F79-8E89-20867FCD3C70}"/>
                    </a:ext>
                  </a:extLst>
                </p14:cNvPr>
                <p14:cNvContentPartPr/>
                <p14:nvPr/>
              </p14:nvContentPartPr>
              <p14:xfrm>
                <a:off x="3549024" y="4081896"/>
                <a:ext cx="275760" cy="1908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B55ECB3-749F-4F79-8E89-20867FCD3C7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540024" y="4073256"/>
                  <a:ext cx="2934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4B71FC8-3602-934E-DAED-25F74F82B9A7}"/>
                    </a:ext>
                  </a:extLst>
                </p14:cNvPr>
                <p14:cNvContentPartPr/>
                <p14:nvPr/>
              </p14:nvContentPartPr>
              <p14:xfrm>
                <a:off x="3997584" y="4092696"/>
                <a:ext cx="97920" cy="140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4B71FC8-3602-934E-DAED-25F74F82B9A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988944" y="4083696"/>
                  <a:ext cx="115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A4D7777-73D0-97DE-98DD-2E3ABA7119FF}"/>
                    </a:ext>
                  </a:extLst>
                </p14:cNvPr>
                <p14:cNvContentPartPr/>
                <p14:nvPr/>
              </p14:nvContentPartPr>
              <p14:xfrm>
                <a:off x="4002624" y="4119336"/>
                <a:ext cx="156240" cy="280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A4D7777-73D0-97DE-98DD-2E3ABA7119F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93624" y="4110696"/>
                  <a:ext cx="17388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0916E50C-220C-7EE5-AF61-02AA40E10651}"/>
              </a:ext>
            </a:extLst>
          </p:cNvPr>
          <p:cNvGrpSpPr/>
          <p:nvPr/>
        </p:nvGrpSpPr>
        <p:grpSpPr>
          <a:xfrm>
            <a:off x="4407264" y="3982896"/>
            <a:ext cx="194400" cy="207720"/>
            <a:chOff x="4407264" y="3982896"/>
            <a:chExt cx="19440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0C8623D-BD76-A46E-AF9C-72913F85FBA2}"/>
                    </a:ext>
                  </a:extLst>
                </p14:cNvPr>
                <p14:cNvContentPartPr/>
                <p14:nvPr/>
              </p14:nvContentPartPr>
              <p14:xfrm>
                <a:off x="4407264" y="3982896"/>
                <a:ext cx="194400" cy="1267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0C8623D-BD76-A46E-AF9C-72913F85FBA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398264" y="3973896"/>
                  <a:ext cx="2120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E8FF5BB-5A1B-C335-0B55-67505BAC1F27}"/>
                    </a:ext>
                  </a:extLst>
                </p14:cNvPr>
                <p14:cNvContentPartPr/>
                <p14:nvPr/>
              </p14:nvContentPartPr>
              <p14:xfrm>
                <a:off x="4485384" y="4032576"/>
                <a:ext cx="46800" cy="1580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E8FF5BB-5A1B-C335-0B55-67505BAC1F2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476384" y="4023576"/>
                  <a:ext cx="6444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C8A3270B-1252-1BAD-3EEB-C0ADCD78263D}"/>
              </a:ext>
            </a:extLst>
          </p:cNvPr>
          <p:cNvGrpSpPr/>
          <p:nvPr/>
        </p:nvGrpSpPr>
        <p:grpSpPr>
          <a:xfrm>
            <a:off x="5741064" y="3821976"/>
            <a:ext cx="461160" cy="225720"/>
            <a:chOff x="5741064" y="3821976"/>
            <a:chExt cx="46116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42881A3-99B9-80A2-6921-0BD839EF0A38}"/>
                    </a:ext>
                  </a:extLst>
                </p14:cNvPr>
                <p14:cNvContentPartPr/>
                <p14:nvPr/>
              </p14:nvContentPartPr>
              <p14:xfrm>
                <a:off x="5741064" y="3873096"/>
                <a:ext cx="7920" cy="148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42881A3-99B9-80A2-6921-0BD839EF0A3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732064" y="3864456"/>
                  <a:ext cx="25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2A03EB2-F23C-77B4-22E1-CDAC640D1B3C}"/>
                    </a:ext>
                  </a:extLst>
                </p14:cNvPr>
                <p14:cNvContentPartPr/>
                <p14:nvPr/>
              </p14:nvContentPartPr>
              <p14:xfrm>
                <a:off x="5763024" y="3821976"/>
                <a:ext cx="124920" cy="2257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2A03EB2-F23C-77B4-22E1-CDAC640D1B3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754024" y="3812976"/>
                  <a:ext cx="1425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BBA8EB0-3EA6-D163-DC87-650268367388}"/>
                    </a:ext>
                  </a:extLst>
                </p14:cNvPr>
                <p14:cNvContentPartPr/>
                <p14:nvPr/>
              </p14:nvContentPartPr>
              <p14:xfrm>
                <a:off x="6060384" y="3891816"/>
                <a:ext cx="122400" cy="306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BBA8EB0-3EA6-D163-DC87-65026836738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051744" y="3883176"/>
                  <a:ext cx="140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5D3EB5A-9074-D8A4-0F35-25C8DCB1E4DE}"/>
                    </a:ext>
                  </a:extLst>
                </p14:cNvPr>
                <p14:cNvContentPartPr/>
                <p14:nvPr/>
              </p14:nvContentPartPr>
              <p14:xfrm>
                <a:off x="6031224" y="3950496"/>
                <a:ext cx="171000" cy="313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5D3EB5A-9074-D8A4-0F35-25C8DCB1E4D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022224" y="3941496"/>
                  <a:ext cx="18864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B2F2DA46-583F-9049-210B-F743E542EFF2}"/>
              </a:ext>
            </a:extLst>
          </p:cNvPr>
          <p:cNvGrpSpPr/>
          <p:nvPr/>
        </p:nvGrpSpPr>
        <p:grpSpPr>
          <a:xfrm>
            <a:off x="6438024" y="3721896"/>
            <a:ext cx="213120" cy="181440"/>
            <a:chOff x="6438024" y="3721896"/>
            <a:chExt cx="213120" cy="18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AB01DFA-8406-81BE-EBF3-673214CE8298}"/>
                    </a:ext>
                  </a:extLst>
                </p14:cNvPr>
                <p14:cNvContentPartPr/>
                <p14:nvPr/>
              </p14:nvContentPartPr>
              <p14:xfrm>
                <a:off x="6438024" y="3769776"/>
                <a:ext cx="73800" cy="133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AB01DFA-8406-81BE-EBF3-673214CE829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429384" y="3761136"/>
                  <a:ext cx="914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1CAED7E-C9A6-9830-2B24-1C4B1D623EFD}"/>
                    </a:ext>
                  </a:extLst>
                </p14:cNvPr>
                <p14:cNvContentPartPr/>
                <p14:nvPr/>
              </p14:nvContentPartPr>
              <p14:xfrm>
                <a:off x="6516504" y="3721896"/>
                <a:ext cx="134640" cy="61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1CAED7E-C9A6-9830-2B24-1C4B1D623EF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507504" y="3713256"/>
                  <a:ext cx="15228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0947FDAE-B0A4-9FB3-1430-251C3574016F}"/>
              </a:ext>
            </a:extLst>
          </p:cNvPr>
          <p:cNvGrpSpPr/>
          <p:nvPr/>
        </p:nvGrpSpPr>
        <p:grpSpPr>
          <a:xfrm>
            <a:off x="1629864" y="4807656"/>
            <a:ext cx="453600" cy="226440"/>
            <a:chOff x="1629864" y="4807656"/>
            <a:chExt cx="453600" cy="22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5DF2D13-94AA-FD19-DF8D-E90608243BB1}"/>
                    </a:ext>
                  </a:extLst>
                </p14:cNvPr>
                <p14:cNvContentPartPr/>
                <p14:nvPr/>
              </p14:nvContentPartPr>
              <p14:xfrm>
                <a:off x="1629864" y="4874616"/>
                <a:ext cx="135360" cy="1594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5DF2D13-94AA-FD19-DF8D-E90608243BB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621224" y="4865616"/>
                  <a:ext cx="153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ABB97DE4-8277-7716-3514-2264E1A9DDA3}"/>
                    </a:ext>
                  </a:extLst>
                </p14:cNvPr>
                <p14:cNvContentPartPr/>
                <p14:nvPr/>
              </p14:nvContentPartPr>
              <p14:xfrm>
                <a:off x="1661904" y="4859856"/>
                <a:ext cx="97920" cy="61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ABB97DE4-8277-7716-3514-2264E1A9DDA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652904" y="4850856"/>
                  <a:ext cx="1155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D991CBF-9160-2094-6914-F2C2FC2A1D8D}"/>
                    </a:ext>
                  </a:extLst>
                </p14:cNvPr>
                <p14:cNvContentPartPr/>
                <p14:nvPr/>
              </p14:nvContentPartPr>
              <p14:xfrm>
                <a:off x="1647144" y="4893336"/>
                <a:ext cx="163800" cy="417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D991CBF-9160-2094-6914-F2C2FC2A1D8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638144" y="4884336"/>
                  <a:ext cx="181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1A7DA5FA-A756-D780-A7C5-E4949C30A2ED}"/>
                    </a:ext>
                  </a:extLst>
                </p14:cNvPr>
                <p14:cNvContentPartPr/>
                <p14:nvPr/>
              </p14:nvContentPartPr>
              <p14:xfrm>
                <a:off x="1963944" y="4839696"/>
                <a:ext cx="24840" cy="1288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1A7DA5FA-A756-D780-A7C5-E4949C30A2E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955304" y="4830696"/>
                  <a:ext cx="424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0162E36-115E-F2A0-0A5D-14915568726A}"/>
                    </a:ext>
                  </a:extLst>
                </p14:cNvPr>
                <p14:cNvContentPartPr/>
                <p14:nvPr/>
              </p14:nvContentPartPr>
              <p14:xfrm>
                <a:off x="1900584" y="4807656"/>
                <a:ext cx="182880" cy="1987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0162E36-115E-F2A0-0A5D-14915568726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891944" y="4799016"/>
                  <a:ext cx="20052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5C0F8CAE-BAE5-B552-C9C6-0CC9CDB65A19}"/>
              </a:ext>
            </a:extLst>
          </p:cNvPr>
          <p:cNvGrpSpPr/>
          <p:nvPr/>
        </p:nvGrpSpPr>
        <p:grpSpPr>
          <a:xfrm>
            <a:off x="2390904" y="4853376"/>
            <a:ext cx="185400" cy="82440"/>
            <a:chOff x="2390904" y="4853376"/>
            <a:chExt cx="185400" cy="8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3579EB1-1597-D1AA-1280-E3C67BE78515}"/>
                    </a:ext>
                  </a:extLst>
                </p14:cNvPr>
                <p14:cNvContentPartPr/>
                <p14:nvPr/>
              </p14:nvContentPartPr>
              <p14:xfrm>
                <a:off x="2390904" y="4853376"/>
                <a:ext cx="161280" cy="198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3579EB1-1597-D1AA-1280-E3C67BE7851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381904" y="4844376"/>
                  <a:ext cx="178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57D93B2-C484-8566-3F4E-8D6A489F7A8D}"/>
                    </a:ext>
                  </a:extLst>
                </p14:cNvPr>
                <p14:cNvContentPartPr/>
                <p14:nvPr/>
              </p14:nvContentPartPr>
              <p14:xfrm>
                <a:off x="2415024" y="4921776"/>
                <a:ext cx="161280" cy="140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57D93B2-C484-8566-3F4E-8D6A489F7A8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406384" y="4912776"/>
                  <a:ext cx="1789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2E8917DE-578F-FD42-A2CD-43B493D84237}"/>
              </a:ext>
            </a:extLst>
          </p:cNvPr>
          <p:cNvGrpSpPr/>
          <p:nvPr/>
        </p:nvGrpSpPr>
        <p:grpSpPr>
          <a:xfrm>
            <a:off x="3097944" y="4354416"/>
            <a:ext cx="2743200" cy="878760"/>
            <a:chOff x="3097944" y="4354416"/>
            <a:chExt cx="2743200" cy="87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0901B06-A872-849C-4D55-A4B51C7706F1}"/>
                    </a:ext>
                  </a:extLst>
                </p14:cNvPr>
                <p14:cNvContentPartPr/>
                <p14:nvPr/>
              </p14:nvContentPartPr>
              <p14:xfrm>
                <a:off x="3171744" y="4706136"/>
                <a:ext cx="277560" cy="1375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0901B06-A872-849C-4D55-A4B51C7706F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163104" y="4697136"/>
                  <a:ext cx="2952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63B92BD-2810-7F81-A221-5849292D6002}"/>
                    </a:ext>
                  </a:extLst>
                </p14:cNvPr>
                <p14:cNvContentPartPr/>
                <p14:nvPr/>
              </p14:nvContentPartPr>
              <p14:xfrm>
                <a:off x="3768264" y="4626576"/>
                <a:ext cx="10440" cy="148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63B92BD-2810-7F81-A221-5849292D600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759264" y="4617936"/>
                  <a:ext cx="28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8950494-3B5F-B579-FF5C-1302372A1162}"/>
                    </a:ext>
                  </a:extLst>
                </p14:cNvPr>
                <p14:cNvContentPartPr/>
                <p14:nvPr/>
              </p14:nvContentPartPr>
              <p14:xfrm>
                <a:off x="3739104" y="4669776"/>
                <a:ext cx="149040" cy="230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8950494-3B5F-B579-FF5C-1302372A116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730464" y="4660776"/>
                  <a:ext cx="166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47950DE-8AA7-1401-9EE5-F441B2E72BD0}"/>
                    </a:ext>
                  </a:extLst>
                </p14:cNvPr>
                <p14:cNvContentPartPr/>
                <p14:nvPr/>
              </p14:nvContentPartPr>
              <p14:xfrm>
                <a:off x="4151304" y="4532976"/>
                <a:ext cx="218880" cy="1432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47950DE-8AA7-1401-9EE5-F441B2E72BD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142304" y="4524336"/>
                  <a:ext cx="2365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524C0A0-D730-E126-42EF-CDFD959EB99E}"/>
                    </a:ext>
                  </a:extLst>
                </p14:cNvPr>
                <p14:cNvContentPartPr/>
                <p14:nvPr/>
              </p14:nvContentPartPr>
              <p14:xfrm>
                <a:off x="4299984" y="4577976"/>
                <a:ext cx="29520" cy="152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524C0A0-D730-E126-42EF-CDFD959EB99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290984" y="4568976"/>
                  <a:ext cx="47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651B027-FAA4-E2F2-E76B-E6BFDD036233}"/>
                    </a:ext>
                  </a:extLst>
                </p14:cNvPr>
                <p14:cNvContentPartPr/>
                <p14:nvPr/>
              </p14:nvContentPartPr>
              <p14:xfrm>
                <a:off x="4499784" y="4508496"/>
                <a:ext cx="100440" cy="1677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651B027-FAA4-E2F2-E76B-E6BFDD03623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90784" y="4499856"/>
                  <a:ext cx="1180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CAAE6B0-FC58-FE21-7274-3F0B561A6383}"/>
                    </a:ext>
                  </a:extLst>
                </p14:cNvPr>
                <p14:cNvContentPartPr/>
                <p14:nvPr/>
              </p14:nvContentPartPr>
              <p14:xfrm>
                <a:off x="4694904" y="4491576"/>
                <a:ext cx="175680" cy="1227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CAAE6B0-FC58-FE21-7274-3F0B561A638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686264" y="4482936"/>
                  <a:ext cx="193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9799D0C-9980-6634-00B9-4F490CBC31D3}"/>
                    </a:ext>
                  </a:extLst>
                </p14:cNvPr>
                <p14:cNvContentPartPr/>
                <p14:nvPr/>
              </p14:nvContentPartPr>
              <p14:xfrm>
                <a:off x="4829184" y="4538016"/>
                <a:ext cx="17280" cy="1321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9799D0C-9980-6634-00B9-4F490CBC31D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820184" y="4529016"/>
                  <a:ext cx="349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5D02DFF-E7F6-5673-ABB2-B1B0E8156D3B}"/>
                    </a:ext>
                  </a:extLst>
                </p14:cNvPr>
                <p14:cNvContentPartPr/>
                <p14:nvPr/>
              </p14:nvContentPartPr>
              <p14:xfrm>
                <a:off x="4953384" y="4439016"/>
                <a:ext cx="83160" cy="1879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5D02DFF-E7F6-5673-ABB2-B1B0E8156D3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944744" y="4430016"/>
                  <a:ext cx="1008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FE245DE-0AD8-78B3-5521-016A4F65CFFB}"/>
                    </a:ext>
                  </a:extLst>
                </p14:cNvPr>
                <p14:cNvContentPartPr/>
                <p14:nvPr/>
              </p14:nvContentPartPr>
              <p14:xfrm>
                <a:off x="5289984" y="4444416"/>
                <a:ext cx="32040" cy="1648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FE245DE-0AD8-78B3-5521-016A4F65CFF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280984" y="4435776"/>
                  <a:ext cx="496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C980D2D-BB67-6B2F-C5A6-419CF63FAB59}"/>
                    </a:ext>
                  </a:extLst>
                </p14:cNvPr>
                <p14:cNvContentPartPr/>
                <p14:nvPr/>
              </p14:nvContentPartPr>
              <p14:xfrm>
                <a:off x="5233824" y="4472856"/>
                <a:ext cx="163800" cy="172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C980D2D-BB67-6B2F-C5A6-419CF63FAB5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225184" y="4464216"/>
                  <a:ext cx="1814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C9147D4-A4F7-0926-29D2-545D9E395C4F}"/>
                    </a:ext>
                  </a:extLst>
                </p14:cNvPr>
                <p14:cNvContentPartPr/>
                <p14:nvPr/>
              </p14:nvContentPartPr>
              <p14:xfrm>
                <a:off x="5580144" y="4391856"/>
                <a:ext cx="141480" cy="1533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C9147D4-A4F7-0926-29D2-545D9E395C4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571144" y="4382856"/>
                  <a:ext cx="1591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D8018FC-8631-AF44-B71F-58CBE65F3142}"/>
                    </a:ext>
                  </a:extLst>
                </p14:cNvPr>
                <p14:cNvContentPartPr/>
                <p14:nvPr/>
              </p14:nvContentPartPr>
              <p14:xfrm>
                <a:off x="5650704" y="4354416"/>
                <a:ext cx="190440" cy="3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D8018FC-8631-AF44-B71F-58CBE65F314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642064" y="4345416"/>
                  <a:ext cx="208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9ADEC54-21AC-435E-3221-D8D289BFB01A}"/>
                    </a:ext>
                  </a:extLst>
                </p14:cNvPr>
                <p14:cNvContentPartPr/>
                <p14:nvPr/>
              </p14:nvContentPartPr>
              <p14:xfrm>
                <a:off x="3097944" y="4713336"/>
                <a:ext cx="2653560" cy="4395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9ADEC54-21AC-435E-3221-D8D289BFB01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088944" y="4704336"/>
                  <a:ext cx="26712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8FA2C0A-5BCB-B967-EB80-CF0333903AA2}"/>
                    </a:ext>
                  </a:extLst>
                </p14:cNvPr>
                <p14:cNvContentPartPr/>
                <p14:nvPr/>
              </p14:nvContentPartPr>
              <p14:xfrm>
                <a:off x="4646304" y="5053176"/>
                <a:ext cx="149040" cy="1800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8FA2C0A-5BCB-B967-EB80-CF0333903AA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637664" y="5044536"/>
                  <a:ext cx="16668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7EB1B46D-72AB-477D-3AD7-9DFF01B7DA13}"/>
              </a:ext>
            </a:extLst>
          </p:cNvPr>
          <p:cNvGrpSpPr/>
          <p:nvPr/>
        </p:nvGrpSpPr>
        <p:grpSpPr>
          <a:xfrm>
            <a:off x="6362784" y="4523256"/>
            <a:ext cx="190080" cy="88920"/>
            <a:chOff x="6362784" y="4523256"/>
            <a:chExt cx="190080" cy="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4439AA9-3F7C-C6E5-C8FB-ED7601FD86B5}"/>
                    </a:ext>
                  </a:extLst>
                </p14:cNvPr>
                <p14:cNvContentPartPr/>
                <p14:nvPr/>
              </p14:nvContentPartPr>
              <p14:xfrm>
                <a:off x="6375024" y="4523256"/>
                <a:ext cx="177840" cy="140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4439AA9-3F7C-C6E5-C8FB-ED7601FD86B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366024" y="4514616"/>
                  <a:ext cx="195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54110C0-4C02-6FEE-A930-920527EBA289}"/>
                    </a:ext>
                  </a:extLst>
                </p14:cNvPr>
                <p14:cNvContentPartPr/>
                <p14:nvPr/>
              </p14:nvContentPartPr>
              <p14:xfrm>
                <a:off x="6362784" y="4595616"/>
                <a:ext cx="141840" cy="165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54110C0-4C02-6FEE-A930-920527EBA28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353784" y="4586976"/>
                  <a:ext cx="15948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D992295-6409-9CC5-3A98-F79F52308ACE}"/>
              </a:ext>
            </a:extLst>
          </p:cNvPr>
          <p:cNvGrpSpPr/>
          <p:nvPr/>
        </p:nvGrpSpPr>
        <p:grpSpPr>
          <a:xfrm>
            <a:off x="7064424" y="3940776"/>
            <a:ext cx="2099880" cy="734040"/>
            <a:chOff x="7064424" y="3940776"/>
            <a:chExt cx="2099880" cy="73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B279C5B-B375-CE97-226D-ADDA24001E46}"/>
                    </a:ext>
                  </a:extLst>
                </p14:cNvPr>
                <p14:cNvContentPartPr/>
                <p14:nvPr/>
              </p14:nvContentPartPr>
              <p14:xfrm>
                <a:off x="7910424" y="4065336"/>
                <a:ext cx="50400" cy="1598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B279C5B-B375-CE97-226D-ADDA24001E4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901784" y="4056696"/>
                  <a:ext cx="68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349DF39-4C2A-ED0D-861A-213FF050F520}"/>
                    </a:ext>
                  </a:extLst>
                </p14:cNvPr>
                <p14:cNvContentPartPr/>
                <p14:nvPr/>
              </p14:nvContentPartPr>
              <p14:xfrm>
                <a:off x="8045424" y="4033296"/>
                <a:ext cx="112680" cy="1857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349DF39-4C2A-ED0D-861A-213FF050F52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036424" y="4024296"/>
                  <a:ext cx="130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8FC6941-ED52-1257-96D8-E70E260DCBAF}"/>
                    </a:ext>
                  </a:extLst>
                </p14:cNvPr>
                <p14:cNvContentPartPr/>
                <p14:nvPr/>
              </p14:nvContentPartPr>
              <p14:xfrm>
                <a:off x="7079544" y="4205016"/>
                <a:ext cx="229680" cy="1414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8FC6941-ED52-1257-96D8-E70E260DCBA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070904" y="4196376"/>
                  <a:ext cx="2473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1EF292E-3BA5-1D8C-6C0F-FE0E30E89DF2}"/>
                    </a:ext>
                  </a:extLst>
                </p14:cNvPr>
                <p14:cNvContentPartPr/>
                <p14:nvPr/>
              </p14:nvContentPartPr>
              <p14:xfrm>
                <a:off x="7503624" y="4181256"/>
                <a:ext cx="7920" cy="1188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1EF292E-3BA5-1D8C-6C0F-FE0E30E89DF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494984" y="4172256"/>
                  <a:ext cx="25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C4A85FA-17FA-EA7D-7E18-E04690DE8F62}"/>
                    </a:ext>
                  </a:extLst>
                </p14:cNvPr>
                <p14:cNvContentPartPr/>
                <p14:nvPr/>
              </p14:nvContentPartPr>
              <p14:xfrm>
                <a:off x="7442784" y="4225176"/>
                <a:ext cx="163800" cy="295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C4A85FA-17FA-EA7D-7E18-E04690DE8F6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434144" y="4216176"/>
                  <a:ext cx="181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FAA203D-02A3-755F-DE6F-9CF8A50DBBEF}"/>
                    </a:ext>
                  </a:extLst>
                </p14:cNvPr>
                <p14:cNvContentPartPr/>
                <p14:nvPr/>
              </p14:nvContentPartPr>
              <p14:xfrm>
                <a:off x="8583984" y="4042296"/>
                <a:ext cx="360" cy="111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FAA203D-02A3-755F-DE6F-9CF8A50DBBE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575344" y="4033296"/>
                  <a:ext cx="18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A7AF816-F920-77E3-8B2D-2C393FCF5F3C}"/>
                    </a:ext>
                  </a:extLst>
                </p14:cNvPr>
                <p14:cNvContentPartPr/>
                <p14:nvPr/>
              </p14:nvContentPartPr>
              <p14:xfrm>
                <a:off x="8518104" y="4084416"/>
                <a:ext cx="163800" cy="133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A7AF816-F920-77E3-8B2D-2C393FCF5F3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509464" y="4075776"/>
                  <a:ext cx="181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0C3D7B2-81A9-112A-92D3-ECFAD259FFB5}"/>
                    </a:ext>
                  </a:extLst>
                </p14:cNvPr>
                <p14:cNvContentPartPr/>
                <p14:nvPr/>
              </p14:nvContentPartPr>
              <p14:xfrm>
                <a:off x="8883864" y="3974616"/>
                <a:ext cx="90720" cy="1231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0C3D7B2-81A9-112A-92D3-ECFAD259FFB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875224" y="3965976"/>
                  <a:ext cx="108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6596A55-A17E-BDE0-877B-5EF4CE34F867}"/>
                    </a:ext>
                  </a:extLst>
                </p14:cNvPr>
                <p14:cNvContentPartPr/>
                <p14:nvPr/>
              </p14:nvContentPartPr>
              <p14:xfrm>
                <a:off x="8993664" y="3940776"/>
                <a:ext cx="100440" cy="61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6596A55-A17E-BDE0-877B-5EF4CE34F86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985024" y="3931776"/>
                  <a:ext cx="118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EFFB58C-4E2D-7037-170A-79D49402A9E8}"/>
                    </a:ext>
                  </a:extLst>
                </p14:cNvPr>
                <p14:cNvContentPartPr/>
                <p14:nvPr/>
              </p14:nvContentPartPr>
              <p14:xfrm>
                <a:off x="7064424" y="4215456"/>
                <a:ext cx="2099880" cy="3081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EFFB58C-4E2D-7037-170A-79D49402A9E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055784" y="4206816"/>
                  <a:ext cx="21175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B7186498-E165-6EBC-2592-4DA70E87FE73}"/>
                    </a:ext>
                  </a:extLst>
                </p14:cNvPr>
                <p14:cNvContentPartPr/>
                <p14:nvPr/>
              </p14:nvContentPartPr>
              <p14:xfrm>
                <a:off x="8108424" y="4485096"/>
                <a:ext cx="117360" cy="1897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B7186498-E165-6EBC-2592-4DA70E87FE7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099784" y="4476456"/>
                  <a:ext cx="135000" cy="20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51AE4126-E6F0-10F3-6851-50BD487AB121}"/>
                  </a:ext>
                </a:extLst>
              </p14:cNvPr>
              <p14:cNvContentPartPr/>
              <p14:nvPr/>
            </p14:nvContentPartPr>
            <p14:xfrm>
              <a:off x="9503424" y="4121136"/>
              <a:ext cx="199800" cy="1692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51AE4126-E6F0-10F3-6851-50BD487AB121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9494424" y="4112136"/>
                <a:ext cx="21744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95765CC6-B2DC-B3E3-1AEA-8C9FA47B30B9}"/>
                  </a:ext>
                </a:extLst>
              </p14:cNvPr>
              <p14:cNvContentPartPr/>
              <p14:nvPr/>
            </p14:nvContentPartPr>
            <p14:xfrm>
              <a:off x="9525384" y="4212936"/>
              <a:ext cx="136800" cy="36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95765CC6-B2DC-B3E3-1AEA-8C9FA47B30B9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9516384" y="4203936"/>
                <a:ext cx="15444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66660166-2D57-B958-F7A2-CA201EC31BEE}"/>
              </a:ext>
            </a:extLst>
          </p:cNvPr>
          <p:cNvGrpSpPr/>
          <p:nvPr/>
        </p:nvGrpSpPr>
        <p:grpSpPr>
          <a:xfrm>
            <a:off x="9959184" y="3689856"/>
            <a:ext cx="1434600" cy="702360"/>
            <a:chOff x="9959184" y="3689856"/>
            <a:chExt cx="1434600" cy="70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1069914-BFE8-896E-5F88-D442CA9A9035}"/>
                    </a:ext>
                  </a:extLst>
                </p14:cNvPr>
                <p14:cNvContentPartPr/>
                <p14:nvPr/>
              </p14:nvContentPartPr>
              <p14:xfrm>
                <a:off x="10207944" y="3811536"/>
                <a:ext cx="12600" cy="1483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1069914-BFE8-896E-5F88-D442CA9A903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198944" y="3802536"/>
                  <a:ext cx="30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5A8869A-FE8A-C459-A0BD-F923844169DB}"/>
                    </a:ext>
                  </a:extLst>
                </p14:cNvPr>
                <p14:cNvContentPartPr/>
                <p14:nvPr/>
              </p14:nvContentPartPr>
              <p14:xfrm>
                <a:off x="10115424" y="3788856"/>
                <a:ext cx="229320" cy="1710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5A8869A-FE8A-C459-A0BD-F923844169D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106424" y="3779856"/>
                  <a:ext cx="2469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2A35611-5278-5F4C-36A7-A70DFE195A00}"/>
                    </a:ext>
                  </a:extLst>
                </p14:cNvPr>
                <p14:cNvContentPartPr/>
                <p14:nvPr/>
              </p14:nvContentPartPr>
              <p14:xfrm>
                <a:off x="10415304" y="3749256"/>
                <a:ext cx="156960" cy="2113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2A35611-5278-5F4C-36A7-A70DFE195A0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406304" y="3740616"/>
                  <a:ext cx="174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D968DDE-2EC7-AC01-6286-C9B039BEF3D9}"/>
                    </a:ext>
                  </a:extLst>
                </p14:cNvPr>
                <p14:cNvContentPartPr/>
                <p14:nvPr/>
              </p14:nvContentPartPr>
              <p14:xfrm>
                <a:off x="10129824" y="4004136"/>
                <a:ext cx="515880" cy="748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D968DDE-2EC7-AC01-6286-C9B039BEF3D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121184" y="3995496"/>
                  <a:ext cx="5335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E59AAE0-0684-4E5A-B426-33AF97D7CF83}"/>
                    </a:ext>
                  </a:extLst>
                </p14:cNvPr>
                <p14:cNvContentPartPr/>
                <p14:nvPr/>
              </p14:nvContentPartPr>
              <p14:xfrm>
                <a:off x="10283544" y="4135536"/>
                <a:ext cx="176400" cy="2228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E59AAE0-0684-4E5A-B426-33AF97D7CF8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274544" y="4126896"/>
                  <a:ext cx="1940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5C24BDB-47BE-D166-D695-82D752A9D9E6}"/>
                    </a:ext>
                  </a:extLst>
                </p14:cNvPr>
                <p14:cNvContentPartPr/>
                <p14:nvPr/>
              </p14:nvContentPartPr>
              <p14:xfrm>
                <a:off x="10912464" y="3945816"/>
                <a:ext cx="160560" cy="205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5C24BDB-47BE-D166-D695-82D752A9D9E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903824" y="3936816"/>
                  <a:ext cx="178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C499541-3820-1E3E-5BF0-8BFF4F3231F0}"/>
                    </a:ext>
                  </a:extLst>
                </p14:cNvPr>
                <p14:cNvContentPartPr/>
                <p14:nvPr/>
              </p14:nvContentPartPr>
              <p14:xfrm>
                <a:off x="10903464" y="3965976"/>
                <a:ext cx="127080" cy="572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C499541-3820-1E3E-5BF0-8BFF4F3231F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894824" y="3956976"/>
                  <a:ext cx="144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35E6F29-9AB8-994F-38D8-567FCE22EE70}"/>
                    </a:ext>
                  </a:extLst>
                </p14:cNvPr>
                <p14:cNvContentPartPr/>
                <p14:nvPr/>
              </p14:nvContentPartPr>
              <p14:xfrm>
                <a:off x="9959184" y="3689856"/>
                <a:ext cx="192960" cy="7023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35E6F29-9AB8-994F-38D8-567FCE22EE7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950544" y="3680856"/>
                  <a:ext cx="210600" cy="7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17C3436-53AD-5901-7785-7AAD457DD2EE}"/>
                    </a:ext>
                  </a:extLst>
                </p14:cNvPr>
                <p14:cNvContentPartPr/>
                <p14:nvPr/>
              </p14:nvContentPartPr>
              <p14:xfrm>
                <a:off x="10629864" y="3690576"/>
                <a:ext cx="138240" cy="6130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17C3436-53AD-5901-7785-7AAD457DD2E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620864" y="3681576"/>
                  <a:ext cx="15588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4738DE5-E5C9-0FF2-7298-9F8DBE54567F}"/>
                    </a:ext>
                  </a:extLst>
                </p14:cNvPr>
                <p14:cNvContentPartPr/>
                <p14:nvPr/>
              </p14:nvContentPartPr>
              <p14:xfrm>
                <a:off x="11205144" y="3746016"/>
                <a:ext cx="188640" cy="1908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4738DE5-E5C9-0FF2-7298-9F8DBE54567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196504" y="3737376"/>
                  <a:ext cx="2062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5899B8C-9FBE-71A5-C7FA-C7D15D3FC70F}"/>
                    </a:ext>
                  </a:extLst>
                </p14:cNvPr>
                <p14:cNvContentPartPr/>
                <p14:nvPr/>
              </p14:nvContentPartPr>
              <p14:xfrm>
                <a:off x="11190384" y="3843216"/>
                <a:ext cx="176040" cy="26532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5899B8C-9FBE-71A5-C7FA-C7D15D3FC70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181744" y="3834216"/>
                  <a:ext cx="193680" cy="282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81629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D4C0D34-AAE8-24E7-C45E-D769B4D13387}"/>
              </a:ext>
            </a:extLst>
          </p:cNvPr>
          <p:cNvGrpSpPr/>
          <p:nvPr/>
        </p:nvGrpSpPr>
        <p:grpSpPr>
          <a:xfrm>
            <a:off x="773424" y="555696"/>
            <a:ext cx="491400" cy="225360"/>
            <a:chOff x="773424" y="555696"/>
            <a:chExt cx="491400" cy="22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587308D-B60E-D69C-D10A-6D77F4D02B6D}"/>
                    </a:ext>
                  </a:extLst>
                </p14:cNvPr>
                <p14:cNvContentPartPr/>
                <p14:nvPr/>
              </p14:nvContentPartPr>
              <p14:xfrm>
                <a:off x="773424" y="639576"/>
                <a:ext cx="144720" cy="1249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587308D-B60E-D69C-D10A-6D77F4D02B6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64784" y="630576"/>
                  <a:ext cx="1623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E4D58A5-A97B-4E9B-4CEF-06C77733193B}"/>
                    </a:ext>
                  </a:extLst>
                </p14:cNvPr>
                <p14:cNvContentPartPr/>
                <p14:nvPr/>
              </p14:nvContentPartPr>
              <p14:xfrm>
                <a:off x="989064" y="663336"/>
                <a:ext cx="133920" cy="117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E4D58A5-A97B-4E9B-4CEF-06C77733193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0424" y="654696"/>
                  <a:ext cx="1515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CF8281A-C265-80E9-7428-584A7E0D3C25}"/>
                    </a:ext>
                  </a:extLst>
                </p14:cNvPr>
                <p14:cNvContentPartPr/>
                <p14:nvPr/>
              </p14:nvContentPartPr>
              <p14:xfrm>
                <a:off x="1234944" y="672696"/>
                <a:ext cx="12600" cy="84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CF8281A-C265-80E9-7428-584A7E0D3C2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26304" y="663696"/>
                  <a:ext cx="302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AA64073-E8E3-514A-415E-EA42C5D3785B}"/>
                    </a:ext>
                  </a:extLst>
                </p14:cNvPr>
                <p14:cNvContentPartPr/>
                <p14:nvPr/>
              </p14:nvContentPartPr>
              <p14:xfrm>
                <a:off x="1264464" y="555696"/>
                <a:ext cx="360" cy="21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AA64073-E8E3-514A-415E-EA42C5D3785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55464" y="546696"/>
                  <a:ext cx="180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18AB55-381D-F2EA-53AB-4CABB22339D7}"/>
              </a:ext>
            </a:extLst>
          </p:cNvPr>
          <p:cNvGrpSpPr/>
          <p:nvPr/>
        </p:nvGrpSpPr>
        <p:grpSpPr>
          <a:xfrm>
            <a:off x="1396224" y="449136"/>
            <a:ext cx="480600" cy="571320"/>
            <a:chOff x="1396224" y="449136"/>
            <a:chExt cx="480600" cy="57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5D2A8C4-EC00-3830-E9D4-DE5C595BE19D}"/>
                    </a:ext>
                  </a:extLst>
                </p14:cNvPr>
                <p14:cNvContentPartPr/>
                <p14:nvPr/>
              </p14:nvContentPartPr>
              <p14:xfrm>
                <a:off x="1396224" y="449136"/>
                <a:ext cx="39240" cy="283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5D2A8C4-EC00-3830-E9D4-DE5C595BE19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87224" y="440136"/>
                  <a:ext cx="568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0789ADA-E2C0-0BA6-BD94-490B8D8996ED}"/>
                    </a:ext>
                  </a:extLst>
                </p14:cNvPr>
                <p14:cNvContentPartPr/>
                <p14:nvPr/>
              </p14:nvContentPartPr>
              <p14:xfrm>
                <a:off x="1500984" y="663696"/>
                <a:ext cx="10080" cy="69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0789ADA-E2C0-0BA6-BD94-490B8D8996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91984" y="654696"/>
                  <a:ext cx="27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BE1F449-7A1D-F9B3-8B98-C122DFE79DAB}"/>
                    </a:ext>
                  </a:extLst>
                </p14:cNvPr>
                <p14:cNvContentPartPr/>
                <p14:nvPr/>
              </p14:nvContentPartPr>
              <p14:xfrm>
                <a:off x="1564344" y="524016"/>
                <a:ext cx="360" cy="63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BE1F449-7A1D-F9B3-8B98-C122DFE79DA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55344" y="515016"/>
                  <a:ext cx="18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59FBCAA-C4E3-E984-65D5-9A6930B58E8A}"/>
                    </a:ext>
                  </a:extLst>
                </p14:cNvPr>
                <p14:cNvContentPartPr/>
                <p14:nvPr/>
              </p14:nvContentPartPr>
              <p14:xfrm>
                <a:off x="1637424" y="666216"/>
                <a:ext cx="85680" cy="45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59FBCAA-C4E3-E984-65D5-9A6930B58E8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28424" y="657216"/>
                  <a:ext cx="103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63258AD-5437-D741-61F2-D9A603B02718}"/>
                    </a:ext>
                  </a:extLst>
                </p14:cNvPr>
                <p14:cNvContentPartPr/>
                <p14:nvPr/>
              </p14:nvContentPartPr>
              <p14:xfrm>
                <a:off x="1674504" y="631296"/>
                <a:ext cx="202320" cy="389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63258AD-5437-D741-61F2-D9A603B027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65504" y="622296"/>
                  <a:ext cx="219960" cy="40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7AEC94-99DF-FB88-0B94-C0CB27EA7A99}"/>
              </a:ext>
            </a:extLst>
          </p:cNvPr>
          <p:cNvGrpSpPr/>
          <p:nvPr/>
        </p:nvGrpSpPr>
        <p:grpSpPr>
          <a:xfrm>
            <a:off x="2114064" y="473616"/>
            <a:ext cx="496440" cy="259200"/>
            <a:chOff x="2114064" y="473616"/>
            <a:chExt cx="49644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DFEF66F-5DD0-7478-135F-9966D5A3149A}"/>
                    </a:ext>
                  </a:extLst>
                </p14:cNvPr>
                <p14:cNvContentPartPr/>
                <p14:nvPr/>
              </p14:nvContentPartPr>
              <p14:xfrm>
                <a:off x="2114064" y="473616"/>
                <a:ext cx="133200" cy="259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DFEF66F-5DD0-7478-135F-9966D5A3149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05424" y="464616"/>
                  <a:ext cx="1508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A5FFA6A-4D0D-910A-B2ED-98F8D7BCC91E}"/>
                    </a:ext>
                  </a:extLst>
                </p14:cNvPr>
                <p14:cNvContentPartPr/>
                <p14:nvPr/>
              </p14:nvContentPartPr>
              <p14:xfrm>
                <a:off x="2346624" y="507456"/>
                <a:ext cx="129960" cy="190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A5FFA6A-4D0D-910A-B2ED-98F8D7BCC91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37984" y="498816"/>
                  <a:ext cx="147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DDF2B61-4E30-930B-2E53-F802E93DF9A2}"/>
                    </a:ext>
                  </a:extLst>
                </p14:cNvPr>
                <p14:cNvContentPartPr/>
                <p14:nvPr/>
              </p14:nvContentPartPr>
              <p14:xfrm>
                <a:off x="2420064" y="484056"/>
                <a:ext cx="134640" cy="6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DDF2B61-4E30-930B-2E53-F802E93DF9A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11064" y="475056"/>
                  <a:ext cx="1522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48E0D5D-0983-67D5-62EA-49E258D511B9}"/>
                    </a:ext>
                  </a:extLst>
                </p14:cNvPr>
                <p14:cNvContentPartPr/>
                <p14:nvPr/>
              </p14:nvContentPartPr>
              <p14:xfrm>
                <a:off x="2610144" y="610056"/>
                <a:ext cx="360" cy="7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48E0D5D-0983-67D5-62EA-49E258D511B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01504" y="601056"/>
                  <a:ext cx="1800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D867299-AE91-7DEE-BEB7-99817F3CE3D2}"/>
              </a:ext>
            </a:extLst>
          </p:cNvPr>
          <p:cNvGrpSpPr/>
          <p:nvPr/>
        </p:nvGrpSpPr>
        <p:grpSpPr>
          <a:xfrm>
            <a:off x="2763864" y="409176"/>
            <a:ext cx="258480" cy="261000"/>
            <a:chOff x="2763864" y="409176"/>
            <a:chExt cx="25848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C8B3A65-5690-9818-25E7-02C57A9EC476}"/>
                    </a:ext>
                  </a:extLst>
                </p14:cNvPr>
                <p14:cNvContentPartPr/>
                <p14:nvPr/>
              </p14:nvContentPartPr>
              <p14:xfrm>
                <a:off x="2763864" y="462816"/>
                <a:ext cx="24840" cy="194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C8B3A65-5690-9818-25E7-02C57A9EC47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54864" y="454176"/>
                  <a:ext cx="424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AA9F64-B5D1-9C3B-68FE-D073D9D46766}"/>
                    </a:ext>
                  </a:extLst>
                </p14:cNvPr>
                <p14:cNvContentPartPr/>
                <p14:nvPr/>
              </p14:nvContentPartPr>
              <p14:xfrm>
                <a:off x="2902824" y="409176"/>
                <a:ext cx="119520" cy="261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AA9F64-B5D1-9C3B-68FE-D073D9D4676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93824" y="400536"/>
                  <a:ext cx="13716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F990324-5A74-97D1-4030-B978B680BD1A}"/>
              </a:ext>
            </a:extLst>
          </p:cNvPr>
          <p:cNvGrpSpPr/>
          <p:nvPr/>
        </p:nvGrpSpPr>
        <p:grpSpPr>
          <a:xfrm>
            <a:off x="3378384" y="493776"/>
            <a:ext cx="149040" cy="72720"/>
            <a:chOff x="3378384" y="493776"/>
            <a:chExt cx="149040" cy="7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1EF3E48-9C65-EC48-8245-52C7D68E0454}"/>
                    </a:ext>
                  </a:extLst>
                </p14:cNvPr>
                <p14:cNvContentPartPr/>
                <p14:nvPr/>
              </p14:nvContentPartPr>
              <p14:xfrm>
                <a:off x="3378384" y="493776"/>
                <a:ext cx="146520" cy="7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1EF3E48-9C65-EC48-8245-52C7D68E045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69384" y="485136"/>
                  <a:ext cx="164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CC349E4-4D91-D5C6-82D5-997ADB0A7CB7}"/>
                    </a:ext>
                  </a:extLst>
                </p14:cNvPr>
                <p14:cNvContentPartPr/>
                <p14:nvPr/>
              </p14:nvContentPartPr>
              <p14:xfrm>
                <a:off x="3390624" y="557136"/>
                <a:ext cx="136800" cy="9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CC349E4-4D91-D5C6-82D5-997ADB0A7CB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81624" y="548496"/>
                  <a:ext cx="15444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68BFF35-C0FB-06EB-12EB-3D960471950C}"/>
                  </a:ext>
                </a:extLst>
              </p14:cNvPr>
              <p14:cNvContentPartPr/>
              <p14:nvPr/>
            </p14:nvContentPartPr>
            <p14:xfrm>
              <a:off x="3857544" y="364536"/>
              <a:ext cx="221400" cy="255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68BFF35-C0FB-06EB-12EB-3D960471950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48904" y="355896"/>
                <a:ext cx="239040" cy="27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11CFDA2B-F3FB-91C3-B3DC-B80AAA64A8C4}"/>
              </a:ext>
            </a:extLst>
          </p:cNvPr>
          <p:cNvGrpSpPr/>
          <p:nvPr/>
        </p:nvGrpSpPr>
        <p:grpSpPr>
          <a:xfrm>
            <a:off x="818064" y="1158696"/>
            <a:ext cx="1024560" cy="452520"/>
            <a:chOff x="818064" y="1158696"/>
            <a:chExt cx="1024560" cy="45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E608664-A742-FB61-66D5-F7F5A8C6929E}"/>
                    </a:ext>
                  </a:extLst>
                </p14:cNvPr>
                <p14:cNvContentPartPr/>
                <p14:nvPr/>
              </p14:nvContentPartPr>
              <p14:xfrm>
                <a:off x="818064" y="1335096"/>
                <a:ext cx="166320" cy="152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E608664-A742-FB61-66D5-F7F5A8C6929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09064" y="1326096"/>
                  <a:ext cx="1839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EBAAAB2-C516-A198-82F7-7C7B0435A91C}"/>
                    </a:ext>
                  </a:extLst>
                </p14:cNvPr>
                <p14:cNvContentPartPr/>
                <p14:nvPr/>
              </p14:nvContentPartPr>
              <p14:xfrm>
                <a:off x="1027944" y="1350576"/>
                <a:ext cx="114840" cy="82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EBAAAB2-C516-A198-82F7-7C7B0435A91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8944" y="1341576"/>
                  <a:ext cx="1324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177D948-43B3-5504-CB33-A092ECFCE2D5}"/>
                    </a:ext>
                  </a:extLst>
                </p14:cNvPr>
                <p14:cNvContentPartPr/>
                <p14:nvPr/>
              </p14:nvContentPartPr>
              <p14:xfrm>
                <a:off x="1193544" y="1380456"/>
                <a:ext cx="2880" cy="36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177D948-43B3-5504-CB33-A092ECFCE2D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84904" y="1371816"/>
                  <a:ext cx="205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1B7E1FE-37F8-0E12-7C4C-BEC20C818EEE}"/>
                    </a:ext>
                  </a:extLst>
                </p14:cNvPr>
                <p14:cNvContentPartPr/>
                <p14:nvPr/>
              </p14:nvContentPartPr>
              <p14:xfrm>
                <a:off x="1218024" y="1234296"/>
                <a:ext cx="19800" cy="37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1B7E1FE-37F8-0E12-7C4C-BEC20C818EE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09024" y="1225296"/>
                  <a:ext cx="37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9D68985-A6D0-C431-FEE7-3B50BCD07925}"/>
                    </a:ext>
                  </a:extLst>
                </p14:cNvPr>
                <p14:cNvContentPartPr/>
                <p14:nvPr/>
              </p14:nvContentPartPr>
              <p14:xfrm>
                <a:off x="1329984" y="1158696"/>
                <a:ext cx="41760" cy="2203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9D68985-A6D0-C431-FEE7-3B50BCD0792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21344" y="1149696"/>
                  <a:ext cx="59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7BD7DFB-D8FE-2AE1-984A-02E3D7B96765}"/>
                    </a:ext>
                  </a:extLst>
                </p14:cNvPr>
                <p14:cNvContentPartPr/>
                <p14:nvPr/>
              </p14:nvContentPartPr>
              <p14:xfrm>
                <a:off x="1447344" y="1296936"/>
                <a:ext cx="19800" cy="56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7BD7DFB-D8FE-2AE1-984A-02E3D7B967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38344" y="1287936"/>
                  <a:ext cx="374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322010D-D00E-0352-9695-57B9B1E46393}"/>
                    </a:ext>
                  </a:extLst>
                </p14:cNvPr>
                <p14:cNvContentPartPr/>
                <p14:nvPr/>
              </p14:nvContentPartPr>
              <p14:xfrm>
                <a:off x="1481184" y="1195056"/>
                <a:ext cx="24840" cy="41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322010D-D00E-0352-9695-57B9B1E4639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72544" y="1186416"/>
                  <a:ext cx="42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F8A4A8-DFDF-671E-3C6C-B86FA3E59AA5}"/>
                    </a:ext>
                  </a:extLst>
                </p14:cNvPr>
                <p14:cNvContentPartPr/>
                <p14:nvPr/>
              </p14:nvContentPartPr>
              <p14:xfrm>
                <a:off x="1572624" y="1300896"/>
                <a:ext cx="128520" cy="38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F8A4A8-DFDF-671E-3C6C-B86FA3E59AA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63984" y="1291896"/>
                  <a:ext cx="146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88FA6B7-DBDA-84E8-7A7C-7AB632DFE7F8}"/>
                    </a:ext>
                  </a:extLst>
                </p14:cNvPr>
                <p14:cNvContentPartPr/>
                <p14:nvPr/>
              </p14:nvContentPartPr>
              <p14:xfrm>
                <a:off x="1654344" y="1286856"/>
                <a:ext cx="188280" cy="324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88FA6B7-DBDA-84E8-7A7C-7AB632DFE7F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45704" y="1278216"/>
                  <a:ext cx="205920" cy="34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B060CDF-3402-C4E6-8EA7-5DA4AE963665}"/>
                  </a:ext>
                </a:extLst>
              </p14:cNvPr>
              <p14:cNvContentPartPr/>
              <p14:nvPr/>
            </p14:nvContentPartPr>
            <p14:xfrm>
              <a:off x="2052504" y="1111896"/>
              <a:ext cx="155520" cy="2401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B060CDF-3402-C4E6-8EA7-5DA4AE96366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043864" y="1102896"/>
                <a:ext cx="17316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F02662A8-D7D7-A9C3-9D3F-8884BACBF4E7}"/>
              </a:ext>
            </a:extLst>
          </p:cNvPr>
          <p:cNvGrpSpPr/>
          <p:nvPr/>
        </p:nvGrpSpPr>
        <p:grpSpPr>
          <a:xfrm>
            <a:off x="2420064" y="963936"/>
            <a:ext cx="817560" cy="312120"/>
            <a:chOff x="2420064" y="963936"/>
            <a:chExt cx="81756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93D7EF4-E166-3DAE-5C95-EF4655B171E0}"/>
                    </a:ext>
                  </a:extLst>
                </p14:cNvPr>
                <p14:cNvContentPartPr/>
                <p14:nvPr/>
              </p14:nvContentPartPr>
              <p14:xfrm>
                <a:off x="2420064" y="1138176"/>
                <a:ext cx="132840" cy="137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93D7EF4-E166-3DAE-5C95-EF4655B171E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11064" y="1129536"/>
                  <a:ext cx="150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55BAAD7-491A-01AB-D77D-CF4753A4C92A}"/>
                    </a:ext>
                  </a:extLst>
                </p14:cNvPr>
                <p14:cNvContentPartPr/>
                <p14:nvPr/>
              </p14:nvContentPartPr>
              <p14:xfrm>
                <a:off x="2507904" y="1069056"/>
                <a:ext cx="139320" cy="10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55BAAD7-491A-01AB-D77D-CF4753A4C92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498904" y="1060416"/>
                  <a:ext cx="156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A7FB231-3E0E-7F47-85D3-180CC8C46531}"/>
                    </a:ext>
                  </a:extLst>
                </p14:cNvPr>
                <p14:cNvContentPartPr/>
                <p14:nvPr/>
              </p14:nvContentPartPr>
              <p14:xfrm>
                <a:off x="2736864" y="1163376"/>
                <a:ext cx="24840" cy="20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A7FB231-3E0E-7F47-85D3-180CC8C4653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28224" y="1154736"/>
                  <a:ext cx="424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4808542-FD37-9B30-FE01-79BCB9225C46}"/>
                    </a:ext>
                  </a:extLst>
                </p14:cNvPr>
                <p14:cNvContentPartPr/>
                <p14:nvPr/>
              </p14:nvContentPartPr>
              <p14:xfrm>
                <a:off x="2863224" y="1044936"/>
                <a:ext cx="135000" cy="209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4808542-FD37-9B30-FE01-79BCB9225C4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54584" y="1036296"/>
                  <a:ext cx="152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D9A672F-86A5-5E4D-E9D0-C7CE9A5B2354}"/>
                    </a:ext>
                  </a:extLst>
                </p14:cNvPr>
                <p14:cNvContentPartPr/>
                <p14:nvPr/>
              </p14:nvContentPartPr>
              <p14:xfrm>
                <a:off x="3100824" y="963936"/>
                <a:ext cx="136800" cy="294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D9A672F-86A5-5E4D-E9D0-C7CE9A5B235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92184" y="955296"/>
                  <a:ext cx="154440" cy="31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5F84A88-3F72-EEBB-7B9C-5801CA5CE372}"/>
              </a:ext>
            </a:extLst>
          </p:cNvPr>
          <p:cNvGrpSpPr/>
          <p:nvPr/>
        </p:nvGrpSpPr>
        <p:grpSpPr>
          <a:xfrm>
            <a:off x="3480624" y="1054656"/>
            <a:ext cx="176040" cy="100440"/>
            <a:chOff x="3480624" y="1054656"/>
            <a:chExt cx="176040" cy="10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8B47DF0-2E21-9DED-FAA4-971B586BEA2D}"/>
                    </a:ext>
                  </a:extLst>
                </p14:cNvPr>
                <p14:cNvContentPartPr/>
                <p14:nvPr/>
              </p14:nvContentPartPr>
              <p14:xfrm>
                <a:off x="3480624" y="1054656"/>
                <a:ext cx="176040" cy="32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8B47DF0-2E21-9DED-FAA4-971B586BEA2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71984" y="1045656"/>
                  <a:ext cx="193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B1CF9D3-F951-6EB1-1346-76505C2B5C0B}"/>
                    </a:ext>
                  </a:extLst>
                </p14:cNvPr>
                <p14:cNvContentPartPr/>
                <p14:nvPr/>
              </p14:nvContentPartPr>
              <p14:xfrm>
                <a:off x="3527064" y="1142496"/>
                <a:ext cx="119880" cy="12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B1CF9D3-F951-6EB1-1346-76505C2B5C0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18064" y="1133496"/>
                  <a:ext cx="13752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C791FFA-2E3C-1ED2-0AE4-4BA6FD8C2274}"/>
                  </a:ext>
                </a:extLst>
              </p14:cNvPr>
              <p14:cNvContentPartPr/>
              <p14:nvPr/>
            </p14:nvContentPartPr>
            <p14:xfrm>
              <a:off x="3907224" y="882936"/>
              <a:ext cx="236880" cy="2476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C791FFA-2E3C-1ED2-0AE4-4BA6FD8C227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898584" y="874296"/>
                <a:ext cx="254520" cy="26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F16FFEAF-A34E-2863-C879-5EED9FB10A5B}"/>
              </a:ext>
            </a:extLst>
          </p:cNvPr>
          <p:cNvGrpSpPr/>
          <p:nvPr/>
        </p:nvGrpSpPr>
        <p:grpSpPr>
          <a:xfrm>
            <a:off x="825264" y="2220696"/>
            <a:ext cx="705240" cy="422280"/>
            <a:chOff x="825264" y="2220696"/>
            <a:chExt cx="705240" cy="42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2E67C55-5D99-DDAA-1320-C6E9C1C51242}"/>
                    </a:ext>
                  </a:extLst>
                </p14:cNvPr>
                <p14:cNvContentPartPr/>
                <p14:nvPr/>
              </p14:nvContentPartPr>
              <p14:xfrm>
                <a:off x="869184" y="2220696"/>
                <a:ext cx="90720" cy="422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2E67C55-5D99-DDAA-1320-C6E9C1C5124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0544" y="2211696"/>
                  <a:ext cx="1083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827496D-337A-15B7-481F-E575587E721A}"/>
                    </a:ext>
                  </a:extLst>
                </p14:cNvPr>
                <p14:cNvContentPartPr/>
                <p14:nvPr/>
              </p14:nvContentPartPr>
              <p14:xfrm>
                <a:off x="825264" y="2386656"/>
                <a:ext cx="205200" cy="61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827496D-337A-15B7-481F-E575587E721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16624" y="2378016"/>
                  <a:ext cx="222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6846280-61E8-4CB3-E572-B183782141A7}"/>
                    </a:ext>
                  </a:extLst>
                </p14:cNvPr>
                <p14:cNvContentPartPr/>
                <p14:nvPr/>
              </p14:nvContentPartPr>
              <p14:xfrm>
                <a:off x="1083744" y="2253456"/>
                <a:ext cx="54000" cy="228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6846280-61E8-4CB3-E572-B183782141A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5104" y="2244456"/>
                  <a:ext cx="716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B6642B3-D1EC-5B68-58B6-87448CF3FB2F}"/>
                    </a:ext>
                  </a:extLst>
                </p14:cNvPr>
                <p14:cNvContentPartPr/>
                <p14:nvPr/>
              </p14:nvContentPartPr>
              <p14:xfrm>
                <a:off x="1139904" y="2367216"/>
                <a:ext cx="73800" cy="109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B6642B3-D1EC-5B68-58B6-87448CF3FB2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30904" y="2358216"/>
                  <a:ext cx="914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706B46C-2D3D-9661-6980-0F6F0104A941}"/>
                    </a:ext>
                  </a:extLst>
                </p14:cNvPr>
                <p14:cNvContentPartPr/>
                <p14:nvPr/>
              </p14:nvContentPartPr>
              <p14:xfrm>
                <a:off x="1254024" y="2364696"/>
                <a:ext cx="87840" cy="91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706B46C-2D3D-9661-6980-0F6F0104A94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45024" y="2356056"/>
                  <a:ext cx="1054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B8A4516-828F-F9E0-4796-5B81923FAEA6}"/>
                    </a:ext>
                  </a:extLst>
                </p14:cNvPr>
                <p14:cNvContentPartPr/>
                <p14:nvPr/>
              </p14:nvContentPartPr>
              <p14:xfrm>
                <a:off x="1413144" y="2309616"/>
                <a:ext cx="117360" cy="113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B8A4516-828F-F9E0-4796-5B81923FAEA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04144" y="2300616"/>
                  <a:ext cx="135000" cy="13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7B7FD40-2802-36CE-D689-9CBA98B8D1F6}"/>
                  </a:ext>
                </a:extLst>
              </p14:cNvPr>
              <p14:cNvContentPartPr/>
              <p14:nvPr/>
            </p14:nvContentPartPr>
            <p14:xfrm>
              <a:off x="1741464" y="2086416"/>
              <a:ext cx="193680" cy="2966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7B7FD40-2802-36CE-D689-9CBA98B8D1F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732824" y="2077776"/>
                <a:ext cx="211320" cy="31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8F7EC183-FFD2-9126-48D7-2507E623C631}"/>
              </a:ext>
            </a:extLst>
          </p:cNvPr>
          <p:cNvGrpSpPr/>
          <p:nvPr/>
        </p:nvGrpSpPr>
        <p:grpSpPr>
          <a:xfrm>
            <a:off x="2090304" y="2084256"/>
            <a:ext cx="344880" cy="213120"/>
            <a:chOff x="2090304" y="2084256"/>
            <a:chExt cx="34488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CDB6D73-324A-3A06-861A-91841354FB63}"/>
                    </a:ext>
                  </a:extLst>
                </p14:cNvPr>
                <p14:cNvContentPartPr/>
                <p14:nvPr/>
              </p14:nvContentPartPr>
              <p14:xfrm>
                <a:off x="2090304" y="2146896"/>
                <a:ext cx="130680" cy="150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CDB6D73-324A-3A06-861A-91841354FB6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81304" y="2138256"/>
                  <a:ext cx="148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50A88BE-D2B8-D0C1-24BA-E4CD0C2C13F6}"/>
                    </a:ext>
                  </a:extLst>
                </p14:cNvPr>
                <p14:cNvContentPartPr/>
                <p14:nvPr/>
              </p14:nvContentPartPr>
              <p14:xfrm>
                <a:off x="2173824" y="2084256"/>
                <a:ext cx="158760" cy="24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50A88BE-D2B8-D0C1-24BA-E4CD0C2C13F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64824" y="2075616"/>
                  <a:ext cx="176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3CF35D0-64AE-C9F3-E7E8-D80241A46431}"/>
                    </a:ext>
                  </a:extLst>
                </p14:cNvPr>
                <p14:cNvContentPartPr/>
                <p14:nvPr/>
              </p14:nvContentPartPr>
              <p14:xfrm>
                <a:off x="2422584" y="2161656"/>
                <a:ext cx="12600" cy="9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3CF35D0-64AE-C9F3-E7E8-D80241A4643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13584" y="2152656"/>
                  <a:ext cx="302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F8524A1-E30A-ACAB-BE60-EA617267205C}"/>
              </a:ext>
            </a:extLst>
          </p:cNvPr>
          <p:cNvGrpSpPr/>
          <p:nvPr/>
        </p:nvGrpSpPr>
        <p:grpSpPr>
          <a:xfrm>
            <a:off x="2595744" y="1978776"/>
            <a:ext cx="266400" cy="231840"/>
            <a:chOff x="2595744" y="1978776"/>
            <a:chExt cx="26640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9F3E741-CDE3-B845-EF18-166F114EA913}"/>
                    </a:ext>
                  </a:extLst>
                </p14:cNvPr>
                <p14:cNvContentPartPr/>
                <p14:nvPr/>
              </p14:nvContentPartPr>
              <p14:xfrm>
                <a:off x="2595744" y="2046456"/>
                <a:ext cx="41760" cy="127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9F3E741-CDE3-B845-EF18-166F114EA91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586744" y="2037456"/>
                  <a:ext cx="59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66CFF6D-56CA-84FD-BB20-967282A0CEE3}"/>
                    </a:ext>
                  </a:extLst>
                </p14:cNvPr>
                <p14:cNvContentPartPr/>
                <p14:nvPr/>
              </p14:nvContentPartPr>
              <p14:xfrm>
                <a:off x="2719944" y="1978776"/>
                <a:ext cx="142200" cy="231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66CFF6D-56CA-84FD-BB20-967282A0CEE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11304" y="1970136"/>
                  <a:ext cx="15984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F14F1EA-DF5D-398E-C17B-133DACDBD6EC}"/>
              </a:ext>
            </a:extLst>
          </p:cNvPr>
          <p:cNvGrpSpPr/>
          <p:nvPr/>
        </p:nvGrpSpPr>
        <p:grpSpPr>
          <a:xfrm>
            <a:off x="3305304" y="2006136"/>
            <a:ext cx="253800" cy="52560"/>
            <a:chOff x="3305304" y="2006136"/>
            <a:chExt cx="253800" cy="5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6F1FF20-4FC0-5354-5617-ECEE52D65695}"/>
                    </a:ext>
                  </a:extLst>
                </p14:cNvPr>
                <p14:cNvContentPartPr/>
                <p14:nvPr/>
              </p14:nvContentPartPr>
              <p14:xfrm>
                <a:off x="3305304" y="2006136"/>
                <a:ext cx="161280" cy="11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6F1FF20-4FC0-5354-5617-ECEE52D6569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96304" y="1997496"/>
                  <a:ext cx="1789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217C9F2-8FE6-DEA7-CD27-8679DE60130F}"/>
                    </a:ext>
                  </a:extLst>
                </p14:cNvPr>
                <p14:cNvContentPartPr/>
                <p14:nvPr/>
              </p14:nvContentPartPr>
              <p14:xfrm>
                <a:off x="3390624" y="2040336"/>
                <a:ext cx="168480" cy="18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217C9F2-8FE6-DEA7-CD27-8679DE60130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81624" y="2031696"/>
                  <a:ext cx="1861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7F78117-1F4C-899E-E726-1D5D79EA7657}"/>
              </a:ext>
            </a:extLst>
          </p:cNvPr>
          <p:cNvGrpSpPr/>
          <p:nvPr/>
        </p:nvGrpSpPr>
        <p:grpSpPr>
          <a:xfrm>
            <a:off x="3829464" y="1858176"/>
            <a:ext cx="263520" cy="209520"/>
            <a:chOff x="3829464" y="1858176"/>
            <a:chExt cx="263520" cy="2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D03A5D-EFBD-636B-A5B6-47F26536FFB6}"/>
                    </a:ext>
                  </a:extLst>
                </p14:cNvPr>
                <p14:cNvContentPartPr/>
                <p14:nvPr/>
              </p14:nvContentPartPr>
              <p14:xfrm>
                <a:off x="3829464" y="1893456"/>
                <a:ext cx="157320" cy="174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D03A5D-EFBD-636B-A5B6-47F26536FFB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20824" y="1884456"/>
                  <a:ext cx="174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C897C90-7EF4-0B4B-4620-96EAB3C4ED21}"/>
                    </a:ext>
                  </a:extLst>
                </p14:cNvPr>
                <p14:cNvContentPartPr/>
                <p14:nvPr/>
              </p14:nvContentPartPr>
              <p14:xfrm>
                <a:off x="3912264" y="1858176"/>
                <a:ext cx="180720" cy="15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C897C90-7EF4-0B4B-4620-96EAB3C4ED2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03624" y="1849536"/>
                  <a:ext cx="19836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D6488DF-C37B-0434-F0F6-22E1134EA5D8}"/>
              </a:ext>
            </a:extLst>
          </p:cNvPr>
          <p:cNvGrpSpPr/>
          <p:nvPr/>
        </p:nvGrpSpPr>
        <p:grpSpPr>
          <a:xfrm>
            <a:off x="871704" y="2740896"/>
            <a:ext cx="614520" cy="347400"/>
            <a:chOff x="871704" y="2740896"/>
            <a:chExt cx="61452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5D08BCB-F2D7-6FE8-27C1-1E206AE68C01}"/>
                    </a:ext>
                  </a:extLst>
                </p14:cNvPr>
                <p14:cNvContentPartPr/>
                <p14:nvPr/>
              </p14:nvContentPartPr>
              <p14:xfrm>
                <a:off x="878904" y="2766456"/>
                <a:ext cx="126000" cy="321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5D08BCB-F2D7-6FE8-27C1-1E206AE68C0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9904" y="2757456"/>
                  <a:ext cx="1436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117E260-6876-607F-35DD-99F2CA634EAB}"/>
                    </a:ext>
                  </a:extLst>
                </p14:cNvPr>
                <p14:cNvContentPartPr/>
                <p14:nvPr/>
              </p14:nvContentPartPr>
              <p14:xfrm>
                <a:off x="871704" y="2858976"/>
                <a:ext cx="205200" cy="70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117E260-6876-607F-35DD-99F2CA634EA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3064" y="2849976"/>
                  <a:ext cx="2228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8900B2C-7E8A-0197-6A42-0B836DDFEA7A}"/>
                    </a:ext>
                  </a:extLst>
                </p14:cNvPr>
                <p14:cNvContentPartPr/>
                <p14:nvPr/>
              </p14:nvContentPartPr>
              <p14:xfrm>
                <a:off x="1122984" y="2740896"/>
                <a:ext cx="44280" cy="196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8900B2C-7E8A-0197-6A42-0B836DDFEA7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13984" y="2732256"/>
                  <a:ext cx="619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8DAFF8C-9658-7157-6180-405C369666D5}"/>
                    </a:ext>
                  </a:extLst>
                </p14:cNvPr>
                <p14:cNvContentPartPr/>
                <p14:nvPr/>
              </p14:nvContentPartPr>
              <p14:xfrm>
                <a:off x="1210824" y="2848176"/>
                <a:ext cx="88200" cy="69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8DAFF8C-9658-7157-6180-405C369666D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201824" y="2839536"/>
                  <a:ext cx="105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BE95199-5A4E-2F5B-6840-AB3DB1037EC9}"/>
                    </a:ext>
                  </a:extLst>
                </p14:cNvPr>
                <p14:cNvContentPartPr/>
                <p14:nvPr/>
              </p14:nvContentPartPr>
              <p14:xfrm>
                <a:off x="1327824" y="2833776"/>
                <a:ext cx="57600" cy="57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BE95199-5A4E-2F5B-6840-AB3DB1037EC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18824" y="2824776"/>
                  <a:ext cx="75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B65EDFD-F412-C0AF-BC9F-C815E71DE2B0}"/>
                    </a:ext>
                  </a:extLst>
                </p14:cNvPr>
                <p14:cNvContentPartPr/>
                <p14:nvPr/>
              </p14:nvContentPartPr>
              <p14:xfrm>
                <a:off x="1437264" y="2786256"/>
                <a:ext cx="48960" cy="84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B65EDFD-F412-C0AF-BC9F-C815E71DE2B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28624" y="2777616"/>
                  <a:ext cx="6660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AFB96D2-D7B4-E59C-492E-FEBB4FD55ED4}"/>
              </a:ext>
            </a:extLst>
          </p:cNvPr>
          <p:cNvGrpSpPr/>
          <p:nvPr/>
        </p:nvGrpSpPr>
        <p:grpSpPr>
          <a:xfrm>
            <a:off x="1793304" y="2493216"/>
            <a:ext cx="851040" cy="324000"/>
            <a:chOff x="1793304" y="2493216"/>
            <a:chExt cx="851040" cy="3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04104AD-0E45-87A5-5B24-8278E586845E}"/>
                    </a:ext>
                  </a:extLst>
                </p14:cNvPr>
                <p14:cNvContentPartPr/>
                <p14:nvPr/>
              </p14:nvContentPartPr>
              <p14:xfrm>
                <a:off x="1793304" y="2628936"/>
                <a:ext cx="144360" cy="188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04104AD-0E45-87A5-5B24-8278E58684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784304" y="2619936"/>
                  <a:ext cx="162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EE275B7-D954-81D7-7177-773AEE52772A}"/>
                    </a:ext>
                  </a:extLst>
                </p14:cNvPr>
                <p14:cNvContentPartPr/>
                <p14:nvPr/>
              </p14:nvContentPartPr>
              <p14:xfrm>
                <a:off x="2058984" y="2610216"/>
                <a:ext cx="125640" cy="138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EE275B7-D954-81D7-7177-773AEE52772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50344" y="2601216"/>
                  <a:ext cx="1432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E59CA52-1F19-8D2C-B68D-56D011A682C0}"/>
                    </a:ext>
                  </a:extLst>
                </p14:cNvPr>
                <p14:cNvContentPartPr/>
                <p14:nvPr/>
              </p14:nvContentPartPr>
              <p14:xfrm>
                <a:off x="2105424" y="2610216"/>
                <a:ext cx="360" cy="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E59CA52-1F19-8D2C-B68D-56D011A682C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096784" y="26012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6AE94C1-D3F0-4AE3-FB48-4677DA0BEDA2}"/>
                    </a:ext>
                  </a:extLst>
                </p14:cNvPr>
                <p14:cNvContentPartPr/>
                <p14:nvPr/>
              </p14:nvContentPartPr>
              <p14:xfrm>
                <a:off x="2105424" y="2555856"/>
                <a:ext cx="176040" cy="54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6AE94C1-D3F0-4AE3-FB48-4677DA0BEDA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096784" y="2546856"/>
                  <a:ext cx="1936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29C76F7-2A12-8AB6-59F2-6489EF09042C}"/>
                    </a:ext>
                  </a:extLst>
                </p14:cNvPr>
                <p14:cNvContentPartPr/>
                <p14:nvPr/>
              </p14:nvContentPartPr>
              <p14:xfrm>
                <a:off x="2351664" y="2636856"/>
                <a:ext cx="24840" cy="5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29C76F7-2A12-8AB6-59F2-6489EF09042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43024" y="2628216"/>
                  <a:ext cx="42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C478060-50BA-A651-EF94-CD83FE7F9AFF}"/>
                    </a:ext>
                  </a:extLst>
                </p14:cNvPr>
                <p14:cNvContentPartPr/>
                <p14:nvPr/>
              </p14:nvContentPartPr>
              <p14:xfrm>
                <a:off x="2495664" y="2493216"/>
                <a:ext cx="148680" cy="202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C478060-50BA-A651-EF94-CD83FE7F9AF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86664" y="2484576"/>
                  <a:ext cx="166320" cy="21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D95E1E4-65B7-02C8-7FF6-72B3C0F8E396}"/>
                  </a:ext>
                </a:extLst>
              </p14:cNvPr>
              <p14:cNvContentPartPr/>
              <p14:nvPr/>
            </p14:nvContentPartPr>
            <p14:xfrm>
              <a:off x="2807784" y="2446416"/>
              <a:ext cx="119880" cy="2102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D95E1E4-65B7-02C8-7FF6-72B3C0F8E39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798784" y="2437776"/>
                <a:ext cx="137520" cy="22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C5803092-E952-9940-865C-5282A781FC85}"/>
              </a:ext>
            </a:extLst>
          </p:cNvPr>
          <p:cNvGrpSpPr/>
          <p:nvPr/>
        </p:nvGrpSpPr>
        <p:grpSpPr>
          <a:xfrm>
            <a:off x="3358944" y="2451816"/>
            <a:ext cx="171000" cy="77760"/>
            <a:chOff x="3358944" y="2451816"/>
            <a:chExt cx="171000" cy="7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0D3B2CF-8908-E0E2-3892-1F9545EFCBD3}"/>
                    </a:ext>
                  </a:extLst>
                </p14:cNvPr>
                <p14:cNvContentPartPr/>
                <p14:nvPr/>
              </p14:nvContentPartPr>
              <p14:xfrm>
                <a:off x="3358944" y="2451816"/>
                <a:ext cx="146160" cy="17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0D3B2CF-8908-E0E2-3892-1F9545EFCBD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349944" y="2442816"/>
                  <a:ext cx="163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F305EDE-7175-5FA8-211C-DEEE8046B71E}"/>
                    </a:ext>
                  </a:extLst>
                </p14:cNvPr>
                <p14:cNvContentPartPr/>
                <p14:nvPr/>
              </p14:nvContentPartPr>
              <p14:xfrm>
                <a:off x="3388104" y="2517696"/>
                <a:ext cx="141840" cy="11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F305EDE-7175-5FA8-211C-DEEE8046B71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379104" y="2508696"/>
                  <a:ext cx="15948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4A6F47A-1ABC-DCF3-32B4-2769A7733561}"/>
              </a:ext>
            </a:extLst>
          </p:cNvPr>
          <p:cNvGrpSpPr/>
          <p:nvPr/>
        </p:nvGrpSpPr>
        <p:grpSpPr>
          <a:xfrm>
            <a:off x="3880944" y="2293416"/>
            <a:ext cx="161280" cy="201960"/>
            <a:chOff x="3880944" y="2293416"/>
            <a:chExt cx="16128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A3635DA-3999-D148-782F-36ECBC3A078B}"/>
                    </a:ext>
                  </a:extLst>
                </p14:cNvPr>
                <p14:cNvContentPartPr/>
                <p14:nvPr/>
              </p14:nvContentPartPr>
              <p14:xfrm>
                <a:off x="3880944" y="2306376"/>
                <a:ext cx="107640" cy="189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A3635DA-3999-D148-782F-36ECBC3A078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72304" y="2297376"/>
                  <a:ext cx="1252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28FA6B0-C656-1092-B03C-AC83CFD7BF1B}"/>
                    </a:ext>
                  </a:extLst>
                </p14:cNvPr>
                <p14:cNvContentPartPr/>
                <p14:nvPr/>
              </p14:nvContentPartPr>
              <p14:xfrm>
                <a:off x="3921984" y="2293416"/>
                <a:ext cx="120240" cy="13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28FA6B0-C656-1092-B03C-AC83CFD7BF1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913344" y="2284416"/>
                  <a:ext cx="137880" cy="3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4534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2334B-1A7D-2C2E-5605-508F010D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BD93CE5D-3382-3455-0166-4A59F5AC00A1}"/>
              </a:ext>
            </a:extLst>
          </p:cNvPr>
          <p:cNvGrpSpPr/>
          <p:nvPr/>
        </p:nvGrpSpPr>
        <p:grpSpPr>
          <a:xfrm>
            <a:off x="793584" y="296136"/>
            <a:ext cx="11013840" cy="3891960"/>
            <a:chOff x="793584" y="296136"/>
            <a:chExt cx="11013840" cy="38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E963A16-7180-091A-E2D0-576F8B32C92F}"/>
                    </a:ext>
                  </a:extLst>
                </p14:cNvPr>
                <p14:cNvContentPartPr/>
                <p14:nvPr/>
              </p14:nvContentPartPr>
              <p14:xfrm>
                <a:off x="9869184" y="1626696"/>
                <a:ext cx="73440" cy="983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E963A16-7180-091A-E2D0-576F8B32C92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60184" y="1618056"/>
                  <a:ext cx="91080" cy="10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0121C69-8D8E-6252-C349-202CEB992A92}"/>
                    </a:ext>
                  </a:extLst>
                </p14:cNvPr>
                <p14:cNvContentPartPr/>
                <p14:nvPr/>
              </p14:nvContentPartPr>
              <p14:xfrm>
                <a:off x="9880704" y="1505016"/>
                <a:ext cx="1902960" cy="1201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0121C69-8D8E-6252-C349-202CEB992A9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2064" y="1496016"/>
                  <a:ext cx="1920600" cy="12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4C441F6-13B9-3631-B089-B203C8CF0768}"/>
                    </a:ext>
                  </a:extLst>
                </p14:cNvPr>
                <p14:cNvContentPartPr/>
                <p14:nvPr/>
              </p14:nvContentPartPr>
              <p14:xfrm>
                <a:off x="9888624" y="2632536"/>
                <a:ext cx="1821960" cy="82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4C441F6-13B9-3631-B089-B203C8CF076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79624" y="2623896"/>
                  <a:ext cx="1839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B072E4F-339C-56EB-2DE0-693213B30E11}"/>
                    </a:ext>
                  </a:extLst>
                </p14:cNvPr>
                <p14:cNvContentPartPr/>
                <p14:nvPr/>
              </p14:nvContentPartPr>
              <p14:xfrm>
                <a:off x="9886104" y="1967976"/>
                <a:ext cx="1916280" cy="81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B072E4F-339C-56EB-2DE0-693213B30E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77104" y="1958976"/>
                  <a:ext cx="1933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2C33185-C42D-C5F1-1C91-5B71EAD722DC}"/>
                    </a:ext>
                  </a:extLst>
                </p14:cNvPr>
                <p14:cNvContentPartPr/>
                <p14:nvPr/>
              </p14:nvContentPartPr>
              <p14:xfrm>
                <a:off x="9900864" y="2254896"/>
                <a:ext cx="1906560" cy="91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2C33185-C42D-C5F1-1C91-5B71EAD722D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91864" y="2246256"/>
                  <a:ext cx="1924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EDB3135-167B-97B2-A093-0451461D6488}"/>
                    </a:ext>
                  </a:extLst>
                </p14:cNvPr>
                <p14:cNvContentPartPr/>
                <p14:nvPr/>
              </p14:nvContentPartPr>
              <p14:xfrm>
                <a:off x="10680984" y="1469016"/>
                <a:ext cx="85680" cy="1263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EDB3135-167B-97B2-A093-0451461D64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671984" y="1460376"/>
                  <a:ext cx="103320" cy="12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FCD4194-88B6-9F4A-9796-89474AE855D7}"/>
                    </a:ext>
                  </a:extLst>
                </p14:cNvPr>
                <p14:cNvContentPartPr/>
                <p14:nvPr/>
              </p14:nvContentPartPr>
              <p14:xfrm>
                <a:off x="11057544" y="1500696"/>
                <a:ext cx="45720" cy="1212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FCD4194-88B6-9F4A-9796-89474AE855D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048544" y="1492056"/>
                  <a:ext cx="63360" cy="12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639A7CD-3C5F-11D3-0AF9-CD143DEC2C77}"/>
                    </a:ext>
                  </a:extLst>
                </p14:cNvPr>
                <p14:cNvContentPartPr/>
                <p14:nvPr/>
              </p14:nvContentPartPr>
              <p14:xfrm>
                <a:off x="801144" y="1906416"/>
                <a:ext cx="32400" cy="927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639A7CD-3C5F-11D3-0AF9-CD143DEC2C7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2144" y="1897416"/>
                  <a:ext cx="50040" cy="9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095E99B-1A99-3F27-595F-E052A328DCC1}"/>
                    </a:ext>
                  </a:extLst>
                </p14:cNvPr>
                <p14:cNvContentPartPr/>
                <p14:nvPr/>
              </p14:nvContentPartPr>
              <p14:xfrm>
                <a:off x="820584" y="1853856"/>
                <a:ext cx="1575000" cy="34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095E99B-1A99-3F27-595F-E052A328DCC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1584" y="1845216"/>
                  <a:ext cx="1592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68A259E-2290-EA68-30A0-802B9DFA0360}"/>
                    </a:ext>
                  </a:extLst>
                </p14:cNvPr>
                <p14:cNvContentPartPr/>
                <p14:nvPr/>
              </p14:nvContentPartPr>
              <p14:xfrm>
                <a:off x="867384" y="2750976"/>
                <a:ext cx="1809360" cy="136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68A259E-2290-EA68-30A0-802B9DFA036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8384" y="2742336"/>
                  <a:ext cx="18270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F7EE88A-3A50-094F-B2BC-4CEECD75887A}"/>
                    </a:ext>
                  </a:extLst>
                </p14:cNvPr>
                <p14:cNvContentPartPr/>
                <p14:nvPr/>
              </p14:nvContentPartPr>
              <p14:xfrm>
                <a:off x="2351664" y="1838736"/>
                <a:ext cx="341640" cy="933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F7EE88A-3A50-094F-B2BC-4CEECD75887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43024" y="1829736"/>
                  <a:ext cx="359280" cy="9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8A90F99-9C63-6E40-2A94-539D6F99B530}"/>
                    </a:ext>
                  </a:extLst>
                </p14:cNvPr>
                <p14:cNvContentPartPr/>
                <p14:nvPr/>
              </p14:nvContentPartPr>
              <p14:xfrm>
                <a:off x="798624" y="2212056"/>
                <a:ext cx="1897200" cy="101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8A90F99-9C63-6E40-2A94-539D6F99B53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9624" y="2203056"/>
                  <a:ext cx="19148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0739D4D-D27A-EC70-E11E-AEC72B0785EC}"/>
                    </a:ext>
                  </a:extLst>
                </p14:cNvPr>
                <p14:cNvContentPartPr/>
                <p14:nvPr/>
              </p14:nvContentPartPr>
              <p14:xfrm>
                <a:off x="793584" y="2430576"/>
                <a:ext cx="1857960" cy="135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0739D4D-D27A-EC70-E11E-AEC72B0785E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4944" y="2421576"/>
                  <a:ext cx="18756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82F8C9F-1601-C66F-AD5D-C68F0A0BB1AF}"/>
                    </a:ext>
                  </a:extLst>
                </p14:cNvPr>
                <p14:cNvContentPartPr/>
                <p14:nvPr/>
              </p14:nvContentPartPr>
              <p14:xfrm>
                <a:off x="1435104" y="1911456"/>
                <a:ext cx="51480" cy="925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82F8C9F-1601-C66F-AD5D-C68F0A0BB1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26104" y="1902816"/>
                  <a:ext cx="69120" cy="9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F6164A9-3AB9-8B72-2208-976C560B6A84}"/>
                    </a:ext>
                  </a:extLst>
                </p14:cNvPr>
                <p14:cNvContentPartPr/>
                <p14:nvPr/>
              </p14:nvContentPartPr>
              <p14:xfrm>
                <a:off x="1885824" y="1902456"/>
                <a:ext cx="39600" cy="868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F6164A9-3AB9-8B72-2208-976C560B6A8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76824" y="1893456"/>
                  <a:ext cx="57240" cy="88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43B9792-F815-A07E-5F40-32EA06E636A7}"/>
                    </a:ext>
                  </a:extLst>
                </p14:cNvPr>
                <p14:cNvContentPartPr/>
                <p14:nvPr/>
              </p14:nvContentPartPr>
              <p14:xfrm>
                <a:off x="1642104" y="2284776"/>
                <a:ext cx="109080" cy="162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43B9792-F815-A07E-5F40-32EA06E636A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33464" y="2275776"/>
                  <a:ext cx="1267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10070D7-0F7F-075B-DF26-7DE792763226}"/>
                    </a:ext>
                  </a:extLst>
                </p14:cNvPr>
                <p14:cNvContentPartPr/>
                <p14:nvPr/>
              </p14:nvContentPartPr>
              <p14:xfrm>
                <a:off x="1640304" y="2361456"/>
                <a:ext cx="95040" cy="29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10070D7-0F7F-075B-DF26-7DE79276322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31304" y="2352816"/>
                  <a:ext cx="112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78B4E13-895B-2B08-9E9F-A64B043479C8}"/>
                    </a:ext>
                  </a:extLst>
                </p14:cNvPr>
                <p14:cNvContentPartPr/>
                <p14:nvPr/>
              </p14:nvContentPartPr>
              <p14:xfrm>
                <a:off x="3773304" y="517536"/>
                <a:ext cx="54000" cy="813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78B4E13-895B-2B08-9E9F-A64B043479C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64304" y="508536"/>
                  <a:ext cx="7164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898DD8A-723D-C3B4-55D6-A7DE8BD98001}"/>
                    </a:ext>
                  </a:extLst>
                </p14:cNvPr>
                <p14:cNvContentPartPr/>
                <p14:nvPr/>
              </p14:nvContentPartPr>
              <p14:xfrm>
                <a:off x="3824424" y="310896"/>
                <a:ext cx="1931400" cy="151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898DD8A-723D-C3B4-55D6-A7DE8BD9800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15784" y="302256"/>
                  <a:ext cx="1949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B6E8EE6-7428-4B4A-8D18-B3FFD7E8C10A}"/>
                    </a:ext>
                  </a:extLst>
                </p14:cNvPr>
                <p14:cNvContentPartPr/>
                <p14:nvPr/>
              </p14:nvContentPartPr>
              <p14:xfrm>
                <a:off x="5611824" y="313416"/>
                <a:ext cx="151560" cy="955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B6E8EE6-7428-4B4A-8D18-B3FFD7E8C1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02824" y="304416"/>
                  <a:ext cx="169200" cy="9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3B8B0C-7682-BE8A-028D-5652A4F2517A}"/>
                    </a:ext>
                  </a:extLst>
                </p14:cNvPr>
                <p14:cNvContentPartPr/>
                <p14:nvPr/>
              </p14:nvContentPartPr>
              <p14:xfrm>
                <a:off x="3846384" y="1223496"/>
                <a:ext cx="1833840" cy="132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3B8B0C-7682-BE8A-028D-5652A4F251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37744" y="1214856"/>
                  <a:ext cx="1851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F4F1AFF-05F8-5116-CA37-02A92ED2A1EF}"/>
                    </a:ext>
                  </a:extLst>
                </p14:cNvPr>
                <p14:cNvContentPartPr/>
                <p14:nvPr/>
              </p14:nvContentPartPr>
              <p14:xfrm>
                <a:off x="3812184" y="746496"/>
                <a:ext cx="1897200" cy="81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F4F1AFF-05F8-5116-CA37-02A92ED2A1E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03544" y="737856"/>
                  <a:ext cx="1914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F7FF3DD-6706-E91B-FCF5-9CEDB6D1FA8E}"/>
                    </a:ext>
                  </a:extLst>
                </p14:cNvPr>
                <p14:cNvContentPartPr/>
                <p14:nvPr/>
              </p14:nvContentPartPr>
              <p14:xfrm>
                <a:off x="3763944" y="932616"/>
                <a:ext cx="1926360" cy="139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F7FF3DD-6706-E91B-FCF5-9CEDB6D1FA8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54944" y="923976"/>
                  <a:ext cx="1944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BA4D185-114A-149F-76E8-07398DFF32FA}"/>
                    </a:ext>
                  </a:extLst>
                </p14:cNvPr>
                <p14:cNvContentPartPr/>
                <p14:nvPr/>
              </p14:nvContentPartPr>
              <p14:xfrm>
                <a:off x="4553424" y="347616"/>
                <a:ext cx="63720" cy="1003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BA4D185-114A-149F-76E8-07398DFF32F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44784" y="338616"/>
                  <a:ext cx="81360" cy="10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59DB32F-31FF-3B1E-DCFB-940C045D8D7B}"/>
                    </a:ext>
                  </a:extLst>
                </p14:cNvPr>
                <p14:cNvContentPartPr/>
                <p14:nvPr/>
              </p14:nvContentPartPr>
              <p14:xfrm>
                <a:off x="4987584" y="296136"/>
                <a:ext cx="140040" cy="1024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59DB32F-31FF-3B1E-DCFB-940C045D8D7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78584" y="287496"/>
                  <a:ext cx="157680" cy="10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1FA3879-55BC-DA87-B9B4-5E67363C9ACC}"/>
                    </a:ext>
                  </a:extLst>
                </p14:cNvPr>
                <p14:cNvContentPartPr/>
                <p14:nvPr/>
              </p14:nvContentPartPr>
              <p14:xfrm>
                <a:off x="6445584" y="1647936"/>
                <a:ext cx="51480" cy="1095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1FA3879-55BC-DA87-B9B4-5E67363C9AC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36944" y="1638936"/>
                  <a:ext cx="69120" cy="11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5D02883-5B5E-0895-C3BD-F272DA055F21}"/>
                    </a:ext>
                  </a:extLst>
                </p14:cNvPr>
                <p14:cNvContentPartPr/>
                <p14:nvPr/>
              </p14:nvContentPartPr>
              <p14:xfrm>
                <a:off x="6445584" y="1600056"/>
                <a:ext cx="1860120" cy="19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5D02883-5B5E-0895-C3BD-F272DA055F2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36944" y="1591056"/>
                  <a:ext cx="1877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03DBD8A-4E42-399C-53BC-A1A0710D461D}"/>
                    </a:ext>
                  </a:extLst>
                </p14:cNvPr>
                <p14:cNvContentPartPr/>
                <p14:nvPr/>
              </p14:nvContentPartPr>
              <p14:xfrm>
                <a:off x="6489504" y="2650176"/>
                <a:ext cx="2119320" cy="140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03DBD8A-4E42-399C-53BC-A1A0710D461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80864" y="2641176"/>
                  <a:ext cx="21369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C404BBD-768E-4421-0F5D-9C22DEAFEBC6}"/>
                    </a:ext>
                  </a:extLst>
                </p14:cNvPr>
                <p14:cNvContentPartPr/>
                <p14:nvPr/>
              </p14:nvContentPartPr>
              <p14:xfrm>
                <a:off x="8242704" y="1548576"/>
                <a:ext cx="405000" cy="1118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C404BBD-768E-4421-0F5D-9C22DEAFEBC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233704" y="1539936"/>
                  <a:ext cx="422640" cy="11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9D9BE57-C2DF-826F-7A3F-045406B6C71E}"/>
                    </a:ext>
                  </a:extLst>
                </p14:cNvPr>
                <p14:cNvContentPartPr/>
                <p14:nvPr/>
              </p14:nvContentPartPr>
              <p14:xfrm>
                <a:off x="6479784" y="2092536"/>
                <a:ext cx="2122560" cy="41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9D9BE57-C2DF-826F-7A3F-045406B6C71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471144" y="2083536"/>
                  <a:ext cx="2140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BC5EB81-5329-4F37-EB76-C541ED929FCA}"/>
                    </a:ext>
                  </a:extLst>
                </p14:cNvPr>
                <p14:cNvContentPartPr/>
                <p14:nvPr/>
              </p14:nvContentPartPr>
              <p14:xfrm>
                <a:off x="6477264" y="2360016"/>
                <a:ext cx="2016720" cy="68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BC5EB81-5329-4F37-EB76-C541ED929FC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68624" y="2351016"/>
                  <a:ext cx="2034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7EEA08F-7061-DBFE-BD30-70F9705CB598}"/>
                    </a:ext>
                  </a:extLst>
                </p14:cNvPr>
                <p14:cNvContentPartPr/>
                <p14:nvPr/>
              </p14:nvContentPartPr>
              <p14:xfrm>
                <a:off x="7253064" y="1598256"/>
                <a:ext cx="43920" cy="1178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7EEA08F-7061-DBFE-BD30-70F9705CB59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44424" y="1589616"/>
                  <a:ext cx="61560" cy="11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F92A286-E2CC-6816-DE05-F203675FE3B2}"/>
                    </a:ext>
                  </a:extLst>
                </p14:cNvPr>
                <p14:cNvContentPartPr/>
                <p14:nvPr/>
              </p14:nvContentPartPr>
              <p14:xfrm>
                <a:off x="7764624" y="1583496"/>
                <a:ext cx="48960" cy="1146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F92A286-E2CC-6816-DE05-F203675FE3B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55984" y="1574856"/>
                  <a:ext cx="66600" cy="11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EC38B1D-9712-515F-6F40-6DF75F072FA6}"/>
                    </a:ext>
                  </a:extLst>
                </p14:cNvPr>
                <p14:cNvContentPartPr/>
                <p14:nvPr/>
              </p14:nvContentPartPr>
              <p14:xfrm>
                <a:off x="4734144" y="803736"/>
                <a:ext cx="97560" cy="156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EC38B1D-9712-515F-6F40-6DF75F072FA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25144" y="795096"/>
                  <a:ext cx="115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4739401-DFDB-1A21-2343-5475E3D51229}"/>
                    </a:ext>
                  </a:extLst>
                </p14:cNvPr>
                <p14:cNvContentPartPr/>
                <p14:nvPr/>
              </p14:nvContentPartPr>
              <p14:xfrm>
                <a:off x="3795264" y="3189816"/>
                <a:ext cx="119880" cy="878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4739401-DFDB-1A21-2343-5475E3D5122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86264" y="3180816"/>
                  <a:ext cx="137520" cy="89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F2517AF-AE6E-3FDE-344C-B00106385E98}"/>
                    </a:ext>
                  </a:extLst>
                </p14:cNvPr>
                <p14:cNvContentPartPr/>
                <p14:nvPr/>
              </p14:nvContentPartPr>
              <p14:xfrm>
                <a:off x="3819744" y="3075696"/>
                <a:ext cx="2099880" cy="75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F2517AF-AE6E-3FDE-344C-B00106385E9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10744" y="3067056"/>
                  <a:ext cx="21175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182FAF4-A860-B117-D44B-D88083DFDA84}"/>
                    </a:ext>
                  </a:extLst>
                </p14:cNvPr>
                <p14:cNvContentPartPr/>
                <p14:nvPr/>
              </p14:nvContentPartPr>
              <p14:xfrm>
                <a:off x="5893704" y="3070296"/>
                <a:ext cx="54720" cy="1103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182FAF4-A860-B117-D44B-D88083DFDA8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85064" y="3061296"/>
                  <a:ext cx="72360" cy="11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77D269E-6886-4021-41F1-B7EB9E8CE601}"/>
                    </a:ext>
                  </a:extLst>
                </p14:cNvPr>
                <p14:cNvContentPartPr/>
                <p14:nvPr/>
              </p14:nvContentPartPr>
              <p14:xfrm>
                <a:off x="3897504" y="4066776"/>
                <a:ext cx="1980000" cy="121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77D269E-6886-4021-41F1-B7EB9E8CE60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88864" y="4057776"/>
                  <a:ext cx="1997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44A0CF7-91A3-5BA5-6AC4-C6F60F466EFD}"/>
                    </a:ext>
                  </a:extLst>
                </p14:cNvPr>
                <p14:cNvContentPartPr/>
                <p14:nvPr/>
              </p14:nvContentPartPr>
              <p14:xfrm>
                <a:off x="3870864" y="3548016"/>
                <a:ext cx="2125800" cy="44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44A0CF7-91A3-5BA5-6AC4-C6F60F466EF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61864" y="3539376"/>
                  <a:ext cx="2143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40173BC-ADF4-7DD4-A56E-2162A8116942}"/>
                    </a:ext>
                  </a:extLst>
                </p14:cNvPr>
                <p14:cNvContentPartPr/>
                <p14:nvPr/>
              </p14:nvContentPartPr>
              <p14:xfrm>
                <a:off x="3873384" y="3818016"/>
                <a:ext cx="2036160" cy="95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40173BC-ADF4-7DD4-A56E-2162A811694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64384" y="3809016"/>
                  <a:ext cx="2053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F717006-4266-308D-0980-EE0DF2564DA8}"/>
                    </a:ext>
                  </a:extLst>
                </p14:cNvPr>
                <p14:cNvContentPartPr/>
                <p14:nvPr/>
              </p14:nvContentPartPr>
              <p14:xfrm>
                <a:off x="4699944" y="3104496"/>
                <a:ext cx="29520" cy="1042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F717006-4266-308D-0980-EE0DF2564DA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90944" y="3095496"/>
                  <a:ext cx="47160" cy="10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54B4791-27AE-B644-4A15-B04ED993DE90}"/>
                    </a:ext>
                  </a:extLst>
                </p14:cNvPr>
                <p14:cNvContentPartPr/>
                <p14:nvPr/>
              </p14:nvContentPartPr>
              <p14:xfrm>
                <a:off x="5148504" y="3102696"/>
                <a:ext cx="34560" cy="1046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54B4791-27AE-B644-4A15-B04ED993DE9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139504" y="3094056"/>
                  <a:ext cx="52200" cy="10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41B301E-464F-FB9A-6166-2AD127A7AAF4}"/>
                    </a:ext>
                  </a:extLst>
                </p14:cNvPr>
                <p14:cNvContentPartPr/>
                <p14:nvPr/>
              </p14:nvContentPartPr>
              <p14:xfrm>
                <a:off x="4855824" y="3654216"/>
                <a:ext cx="129600" cy="112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41B301E-464F-FB9A-6166-2AD127A7AAF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46824" y="3645216"/>
                  <a:ext cx="147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0F02212-5C03-6D53-775F-F8B75248FA9E}"/>
                    </a:ext>
                  </a:extLst>
                </p14:cNvPr>
                <p14:cNvContentPartPr/>
                <p14:nvPr/>
              </p14:nvContentPartPr>
              <p14:xfrm>
                <a:off x="7484544" y="2184336"/>
                <a:ext cx="2880" cy="127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0F02212-5C03-6D53-775F-F8B75248FA9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75544" y="2175336"/>
                  <a:ext cx="20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315D8DA-C2BC-E03B-C469-1E4419C6CC52}"/>
                    </a:ext>
                  </a:extLst>
                </p14:cNvPr>
                <p14:cNvContentPartPr/>
                <p14:nvPr/>
              </p14:nvContentPartPr>
              <p14:xfrm>
                <a:off x="7382664" y="2190096"/>
                <a:ext cx="195840" cy="167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315D8DA-C2BC-E03B-C469-1E4419C6CC5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74024" y="2181456"/>
                  <a:ext cx="2134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2251786-B40A-7AA8-AC1B-B1AFE6058BB8}"/>
                    </a:ext>
                  </a:extLst>
                </p14:cNvPr>
                <p14:cNvContentPartPr/>
                <p14:nvPr/>
              </p14:nvContentPartPr>
              <p14:xfrm>
                <a:off x="2393064" y="931176"/>
                <a:ext cx="1364760" cy="933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2251786-B40A-7AA8-AC1B-B1AFE6058BB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84424" y="922536"/>
                  <a:ext cx="1382400" cy="9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3C2B935-A334-F373-E66A-AB0BF698429E}"/>
                    </a:ext>
                  </a:extLst>
                </p14:cNvPr>
                <p14:cNvContentPartPr/>
                <p14:nvPr/>
              </p14:nvContentPartPr>
              <p14:xfrm>
                <a:off x="3639024" y="876816"/>
                <a:ext cx="168120" cy="226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3C2B935-A334-F373-E66A-AB0BF698429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30384" y="867816"/>
                  <a:ext cx="185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444E994-A835-8131-BCE5-AFC842E06953}"/>
                    </a:ext>
                  </a:extLst>
                </p14:cNvPr>
                <p14:cNvContentPartPr/>
                <p14:nvPr/>
              </p14:nvContentPartPr>
              <p14:xfrm>
                <a:off x="5485104" y="2358216"/>
                <a:ext cx="917280" cy="713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444E994-A835-8131-BCE5-AFC842E0695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76104" y="2349576"/>
                  <a:ext cx="93492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952B01A-BD5E-71AF-2B48-2DFBFD0F14BD}"/>
                    </a:ext>
                  </a:extLst>
                </p14:cNvPr>
                <p14:cNvContentPartPr/>
                <p14:nvPr/>
              </p14:nvContentPartPr>
              <p14:xfrm>
                <a:off x="6333624" y="2285136"/>
                <a:ext cx="120600" cy="2383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952B01A-BD5E-71AF-2B48-2DFBFD0F14B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24624" y="2276136"/>
                  <a:ext cx="1382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A2525CD-3D83-EEEE-DDC1-4116240A6404}"/>
                    </a:ext>
                  </a:extLst>
                </p14:cNvPr>
                <p14:cNvContentPartPr/>
                <p14:nvPr/>
              </p14:nvContentPartPr>
              <p14:xfrm>
                <a:off x="5770224" y="814896"/>
                <a:ext cx="37080" cy="14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A2525CD-3D83-EEEE-DDC1-4116240A640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61584" y="805896"/>
                  <a:ext cx="54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6DF0C44-9013-4F11-D5EC-368E2F5AC036}"/>
                    </a:ext>
                  </a:extLst>
                </p14:cNvPr>
                <p14:cNvContentPartPr/>
                <p14:nvPr/>
              </p14:nvContentPartPr>
              <p14:xfrm>
                <a:off x="5682384" y="787176"/>
                <a:ext cx="1536480" cy="767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6DF0C44-9013-4F11-D5EC-368E2F5AC03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73744" y="778536"/>
                  <a:ext cx="1554120" cy="78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CC15941-9B14-DBF5-E619-7E34926F14AD}"/>
                    </a:ext>
                  </a:extLst>
                </p14:cNvPr>
                <p14:cNvContentPartPr/>
                <p14:nvPr/>
              </p14:nvContentPartPr>
              <p14:xfrm>
                <a:off x="7091424" y="1365696"/>
                <a:ext cx="224640" cy="2286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CC15941-9B14-DBF5-E619-7E34926F14A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82784" y="1357056"/>
                  <a:ext cx="2422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E348106-C3C2-F8E0-9703-F9E72A1B17ED}"/>
                    </a:ext>
                  </a:extLst>
                </p14:cNvPr>
                <p14:cNvContentPartPr/>
                <p14:nvPr/>
              </p14:nvContentPartPr>
              <p14:xfrm>
                <a:off x="5967864" y="2333376"/>
                <a:ext cx="3926160" cy="1458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E348106-C3C2-F8E0-9703-F9E72A1B17E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58864" y="2324736"/>
                  <a:ext cx="3943800" cy="14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173122A-0147-5D54-52A5-5232F8D0C59A}"/>
                    </a:ext>
                  </a:extLst>
                </p14:cNvPr>
                <p14:cNvContentPartPr/>
                <p14:nvPr/>
              </p14:nvContentPartPr>
              <p14:xfrm>
                <a:off x="8530344" y="1877256"/>
                <a:ext cx="1322640" cy="101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173122A-0147-5D54-52A5-5232F8D0C59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521704" y="1868256"/>
                  <a:ext cx="1340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6BA886C-8EAB-6D8D-8146-EFD63E9BBF37}"/>
                    </a:ext>
                  </a:extLst>
                </p14:cNvPr>
                <p14:cNvContentPartPr/>
                <p14:nvPr/>
              </p14:nvContentPartPr>
              <p14:xfrm>
                <a:off x="9727704" y="1774656"/>
                <a:ext cx="135000" cy="2473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6BA886C-8EAB-6D8D-8146-EFD63E9BBF3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18704" y="1766016"/>
                  <a:ext cx="1526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2741F03-CD5B-8F5C-71CA-6BB9B243DF70}"/>
                    </a:ext>
                  </a:extLst>
                </p14:cNvPr>
                <p14:cNvContentPartPr/>
                <p14:nvPr/>
              </p14:nvContentPartPr>
              <p14:xfrm>
                <a:off x="10797624" y="2104416"/>
                <a:ext cx="134640" cy="133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2741F03-CD5B-8F5C-71CA-6BB9B243DF7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788984" y="2095776"/>
                  <a:ext cx="152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F9C3EFB-90BB-6888-EDF5-5CBEEC59229A}"/>
                    </a:ext>
                  </a:extLst>
                </p14:cNvPr>
                <p14:cNvContentPartPr/>
                <p14:nvPr/>
              </p14:nvContentPartPr>
              <p14:xfrm>
                <a:off x="10888344" y="2063736"/>
                <a:ext cx="104760" cy="20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F9C3EFB-90BB-6888-EDF5-5CBEEC59229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79344" y="2055096"/>
                  <a:ext cx="122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E0379E4-EF95-3052-7A0B-23DA3D3C6B2D}"/>
                    </a:ext>
                  </a:extLst>
                </p14:cNvPr>
                <p14:cNvContentPartPr/>
                <p14:nvPr/>
              </p14:nvContentPartPr>
              <p14:xfrm>
                <a:off x="10832184" y="2165616"/>
                <a:ext cx="100440" cy="18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E0379E4-EF95-3052-7A0B-23DA3D3C6B2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823184" y="2156616"/>
                  <a:ext cx="1180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573524-4FBC-1F26-0A45-A7C4401C8CCC}"/>
              </a:ext>
            </a:extLst>
          </p:cNvPr>
          <p:cNvGrpSpPr/>
          <p:nvPr/>
        </p:nvGrpSpPr>
        <p:grpSpPr>
          <a:xfrm>
            <a:off x="1629144" y="2553336"/>
            <a:ext cx="180720" cy="191880"/>
            <a:chOff x="1629144" y="2553336"/>
            <a:chExt cx="18072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DE24A07-5B5D-908E-F0A0-BAD313589520}"/>
                    </a:ext>
                  </a:extLst>
                </p14:cNvPr>
                <p14:cNvContentPartPr/>
                <p14:nvPr/>
              </p14:nvContentPartPr>
              <p14:xfrm>
                <a:off x="1629144" y="2553336"/>
                <a:ext cx="140760" cy="191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DE24A07-5B5D-908E-F0A0-BAD31358952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20144" y="2544336"/>
                  <a:ext cx="158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56DBC77-918F-BD1C-0289-3E841E49C6D6}"/>
                    </a:ext>
                  </a:extLst>
                </p14:cNvPr>
                <p14:cNvContentPartPr/>
                <p14:nvPr/>
              </p14:nvContentPartPr>
              <p14:xfrm>
                <a:off x="1673784" y="2553696"/>
                <a:ext cx="136080" cy="10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56DBC77-918F-BD1C-0289-3E841E49C6D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65144" y="2545056"/>
                  <a:ext cx="15372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E7E5DD5-6737-8AF5-3781-41DF1510227D}"/>
                  </a:ext>
                </a:extLst>
              </p14:cNvPr>
              <p14:cNvContentPartPr/>
              <p14:nvPr/>
            </p14:nvContentPartPr>
            <p14:xfrm>
              <a:off x="1054584" y="2036736"/>
              <a:ext cx="110160" cy="1566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E7E5DD5-6737-8AF5-3781-41DF1510227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45944" y="2028096"/>
                <a:ext cx="127800" cy="17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39A9A7D-1871-0487-A077-22F39A3FD68D}"/>
              </a:ext>
            </a:extLst>
          </p:cNvPr>
          <p:cNvGrpSpPr/>
          <p:nvPr/>
        </p:nvGrpSpPr>
        <p:grpSpPr>
          <a:xfrm>
            <a:off x="2213064" y="1967256"/>
            <a:ext cx="194040" cy="190080"/>
            <a:chOff x="2213064" y="1967256"/>
            <a:chExt cx="194040" cy="19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243CA40-54DC-5F54-777A-2E2A2F4B0870}"/>
                    </a:ext>
                  </a:extLst>
                </p14:cNvPr>
                <p14:cNvContentPartPr/>
                <p14:nvPr/>
              </p14:nvContentPartPr>
              <p14:xfrm>
                <a:off x="2213064" y="1985976"/>
                <a:ext cx="133200" cy="171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243CA40-54DC-5F54-777A-2E2A2F4B087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204424" y="1977336"/>
                  <a:ext cx="1508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73F12DD-12F2-30B6-6D3A-9B066A6240B6}"/>
                    </a:ext>
                  </a:extLst>
                </p14:cNvPr>
                <p14:cNvContentPartPr/>
                <p14:nvPr/>
              </p14:nvContentPartPr>
              <p14:xfrm>
                <a:off x="2263824" y="1967256"/>
                <a:ext cx="143280" cy="13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73F12DD-12F2-30B6-6D3A-9B066A6240B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55184" y="1958616"/>
                  <a:ext cx="16092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C2370D5-6404-FD3D-2414-BEEDFDA88AB0}"/>
                  </a:ext>
                </a:extLst>
              </p14:cNvPr>
              <p14:cNvContentPartPr/>
              <p14:nvPr/>
            </p14:nvContentPartPr>
            <p14:xfrm>
              <a:off x="4719384" y="1058976"/>
              <a:ext cx="90720" cy="2203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C2370D5-6404-FD3D-2414-BEEDFDA88AB0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710384" y="1050336"/>
                <a:ext cx="108360" cy="23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58808E4D-3EE2-DD23-E214-D681B85C7430}"/>
              </a:ext>
            </a:extLst>
          </p:cNvPr>
          <p:cNvGrpSpPr/>
          <p:nvPr/>
        </p:nvGrpSpPr>
        <p:grpSpPr>
          <a:xfrm>
            <a:off x="4118544" y="516456"/>
            <a:ext cx="135720" cy="217440"/>
            <a:chOff x="4118544" y="516456"/>
            <a:chExt cx="135720" cy="21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44B7164-3972-D9B4-FAD2-501B528F865E}"/>
                    </a:ext>
                  </a:extLst>
                </p14:cNvPr>
                <p14:cNvContentPartPr/>
                <p14:nvPr/>
              </p14:nvContentPartPr>
              <p14:xfrm>
                <a:off x="4118544" y="571176"/>
                <a:ext cx="109800" cy="162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44B7164-3972-D9B4-FAD2-501B528F865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09904" y="562536"/>
                  <a:ext cx="1274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BE0BB82-B6D2-D069-C222-B0B0832F95CD}"/>
                    </a:ext>
                  </a:extLst>
                </p14:cNvPr>
                <p14:cNvContentPartPr/>
                <p14:nvPr/>
              </p14:nvContentPartPr>
              <p14:xfrm>
                <a:off x="4185504" y="516456"/>
                <a:ext cx="68760" cy="29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BE0BB82-B6D2-D069-C222-B0B0832F95C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76504" y="507816"/>
                  <a:ext cx="86400" cy="4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71AAE74-6087-5CD1-6C4A-43846931E751}"/>
              </a:ext>
            </a:extLst>
          </p:cNvPr>
          <p:cNvGrpSpPr/>
          <p:nvPr/>
        </p:nvGrpSpPr>
        <p:grpSpPr>
          <a:xfrm>
            <a:off x="5353344" y="471816"/>
            <a:ext cx="263160" cy="272520"/>
            <a:chOff x="5353344" y="471816"/>
            <a:chExt cx="26316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1B420DF-34DD-89DE-0F58-C4B142B1545E}"/>
                    </a:ext>
                  </a:extLst>
                </p14:cNvPr>
                <p14:cNvContentPartPr/>
                <p14:nvPr/>
              </p14:nvContentPartPr>
              <p14:xfrm>
                <a:off x="5353344" y="495576"/>
                <a:ext cx="37080" cy="165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1B420DF-34DD-89DE-0F58-C4B142B1545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344344" y="486576"/>
                  <a:ext cx="54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53AF3A4-9F7C-1D46-BC31-90F87EC867B8}"/>
                    </a:ext>
                  </a:extLst>
                </p14:cNvPr>
                <p14:cNvContentPartPr/>
                <p14:nvPr/>
              </p14:nvContentPartPr>
              <p14:xfrm>
                <a:off x="5477544" y="471816"/>
                <a:ext cx="138960" cy="150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53AF3A4-9F7C-1D46-BC31-90F87EC867B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468904" y="463176"/>
                  <a:ext cx="156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CF0072E-EBB7-3322-BA48-55FB9F75AE7A}"/>
                    </a:ext>
                  </a:extLst>
                </p14:cNvPr>
                <p14:cNvContentPartPr/>
                <p14:nvPr/>
              </p14:nvContentPartPr>
              <p14:xfrm>
                <a:off x="5543424" y="540936"/>
                <a:ext cx="46800" cy="203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CF0072E-EBB7-3322-BA48-55FB9F75AE7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534784" y="532296"/>
                  <a:ext cx="64440" cy="22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E29B2CA-C9A8-A2B5-B801-5117BBFB63C6}"/>
                  </a:ext>
                </a:extLst>
              </p14:cNvPr>
              <p14:cNvContentPartPr/>
              <p14:nvPr/>
            </p14:nvContentPartPr>
            <p14:xfrm>
              <a:off x="4218264" y="3268296"/>
              <a:ext cx="146520" cy="1486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E29B2CA-C9A8-A2B5-B801-5117BBFB63C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209264" y="3259656"/>
                <a:ext cx="16416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3D86949-3043-A046-EBFC-92A7773C1C85}"/>
                  </a:ext>
                </a:extLst>
              </p14:cNvPr>
              <p14:cNvContentPartPr/>
              <p14:nvPr/>
            </p14:nvContentPartPr>
            <p14:xfrm>
              <a:off x="4875264" y="3901176"/>
              <a:ext cx="70560" cy="2232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3D86949-3043-A046-EBFC-92A7773C1C85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866624" y="3892536"/>
                <a:ext cx="882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8487509-74DF-925D-C597-EF6B193C4289}"/>
                  </a:ext>
                </a:extLst>
              </p14:cNvPr>
              <p14:cNvContentPartPr/>
              <p14:nvPr/>
            </p14:nvContentPartPr>
            <p14:xfrm>
              <a:off x="5436144" y="3292056"/>
              <a:ext cx="126720" cy="2329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8487509-74DF-925D-C597-EF6B193C428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427144" y="3283056"/>
                <a:ext cx="144360" cy="25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F256FBD2-A0EF-152B-7C47-94137CF7432F}"/>
              </a:ext>
            </a:extLst>
          </p:cNvPr>
          <p:cNvGrpSpPr/>
          <p:nvPr/>
        </p:nvGrpSpPr>
        <p:grpSpPr>
          <a:xfrm>
            <a:off x="6735384" y="1752696"/>
            <a:ext cx="296640" cy="209880"/>
            <a:chOff x="6735384" y="1752696"/>
            <a:chExt cx="29664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4C38E00-8933-A223-8C04-2225E307D262}"/>
                    </a:ext>
                  </a:extLst>
                </p14:cNvPr>
                <p14:cNvContentPartPr/>
                <p14:nvPr/>
              </p14:nvContentPartPr>
              <p14:xfrm>
                <a:off x="6735384" y="1796616"/>
                <a:ext cx="7920" cy="129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4C38E00-8933-A223-8C04-2225E307D26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26744" y="1787976"/>
                  <a:ext cx="25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29A369B-26D0-DE89-4F0C-EC3DC9E7C66E}"/>
                    </a:ext>
                  </a:extLst>
                </p14:cNvPr>
                <p14:cNvContentPartPr/>
                <p14:nvPr/>
              </p14:nvContentPartPr>
              <p14:xfrm>
                <a:off x="6850584" y="1752696"/>
                <a:ext cx="181440" cy="111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29A369B-26D0-DE89-4F0C-EC3DC9E7C66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41584" y="1744056"/>
                  <a:ext cx="199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C442144-978F-3E4F-610C-702775831C08}"/>
                    </a:ext>
                  </a:extLst>
                </p14:cNvPr>
                <p14:cNvContentPartPr/>
                <p14:nvPr/>
              </p14:nvContentPartPr>
              <p14:xfrm>
                <a:off x="6965064" y="1757736"/>
                <a:ext cx="54000" cy="204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C442144-978F-3E4F-610C-702775831C0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956064" y="1748736"/>
                  <a:ext cx="7164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DE4A4DE-6E3B-8870-9B45-259CA11C0B84}"/>
              </a:ext>
            </a:extLst>
          </p:cNvPr>
          <p:cNvGrpSpPr/>
          <p:nvPr/>
        </p:nvGrpSpPr>
        <p:grpSpPr>
          <a:xfrm>
            <a:off x="7438104" y="2482056"/>
            <a:ext cx="207360" cy="194400"/>
            <a:chOff x="7438104" y="2482056"/>
            <a:chExt cx="207360" cy="1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E9CBAC7-1FEE-1F38-B3A2-7B1FCB35222B}"/>
                    </a:ext>
                  </a:extLst>
                </p14:cNvPr>
                <p14:cNvContentPartPr/>
                <p14:nvPr/>
              </p14:nvContentPartPr>
              <p14:xfrm>
                <a:off x="7438104" y="2482056"/>
                <a:ext cx="207360" cy="932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E9CBAC7-1FEE-1F38-B3A2-7B1FCB35222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429104" y="2473416"/>
                  <a:ext cx="225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95EB2AE-3015-597E-C4DA-F46E0747FA0E}"/>
                    </a:ext>
                  </a:extLst>
                </p14:cNvPr>
                <p14:cNvContentPartPr/>
                <p14:nvPr/>
              </p14:nvContentPartPr>
              <p14:xfrm>
                <a:off x="7536384" y="2502216"/>
                <a:ext cx="24120" cy="174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95EB2AE-3015-597E-C4DA-F46E0747FA0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527384" y="2493216"/>
                  <a:ext cx="4176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F3CA501-9D64-0B1D-16EB-383D76FBD3AB}"/>
                  </a:ext>
                </a:extLst>
              </p14:cNvPr>
              <p14:cNvContentPartPr/>
              <p14:nvPr/>
            </p14:nvContentPartPr>
            <p14:xfrm>
              <a:off x="8115984" y="1794816"/>
              <a:ext cx="12600" cy="1328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F3CA501-9D64-0B1D-16EB-383D76FBD3A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106984" y="1786176"/>
                <a:ext cx="3024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1A02C3B-38C5-3E28-63E3-0DE8CC35BC2D}"/>
                  </a:ext>
                </a:extLst>
              </p14:cNvPr>
              <p14:cNvContentPartPr/>
              <p14:nvPr/>
            </p14:nvContentPartPr>
            <p14:xfrm>
              <a:off x="8259624" y="1760976"/>
              <a:ext cx="103320" cy="1648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1A02C3B-38C5-3E28-63E3-0DE8CC35BC2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250984" y="1752336"/>
                <a:ext cx="120960" cy="18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0C5D8467-0A52-8696-D37C-8516AEA6EC85}"/>
              </a:ext>
            </a:extLst>
          </p:cNvPr>
          <p:cNvGrpSpPr/>
          <p:nvPr/>
        </p:nvGrpSpPr>
        <p:grpSpPr>
          <a:xfrm>
            <a:off x="10200384" y="1701576"/>
            <a:ext cx="192600" cy="174240"/>
            <a:chOff x="10200384" y="1701576"/>
            <a:chExt cx="192600" cy="17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3475B3A-D1BF-6B5B-2337-4F8153C189D5}"/>
                    </a:ext>
                  </a:extLst>
                </p14:cNvPr>
                <p14:cNvContentPartPr/>
                <p14:nvPr/>
              </p14:nvContentPartPr>
              <p14:xfrm>
                <a:off x="10200384" y="1736496"/>
                <a:ext cx="20160" cy="139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3475B3A-D1BF-6B5B-2337-4F8153C189D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191744" y="1727496"/>
                  <a:ext cx="378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21C50B4-4ECA-3C6B-82B3-8A0B20D3D437}"/>
                    </a:ext>
                  </a:extLst>
                </p14:cNvPr>
                <p14:cNvContentPartPr/>
                <p14:nvPr/>
              </p14:nvContentPartPr>
              <p14:xfrm>
                <a:off x="10306584" y="1701576"/>
                <a:ext cx="86400" cy="1393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21C50B4-4ECA-3C6B-82B3-8A0B20D3D43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297584" y="1692576"/>
                  <a:ext cx="1040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F6F9845-6ADA-28B3-9892-BCB2BD8AF45E}"/>
              </a:ext>
            </a:extLst>
          </p:cNvPr>
          <p:cNvGrpSpPr/>
          <p:nvPr/>
        </p:nvGrpSpPr>
        <p:grpSpPr>
          <a:xfrm>
            <a:off x="10905264" y="2409336"/>
            <a:ext cx="135000" cy="246600"/>
            <a:chOff x="10905264" y="2409336"/>
            <a:chExt cx="135000" cy="24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9832CC6-3556-0A0B-D412-714C35D4BC8E}"/>
                    </a:ext>
                  </a:extLst>
                </p14:cNvPr>
                <p14:cNvContentPartPr/>
                <p14:nvPr/>
              </p14:nvContentPartPr>
              <p14:xfrm>
                <a:off x="10905264" y="2409336"/>
                <a:ext cx="135000" cy="119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9832CC6-3556-0A0B-D412-714C35D4BC8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896624" y="2400696"/>
                  <a:ext cx="152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162DD4E-E09E-5495-51A3-5647ED557333}"/>
                    </a:ext>
                  </a:extLst>
                </p14:cNvPr>
                <p14:cNvContentPartPr/>
                <p14:nvPr/>
              </p14:nvContentPartPr>
              <p14:xfrm>
                <a:off x="10946664" y="2482416"/>
                <a:ext cx="66240" cy="173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162DD4E-E09E-5495-51A3-5647ED55733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938024" y="2473776"/>
                  <a:ext cx="8388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2571603-1B68-A430-EF58-56447FF191B5}"/>
              </a:ext>
            </a:extLst>
          </p:cNvPr>
          <p:cNvGrpSpPr/>
          <p:nvPr/>
        </p:nvGrpSpPr>
        <p:grpSpPr>
          <a:xfrm>
            <a:off x="11280744" y="1680336"/>
            <a:ext cx="357480" cy="180360"/>
            <a:chOff x="11280744" y="1680336"/>
            <a:chExt cx="357480" cy="1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5757A71-FCBA-D681-85B5-FCD978754F2C}"/>
                    </a:ext>
                  </a:extLst>
                </p14:cNvPr>
                <p14:cNvContentPartPr/>
                <p14:nvPr/>
              </p14:nvContentPartPr>
              <p14:xfrm>
                <a:off x="11280744" y="1680336"/>
                <a:ext cx="140760" cy="1342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5757A71-FCBA-D681-85B5-FCD978754F2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271744" y="1671696"/>
                  <a:ext cx="1584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34F7FE4-76DA-FA62-2495-F9D26DC250F9}"/>
                    </a:ext>
                  </a:extLst>
                </p14:cNvPr>
                <p14:cNvContentPartPr/>
                <p14:nvPr/>
              </p14:nvContentPartPr>
              <p14:xfrm>
                <a:off x="11513304" y="1711656"/>
                <a:ext cx="124920" cy="1490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34F7FE4-76DA-FA62-2495-F9D26DC250F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504304" y="1702656"/>
                  <a:ext cx="14256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2F6B4E6-A7DC-C7E3-2996-5195121832C2}"/>
              </a:ext>
            </a:extLst>
          </p:cNvPr>
          <p:cNvGrpSpPr/>
          <p:nvPr/>
        </p:nvGrpSpPr>
        <p:grpSpPr>
          <a:xfrm>
            <a:off x="8103744" y="3710736"/>
            <a:ext cx="1543680" cy="757440"/>
            <a:chOff x="8103744" y="3710736"/>
            <a:chExt cx="1543680" cy="75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7FD909D-9D4B-4347-3C39-5AC94ABDC5FB}"/>
                    </a:ext>
                  </a:extLst>
                </p14:cNvPr>
                <p14:cNvContentPartPr/>
                <p14:nvPr/>
              </p14:nvContentPartPr>
              <p14:xfrm>
                <a:off x="8103744" y="3919896"/>
                <a:ext cx="622080" cy="548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7FD909D-9D4B-4347-3C39-5AC94ABDC5F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094744" y="3911256"/>
                  <a:ext cx="63972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C7F8452-CCC9-9047-1BCB-D30D44C4FFBE}"/>
                    </a:ext>
                  </a:extLst>
                </p14:cNvPr>
                <p14:cNvContentPartPr/>
                <p14:nvPr/>
              </p14:nvContentPartPr>
              <p14:xfrm>
                <a:off x="8837784" y="3867336"/>
                <a:ext cx="165600" cy="28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C7F8452-CCC9-9047-1BCB-D30D44C4FFB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828784" y="3858336"/>
                  <a:ext cx="1832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F0C7AA5-3F8F-44B6-E003-122A323B91FB}"/>
                    </a:ext>
                  </a:extLst>
                </p14:cNvPr>
                <p14:cNvContentPartPr/>
                <p14:nvPr/>
              </p14:nvContentPartPr>
              <p14:xfrm>
                <a:off x="8859384" y="3919536"/>
                <a:ext cx="178200" cy="36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F0C7AA5-3F8F-44B6-E003-122A323B91F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850744" y="3910536"/>
                  <a:ext cx="1958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B900EB1-81CA-C8A7-9C9B-DB9AD268E9B9}"/>
                    </a:ext>
                  </a:extLst>
                </p14:cNvPr>
                <p14:cNvContentPartPr/>
                <p14:nvPr/>
              </p14:nvContentPartPr>
              <p14:xfrm>
                <a:off x="9134424" y="3716856"/>
                <a:ext cx="208080" cy="2232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B900EB1-81CA-C8A7-9C9B-DB9AD268E9B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125784" y="3708216"/>
                  <a:ext cx="2257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822B6F9-E3C8-8CF5-2799-6D865A8E00E6}"/>
                    </a:ext>
                  </a:extLst>
                </p14:cNvPr>
                <p14:cNvContentPartPr/>
                <p14:nvPr/>
              </p14:nvContentPartPr>
              <p14:xfrm>
                <a:off x="9418824" y="3710736"/>
                <a:ext cx="228600" cy="200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822B6F9-E3C8-8CF5-2799-6D865A8E00E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409824" y="3701736"/>
                  <a:ext cx="246240" cy="21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1326F7D-DE8D-8010-F292-DCEC0305343C}"/>
                  </a:ext>
                </a:extLst>
              </p14:cNvPr>
              <p14:cNvContentPartPr/>
              <p14:nvPr/>
            </p14:nvContentPartPr>
            <p14:xfrm>
              <a:off x="520344" y="3976056"/>
              <a:ext cx="96120" cy="1962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1326F7D-DE8D-8010-F292-DCEC0305343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11344" y="3967056"/>
                <a:ext cx="11376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D7BB099D-72D2-34D6-A073-41156FA77650}"/>
                  </a:ext>
                </a:extLst>
              </p14:cNvPr>
              <p14:cNvContentPartPr/>
              <p14:nvPr/>
            </p14:nvContentPartPr>
            <p14:xfrm>
              <a:off x="544824" y="4066776"/>
              <a:ext cx="127080" cy="190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D7BB099D-72D2-34D6-A073-41156FA7765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36184" y="4057776"/>
                <a:ext cx="1447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1959AB1-B1F3-54A7-9B7D-A52162946F81}"/>
                  </a:ext>
                </a:extLst>
              </p14:cNvPr>
              <p14:cNvContentPartPr/>
              <p14:nvPr/>
            </p14:nvContentPartPr>
            <p14:xfrm>
              <a:off x="705744" y="4064616"/>
              <a:ext cx="49320" cy="543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1959AB1-B1F3-54A7-9B7D-A52162946F81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97104" y="4055976"/>
                <a:ext cx="66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427DD824-A10A-8718-2EB2-7682FF43A27E}"/>
                  </a:ext>
                </a:extLst>
              </p14:cNvPr>
              <p14:cNvContentPartPr/>
              <p14:nvPr/>
            </p14:nvContentPartPr>
            <p14:xfrm>
              <a:off x="808344" y="3947976"/>
              <a:ext cx="54000" cy="1749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427DD824-A10A-8718-2EB2-7682FF43A27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99344" y="3938976"/>
                <a:ext cx="716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6EC7D13C-8C94-972B-3D84-3DDF64D88E3B}"/>
                  </a:ext>
                </a:extLst>
              </p14:cNvPr>
              <p14:cNvContentPartPr/>
              <p14:nvPr/>
            </p14:nvContentPartPr>
            <p14:xfrm>
              <a:off x="823104" y="4048776"/>
              <a:ext cx="107640" cy="370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6EC7D13C-8C94-972B-3D84-3DDF64D88E3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14104" y="4039776"/>
                <a:ext cx="1252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52173C1E-78D0-F33F-610B-D00624039B64}"/>
                  </a:ext>
                </a:extLst>
              </p14:cNvPr>
              <p14:cNvContentPartPr/>
              <p14:nvPr/>
            </p14:nvContentPartPr>
            <p14:xfrm>
              <a:off x="966744" y="3954456"/>
              <a:ext cx="15120" cy="7272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52173C1E-78D0-F33F-610B-D00624039B64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58104" y="3945456"/>
                <a:ext cx="327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E9608CF-7ECD-CF17-D64D-60D7A87F8606}"/>
                  </a:ext>
                </a:extLst>
              </p14:cNvPr>
              <p14:cNvContentPartPr/>
              <p14:nvPr/>
            </p14:nvContentPartPr>
            <p14:xfrm>
              <a:off x="1000944" y="4005936"/>
              <a:ext cx="88200" cy="817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E9608CF-7ECD-CF17-D64D-60D7A87F8606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92304" y="3996936"/>
                <a:ext cx="1058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DF75F0D-35B9-61CF-4695-F3B75185D70B}"/>
                  </a:ext>
                </a:extLst>
              </p14:cNvPr>
              <p14:cNvContentPartPr/>
              <p14:nvPr/>
            </p14:nvContentPartPr>
            <p14:xfrm>
              <a:off x="1159344" y="4039776"/>
              <a:ext cx="15120" cy="327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DF75F0D-35B9-61CF-4695-F3B75185D70B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150704" y="4031136"/>
                <a:ext cx="327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22CC65CF-15F0-A47B-9E5E-1A1DF217594E}"/>
                  </a:ext>
                </a:extLst>
              </p14:cNvPr>
              <p14:cNvContentPartPr/>
              <p14:nvPr/>
            </p14:nvContentPartPr>
            <p14:xfrm>
              <a:off x="1218024" y="3874896"/>
              <a:ext cx="15120" cy="2232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22CC65CF-15F0-A47B-9E5E-1A1DF217594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209024" y="3865896"/>
                <a:ext cx="327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BC88336A-5BD5-7EE0-4BB3-18AC2C6A960D}"/>
                  </a:ext>
                </a:extLst>
              </p14:cNvPr>
              <p14:cNvContentPartPr/>
              <p14:nvPr/>
            </p14:nvContentPartPr>
            <p14:xfrm>
              <a:off x="1268784" y="3865896"/>
              <a:ext cx="44640" cy="2037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BC88336A-5BD5-7EE0-4BB3-18AC2C6A960D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259784" y="3856896"/>
                <a:ext cx="6228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2009E61D-5B4B-6931-28C7-C2FC262807A7}"/>
                  </a:ext>
                </a:extLst>
              </p14:cNvPr>
              <p14:cNvContentPartPr/>
              <p14:nvPr/>
            </p14:nvContentPartPr>
            <p14:xfrm>
              <a:off x="1244664" y="4005576"/>
              <a:ext cx="81000" cy="223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2009E61D-5B4B-6931-28C7-C2FC262807A7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236024" y="3996936"/>
                <a:ext cx="986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6212CBCD-5E7E-E3F8-914D-414DE3896684}"/>
                  </a:ext>
                </a:extLst>
              </p14:cNvPr>
              <p14:cNvContentPartPr/>
              <p14:nvPr/>
            </p14:nvContentPartPr>
            <p14:xfrm>
              <a:off x="1364184" y="4021776"/>
              <a:ext cx="51480" cy="126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6212CBCD-5E7E-E3F8-914D-414DE389668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355544" y="4013136"/>
                <a:ext cx="691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EC3D547-CEBC-2082-DF8F-AE16AC306F51}"/>
                  </a:ext>
                </a:extLst>
              </p14:cNvPr>
              <p14:cNvContentPartPr/>
              <p14:nvPr/>
            </p14:nvContentPartPr>
            <p14:xfrm>
              <a:off x="1298304" y="4009536"/>
              <a:ext cx="180720" cy="2066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EC3D547-CEBC-2082-DF8F-AE16AC306F5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289664" y="4000896"/>
                <a:ext cx="1983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E8299A70-C22C-3009-FD90-2F444D971D53}"/>
                  </a:ext>
                </a:extLst>
              </p14:cNvPr>
              <p14:cNvContentPartPr/>
              <p14:nvPr/>
            </p14:nvContentPartPr>
            <p14:xfrm>
              <a:off x="2113344" y="3785256"/>
              <a:ext cx="78120" cy="2286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E8299A70-C22C-3009-FD90-2F444D971D53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104344" y="3776616"/>
                <a:ext cx="9576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C5573D4-9905-B521-5F7B-2410C3297593}"/>
                  </a:ext>
                </a:extLst>
              </p14:cNvPr>
              <p14:cNvContentPartPr/>
              <p14:nvPr/>
            </p14:nvContentPartPr>
            <p14:xfrm>
              <a:off x="2154384" y="3767616"/>
              <a:ext cx="102600" cy="1368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C5573D4-9905-B521-5F7B-2410C3297593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145384" y="3758616"/>
                <a:ext cx="12024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C80AA72C-2BEB-096D-47D1-AE141AA4E460}"/>
                  </a:ext>
                </a:extLst>
              </p14:cNvPr>
              <p14:cNvContentPartPr/>
              <p14:nvPr/>
            </p14:nvContentPartPr>
            <p14:xfrm>
              <a:off x="2213784" y="3882456"/>
              <a:ext cx="145800" cy="10908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C80AA72C-2BEB-096D-47D1-AE141AA4E460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204784" y="3873456"/>
                <a:ext cx="1634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ECD48D44-3387-BCD6-59D1-9911193B79F4}"/>
                  </a:ext>
                </a:extLst>
              </p14:cNvPr>
              <p14:cNvContentPartPr/>
              <p14:nvPr/>
            </p14:nvContentPartPr>
            <p14:xfrm>
              <a:off x="2382984" y="3678336"/>
              <a:ext cx="142200" cy="2750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ECD48D44-3387-BCD6-59D1-9911193B79F4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2374344" y="3669696"/>
                <a:ext cx="1598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C8E2424-7739-0813-D16F-08CDE36D5C81}"/>
                  </a:ext>
                </a:extLst>
              </p14:cNvPr>
              <p14:cNvContentPartPr/>
              <p14:nvPr/>
            </p14:nvContentPartPr>
            <p14:xfrm>
              <a:off x="2522304" y="3820536"/>
              <a:ext cx="219960" cy="8748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C8E2424-7739-0813-D16F-08CDE36D5C81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513664" y="3811536"/>
                <a:ext cx="2376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81C9BE0-D35B-0939-3541-DA217D0327B4}"/>
                  </a:ext>
                </a:extLst>
              </p14:cNvPr>
              <p14:cNvContentPartPr/>
              <p14:nvPr/>
            </p14:nvContentPartPr>
            <p14:xfrm>
              <a:off x="2749104" y="3813696"/>
              <a:ext cx="66960" cy="914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81C9BE0-D35B-0939-3541-DA217D0327B4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740464" y="3805056"/>
                <a:ext cx="846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BDFF7F6D-6C3E-B7B3-DF80-84895600839E}"/>
                  </a:ext>
                </a:extLst>
              </p14:cNvPr>
              <p14:cNvContentPartPr/>
              <p14:nvPr/>
            </p14:nvContentPartPr>
            <p14:xfrm>
              <a:off x="2822184" y="3796056"/>
              <a:ext cx="78480" cy="1062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BDFF7F6D-6C3E-B7B3-DF80-84895600839E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813544" y="3787056"/>
                <a:ext cx="961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4CE8871C-9649-C157-91D8-C3569A3ABA9D}"/>
                  </a:ext>
                </a:extLst>
              </p14:cNvPr>
              <p14:cNvContentPartPr/>
              <p14:nvPr/>
            </p14:nvContentPartPr>
            <p14:xfrm>
              <a:off x="2881224" y="3809736"/>
              <a:ext cx="107280" cy="1108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4CE8871C-9649-C157-91D8-C3569A3ABA9D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872584" y="3801096"/>
                <a:ext cx="1249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2AF0F56-A34E-74A1-7E09-7C98D8BC45A0}"/>
                  </a:ext>
                </a:extLst>
              </p14:cNvPr>
              <p14:cNvContentPartPr/>
              <p14:nvPr/>
            </p14:nvContentPartPr>
            <p14:xfrm>
              <a:off x="3027024" y="3742056"/>
              <a:ext cx="174240" cy="14292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2AF0F56-A34E-74A1-7E09-7C98D8BC45A0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3018384" y="3733056"/>
                <a:ext cx="1918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3C58E0C2-81E9-98E3-1014-F6DA13C9E17C}"/>
                  </a:ext>
                </a:extLst>
              </p14:cNvPr>
              <p14:cNvContentPartPr/>
              <p14:nvPr/>
            </p14:nvContentPartPr>
            <p14:xfrm>
              <a:off x="1859184" y="3591216"/>
              <a:ext cx="84600" cy="241740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3C58E0C2-81E9-98E3-1014-F6DA13C9E17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850544" y="3582216"/>
                <a:ext cx="102240" cy="24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FE9B477-9ADE-9CAE-620B-17F7ED6F489F}"/>
                  </a:ext>
                </a:extLst>
              </p14:cNvPr>
              <p14:cNvContentPartPr/>
              <p14:nvPr/>
            </p14:nvContentPartPr>
            <p14:xfrm>
              <a:off x="228024" y="4049496"/>
              <a:ext cx="2928600" cy="22536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FE9B477-9ADE-9CAE-620B-17F7ED6F489F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19024" y="4040856"/>
                <a:ext cx="29462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D0EA53E0-122E-CAD8-85C2-882150F51BC5}"/>
                  </a:ext>
                </a:extLst>
              </p14:cNvPr>
              <p14:cNvContentPartPr/>
              <p14:nvPr/>
            </p14:nvContentPartPr>
            <p14:xfrm>
              <a:off x="257184" y="4418856"/>
              <a:ext cx="2883960" cy="24876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D0EA53E0-122E-CAD8-85C2-882150F51BC5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248544" y="4409856"/>
                <a:ext cx="29016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800B687D-2BA1-BF17-C09E-2B3B96963F4C}"/>
                  </a:ext>
                </a:extLst>
              </p14:cNvPr>
              <p14:cNvContentPartPr/>
              <p14:nvPr/>
            </p14:nvContentPartPr>
            <p14:xfrm>
              <a:off x="936504" y="4329936"/>
              <a:ext cx="126720" cy="21600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800B687D-2BA1-BF17-C09E-2B3B96963F4C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927504" y="4321296"/>
                <a:ext cx="1443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AADB8108-6DE7-2162-2D30-854A61F1EDBB}"/>
                  </a:ext>
                </a:extLst>
              </p14:cNvPr>
              <p14:cNvContentPartPr/>
              <p14:nvPr/>
            </p14:nvContentPartPr>
            <p14:xfrm>
              <a:off x="988704" y="4399056"/>
              <a:ext cx="185760" cy="410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AADB8108-6DE7-2162-2D30-854A61F1EDBB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980064" y="4390056"/>
                <a:ext cx="2034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E5496FEA-A127-5333-98B3-2B521FDE5D3E}"/>
                  </a:ext>
                </a:extLst>
              </p14:cNvPr>
              <p14:cNvContentPartPr/>
              <p14:nvPr/>
            </p14:nvContentPartPr>
            <p14:xfrm>
              <a:off x="2328984" y="4238856"/>
              <a:ext cx="214920" cy="403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E5496FEA-A127-5333-98B3-2B521FDE5D3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320344" y="4230216"/>
                <a:ext cx="23256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A782FA8B-C1F8-845B-CEFB-C62B738A15EE}"/>
                  </a:ext>
                </a:extLst>
              </p14:cNvPr>
              <p14:cNvContentPartPr/>
              <p14:nvPr/>
            </p14:nvContentPartPr>
            <p14:xfrm>
              <a:off x="364464" y="4966416"/>
              <a:ext cx="2984760" cy="22968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A782FA8B-C1F8-845B-CEFB-C62B738A15EE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355824" y="4957416"/>
                <a:ext cx="30024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B18AE435-EE7C-389E-4116-75CBFEAFE597}"/>
                  </a:ext>
                </a:extLst>
              </p14:cNvPr>
              <p14:cNvContentPartPr/>
              <p14:nvPr/>
            </p14:nvContentPartPr>
            <p14:xfrm>
              <a:off x="920664" y="5226336"/>
              <a:ext cx="212400" cy="1314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B18AE435-EE7C-389E-4116-75CBFEAFE597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11664" y="5217336"/>
                <a:ext cx="2300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9C70762-73C7-6198-8DEE-3C0EA12A3447}"/>
                  </a:ext>
                </a:extLst>
              </p14:cNvPr>
              <p14:cNvContentPartPr/>
              <p14:nvPr/>
            </p14:nvContentPartPr>
            <p14:xfrm>
              <a:off x="2341944" y="5193216"/>
              <a:ext cx="288000" cy="2052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9C70762-73C7-6198-8DEE-3C0EA12A3447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333304" y="5184216"/>
                <a:ext cx="3056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CB722BDA-4E96-5089-7C3B-9638FA4EE3CA}"/>
                  </a:ext>
                </a:extLst>
              </p14:cNvPr>
              <p14:cNvContentPartPr/>
              <p14:nvPr/>
            </p14:nvContentPartPr>
            <p14:xfrm>
              <a:off x="1005984" y="4770576"/>
              <a:ext cx="7920" cy="15192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CB722BDA-4E96-5089-7C3B-9638FA4EE3CA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996984" y="4761936"/>
                <a:ext cx="2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4AE6111-8903-0109-808C-B76F3DD48FF4}"/>
                  </a:ext>
                </a:extLst>
              </p14:cNvPr>
              <p14:cNvContentPartPr/>
              <p14:nvPr/>
            </p14:nvContentPartPr>
            <p14:xfrm>
              <a:off x="1002744" y="4727016"/>
              <a:ext cx="142920" cy="21600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4AE6111-8903-0109-808C-B76F3DD48FF4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994104" y="4718376"/>
                <a:ext cx="1605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7E70C5CC-A9A3-3018-B470-C2D1DAC829BB}"/>
                  </a:ext>
                </a:extLst>
              </p14:cNvPr>
              <p14:cNvContentPartPr/>
              <p14:nvPr/>
            </p14:nvContentPartPr>
            <p14:xfrm>
              <a:off x="2424744" y="4608216"/>
              <a:ext cx="151560" cy="26640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7E70C5CC-A9A3-3018-B470-C2D1DAC829BB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416104" y="4599576"/>
                <a:ext cx="16920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579B0C5-585E-21C2-7EE4-EEB7A2A92FBE}"/>
                  </a:ext>
                </a:extLst>
              </p14:cNvPr>
              <p14:cNvContentPartPr/>
              <p14:nvPr/>
            </p14:nvContentPartPr>
            <p14:xfrm>
              <a:off x="2468664" y="4738896"/>
              <a:ext cx="170640" cy="2160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579B0C5-585E-21C2-7EE4-EEB7A2A92FB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460024" y="4729896"/>
                <a:ext cx="18828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DC2DE6D-3984-A512-A665-60591C7C822E}"/>
              </a:ext>
            </a:extLst>
          </p:cNvPr>
          <p:cNvGrpSpPr/>
          <p:nvPr/>
        </p:nvGrpSpPr>
        <p:grpSpPr>
          <a:xfrm>
            <a:off x="308664" y="5337576"/>
            <a:ext cx="3101040" cy="1312200"/>
            <a:chOff x="308664" y="5337576"/>
            <a:chExt cx="3101040" cy="131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0A00D96-E2C0-76A9-B8F8-7F7C5FB4E096}"/>
                    </a:ext>
                  </a:extLst>
                </p14:cNvPr>
                <p14:cNvContentPartPr/>
                <p14:nvPr/>
              </p14:nvContentPartPr>
              <p14:xfrm>
                <a:off x="457344" y="5808816"/>
                <a:ext cx="2952360" cy="2484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0A00D96-E2C0-76A9-B8F8-7F7C5FB4E09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48344" y="5800176"/>
                  <a:ext cx="29700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CF1FC96-7D03-9F0D-96FE-AB0774269CE4}"/>
                    </a:ext>
                  </a:extLst>
                </p14:cNvPr>
                <p14:cNvContentPartPr/>
                <p14:nvPr/>
              </p14:nvContentPartPr>
              <p14:xfrm>
                <a:off x="308664" y="6236496"/>
                <a:ext cx="2925720" cy="2682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CF1FC96-7D03-9F0D-96FE-AB0774269CE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99664" y="6227856"/>
                  <a:ext cx="29433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A26C429-DF59-6063-60A3-C8671165E7E7}"/>
                    </a:ext>
                  </a:extLst>
                </p14:cNvPr>
                <p14:cNvContentPartPr/>
                <p14:nvPr/>
              </p14:nvContentPartPr>
              <p14:xfrm>
                <a:off x="1915344" y="5988816"/>
                <a:ext cx="75960" cy="660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A26C429-DF59-6063-60A3-C8671165E7E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906344" y="5980176"/>
                  <a:ext cx="9360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FE8D01F-1928-1A8E-7083-65BB40171DDA}"/>
                    </a:ext>
                  </a:extLst>
                </p14:cNvPr>
                <p14:cNvContentPartPr/>
                <p14:nvPr/>
              </p14:nvContentPartPr>
              <p14:xfrm>
                <a:off x="345024" y="5337576"/>
                <a:ext cx="2989800" cy="274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FE8D01F-1928-1A8E-7083-65BB40171DD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36384" y="5328936"/>
                  <a:ext cx="300744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419351C-BF0D-B2BD-543D-3EEAF04D8D33}"/>
                    </a:ext>
                  </a:extLst>
                </p14:cNvPr>
                <p14:cNvContentPartPr/>
                <p14:nvPr/>
              </p14:nvContentPartPr>
              <p14:xfrm>
                <a:off x="1122984" y="5690376"/>
                <a:ext cx="10800" cy="1198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419351C-BF0D-B2BD-543D-3EEAF04D8D3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13984" y="5681376"/>
                  <a:ext cx="28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BFBDC6C-91F6-AA28-922F-F1AB1BAE0877}"/>
                    </a:ext>
                  </a:extLst>
                </p14:cNvPr>
                <p14:cNvContentPartPr/>
                <p14:nvPr/>
              </p14:nvContentPartPr>
              <p14:xfrm>
                <a:off x="1035144" y="5657976"/>
                <a:ext cx="244800" cy="1854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BFBDC6C-91F6-AA28-922F-F1AB1BAE087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26144" y="5648976"/>
                  <a:ext cx="2624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E81E429-51F6-F2DC-A6B2-A94A6C39026B}"/>
                    </a:ext>
                  </a:extLst>
                </p14:cNvPr>
                <p14:cNvContentPartPr/>
                <p14:nvPr/>
              </p14:nvContentPartPr>
              <p14:xfrm>
                <a:off x="2420064" y="5559696"/>
                <a:ext cx="15120" cy="119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E81E429-51F6-F2DC-A6B2-A94A6C39026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411064" y="5550696"/>
                  <a:ext cx="327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44B70CE-E7A5-AAD7-0AA2-C7E85EE734F0}"/>
                    </a:ext>
                  </a:extLst>
                </p14:cNvPr>
                <p14:cNvContentPartPr/>
                <p14:nvPr/>
              </p14:nvContentPartPr>
              <p14:xfrm>
                <a:off x="2417544" y="5498856"/>
                <a:ext cx="141840" cy="1890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44B70CE-E7A5-AAD7-0AA2-C7E85EE734F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408904" y="5489856"/>
                  <a:ext cx="159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3AB2F02-4BEC-7255-5B93-8668DD8FA824}"/>
                    </a:ext>
                  </a:extLst>
                </p14:cNvPr>
                <p14:cNvContentPartPr/>
                <p14:nvPr/>
              </p14:nvContentPartPr>
              <p14:xfrm>
                <a:off x="2644344" y="5679216"/>
                <a:ext cx="68760" cy="597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3AB2F02-4BEC-7255-5B93-8668DD8FA82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635704" y="5670216"/>
                  <a:ext cx="86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D524B8E-78B7-2FD7-E900-8D11E9EF1BEE}"/>
                    </a:ext>
                  </a:extLst>
                </p14:cNvPr>
                <p14:cNvContentPartPr/>
                <p14:nvPr/>
              </p14:nvContentPartPr>
              <p14:xfrm>
                <a:off x="2862144" y="5491296"/>
                <a:ext cx="196560" cy="1627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D524B8E-78B7-2FD7-E900-8D11E9EF1BE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853504" y="5482656"/>
                  <a:ext cx="2142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07BE3DD-F28F-B147-3067-DDFAD2AEED57}"/>
                    </a:ext>
                  </a:extLst>
                </p14:cNvPr>
                <p14:cNvContentPartPr/>
                <p14:nvPr/>
              </p14:nvContentPartPr>
              <p14:xfrm>
                <a:off x="1157544" y="6144696"/>
                <a:ext cx="138600" cy="1476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07BE3DD-F28F-B147-3067-DDFAD2AEED5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48544" y="6136056"/>
                  <a:ext cx="156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1ADA7BB-7F60-CD48-4516-B0ED6EDF8F1C}"/>
                    </a:ext>
                  </a:extLst>
                </p14:cNvPr>
                <p14:cNvContentPartPr/>
                <p14:nvPr/>
              </p14:nvContentPartPr>
              <p14:xfrm>
                <a:off x="1220544" y="6098616"/>
                <a:ext cx="100080" cy="21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1ADA7BB-7F60-CD48-4516-B0ED6EDF8F1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211544" y="6089616"/>
                  <a:ext cx="117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1CC1B8D-7F89-F9DB-4F3B-C54784559620}"/>
                    </a:ext>
                  </a:extLst>
                </p14:cNvPr>
                <p14:cNvContentPartPr/>
                <p14:nvPr/>
              </p14:nvContentPartPr>
              <p14:xfrm>
                <a:off x="1171584" y="6195816"/>
                <a:ext cx="97920" cy="9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1CC1B8D-7F89-F9DB-4F3B-C5478455962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62944" y="6187176"/>
                  <a:ext cx="115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BBC5000-DDA3-637D-9C91-264FD74FA52D}"/>
                    </a:ext>
                  </a:extLst>
                </p14:cNvPr>
                <p14:cNvContentPartPr/>
                <p14:nvPr/>
              </p14:nvContentPartPr>
              <p14:xfrm>
                <a:off x="2517624" y="6009696"/>
                <a:ext cx="4680" cy="102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BBC5000-DDA3-637D-9C91-264FD74FA52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508624" y="6001056"/>
                  <a:ext cx="22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E21D921-C598-ADD6-1FB9-0CFE7162EE16}"/>
                    </a:ext>
                  </a:extLst>
                </p14:cNvPr>
                <p14:cNvContentPartPr/>
                <p14:nvPr/>
              </p14:nvContentPartPr>
              <p14:xfrm>
                <a:off x="2465784" y="5985576"/>
                <a:ext cx="159120" cy="182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E21D921-C598-ADD6-1FB9-0CFE7162EE1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457144" y="5976576"/>
                  <a:ext cx="1767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1C0E053-297C-FC0E-F8F0-7519978B14E3}"/>
                    </a:ext>
                  </a:extLst>
                </p14:cNvPr>
                <p14:cNvContentPartPr/>
                <p14:nvPr/>
              </p14:nvContentPartPr>
              <p14:xfrm>
                <a:off x="2671344" y="6100056"/>
                <a:ext cx="97920" cy="79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1C0E053-297C-FC0E-F8F0-7519978B14E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662344" y="6091416"/>
                  <a:ext cx="115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ED6F726-2581-F651-9627-43B48CFDA4A0}"/>
                    </a:ext>
                  </a:extLst>
                </p14:cNvPr>
                <p14:cNvContentPartPr/>
                <p14:nvPr/>
              </p14:nvContentPartPr>
              <p14:xfrm>
                <a:off x="2978064" y="5972976"/>
                <a:ext cx="187920" cy="957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ED6F726-2581-F651-9627-43B48CFDA4A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969424" y="5963976"/>
                  <a:ext cx="20556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D27F7BC6-60C8-9471-CCC1-E7E8244156B1}"/>
                  </a:ext>
                </a:extLst>
              </p14:cNvPr>
              <p14:cNvContentPartPr/>
              <p14:nvPr/>
            </p14:nvContentPartPr>
            <p14:xfrm>
              <a:off x="9074304" y="1863936"/>
              <a:ext cx="10080" cy="16236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D27F7BC6-60C8-9471-CCC1-E7E8244156B1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065304" y="1855296"/>
                <a:ext cx="277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3CF2858E-A884-2A5E-B711-250732BC5BE0}"/>
                  </a:ext>
                </a:extLst>
              </p14:cNvPr>
              <p14:cNvContentPartPr/>
              <p14:nvPr/>
            </p14:nvContentPartPr>
            <p14:xfrm>
              <a:off x="9127944" y="1847736"/>
              <a:ext cx="10080" cy="1940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3CF2858E-A884-2A5E-B711-250732BC5BE0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118944" y="1838736"/>
                <a:ext cx="27720" cy="21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8BCC7F11-5AE5-6A76-C895-F4D647830F09}"/>
              </a:ext>
            </a:extLst>
          </p:cNvPr>
          <p:cNvGrpSpPr/>
          <p:nvPr/>
        </p:nvGrpSpPr>
        <p:grpSpPr>
          <a:xfrm>
            <a:off x="6272424" y="1092096"/>
            <a:ext cx="258840" cy="201960"/>
            <a:chOff x="6272424" y="1092096"/>
            <a:chExt cx="25884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1C137EA-D7B5-0F69-AE2E-6B13ED99BC4D}"/>
                    </a:ext>
                  </a:extLst>
                </p14:cNvPr>
                <p14:cNvContentPartPr/>
                <p14:nvPr/>
              </p14:nvContentPartPr>
              <p14:xfrm>
                <a:off x="6272424" y="1092096"/>
                <a:ext cx="154080" cy="180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1C137EA-D7B5-0F69-AE2E-6B13ED99BC4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263784" y="1083096"/>
                  <a:ext cx="171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FC64E71-6C14-AE3F-A4D6-E8AAF67F1DA7}"/>
                    </a:ext>
                  </a:extLst>
                </p14:cNvPr>
                <p14:cNvContentPartPr/>
                <p14:nvPr/>
              </p14:nvContentPartPr>
              <p14:xfrm>
                <a:off x="6327504" y="1144656"/>
                <a:ext cx="203760" cy="1494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FC64E71-6C14-AE3F-A4D6-E8AAF67F1DA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318864" y="1136016"/>
                  <a:ext cx="22140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70C0105-5868-E1DC-3CB9-0132A45111BC}"/>
              </a:ext>
            </a:extLst>
          </p:cNvPr>
          <p:cNvGrpSpPr/>
          <p:nvPr/>
        </p:nvGrpSpPr>
        <p:grpSpPr>
          <a:xfrm>
            <a:off x="3022344" y="1246176"/>
            <a:ext cx="231840" cy="190800"/>
            <a:chOff x="3022344" y="1246176"/>
            <a:chExt cx="231840" cy="19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FDF7624-E502-BAA6-CFFC-E7FF4A414701}"/>
                    </a:ext>
                  </a:extLst>
                </p14:cNvPr>
                <p14:cNvContentPartPr/>
                <p14:nvPr/>
              </p14:nvContentPartPr>
              <p14:xfrm>
                <a:off x="3022344" y="1297656"/>
                <a:ext cx="142920" cy="1360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FDF7624-E502-BAA6-CFFC-E7FF4A41470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013344" y="1288656"/>
                  <a:ext cx="1605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E1BFFC4-DEB9-99E3-0528-66CA0BA34A36}"/>
                    </a:ext>
                  </a:extLst>
                </p14:cNvPr>
                <p14:cNvContentPartPr/>
                <p14:nvPr/>
              </p14:nvContentPartPr>
              <p14:xfrm>
                <a:off x="3127104" y="1246176"/>
                <a:ext cx="127080" cy="190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E1BFFC4-DEB9-99E3-0528-66CA0BA34A3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118464" y="1237176"/>
                  <a:ext cx="14472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B3F3C0E-50A9-9455-F949-B3CF3367A02C}"/>
              </a:ext>
            </a:extLst>
          </p:cNvPr>
          <p:cNvGrpSpPr/>
          <p:nvPr/>
        </p:nvGrpSpPr>
        <p:grpSpPr>
          <a:xfrm>
            <a:off x="6657624" y="4577976"/>
            <a:ext cx="1065960" cy="655560"/>
            <a:chOff x="6657624" y="4577976"/>
            <a:chExt cx="1065960" cy="65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2FD01E8-106E-6845-58C6-645B2C44A286}"/>
                    </a:ext>
                  </a:extLst>
                </p14:cNvPr>
                <p14:cNvContentPartPr/>
                <p14:nvPr/>
              </p14:nvContentPartPr>
              <p14:xfrm>
                <a:off x="6657624" y="4658256"/>
                <a:ext cx="198000" cy="207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2FD01E8-106E-6845-58C6-645B2C44A28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648984" y="4649616"/>
                  <a:ext cx="2156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7E4B252-6B04-DB40-B1D7-2B1B2C31167C}"/>
                    </a:ext>
                  </a:extLst>
                </p14:cNvPr>
                <p14:cNvContentPartPr/>
                <p14:nvPr/>
              </p14:nvContentPartPr>
              <p14:xfrm>
                <a:off x="6874704" y="4723776"/>
                <a:ext cx="112680" cy="127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7E4B252-6B04-DB40-B1D7-2B1B2C31167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866064" y="4714776"/>
                  <a:ext cx="130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FBBE683-63EC-8E33-2974-670A21749DBA}"/>
                    </a:ext>
                  </a:extLst>
                </p14:cNvPr>
                <p14:cNvContentPartPr/>
                <p14:nvPr/>
              </p14:nvContentPartPr>
              <p14:xfrm>
                <a:off x="7035624" y="4747536"/>
                <a:ext cx="12600" cy="612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FBBE683-63EC-8E33-2974-670A21749DB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026984" y="4738896"/>
                  <a:ext cx="302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488234C-A2C2-3D91-860A-65E47B15E724}"/>
                    </a:ext>
                  </a:extLst>
                </p14:cNvPr>
                <p14:cNvContentPartPr/>
                <p14:nvPr/>
              </p14:nvContentPartPr>
              <p14:xfrm>
                <a:off x="7067304" y="4633776"/>
                <a:ext cx="7560" cy="100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488234C-A2C2-3D91-860A-65E47B15E72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058664" y="4625136"/>
                  <a:ext cx="25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7E8D5C4-FC55-C17D-F565-B1386BAC7367}"/>
                    </a:ext>
                  </a:extLst>
                </p14:cNvPr>
                <p14:cNvContentPartPr/>
                <p14:nvPr/>
              </p14:nvContentPartPr>
              <p14:xfrm>
                <a:off x="7169904" y="4603896"/>
                <a:ext cx="15120" cy="2188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7E8D5C4-FC55-C17D-F565-B1386BAC736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160904" y="4594896"/>
                  <a:ext cx="327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352CC1D-34B9-D905-80BF-9BF0308A3912}"/>
                    </a:ext>
                  </a:extLst>
                </p14:cNvPr>
                <p14:cNvContentPartPr/>
                <p14:nvPr/>
              </p14:nvContentPartPr>
              <p14:xfrm>
                <a:off x="7118784" y="4727736"/>
                <a:ext cx="144360" cy="576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352CC1D-34B9-D905-80BF-9BF0308A391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109784" y="4719096"/>
                  <a:ext cx="1620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83C2F60-403A-ECFF-A138-65567ED8F966}"/>
                    </a:ext>
                  </a:extLst>
                </p14:cNvPr>
                <p14:cNvContentPartPr/>
                <p14:nvPr/>
              </p14:nvContentPartPr>
              <p14:xfrm>
                <a:off x="7264944" y="4638096"/>
                <a:ext cx="22320" cy="20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83C2F60-403A-ECFF-A138-65567ED8F96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255944" y="4629096"/>
                  <a:ext cx="39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B0FC661-7ED0-41CC-3F2F-EDBBD31B231B}"/>
                    </a:ext>
                  </a:extLst>
                </p14:cNvPr>
                <p14:cNvContentPartPr/>
                <p14:nvPr/>
              </p14:nvContentPartPr>
              <p14:xfrm>
                <a:off x="7310664" y="4697136"/>
                <a:ext cx="76680" cy="842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B0FC661-7ED0-41CC-3F2F-EDBBD31B231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301664" y="4688496"/>
                  <a:ext cx="943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4BF13BE-5485-8AFA-CB28-58B094BFA1D4}"/>
                    </a:ext>
                  </a:extLst>
                </p14:cNvPr>
                <p14:cNvContentPartPr/>
                <p14:nvPr/>
              </p14:nvContentPartPr>
              <p14:xfrm>
                <a:off x="7452504" y="4706856"/>
                <a:ext cx="141840" cy="691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4BF13BE-5485-8AFA-CB28-58B094BFA1D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443864" y="4698216"/>
                  <a:ext cx="159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88AD2F6-2A04-9E08-6C02-EC7B97E8D69E}"/>
                    </a:ext>
                  </a:extLst>
                </p14:cNvPr>
                <p14:cNvContentPartPr/>
                <p14:nvPr/>
              </p14:nvContentPartPr>
              <p14:xfrm>
                <a:off x="7593984" y="4577976"/>
                <a:ext cx="129600" cy="1692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88AD2F6-2A04-9E08-6C02-EC7B97E8D69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585344" y="4568976"/>
                  <a:ext cx="147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B78BBDA-EB77-7BF7-9D71-F2BB04072DDF}"/>
                    </a:ext>
                  </a:extLst>
                </p14:cNvPr>
                <p14:cNvContentPartPr/>
                <p14:nvPr/>
              </p14:nvContentPartPr>
              <p14:xfrm>
                <a:off x="6930864" y="5071896"/>
                <a:ext cx="19800" cy="1616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B78BBDA-EB77-7BF7-9D71-F2BB04072DD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922224" y="5063256"/>
                  <a:ext cx="374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2C338DF-329A-7CDD-E8F4-9AB4D3EC27F8}"/>
                    </a:ext>
                  </a:extLst>
                </p14:cNvPr>
                <p14:cNvContentPartPr/>
                <p14:nvPr/>
              </p14:nvContentPartPr>
              <p14:xfrm>
                <a:off x="6943104" y="4969656"/>
                <a:ext cx="117720" cy="1069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2C338DF-329A-7CDD-E8F4-9AB4D3EC27F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934104" y="4960656"/>
                  <a:ext cx="135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29108BE-258C-1B22-AD91-1A2350A172BB}"/>
                    </a:ext>
                  </a:extLst>
                </p14:cNvPr>
                <p14:cNvContentPartPr/>
                <p14:nvPr/>
              </p14:nvContentPartPr>
              <p14:xfrm>
                <a:off x="7052544" y="5130576"/>
                <a:ext cx="139680" cy="79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29108BE-258C-1B22-AD91-1A2350A172B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043904" y="5121576"/>
                  <a:ext cx="157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8793145-2462-9960-4A6C-3CDBEDEFB054}"/>
                    </a:ext>
                  </a:extLst>
                </p14:cNvPr>
                <p14:cNvContentPartPr/>
                <p14:nvPr/>
              </p14:nvContentPartPr>
              <p14:xfrm>
                <a:off x="7294104" y="4989096"/>
                <a:ext cx="27360" cy="208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8793145-2462-9960-4A6C-3CDBEDEFB05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285464" y="4980096"/>
                  <a:ext cx="45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6824AF0-F7F5-38C2-17A4-A9FE282405A8}"/>
                    </a:ext>
                  </a:extLst>
                </p14:cNvPr>
                <p14:cNvContentPartPr/>
                <p14:nvPr/>
              </p14:nvContentPartPr>
              <p14:xfrm>
                <a:off x="7257744" y="4949136"/>
                <a:ext cx="239400" cy="2365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6824AF0-F7F5-38C2-17A4-A9FE282405A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248744" y="4940136"/>
                  <a:ext cx="25704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4AB1DD46-D6F3-2B0F-839C-2F35B94B556C}"/>
              </a:ext>
            </a:extLst>
          </p:cNvPr>
          <p:cNvGrpSpPr/>
          <p:nvPr/>
        </p:nvGrpSpPr>
        <p:grpSpPr>
          <a:xfrm>
            <a:off x="8198784" y="4541256"/>
            <a:ext cx="1070640" cy="334440"/>
            <a:chOff x="8198784" y="4541256"/>
            <a:chExt cx="1070640" cy="33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94078E6-CC64-0047-86A6-CE2D19423DCE}"/>
                    </a:ext>
                  </a:extLst>
                </p14:cNvPr>
                <p14:cNvContentPartPr/>
                <p14:nvPr/>
              </p14:nvContentPartPr>
              <p14:xfrm>
                <a:off x="8198784" y="4600296"/>
                <a:ext cx="127080" cy="2199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94078E6-CC64-0047-86A6-CE2D19423DC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189784" y="4591656"/>
                  <a:ext cx="144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9D2B374-9839-1040-2B0E-3DDC520B0822}"/>
                    </a:ext>
                  </a:extLst>
                </p14:cNvPr>
                <p14:cNvContentPartPr/>
                <p14:nvPr/>
              </p14:nvContentPartPr>
              <p14:xfrm>
                <a:off x="8237664" y="4698936"/>
                <a:ext cx="134640" cy="28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9D2B374-9839-1040-2B0E-3DDC520B082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229024" y="4689936"/>
                  <a:ext cx="152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5F6A58A-FE48-2841-89AC-B94BC6338D2A}"/>
                    </a:ext>
                  </a:extLst>
                </p14:cNvPr>
                <p14:cNvContentPartPr/>
                <p14:nvPr/>
              </p14:nvContentPartPr>
              <p14:xfrm>
                <a:off x="8374464" y="4781736"/>
                <a:ext cx="54000" cy="939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5F6A58A-FE48-2841-89AC-B94BC6338D2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365464" y="4773096"/>
                  <a:ext cx="716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BF6E6D6-A752-239E-BE5F-E3F561A84DA6}"/>
                    </a:ext>
                  </a:extLst>
                </p14:cNvPr>
                <p14:cNvContentPartPr/>
                <p14:nvPr/>
              </p14:nvContentPartPr>
              <p14:xfrm>
                <a:off x="8580024" y="4599216"/>
                <a:ext cx="14040" cy="1299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BF6E6D6-A752-239E-BE5F-E3F561A84DA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571384" y="4590576"/>
                  <a:ext cx="31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684416A-1955-01B4-9C92-6852918929E3}"/>
                    </a:ext>
                  </a:extLst>
                </p14:cNvPr>
                <p14:cNvContentPartPr/>
                <p14:nvPr/>
              </p14:nvContentPartPr>
              <p14:xfrm>
                <a:off x="8567064" y="4589136"/>
                <a:ext cx="159840" cy="2098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684416A-1955-01B4-9C92-6852918929E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558064" y="4580496"/>
                  <a:ext cx="1774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8F55E6D6-217F-53DF-5959-1B4C4695B8A0}"/>
                    </a:ext>
                  </a:extLst>
                </p14:cNvPr>
                <p14:cNvContentPartPr/>
                <p14:nvPr/>
              </p14:nvContentPartPr>
              <p14:xfrm>
                <a:off x="8784144" y="4756536"/>
                <a:ext cx="59040" cy="482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8F55E6D6-217F-53DF-5959-1B4C4695B8A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775144" y="4747896"/>
                  <a:ext cx="76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9AC306F-E21C-ACDB-DC6B-E5756B9AAB98}"/>
                    </a:ext>
                  </a:extLst>
                </p14:cNvPr>
                <p14:cNvContentPartPr/>
                <p14:nvPr/>
              </p14:nvContentPartPr>
              <p14:xfrm>
                <a:off x="9036864" y="4541256"/>
                <a:ext cx="27360" cy="1105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9AC306F-E21C-ACDB-DC6B-E5756B9AAB9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028224" y="4532256"/>
                  <a:ext cx="45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DA1B05A-802C-361E-7D26-57CF48CAD236}"/>
                    </a:ext>
                  </a:extLst>
                </p14:cNvPr>
                <p14:cNvContentPartPr/>
                <p14:nvPr/>
              </p14:nvContentPartPr>
              <p14:xfrm>
                <a:off x="8940024" y="4549536"/>
                <a:ext cx="240480" cy="218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DA1B05A-802C-361E-7D26-57CF48CAD23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931024" y="4540896"/>
                  <a:ext cx="2581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781FDA9-1F1E-E55A-30CB-F425D6F2D135}"/>
                    </a:ext>
                  </a:extLst>
                </p14:cNvPr>
                <p14:cNvContentPartPr/>
                <p14:nvPr/>
              </p14:nvContentPartPr>
              <p14:xfrm>
                <a:off x="9195984" y="4742856"/>
                <a:ext cx="73440" cy="831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781FDA9-1F1E-E55A-30CB-F425D6F2D13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187344" y="4733856"/>
                  <a:ext cx="9108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ECA97E15-DB49-61DE-41B1-49DDE110CD64}"/>
              </a:ext>
            </a:extLst>
          </p:cNvPr>
          <p:cNvGrpSpPr/>
          <p:nvPr/>
        </p:nvGrpSpPr>
        <p:grpSpPr>
          <a:xfrm>
            <a:off x="9442224" y="4517496"/>
            <a:ext cx="195480" cy="182160"/>
            <a:chOff x="9442224" y="4517496"/>
            <a:chExt cx="195480" cy="1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E4DE986-D1B2-608F-E41F-5D4CCA64059E}"/>
                    </a:ext>
                  </a:extLst>
                </p14:cNvPr>
                <p14:cNvContentPartPr/>
                <p14:nvPr/>
              </p14:nvContentPartPr>
              <p14:xfrm>
                <a:off x="9442224" y="4557456"/>
                <a:ext cx="166320" cy="1422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E4DE986-D1B2-608F-E41F-5D4CCA64059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433224" y="4548456"/>
                  <a:ext cx="1839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415CE37-4774-D075-7F6F-794D0DFCC66D}"/>
                    </a:ext>
                  </a:extLst>
                </p14:cNvPr>
                <p14:cNvContentPartPr/>
                <p14:nvPr/>
              </p14:nvContentPartPr>
              <p14:xfrm>
                <a:off x="9495864" y="4517496"/>
                <a:ext cx="141840" cy="352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415CE37-4774-D075-7F6F-794D0DFCC66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487224" y="4508856"/>
                  <a:ext cx="159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CBACEB5-EF30-F122-D6D2-DDFE34BE9FA1}"/>
                    </a:ext>
                  </a:extLst>
                </p14:cNvPr>
                <p14:cNvContentPartPr/>
                <p14:nvPr/>
              </p14:nvContentPartPr>
              <p14:xfrm>
                <a:off x="9466704" y="4603896"/>
                <a:ext cx="122040" cy="230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CBACEB5-EF30-F122-D6D2-DDFE34BE9FA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457704" y="4595256"/>
                  <a:ext cx="13968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105B3E5F-57F9-548D-3058-D2C20633D2CD}"/>
                  </a:ext>
                </a:extLst>
              </p14:cNvPr>
              <p14:cNvContentPartPr/>
              <p14:nvPr/>
            </p14:nvContentPartPr>
            <p14:xfrm>
              <a:off x="8274384" y="5120496"/>
              <a:ext cx="1316880" cy="23724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105B3E5F-57F9-548D-3058-D2C20633D2CD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8265744" y="5111496"/>
                <a:ext cx="1334520" cy="25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7F84E703-B2D5-391A-2282-CD888187AAD2}"/>
              </a:ext>
            </a:extLst>
          </p:cNvPr>
          <p:cNvGrpSpPr/>
          <p:nvPr/>
        </p:nvGrpSpPr>
        <p:grpSpPr>
          <a:xfrm>
            <a:off x="8050104" y="5492016"/>
            <a:ext cx="3355560" cy="1174680"/>
            <a:chOff x="8050104" y="5492016"/>
            <a:chExt cx="3355560" cy="11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128AB25-1FA9-53BE-D666-EC22F35F761B}"/>
                    </a:ext>
                  </a:extLst>
                </p14:cNvPr>
                <p14:cNvContentPartPr/>
                <p14:nvPr/>
              </p14:nvContentPartPr>
              <p14:xfrm>
                <a:off x="8808264" y="5492016"/>
                <a:ext cx="37080" cy="2246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128AB25-1FA9-53BE-D666-EC22F35F761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799624" y="5483376"/>
                  <a:ext cx="547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723BB32-08E9-7037-C655-21F03536B11F}"/>
                    </a:ext>
                  </a:extLst>
                </p14:cNvPr>
                <p14:cNvContentPartPr/>
                <p14:nvPr/>
              </p14:nvContentPartPr>
              <p14:xfrm>
                <a:off x="8050104" y="5957856"/>
                <a:ext cx="353880" cy="2084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723BB32-08E9-7037-C655-21F03536B11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041104" y="5948856"/>
                  <a:ext cx="3715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AE324E9-55A0-FBAC-CBFF-C1FC981F6CB4}"/>
                    </a:ext>
                  </a:extLst>
                </p14:cNvPr>
                <p14:cNvContentPartPr/>
                <p14:nvPr/>
              </p14:nvContentPartPr>
              <p14:xfrm>
                <a:off x="8486424" y="5716296"/>
                <a:ext cx="149040" cy="3546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AE324E9-55A0-FBAC-CBFF-C1FC981F6CB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477784" y="5707656"/>
                  <a:ext cx="1666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49C6F30-79A9-E548-E736-7B444A91D0B2}"/>
                    </a:ext>
                  </a:extLst>
                </p14:cNvPr>
                <p14:cNvContentPartPr/>
                <p14:nvPr/>
              </p14:nvContentPartPr>
              <p14:xfrm>
                <a:off x="8657064" y="5995296"/>
                <a:ext cx="146520" cy="633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49C6F30-79A9-E548-E736-7B444A91D0B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648424" y="5986296"/>
                  <a:ext cx="1641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5DE8EF8-8B8F-C642-457E-1BBF9D1437B7}"/>
                    </a:ext>
                  </a:extLst>
                </p14:cNvPr>
                <p14:cNvContentPartPr/>
                <p14:nvPr/>
              </p14:nvContentPartPr>
              <p14:xfrm>
                <a:off x="8868384" y="5817096"/>
                <a:ext cx="135360" cy="223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5DE8EF8-8B8F-C642-457E-1BBF9D1437B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859384" y="5808456"/>
                  <a:ext cx="1530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1508114-2C37-CCE6-C8A2-B36597E98448}"/>
                    </a:ext>
                  </a:extLst>
                </p14:cNvPr>
                <p14:cNvContentPartPr/>
                <p14:nvPr/>
              </p14:nvContentPartPr>
              <p14:xfrm>
                <a:off x="8823024" y="5944896"/>
                <a:ext cx="154080" cy="28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1508114-2C37-CCE6-C8A2-B36597E9844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814024" y="5935896"/>
                  <a:ext cx="1717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D95587C-11EC-3FA0-1A9E-750F894B0FB9}"/>
                    </a:ext>
                  </a:extLst>
                </p14:cNvPr>
                <p14:cNvContentPartPr/>
                <p14:nvPr/>
              </p14:nvContentPartPr>
              <p14:xfrm>
                <a:off x="9201024" y="5930136"/>
                <a:ext cx="12600" cy="75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D95587C-11EC-3FA0-1A9E-750F894B0FB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192024" y="5921496"/>
                  <a:ext cx="30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80E9794-97B0-11DC-3133-AACC84F15AFD}"/>
                    </a:ext>
                  </a:extLst>
                </p14:cNvPr>
                <p14:cNvContentPartPr/>
                <p14:nvPr/>
              </p14:nvContentPartPr>
              <p14:xfrm>
                <a:off x="9227664" y="5841576"/>
                <a:ext cx="19800" cy="320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80E9794-97B0-11DC-3133-AACC84F15AF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219024" y="5832936"/>
                  <a:ext cx="37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73D4EB6-B554-F78F-1398-A939941CFEF4}"/>
                    </a:ext>
                  </a:extLst>
                </p14:cNvPr>
                <p14:cNvContentPartPr/>
                <p14:nvPr/>
              </p14:nvContentPartPr>
              <p14:xfrm>
                <a:off x="9264744" y="5891256"/>
                <a:ext cx="73080" cy="921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73D4EB6-B554-F78F-1398-A939941CFEF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255744" y="5882256"/>
                  <a:ext cx="90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BB3F222-09D5-B9C8-1AC7-0E5500C08458}"/>
                    </a:ext>
                  </a:extLst>
                </p14:cNvPr>
                <p14:cNvContentPartPr/>
                <p14:nvPr/>
              </p14:nvContentPartPr>
              <p14:xfrm>
                <a:off x="9491184" y="5749776"/>
                <a:ext cx="78480" cy="2221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BB3F222-09D5-B9C8-1AC7-0E5500C0845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482184" y="5741136"/>
                  <a:ext cx="96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65454E5-F81C-561F-FC4B-370381B2CBD9}"/>
                    </a:ext>
                  </a:extLst>
                </p14:cNvPr>
                <p14:cNvContentPartPr/>
                <p14:nvPr/>
              </p14:nvContentPartPr>
              <p14:xfrm>
                <a:off x="9432504" y="5697576"/>
                <a:ext cx="365760" cy="2541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65454E5-F81C-561F-FC4B-370381B2CBD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423864" y="5688576"/>
                  <a:ext cx="3834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F8E5A0A3-1F33-56DD-9B19-F33F4E9C8785}"/>
                    </a:ext>
                  </a:extLst>
                </p14:cNvPr>
                <p14:cNvContentPartPr/>
                <p14:nvPr/>
              </p14:nvContentPartPr>
              <p14:xfrm>
                <a:off x="9732384" y="5865336"/>
                <a:ext cx="173520" cy="637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F8E5A0A3-1F33-56DD-9B19-F33F4E9C878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723744" y="5856336"/>
                  <a:ext cx="191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806761E-B3A4-9FE9-081F-E0C4B7C3F437}"/>
                    </a:ext>
                  </a:extLst>
                </p14:cNvPr>
                <p14:cNvContentPartPr/>
                <p14:nvPr/>
              </p14:nvContentPartPr>
              <p14:xfrm>
                <a:off x="10155024" y="5774616"/>
                <a:ext cx="153000" cy="1648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806761E-B3A4-9FE9-081F-E0C4B7C3F43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146384" y="5765976"/>
                  <a:ext cx="170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F65334D-C927-B6A8-50DE-0AB1267EFD2F}"/>
                    </a:ext>
                  </a:extLst>
                </p14:cNvPr>
                <p14:cNvContentPartPr/>
                <p14:nvPr/>
              </p14:nvContentPartPr>
              <p14:xfrm>
                <a:off x="10295784" y="5809176"/>
                <a:ext cx="158760" cy="684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F65334D-C927-B6A8-50DE-0AB1267EFD2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287144" y="5800536"/>
                  <a:ext cx="1764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792AE3A-908D-65A6-E9DE-3A34168B82A4}"/>
                    </a:ext>
                  </a:extLst>
                </p14:cNvPr>
                <p14:cNvContentPartPr/>
                <p14:nvPr/>
              </p14:nvContentPartPr>
              <p14:xfrm>
                <a:off x="10500624" y="5757696"/>
                <a:ext cx="83160" cy="1324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792AE3A-908D-65A6-E9DE-3A34168B82A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491624" y="5749056"/>
                  <a:ext cx="100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CC6390F-851E-DBFB-6621-BBBB7E62909B}"/>
                    </a:ext>
                  </a:extLst>
                </p14:cNvPr>
                <p14:cNvContentPartPr/>
                <p14:nvPr/>
              </p14:nvContentPartPr>
              <p14:xfrm>
                <a:off x="10637064" y="5798376"/>
                <a:ext cx="15120" cy="759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CC6390F-851E-DBFB-6621-BBBB7E62909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628424" y="5789736"/>
                  <a:ext cx="32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A4E0C82-2028-450A-FD17-E3C6DB54364E}"/>
                    </a:ext>
                  </a:extLst>
                </p14:cNvPr>
                <p14:cNvContentPartPr/>
                <p14:nvPr/>
              </p14:nvContentPartPr>
              <p14:xfrm>
                <a:off x="10712664" y="5648976"/>
                <a:ext cx="17280" cy="669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A4E0C82-2028-450A-FD17-E3C6DB54364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703664" y="5640336"/>
                  <a:ext cx="34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CF7F1D6-B9A9-AC6B-5894-3F1741978F6C}"/>
                    </a:ext>
                  </a:extLst>
                </p14:cNvPr>
                <p14:cNvContentPartPr/>
                <p14:nvPr/>
              </p14:nvContentPartPr>
              <p14:xfrm>
                <a:off x="10778184" y="5751216"/>
                <a:ext cx="129960" cy="860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CF7F1D6-B9A9-AC6B-5894-3F1741978F6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769184" y="5742216"/>
                  <a:ext cx="1476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ABB99748-DD9F-6386-2181-77F812FD21CC}"/>
                    </a:ext>
                  </a:extLst>
                </p14:cNvPr>
                <p14:cNvContentPartPr/>
                <p14:nvPr/>
              </p14:nvContentPartPr>
              <p14:xfrm>
                <a:off x="10961424" y="5780736"/>
                <a:ext cx="163800" cy="363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ABB99748-DD9F-6386-2181-77F812FD21C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952424" y="5771736"/>
                  <a:ext cx="181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33E526E-451E-AC40-FAA8-A9C947DC8338}"/>
                    </a:ext>
                  </a:extLst>
                </p14:cNvPr>
                <p14:cNvContentPartPr/>
                <p14:nvPr/>
              </p14:nvContentPartPr>
              <p14:xfrm>
                <a:off x="11147544" y="5731776"/>
                <a:ext cx="77400" cy="939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33E526E-451E-AC40-FAA8-A9C947DC833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138904" y="5723136"/>
                  <a:ext cx="95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D3774B7-D635-300A-46DC-43C3EF26F863}"/>
                    </a:ext>
                  </a:extLst>
                </p14:cNvPr>
                <p14:cNvContentPartPr/>
                <p14:nvPr/>
              </p14:nvContentPartPr>
              <p14:xfrm>
                <a:off x="11272824" y="5708376"/>
                <a:ext cx="132840" cy="1180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D3774B7-D635-300A-46DC-43C3EF26F86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1263824" y="5699736"/>
                  <a:ext cx="150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2AEC3A6-C906-981E-C5D8-1B3F20D3C4D1}"/>
                    </a:ext>
                  </a:extLst>
                </p14:cNvPr>
                <p14:cNvContentPartPr/>
                <p14:nvPr/>
              </p14:nvContentPartPr>
              <p14:xfrm>
                <a:off x="8115624" y="6415416"/>
                <a:ext cx="166320" cy="842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2AEC3A6-C906-981E-C5D8-1B3F20D3C4D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106984" y="6406776"/>
                  <a:ext cx="1839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9480D54-0001-21BE-C841-32846D1CC53C}"/>
                    </a:ext>
                  </a:extLst>
                </p14:cNvPr>
                <p14:cNvContentPartPr/>
                <p14:nvPr/>
              </p14:nvContentPartPr>
              <p14:xfrm>
                <a:off x="8333064" y="6255216"/>
                <a:ext cx="61200" cy="2206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9480D54-0001-21BE-C841-32846D1CC53C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324064" y="6246576"/>
                  <a:ext cx="788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B5A7D27-206D-0FB9-C227-F6F50ED33A69}"/>
                    </a:ext>
                  </a:extLst>
                </p14:cNvPr>
                <p14:cNvContentPartPr/>
                <p14:nvPr/>
              </p14:nvContentPartPr>
              <p14:xfrm>
                <a:off x="8414784" y="6364296"/>
                <a:ext cx="313560" cy="968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B5A7D27-206D-0FB9-C227-F6F50ED33A6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8405784" y="6355296"/>
                  <a:ext cx="331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ABFF1BE-67D1-0DF4-DC71-8B083A65433D}"/>
                    </a:ext>
                  </a:extLst>
                </p14:cNvPr>
                <p14:cNvContentPartPr/>
                <p14:nvPr/>
              </p14:nvContentPartPr>
              <p14:xfrm>
                <a:off x="8559864" y="6359256"/>
                <a:ext cx="275760" cy="3074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ABFF1BE-67D1-0DF4-DC71-8B083A65433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550864" y="6350616"/>
                  <a:ext cx="2934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539CE1D-4C2C-6960-A219-F0A80BF3A556}"/>
                    </a:ext>
                  </a:extLst>
                </p14:cNvPr>
                <p14:cNvContentPartPr/>
                <p14:nvPr/>
              </p14:nvContentPartPr>
              <p14:xfrm>
                <a:off x="9037584" y="6242256"/>
                <a:ext cx="95400" cy="2296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539CE1D-4C2C-6960-A219-F0A80BF3A55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028584" y="6233616"/>
                  <a:ext cx="1130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7A0B4F5-2A23-1628-A997-C7F3F138E885}"/>
                    </a:ext>
                  </a:extLst>
                </p14:cNvPr>
                <p14:cNvContentPartPr/>
                <p14:nvPr/>
              </p14:nvContentPartPr>
              <p14:xfrm>
                <a:off x="9091224" y="6179256"/>
                <a:ext cx="282240" cy="2397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7A0B4F5-2A23-1628-A997-C7F3F138E88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082224" y="6170616"/>
                  <a:ext cx="299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2157A48-4E38-6DE8-37E6-0C112F748373}"/>
                    </a:ext>
                  </a:extLst>
                </p14:cNvPr>
                <p14:cNvContentPartPr/>
                <p14:nvPr/>
              </p14:nvContentPartPr>
              <p14:xfrm>
                <a:off x="9420264" y="6337296"/>
                <a:ext cx="10080" cy="676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2157A48-4E38-6DE8-37E6-0C112F74837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411624" y="6328656"/>
                  <a:ext cx="27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73BB06D-1750-77C9-73EF-8CE5BE39CC97}"/>
                    </a:ext>
                  </a:extLst>
                </p14:cNvPr>
                <p14:cNvContentPartPr/>
                <p14:nvPr/>
              </p14:nvContentPartPr>
              <p14:xfrm>
                <a:off x="9466704" y="6275736"/>
                <a:ext cx="22320" cy="288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73BB06D-1750-77C9-73EF-8CE5BE39CC9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457704" y="6266736"/>
                  <a:ext cx="39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EAA3F79-06AC-5953-EF75-80227147E7CF}"/>
                    </a:ext>
                  </a:extLst>
                </p14:cNvPr>
                <p14:cNvContentPartPr/>
                <p14:nvPr/>
              </p14:nvContentPartPr>
              <p14:xfrm>
                <a:off x="9497664" y="6317136"/>
                <a:ext cx="79200" cy="716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EAA3F79-06AC-5953-EF75-80227147E7C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489024" y="6308136"/>
                  <a:ext cx="968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562BC43-42BE-7AFE-384A-C87BFED3FB37}"/>
                    </a:ext>
                  </a:extLst>
                </p14:cNvPr>
                <p14:cNvContentPartPr/>
                <p14:nvPr/>
              </p14:nvContentPartPr>
              <p14:xfrm>
                <a:off x="9861624" y="6299136"/>
                <a:ext cx="27360" cy="1839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562BC43-42BE-7AFE-384A-C87BFED3FB3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852984" y="6290496"/>
                  <a:ext cx="45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BCF59077-19A6-2E27-695D-6B97F5D65E16}"/>
                    </a:ext>
                  </a:extLst>
                </p14:cNvPr>
                <p14:cNvContentPartPr/>
                <p14:nvPr/>
              </p14:nvContentPartPr>
              <p14:xfrm>
                <a:off x="9883584" y="6258096"/>
                <a:ext cx="93240" cy="766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BCF59077-19A6-2E27-695D-6B97F5D65E16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874944" y="6249456"/>
                  <a:ext cx="110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12DD9B5-AD62-DB9B-D07B-BB501E31E396}"/>
                    </a:ext>
                  </a:extLst>
                </p14:cNvPr>
                <p14:cNvContentPartPr/>
                <p14:nvPr/>
              </p14:nvContentPartPr>
              <p14:xfrm>
                <a:off x="10056744" y="6258456"/>
                <a:ext cx="127080" cy="522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12DD9B5-AD62-DB9B-D07B-BB501E31E396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047744" y="6249816"/>
                  <a:ext cx="144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3B43C64-077B-915D-A8CE-7DE7524DA5B6}"/>
                    </a:ext>
                  </a:extLst>
                </p14:cNvPr>
                <p14:cNvContentPartPr/>
                <p14:nvPr/>
              </p14:nvContentPartPr>
              <p14:xfrm>
                <a:off x="10251864" y="6115536"/>
                <a:ext cx="51840" cy="2077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3B43C64-077B-915D-A8CE-7DE7524DA5B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242864" y="6106536"/>
                  <a:ext cx="694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DC3BB39-D792-67A2-2144-571DC967FCE4}"/>
                    </a:ext>
                  </a:extLst>
                </p14:cNvPr>
                <p14:cNvContentPartPr/>
                <p14:nvPr/>
              </p14:nvContentPartPr>
              <p14:xfrm>
                <a:off x="10290744" y="6089256"/>
                <a:ext cx="249120" cy="2134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DC3BB39-D792-67A2-2144-571DC967FCE4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282104" y="6080616"/>
                  <a:ext cx="266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816995A-DE89-CE15-589E-8DB87086704B}"/>
                    </a:ext>
                  </a:extLst>
                </p14:cNvPr>
                <p14:cNvContentPartPr/>
                <p14:nvPr/>
              </p14:nvContentPartPr>
              <p14:xfrm>
                <a:off x="10647144" y="6086736"/>
                <a:ext cx="151920" cy="1411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816995A-DE89-CE15-589E-8DB87086704B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638144" y="6078096"/>
                  <a:ext cx="169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7D5D694-91BA-F32A-5AF9-243CA5DF3B53}"/>
                    </a:ext>
                  </a:extLst>
                </p14:cNvPr>
                <p14:cNvContentPartPr/>
                <p14:nvPr/>
              </p14:nvContentPartPr>
              <p14:xfrm>
                <a:off x="10707624" y="6306336"/>
                <a:ext cx="7560" cy="61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7D5D694-91BA-F32A-5AF9-243CA5DF3B5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698984" y="6297696"/>
                  <a:ext cx="25200" cy="2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8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C9E2A3E7-0CC7-16FD-1025-6B225C9DB517}"/>
                  </a:ext>
                </a:extLst>
              </p14:cNvPr>
              <p14:cNvContentPartPr/>
              <p14:nvPr/>
            </p14:nvContentPartPr>
            <p14:xfrm>
              <a:off x="2368944" y="814536"/>
              <a:ext cx="1492920" cy="105408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C9E2A3E7-0CC7-16FD-1025-6B225C9DB517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2278944" y="634536"/>
                <a:ext cx="1672560" cy="14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0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1F1ABB0E-F72F-6C33-464D-E2B0628AFF85}"/>
                  </a:ext>
                </a:extLst>
              </p14:cNvPr>
              <p14:cNvContentPartPr/>
              <p14:nvPr/>
            </p14:nvContentPartPr>
            <p14:xfrm>
              <a:off x="5728824" y="699336"/>
              <a:ext cx="1741320" cy="78948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1F1ABB0E-F72F-6C33-464D-E2B0628AFF85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5638824" y="519696"/>
                <a:ext cx="1920960" cy="11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2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1E804B1A-034F-9E60-3429-090B5EC88741}"/>
                  </a:ext>
                </a:extLst>
              </p14:cNvPr>
              <p14:cNvContentPartPr/>
              <p14:nvPr/>
            </p14:nvContentPartPr>
            <p14:xfrm>
              <a:off x="8547624" y="1846296"/>
              <a:ext cx="1395000" cy="16128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1E804B1A-034F-9E60-3429-090B5EC88741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8457624" y="1666296"/>
                <a:ext cx="1574640" cy="52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" name="Group 255">
            <a:extLst>
              <a:ext uri="{FF2B5EF4-FFF2-40B4-BE49-F238E27FC236}">
                <a16:creationId xmlns:a16="http://schemas.microsoft.com/office/drawing/2014/main" id="{2BFFA11D-56EF-4B43-E1DB-9A2435139966}"/>
              </a:ext>
            </a:extLst>
          </p:cNvPr>
          <p:cNvGrpSpPr/>
          <p:nvPr/>
        </p:nvGrpSpPr>
        <p:grpSpPr>
          <a:xfrm>
            <a:off x="11236824" y="2406456"/>
            <a:ext cx="373320" cy="137160"/>
            <a:chOff x="11236824" y="2406456"/>
            <a:chExt cx="373320" cy="13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3E51D90-9A82-4885-A0C5-8D213644824A}"/>
                    </a:ext>
                  </a:extLst>
                </p14:cNvPr>
                <p14:cNvContentPartPr/>
                <p14:nvPr/>
              </p14:nvContentPartPr>
              <p14:xfrm>
                <a:off x="11236824" y="2416896"/>
                <a:ext cx="150480" cy="1267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3E51D90-9A82-4885-A0C5-8D213644824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1232504" y="2412576"/>
                  <a:ext cx="159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8421AD5-9D7F-D996-8DBA-5FDBC76EA1EF}"/>
                    </a:ext>
                  </a:extLst>
                </p14:cNvPr>
                <p14:cNvContentPartPr/>
                <p14:nvPr/>
              </p14:nvContentPartPr>
              <p14:xfrm>
                <a:off x="11442024" y="2406456"/>
                <a:ext cx="168120" cy="1144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8421AD5-9D7F-D996-8DBA-5FDBC76EA1EF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1437704" y="2402136"/>
                  <a:ext cx="1767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D53E7ADD-F39E-B95B-1F91-8C09F1E26A40}"/>
              </a:ext>
            </a:extLst>
          </p:cNvPr>
          <p:cNvGrpSpPr/>
          <p:nvPr/>
        </p:nvGrpSpPr>
        <p:grpSpPr>
          <a:xfrm>
            <a:off x="10246824" y="2453616"/>
            <a:ext cx="227520" cy="155520"/>
            <a:chOff x="10246824" y="2453616"/>
            <a:chExt cx="227520" cy="15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C522C40-2B9A-DE18-3FA0-DEDB9A763CE5}"/>
                    </a:ext>
                  </a:extLst>
                </p14:cNvPr>
                <p14:cNvContentPartPr/>
                <p14:nvPr/>
              </p14:nvContentPartPr>
              <p14:xfrm>
                <a:off x="10246824" y="2483496"/>
                <a:ext cx="19800" cy="1173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C522C40-2B9A-DE18-3FA0-DEDB9A763CE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242504" y="2479176"/>
                  <a:ext cx="28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24F9AAF-01E0-A232-9CF0-9B655FA1B24A}"/>
                    </a:ext>
                  </a:extLst>
                </p14:cNvPr>
                <p14:cNvContentPartPr/>
                <p14:nvPr/>
              </p14:nvContentPartPr>
              <p14:xfrm>
                <a:off x="10376064" y="2453616"/>
                <a:ext cx="98280" cy="1555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24F9AAF-01E0-A232-9CF0-9B655FA1B24A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371744" y="2449296"/>
                  <a:ext cx="10692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74F6F47B-CD1C-CEC5-026A-FE476891392A}"/>
              </a:ext>
            </a:extLst>
          </p:cNvPr>
          <p:cNvGrpSpPr/>
          <p:nvPr/>
        </p:nvGrpSpPr>
        <p:grpSpPr>
          <a:xfrm>
            <a:off x="8072064" y="2402136"/>
            <a:ext cx="245160" cy="214200"/>
            <a:chOff x="8072064" y="2402136"/>
            <a:chExt cx="245160" cy="21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0350282-879B-4DC1-C068-747BFD8D3899}"/>
                    </a:ext>
                  </a:extLst>
                </p14:cNvPr>
                <p14:cNvContentPartPr/>
                <p14:nvPr/>
              </p14:nvContentPartPr>
              <p14:xfrm>
                <a:off x="8072064" y="2511936"/>
                <a:ext cx="19800" cy="1044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0350282-879B-4DC1-C068-747BFD8D389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067744" y="2507616"/>
                  <a:ext cx="284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5F4632A-A4D0-DB04-C5E1-62EFDA320D14}"/>
                    </a:ext>
                  </a:extLst>
                </p14:cNvPr>
                <p14:cNvContentPartPr/>
                <p14:nvPr/>
              </p14:nvContentPartPr>
              <p14:xfrm>
                <a:off x="8193744" y="2402136"/>
                <a:ext cx="123480" cy="1908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5F4632A-A4D0-DB04-C5E1-62EFDA320D1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189424" y="2397816"/>
                  <a:ext cx="13212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B524EC2F-5532-0336-5DAD-F9FE57D51CB0}"/>
              </a:ext>
            </a:extLst>
          </p:cNvPr>
          <p:cNvGrpSpPr/>
          <p:nvPr/>
        </p:nvGrpSpPr>
        <p:grpSpPr>
          <a:xfrm>
            <a:off x="5346144" y="3900456"/>
            <a:ext cx="193680" cy="179280"/>
            <a:chOff x="5346144" y="3900456"/>
            <a:chExt cx="193680" cy="17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2A978FC-DCA1-4BF9-6885-75C7EF68A371}"/>
                    </a:ext>
                  </a:extLst>
                </p14:cNvPr>
                <p14:cNvContentPartPr/>
                <p14:nvPr/>
              </p14:nvContentPartPr>
              <p14:xfrm>
                <a:off x="5346144" y="3954456"/>
                <a:ext cx="24480" cy="1252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2A978FC-DCA1-4BF9-6885-75C7EF68A37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341824" y="3950136"/>
                  <a:ext cx="331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13508CF-55F9-F732-FB58-F3EE2E65E547}"/>
                    </a:ext>
                  </a:extLst>
                </p14:cNvPr>
                <p14:cNvContentPartPr/>
                <p14:nvPr/>
              </p14:nvContentPartPr>
              <p14:xfrm>
                <a:off x="5419944" y="3900456"/>
                <a:ext cx="119880" cy="1771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13508CF-55F9-F732-FB58-F3EE2E65E547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415624" y="3896136"/>
                  <a:ext cx="12852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20A60A43-86D8-0392-1141-57970CD90476}"/>
              </a:ext>
            </a:extLst>
          </p:cNvPr>
          <p:cNvGrpSpPr/>
          <p:nvPr/>
        </p:nvGrpSpPr>
        <p:grpSpPr>
          <a:xfrm>
            <a:off x="6811344" y="2510136"/>
            <a:ext cx="286560" cy="234000"/>
            <a:chOff x="6811344" y="2510136"/>
            <a:chExt cx="286560" cy="23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FAF976A-77B3-A910-6A5B-0E8F88D9A7A2}"/>
                    </a:ext>
                  </a:extLst>
                </p14:cNvPr>
                <p14:cNvContentPartPr/>
                <p14:nvPr/>
              </p14:nvContentPartPr>
              <p14:xfrm>
                <a:off x="6811344" y="2530296"/>
                <a:ext cx="15120" cy="1436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FAF976A-77B3-A910-6A5B-0E8F88D9A7A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807024" y="2525976"/>
                  <a:ext cx="237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A06F9CE-E138-57F2-561C-4CC83932CE05}"/>
                    </a:ext>
                  </a:extLst>
                </p14:cNvPr>
                <p14:cNvContentPartPr/>
                <p14:nvPr/>
              </p14:nvContentPartPr>
              <p14:xfrm>
                <a:off x="6925824" y="2510136"/>
                <a:ext cx="172080" cy="1148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A06F9CE-E138-57F2-561C-4CC83932CE0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6921504" y="2505816"/>
                  <a:ext cx="1807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5F2F999-9ED6-846A-4966-772853D6FD17}"/>
                    </a:ext>
                  </a:extLst>
                </p14:cNvPr>
                <p14:cNvContentPartPr/>
                <p14:nvPr/>
              </p14:nvContentPartPr>
              <p14:xfrm>
                <a:off x="7019064" y="2546136"/>
                <a:ext cx="38880" cy="1980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5F2F999-9ED6-846A-4966-772853D6FD1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014744" y="2541816"/>
                  <a:ext cx="47520" cy="2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6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15DEA4A2-E592-CBED-04B5-F76CCF4FE099}"/>
                  </a:ext>
                </a:extLst>
              </p14:cNvPr>
              <p14:cNvContentPartPr/>
              <p14:nvPr/>
            </p14:nvContentPartPr>
            <p14:xfrm>
              <a:off x="4245984" y="3953376"/>
              <a:ext cx="100080" cy="21600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15DEA4A2-E592-CBED-04B5-F76CCF4FE099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4241664" y="3949056"/>
                <a:ext cx="108720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4" name="Group 273">
            <a:extLst>
              <a:ext uri="{FF2B5EF4-FFF2-40B4-BE49-F238E27FC236}">
                <a16:creationId xmlns:a16="http://schemas.microsoft.com/office/drawing/2014/main" id="{24AFFC82-E73A-AA3B-702F-4DE97E4A7980}"/>
              </a:ext>
            </a:extLst>
          </p:cNvPr>
          <p:cNvGrpSpPr/>
          <p:nvPr/>
        </p:nvGrpSpPr>
        <p:grpSpPr>
          <a:xfrm>
            <a:off x="5246424" y="1067256"/>
            <a:ext cx="239040" cy="184320"/>
            <a:chOff x="5246424" y="1067256"/>
            <a:chExt cx="239040" cy="18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6A2FD81-01C7-EA5F-614D-ECAFE018D9A5}"/>
                    </a:ext>
                  </a:extLst>
                </p14:cNvPr>
                <p14:cNvContentPartPr/>
                <p14:nvPr/>
              </p14:nvContentPartPr>
              <p14:xfrm>
                <a:off x="5246424" y="1069056"/>
                <a:ext cx="24480" cy="1292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6A2FD81-01C7-EA5F-614D-ECAFE018D9A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242104" y="1064736"/>
                  <a:ext cx="33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624687F-96CC-ADB3-0D13-A49C09C7F1C1}"/>
                    </a:ext>
                  </a:extLst>
                </p14:cNvPr>
                <p14:cNvContentPartPr/>
                <p14:nvPr/>
              </p14:nvContentPartPr>
              <p14:xfrm>
                <a:off x="5340384" y="1067256"/>
                <a:ext cx="145080" cy="802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624687F-96CC-ADB3-0D13-A49C09C7F1C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336064" y="1062936"/>
                  <a:ext cx="153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88DE85E-73BB-E8BE-1DFE-FEF286A1F1A7}"/>
                    </a:ext>
                  </a:extLst>
                </p14:cNvPr>
                <p14:cNvContentPartPr/>
                <p14:nvPr/>
              </p14:nvContentPartPr>
              <p14:xfrm>
                <a:off x="5390424" y="1074816"/>
                <a:ext cx="58320" cy="1767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88DE85E-73BB-E8BE-1DFE-FEF286A1F1A7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386104" y="1070496"/>
                  <a:ext cx="6696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537C6244-50F7-99AB-4748-FBF6C9040ECD}"/>
              </a:ext>
            </a:extLst>
          </p:cNvPr>
          <p:cNvGrpSpPr/>
          <p:nvPr/>
        </p:nvGrpSpPr>
        <p:grpSpPr>
          <a:xfrm>
            <a:off x="4065984" y="1114416"/>
            <a:ext cx="219960" cy="199800"/>
            <a:chOff x="4065984" y="1114416"/>
            <a:chExt cx="219960" cy="19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043D9D7-A8C0-460C-22F5-02CB0BB125DB}"/>
                    </a:ext>
                  </a:extLst>
                </p14:cNvPr>
                <p14:cNvContentPartPr/>
                <p14:nvPr/>
              </p14:nvContentPartPr>
              <p14:xfrm>
                <a:off x="4065984" y="1125936"/>
                <a:ext cx="136800" cy="1882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043D9D7-A8C0-460C-22F5-02CB0BB125DB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061664" y="1121616"/>
                  <a:ext cx="1454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61F5E4D-4225-DD8D-28EB-E5CEC6CD6CA2}"/>
                    </a:ext>
                  </a:extLst>
                </p14:cNvPr>
                <p14:cNvContentPartPr/>
                <p14:nvPr/>
              </p14:nvContentPartPr>
              <p14:xfrm>
                <a:off x="4141584" y="1114416"/>
                <a:ext cx="144360" cy="111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61F5E4D-4225-DD8D-28EB-E5CEC6CD6CA2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137264" y="1110096"/>
                  <a:ext cx="15300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A6DE0CEA-B317-A1C5-E527-5C53DE8316E6}"/>
              </a:ext>
            </a:extLst>
          </p:cNvPr>
          <p:cNvGrpSpPr/>
          <p:nvPr/>
        </p:nvGrpSpPr>
        <p:grpSpPr>
          <a:xfrm>
            <a:off x="2208024" y="2471976"/>
            <a:ext cx="120600" cy="243000"/>
            <a:chOff x="2208024" y="2471976"/>
            <a:chExt cx="120600" cy="24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22B496A-1077-E77B-4DFB-1628966D1ED7}"/>
                    </a:ext>
                  </a:extLst>
                </p14:cNvPr>
                <p14:cNvContentPartPr/>
                <p14:nvPr/>
              </p14:nvContentPartPr>
              <p14:xfrm>
                <a:off x="2208024" y="2534616"/>
                <a:ext cx="120600" cy="1803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22B496A-1077-E77B-4DFB-1628966D1ED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203704" y="2530296"/>
                  <a:ext cx="129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DD416ACE-4E93-0984-E945-2EDF91BEEA3B}"/>
                    </a:ext>
                  </a:extLst>
                </p14:cNvPr>
                <p14:cNvContentPartPr/>
                <p14:nvPr/>
              </p14:nvContentPartPr>
              <p14:xfrm>
                <a:off x="2283624" y="2471976"/>
                <a:ext cx="41760" cy="126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DD416ACE-4E93-0984-E945-2EDF91BEEA3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279304" y="2467656"/>
                  <a:ext cx="50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2C1EB54-F241-AFA6-4231-7127579B0236}"/>
                    </a:ext>
                  </a:extLst>
                </p14:cNvPr>
                <p14:cNvContentPartPr/>
                <p14:nvPr/>
              </p14:nvContentPartPr>
              <p14:xfrm>
                <a:off x="2312784" y="2552616"/>
                <a:ext cx="360" cy="3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2C1EB54-F241-AFA6-4231-7127579B023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308464" y="254829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4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8A3BFCC4-7E6D-0184-6EC5-B3959D6F2F24}"/>
                  </a:ext>
                </a:extLst>
              </p14:cNvPr>
              <p14:cNvContentPartPr/>
              <p14:nvPr/>
            </p14:nvContentPartPr>
            <p14:xfrm>
              <a:off x="1085904" y="2605896"/>
              <a:ext cx="141480" cy="16020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8A3BFCC4-7E6D-0184-6EC5-B3959D6F2F24}"/>
                  </a:ext>
                </a:extLst>
              </p:cNvPr>
              <p:cNvPicPr/>
              <p:nvPr/>
            </p:nvPicPr>
            <p:blipFill>
              <a:blip r:embed="rId475"/>
              <a:stretch>
                <a:fillRect/>
              </a:stretch>
            </p:blipFill>
            <p:spPr>
              <a:xfrm>
                <a:off x="1081584" y="2601576"/>
                <a:ext cx="150120" cy="16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7" name="Group 286">
            <a:extLst>
              <a:ext uri="{FF2B5EF4-FFF2-40B4-BE49-F238E27FC236}">
                <a16:creationId xmlns:a16="http://schemas.microsoft.com/office/drawing/2014/main" id="{408099F6-93A5-2E07-081B-D723805ECB80}"/>
              </a:ext>
            </a:extLst>
          </p:cNvPr>
          <p:cNvGrpSpPr/>
          <p:nvPr/>
        </p:nvGrpSpPr>
        <p:grpSpPr>
          <a:xfrm>
            <a:off x="603864" y="294696"/>
            <a:ext cx="587520" cy="322920"/>
            <a:chOff x="603864" y="294696"/>
            <a:chExt cx="58752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77975B2-5144-9DA8-B6DA-F35531F0F3DF}"/>
                    </a:ext>
                  </a:extLst>
                </p14:cNvPr>
                <p14:cNvContentPartPr/>
                <p14:nvPr/>
              </p14:nvContentPartPr>
              <p14:xfrm>
                <a:off x="603864" y="340056"/>
                <a:ext cx="119520" cy="2775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77975B2-5144-9DA8-B6DA-F35531F0F3D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99544" y="335736"/>
                  <a:ext cx="1281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9EE150D-42A8-FA8B-C2CA-3DE49EC5AB54}"/>
                    </a:ext>
                  </a:extLst>
                </p14:cNvPr>
                <p14:cNvContentPartPr/>
                <p14:nvPr/>
              </p14:nvContentPartPr>
              <p14:xfrm>
                <a:off x="642384" y="426456"/>
                <a:ext cx="158760" cy="489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9EE150D-42A8-FA8B-C2CA-3DE49EC5AB54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38064" y="422136"/>
                  <a:ext cx="1674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C5C7B7D-67FB-2D7F-DD2F-205C5114D780}"/>
                    </a:ext>
                  </a:extLst>
                </p14:cNvPr>
                <p14:cNvContentPartPr/>
                <p14:nvPr/>
              </p14:nvContentPartPr>
              <p14:xfrm>
                <a:off x="783864" y="400536"/>
                <a:ext cx="150120" cy="1724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C5C7B7D-67FB-2D7F-DD2F-205C5114D780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79544" y="396216"/>
                  <a:ext cx="1587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EE4DF81-B4E6-5897-BC67-079E79CE6453}"/>
                    </a:ext>
                  </a:extLst>
                </p14:cNvPr>
                <p14:cNvContentPartPr/>
                <p14:nvPr/>
              </p14:nvContentPartPr>
              <p14:xfrm>
                <a:off x="978264" y="294696"/>
                <a:ext cx="213120" cy="2419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EE4DF81-B4E6-5897-BC67-079E79CE645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73944" y="290376"/>
                  <a:ext cx="221760" cy="250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3444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0A69A1-A74E-D871-32CD-02D904D347C2}"/>
              </a:ext>
            </a:extLst>
          </p:cNvPr>
          <p:cNvSpPr txBox="1"/>
          <p:nvPr/>
        </p:nvSpPr>
        <p:spPr>
          <a:xfrm>
            <a:off x="1090422" y="495776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Slack (or float) in Activity-on-Node (AON) network diagrams represents the amount of time an activity can be delayed without delaying the project's completion date. </a:t>
            </a:r>
          </a:p>
          <a:p>
            <a:endParaRPr lang="en-US" dirty="0"/>
          </a:p>
          <a:p>
            <a:r>
              <a:rPr lang="en-US" dirty="0"/>
              <a:t>Calculated as LS - ES or LF - EF, slack is zero for critical path activities, while non-critical activities have positive slack.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35951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F61478-4103-4191-3888-F69FDFB28AEE}"/>
                  </a:ext>
                </a:extLst>
              </p14:cNvPr>
              <p14:cNvContentPartPr/>
              <p14:nvPr/>
            </p14:nvContentPartPr>
            <p14:xfrm>
              <a:off x="7043184" y="343296"/>
              <a:ext cx="317160" cy="4096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F61478-4103-4191-3888-F69FDFB28A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34184" y="334656"/>
                <a:ext cx="334800" cy="41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5E85F84-423B-A35E-DF73-8402601C013C}"/>
                  </a:ext>
                </a:extLst>
              </p14:cNvPr>
              <p14:cNvContentPartPr/>
              <p14:nvPr/>
            </p14:nvContentPartPr>
            <p14:xfrm>
              <a:off x="5004144" y="1188576"/>
              <a:ext cx="88200" cy="186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5E85F84-423B-A35E-DF73-8402601C01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5504" y="1179576"/>
                <a:ext cx="10584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C77EA5E-DA0C-3E90-79D0-EA8FA991ACBC}"/>
                  </a:ext>
                </a:extLst>
              </p14:cNvPr>
              <p14:cNvContentPartPr/>
              <p14:nvPr/>
            </p14:nvContentPartPr>
            <p14:xfrm>
              <a:off x="4860864" y="1670616"/>
              <a:ext cx="58680" cy="174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C77EA5E-DA0C-3E90-79D0-EA8FA991ACB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52224" y="1661976"/>
                <a:ext cx="7632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1F3B14E-8223-724F-110D-0EA21EA312C3}"/>
                  </a:ext>
                </a:extLst>
              </p14:cNvPr>
              <p14:cNvContentPartPr/>
              <p14:nvPr/>
            </p14:nvContentPartPr>
            <p14:xfrm>
              <a:off x="7352784" y="265176"/>
              <a:ext cx="1100160" cy="68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1F3B14E-8223-724F-110D-0EA21EA312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48464" y="260856"/>
                <a:ext cx="11088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F09ECF1-7082-4510-F869-7495DB32203B}"/>
                  </a:ext>
                </a:extLst>
              </p14:cNvPr>
              <p14:cNvContentPartPr/>
              <p14:nvPr/>
            </p14:nvContentPartPr>
            <p14:xfrm>
              <a:off x="7398864" y="617616"/>
              <a:ext cx="936720" cy="49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F09ECF1-7082-4510-F869-7495DB32203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94544" y="613296"/>
                <a:ext cx="9453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A3257C2-A437-04BC-E4CE-47F5F5AA610B}"/>
                  </a:ext>
                </a:extLst>
              </p14:cNvPr>
              <p14:cNvContentPartPr/>
              <p14:nvPr/>
            </p14:nvContentPartPr>
            <p14:xfrm>
              <a:off x="7396704" y="882216"/>
              <a:ext cx="900000" cy="30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A3257C2-A437-04BC-E4CE-47F5F5AA610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92384" y="877896"/>
                <a:ext cx="9086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6E64E2-53F0-01EC-29AF-9DE8263CB27A}"/>
                  </a:ext>
                </a:extLst>
              </p14:cNvPr>
              <p14:cNvContentPartPr/>
              <p14:nvPr/>
            </p14:nvContentPartPr>
            <p14:xfrm>
              <a:off x="7386624" y="1424376"/>
              <a:ext cx="785520" cy="784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6E64E2-53F0-01EC-29AF-9DE8263CB27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82304" y="1420056"/>
                <a:ext cx="7941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269F83-165D-13E1-5C69-E6AFB71DB3D7}"/>
                  </a:ext>
                </a:extLst>
              </p14:cNvPr>
              <p14:cNvContentPartPr/>
              <p14:nvPr/>
            </p14:nvContentPartPr>
            <p14:xfrm>
              <a:off x="7391664" y="1841976"/>
              <a:ext cx="942480" cy="352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269F83-165D-13E1-5C69-E6AFB71DB3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87344" y="1837656"/>
                <a:ext cx="9511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EA978A2-955B-088F-4DFE-C7E22AF1CE55}"/>
                  </a:ext>
                </a:extLst>
              </p14:cNvPr>
              <p14:cNvContentPartPr/>
              <p14:nvPr/>
            </p14:nvContentPartPr>
            <p14:xfrm>
              <a:off x="7367184" y="2276856"/>
              <a:ext cx="895680" cy="33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EA978A2-955B-088F-4DFE-C7E22AF1CE5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362864" y="2272536"/>
                <a:ext cx="9043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FF2C68D-D6A1-C225-7ADB-296B0B47BED7}"/>
                  </a:ext>
                </a:extLst>
              </p14:cNvPr>
              <p14:cNvContentPartPr/>
              <p14:nvPr/>
            </p14:nvContentPartPr>
            <p14:xfrm>
              <a:off x="7350264" y="2753136"/>
              <a:ext cx="928800" cy="882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FF2C68D-D6A1-C225-7ADB-296B0B47BED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345944" y="2748816"/>
                <a:ext cx="93744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0CA4595-547E-024C-8CFF-F0982FD371CC}"/>
                  </a:ext>
                </a:extLst>
              </p14:cNvPr>
              <p14:cNvContentPartPr/>
              <p14:nvPr/>
            </p14:nvContentPartPr>
            <p14:xfrm>
              <a:off x="8027784" y="248976"/>
              <a:ext cx="419760" cy="3738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0CA4595-547E-024C-8CFF-F0982FD371C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023464" y="244656"/>
                <a:ext cx="428400" cy="37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4E231A4-5405-83A1-D383-66ABD411F27C}"/>
                  </a:ext>
                </a:extLst>
              </p14:cNvPr>
              <p14:cNvContentPartPr/>
              <p14:nvPr/>
            </p14:nvContentPartPr>
            <p14:xfrm>
              <a:off x="8337744" y="621576"/>
              <a:ext cx="78840" cy="18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4E231A4-5405-83A1-D383-66ABD411F27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333424" y="617256"/>
                <a:ext cx="874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FE34766-FB26-B7F1-455B-45531FDBC94F}"/>
                  </a:ext>
                </a:extLst>
              </p14:cNvPr>
              <p14:cNvContentPartPr/>
              <p14:nvPr/>
            </p14:nvContentPartPr>
            <p14:xfrm>
              <a:off x="8279424" y="876456"/>
              <a:ext cx="178920" cy="392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FE34766-FB26-B7F1-455B-45531FDBC94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75104" y="872136"/>
                <a:ext cx="1875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3E9BD4F-2490-2F89-5E18-A05F5140708D}"/>
                  </a:ext>
                </a:extLst>
              </p14:cNvPr>
              <p14:cNvContentPartPr/>
              <p14:nvPr/>
            </p14:nvContentPartPr>
            <p14:xfrm>
              <a:off x="8179344" y="1419336"/>
              <a:ext cx="222120" cy="133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3E9BD4F-2490-2F89-5E18-A05F5140708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75024" y="1415016"/>
                <a:ext cx="2307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C599F96-8B2C-9F37-58B4-F1D505961E56}"/>
                  </a:ext>
                </a:extLst>
              </p14:cNvPr>
              <p14:cNvContentPartPr/>
              <p14:nvPr/>
            </p14:nvContentPartPr>
            <p14:xfrm>
              <a:off x="7591824" y="414936"/>
              <a:ext cx="86040" cy="100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C599F96-8B2C-9F37-58B4-F1D505961E5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587504" y="410616"/>
                <a:ext cx="946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C8BA96E-1484-FB57-97A4-A9166019C496}"/>
                  </a:ext>
                </a:extLst>
              </p14:cNvPr>
              <p14:cNvContentPartPr/>
              <p14:nvPr/>
            </p14:nvContentPartPr>
            <p14:xfrm>
              <a:off x="7606224" y="377496"/>
              <a:ext cx="88200" cy="61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C8BA96E-1484-FB57-97A4-A9166019C49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601904" y="373176"/>
                <a:ext cx="9684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647FA53-2690-DB64-9F3C-68FB62B5E104}"/>
                  </a:ext>
                </a:extLst>
              </p14:cNvPr>
              <p14:cNvContentPartPr/>
              <p14:nvPr/>
            </p14:nvContentPartPr>
            <p14:xfrm>
              <a:off x="7633224" y="453816"/>
              <a:ext cx="73440" cy="12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647FA53-2690-DB64-9F3C-68FB62B5E10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628904" y="449496"/>
                <a:ext cx="8208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2A0A0F3-3FE9-7492-424C-B878D2D5B0AF}"/>
                  </a:ext>
                </a:extLst>
              </p14:cNvPr>
              <p14:cNvContentPartPr/>
              <p14:nvPr/>
            </p14:nvContentPartPr>
            <p14:xfrm>
              <a:off x="7759944" y="402696"/>
              <a:ext cx="24840" cy="792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2A0A0F3-3FE9-7492-424C-B878D2D5B0A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755624" y="398376"/>
                <a:ext cx="3348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DA1D5E2-B0F9-5C84-9765-DA3F0DED7AC1}"/>
                  </a:ext>
                </a:extLst>
              </p14:cNvPr>
              <p14:cNvContentPartPr/>
              <p14:nvPr/>
            </p14:nvContentPartPr>
            <p14:xfrm>
              <a:off x="7726104" y="365976"/>
              <a:ext cx="100080" cy="1314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DA1D5E2-B0F9-5C84-9765-DA3F0DED7AC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721784" y="361656"/>
                <a:ext cx="1087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F2112F8-3BDA-7274-73F7-A59E15AFC29D}"/>
                  </a:ext>
                </a:extLst>
              </p14:cNvPr>
              <p14:cNvContentPartPr/>
              <p14:nvPr/>
            </p14:nvContentPartPr>
            <p14:xfrm>
              <a:off x="1186344" y="525456"/>
              <a:ext cx="129600" cy="41774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F2112F8-3BDA-7274-73F7-A59E15AFC29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77344" y="516816"/>
                <a:ext cx="147240" cy="41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EC47D6B-C342-B52F-3CAC-0A210393D2D8}"/>
                  </a:ext>
                </a:extLst>
              </p14:cNvPr>
              <p14:cNvContentPartPr/>
              <p14:nvPr/>
            </p14:nvContentPartPr>
            <p14:xfrm>
              <a:off x="1198584" y="389016"/>
              <a:ext cx="4018320" cy="1677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EC47D6B-C342-B52F-3CAC-0A210393D2D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89944" y="380016"/>
                <a:ext cx="403596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BA97084-DBE7-F428-77EB-D021B16D7276}"/>
                  </a:ext>
                </a:extLst>
              </p14:cNvPr>
              <p14:cNvContentPartPr/>
              <p14:nvPr/>
            </p14:nvContentPartPr>
            <p14:xfrm>
              <a:off x="1251864" y="678456"/>
              <a:ext cx="3974400" cy="2131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BA97084-DBE7-F428-77EB-D021B16D727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243224" y="669456"/>
                <a:ext cx="39920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B1B1582-C4C7-3A65-E1E3-959F277B0B15}"/>
                  </a:ext>
                </a:extLst>
              </p14:cNvPr>
              <p14:cNvContentPartPr/>
              <p14:nvPr/>
            </p14:nvContentPartPr>
            <p14:xfrm>
              <a:off x="2610144" y="457056"/>
              <a:ext cx="166320" cy="41695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B1B1582-C4C7-3A65-E1E3-959F277B0B1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601504" y="448416"/>
                <a:ext cx="183960" cy="418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72B7BBF-B69F-7C35-20ED-001CF72D472D}"/>
                  </a:ext>
                </a:extLst>
              </p14:cNvPr>
              <p14:cNvContentPartPr/>
              <p14:nvPr/>
            </p14:nvContentPartPr>
            <p14:xfrm>
              <a:off x="1356984" y="629136"/>
              <a:ext cx="92880" cy="1965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72B7BBF-B69F-7C35-20ED-001CF72D472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47984" y="620496"/>
                <a:ext cx="1105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9845D9E-7DBD-998D-5B33-9ED67EB9D52E}"/>
                  </a:ext>
                </a:extLst>
              </p14:cNvPr>
              <p14:cNvContentPartPr/>
              <p14:nvPr/>
            </p14:nvContentPartPr>
            <p14:xfrm>
              <a:off x="1378944" y="713376"/>
              <a:ext cx="88200" cy="190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9845D9E-7DBD-998D-5B33-9ED67EB9D52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369944" y="704376"/>
                <a:ext cx="1058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2F0CA9D-B45A-960E-67EB-E6FE755E5374}"/>
                  </a:ext>
                </a:extLst>
              </p14:cNvPr>
              <p14:cNvContentPartPr/>
              <p14:nvPr/>
            </p14:nvContentPartPr>
            <p14:xfrm>
              <a:off x="1463904" y="706896"/>
              <a:ext cx="117720" cy="81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2F0CA9D-B45A-960E-67EB-E6FE755E537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454904" y="697896"/>
                <a:ext cx="13536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798D8EE-0803-0BEC-696F-080652F016FB}"/>
                  </a:ext>
                </a:extLst>
              </p14:cNvPr>
              <p14:cNvContentPartPr/>
              <p14:nvPr/>
            </p14:nvContentPartPr>
            <p14:xfrm>
              <a:off x="1649664" y="633456"/>
              <a:ext cx="34560" cy="1368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798D8EE-0803-0BEC-696F-080652F016F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640664" y="624816"/>
                <a:ext cx="5220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B1DE9DA-BDA1-6480-458D-73A87807E815}"/>
                  </a:ext>
                </a:extLst>
              </p14:cNvPr>
              <p14:cNvContentPartPr/>
              <p14:nvPr/>
            </p14:nvContentPartPr>
            <p14:xfrm>
              <a:off x="1625184" y="700056"/>
              <a:ext cx="144360" cy="69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B1DE9DA-BDA1-6480-458D-73A87807E81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616184" y="691056"/>
                <a:ext cx="16200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041491D-1198-CEC7-642E-B2074AD7FE68}"/>
                  </a:ext>
                </a:extLst>
              </p14:cNvPr>
              <p14:cNvContentPartPr/>
              <p14:nvPr/>
            </p14:nvContentPartPr>
            <p14:xfrm>
              <a:off x="1805544" y="611496"/>
              <a:ext cx="10080" cy="327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041491D-1198-CEC7-642E-B2074AD7FE6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796904" y="602856"/>
                <a:ext cx="277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657B5E5-B0FB-D426-765F-2057592D6CA4}"/>
                  </a:ext>
                </a:extLst>
              </p14:cNvPr>
              <p14:cNvContentPartPr/>
              <p14:nvPr/>
            </p14:nvContentPartPr>
            <p14:xfrm>
              <a:off x="1832544" y="664056"/>
              <a:ext cx="100800" cy="921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657B5E5-B0FB-D426-765F-2057592D6CA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823544" y="655416"/>
                <a:ext cx="11844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8318D21-D58E-4C5B-1570-1E4FDFE74128}"/>
                  </a:ext>
                </a:extLst>
              </p14:cNvPr>
              <p14:cNvContentPartPr/>
              <p14:nvPr/>
            </p14:nvContentPartPr>
            <p14:xfrm>
              <a:off x="1990944" y="689616"/>
              <a:ext cx="15120" cy="612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8318D21-D58E-4C5B-1570-1E4FDFE7412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981944" y="680976"/>
                <a:ext cx="3276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B175D11-25E6-3730-0D6C-02CAD247D18E}"/>
                  </a:ext>
                </a:extLst>
              </p14:cNvPr>
              <p14:cNvContentPartPr/>
              <p14:nvPr/>
            </p14:nvContentPartPr>
            <p14:xfrm>
              <a:off x="2022624" y="599616"/>
              <a:ext cx="32040" cy="43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B175D11-25E6-3730-0D6C-02CAD247D18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013624" y="590616"/>
                <a:ext cx="496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DF1E88C-E604-5E7A-FD07-354F2413FA47}"/>
                  </a:ext>
                </a:extLst>
              </p14:cNvPr>
              <p14:cNvContentPartPr/>
              <p14:nvPr/>
            </p14:nvContentPartPr>
            <p14:xfrm>
              <a:off x="2115144" y="554616"/>
              <a:ext cx="68760" cy="1573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DF1E88C-E604-5E7A-FD07-354F2413FA4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106504" y="545976"/>
                <a:ext cx="8640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8F0F109-9CBE-AB6E-91E4-1808E9683313}"/>
                  </a:ext>
                </a:extLst>
              </p14:cNvPr>
              <p14:cNvContentPartPr/>
              <p14:nvPr/>
            </p14:nvContentPartPr>
            <p14:xfrm>
              <a:off x="2085984" y="668376"/>
              <a:ext cx="114840" cy="118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8F0F109-9CBE-AB6E-91E4-1808E968331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077344" y="659736"/>
                <a:ext cx="13248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B884882-2FF8-4EEF-3206-C5FA8532B5E0}"/>
                  </a:ext>
                </a:extLst>
              </p14:cNvPr>
              <p14:cNvContentPartPr/>
              <p14:nvPr/>
            </p14:nvContentPartPr>
            <p14:xfrm>
              <a:off x="2246904" y="658656"/>
              <a:ext cx="73440" cy="385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B884882-2FF8-4EEF-3206-C5FA8532B5E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238264" y="650016"/>
                <a:ext cx="910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7684F93-FA73-A197-B89E-504BE34A2B16}"/>
                  </a:ext>
                </a:extLst>
              </p14:cNvPr>
              <p14:cNvContentPartPr/>
              <p14:nvPr/>
            </p14:nvContentPartPr>
            <p14:xfrm>
              <a:off x="2281104" y="638496"/>
              <a:ext cx="75600" cy="1652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7684F93-FA73-A197-B89E-504BE34A2B1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272104" y="629496"/>
                <a:ext cx="932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141F5F1-8FF0-84B7-F09A-32FEAE82338E}"/>
                  </a:ext>
                </a:extLst>
              </p14:cNvPr>
              <p14:cNvContentPartPr/>
              <p14:nvPr/>
            </p14:nvContentPartPr>
            <p14:xfrm>
              <a:off x="1215504" y="959616"/>
              <a:ext cx="4423320" cy="2620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141F5F1-8FF0-84B7-F09A-32FEAE82338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206864" y="950976"/>
                <a:ext cx="44409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5ADD846-138F-F18B-A037-6EA257D36209}"/>
                  </a:ext>
                </a:extLst>
              </p14:cNvPr>
              <p14:cNvContentPartPr/>
              <p14:nvPr/>
            </p14:nvContentPartPr>
            <p14:xfrm>
              <a:off x="1772784" y="934416"/>
              <a:ext cx="115920" cy="192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5ADD846-138F-F18B-A037-6EA257D3620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763784" y="925416"/>
                <a:ext cx="13356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D599C96-897E-8079-3268-02066545F528}"/>
                  </a:ext>
                </a:extLst>
              </p14:cNvPr>
              <p14:cNvContentPartPr/>
              <p14:nvPr/>
            </p14:nvContentPartPr>
            <p14:xfrm>
              <a:off x="1808064" y="1001736"/>
              <a:ext cx="134640" cy="36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D599C96-897E-8079-3268-02066545F52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799064" y="993096"/>
                <a:ext cx="15228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193B069-5074-18B1-BC91-1EDA40CDDCAC}"/>
                  </a:ext>
                </a:extLst>
              </p14:cNvPr>
              <p14:cNvContentPartPr/>
              <p14:nvPr/>
            </p14:nvContentPartPr>
            <p14:xfrm>
              <a:off x="1249704" y="1465056"/>
              <a:ext cx="4267440" cy="1825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193B069-5074-18B1-BC91-1EDA40CDDCA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40704" y="1456056"/>
                <a:ext cx="42850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298979A-EDBD-6EFC-6F18-94FA9EF4A487}"/>
                  </a:ext>
                </a:extLst>
              </p14:cNvPr>
              <p14:cNvContentPartPr/>
              <p14:nvPr/>
            </p14:nvContentPartPr>
            <p14:xfrm>
              <a:off x="1884744" y="1289376"/>
              <a:ext cx="99000" cy="1602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298979A-EDBD-6EFC-6F18-94FA9EF4A48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875744" y="1280736"/>
                <a:ext cx="1166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B467999-0A68-D125-8972-E5D95D982304}"/>
                  </a:ext>
                </a:extLst>
              </p14:cNvPr>
              <p14:cNvContentPartPr/>
              <p14:nvPr/>
            </p14:nvContentPartPr>
            <p14:xfrm>
              <a:off x="1261944" y="1947816"/>
              <a:ext cx="4530600" cy="1756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B467999-0A68-D125-8972-E5D95D98230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252944" y="1939176"/>
                <a:ext cx="454824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53FC8B1-E118-F765-9007-161ED0823759}"/>
                  </a:ext>
                </a:extLst>
              </p14:cNvPr>
              <p14:cNvContentPartPr/>
              <p14:nvPr/>
            </p14:nvContentPartPr>
            <p14:xfrm>
              <a:off x="1934784" y="1758096"/>
              <a:ext cx="161640" cy="1191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53FC8B1-E118-F765-9007-161ED082375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926144" y="1749456"/>
                <a:ext cx="1792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5DB246D-87AB-4D1D-48C3-6CA470F06047}"/>
                  </a:ext>
                </a:extLst>
              </p14:cNvPr>
              <p14:cNvContentPartPr/>
              <p14:nvPr/>
            </p14:nvContentPartPr>
            <p14:xfrm>
              <a:off x="1269144" y="2382696"/>
              <a:ext cx="4597200" cy="1353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5DB246D-87AB-4D1D-48C3-6CA470F0604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260504" y="2373696"/>
                <a:ext cx="461484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73BA0CC-DD6A-C988-49D2-C55CC0B018B4}"/>
                  </a:ext>
                </a:extLst>
              </p14:cNvPr>
              <p14:cNvContentPartPr/>
              <p14:nvPr/>
            </p14:nvContentPartPr>
            <p14:xfrm>
              <a:off x="2037384" y="2225736"/>
              <a:ext cx="360" cy="856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73BA0CC-DD6A-C988-49D2-C55CC0B018B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028384" y="2217096"/>
                <a:ext cx="180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111BB21-5166-9E31-3CDC-D22D83C5C205}"/>
                  </a:ext>
                </a:extLst>
              </p14:cNvPr>
              <p14:cNvContentPartPr/>
              <p14:nvPr/>
            </p14:nvContentPartPr>
            <p14:xfrm>
              <a:off x="1966464" y="2190816"/>
              <a:ext cx="190800" cy="1785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111BB21-5166-9E31-3CDC-D22D83C5C20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957824" y="2181816"/>
                <a:ext cx="20844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55E240F-680C-6023-37E7-04488AA0AAD7}"/>
                  </a:ext>
                </a:extLst>
              </p14:cNvPr>
              <p14:cNvContentPartPr/>
              <p14:nvPr/>
            </p14:nvContentPartPr>
            <p14:xfrm>
              <a:off x="1298304" y="2825856"/>
              <a:ext cx="4664160" cy="1681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55E240F-680C-6023-37E7-04488AA0AAD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289664" y="2817216"/>
                <a:ext cx="46818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24C5565-626F-2CF9-8E22-4F04EDCA8B72}"/>
                  </a:ext>
                </a:extLst>
              </p14:cNvPr>
              <p14:cNvContentPartPr/>
              <p14:nvPr/>
            </p14:nvContentPartPr>
            <p14:xfrm>
              <a:off x="1995624" y="2656656"/>
              <a:ext cx="197280" cy="1112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24C5565-626F-2CF9-8E22-4F04EDCA8B7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986984" y="2648016"/>
                <a:ext cx="21492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2DDF0A7-75D1-75EA-B89D-CA8FAE6E5A25}"/>
                  </a:ext>
                </a:extLst>
              </p14:cNvPr>
              <p14:cNvContentPartPr/>
              <p14:nvPr/>
            </p14:nvContentPartPr>
            <p14:xfrm>
              <a:off x="2073744" y="2614176"/>
              <a:ext cx="180360" cy="140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2DDF0A7-75D1-75EA-B89D-CA8FAE6E5A2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064744" y="2605536"/>
                <a:ext cx="1980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3294942-CEAD-6720-6971-A0C46DFC2B8A}"/>
                  </a:ext>
                </a:extLst>
              </p14:cNvPr>
              <p14:cNvContentPartPr/>
              <p14:nvPr/>
            </p14:nvContentPartPr>
            <p14:xfrm>
              <a:off x="2061504" y="2685816"/>
              <a:ext cx="107280" cy="54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3294942-CEAD-6720-6971-A0C46DFC2B8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052864" y="2676816"/>
                <a:ext cx="12492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FF575EC-4BD6-8D5F-4B8C-F4C995116A4E}"/>
                  </a:ext>
                </a:extLst>
              </p14:cNvPr>
              <p14:cNvContentPartPr/>
              <p14:nvPr/>
            </p14:nvContentPartPr>
            <p14:xfrm>
              <a:off x="3868344" y="450576"/>
              <a:ext cx="502560" cy="42030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FF575EC-4BD6-8D5F-4B8C-F4C995116A4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859704" y="441936"/>
                <a:ext cx="520200" cy="42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DC53D1A-6D9A-03C2-F6A7-1E02B3D5AC86}"/>
                  </a:ext>
                </a:extLst>
              </p14:cNvPr>
              <p14:cNvContentPartPr/>
              <p14:nvPr/>
            </p14:nvContentPartPr>
            <p14:xfrm>
              <a:off x="5233824" y="359856"/>
              <a:ext cx="1687680" cy="252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DC53D1A-6D9A-03C2-F6A7-1E02B3D5AC8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224824" y="350856"/>
                <a:ext cx="17053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9B0AB63-CC1F-1080-6B1F-7DFD2F65E23F}"/>
                  </a:ext>
                </a:extLst>
              </p14:cNvPr>
              <p14:cNvContentPartPr/>
              <p14:nvPr/>
            </p14:nvContentPartPr>
            <p14:xfrm>
              <a:off x="5211864" y="598536"/>
              <a:ext cx="1731600" cy="752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9B0AB63-CC1F-1080-6B1F-7DFD2F65E23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203224" y="589896"/>
                <a:ext cx="17492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0291E16-132D-2538-DF15-43EFCD9B1DA6}"/>
                  </a:ext>
                </a:extLst>
              </p14:cNvPr>
              <p14:cNvContentPartPr/>
              <p14:nvPr/>
            </p14:nvContentPartPr>
            <p14:xfrm>
              <a:off x="5589864" y="898056"/>
              <a:ext cx="1510560" cy="748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0291E16-132D-2538-DF15-43EFCD9B1DA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580864" y="889416"/>
                <a:ext cx="152820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35B4B96-7C56-942E-6EFB-5B544C222F40}"/>
                  </a:ext>
                </a:extLst>
              </p14:cNvPr>
              <p14:cNvContentPartPr/>
              <p14:nvPr/>
            </p14:nvContentPartPr>
            <p14:xfrm>
              <a:off x="5409504" y="1436616"/>
              <a:ext cx="1690560" cy="684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35B4B96-7C56-942E-6EFB-5B544C222F4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400504" y="1427976"/>
                <a:ext cx="17082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24D4D83-8BC5-B25C-2D1A-FC1B06482129}"/>
                  </a:ext>
                </a:extLst>
              </p14:cNvPr>
              <p14:cNvContentPartPr/>
              <p14:nvPr/>
            </p14:nvContentPartPr>
            <p14:xfrm>
              <a:off x="5785704" y="1903536"/>
              <a:ext cx="1300320" cy="885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24D4D83-8BC5-B25C-2D1A-FC1B0648212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776704" y="1894536"/>
                <a:ext cx="13179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6F521B1-6019-912D-073D-AA3DEB6EB816}"/>
                  </a:ext>
                </a:extLst>
              </p14:cNvPr>
              <p14:cNvContentPartPr/>
              <p14:nvPr/>
            </p14:nvContentPartPr>
            <p14:xfrm>
              <a:off x="5836104" y="2399616"/>
              <a:ext cx="10080" cy="100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6F521B1-6019-912D-073D-AA3DEB6EB81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827104" y="2390976"/>
                <a:ext cx="2772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679087B-6993-C01F-424C-C0CF87AC3E44}"/>
                  </a:ext>
                </a:extLst>
              </p14:cNvPr>
              <p14:cNvContentPartPr/>
              <p14:nvPr/>
            </p14:nvContentPartPr>
            <p14:xfrm>
              <a:off x="5826384" y="2296296"/>
              <a:ext cx="1427400" cy="1134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679087B-6993-C01F-424C-C0CF87AC3E4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817384" y="2287296"/>
                <a:ext cx="144504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165A497-C6E4-801D-5AC6-38738C69C9E6}"/>
                  </a:ext>
                </a:extLst>
              </p14:cNvPr>
              <p14:cNvContentPartPr/>
              <p14:nvPr/>
            </p14:nvContentPartPr>
            <p14:xfrm>
              <a:off x="5955624" y="2834496"/>
              <a:ext cx="1207800" cy="676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165A497-C6E4-801D-5AC6-38738C69C9E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946624" y="2825496"/>
                <a:ext cx="12254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C09ABEE-D145-F6D9-7CB0-A7C7ADF30E0B}"/>
                  </a:ext>
                </a:extLst>
              </p14:cNvPr>
              <p14:cNvContentPartPr/>
              <p14:nvPr/>
            </p14:nvContentPartPr>
            <p14:xfrm>
              <a:off x="5562864" y="355536"/>
              <a:ext cx="306360" cy="41994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C09ABEE-D145-F6D9-7CB0-A7C7ADF30E0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554224" y="346896"/>
                <a:ext cx="324000" cy="421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C844365-D3F2-FDE7-0DC3-B7B319F7D928}"/>
                  </a:ext>
                </a:extLst>
              </p14:cNvPr>
              <p14:cNvContentPartPr/>
              <p14:nvPr/>
            </p14:nvContentPartPr>
            <p14:xfrm>
              <a:off x="6918624" y="331416"/>
              <a:ext cx="461160" cy="313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C844365-D3F2-FDE7-0DC3-B7B319F7D92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909984" y="322416"/>
                <a:ext cx="4788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948E9C2-23B2-1783-31A3-8C4BA96838EC}"/>
                  </a:ext>
                </a:extLst>
              </p14:cNvPr>
              <p14:cNvContentPartPr/>
              <p14:nvPr/>
            </p14:nvContentPartPr>
            <p14:xfrm>
              <a:off x="6930864" y="643176"/>
              <a:ext cx="587880" cy="144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948E9C2-23B2-1783-31A3-8C4BA96838E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922224" y="634536"/>
                <a:ext cx="6055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BA25BD7-4BBE-75A6-15ED-740C14844642}"/>
                  </a:ext>
                </a:extLst>
              </p14:cNvPr>
              <p14:cNvContentPartPr/>
              <p14:nvPr/>
            </p14:nvContentPartPr>
            <p14:xfrm>
              <a:off x="7118784" y="901656"/>
              <a:ext cx="389160" cy="19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BA25BD7-4BBE-75A6-15ED-740C1484464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109784" y="893016"/>
                <a:ext cx="4068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A392F80-5138-66BA-E8D3-64C58926BB56}"/>
                  </a:ext>
                </a:extLst>
              </p14:cNvPr>
              <p14:cNvContentPartPr/>
              <p14:nvPr/>
            </p14:nvContentPartPr>
            <p14:xfrm>
              <a:off x="7062624" y="1469016"/>
              <a:ext cx="412920" cy="392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A392F80-5138-66BA-E8D3-64C58926BB5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053624" y="1460016"/>
                <a:ext cx="4305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9BD5A9D-C53E-DD9B-813E-2E1E859000BF}"/>
                  </a:ext>
                </a:extLst>
              </p14:cNvPr>
              <p14:cNvContentPartPr/>
              <p14:nvPr/>
            </p14:nvContentPartPr>
            <p14:xfrm>
              <a:off x="7067304" y="1872216"/>
              <a:ext cx="444240" cy="475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9BD5A9D-C53E-DD9B-813E-2E1E859000B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058664" y="1863216"/>
                <a:ext cx="4618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E532512-0FB5-DDFF-73A9-8433D59E41D8}"/>
                  </a:ext>
                </a:extLst>
              </p14:cNvPr>
              <p14:cNvContentPartPr/>
              <p14:nvPr/>
            </p14:nvContentPartPr>
            <p14:xfrm>
              <a:off x="7214184" y="2241216"/>
              <a:ext cx="392400" cy="687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E532512-0FB5-DDFF-73A9-8433D59E41D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205544" y="2232216"/>
                <a:ext cx="4100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18526A7-0287-9FE6-D3F4-92712E74573D}"/>
                  </a:ext>
                </a:extLst>
              </p14:cNvPr>
              <p14:cNvContentPartPr/>
              <p14:nvPr/>
            </p14:nvContentPartPr>
            <p14:xfrm>
              <a:off x="7140744" y="2824056"/>
              <a:ext cx="345960" cy="248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18526A7-0287-9FE6-D3F4-92712E74573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131744" y="2815056"/>
                <a:ext cx="3636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0F788E0-3F1E-8ECD-5B3C-D686C3757B61}"/>
                  </a:ext>
                </a:extLst>
              </p14:cNvPr>
              <p14:cNvContentPartPr/>
              <p14:nvPr/>
            </p14:nvContentPartPr>
            <p14:xfrm>
              <a:off x="3044304" y="605376"/>
              <a:ext cx="68760" cy="1245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0F788E0-3F1E-8ECD-5B3C-D686C3757B6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035304" y="596736"/>
                <a:ext cx="864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79EA18F-65B3-5B50-51B4-20EFAC79C41C}"/>
                  </a:ext>
                </a:extLst>
              </p14:cNvPr>
              <p14:cNvContentPartPr/>
              <p14:nvPr/>
            </p14:nvContentPartPr>
            <p14:xfrm>
              <a:off x="3149784" y="668376"/>
              <a:ext cx="36360" cy="1378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79EA18F-65B3-5B50-51B4-20EFAC79C41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140784" y="659736"/>
                <a:ext cx="5400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2AF3614-9FD9-EA64-EE91-AED9EAB0A7F8}"/>
                  </a:ext>
                </a:extLst>
              </p14:cNvPr>
              <p14:cNvContentPartPr/>
              <p14:nvPr/>
            </p14:nvContentPartPr>
            <p14:xfrm>
              <a:off x="3191904" y="595296"/>
              <a:ext cx="62640" cy="10044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2AF3614-9FD9-EA64-EE91-AED9EAB0A7F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183264" y="586656"/>
                <a:ext cx="802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1CC6997-F8EF-7EAD-6AFF-E78B74773252}"/>
                  </a:ext>
                </a:extLst>
              </p14:cNvPr>
              <p14:cNvContentPartPr/>
              <p14:nvPr/>
            </p14:nvContentPartPr>
            <p14:xfrm>
              <a:off x="3300264" y="547416"/>
              <a:ext cx="73440" cy="1645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1CC6997-F8EF-7EAD-6AFF-E78B7477325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291624" y="538776"/>
                <a:ext cx="910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0D3F457-EDCA-03B3-50B9-D3E820787CF6}"/>
                  </a:ext>
                </a:extLst>
              </p14:cNvPr>
              <p14:cNvContentPartPr/>
              <p14:nvPr/>
            </p14:nvContentPartPr>
            <p14:xfrm>
              <a:off x="3307464" y="625176"/>
              <a:ext cx="88200" cy="421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0D3F457-EDCA-03B3-50B9-D3E820787CF6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298824" y="616176"/>
                <a:ext cx="1058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34095DA-7298-BC6B-E9EF-C4BEE9F4F2D8}"/>
                  </a:ext>
                </a:extLst>
              </p14:cNvPr>
              <p14:cNvContentPartPr/>
              <p14:nvPr/>
            </p14:nvContentPartPr>
            <p14:xfrm>
              <a:off x="3441744" y="531216"/>
              <a:ext cx="17280" cy="644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34095DA-7298-BC6B-E9EF-C4BEE9F4F2D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432744" y="522216"/>
                <a:ext cx="349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7F133D7-C2C9-87BA-3D71-24FC4CB8B77F}"/>
                  </a:ext>
                </a:extLst>
              </p14:cNvPr>
              <p14:cNvContentPartPr/>
              <p14:nvPr/>
            </p14:nvContentPartPr>
            <p14:xfrm>
              <a:off x="3456144" y="618336"/>
              <a:ext cx="154080" cy="572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7F133D7-C2C9-87BA-3D71-24FC4CB8B77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447504" y="609696"/>
                <a:ext cx="17172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9CDD368-4B9B-EB65-25EC-95407CB0507A}"/>
                  </a:ext>
                </a:extLst>
              </p14:cNvPr>
              <p14:cNvContentPartPr/>
              <p14:nvPr/>
            </p14:nvContentPartPr>
            <p14:xfrm>
              <a:off x="3663504" y="622296"/>
              <a:ext cx="19800" cy="392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9CDD368-4B9B-EB65-25EC-95407CB0507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654864" y="613296"/>
                <a:ext cx="374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D121E88-BDEA-31B9-ACF9-259256FE32E4}"/>
                  </a:ext>
                </a:extLst>
              </p14:cNvPr>
              <p14:cNvContentPartPr/>
              <p14:nvPr/>
            </p14:nvContentPartPr>
            <p14:xfrm>
              <a:off x="3724704" y="511776"/>
              <a:ext cx="5400" cy="741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D121E88-BDEA-31B9-ACF9-259256FE32E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715704" y="502776"/>
                <a:ext cx="2304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1A4672F-9283-A5FA-3837-F01F0437BC71}"/>
                  </a:ext>
                </a:extLst>
              </p14:cNvPr>
              <p14:cNvContentPartPr/>
              <p14:nvPr/>
            </p14:nvContentPartPr>
            <p14:xfrm>
              <a:off x="3711744" y="600336"/>
              <a:ext cx="81360" cy="961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1A4672F-9283-A5FA-3837-F01F0437BC7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703104" y="591336"/>
                <a:ext cx="990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86593F8-6A3B-BCDB-ADC2-B31CEFD033AA}"/>
                  </a:ext>
                </a:extLst>
              </p14:cNvPr>
              <p14:cNvContentPartPr/>
              <p14:nvPr/>
            </p14:nvContentPartPr>
            <p14:xfrm>
              <a:off x="3807504" y="500976"/>
              <a:ext cx="70920" cy="1807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86593F8-6A3B-BCDB-ADC2-B31CEFD033AA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798504" y="492336"/>
                <a:ext cx="8856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A89297D-11F2-2946-35A9-06BA2E840B20}"/>
                  </a:ext>
                </a:extLst>
              </p14:cNvPr>
              <p14:cNvContentPartPr/>
              <p14:nvPr/>
            </p14:nvContentPartPr>
            <p14:xfrm>
              <a:off x="3799944" y="616896"/>
              <a:ext cx="86400" cy="6444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A89297D-11F2-2946-35A9-06BA2E840B2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791304" y="607896"/>
                <a:ext cx="1040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908362B-024B-C6B0-525E-AF1015CA4FD4}"/>
                  </a:ext>
                </a:extLst>
              </p14:cNvPr>
              <p14:cNvContentPartPr/>
              <p14:nvPr/>
            </p14:nvContentPartPr>
            <p14:xfrm>
              <a:off x="3902544" y="566856"/>
              <a:ext cx="12600" cy="385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908362B-024B-C6B0-525E-AF1015CA4FD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893544" y="558216"/>
                <a:ext cx="302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847FCFC-A7FE-D354-2751-69C41316E138}"/>
                  </a:ext>
                </a:extLst>
              </p14:cNvPr>
              <p14:cNvContentPartPr/>
              <p14:nvPr/>
            </p14:nvContentPartPr>
            <p14:xfrm>
              <a:off x="3919464" y="621576"/>
              <a:ext cx="41760" cy="752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847FCFC-A7FE-D354-2751-69C41316E138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910824" y="612576"/>
                <a:ext cx="594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0275E45A-7E8E-C497-471D-CCC1121C740E}"/>
                  </a:ext>
                </a:extLst>
              </p14:cNvPr>
              <p14:cNvContentPartPr/>
              <p14:nvPr/>
            </p14:nvContentPartPr>
            <p14:xfrm>
              <a:off x="4153824" y="502416"/>
              <a:ext cx="60840" cy="1598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0275E45A-7E8E-C497-471D-CCC1121C740E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144824" y="493776"/>
                <a:ext cx="7848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2F4DCC8-86E5-7E57-943D-AC987BC93F51}"/>
                  </a:ext>
                </a:extLst>
              </p14:cNvPr>
              <p14:cNvContentPartPr/>
              <p14:nvPr/>
            </p14:nvContentPartPr>
            <p14:xfrm>
              <a:off x="4182984" y="585576"/>
              <a:ext cx="41760" cy="43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2F4DCC8-86E5-7E57-943D-AC987BC93F51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173984" y="576936"/>
                <a:ext cx="594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FCD9BF9-857F-72DA-2E2A-31B83079F3F5}"/>
                  </a:ext>
                </a:extLst>
              </p14:cNvPr>
              <p14:cNvContentPartPr/>
              <p14:nvPr/>
            </p14:nvContentPartPr>
            <p14:xfrm>
              <a:off x="4529304" y="688176"/>
              <a:ext cx="360" cy="3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FCD9BF9-857F-72DA-2E2A-31B83079F3F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4520304" y="6791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7ADA009-8A85-0380-1D57-067754F7F8B9}"/>
                  </a:ext>
                </a:extLst>
              </p14:cNvPr>
              <p14:cNvContentPartPr/>
              <p14:nvPr/>
            </p14:nvContentPartPr>
            <p14:xfrm>
              <a:off x="4529304" y="454536"/>
              <a:ext cx="353880" cy="2336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7ADA009-8A85-0380-1D57-067754F7F8B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520304" y="445896"/>
                <a:ext cx="37152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7177DC1-47C3-9CCC-E580-62E2FD16A8B5}"/>
                  </a:ext>
                </a:extLst>
              </p14:cNvPr>
              <p14:cNvContentPartPr/>
              <p14:nvPr/>
            </p14:nvContentPartPr>
            <p14:xfrm>
              <a:off x="6391944" y="428976"/>
              <a:ext cx="24840" cy="1371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7177DC1-47C3-9CCC-E580-62E2FD16A8B5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383304" y="419976"/>
                <a:ext cx="4248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0A5E4B05-5AD1-3489-DA67-ABC099DE0C46}"/>
                  </a:ext>
                </a:extLst>
              </p14:cNvPr>
              <p14:cNvContentPartPr/>
              <p14:nvPr/>
            </p14:nvContentPartPr>
            <p14:xfrm>
              <a:off x="6411384" y="402696"/>
              <a:ext cx="115560" cy="1612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0A5E4B05-5AD1-3489-DA67-ABC099DE0C4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402744" y="394056"/>
                <a:ext cx="1332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078FF5B-2999-9347-5BFF-F229B2308C48}"/>
                  </a:ext>
                </a:extLst>
              </p14:cNvPr>
              <p14:cNvContentPartPr/>
              <p14:nvPr/>
            </p14:nvContentPartPr>
            <p14:xfrm>
              <a:off x="3370824" y="915696"/>
              <a:ext cx="360" cy="28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078FF5B-2999-9347-5BFF-F229B2308C4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362184" y="906696"/>
                <a:ext cx="1800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37623C8C-429C-EF95-5969-00EF810A3C35}"/>
                  </a:ext>
                </a:extLst>
              </p14:cNvPr>
              <p14:cNvContentPartPr/>
              <p14:nvPr/>
            </p14:nvContentPartPr>
            <p14:xfrm>
              <a:off x="3351384" y="887976"/>
              <a:ext cx="192960" cy="864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37623C8C-429C-EF95-5969-00EF810A3C35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3342744" y="878976"/>
                <a:ext cx="2106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56EB8D07-7C32-60C6-9B9B-E9E53854534C}"/>
                  </a:ext>
                </a:extLst>
              </p14:cNvPr>
              <p14:cNvContentPartPr/>
              <p14:nvPr/>
            </p14:nvContentPartPr>
            <p14:xfrm>
              <a:off x="3424464" y="915696"/>
              <a:ext cx="63720" cy="1522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56EB8D07-7C32-60C6-9B9B-E9E53854534C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3415824" y="906696"/>
                <a:ext cx="813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A74DACC1-454D-1EFB-AF6E-A0E62DA8D001}"/>
                  </a:ext>
                </a:extLst>
              </p14:cNvPr>
              <p14:cNvContentPartPr/>
              <p14:nvPr/>
            </p14:nvContentPartPr>
            <p14:xfrm>
              <a:off x="3395304" y="1255896"/>
              <a:ext cx="78480" cy="1429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A74DACC1-454D-1EFB-AF6E-A0E62DA8D001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3386304" y="1246896"/>
                <a:ext cx="961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80A224C-8F17-4F33-42B7-2C7F47761185}"/>
                  </a:ext>
                </a:extLst>
              </p14:cNvPr>
              <p14:cNvContentPartPr/>
              <p14:nvPr/>
            </p14:nvContentPartPr>
            <p14:xfrm>
              <a:off x="3417264" y="1660176"/>
              <a:ext cx="88920" cy="2732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80A224C-8F17-4F33-42B7-2C7F47761185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3408624" y="1651176"/>
                <a:ext cx="10656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F8259E8-F665-AAD6-8A6F-1CB3ED322556}"/>
                  </a:ext>
                </a:extLst>
              </p14:cNvPr>
              <p14:cNvContentPartPr/>
              <p14:nvPr/>
            </p14:nvContentPartPr>
            <p14:xfrm>
              <a:off x="3417264" y="1772136"/>
              <a:ext cx="244080" cy="644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F8259E8-F665-AAD6-8A6F-1CB3ED322556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3408624" y="1763496"/>
                <a:ext cx="2617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9D649693-57CB-8BD1-0A25-32CBE98F63A5}"/>
                  </a:ext>
                </a:extLst>
              </p14:cNvPr>
              <p14:cNvContentPartPr/>
              <p14:nvPr/>
            </p14:nvContentPartPr>
            <p14:xfrm>
              <a:off x="3429144" y="2123136"/>
              <a:ext cx="108720" cy="2131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9D649693-57CB-8BD1-0A25-32CBE98F63A5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3420504" y="2114136"/>
                <a:ext cx="1263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44398BD0-2E8F-2EC2-4C4D-010C8BB4AE84}"/>
                  </a:ext>
                </a:extLst>
              </p14:cNvPr>
              <p14:cNvContentPartPr/>
              <p14:nvPr/>
            </p14:nvContentPartPr>
            <p14:xfrm>
              <a:off x="3436704" y="2594736"/>
              <a:ext cx="170640" cy="1306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44398BD0-2E8F-2EC2-4C4D-010C8BB4AE84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3428064" y="2586096"/>
                <a:ext cx="1882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BA94EF4-2209-DD1E-10EB-04128223DD48}"/>
                  </a:ext>
                </a:extLst>
              </p14:cNvPr>
              <p14:cNvContentPartPr/>
              <p14:nvPr/>
            </p14:nvContentPartPr>
            <p14:xfrm>
              <a:off x="6433344" y="667656"/>
              <a:ext cx="144360" cy="19512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BA94EF4-2209-DD1E-10EB-04128223DD48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6424704" y="659016"/>
                <a:ext cx="1620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1D679D6C-6515-51AD-A975-6553E736089B}"/>
                  </a:ext>
                </a:extLst>
              </p14:cNvPr>
              <p14:cNvContentPartPr/>
              <p14:nvPr/>
            </p14:nvContentPartPr>
            <p14:xfrm>
              <a:off x="6492024" y="1200096"/>
              <a:ext cx="44280" cy="1486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1D679D6C-6515-51AD-A975-6553E736089B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6483024" y="1191096"/>
                <a:ext cx="6192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5EC08EC6-BCBE-9D30-0032-A8A285E5B645}"/>
                  </a:ext>
                </a:extLst>
              </p14:cNvPr>
              <p14:cNvContentPartPr/>
              <p14:nvPr/>
            </p14:nvContentPartPr>
            <p14:xfrm>
              <a:off x="6624864" y="1158336"/>
              <a:ext cx="83160" cy="1321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5EC08EC6-BCBE-9D30-0032-A8A285E5B645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6616224" y="1149696"/>
                <a:ext cx="10080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CDECCA02-FC11-BBFC-86AD-58CC60BC153B}"/>
                  </a:ext>
                </a:extLst>
              </p14:cNvPr>
              <p14:cNvContentPartPr/>
              <p14:nvPr/>
            </p14:nvContentPartPr>
            <p14:xfrm>
              <a:off x="6552864" y="1702656"/>
              <a:ext cx="24840" cy="1479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CDECCA02-FC11-BBFC-86AD-58CC60BC153B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6544224" y="1694016"/>
                <a:ext cx="4248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E0E0F95A-5096-4F21-E6BD-90E42BC38207}"/>
                  </a:ext>
                </a:extLst>
              </p14:cNvPr>
              <p14:cNvContentPartPr/>
              <p14:nvPr/>
            </p14:nvContentPartPr>
            <p14:xfrm>
              <a:off x="6650424" y="1671336"/>
              <a:ext cx="83160" cy="1501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E0E0F95A-5096-4F21-E6BD-90E42BC38207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6641424" y="1662696"/>
                <a:ext cx="1008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600B606-D4AD-01BE-BBC7-31B2330D1408}"/>
                  </a:ext>
                </a:extLst>
              </p14:cNvPr>
              <p14:cNvContentPartPr/>
              <p14:nvPr/>
            </p14:nvContentPartPr>
            <p14:xfrm>
              <a:off x="6552864" y="2087856"/>
              <a:ext cx="114840" cy="1627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600B606-D4AD-01BE-BBC7-31B2330D1408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6544224" y="2078856"/>
                <a:ext cx="13248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318E0F5E-DF15-C698-A2FC-EF52FD3048B3}"/>
                  </a:ext>
                </a:extLst>
              </p14:cNvPr>
              <p14:cNvContentPartPr/>
              <p14:nvPr/>
            </p14:nvContentPartPr>
            <p14:xfrm>
              <a:off x="6614064" y="2059056"/>
              <a:ext cx="168480" cy="28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318E0F5E-DF15-C698-A2FC-EF52FD3048B3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6605064" y="2050416"/>
                <a:ext cx="1861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F30A310A-828B-88B6-3C82-1FC94543F2EE}"/>
                  </a:ext>
                </a:extLst>
              </p14:cNvPr>
              <p14:cNvContentPartPr/>
              <p14:nvPr/>
            </p14:nvContentPartPr>
            <p14:xfrm>
              <a:off x="6545664" y="2592936"/>
              <a:ext cx="89640" cy="1378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F30A310A-828B-88B6-3C82-1FC94543F2EE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6536664" y="2583936"/>
                <a:ext cx="10728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E398D16-46B7-8A1B-1A60-3360CDF0E934}"/>
                  </a:ext>
                </a:extLst>
              </p14:cNvPr>
              <p14:cNvContentPartPr/>
              <p14:nvPr/>
            </p14:nvContentPartPr>
            <p14:xfrm>
              <a:off x="6618744" y="2526336"/>
              <a:ext cx="124560" cy="273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E398D16-46B7-8A1B-1A60-3360CDF0E934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6610104" y="2517696"/>
                <a:ext cx="1422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73BD396-44DA-0447-4D08-B932ECDCA88C}"/>
                  </a:ext>
                </a:extLst>
              </p14:cNvPr>
              <p14:cNvContentPartPr/>
              <p14:nvPr/>
            </p14:nvContentPartPr>
            <p14:xfrm>
              <a:off x="5026464" y="777456"/>
              <a:ext cx="76680" cy="1346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73BD396-44DA-0447-4D08-B932ECDCA88C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5017824" y="768456"/>
                <a:ext cx="943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0E94EE20-43E7-93AB-B2BE-F535BBEAA700}"/>
                  </a:ext>
                </a:extLst>
              </p14:cNvPr>
              <p14:cNvContentPartPr/>
              <p14:nvPr/>
            </p14:nvContentPartPr>
            <p14:xfrm>
              <a:off x="5063184" y="756216"/>
              <a:ext cx="141120" cy="288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0E94EE20-43E7-93AB-B2BE-F535BBEAA700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5054184" y="747216"/>
                <a:ext cx="15876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F713468F-2421-A1B7-C3CB-3A350D820D10}"/>
                  </a:ext>
                </a:extLst>
              </p14:cNvPr>
              <p14:cNvContentPartPr/>
              <p14:nvPr/>
            </p14:nvContentPartPr>
            <p14:xfrm>
              <a:off x="5014224" y="2130696"/>
              <a:ext cx="156240" cy="669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F713468F-2421-A1B7-C3CB-3A350D820D10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5005584" y="2121696"/>
                <a:ext cx="1738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CD46A597-120A-33EA-BA11-40509F5083E9}"/>
                  </a:ext>
                </a:extLst>
              </p14:cNvPr>
              <p14:cNvContentPartPr/>
              <p14:nvPr/>
            </p14:nvContentPartPr>
            <p14:xfrm>
              <a:off x="5107104" y="2142216"/>
              <a:ext cx="48960" cy="16092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CD46A597-120A-33EA-BA11-40509F5083E9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5098104" y="2133576"/>
                <a:ext cx="666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8132DD9D-A45B-1EF1-D220-C90FA8366708}"/>
                  </a:ext>
                </a:extLst>
              </p14:cNvPr>
              <p14:cNvContentPartPr/>
              <p14:nvPr/>
            </p14:nvContentPartPr>
            <p14:xfrm>
              <a:off x="5346144" y="2540376"/>
              <a:ext cx="160560" cy="1112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8132DD9D-A45B-1EF1-D220-C90FA8366708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5337144" y="2531376"/>
                <a:ext cx="17820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07E2493-11E7-EE77-561D-522FD651B742}"/>
                  </a:ext>
                </a:extLst>
              </p14:cNvPr>
              <p14:cNvContentPartPr/>
              <p14:nvPr/>
            </p14:nvContentPartPr>
            <p14:xfrm>
              <a:off x="5401944" y="2590776"/>
              <a:ext cx="73440" cy="1717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07E2493-11E7-EE77-561D-522FD651B742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5393304" y="2581776"/>
                <a:ext cx="910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E8E03578-1F9A-B18D-F450-A56546506813}"/>
                  </a:ext>
                </a:extLst>
              </p14:cNvPr>
              <p14:cNvContentPartPr/>
              <p14:nvPr/>
            </p14:nvContentPartPr>
            <p14:xfrm>
              <a:off x="7840224" y="711576"/>
              <a:ext cx="22320" cy="248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E8E03578-1F9A-B18D-F450-A56546506813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7831584" y="702936"/>
                <a:ext cx="39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830488A-9508-96C7-C457-19A572A6DB29}"/>
                  </a:ext>
                </a:extLst>
              </p14:cNvPr>
              <p14:cNvContentPartPr/>
              <p14:nvPr/>
            </p14:nvContentPartPr>
            <p14:xfrm>
              <a:off x="7862184" y="1175616"/>
              <a:ext cx="19800" cy="1080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830488A-9508-96C7-C457-19A572A6DB29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7853544" y="1166976"/>
                <a:ext cx="374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36056704-D387-5812-F574-491A7519775D}"/>
                  </a:ext>
                </a:extLst>
              </p14:cNvPr>
              <p14:cNvContentPartPr/>
              <p14:nvPr/>
            </p14:nvContentPartPr>
            <p14:xfrm>
              <a:off x="7857504" y="1698696"/>
              <a:ext cx="29520" cy="4788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36056704-D387-5812-F574-491A7519775D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7848504" y="1689696"/>
                <a:ext cx="471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40CDE101-7B5C-7141-F063-1457AFFE9C07}"/>
                  </a:ext>
                </a:extLst>
              </p14:cNvPr>
              <p14:cNvContentPartPr/>
              <p14:nvPr/>
            </p14:nvContentPartPr>
            <p14:xfrm>
              <a:off x="7845264" y="2101536"/>
              <a:ext cx="10080" cy="190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40CDE101-7B5C-7141-F063-1457AFFE9C07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7836264" y="2092536"/>
                <a:ext cx="277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21F38A7-CEFC-1C6D-2B4B-838689B74341}"/>
                  </a:ext>
                </a:extLst>
              </p14:cNvPr>
              <p14:cNvContentPartPr/>
              <p14:nvPr/>
            </p14:nvContentPartPr>
            <p14:xfrm>
              <a:off x="7842744" y="2532096"/>
              <a:ext cx="360" cy="36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21F38A7-CEFC-1C6D-2B4B-838689B74341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834104" y="2523456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D3A4E726-83FF-5B9F-19A3-9D6DF1C77FDF}"/>
                  </a:ext>
                </a:extLst>
              </p14:cNvPr>
              <p14:cNvContentPartPr/>
              <p14:nvPr/>
            </p14:nvContentPartPr>
            <p14:xfrm>
              <a:off x="7806744" y="689616"/>
              <a:ext cx="117000" cy="19368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D3A4E726-83FF-5B9F-19A3-9D6DF1C77FD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7798104" y="680976"/>
                <a:ext cx="1346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2FC7A02F-17C9-929D-8391-3589C9F6C275}"/>
                  </a:ext>
                </a:extLst>
              </p14:cNvPr>
              <p14:cNvContentPartPr/>
              <p14:nvPr/>
            </p14:nvContentPartPr>
            <p14:xfrm>
              <a:off x="7886664" y="684216"/>
              <a:ext cx="138240" cy="147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2FC7A02F-17C9-929D-8391-3589C9F6C275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878024" y="675576"/>
                <a:ext cx="1558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78738BC-B23A-28C3-6E91-9B7DD4533979}"/>
                  </a:ext>
                </a:extLst>
              </p14:cNvPr>
              <p14:cNvContentPartPr/>
              <p14:nvPr/>
            </p14:nvContentPartPr>
            <p14:xfrm>
              <a:off x="7851384" y="2026656"/>
              <a:ext cx="201600" cy="1249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78738BC-B23A-28C3-6E91-9B7DD4533979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7842384" y="2017656"/>
                <a:ext cx="21924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4C91C489-203C-4F5A-96FB-929D59DCD5A1}"/>
                  </a:ext>
                </a:extLst>
              </p14:cNvPr>
              <p14:cNvContentPartPr/>
              <p14:nvPr/>
            </p14:nvContentPartPr>
            <p14:xfrm>
              <a:off x="7933104" y="2082816"/>
              <a:ext cx="75960" cy="16452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4C91C489-203C-4F5A-96FB-929D59DCD5A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924104" y="2073816"/>
                <a:ext cx="9360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8D0DC62-B18C-B3A3-563B-383A2679C9A6}"/>
                  </a:ext>
                </a:extLst>
              </p14:cNvPr>
              <p14:cNvContentPartPr/>
              <p14:nvPr/>
            </p14:nvContentPartPr>
            <p14:xfrm>
              <a:off x="7789104" y="1111536"/>
              <a:ext cx="122400" cy="3056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8D0DC62-B18C-B3A3-563B-383A2679C9A6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7780464" y="1102536"/>
                <a:ext cx="1400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1C345827-F020-3AFB-C5DE-6B6D55706D7E}"/>
                  </a:ext>
                </a:extLst>
              </p14:cNvPr>
              <p14:cNvContentPartPr/>
              <p14:nvPr/>
            </p14:nvContentPartPr>
            <p14:xfrm>
              <a:off x="7807104" y="1544256"/>
              <a:ext cx="111240" cy="2912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1C345827-F020-3AFB-C5DE-6B6D55706D7E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7798464" y="1535256"/>
                <a:ext cx="12888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4F3A333E-80FD-3593-C586-3552F35BA937}"/>
                  </a:ext>
                </a:extLst>
              </p14:cNvPr>
              <p14:cNvContentPartPr/>
              <p14:nvPr/>
            </p14:nvContentPartPr>
            <p14:xfrm>
              <a:off x="8564544" y="2407536"/>
              <a:ext cx="726120" cy="1170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4F3A333E-80FD-3593-C586-3552F35BA937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8474544" y="2227536"/>
                <a:ext cx="905760" cy="47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49DE091-CAAB-BF7B-084F-5264EA3A0354}"/>
              </a:ext>
            </a:extLst>
          </p:cNvPr>
          <p:cNvGrpSpPr/>
          <p:nvPr/>
        </p:nvGrpSpPr>
        <p:grpSpPr>
          <a:xfrm>
            <a:off x="1817784" y="5327856"/>
            <a:ext cx="461160" cy="276480"/>
            <a:chOff x="1817784" y="5327856"/>
            <a:chExt cx="46116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0710DC3-592C-6E55-D37A-F532877DFA0C}"/>
                    </a:ext>
                  </a:extLst>
                </p14:cNvPr>
                <p14:cNvContentPartPr/>
                <p14:nvPr/>
              </p14:nvContentPartPr>
              <p14:xfrm>
                <a:off x="1817784" y="5327856"/>
                <a:ext cx="170640" cy="2764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0710DC3-592C-6E55-D37A-F532877DFA0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809144" y="5318856"/>
                  <a:ext cx="1882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38EA118-D37F-AAB0-9426-F2284263A56C}"/>
                    </a:ext>
                  </a:extLst>
                </p14:cNvPr>
                <p14:cNvContentPartPr/>
                <p14:nvPr/>
              </p14:nvContentPartPr>
              <p14:xfrm>
                <a:off x="1954224" y="5484816"/>
                <a:ext cx="132120" cy="921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38EA118-D37F-AAB0-9426-F2284263A56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945584" y="5475816"/>
                  <a:ext cx="1497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377BE58-56F7-9448-1992-EFC2F30D9D6E}"/>
                    </a:ext>
                  </a:extLst>
                </p14:cNvPr>
                <p14:cNvContentPartPr/>
                <p14:nvPr/>
              </p14:nvContentPartPr>
              <p14:xfrm>
                <a:off x="2149344" y="5437296"/>
                <a:ext cx="129600" cy="133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377BE58-56F7-9448-1992-EFC2F30D9D6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140704" y="5428656"/>
                  <a:ext cx="14724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12885481-0496-A6AB-4A44-0E48BF7E4D35}"/>
              </a:ext>
            </a:extLst>
          </p:cNvPr>
          <p:cNvGrpSpPr/>
          <p:nvPr/>
        </p:nvGrpSpPr>
        <p:grpSpPr>
          <a:xfrm>
            <a:off x="2600424" y="5389776"/>
            <a:ext cx="244080" cy="87480"/>
            <a:chOff x="2600424" y="5389776"/>
            <a:chExt cx="24408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695E89A-7524-CC37-827C-85A455F58188}"/>
                    </a:ext>
                  </a:extLst>
                </p14:cNvPr>
                <p14:cNvContentPartPr/>
                <p14:nvPr/>
              </p14:nvContentPartPr>
              <p14:xfrm>
                <a:off x="2600424" y="5389776"/>
                <a:ext cx="168480" cy="30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695E89A-7524-CC37-827C-85A455F5818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591784" y="5380776"/>
                  <a:ext cx="186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09C6940-57B9-D4C0-A90F-E79534EE0E05}"/>
                    </a:ext>
                  </a:extLst>
                </p14:cNvPr>
                <p14:cNvContentPartPr/>
                <p14:nvPr/>
              </p14:nvContentPartPr>
              <p14:xfrm>
                <a:off x="2634624" y="5446656"/>
                <a:ext cx="209880" cy="30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09C6940-57B9-D4C0-A90F-E79534EE0E0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625624" y="5437656"/>
                  <a:ext cx="22752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E1FB8581-14A6-8842-8590-A9F7CFA97D79}"/>
              </a:ext>
            </a:extLst>
          </p:cNvPr>
          <p:cNvGrpSpPr/>
          <p:nvPr/>
        </p:nvGrpSpPr>
        <p:grpSpPr>
          <a:xfrm>
            <a:off x="3152664" y="4815216"/>
            <a:ext cx="1703880" cy="887760"/>
            <a:chOff x="3152664" y="4815216"/>
            <a:chExt cx="1703880" cy="88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1578D46-0BB2-94A5-337A-67B115E45E55}"/>
                    </a:ext>
                  </a:extLst>
                </p14:cNvPr>
                <p14:cNvContentPartPr/>
                <p14:nvPr/>
              </p14:nvContentPartPr>
              <p14:xfrm>
                <a:off x="3152664" y="5057856"/>
                <a:ext cx="264960" cy="6451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1578D46-0BB2-94A5-337A-67B115E45E5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144024" y="5049216"/>
                  <a:ext cx="28260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286FBDA-F232-3A35-7575-11C88D4D3223}"/>
                    </a:ext>
                  </a:extLst>
                </p14:cNvPr>
                <p14:cNvContentPartPr/>
                <p14:nvPr/>
              </p14:nvContentPartPr>
              <p14:xfrm>
                <a:off x="3600144" y="5161536"/>
                <a:ext cx="24840" cy="174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286FBDA-F232-3A35-7575-11C88D4D322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591504" y="5152536"/>
                  <a:ext cx="42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8BB257A-537B-CAA2-DD2A-404E6007516A}"/>
                    </a:ext>
                  </a:extLst>
                </p14:cNvPr>
                <p14:cNvContentPartPr/>
                <p14:nvPr/>
              </p14:nvContentPartPr>
              <p14:xfrm>
                <a:off x="3623544" y="5067216"/>
                <a:ext cx="168120" cy="274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8BB257A-537B-CAA2-DD2A-404E6007516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614904" y="5058216"/>
                  <a:ext cx="1857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1ACE6AC-B112-50AB-79BC-F27164D3D20C}"/>
                    </a:ext>
                  </a:extLst>
                </p14:cNvPr>
                <p14:cNvContentPartPr/>
                <p14:nvPr/>
              </p14:nvContentPartPr>
              <p14:xfrm>
                <a:off x="3900024" y="5179896"/>
                <a:ext cx="195480" cy="190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1ACE6AC-B112-50AB-79BC-F27164D3D20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891384" y="5171256"/>
                  <a:ext cx="2131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D7204F9-06A1-A136-D2DD-2A4DC0E2D9E1}"/>
                    </a:ext>
                  </a:extLst>
                </p14:cNvPr>
                <p14:cNvContentPartPr/>
                <p14:nvPr/>
              </p14:nvContentPartPr>
              <p14:xfrm>
                <a:off x="4248864" y="4955256"/>
                <a:ext cx="173520" cy="263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D7204F9-06A1-A136-D2DD-2A4DC0E2D9E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239864" y="4946616"/>
                  <a:ext cx="1911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95A7AFE-E9B4-066C-0247-ADF4195699C9}"/>
                    </a:ext>
                  </a:extLst>
                </p14:cNvPr>
                <p14:cNvContentPartPr/>
                <p14:nvPr/>
              </p14:nvContentPartPr>
              <p14:xfrm>
                <a:off x="4326624" y="5130576"/>
                <a:ext cx="119880" cy="151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95A7AFE-E9B4-066C-0247-ADF4195699C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317984" y="5121576"/>
                  <a:ext cx="137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A506C27-6B10-5AF3-B20B-30C87E135B6C}"/>
                    </a:ext>
                  </a:extLst>
                </p14:cNvPr>
                <p14:cNvContentPartPr/>
                <p14:nvPr/>
              </p14:nvContentPartPr>
              <p14:xfrm>
                <a:off x="4541184" y="4922136"/>
                <a:ext cx="163800" cy="634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A506C27-6B10-5AF3-B20B-30C87E135B6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532544" y="4913496"/>
                  <a:ext cx="18144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8D68839-0469-1D2E-3B21-1462C9642E63}"/>
                    </a:ext>
                  </a:extLst>
                </p14:cNvPr>
                <p14:cNvContentPartPr/>
                <p14:nvPr/>
              </p14:nvContentPartPr>
              <p14:xfrm>
                <a:off x="3531744" y="5347656"/>
                <a:ext cx="863640" cy="907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8D68839-0469-1D2E-3B21-1462C9642E6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523104" y="5338656"/>
                  <a:ext cx="8812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BE7E831-B857-8D23-83D1-7FAA06B3FF4C}"/>
                    </a:ext>
                  </a:extLst>
                </p14:cNvPr>
                <p14:cNvContentPartPr/>
                <p14:nvPr/>
              </p14:nvContentPartPr>
              <p14:xfrm>
                <a:off x="3914784" y="5453136"/>
                <a:ext cx="136800" cy="2062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BE7E831-B857-8D23-83D1-7FAA06B3FF4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905784" y="5444136"/>
                  <a:ext cx="1544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0D00045-A6D6-5A74-4BE4-3CB2244E0199}"/>
                    </a:ext>
                  </a:extLst>
                </p14:cNvPr>
                <p14:cNvContentPartPr/>
                <p14:nvPr/>
              </p14:nvContentPartPr>
              <p14:xfrm>
                <a:off x="4690224" y="4815216"/>
                <a:ext cx="166320" cy="190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0D00045-A6D6-5A74-4BE4-3CB2244E019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681224" y="4806216"/>
                  <a:ext cx="18396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48F1D36-7A0B-2962-E2A7-A6AF98F968B3}"/>
              </a:ext>
            </a:extLst>
          </p:cNvPr>
          <p:cNvGrpSpPr/>
          <p:nvPr/>
        </p:nvGrpSpPr>
        <p:grpSpPr>
          <a:xfrm>
            <a:off x="2003184" y="6113016"/>
            <a:ext cx="549000" cy="351360"/>
            <a:chOff x="2003184" y="6113016"/>
            <a:chExt cx="54900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7FB9A4A-DA44-FF6C-F1C2-72D1C2AD1432}"/>
                    </a:ext>
                  </a:extLst>
                </p14:cNvPr>
                <p14:cNvContentPartPr/>
                <p14:nvPr/>
              </p14:nvContentPartPr>
              <p14:xfrm>
                <a:off x="2003184" y="6113016"/>
                <a:ext cx="168480" cy="255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7FB9A4A-DA44-FF6C-F1C2-72D1C2AD143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994184" y="6104016"/>
                  <a:ext cx="1861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FD836A1-C8B6-4F25-6150-657411653E22}"/>
                    </a:ext>
                  </a:extLst>
                </p14:cNvPr>
                <p14:cNvContentPartPr/>
                <p14:nvPr/>
              </p14:nvContentPartPr>
              <p14:xfrm>
                <a:off x="2184264" y="6297696"/>
                <a:ext cx="128880" cy="640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FD836A1-C8B6-4F25-6150-657411653E2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175264" y="6288696"/>
                  <a:ext cx="146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8B73C8E-CA12-BAF8-B259-E3F4A073B49D}"/>
                    </a:ext>
                  </a:extLst>
                </p14:cNvPr>
                <p14:cNvContentPartPr/>
                <p14:nvPr/>
              </p14:nvContentPartPr>
              <p14:xfrm>
                <a:off x="2376144" y="6204816"/>
                <a:ext cx="61200" cy="1296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8B73C8E-CA12-BAF8-B259-E3F4A073B49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367504" y="6195816"/>
                  <a:ext cx="78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9576745-F8A0-B794-61F1-FC06102C7B4B}"/>
                    </a:ext>
                  </a:extLst>
                </p14:cNvPr>
                <p14:cNvContentPartPr/>
                <p14:nvPr/>
              </p14:nvContentPartPr>
              <p14:xfrm>
                <a:off x="2417544" y="6387336"/>
                <a:ext cx="134640" cy="77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9576745-F8A0-B794-61F1-FC06102C7B4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408904" y="6378336"/>
                  <a:ext cx="15228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746B4F32-0BC0-C732-1F7E-009D8FF9F3BA}"/>
              </a:ext>
            </a:extLst>
          </p:cNvPr>
          <p:cNvGrpSpPr/>
          <p:nvPr/>
        </p:nvGrpSpPr>
        <p:grpSpPr>
          <a:xfrm>
            <a:off x="2927304" y="6208416"/>
            <a:ext cx="217080" cy="53280"/>
            <a:chOff x="2927304" y="6208416"/>
            <a:chExt cx="217080" cy="5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2FD11E8-D874-9856-C167-5E7202C8975D}"/>
                    </a:ext>
                  </a:extLst>
                </p14:cNvPr>
                <p14:cNvContentPartPr/>
                <p14:nvPr/>
              </p14:nvContentPartPr>
              <p14:xfrm>
                <a:off x="2927304" y="6208416"/>
                <a:ext cx="159840" cy="190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2FD11E8-D874-9856-C167-5E7202C8975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918304" y="6199416"/>
                  <a:ext cx="177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EECB0DE-E9E4-5950-F1A5-DEC918F7B8AA}"/>
                    </a:ext>
                  </a:extLst>
                </p14:cNvPr>
                <p14:cNvContentPartPr/>
                <p14:nvPr/>
              </p14:nvContentPartPr>
              <p14:xfrm>
                <a:off x="2995344" y="6234336"/>
                <a:ext cx="149040" cy="27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EECB0DE-E9E4-5950-F1A5-DEC918F7B8A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986704" y="6225336"/>
                  <a:ext cx="16668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CFDD177B-2215-59DD-F7DF-CFBF26342E0F}"/>
              </a:ext>
            </a:extLst>
          </p:cNvPr>
          <p:cNvGrpSpPr/>
          <p:nvPr/>
        </p:nvGrpSpPr>
        <p:grpSpPr>
          <a:xfrm>
            <a:off x="3325464" y="5707656"/>
            <a:ext cx="1630800" cy="986040"/>
            <a:chOff x="3325464" y="5707656"/>
            <a:chExt cx="1630800" cy="9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49ECD7F-67B9-15BD-0499-E9F21D47ADF6}"/>
                    </a:ext>
                  </a:extLst>
                </p14:cNvPr>
                <p14:cNvContentPartPr/>
                <p14:nvPr/>
              </p14:nvContentPartPr>
              <p14:xfrm>
                <a:off x="3599424" y="5921136"/>
                <a:ext cx="117000" cy="194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49ECD7F-67B9-15BD-0499-E9F21D47ADF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590424" y="5912496"/>
                  <a:ext cx="134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DD22B46-DAFF-D6D4-7102-13857784B12E}"/>
                    </a:ext>
                  </a:extLst>
                </p14:cNvPr>
                <p14:cNvContentPartPr/>
                <p14:nvPr/>
              </p14:nvContentPartPr>
              <p14:xfrm>
                <a:off x="3910104" y="5942736"/>
                <a:ext cx="274680" cy="453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DD22B46-DAFF-D6D4-7102-13857784B12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901464" y="5933736"/>
                  <a:ext cx="292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E7D17F5-AC71-43F2-27DA-6DFFEB9CB35E}"/>
                    </a:ext>
                  </a:extLst>
                </p14:cNvPr>
                <p14:cNvContentPartPr/>
                <p14:nvPr/>
              </p14:nvContentPartPr>
              <p14:xfrm>
                <a:off x="4373064" y="5801976"/>
                <a:ext cx="205200" cy="1386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E7D17F5-AC71-43F2-27DA-6DFFEB9CB35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64424" y="5792976"/>
                  <a:ext cx="2228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1A0F5B4-AC93-4CD0-00DF-0BBF5C0D367D}"/>
                    </a:ext>
                  </a:extLst>
                </p14:cNvPr>
                <p14:cNvContentPartPr/>
                <p14:nvPr/>
              </p14:nvContentPartPr>
              <p14:xfrm>
                <a:off x="4519584" y="5849856"/>
                <a:ext cx="41760" cy="1465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1A0F5B4-AC93-4CD0-00DF-0BBF5C0D367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510584" y="5840856"/>
                  <a:ext cx="594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BDE1A00-922E-06EE-BDBB-8CEAD94D7DA8}"/>
                    </a:ext>
                  </a:extLst>
                </p14:cNvPr>
                <p14:cNvContentPartPr/>
                <p14:nvPr/>
              </p14:nvContentPartPr>
              <p14:xfrm>
                <a:off x="3568464" y="6162696"/>
                <a:ext cx="1024560" cy="1303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BDE1A00-922E-06EE-BDBB-8CEAD94D7DA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559824" y="6154056"/>
                  <a:ext cx="10422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632DD56-BB58-3D15-7552-C4CE49B3ED01}"/>
                    </a:ext>
                  </a:extLst>
                </p14:cNvPr>
                <p14:cNvContentPartPr/>
                <p14:nvPr/>
              </p14:nvContentPartPr>
              <p14:xfrm>
                <a:off x="4026744" y="6330816"/>
                <a:ext cx="136800" cy="2019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632DD56-BB58-3D15-7552-C4CE49B3ED0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018104" y="6322176"/>
                  <a:ext cx="1544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D901E13-5F6C-6022-3D58-2D1CC0389396}"/>
                    </a:ext>
                  </a:extLst>
                </p14:cNvPr>
                <p14:cNvContentPartPr/>
                <p14:nvPr/>
              </p14:nvContentPartPr>
              <p14:xfrm>
                <a:off x="4685184" y="5807376"/>
                <a:ext cx="235800" cy="810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D901E13-5F6C-6022-3D58-2D1CC038939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676544" y="5798736"/>
                  <a:ext cx="25344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97608BE-ABF3-C90B-8408-E144E10BE038}"/>
                    </a:ext>
                  </a:extLst>
                </p14:cNvPr>
                <p14:cNvContentPartPr/>
                <p14:nvPr/>
              </p14:nvContentPartPr>
              <p14:xfrm>
                <a:off x="3325464" y="6021216"/>
                <a:ext cx="280080" cy="6724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97608BE-ABF3-C90B-8408-E144E10BE03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316464" y="6012576"/>
                  <a:ext cx="29772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EA36BB7-E9E8-A3D4-69FB-14A5E4FDABD9}"/>
                    </a:ext>
                  </a:extLst>
                </p14:cNvPr>
                <p14:cNvContentPartPr/>
                <p14:nvPr/>
              </p14:nvContentPartPr>
              <p14:xfrm>
                <a:off x="4829904" y="5707656"/>
                <a:ext cx="126360" cy="864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EA36BB7-E9E8-A3D4-69FB-14A5E4FDABD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820904" y="5698656"/>
                  <a:ext cx="14400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0985B6E-97C3-1759-7E8D-7466A3EA58BD}"/>
              </a:ext>
            </a:extLst>
          </p:cNvPr>
          <p:cNvGrpSpPr/>
          <p:nvPr/>
        </p:nvGrpSpPr>
        <p:grpSpPr>
          <a:xfrm>
            <a:off x="5214744" y="6009336"/>
            <a:ext cx="150120" cy="84240"/>
            <a:chOff x="5214744" y="6009336"/>
            <a:chExt cx="15012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128EB00-89AE-BFE0-7A45-A456BAB7C2EE}"/>
                    </a:ext>
                  </a:extLst>
                </p14:cNvPr>
                <p14:cNvContentPartPr/>
                <p14:nvPr/>
              </p14:nvContentPartPr>
              <p14:xfrm>
                <a:off x="5214744" y="6009336"/>
                <a:ext cx="148320" cy="270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128EB00-89AE-BFE0-7A45-A456BAB7C2E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205744" y="6000336"/>
                  <a:ext cx="165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C97CD9F-5352-7421-BBDA-E8364D1AEF90}"/>
                    </a:ext>
                  </a:extLst>
                </p14:cNvPr>
                <p14:cNvContentPartPr/>
                <p14:nvPr/>
              </p14:nvContentPartPr>
              <p14:xfrm>
                <a:off x="5233824" y="6087096"/>
                <a:ext cx="131040" cy="6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C97CD9F-5352-7421-BBDA-E8364D1AEF9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225184" y="6078096"/>
                  <a:ext cx="14868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66FAF39-7FF9-3FEE-8E91-07D86C7A5569}"/>
              </a:ext>
            </a:extLst>
          </p:cNvPr>
          <p:cNvGrpSpPr/>
          <p:nvPr/>
        </p:nvGrpSpPr>
        <p:grpSpPr>
          <a:xfrm>
            <a:off x="5745024" y="4777776"/>
            <a:ext cx="6043680" cy="1552320"/>
            <a:chOff x="5745024" y="4777776"/>
            <a:chExt cx="6043680" cy="155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94122E5-9DA9-220E-1088-E20D51485CEB}"/>
                    </a:ext>
                  </a:extLst>
                </p14:cNvPr>
                <p14:cNvContentPartPr/>
                <p14:nvPr/>
              </p14:nvContentPartPr>
              <p14:xfrm>
                <a:off x="6056784" y="5535216"/>
                <a:ext cx="217800" cy="1393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94122E5-9DA9-220E-1088-E20D51485CE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048144" y="5526216"/>
                  <a:ext cx="235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8752E29-9EE9-59C5-A112-280C62C76CB7}"/>
                    </a:ext>
                  </a:extLst>
                </p14:cNvPr>
                <p14:cNvContentPartPr/>
                <p14:nvPr/>
              </p14:nvContentPartPr>
              <p14:xfrm>
                <a:off x="5966784" y="5782176"/>
                <a:ext cx="501120" cy="558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8752E29-9EE9-59C5-A112-280C62C76CB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958144" y="5773536"/>
                  <a:ext cx="518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6DC5E02-7DB9-C848-D33F-BA911D6D4B5A}"/>
                    </a:ext>
                  </a:extLst>
                </p14:cNvPr>
                <p14:cNvContentPartPr/>
                <p14:nvPr/>
              </p14:nvContentPartPr>
              <p14:xfrm>
                <a:off x="6150024" y="5926176"/>
                <a:ext cx="166320" cy="222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6DC5E02-7DB9-C848-D33F-BA911D6D4B5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141384" y="5917176"/>
                  <a:ext cx="1839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560D404-D300-9BF4-20EF-C9CEB36F6328}"/>
                    </a:ext>
                  </a:extLst>
                </p14:cNvPr>
                <p14:cNvContentPartPr/>
                <p14:nvPr/>
              </p14:nvContentPartPr>
              <p14:xfrm>
                <a:off x="5745024" y="5513256"/>
                <a:ext cx="274320" cy="8168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560D404-D300-9BF4-20EF-C9CEB36F632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736384" y="5504616"/>
                  <a:ext cx="291960" cy="83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8697046-1A95-F7A8-84C6-0101889BDBE5}"/>
                    </a:ext>
                  </a:extLst>
                </p14:cNvPr>
                <p14:cNvContentPartPr/>
                <p14:nvPr/>
              </p14:nvContentPartPr>
              <p14:xfrm>
                <a:off x="6487704" y="5443056"/>
                <a:ext cx="132120" cy="6703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8697046-1A95-F7A8-84C6-0101889BDBE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479064" y="5434056"/>
                  <a:ext cx="149760" cy="68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37021E9-A773-FD99-FB5C-0284BC3D23E1}"/>
                    </a:ext>
                  </a:extLst>
                </p14:cNvPr>
                <p14:cNvContentPartPr/>
                <p14:nvPr/>
              </p14:nvContentPartPr>
              <p14:xfrm>
                <a:off x="6709104" y="5436936"/>
                <a:ext cx="173520" cy="594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37021E9-A773-FD99-FB5C-0284BC3D23E1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700104" y="5427936"/>
                  <a:ext cx="191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9D1D779-C236-E1FC-E1FC-BE95769207FC}"/>
                    </a:ext>
                  </a:extLst>
                </p14:cNvPr>
                <p14:cNvContentPartPr/>
                <p14:nvPr/>
              </p14:nvContentPartPr>
              <p14:xfrm>
                <a:off x="7140744" y="5624496"/>
                <a:ext cx="119880" cy="118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9D1D779-C236-E1FC-E1FC-BE95769207F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131744" y="5615496"/>
                  <a:ext cx="1375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55C3026-FF87-182E-1369-DFC5E85C277B}"/>
                    </a:ext>
                  </a:extLst>
                </p14:cNvPr>
                <p14:cNvContentPartPr/>
                <p14:nvPr/>
              </p14:nvContentPartPr>
              <p14:xfrm>
                <a:off x="7140744" y="5636016"/>
                <a:ext cx="144360" cy="604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55C3026-FF87-182E-1369-DFC5E85C277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131744" y="5627016"/>
                  <a:ext cx="1620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505604D-C06D-6B23-5846-5B7D38D72F1B}"/>
                    </a:ext>
                  </a:extLst>
                </p14:cNvPr>
                <p14:cNvContentPartPr/>
                <p14:nvPr/>
              </p14:nvContentPartPr>
              <p14:xfrm>
                <a:off x="7881984" y="5213376"/>
                <a:ext cx="14400" cy="1648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505604D-C06D-6B23-5846-5B7D38D72F1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872984" y="5204736"/>
                  <a:ext cx="32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8AD19CC-D164-AA4D-BD10-7E027E5B54B4}"/>
                    </a:ext>
                  </a:extLst>
                </p14:cNvPr>
                <p14:cNvContentPartPr/>
                <p14:nvPr/>
              </p14:nvContentPartPr>
              <p14:xfrm>
                <a:off x="7725744" y="5466096"/>
                <a:ext cx="444240" cy="612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8AD19CC-D164-AA4D-BD10-7E027E5B54B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717104" y="5457456"/>
                  <a:ext cx="4618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BC9135A-4B33-3055-5C7F-DE9FB85DDD2B}"/>
                    </a:ext>
                  </a:extLst>
                </p14:cNvPr>
                <p14:cNvContentPartPr/>
                <p14:nvPr/>
              </p14:nvContentPartPr>
              <p14:xfrm>
                <a:off x="7928064" y="5646816"/>
                <a:ext cx="179280" cy="2127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BC9135A-4B33-3055-5C7F-DE9FB85DDD2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919424" y="5637816"/>
                  <a:ext cx="1969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2AFDEB2-77E1-EEFF-E287-883D5492F9EF}"/>
                    </a:ext>
                  </a:extLst>
                </p14:cNvPr>
                <p14:cNvContentPartPr/>
                <p14:nvPr/>
              </p14:nvContentPartPr>
              <p14:xfrm>
                <a:off x="7574184" y="5168016"/>
                <a:ext cx="220680" cy="9126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2AFDEB2-77E1-EEFF-E287-883D5492F9E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565544" y="5159016"/>
                  <a:ext cx="238320" cy="9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6990035-28EF-82F0-505A-9B8763563153}"/>
                    </a:ext>
                  </a:extLst>
                </p14:cNvPr>
                <p14:cNvContentPartPr/>
                <p14:nvPr/>
              </p14:nvContentPartPr>
              <p14:xfrm>
                <a:off x="8154864" y="5142816"/>
                <a:ext cx="188280" cy="847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6990035-28EF-82F0-505A-9B876356315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146224" y="5133816"/>
                  <a:ext cx="205920" cy="86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B757727-9EBA-4C5A-2EA9-F22AE2FC2F9E}"/>
                    </a:ext>
                  </a:extLst>
                </p14:cNvPr>
                <p14:cNvContentPartPr/>
                <p14:nvPr/>
              </p14:nvContentPartPr>
              <p14:xfrm>
                <a:off x="8320824" y="5080896"/>
                <a:ext cx="80280" cy="914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B757727-9EBA-4C5A-2EA9-F22AE2FC2F9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311824" y="5072256"/>
                  <a:ext cx="97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C380634-A081-78E7-1591-0EF204113046}"/>
                    </a:ext>
                  </a:extLst>
                </p14:cNvPr>
                <p14:cNvContentPartPr/>
                <p14:nvPr/>
              </p14:nvContentPartPr>
              <p14:xfrm>
                <a:off x="8693784" y="5370336"/>
                <a:ext cx="134640" cy="399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C380634-A081-78E7-1591-0EF20411304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84784" y="5361696"/>
                  <a:ext cx="152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F440E77-1BE9-B618-1AC0-3381658032D5}"/>
                    </a:ext>
                  </a:extLst>
                </p14:cNvPr>
                <p14:cNvContentPartPr/>
                <p14:nvPr/>
              </p14:nvContentPartPr>
              <p14:xfrm>
                <a:off x="8691264" y="5437656"/>
                <a:ext cx="112680" cy="100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F440E77-1BE9-B618-1AC0-3381658032D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682624" y="5429016"/>
                  <a:ext cx="130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BDB9070-0435-752D-5E27-775882BA6C3F}"/>
                    </a:ext>
                  </a:extLst>
                </p14:cNvPr>
                <p14:cNvContentPartPr/>
                <p14:nvPr/>
              </p14:nvContentPartPr>
              <p14:xfrm>
                <a:off x="9120024" y="4940136"/>
                <a:ext cx="122760" cy="830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BDB9070-0435-752D-5E27-775882BA6C3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111384" y="4931496"/>
                  <a:ext cx="140400" cy="84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A42D5AD-BC2B-24A2-378C-E2F8FDFF1394}"/>
                    </a:ext>
                  </a:extLst>
                </p14:cNvPr>
                <p14:cNvContentPartPr/>
                <p14:nvPr/>
              </p14:nvContentPartPr>
              <p14:xfrm>
                <a:off x="9449784" y="4935456"/>
                <a:ext cx="7560" cy="1875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A42D5AD-BC2B-24A2-378C-E2F8FDFF139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440784" y="4926456"/>
                  <a:ext cx="252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BC5869D-EFA5-4772-4E64-F2E3DBEE6C5A}"/>
                    </a:ext>
                  </a:extLst>
                </p14:cNvPr>
                <p14:cNvContentPartPr/>
                <p14:nvPr/>
              </p14:nvContentPartPr>
              <p14:xfrm>
                <a:off x="9303264" y="5234256"/>
                <a:ext cx="365400" cy="468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BC5869D-EFA5-4772-4E64-F2E3DBEE6C5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294624" y="5225616"/>
                  <a:ext cx="383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CD4A5FB-6996-CCA5-3CAF-64276BF71373}"/>
                    </a:ext>
                  </a:extLst>
                </p14:cNvPr>
                <p14:cNvContentPartPr/>
                <p14:nvPr/>
              </p14:nvContentPartPr>
              <p14:xfrm>
                <a:off x="9449784" y="5396256"/>
                <a:ext cx="140040" cy="1782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CD4A5FB-6996-CCA5-3CAF-64276BF7137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440784" y="5387256"/>
                  <a:ext cx="157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8AD713E-C9E5-DC1B-C363-2FC3825D2558}"/>
                    </a:ext>
                  </a:extLst>
                </p14:cNvPr>
                <p14:cNvContentPartPr/>
                <p14:nvPr/>
              </p14:nvContentPartPr>
              <p14:xfrm>
                <a:off x="9715464" y="4887576"/>
                <a:ext cx="172800" cy="9032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8AD713E-C9E5-DC1B-C363-2FC3825D2558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706464" y="4878576"/>
                  <a:ext cx="190440" cy="9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DD56DF4-FB16-9D99-A73E-29B9CACAFAFC}"/>
                    </a:ext>
                  </a:extLst>
                </p14:cNvPr>
                <p14:cNvContentPartPr/>
                <p14:nvPr/>
              </p14:nvContentPartPr>
              <p14:xfrm>
                <a:off x="10054224" y="5166936"/>
                <a:ext cx="61200" cy="1198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DD56DF4-FB16-9D99-A73E-29B9CACAFAF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045584" y="5158296"/>
                  <a:ext cx="788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993FBAC-10EF-5C8E-2242-413847A3B622}"/>
                    </a:ext>
                  </a:extLst>
                </p14:cNvPr>
                <p14:cNvContentPartPr/>
                <p14:nvPr/>
              </p14:nvContentPartPr>
              <p14:xfrm>
                <a:off x="10037304" y="5196456"/>
                <a:ext cx="132120" cy="565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993FBAC-10EF-5C8E-2242-413847A3B62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028304" y="5187456"/>
                  <a:ext cx="1497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8318BA0-8A9F-9C9E-B7FC-3A40A9416310}"/>
                    </a:ext>
                  </a:extLst>
                </p14:cNvPr>
                <p14:cNvContentPartPr/>
                <p14:nvPr/>
              </p14:nvContentPartPr>
              <p14:xfrm>
                <a:off x="10249704" y="4852656"/>
                <a:ext cx="190080" cy="7246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8318BA0-8A9F-9C9E-B7FC-3A40A941631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241064" y="4843656"/>
                  <a:ext cx="20772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E0C7E4D-0C76-5E85-6CEA-334D4A68219D}"/>
                    </a:ext>
                  </a:extLst>
                </p14:cNvPr>
                <p14:cNvContentPartPr/>
                <p14:nvPr/>
              </p14:nvContentPartPr>
              <p14:xfrm>
                <a:off x="10624824" y="4860576"/>
                <a:ext cx="5760" cy="1994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E0C7E4D-0C76-5E85-6CEA-334D4A68219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616184" y="4851936"/>
                  <a:ext cx="234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02D88ED-F947-3422-4A7A-6C81E9239B27}"/>
                    </a:ext>
                  </a:extLst>
                </p14:cNvPr>
                <p14:cNvContentPartPr/>
                <p14:nvPr/>
              </p14:nvContentPartPr>
              <p14:xfrm>
                <a:off x="10517544" y="5159016"/>
                <a:ext cx="248400" cy="23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02D88ED-F947-3422-4A7A-6C81E9239B2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508904" y="5150376"/>
                  <a:ext cx="266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F0E699CF-9F74-FD35-89FE-D5626239D0CB}"/>
                    </a:ext>
                  </a:extLst>
                </p14:cNvPr>
                <p14:cNvContentPartPr/>
                <p14:nvPr/>
              </p14:nvContentPartPr>
              <p14:xfrm>
                <a:off x="10529784" y="5338656"/>
                <a:ext cx="190440" cy="1566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F0E699CF-9F74-FD35-89FE-D5626239D0C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521144" y="5330016"/>
                  <a:ext cx="2080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4A6F628E-CD1D-9251-CE27-B39BE1C184F0}"/>
                    </a:ext>
                  </a:extLst>
                </p14:cNvPr>
                <p14:cNvContentPartPr/>
                <p14:nvPr/>
              </p14:nvContentPartPr>
              <p14:xfrm>
                <a:off x="10866384" y="4797216"/>
                <a:ext cx="113040" cy="7380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4A6F628E-CD1D-9251-CE27-B39BE1C184F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857384" y="4788576"/>
                  <a:ext cx="130680" cy="75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AAD809D7-E2BD-B46A-97D0-FAD1EA19F2EC}"/>
                    </a:ext>
                  </a:extLst>
                </p14:cNvPr>
                <p14:cNvContentPartPr/>
                <p14:nvPr/>
              </p14:nvContentPartPr>
              <p14:xfrm>
                <a:off x="11168784" y="5096376"/>
                <a:ext cx="95400" cy="230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AAD809D7-E2BD-B46A-97D0-FAD1EA19F2E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159784" y="5087376"/>
                  <a:ext cx="113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DCABF1F-23FB-7B99-B5B9-2D9D553EA98D}"/>
                    </a:ext>
                  </a:extLst>
                </p14:cNvPr>
                <p14:cNvContentPartPr/>
                <p14:nvPr/>
              </p14:nvContentPartPr>
              <p14:xfrm>
                <a:off x="11166264" y="5174496"/>
                <a:ext cx="141840" cy="158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DCABF1F-23FB-7B99-B5B9-2D9D553EA98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157264" y="5165496"/>
                  <a:ext cx="1594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4D15043-D224-0E49-FCAF-DB278088C23D}"/>
                    </a:ext>
                  </a:extLst>
                </p14:cNvPr>
                <p14:cNvContentPartPr/>
                <p14:nvPr/>
              </p14:nvContentPartPr>
              <p14:xfrm>
                <a:off x="11585664" y="4777776"/>
                <a:ext cx="17280" cy="2743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4D15043-D224-0E49-FCAF-DB278088C23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576664" y="4768776"/>
                  <a:ext cx="349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38174F3-F154-64B4-5FD9-2C3E27225147}"/>
                    </a:ext>
                  </a:extLst>
                </p14:cNvPr>
                <p14:cNvContentPartPr/>
                <p14:nvPr/>
              </p14:nvContentPartPr>
              <p14:xfrm>
                <a:off x="11448864" y="5111856"/>
                <a:ext cx="339840" cy="35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38174F3-F154-64B4-5FD9-2C3E2722514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440224" y="5103216"/>
                  <a:ext cx="3574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B5EF05F-60C4-394C-B3CA-4E9C7E3A368C}"/>
                    </a:ext>
                  </a:extLst>
                </p14:cNvPr>
                <p14:cNvContentPartPr/>
                <p14:nvPr/>
              </p14:nvContentPartPr>
              <p14:xfrm>
                <a:off x="11506824" y="5251536"/>
                <a:ext cx="185040" cy="2455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B5EF05F-60C4-394C-B3CA-4E9C7E3A368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497824" y="5242896"/>
                  <a:ext cx="20268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20B9F5AC-A998-16CA-968A-55E9674ED17F}"/>
              </a:ext>
            </a:extLst>
          </p:cNvPr>
          <p:cNvGrpSpPr/>
          <p:nvPr/>
        </p:nvGrpSpPr>
        <p:grpSpPr>
          <a:xfrm>
            <a:off x="9836784" y="601776"/>
            <a:ext cx="430200" cy="199440"/>
            <a:chOff x="9836784" y="601776"/>
            <a:chExt cx="43020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FC9CFA1-5051-2C47-374D-E0E7086FF4F9}"/>
                    </a:ext>
                  </a:extLst>
                </p14:cNvPr>
                <p14:cNvContentPartPr/>
                <p14:nvPr/>
              </p14:nvContentPartPr>
              <p14:xfrm>
                <a:off x="9836784" y="616536"/>
                <a:ext cx="66960" cy="961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FC9CFA1-5051-2C47-374D-E0E7086FF4F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828144" y="607536"/>
                  <a:ext cx="84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472F587-926A-A07C-52B9-4E723BEA0FAA}"/>
                    </a:ext>
                  </a:extLst>
                </p14:cNvPr>
                <p14:cNvContentPartPr/>
                <p14:nvPr/>
              </p14:nvContentPartPr>
              <p14:xfrm>
                <a:off x="10025064" y="687096"/>
                <a:ext cx="360" cy="3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472F587-926A-A07C-52B9-4E723BEA0FA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016064" y="6784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7690112-C402-E6FB-E122-289C4BAFE0AC}"/>
                    </a:ext>
                  </a:extLst>
                </p14:cNvPr>
                <p14:cNvContentPartPr/>
                <p14:nvPr/>
              </p14:nvContentPartPr>
              <p14:xfrm>
                <a:off x="10085904" y="615816"/>
                <a:ext cx="7560" cy="597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7690112-C402-E6FB-E122-289C4BAFE0A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077264" y="606816"/>
                  <a:ext cx="252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C9C6C2D-4B73-5DB2-637C-563A2E52416E}"/>
                    </a:ext>
                  </a:extLst>
                </p14:cNvPr>
                <p14:cNvContentPartPr/>
                <p14:nvPr/>
              </p14:nvContentPartPr>
              <p14:xfrm>
                <a:off x="10169064" y="623016"/>
                <a:ext cx="7560" cy="669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C9C6C2D-4B73-5DB2-637C-563A2E52416E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160064" y="614376"/>
                  <a:ext cx="252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7B42B1D-CEB8-C3E5-587C-B3F5D4888902}"/>
                    </a:ext>
                  </a:extLst>
                </p14:cNvPr>
                <p14:cNvContentPartPr/>
                <p14:nvPr/>
              </p14:nvContentPartPr>
              <p14:xfrm>
                <a:off x="10239624" y="601776"/>
                <a:ext cx="27360" cy="1044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7B42B1D-CEB8-C3E5-587C-B3F5D4888902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230984" y="593136"/>
                  <a:ext cx="45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89712E8-3866-3E86-8091-9406633AD222}"/>
                    </a:ext>
                  </a:extLst>
                </p14:cNvPr>
                <p14:cNvContentPartPr/>
                <p14:nvPr/>
              </p14:nvContentPartPr>
              <p14:xfrm>
                <a:off x="9954504" y="705096"/>
                <a:ext cx="97920" cy="961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89712E8-3866-3E86-8091-9406633AD222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945504" y="696456"/>
                  <a:ext cx="11556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8C811092-58B9-4AF0-9254-CA8E84D37D89}"/>
              </a:ext>
            </a:extLst>
          </p:cNvPr>
          <p:cNvGrpSpPr/>
          <p:nvPr/>
        </p:nvGrpSpPr>
        <p:grpSpPr>
          <a:xfrm>
            <a:off x="9820224" y="998496"/>
            <a:ext cx="466200" cy="144360"/>
            <a:chOff x="9820224" y="998496"/>
            <a:chExt cx="466200" cy="14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DEDA462-D691-20C7-1254-A5DE7D72450F}"/>
                    </a:ext>
                  </a:extLst>
                </p14:cNvPr>
                <p14:cNvContentPartPr/>
                <p14:nvPr/>
              </p14:nvContentPartPr>
              <p14:xfrm>
                <a:off x="9820224" y="998496"/>
                <a:ext cx="110160" cy="1159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DEDA462-D691-20C7-1254-A5DE7D72450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811224" y="989856"/>
                  <a:ext cx="127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3C83288-9335-844C-6EC7-3CB80E077563}"/>
                    </a:ext>
                  </a:extLst>
                </p14:cNvPr>
                <p14:cNvContentPartPr/>
                <p14:nvPr/>
              </p14:nvContentPartPr>
              <p14:xfrm>
                <a:off x="9944424" y="1092096"/>
                <a:ext cx="37080" cy="507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3C83288-9335-844C-6EC7-3CB80E077563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935784" y="1083096"/>
                  <a:ext cx="547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51742FA6-4661-B37F-68DD-092F801BA516}"/>
                    </a:ext>
                  </a:extLst>
                </p14:cNvPr>
                <p14:cNvContentPartPr/>
                <p14:nvPr/>
              </p14:nvContentPartPr>
              <p14:xfrm>
                <a:off x="10078704" y="1036656"/>
                <a:ext cx="10080" cy="954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51742FA6-4661-B37F-68DD-092F801BA516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069704" y="1028016"/>
                  <a:ext cx="277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15470C8-7A99-8EE1-C26C-4184D1C15A30}"/>
                    </a:ext>
                  </a:extLst>
                </p14:cNvPr>
                <p14:cNvContentPartPr/>
                <p14:nvPr/>
              </p14:nvContentPartPr>
              <p14:xfrm>
                <a:off x="10161504" y="1038456"/>
                <a:ext cx="19800" cy="698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15470C8-7A99-8EE1-C26C-4184D1C15A30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152864" y="1029456"/>
                  <a:ext cx="37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426D39E-D709-8F14-9E4B-4C22D6A5829F}"/>
                    </a:ext>
                  </a:extLst>
                </p14:cNvPr>
                <p14:cNvContentPartPr/>
                <p14:nvPr/>
              </p14:nvContentPartPr>
              <p14:xfrm>
                <a:off x="10256544" y="1013256"/>
                <a:ext cx="29880" cy="1090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426D39E-D709-8F14-9E4B-4C22D6A5829F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247904" y="1004256"/>
                  <a:ext cx="4752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4B345ED9-C984-790B-07FD-9091A0DC6050}"/>
              </a:ext>
            </a:extLst>
          </p:cNvPr>
          <p:cNvGrpSpPr/>
          <p:nvPr/>
        </p:nvGrpSpPr>
        <p:grpSpPr>
          <a:xfrm>
            <a:off x="9769104" y="1939896"/>
            <a:ext cx="551520" cy="171720"/>
            <a:chOff x="9769104" y="1939896"/>
            <a:chExt cx="551520" cy="17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1D5BA45-B0DE-C9AF-57BE-24700F8BB7BF}"/>
                    </a:ext>
                  </a:extLst>
                </p14:cNvPr>
                <p14:cNvContentPartPr/>
                <p14:nvPr/>
              </p14:nvContentPartPr>
              <p14:xfrm>
                <a:off x="9769104" y="1998216"/>
                <a:ext cx="68400" cy="792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1D5BA45-B0DE-C9AF-57BE-24700F8BB7B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760104" y="1989216"/>
                  <a:ext cx="86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D59B0A21-4903-0DE9-A6EE-16C0C6EE1FEC}"/>
                    </a:ext>
                  </a:extLst>
                </p14:cNvPr>
                <p14:cNvContentPartPr/>
                <p14:nvPr/>
              </p14:nvContentPartPr>
              <p14:xfrm>
                <a:off x="9864144" y="2066616"/>
                <a:ext cx="29520" cy="450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D59B0A21-4903-0DE9-A6EE-16C0C6EE1FE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855144" y="2057616"/>
                  <a:ext cx="471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7EB02B6-055C-D8B1-11C8-6E7EE3B97C01}"/>
                    </a:ext>
                  </a:extLst>
                </p14:cNvPr>
                <p14:cNvContentPartPr/>
                <p14:nvPr/>
              </p14:nvContentPartPr>
              <p14:xfrm>
                <a:off x="10030104" y="1978776"/>
                <a:ext cx="7560" cy="7200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7EB02B6-055C-D8B1-11C8-6E7EE3B97C01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021104" y="1969776"/>
                  <a:ext cx="252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F31882B6-ABCB-F26C-8D2B-A141B8C6277D}"/>
                    </a:ext>
                  </a:extLst>
                </p14:cNvPr>
                <p14:cNvContentPartPr/>
                <p14:nvPr/>
              </p14:nvContentPartPr>
              <p14:xfrm>
                <a:off x="10164024" y="1956816"/>
                <a:ext cx="17280" cy="824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F31882B6-ABCB-F26C-8D2B-A141B8C6277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155384" y="1947816"/>
                  <a:ext cx="34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660ABA97-21A1-4473-D744-DCD82201CECE}"/>
                    </a:ext>
                  </a:extLst>
                </p14:cNvPr>
                <p14:cNvContentPartPr/>
                <p14:nvPr/>
              </p14:nvContentPartPr>
              <p14:xfrm>
                <a:off x="10278504" y="1939896"/>
                <a:ext cx="42120" cy="1047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660ABA97-21A1-4473-D744-DCD82201CECE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269504" y="1931256"/>
                  <a:ext cx="5976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5BA080F4-C949-27A4-F742-E940A1A9D4CC}"/>
              </a:ext>
            </a:extLst>
          </p:cNvPr>
          <p:cNvGrpSpPr/>
          <p:nvPr/>
        </p:nvGrpSpPr>
        <p:grpSpPr>
          <a:xfrm>
            <a:off x="8196264" y="197856"/>
            <a:ext cx="1353960" cy="3673080"/>
            <a:chOff x="8196264" y="197856"/>
            <a:chExt cx="1353960" cy="367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7E51E3A-9097-4E27-E1BE-0B34EC07F8FC}"/>
                    </a:ext>
                  </a:extLst>
                </p14:cNvPr>
                <p14:cNvContentPartPr/>
                <p14:nvPr/>
              </p14:nvContentPartPr>
              <p14:xfrm>
                <a:off x="8460864" y="210456"/>
                <a:ext cx="1073520" cy="820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7E51E3A-9097-4E27-E1BE-0B34EC07F8FC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451864" y="201456"/>
                  <a:ext cx="10911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96D6E7F-999D-4378-A455-DD9968D8B0B3}"/>
                    </a:ext>
                  </a:extLst>
                </p14:cNvPr>
                <p14:cNvContentPartPr/>
                <p14:nvPr/>
              </p14:nvContentPartPr>
              <p14:xfrm>
                <a:off x="8442144" y="566856"/>
                <a:ext cx="946800" cy="99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96D6E7F-999D-4378-A455-DD9968D8B0B3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433144" y="558216"/>
                  <a:ext cx="9644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2ADB8A5-31AB-40E8-9564-FBD9C891B8BE}"/>
                    </a:ext>
                  </a:extLst>
                </p14:cNvPr>
                <p14:cNvContentPartPr/>
                <p14:nvPr/>
              </p14:nvContentPartPr>
              <p14:xfrm>
                <a:off x="8420544" y="822456"/>
                <a:ext cx="958680" cy="921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2ADB8A5-31AB-40E8-9564-FBD9C891B8BE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411904" y="813816"/>
                  <a:ext cx="9763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58D079A-53FF-25D8-222B-FFB374067744}"/>
                    </a:ext>
                  </a:extLst>
                </p14:cNvPr>
                <p14:cNvContentPartPr/>
                <p14:nvPr/>
              </p14:nvContentPartPr>
              <p14:xfrm>
                <a:off x="8359704" y="1323576"/>
                <a:ext cx="990360" cy="93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58D079A-53FF-25D8-222B-FFB374067744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351064" y="1314936"/>
                  <a:ext cx="10080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D120773-109A-4328-858B-B78167A75278}"/>
                    </a:ext>
                  </a:extLst>
                </p14:cNvPr>
                <p14:cNvContentPartPr/>
                <p14:nvPr/>
              </p14:nvContentPartPr>
              <p14:xfrm>
                <a:off x="8196264" y="2667096"/>
                <a:ext cx="1353960" cy="950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D120773-109A-4328-858B-B78167A75278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187624" y="2658096"/>
                  <a:ext cx="1371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D53FCEC-6AC7-E6E2-5B9D-CC46AD11F756}"/>
                    </a:ext>
                  </a:extLst>
                </p14:cNvPr>
                <p14:cNvContentPartPr/>
                <p14:nvPr/>
              </p14:nvContentPartPr>
              <p14:xfrm>
                <a:off x="9470664" y="197856"/>
                <a:ext cx="33480" cy="3673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D53FCEC-6AC7-E6E2-5B9D-CC46AD11F756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462024" y="189216"/>
                  <a:ext cx="51120" cy="36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4C4E213-98C3-DFB8-7E08-2FAF1B522C86}"/>
                    </a:ext>
                  </a:extLst>
                </p14:cNvPr>
                <p14:cNvContentPartPr/>
                <p14:nvPr/>
              </p14:nvContentPartPr>
              <p14:xfrm>
                <a:off x="9310464" y="520416"/>
                <a:ext cx="219960" cy="42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4C4E213-98C3-DFB8-7E08-2FAF1B522C86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301824" y="511776"/>
                  <a:ext cx="237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87291E5-01E6-3343-AD11-25E68986A0A5}"/>
                    </a:ext>
                  </a:extLst>
                </p14:cNvPr>
                <p14:cNvContentPartPr/>
                <p14:nvPr/>
              </p14:nvContentPartPr>
              <p14:xfrm>
                <a:off x="9371664" y="797616"/>
                <a:ext cx="147240" cy="63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87291E5-01E6-3343-AD11-25E68986A0A5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362664" y="788976"/>
                  <a:ext cx="164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FDAA307-34BD-B73E-D944-B6A3D7C80DD7}"/>
                    </a:ext>
                  </a:extLst>
                </p14:cNvPr>
                <p14:cNvContentPartPr/>
                <p14:nvPr/>
              </p14:nvContentPartPr>
              <p14:xfrm>
                <a:off x="8869464" y="666216"/>
                <a:ext cx="10080" cy="630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FDAA307-34BD-B73E-D944-B6A3D7C80DD7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860464" y="657216"/>
                  <a:ext cx="277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D5AF1BB-0302-E91A-276C-CA684FAD664F}"/>
                    </a:ext>
                  </a:extLst>
                </p14:cNvPr>
                <p14:cNvContentPartPr/>
                <p14:nvPr/>
              </p14:nvContentPartPr>
              <p14:xfrm>
                <a:off x="8872344" y="654696"/>
                <a:ext cx="121680" cy="1533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D5AF1BB-0302-E91A-276C-CA684FAD664F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863704" y="646056"/>
                  <a:ext cx="1393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6A1A4F3-A513-A5C8-EF04-E68EF8FE41D6}"/>
                    </a:ext>
                  </a:extLst>
                </p14:cNvPr>
                <p14:cNvContentPartPr/>
                <p14:nvPr/>
              </p14:nvContentPartPr>
              <p14:xfrm>
                <a:off x="9024624" y="694656"/>
                <a:ext cx="61920" cy="1425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6A1A4F3-A513-A5C8-EF04-E68EF8FE41D6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015984" y="685656"/>
                  <a:ext cx="795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CE2E4AC-EA75-AFC1-8CF9-F46FD51A3C30}"/>
                    </a:ext>
                  </a:extLst>
                </p14:cNvPr>
                <p14:cNvContentPartPr/>
                <p14:nvPr/>
              </p14:nvContentPartPr>
              <p14:xfrm>
                <a:off x="8969184" y="997056"/>
                <a:ext cx="15120" cy="993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CE2E4AC-EA75-AFC1-8CF9-F46FD51A3C3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8960544" y="988056"/>
                  <a:ext cx="327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661D61A-EF71-82E5-9A87-67D4A353B555}"/>
                    </a:ext>
                  </a:extLst>
                </p14:cNvPr>
                <p14:cNvContentPartPr/>
                <p14:nvPr/>
              </p14:nvContentPartPr>
              <p14:xfrm>
                <a:off x="8951184" y="1002456"/>
                <a:ext cx="167400" cy="1976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661D61A-EF71-82E5-9A87-67D4A353B555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8942184" y="993816"/>
                  <a:ext cx="185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39F68C8-1605-F8F5-FFF7-C1F689DF0368}"/>
                    </a:ext>
                  </a:extLst>
                </p14:cNvPr>
                <p14:cNvContentPartPr/>
                <p14:nvPr/>
              </p14:nvContentPartPr>
              <p14:xfrm>
                <a:off x="9090144" y="1115496"/>
                <a:ext cx="79560" cy="1213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39F68C8-1605-F8F5-FFF7-C1F689DF036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9081144" y="1106856"/>
                  <a:ext cx="97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A291B64-E808-1F7C-DB22-CF33634C2B4B}"/>
                    </a:ext>
                  </a:extLst>
                </p14:cNvPr>
                <p14:cNvContentPartPr/>
                <p14:nvPr/>
              </p14:nvContentPartPr>
              <p14:xfrm>
                <a:off x="8330904" y="1785816"/>
                <a:ext cx="1079280" cy="84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A291B64-E808-1F7C-DB22-CF33634C2B4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321904" y="1777176"/>
                  <a:ext cx="1096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8A16B3B-0AEF-F735-B9B6-6D92C2702FD5}"/>
                    </a:ext>
                  </a:extLst>
                </p14:cNvPr>
                <p14:cNvContentPartPr/>
                <p14:nvPr/>
              </p14:nvContentPartPr>
              <p14:xfrm>
                <a:off x="8205984" y="2203056"/>
                <a:ext cx="1261080" cy="129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8A16B3B-0AEF-F735-B9B6-6D92C2702FD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197344" y="2194056"/>
                  <a:ext cx="1278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3407441-BB13-596A-9F65-2C650203D954}"/>
                    </a:ext>
                  </a:extLst>
                </p14:cNvPr>
                <p14:cNvContentPartPr/>
                <p14:nvPr/>
              </p14:nvContentPartPr>
              <p14:xfrm>
                <a:off x="8901144" y="1929816"/>
                <a:ext cx="12600" cy="831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3407441-BB13-596A-9F65-2C650203D95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892144" y="1921176"/>
                  <a:ext cx="30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B3CC18EB-290E-5755-BD69-1BDD1EB922AB}"/>
                    </a:ext>
                  </a:extLst>
                </p14:cNvPr>
                <p14:cNvContentPartPr/>
                <p14:nvPr/>
              </p14:nvContentPartPr>
              <p14:xfrm>
                <a:off x="8894664" y="1920816"/>
                <a:ext cx="196920" cy="2055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B3CC18EB-290E-5755-BD69-1BDD1EB922A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885664" y="1912176"/>
                  <a:ext cx="214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73D1CCB-5AC6-9D27-12FA-E90679A14117}"/>
                    </a:ext>
                  </a:extLst>
                </p14:cNvPr>
                <p14:cNvContentPartPr/>
                <p14:nvPr/>
              </p14:nvContentPartPr>
              <p14:xfrm>
                <a:off x="9039024" y="1998576"/>
                <a:ext cx="98640" cy="1522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73D1CCB-5AC6-9D27-12FA-E90679A14117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9030024" y="1989576"/>
                  <a:ext cx="1162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DD610655-EB26-7BB9-69D7-C845A82D86B0}"/>
                    </a:ext>
                  </a:extLst>
                </p14:cNvPr>
                <p14:cNvContentPartPr/>
                <p14:nvPr/>
              </p14:nvContentPartPr>
              <p14:xfrm>
                <a:off x="8932824" y="2345976"/>
                <a:ext cx="21960" cy="885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DD610655-EB26-7BB9-69D7-C845A82D86B0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923824" y="2337336"/>
                  <a:ext cx="39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F417B26E-65E1-1E0C-47AA-7EB9223B321C}"/>
                    </a:ext>
                  </a:extLst>
                </p14:cNvPr>
                <p14:cNvContentPartPr/>
                <p14:nvPr/>
              </p14:nvContentPartPr>
              <p14:xfrm>
                <a:off x="8949744" y="2362176"/>
                <a:ext cx="102600" cy="1605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F417B26E-65E1-1E0C-47AA-7EB9223B321C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941104" y="2353536"/>
                  <a:ext cx="120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4C1993C-AE71-7CFE-2C8C-05A2AEEF9DB6}"/>
                    </a:ext>
                  </a:extLst>
                </p14:cNvPr>
                <p14:cNvContentPartPr/>
                <p14:nvPr/>
              </p14:nvContentPartPr>
              <p14:xfrm>
                <a:off x="9068544" y="2455776"/>
                <a:ext cx="144720" cy="792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4C1993C-AE71-7CFE-2C8C-05A2AEEF9DB6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059904" y="2446776"/>
                  <a:ext cx="1623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8F887E4-3B1D-8CDE-C790-954E77ADC998}"/>
                    </a:ext>
                  </a:extLst>
                </p14:cNvPr>
                <p14:cNvContentPartPr/>
                <p14:nvPr/>
              </p14:nvContentPartPr>
              <p14:xfrm>
                <a:off x="9127944" y="2480256"/>
                <a:ext cx="73440" cy="1310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8F887E4-3B1D-8CDE-C790-954E77ADC998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118944" y="2471256"/>
                  <a:ext cx="9108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D895AEFD-1F39-3AB8-B062-88A55DCE13DA}"/>
              </a:ext>
            </a:extLst>
          </p:cNvPr>
          <p:cNvGrpSpPr/>
          <p:nvPr/>
        </p:nvGrpSpPr>
        <p:grpSpPr>
          <a:xfrm>
            <a:off x="9820584" y="2338056"/>
            <a:ext cx="626400" cy="268920"/>
            <a:chOff x="9820584" y="2338056"/>
            <a:chExt cx="62640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9A04319-29FA-389C-908E-99802605BF80}"/>
                    </a:ext>
                  </a:extLst>
                </p14:cNvPr>
                <p14:cNvContentPartPr/>
                <p14:nvPr/>
              </p14:nvContentPartPr>
              <p14:xfrm>
                <a:off x="9820584" y="2422296"/>
                <a:ext cx="88200" cy="1062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9A04319-29FA-389C-908E-99802605BF80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811584" y="2413656"/>
                  <a:ext cx="105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8E6F7AC-5021-0FEF-8E86-5FC41CAEE338}"/>
                    </a:ext>
                  </a:extLst>
                </p14:cNvPr>
                <p14:cNvContentPartPr/>
                <p14:nvPr/>
              </p14:nvContentPartPr>
              <p14:xfrm>
                <a:off x="10012824" y="2520936"/>
                <a:ext cx="360" cy="21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8E6F7AC-5021-0FEF-8E86-5FC41CAEE33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004184" y="2511936"/>
                  <a:ext cx="18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41112D6-58CE-8B64-D864-84B5B50F6B97}"/>
                    </a:ext>
                  </a:extLst>
                </p14:cNvPr>
                <p14:cNvContentPartPr/>
                <p14:nvPr/>
              </p14:nvContentPartPr>
              <p14:xfrm>
                <a:off x="9961704" y="2532816"/>
                <a:ext cx="51480" cy="741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41112D6-58CE-8B64-D864-84B5B50F6B9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952704" y="2524176"/>
                  <a:ext cx="691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3454D74-7C52-546A-8863-8864284D4360}"/>
                    </a:ext>
                  </a:extLst>
                </p14:cNvPr>
                <p14:cNvContentPartPr/>
                <p14:nvPr/>
              </p14:nvContentPartPr>
              <p14:xfrm>
                <a:off x="10105704" y="2391696"/>
                <a:ext cx="117000" cy="784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3454D74-7C52-546A-8863-8864284D436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096704" y="2382696"/>
                  <a:ext cx="1346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188DDD0-C9A9-64A0-CC5C-E84189BE54BA}"/>
                    </a:ext>
                  </a:extLst>
                </p14:cNvPr>
                <p14:cNvContentPartPr/>
                <p14:nvPr/>
              </p14:nvContentPartPr>
              <p14:xfrm>
                <a:off x="10298304" y="2358216"/>
                <a:ext cx="56520" cy="1069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188DDD0-C9A9-64A0-CC5C-E84189BE54B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289304" y="2349576"/>
                  <a:ext cx="74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55A5E411-249F-0EEF-8967-B3065645D865}"/>
                    </a:ext>
                  </a:extLst>
                </p14:cNvPr>
                <p14:cNvContentPartPr/>
                <p14:nvPr/>
              </p14:nvContentPartPr>
              <p14:xfrm>
                <a:off x="10395504" y="2338056"/>
                <a:ext cx="51480" cy="54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55A5E411-249F-0EEF-8967-B3065645D865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386864" y="2329056"/>
                  <a:ext cx="69120" cy="2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37700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C50375A-7DD8-C704-B317-81A36A371471}"/>
              </a:ext>
            </a:extLst>
          </p:cNvPr>
          <p:cNvGrpSpPr/>
          <p:nvPr/>
        </p:nvGrpSpPr>
        <p:grpSpPr>
          <a:xfrm>
            <a:off x="1000944" y="298296"/>
            <a:ext cx="567360" cy="503280"/>
            <a:chOff x="1000944" y="298296"/>
            <a:chExt cx="567360" cy="50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390855C-835E-16E0-CA58-FB49D622288A}"/>
                    </a:ext>
                  </a:extLst>
                </p14:cNvPr>
                <p14:cNvContentPartPr/>
                <p14:nvPr/>
              </p14:nvContentPartPr>
              <p14:xfrm>
                <a:off x="1000944" y="298296"/>
                <a:ext cx="195480" cy="285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390855C-835E-16E0-CA58-FB49D622288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92304" y="289656"/>
                  <a:ext cx="2131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62BFA45-8667-9192-58D7-593F5B6A5D6C}"/>
                    </a:ext>
                  </a:extLst>
                </p14:cNvPr>
                <p14:cNvContentPartPr/>
                <p14:nvPr/>
              </p14:nvContentPartPr>
              <p14:xfrm>
                <a:off x="1169064" y="531936"/>
                <a:ext cx="156600" cy="86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62BFA45-8667-9192-58D7-593F5B6A5D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60064" y="523296"/>
                  <a:ext cx="174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5C466B6-AD52-6FEE-4B73-CF97282E0135}"/>
                    </a:ext>
                  </a:extLst>
                </p14:cNvPr>
                <p14:cNvContentPartPr/>
                <p14:nvPr/>
              </p14:nvContentPartPr>
              <p14:xfrm>
                <a:off x="1378944" y="475416"/>
                <a:ext cx="68760" cy="97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5C466B6-AD52-6FEE-4B73-CF97282E013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9944" y="466776"/>
                  <a:ext cx="864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D3AA9A5-24CE-F4EA-AACA-5656520AFD25}"/>
                    </a:ext>
                  </a:extLst>
                </p14:cNvPr>
                <p14:cNvContentPartPr/>
                <p14:nvPr/>
              </p14:nvContentPartPr>
              <p14:xfrm>
                <a:off x="1479024" y="691416"/>
                <a:ext cx="89280" cy="110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D3AA9A5-24CE-F4EA-AACA-5656520AFD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70024" y="682776"/>
                  <a:ext cx="10692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C87FF4A-BE7D-FF1F-84C8-BB74077CEA82}"/>
              </a:ext>
            </a:extLst>
          </p:cNvPr>
          <p:cNvGrpSpPr/>
          <p:nvPr/>
        </p:nvGrpSpPr>
        <p:grpSpPr>
          <a:xfrm>
            <a:off x="1905624" y="508536"/>
            <a:ext cx="102600" cy="54720"/>
            <a:chOff x="1905624" y="508536"/>
            <a:chExt cx="102600" cy="5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404E64A-43C4-46F3-484A-83ECC9F5AB5A}"/>
                    </a:ext>
                  </a:extLst>
                </p14:cNvPr>
                <p14:cNvContentPartPr/>
                <p14:nvPr/>
              </p14:nvContentPartPr>
              <p14:xfrm>
                <a:off x="1905624" y="508536"/>
                <a:ext cx="102600" cy="5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404E64A-43C4-46F3-484A-83ECC9F5AB5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96624" y="499536"/>
                  <a:ext cx="120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AF1FA5F-1AC3-5FEC-D827-5FD10611D771}"/>
                    </a:ext>
                  </a:extLst>
                </p14:cNvPr>
                <p14:cNvContentPartPr/>
                <p14:nvPr/>
              </p14:nvContentPartPr>
              <p14:xfrm>
                <a:off x="1956744" y="561096"/>
                <a:ext cx="51480" cy="2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AF1FA5F-1AC3-5FEC-D827-5FD10611D77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48104" y="552456"/>
                  <a:ext cx="69120" cy="1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E26AF7B-07C2-E816-098B-499E157C5D80}"/>
                  </a:ext>
                </a:extLst>
              </p14:cNvPr>
              <p14:cNvContentPartPr/>
              <p14:nvPr/>
            </p14:nvContentPartPr>
            <p14:xfrm>
              <a:off x="2503584" y="213336"/>
              <a:ext cx="372600" cy="705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E26AF7B-07C2-E816-098B-499E157C5D8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94944" y="204696"/>
                <a:ext cx="390240" cy="72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EBCB26BA-5020-9A8F-DE8F-2BF0DFB81625}"/>
              </a:ext>
            </a:extLst>
          </p:cNvPr>
          <p:cNvGrpSpPr/>
          <p:nvPr/>
        </p:nvGrpSpPr>
        <p:grpSpPr>
          <a:xfrm>
            <a:off x="2719944" y="131976"/>
            <a:ext cx="1425960" cy="754560"/>
            <a:chOff x="2719944" y="131976"/>
            <a:chExt cx="1425960" cy="75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F5C15B1-A3C3-3AB8-F44A-93B099547622}"/>
                    </a:ext>
                  </a:extLst>
                </p14:cNvPr>
                <p14:cNvContentPartPr/>
                <p14:nvPr/>
              </p14:nvContentPartPr>
              <p14:xfrm>
                <a:off x="2719944" y="261576"/>
                <a:ext cx="59040" cy="122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F5C15B1-A3C3-3AB8-F44A-93B09954762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11304" y="252576"/>
                  <a:ext cx="766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7990B23-6F0F-C4C3-22C5-5C931903D840}"/>
                    </a:ext>
                  </a:extLst>
                </p14:cNvPr>
                <p14:cNvContentPartPr/>
                <p14:nvPr/>
              </p14:nvContentPartPr>
              <p14:xfrm>
                <a:off x="2886264" y="224856"/>
                <a:ext cx="65880" cy="142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7990B23-6F0F-C4C3-22C5-5C931903D8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77264" y="216216"/>
                  <a:ext cx="83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B61A6A-D0A2-E910-3CF2-B1007C7A24ED}"/>
                    </a:ext>
                  </a:extLst>
                </p14:cNvPr>
                <p14:cNvContentPartPr/>
                <p14:nvPr/>
              </p14:nvContentPartPr>
              <p14:xfrm>
                <a:off x="3158784" y="249336"/>
                <a:ext cx="176040" cy="14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B61A6A-D0A2-E910-3CF2-B1007C7A24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50144" y="240336"/>
                  <a:ext cx="193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F81FD99-A7CD-4ED1-D65B-57B950E05C0C}"/>
                    </a:ext>
                  </a:extLst>
                </p14:cNvPr>
                <p14:cNvContentPartPr/>
                <p14:nvPr/>
              </p14:nvContentPartPr>
              <p14:xfrm>
                <a:off x="3453624" y="168696"/>
                <a:ext cx="181080" cy="167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F81FD99-A7CD-4ED1-D65B-57B950E05C0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44624" y="159696"/>
                  <a:ext cx="198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5585146-3301-CF80-AC26-CBF63600D21E}"/>
                    </a:ext>
                  </a:extLst>
                </p14:cNvPr>
                <p14:cNvContentPartPr/>
                <p14:nvPr/>
              </p14:nvContentPartPr>
              <p14:xfrm>
                <a:off x="2727144" y="403416"/>
                <a:ext cx="1027800" cy="159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5585146-3301-CF80-AC26-CBF63600D21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18504" y="394776"/>
                  <a:ext cx="10454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5898FCB-9C4B-5084-0044-8407BB233036}"/>
                    </a:ext>
                  </a:extLst>
                </p14:cNvPr>
                <p14:cNvContentPartPr/>
                <p14:nvPr/>
              </p14:nvContentPartPr>
              <p14:xfrm>
                <a:off x="3185784" y="567936"/>
                <a:ext cx="183240" cy="211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5898FCB-9C4B-5084-0044-8407BB2330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76784" y="558936"/>
                  <a:ext cx="2008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759830F-5CE6-1B1D-FFB4-67F22F3CCE62}"/>
                    </a:ext>
                  </a:extLst>
                </p14:cNvPr>
                <p14:cNvContentPartPr/>
                <p14:nvPr/>
              </p14:nvContentPartPr>
              <p14:xfrm>
                <a:off x="3802464" y="164376"/>
                <a:ext cx="206640" cy="722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759830F-5CE6-1B1D-FFB4-67F22F3CCE6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93464" y="155376"/>
                  <a:ext cx="22428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898463B-ACEF-5FFD-3C35-7693AD2CCC1D}"/>
                    </a:ext>
                  </a:extLst>
                </p14:cNvPr>
                <p14:cNvContentPartPr/>
                <p14:nvPr/>
              </p14:nvContentPartPr>
              <p14:xfrm>
                <a:off x="4029264" y="131976"/>
                <a:ext cx="116640" cy="94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898463B-ACEF-5FFD-3C35-7693AD2CCC1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20624" y="123336"/>
                  <a:ext cx="13428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5961EB9-E135-DD77-231B-D8397DAF8448}"/>
              </a:ext>
            </a:extLst>
          </p:cNvPr>
          <p:cNvGrpSpPr/>
          <p:nvPr/>
        </p:nvGrpSpPr>
        <p:grpSpPr>
          <a:xfrm>
            <a:off x="4612104" y="68616"/>
            <a:ext cx="1429200" cy="681840"/>
            <a:chOff x="4612104" y="68616"/>
            <a:chExt cx="1429200" cy="68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BDB5258-8CA5-E86F-9363-DB0928E8283D}"/>
                    </a:ext>
                  </a:extLst>
                </p14:cNvPr>
                <p14:cNvContentPartPr/>
                <p14:nvPr/>
              </p14:nvContentPartPr>
              <p14:xfrm>
                <a:off x="4621824" y="330336"/>
                <a:ext cx="105120" cy="6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BDB5258-8CA5-E86F-9363-DB0928E8283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12824" y="321696"/>
                  <a:ext cx="122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2AF2234-8F31-6393-1E0A-8E7BE98B14D6}"/>
                    </a:ext>
                  </a:extLst>
                </p14:cNvPr>
                <p14:cNvContentPartPr/>
                <p14:nvPr/>
              </p14:nvContentPartPr>
              <p14:xfrm>
                <a:off x="4612104" y="417456"/>
                <a:ext cx="100440" cy="1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2AF2234-8F31-6393-1E0A-8E7BE98B14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03104" y="408456"/>
                  <a:ext cx="1180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5F22081-C126-B381-CA9C-AF77648184DA}"/>
                    </a:ext>
                  </a:extLst>
                </p14:cNvPr>
                <p14:cNvContentPartPr/>
                <p14:nvPr/>
              </p14:nvContentPartPr>
              <p14:xfrm>
                <a:off x="5343624" y="101016"/>
                <a:ext cx="151560" cy="111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5F22081-C126-B381-CA9C-AF77648184D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34624" y="92016"/>
                  <a:ext cx="169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94949BC-2CA6-5EC8-4587-FE7676BB5D6C}"/>
                    </a:ext>
                  </a:extLst>
                </p14:cNvPr>
                <p14:cNvContentPartPr/>
                <p14:nvPr/>
              </p14:nvContentPartPr>
              <p14:xfrm>
                <a:off x="5219064" y="261216"/>
                <a:ext cx="453960" cy="47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94949BC-2CA6-5EC8-4587-FE7676BB5D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10424" y="252576"/>
                  <a:ext cx="4716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8FFA0D9-8C93-E8DE-20F8-FADDE2BF57B9}"/>
                    </a:ext>
                  </a:extLst>
                </p14:cNvPr>
                <p14:cNvContentPartPr/>
                <p14:nvPr/>
              </p14:nvContentPartPr>
              <p14:xfrm>
                <a:off x="5379984" y="349056"/>
                <a:ext cx="195480" cy="290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8FFA0D9-8C93-E8DE-20F8-FADDE2BF57B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71344" y="340416"/>
                  <a:ext cx="2131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1D6F49C-F6C2-7E03-65C5-BC17FF3D2BE9}"/>
                    </a:ext>
                  </a:extLst>
                </p14:cNvPr>
                <p14:cNvContentPartPr/>
                <p14:nvPr/>
              </p14:nvContentPartPr>
              <p14:xfrm>
                <a:off x="5709384" y="80136"/>
                <a:ext cx="183240" cy="670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1D6F49C-F6C2-7E03-65C5-BC17FF3D2B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00384" y="71136"/>
                  <a:ext cx="200880" cy="68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1974C4B-28CF-CDC3-64E9-EEC6B2FDFBC2}"/>
                    </a:ext>
                  </a:extLst>
                </p14:cNvPr>
                <p14:cNvContentPartPr/>
                <p14:nvPr/>
              </p14:nvContentPartPr>
              <p14:xfrm>
                <a:off x="4865544" y="175896"/>
                <a:ext cx="334440" cy="540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974C4B-28CF-CDC3-64E9-EEC6B2FDFBC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56904" y="167256"/>
                  <a:ext cx="35208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2A8ACFA-9779-09C6-1334-C29E4B64EEB6}"/>
                    </a:ext>
                  </a:extLst>
                </p14:cNvPr>
                <p14:cNvContentPartPr/>
                <p14:nvPr/>
              </p14:nvContentPartPr>
              <p14:xfrm>
                <a:off x="5918184" y="68616"/>
                <a:ext cx="123120" cy="87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2A8ACFA-9779-09C6-1334-C29E4B64EEB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09184" y="59976"/>
                  <a:ext cx="14076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148C665-334E-8CC4-8EFA-AE715D541925}"/>
              </a:ext>
            </a:extLst>
          </p:cNvPr>
          <p:cNvGrpSpPr/>
          <p:nvPr/>
        </p:nvGrpSpPr>
        <p:grpSpPr>
          <a:xfrm>
            <a:off x="6367464" y="202176"/>
            <a:ext cx="146880" cy="90360"/>
            <a:chOff x="6367464" y="202176"/>
            <a:chExt cx="146880" cy="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2EA2421-8A44-5F2D-6FF5-FAD3B7D381E8}"/>
                    </a:ext>
                  </a:extLst>
                </p14:cNvPr>
                <p14:cNvContentPartPr/>
                <p14:nvPr/>
              </p14:nvContentPartPr>
              <p14:xfrm>
                <a:off x="6379704" y="202176"/>
                <a:ext cx="134640" cy="15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2EA2421-8A44-5F2D-6FF5-FAD3B7D381E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71064" y="193176"/>
                  <a:ext cx="152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F6B438-3B97-B868-309D-3540A4915290}"/>
                    </a:ext>
                  </a:extLst>
                </p14:cNvPr>
                <p14:cNvContentPartPr/>
                <p14:nvPr/>
              </p14:nvContentPartPr>
              <p14:xfrm>
                <a:off x="6367464" y="289656"/>
                <a:ext cx="81000" cy="2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BF6B438-3B97-B868-309D-3540A491529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58824" y="281016"/>
                  <a:ext cx="9864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5F35085-05DF-276D-6378-2BBCA527BF65}"/>
              </a:ext>
            </a:extLst>
          </p:cNvPr>
          <p:cNvGrpSpPr/>
          <p:nvPr/>
        </p:nvGrpSpPr>
        <p:grpSpPr>
          <a:xfrm>
            <a:off x="7018704" y="88416"/>
            <a:ext cx="324720" cy="451440"/>
            <a:chOff x="7018704" y="88416"/>
            <a:chExt cx="324720" cy="45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3F69802-5E7D-9B69-0AAC-22CA6E70B4ED}"/>
                    </a:ext>
                  </a:extLst>
                </p14:cNvPr>
                <p14:cNvContentPartPr/>
                <p14:nvPr/>
              </p14:nvContentPartPr>
              <p14:xfrm>
                <a:off x="7074864" y="88416"/>
                <a:ext cx="12600" cy="94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3F69802-5E7D-9B69-0AAC-22CA6E70B4E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65864" y="79416"/>
                  <a:ext cx="30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C2ECEDC-C53D-8334-7FA9-FE23989D68F3}"/>
                    </a:ext>
                  </a:extLst>
                </p14:cNvPr>
                <p14:cNvContentPartPr/>
                <p14:nvPr/>
              </p14:nvContentPartPr>
              <p14:xfrm>
                <a:off x="7018704" y="118296"/>
                <a:ext cx="285480" cy="291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C2ECEDC-C53D-8334-7FA9-FE23989D68F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09704" y="109656"/>
                  <a:ext cx="3031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9834833-4640-432A-C1FB-C0A456C8AD91}"/>
                    </a:ext>
                  </a:extLst>
                </p14:cNvPr>
                <p14:cNvContentPartPr/>
                <p14:nvPr/>
              </p14:nvContentPartPr>
              <p14:xfrm>
                <a:off x="7198704" y="285696"/>
                <a:ext cx="144720" cy="254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9834833-4640-432A-C1FB-C0A456C8AD9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90064" y="277056"/>
                  <a:ext cx="16236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02A9D9F-1174-2F92-431E-5A3B0BE723F5}"/>
              </a:ext>
            </a:extLst>
          </p:cNvPr>
          <p:cNvGrpSpPr/>
          <p:nvPr/>
        </p:nvGrpSpPr>
        <p:grpSpPr>
          <a:xfrm>
            <a:off x="1196064" y="1623456"/>
            <a:ext cx="490320" cy="483120"/>
            <a:chOff x="1196064" y="1623456"/>
            <a:chExt cx="490320" cy="48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8B21871-9A44-397F-6AFE-7FAA8995B92A}"/>
                    </a:ext>
                  </a:extLst>
                </p14:cNvPr>
                <p14:cNvContentPartPr/>
                <p14:nvPr/>
              </p14:nvContentPartPr>
              <p14:xfrm>
                <a:off x="1196064" y="1623456"/>
                <a:ext cx="154080" cy="304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8B21871-9A44-397F-6AFE-7FAA8995B92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87064" y="1614456"/>
                  <a:ext cx="1717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6494330-ECE9-FEFB-561C-EA83BAACA019}"/>
                    </a:ext>
                  </a:extLst>
                </p14:cNvPr>
                <p14:cNvContentPartPr/>
                <p14:nvPr/>
              </p14:nvContentPartPr>
              <p14:xfrm>
                <a:off x="1351944" y="1881936"/>
                <a:ext cx="97920" cy="100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6494330-ECE9-FEFB-561C-EA83BAACA01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42944" y="1872936"/>
                  <a:ext cx="1155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BFD9CA2-61D6-32CA-53FF-E0135153E48C}"/>
                    </a:ext>
                  </a:extLst>
                </p14:cNvPr>
                <p14:cNvContentPartPr/>
                <p14:nvPr/>
              </p14:nvContentPartPr>
              <p14:xfrm>
                <a:off x="1490904" y="1866456"/>
                <a:ext cx="88200" cy="116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BFD9CA2-61D6-32CA-53FF-E0135153E48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82264" y="1857456"/>
                  <a:ext cx="105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14515FA-9E33-1CA0-0BBF-E76A7820DE84}"/>
                    </a:ext>
                  </a:extLst>
                </p14:cNvPr>
                <p14:cNvContentPartPr/>
                <p14:nvPr/>
              </p14:nvContentPartPr>
              <p14:xfrm>
                <a:off x="1610424" y="1993536"/>
                <a:ext cx="75960" cy="113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14515FA-9E33-1CA0-0BBF-E76A7820DE8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01784" y="1984896"/>
                  <a:ext cx="9360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0A08EBB-FF6B-9FD4-FAE9-F16E1058407E}"/>
              </a:ext>
            </a:extLst>
          </p:cNvPr>
          <p:cNvGrpSpPr/>
          <p:nvPr/>
        </p:nvGrpSpPr>
        <p:grpSpPr>
          <a:xfrm>
            <a:off x="2080944" y="1296936"/>
            <a:ext cx="1956240" cy="755640"/>
            <a:chOff x="2080944" y="1296936"/>
            <a:chExt cx="1956240" cy="75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3883E3C-CA55-B32C-D79A-0E74AC65ED1B}"/>
                    </a:ext>
                  </a:extLst>
                </p14:cNvPr>
                <p14:cNvContentPartPr/>
                <p14:nvPr/>
              </p14:nvContentPartPr>
              <p14:xfrm>
                <a:off x="2080944" y="1751256"/>
                <a:ext cx="122400" cy="19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3883E3C-CA55-B32C-D79A-0E74AC65ED1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72304" y="1742256"/>
                  <a:ext cx="140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4B613D4-05DF-26EA-D190-341CADBAF817}"/>
                    </a:ext>
                  </a:extLst>
                </p14:cNvPr>
                <p14:cNvContentPartPr/>
                <p14:nvPr/>
              </p14:nvContentPartPr>
              <p14:xfrm>
                <a:off x="2083464" y="1839816"/>
                <a:ext cx="114840" cy="18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4B613D4-05DF-26EA-D190-341CADBAF81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074824" y="1830816"/>
                  <a:ext cx="132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60E98B0-F5C4-0D0E-C624-01B2DA80C069}"/>
                    </a:ext>
                  </a:extLst>
                </p14:cNvPr>
                <p14:cNvContentPartPr/>
                <p14:nvPr/>
              </p14:nvContentPartPr>
              <p14:xfrm>
                <a:off x="2722464" y="1512936"/>
                <a:ext cx="73440" cy="124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60E98B0-F5C4-0D0E-C624-01B2DA80C0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13824" y="1504296"/>
                  <a:ext cx="91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437BAC8-BA42-8857-1A8E-007145C6738F}"/>
                    </a:ext>
                  </a:extLst>
                </p14:cNvPr>
                <p14:cNvContentPartPr/>
                <p14:nvPr/>
              </p14:nvContentPartPr>
              <p14:xfrm>
                <a:off x="2766384" y="1444536"/>
                <a:ext cx="136800" cy="16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437BAC8-BA42-8857-1A8E-007145C6738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57384" y="1435896"/>
                  <a:ext cx="154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4A910F5-C423-D4EA-689C-88763DF465EC}"/>
                    </a:ext>
                  </a:extLst>
                </p14:cNvPr>
                <p14:cNvContentPartPr/>
                <p14:nvPr/>
              </p14:nvContentPartPr>
              <p14:xfrm>
                <a:off x="3083184" y="1481976"/>
                <a:ext cx="136800" cy="18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4A910F5-C423-D4EA-689C-88763DF465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74544" y="1473336"/>
                  <a:ext cx="154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73BBEE1-840A-FC4F-7DBA-567165915CFA}"/>
                    </a:ext>
                  </a:extLst>
                </p14:cNvPr>
                <p14:cNvContentPartPr/>
                <p14:nvPr/>
              </p14:nvContentPartPr>
              <p14:xfrm>
                <a:off x="3358944" y="1387656"/>
                <a:ext cx="176760" cy="127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73BBEE1-840A-FC4F-7DBA-567165915CF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49944" y="1378656"/>
                  <a:ext cx="194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9736014-130A-8B12-D494-1BF9B25E84DF}"/>
                    </a:ext>
                  </a:extLst>
                </p14:cNvPr>
                <p14:cNvContentPartPr/>
                <p14:nvPr/>
              </p14:nvContentPartPr>
              <p14:xfrm>
                <a:off x="2734704" y="1650456"/>
                <a:ext cx="773280" cy="146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9736014-130A-8B12-D494-1BF9B25E84D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25704" y="1641456"/>
                  <a:ext cx="7909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70D5F85-7A54-3DA9-4847-77CC1C3B7EDD}"/>
                    </a:ext>
                  </a:extLst>
                </p14:cNvPr>
                <p14:cNvContentPartPr/>
                <p14:nvPr/>
              </p14:nvContentPartPr>
              <p14:xfrm>
                <a:off x="3107664" y="1784376"/>
                <a:ext cx="129960" cy="207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70D5F85-7A54-3DA9-4847-77CC1C3B7ED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98664" y="1775736"/>
                  <a:ext cx="1476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A2ADDF6-4915-D0DD-3698-F059349994E9}"/>
                    </a:ext>
                  </a:extLst>
                </p14:cNvPr>
                <p14:cNvContentPartPr/>
                <p14:nvPr/>
              </p14:nvContentPartPr>
              <p14:xfrm>
                <a:off x="3441744" y="1399176"/>
                <a:ext cx="327240" cy="639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A2ADDF6-4915-D0DD-3698-F059349994E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32744" y="1390176"/>
                  <a:ext cx="34488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572372A-4EC8-D17F-9797-01C73C678556}"/>
                    </a:ext>
                  </a:extLst>
                </p14:cNvPr>
                <p14:cNvContentPartPr/>
                <p14:nvPr/>
              </p14:nvContentPartPr>
              <p14:xfrm>
                <a:off x="2374704" y="1567296"/>
                <a:ext cx="455400" cy="485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572372A-4EC8-D17F-9797-01C73C67855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65704" y="1558656"/>
                  <a:ext cx="47304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75AA2AA-C1F2-71A2-7D9D-DE1FB3C1E53E}"/>
                    </a:ext>
                  </a:extLst>
                </p14:cNvPr>
                <p14:cNvContentPartPr/>
                <p14:nvPr/>
              </p14:nvContentPartPr>
              <p14:xfrm>
                <a:off x="3902544" y="1296936"/>
                <a:ext cx="134640" cy="87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75AA2AA-C1F2-71A2-7D9D-DE1FB3C1E53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93544" y="1287936"/>
                  <a:ext cx="15228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54CF92F-ABBF-F141-B30E-509DB441E10B}"/>
              </a:ext>
            </a:extLst>
          </p:cNvPr>
          <p:cNvGrpSpPr/>
          <p:nvPr/>
        </p:nvGrpSpPr>
        <p:grpSpPr>
          <a:xfrm>
            <a:off x="4307184" y="1105056"/>
            <a:ext cx="1456200" cy="773280"/>
            <a:chOff x="4307184" y="1105056"/>
            <a:chExt cx="1456200" cy="77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C301778-7BD5-09F9-6556-315C26066311}"/>
                    </a:ext>
                  </a:extLst>
                </p14:cNvPr>
                <p14:cNvContentPartPr/>
                <p14:nvPr/>
              </p14:nvContentPartPr>
              <p14:xfrm>
                <a:off x="4314744" y="1407456"/>
                <a:ext cx="114840" cy="11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C301778-7BD5-09F9-6556-315C2606631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05744" y="1398456"/>
                  <a:ext cx="132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1352D99-CB58-2070-5697-509E2AD8C08E}"/>
                    </a:ext>
                  </a:extLst>
                </p14:cNvPr>
                <p14:cNvContentPartPr/>
                <p14:nvPr/>
              </p14:nvContentPartPr>
              <p14:xfrm>
                <a:off x="4307184" y="1480536"/>
                <a:ext cx="92880" cy="19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1352D99-CB58-2070-5697-509E2AD8C08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98544" y="1471536"/>
                  <a:ext cx="110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2FEDD2C-49A6-9832-8C2E-14D6B164D552}"/>
                    </a:ext>
                  </a:extLst>
                </p14:cNvPr>
                <p14:cNvContentPartPr/>
                <p14:nvPr/>
              </p14:nvContentPartPr>
              <p14:xfrm>
                <a:off x="4948704" y="1146816"/>
                <a:ext cx="159840" cy="179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2FEDD2C-49A6-9832-8C2E-14D6B164D55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939704" y="1137816"/>
                  <a:ext cx="177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C9D81D8-77B3-C2C0-3EC7-322407EF1762}"/>
                    </a:ext>
                  </a:extLst>
                </p14:cNvPr>
                <p14:cNvContentPartPr/>
                <p14:nvPr/>
              </p14:nvContentPartPr>
              <p14:xfrm>
                <a:off x="4870584" y="1407456"/>
                <a:ext cx="468360" cy="41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C9D81D8-77B3-C2C0-3EC7-322407EF176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61584" y="1398456"/>
                  <a:ext cx="486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2EC684C-E539-F4E4-81D0-AAAE0461E80F}"/>
                    </a:ext>
                  </a:extLst>
                </p14:cNvPr>
                <p14:cNvContentPartPr/>
                <p14:nvPr/>
              </p14:nvContentPartPr>
              <p14:xfrm>
                <a:off x="5038704" y="1538856"/>
                <a:ext cx="168480" cy="204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2EC684C-E539-F4E4-81D0-AAAE0461E80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30064" y="1530216"/>
                  <a:ext cx="1861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1EAD597-841D-078B-C201-5B2440244CFB}"/>
                    </a:ext>
                  </a:extLst>
                </p14:cNvPr>
                <p14:cNvContentPartPr/>
                <p14:nvPr/>
              </p14:nvContentPartPr>
              <p14:xfrm>
                <a:off x="5282424" y="1216296"/>
                <a:ext cx="314280" cy="662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1EAD597-841D-078B-C201-5B2440244CF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73784" y="1207656"/>
                  <a:ext cx="33192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FD6F608-5F8F-35E1-667E-331A93EA8FC0}"/>
                    </a:ext>
                  </a:extLst>
                </p14:cNvPr>
                <p14:cNvContentPartPr/>
                <p14:nvPr/>
              </p14:nvContentPartPr>
              <p14:xfrm>
                <a:off x="4555584" y="1193616"/>
                <a:ext cx="315000" cy="609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FD6F608-5F8F-35E1-667E-331A93EA8FC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46944" y="1184616"/>
                  <a:ext cx="33264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FC50A26-7A99-3C9D-7235-1C5C94CD294B}"/>
                    </a:ext>
                  </a:extLst>
                </p14:cNvPr>
                <p14:cNvContentPartPr/>
                <p14:nvPr/>
              </p14:nvContentPartPr>
              <p14:xfrm>
                <a:off x="5667624" y="1105056"/>
                <a:ext cx="95760" cy="103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FC50A26-7A99-3C9D-7235-1C5C94CD294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58624" y="1096056"/>
                  <a:ext cx="11340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F368EB6-508B-9CDC-5ECB-59CB714DB370}"/>
              </a:ext>
            </a:extLst>
          </p:cNvPr>
          <p:cNvGrpSpPr/>
          <p:nvPr/>
        </p:nvGrpSpPr>
        <p:grpSpPr>
          <a:xfrm>
            <a:off x="6196824" y="1262736"/>
            <a:ext cx="150840" cy="74880"/>
            <a:chOff x="6196824" y="1262736"/>
            <a:chExt cx="150840" cy="7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8CCDD69-CF83-6614-1BFB-352769E3B3F1}"/>
                    </a:ext>
                  </a:extLst>
                </p14:cNvPr>
                <p14:cNvContentPartPr/>
                <p14:nvPr/>
              </p14:nvContentPartPr>
              <p14:xfrm>
                <a:off x="6226344" y="1262736"/>
                <a:ext cx="121320" cy="6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8CCDD69-CF83-6614-1BFB-352769E3B3F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17344" y="1253736"/>
                  <a:ext cx="138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DEA635A-8A4F-74A4-9476-C4B57EB12BDB}"/>
                    </a:ext>
                  </a:extLst>
                </p14:cNvPr>
                <p14:cNvContentPartPr/>
                <p14:nvPr/>
              </p14:nvContentPartPr>
              <p14:xfrm>
                <a:off x="6196824" y="1326816"/>
                <a:ext cx="85680" cy="10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DEA635A-8A4F-74A4-9476-C4B57EB12BD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88184" y="1318176"/>
                  <a:ext cx="10332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90FCA78-2192-7E17-1462-DD6B01F36B93}"/>
              </a:ext>
            </a:extLst>
          </p:cNvPr>
          <p:cNvGrpSpPr/>
          <p:nvPr/>
        </p:nvGrpSpPr>
        <p:grpSpPr>
          <a:xfrm>
            <a:off x="6540984" y="932616"/>
            <a:ext cx="1009440" cy="617040"/>
            <a:chOff x="6540984" y="932616"/>
            <a:chExt cx="1009440" cy="61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2067E5A-E626-6710-9988-6D9E2437C862}"/>
                    </a:ext>
                  </a:extLst>
                </p14:cNvPr>
                <p14:cNvContentPartPr/>
                <p14:nvPr/>
              </p14:nvContentPartPr>
              <p14:xfrm>
                <a:off x="6946704" y="1007136"/>
                <a:ext cx="11160" cy="1339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2067E5A-E626-6710-9988-6D9E2437C86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938064" y="998136"/>
                  <a:ext cx="28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8748354-3F56-7074-BB79-200886DEFD02}"/>
                    </a:ext>
                  </a:extLst>
                </p14:cNvPr>
                <p14:cNvContentPartPr/>
                <p14:nvPr/>
              </p14:nvContentPartPr>
              <p14:xfrm>
                <a:off x="6806664" y="1220616"/>
                <a:ext cx="361080" cy="43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8748354-3F56-7074-BB79-200886DEFD0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97664" y="1211976"/>
                  <a:ext cx="3787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7AB8F85-594A-A253-7157-0820323DE767}"/>
                    </a:ext>
                  </a:extLst>
                </p14:cNvPr>
                <p14:cNvContentPartPr/>
                <p14:nvPr/>
              </p14:nvContentPartPr>
              <p14:xfrm>
                <a:off x="6980544" y="1382976"/>
                <a:ext cx="142920" cy="117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7AB8F85-594A-A253-7157-0820323DE76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71544" y="1373976"/>
                  <a:ext cx="1605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75CF9A-31B8-32F3-BE30-FB9392AD30FE}"/>
                    </a:ext>
                  </a:extLst>
                </p14:cNvPr>
                <p14:cNvContentPartPr/>
                <p14:nvPr/>
              </p14:nvContentPartPr>
              <p14:xfrm>
                <a:off x="6540984" y="1062216"/>
                <a:ext cx="383040" cy="487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75CF9A-31B8-32F3-BE30-FB9392AD30F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31984" y="1053216"/>
                  <a:ext cx="40068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BF7E9C3-CE86-4F1E-2BBD-A0E30A7D4654}"/>
                    </a:ext>
                  </a:extLst>
                </p14:cNvPr>
                <p14:cNvContentPartPr/>
                <p14:nvPr/>
              </p14:nvContentPartPr>
              <p14:xfrm>
                <a:off x="7259904" y="932616"/>
                <a:ext cx="161280" cy="501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BF7E9C3-CE86-4F1E-2BBD-A0E30A7D465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51264" y="923976"/>
                  <a:ext cx="17892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69024F5-9837-9A95-983A-B3775F7AD5D5}"/>
                    </a:ext>
                  </a:extLst>
                </p14:cNvPr>
                <p14:cNvContentPartPr/>
                <p14:nvPr/>
              </p14:nvContentPartPr>
              <p14:xfrm>
                <a:off x="7489944" y="936576"/>
                <a:ext cx="60480" cy="90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69024F5-9837-9A95-983A-B3775F7AD5D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81304" y="927936"/>
                  <a:ext cx="7812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F552DA6-DAED-6CF8-4CE6-9CE00D1948FA}"/>
              </a:ext>
            </a:extLst>
          </p:cNvPr>
          <p:cNvGrpSpPr/>
          <p:nvPr/>
        </p:nvGrpSpPr>
        <p:grpSpPr>
          <a:xfrm>
            <a:off x="7830504" y="1224576"/>
            <a:ext cx="154080" cy="50760"/>
            <a:chOff x="7830504" y="1224576"/>
            <a:chExt cx="154080" cy="5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856EB73-81DE-BCC9-D075-5EDA233879BA}"/>
                    </a:ext>
                  </a:extLst>
                </p14:cNvPr>
                <p14:cNvContentPartPr/>
                <p14:nvPr/>
              </p14:nvContentPartPr>
              <p14:xfrm>
                <a:off x="7830504" y="1224576"/>
                <a:ext cx="83160" cy="14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856EB73-81DE-BCC9-D075-5EDA233879B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21864" y="1215576"/>
                  <a:ext cx="100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B557CB5-D258-90D7-F07D-47CD9D2880A6}"/>
                    </a:ext>
                  </a:extLst>
                </p14:cNvPr>
                <p14:cNvContentPartPr/>
                <p14:nvPr/>
              </p14:nvContentPartPr>
              <p14:xfrm>
                <a:off x="7871904" y="1260216"/>
                <a:ext cx="112680" cy="15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B557CB5-D258-90D7-F07D-47CD9D2880A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63264" y="1251216"/>
                  <a:ext cx="13032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5778CEA-9F6A-EEF0-BDBC-9E8E6A15B7D4}"/>
              </a:ext>
            </a:extLst>
          </p:cNvPr>
          <p:cNvGrpSpPr/>
          <p:nvPr/>
        </p:nvGrpSpPr>
        <p:grpSpPr>
          <a:xfrm>
            <a:off x="8403624" y="849816"/>
            <a:ext cx="336600" cy="309240"/>
            <a:chOff x="8403624" y="849816"/>
            <a:chExt cx="33660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DCB5E60-53AC-3EDD-A006-95327C67BD05}"/>
                    </a:ext>
                  </a:extLst>
                </p14:cNvPr>
                <p14:cNvContentPartPr/>
                <p14:nvPr/>
              </p14:nvContentPartPr>
              <p14:xfrm>
                <a:off x="8489304" y="849816"/>
                <a:ext cx="14400" cy="194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DCB5E60-53AC-3EDD-A006-95327C67BD0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480664" y="840816"/>
                  <a:ext cx="320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E7C007C-CD9B-8817-5315-6644225D8F2A}"/>
                    </a:ext>
                  </a:extLst>
                </p14:cNvPr>
                <p14:cNvContentPartPr/>
                <p14:nvPr/>
              </p14:nvContentPartPr>
              <p14:xfrm>
                <a:off x="8403624" y="1129536"/>
                <a:ext cx="336600" cy="29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E7C007C-CD9B-8817-5315-6644225D8F2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394624" y="1120536"/>
                  <a:ext cx="35424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CCD95D1F-3B89-D5D9-4735-3EE99A68D031}"/>
                  </a:ext>
                </a:extLst>
              </p14:cNvPr>
              <p14:cNvContentPartPr/>
              <p14:nvPr/>
            </p14:nvContentPartPr>
            <p14:xfrm>
              <a:off x="8512344" y="1286136"/>
              <a:ext cx="145080" cy="1022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CCD95D1F-3B89-D5D9-4735-3EE99A68D03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503704" y="1277136"/>
                <a:ext cx="162720" cy="11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433E92A-998C-9537-10AF-9FBC842FA694}"/>
              </a:ext>
            </a:extLst>
          </p:cNvPr>
          <p:cNvGrpSpPr/>
          <p:nvPr/>
        </p:nvGrpSpPr>
        <p:grpSpPr>
          <a:xfrm>
            <a:off x="8947224" y="818856"/>
            <a:ext cx="532080" cy="536040"/>
            <a:chOff x="8947224" y="818856"/>
            <a:chExt cx="532080" cy="53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1AB0771-A579-0C90-3466-6B0B7C8970DD}"/>
                    </a:ext>
                  </a:extLst>
                </p14:cNvPr>
                <p14:cNvContentPartPr/>
                <p14:nvPr/>
              </p14:nvContentPartPr>
              <p14:xfrm>
                <a:off x="8947224" y="1055376"/>
                <a:ext cx="102600" cy="119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1AB0771-A579-0C90-3466-6B0B7C8970D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938584" y="1046736"/>
                  <a:ext cx="120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5240BF-B4B3-EF2B-13DD-F70043608B75}"/>
                    </a:ext>
                  </a:extLst>
                </p14:cNvPr>
                <p14:cNvContentPartPr/>
                <p14:nvPr/>
              </p14:nvContentPartPr>
              <p14:xfrm>
                <a:off x="8949744" y="1096776"/>
                <a:ext cx="149040" cy="6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5240BF-B4B3-EF2B-13DD-F70043608B7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941104" y="1088136"/>
                  <a:ext cx="166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A52AD25-4C00-8048-95B8-5C4968F86411}"/>
                    </a:ext>
                  </a:extLst>
                </p14:cNvPr>
                <p14:cNvContentPartPr/>
                <p14:nvPr/>
              </p14:nvContentPartPr>
              <p14:xfrm>
                <a:off x="9364464" y="818856"/>
                <a:ext cx="44280" cy="198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A52AD25-4C00-8048-95B8-5C4968F8641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55464" y="810216"/>
                  <a:ext cx="61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E2381B0-1543-F159-D5F9-96F9C9A72AFA}"/>
                    </a:ext>
                  </a:extLst>
                </p14:cNvPr>
                <p14:cNvContentPartPr/>
                <p14:nvPr/>
              </p14:nvContentPartPr>
              <p14:xfrm>
                <a:off x="9252144" y="1105776"/>
                <a:ext cx="227160" cy="28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E2381B0-1543-F159-D5F9-96F9C9A72AF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43144" y="1097136"/>
                  <a:ext cx="244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69F01BB-1614-4D02-B775-469288D73E2C}"/>
                    </a:ext>
                  </a:extLst>
                </p14:cNvPr>
                <p14:cNvContentPartPr/>
                <p14:nvPr/>
              </p14:nvContentPartPr>
              <p14:xfrm>
                <a:off x="9298584" y="1257696"/>
                <a:ext cx="173520" cy="97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69F01BB-1614-4D02-B775-469288D73E2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289584" y="1249056"/>
                  <a:ext cx="19116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CB0C9D6-86F1-85C4-FE10-D20E13184923}"/>
              </a:ext>
            </a:extLst>
          </p:cNvPr>
          <p:cNvGrpSpPr/>
          <p:nvPr/>
        </p:nvGrpSpPr>
        <p:grpSpPr>
          <a:xfrm>
            <a:off x="9837144" y="1071576"/>
            <a:ext cx="151560" cy="67680"/>
            <a:chOff x="9837144" y="1071576"/>
            <a:chExt cx="151560" cy="6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D35B192-5E40-963E-63E4-DCC054965DB1}"/>
                    </a:ext>
                  </a:extLst>
                </p14:cNvPr>
                <p14:cNvContentPartPr/>
                <p14:nvPr/>
              </p14:nvContentPartPr>
              <p14:xfrm>
                <a:off x="9837144" y="1071576"/>
                <a:ext cx="85680" cy="19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D35B192-5E40-963E-63E4-DCC054965D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828504" y="1062936"/>
                  <a:ext cx="103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F5CFAAD-A351-944A-7CB9-64A97405DE01}"/>
                    </a:ext>
                  </a:extLst>
                </p14:cNvPr>
                <p14:cNvContentPartPr/>
                <p14:nvPr/>
              </p14:nvContentPartPr>
              <p14:xfrm>
                <a:off x="9837144" y="1091016"/>
                <a:ext cx="151560" cy="48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F5CFAAD-A351-944A-7CB9-64A97405DE0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828504" y="1082376"/>
                  <a:ext cx="16920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899A5E89-FD55-EEC7-988A-6BFF9DD5F2D1}"/>
                  </a:ext>
                </a:extLst>
              </p14:cNvPr>
              <p14:cNvContentPartPr/>
              <p14:nvPr/>
            </p14:nvContentPartPr>
            <p14:xfrm>
              <a:off x="10385784" y="773496"/>
              <a:ext cx="34560" cy="2066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899A5E89-FD55-EEC7-988A-6BFF9DD5F2D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377144" y="764496"/>
                <a:ext cx="5220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9DB7F8D-4406-D9AC-32D6-FCD10DF5AC18}"/>
                  </a:ext>
                </a:extLst>
              </p14:cNvPr>
              <p14:cNvContentPartPr/>
              <p14:nvPr/>
            </p14:nvContentPartPr>
            <p14:xfrm>
              <a:off x="10266624" y="1098576"/>
              <a:ext cx="202680" cy="1080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9DB7F8D-4406-D9AC-32D6-FCD10DF5AC18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257624" y="1089576"/>
                <a:ext cx="22032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CD2CDF1-13CF-18C2-9B01-889F1B61AF83}"/>
              </a:ext>
            </a:extLst>
          </p:cNvPr>
          <p:cNvGrpSpPr/>
          <p:nvPr/>
        </p:nvGrpSpPr>
        <p:grpSpPr>
          <a:xfrm>
            <a:off x="10249344" y="1209096"/>
            <a:ext cx="219960" cy="429480"/>
            <a:chOff x="10249344" y="1209096"/>
            <a:chExt cx="219960" cy="42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9DCEAAE-1C6B-13BC-B8E2-05D33F7D0A3D}"/>
                    </a:ext>
                  </a:extLst>
                </p14:cNvPr>
                <p14:cNvContentPartPr/>
                <p14:nvPr/>
              </p14:nvContentPartPr>
              <p14:xfrm>
                <a:off x="10281024" y="1209096"/>
                <a:ext cx="188280" cy="182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9DCEAAE-1C6B-13BC-B8E2-05D33F7D0A3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272384" y="1200096"/>
                  <a:ext cx="2059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2B6562D-2A9A-4E1D-3F01-F7D12606BD73}"/>
                    </a:ext>
                  </a:extLst>
                </p14:cNvPr>
                <p14:cNvContentPartPr/>
                <p14:nvPr/>
              </p14:nvContentPartPr>
              <p14:xfrm>
                <a:off x="10249344" y="1310616"/>
                <a:ext cx="188280" cy="327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2B6562D-2A9A-4E1D-3F01-F7D12606BD7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240704" y="1301616"/>
                  <a:ext cx="20592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FD5C245-72A6-E447-EE19-55A4E4DF012D}"/>
              </a:ext>
            </a:extLst>
          </p:cNvPr>
          <p:cNvGrpSpPr/>
          <p:nvPr/>
        </p:nvGrpSpPr>
        <p:grpSpPr>
          <a:xfrm>
            <a:off x="1904904" y="2749176"/>
            <a:ext cx="883800" cy="572040"/>
            <a:chOff x="1904904" y="2749176"/>
            <a:chExt cx="883800" cy="57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186A08D-14C7-B170-F8A4-EC4E9CCF4329}"/>
                    </a:ext>
                  </a:extLst>
                </p14:cNvPr>
                <p14:cNvContentPartPr/>
                <p14:nvPr/>
              </p14:nvContentPartPr>
              <p14:xfrm>
                <a:off x="1939824" y="2768616"/>
                <a:ext cx="165960" cy="162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186A08D-14C7-B170-F8A4-EC4E9CCF432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930824" y="2759976"/>
                  <a:ext cx="1836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4E1A83F-5DD2-3372-6CD0-F8C2FFE9F1A7}"/>
                    </a:ext>
                  </a:extLst>
                </p14:cNvPr>
                <p14:cNvContentPartPr/>
                <p14:nvPr/>
              </p14:nvContentPartPr>
              <p14:xfrm>
                <a:off x="2078784" y="2924856"/>
                <a:ext cx="73440" cy="741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4E1A83F-5DD2-3372-6CD0-F8C2FFE9F1A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069784" y="2915856"/>
                  <a:ext cx="91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7871C8-6A86-FD67-58D4-3540F60949C8}"/>
                    </a:ext>
                  </a:extLst>
                </p14:cNvPr>
                <p14:cNvContentPartPr/>
                <p14:nvPr/>
              </p14:nvContentPartPr>
              <p14:xfrm>
                <a:off x="2415024" y="2789496"/>
                <a:ext cx="27360" cy="111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7871C8-6A86-FD67-58D4-3540F60949C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406384" y="2780496"/>
                  <a:ext cx="45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A0B9A33-C988-CD59-3E4B-E47CFA556B02}"/>
                    </a:ext>
                  </a:extLst>
                </p14:cNvPr>
                <p14:cNvContentPartPr/>
                <p14:nvPr/>
              </p14:nvContentPartPr>
              <p14:xfrm>
                <a:off x="2586024" y="2766096"/>
                <a:ext cx="22320" cy="106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A0B9A33-C988-CD59-3E4B-E47CFA556B0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77024" y="2757456"/>
                  <a:ext cx="39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12D441A-8FEE-9195-9AF0-9B3096654643}"/>
                    </a:ext>
                  </a:extLst>
                </p14:cNvPr>
                <p14:cNvContentPartPr/>
                <p14:nvPr/>
              </p14:nvContentPartPr>
              <p14:xfrm>
                <a:off x="2754144" y="2749176"/>
                <a:ext cx="34560" cy="140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12D441A-8FEE-9195-9AF0-9B309665464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45144" y="2740176"/>
                  <a:ext cx="52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D4C53A2-B0DD-4469-38B8-6F6888602204}"/>
                    </a:ext>
                  </a:extLst>
                </p14:cNvPr>
                <p14:cNvContentPartPr/>
                <p14:nvPr/>
              </p14:nvContentPartPr>
              <p14:xfrm>
                <a:off x="1904904" y="3172176"/>
                <a:ext cx="140400" cy="1490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D4C53A2-B0DD-4469-38B8-6F688860220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896264" y="3163176"/>
                  <a:ext cx="1580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2A6EC72-A81E-3F7E-1A59-20BE79702CAE}"/>
                    </a:ext>
                  </a:extLst>
                </p14:cNvPr>
                <p14:cNvContentPartPr/>
                <p14:nvPr/>
              </p14:nvContentPartPr>
              <p14:xfrm>
                <a:off x="2132424" y="3278376"/>
                <a:ext cx="22320" cy="37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2A6EC72-A81E-3F7E-1A59-20BE79702CA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123424" y="3269376"/>
                  <a:ext cx="39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F65EA9C-C452-F78A-BD4E-8A0FA8852BFF}"/>
                    </a:ext>
                  </a:extLst>
                </p14:cNvPr>
                <p14:cNvContentPartPr/>
                <p14:nvPr/>
              </p14:nvContentPartPr>
              <p14:xfrm>
                <a:off x="2383344" y="3190536"/>
                <a:ext cx="7560" cy="88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F65EA9C-C452-F78A-BD4E-8A0FA8852BF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374704" y="3181536"/>
                  <a:ext cx="252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5BB0149-FBC7-A6EA-B302-00FDE016F4B4}"/>
                    </a:ext>
                  </a:extLst>
                </p14:cNvPr>
                <p14:cNvContentPartPr/>
                <p14:nvPr/>
              </p14:nvContentPartPr>
              <p14:xfrm>
                <a:off x="2544264" y="3160296"/>
                <a:ext cx="7560" cy="766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5BB0149-FBC7-A6EA-B302-00FDE016F4B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535624" y="3151656"/>
                  <a:ext cx="252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2FB516F-BD8C-F3A4-3116-B0B06DE05A3F}"/>
                    </a:ext>
                  </a:extLst>
                </p14:cNvPr>
                <p14:cNvContentPartPr/>
                <p14:nvPr/>
              </p14:nvContentPartPr>
              <p14:xfrm>
                <a:off x="2722464" y="3105936"/>
                <a:ext cx="44280" cy="1450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2FB516F-BD8C-F3A4-3116-B0B06DE05A3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713464" y="3097296"/>
                  <a:ext cx="61920" cy="16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341F1FA-E683-8C5F-676F-4C6B2ABFE33E}"/>
                  </a:ext>
                </a:extLst>
              </p14:cNvPr>
              <p14:cNvContentPartPr/>
              <p14:nvPr/>
            </p14:nvContentPartPr>
            <p14:xfrm>
              <a:off x="2951424" y="4176216"/>
              <a:ext cx="38880" cy="2271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341F1FA-E683-8C5F-676F-4C6B2ABFE33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942784" y="4167576"/>
                <a:ext cx="5652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A34D04FA-4A78-1DBB-C258-195D25B48297}"/>
                  </a:ext>
                </a:extLst>
              </p14:cNvPr>
              <p14:cNvContentPartPr/>
              <p14:nvPr/>
            </p14:nvContentPartPr>
            <p14:xfrm>
              <a:off x="2646144" y="4123296"/>
              <a:ext cx="87840" cy="21672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A34D04FA-4A78-1DBB-C258-195D25B48297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637504" y="4114296"/>
                <a:ext cx="105480" cy="2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77B4D100-AE0C-21CF-F6BA-584AE1662D07}"/>
              </a:ext>
            </a:extLst>
          </p:cNvPr>
          <p:cNvGrpSpPr/>
          <p:nvPr/>
        </p:nvGrpSpPr>
        <p:grpSpPr>
          <a:xfrm>
            <a:off x="268704" y="3439296"/>
            <a:ext cx="3135960" cy="1342080"/>
            <a:chOff x="268704" y="3439296"/>
            <a:chExt cx="3135960" cy="13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8D171F-3B1E-01AC-4869-68DE23BC469D}"/>
                    </a:ext>
                  </a:extLst>
                </p14:cNvPr>
                <p14:cNvContentPartPr/>
                <p14:nvPr/>
              </p14:nvContentPartPr>
              <p14:xfrm>
                <a:off x="1876104" y="3524256"/>
                <a:ext cx="129600" cy="119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B8D171F-3B1E-01AC-4869-68DE23BC469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867464" y="3515256"/>
                  <a:ext cx="147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C524522-D141-50D5-2C23-FE500B62BC6D}"/>
                    </a:ext>
                  </a:extLst>
                </p14:cNvPr>
                <p14:cNvContentPartPr/>
                <p14:nvPr/>
              </p14:nvContentPartPr>
              <p14:xfrm>
                <a:off x="2061504" y="3613896"/>
                <a:ext cx="39240" cy="694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C524522-D141-50D5-2C23-FE500B62BC6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052864" y="3605256"/>
                  <a:ext cx="568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B41B8E9-F182-718F-CE97-8AAB9F080541}"/>
                    </a:ext>
                  </a:extLst>
                </p14:cNvPr>
                <p14:cNvContentPartPr/>
                <p14:nvPr/>
              </p14:nvContentPartPr>
              <p14:xfrm>
                <a:off x="2415024" y="3490416"/>
                <a:ext cx="12600" cy="79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B41B8E9-F182-718F-CE97-8AAB9F08054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406384" y="3481416"/>
                  <a:ext cx="302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000F272-50A4-76C4-C072-A60079545FB4}"/>
                    </a:ext>
                  </a:extLst>
                </p14:cNvPr>
                <p14:cNvContentPartPr/>
                <p14:nvPr/>
              </p14:nvContentPartPr>
              <p14:xfrm>
                <a:off x="2568744" y="3465216"/>
                <a:ext cx="10080" cy="928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000F272-50A4-76C4-C072-A60079545FB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560104" y="3456216"/>
                  <a:ext cx="277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B683D46-5A3C-633D-B0EF-BC01513379ED}"/>
                    </a:ext>
                  </a:extLst>
                </p14:cNvPr>
                <p14:cNvContentPartPr/>
                <p14:nvPr/>
              </p14:nvContentPartPr>
              <p14:xfrm>
                <a:off x="2761344" y="3439296"/>
                <a:ext cx="34560" cy="1036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B683D46-5A3C-633D-B0EF-BC01513379E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752704" y="3430296"/>
                  <a:ext cx="52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233076A-F55E-5B68-03F9-B81FF9D3108B}"/>
                    </a:ext>
                  </a:extLst>
                </p14:cNvPr>
                <p14:cNvContentPartPr/>
                <p14:nvPr/>
              </p14:nvContentPartPr>
              <p14:xfrm>
                <a:off x="1876464" y="3821256"/>
                <a:ext cx="140040" cy="171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233076A-F55E-5B68-03F9-B81FF9D3108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867464" y="3812256"/>
                  <a:ext cx="157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18000CB-D545-F99E-0793-3DE3230C44C8}"/>
                    </a:ext>
                  </a:extLst>
                </p14:cNvPr>
                <p14:cNvContentPartPr/>
                <p14:nvPr/>
              </p14:nvContentPartPr>
              <p14:xfrm>
                <a:off x="2073744" y="3958416"/>
                <a:ext cx="44280" cy="60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18000CB-D545-F99E-0793-3DE3230C44C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065104" y="3949776"/>
                  <a:ext cx="61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D1103EA-0777-FA9C-0CDE-D294BDB43BFA}"/>
                    </a:ext>
                  </a:extLst>
                </p14:cNvPr>
                <p14:cNvContentPartPr/>
                <p14:nvPr/>
              </p14:nvContentPartPr>
              <p14:xfrm>
                <a:off x="2393064" y="3798936"/>
                <a:ext cx="144360" cy="101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D1103EA-0777-FA9C-0CDE-D294BDB43BF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384424" y="3790296"/>
                  <a:ext cx="1620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F00B82F-FA0D-899A-1BAB-9AE2B1F779D6}"/>
                    </a:ext>
                  </a:extLst>
                </p14:cNvPr>
                <p14:cNvContentPartPr/>
                <p14:nvPr/>
              </p14:nvContentPartPr>
              <p14:xfrm>
                <a:off x="2575944" y="3753576"/>
                <a:ext cx="90720" cy="1224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F00B82F-FA0D-899A-1BAB-9AE2B1F779D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567304" y="3744936"/>
                  <a:ext cx="1083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C98A1A0-7E3B-3746-6B76-43E39C55BEA3}"/>
                    </a:ext>
                  </a:extLst>
                </p14:cNvPr>
                <p14:cNvContentPartPr/>
                <p14:nvPr/>
              </p14:nvContentPartPr>
              <p14:xfrm>
                <a:off x="2663784" y="3671496"/>
                <a:ext cx="68760" cy="4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C98A1A0-7E3B-3746-6B76-43E39C55BEA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655144" y="3662856"/>
                  <a:ext cx="864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B0D56EE-C898-26BA-DBC0-E0EF3004D6AC}"/>
                    </a:ext>
                  </a:extLst>
                </p14:cNvPr>
                <p14:cNvContentPartPr/>
                <p14:nvPr/>
              </p14:nvContentPartPr>
              <p14:xfrm>
                <a:off x="2798064" y="3708576"/>
                <a:ext cx="135360" cy="997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B0D56EE-C898-26BA-DBC0-E0EF3004D6A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789064" y="3699936"/>
                  <a:ext cx="1530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485695C-C386-4E12-7310-F0806AFD6110}"/>
                    </a:ext>
                  </a:extLst>
                </p14:cNvPr>
                <p14:cNvContentPartPr/>
                <p14:nvPr/>
              </p14:nvContentPartPr>
              <p14:xfrm>
                <a:off x="1288584" y="3950856"/>
                <a:ext cx="1894680" cy="278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485695C-C386-4E12-7310-F0806AFD611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79944" y="3942216"/>
                  <a:ext cx="19123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8C47986-3BF6-DC08-2461-3C4A64CDA08E}"/>
                    </a:ext>
                  </a:extLst>
                </p14:cNvPr>
                <p14:cNvContentPartPr/>
                <p14:nvPr/>
              </p14:nvContentPartPr>
              <p14:xfrm>
                <a:off x="1171584" y="4435056"/>
                <a:ext cx="2233080" cy="346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8C47986-3BF6-DC08-2461-3C4A64CDA08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62944" y="4426056"/>
                  <a:ext cx="22507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3435177-6205-FEA0-E375-4A4D6EAF4608}"/>
                    </a:ext>
                  </a:extLst>
                </p14:cNvPr>
                <p14:cNvContentPartPr/>
                <p14:nvPr/>
              </p14:nvContentPartPr>
              <p14:xfrm>
                <a:off x="268704" y="4580496"/>
                <a:ext cx="96120" cy="1188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3435177-6205-FEA0-E375-4A4D6EAF460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60064" y="4571496"/>
                  <a:ext cx="113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DB8D255-D764-0BB6-4CDC-4716773840F4}"/>
                    </a:ext>
                  </a:extLst>
                </p14:cNvPr>
                <p14:cNvContentPartPr/>
                <p14:nvPr/>
              </p14:nvContentPartPr>
              <p14:xfrm>
                <a:off x="401184" y="4390056"/>
                <a:ext cx="144360" cy="766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DB8D255-D764-0BB6-4CDC-4716773840F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92184" y="4381056"/>
                  <a:ext cx="1620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21EE70C-3770-2638-A89A-C7CBB8F6A5B8}"/>
                    </a:ext>
                  </a:extLst>
                </p14:cNvPr>
                <p14:cNvContentPartPr/>
                <p14:nvPr/>
              </p14:nvContentPartPr>
              <p14:xfrm>
                <a:off x="774144" y="4502376"/>
                <a:ext cx="151560" cy="44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21EE70C-3770-2638-A89A-C7CBB8F6A5B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65504" y="4493376"/>
                  <a:ext cx="169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FAEB736-13C4-BB77-A06C-810C9E2890FE}"/>
                    </a:ext>
                  </a:extLst>
                </p14:cNvPr>
                <p14:cNvContentPartPr/>
                <p14:nvPr/>
              </p14:nvContentPartPr>
              <p14:xfrm>
                <a:off x="827784" y="4571136"/>
                <a:ext cx="119880" cy="190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FAEB736-13C4-BB77-A06C-810C9E2890F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19144" y="4562496"/>
                  <a:ext cx="137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52C377C-D29C-336E-BD30-4CA801DED083}"/>
                    </a:ext>
                  </a:extLst>
                </p14:cNvPr>
                <p14:cNvContentPartPr/>
                <p14:nvPr/>
              </p14:nvContentPartPr>
              <p14:xfrm>
                <a:off x="2449224" y="4220496"/>
                <a:ext cx="107640" cy="1584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52C377C-D29C-336E-BD30-4CA801DED08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40584" y="4211856"/>
                  <a:ext cx="125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2389AC3-6DC5-4C53-29EA-69DAC6408105}"/>
                    </a:ext>
                  </a:extLst>
                </p14:cNvPr>
                <p14:cNvContentPartPr/>
                <p14:nvPr/>
              </p14:nvContentPartPr>
              <p14:xfrm>
                <a:off x="2488464" y="4156056"/>
                <a:ext cx="70920" cy="6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2389AC3-6DC5-4C53-29EA-69DAC640810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479464" y="4147056"/>
                  <a:ext cx="885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BC36802-004B-2770-B62C-DAB88CCB50AE}"/>
                    </a:ext>
                  </a:extLst>
                </p14:cNvPr>
                <p14:cNvContentPartPr/>
                <p14:nvPr/>
              </p14:nvContentPartPr>
              <p14:xfrm>
                <a:off x="1990224" y="4235256"/>
                <a:ext cx="118800" cy="1756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BC36802-004B-2770-B62C-DAB88CCB50A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981584" y="4226256"/>
                  <a:ext cx="1364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CF2917B-5CAA-B1C8-FB5F-2A48AD249A8C}"/>
                    </a:ext>
                  </a:extLst>
                </p14:cNvPr>
                <p14:cNvContentPartPr/>
                <p14:nvPr/>
              </p14:nvContentPartPr>
              <p14:xfrm>
                <a:off x="2237184" y="4342176"/>
                <a:ext cx="37080" cy="1245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CF2917B-5CAA-B1C8-FB5F-2A48AD249A8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228184" y="4333176"/>
                  <a:ext cx="5472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BEF1388-A78A-B649-539C-222339460207}"/>
              </a:ext>
            </a:extLst>
          </p:cNvPr>
          <p:cNvGrpSpPr/>
          <p:nvPr/>
        </p:nvGrpSpPr>
        <p:grpSpPr>
          <a:xfrm>
            <a:off x="4753944" y="3970656"/>
            <a:ext cx="470520" cy="148320"/>
            <a:chOff x="4753944" y="3970656"/>
            <a:chExt cx="470520" cy="14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77ACFEB-DCCA-4EA9-7ABD-016E023024C0}"/>
                    </a:ext>
                  </a:extLst>
                </p14:cNvPr>
                <p14:cNvContentPartPr/>
                <p14:nvPr/>
              </p14:nvContentPartPr>
              <p14:xfrm>
                <a:off x="4753944" y="3977856"/>
                <a:ext cx="113040" cy="1411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77ACFEB-DCCA-4EA9-7ABD-016E023024C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744944" y="3969216"/>
                  <a:ext cx="1306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D2A720A-65FF-01A5-A8B3-3B0A09256178}"/>
                    </a:ext>
                  </a:extLst>
                </p14:cNvPr>
                <p14:cNvContentPartPr/>
                <p14:nvPr/>
              </p14:nvContentPartPr>
              <p14:xfrm>
                <a:off x="5072904" y="3970656"/>
                <a:ext cx="151560" cy="237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D2A720A-65FF-01A5-A8B3-3B0A0925617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063904" y="3962016"/>
                  <a:ext cx="169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08BC5C3-F58D-CC62-A421-67256EBFCCAC}"/>
                    </a:ext>
                  </a:extLst>
                </p14:cNvPr>
                <p14:cNvContentPartPr/>
                <p14:nvPr/>
              </p14:nvContentPartPr>
              <p14:xfrm>
                <a:off x="5089824" y="4032576"/>
                <a:ext cx="112680" cy="61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08BC5C3-F58D-CC62-A421-67256EBFCCA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081184" y="4023576"/>
                  <a:ext cx="13032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711068BC-BA93-7987-D49F-47DD92858850}"/>
              </a:ext>
            </a:extLst>
          </p:cNvPr>
          <p:cNvGrpSpPr/>
          <p:nvPr/>
        </p:nvGrpSpPr>
        <p:grpSpPr>
          <a:xfrm>
            <a:off x="5472864" y="3794976"/>
            <a:ext cx="680760" cy="244440"/>
            <a:chOff x="5472864" y="3794976"/>
            <a:chExt cx="680760" cy="24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DA22909-2258-E5CD-7010-3273173FECAA}"/>
                    </a:ext>
                  </a:extLst>
                </p14:cNvPr>
                <p14:cNvContentPartPr/>
                <p14:nvPr/>
              </p14:nvContentPartPr>
              <p14:xfrm>
                <a:off x="5472864" y="3859056"/>
                <a:ext cx="129600" cy="153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DA22909-2258-E5CD-7010-3273173FECA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463864" y="3850416"/>
                  <a:ext cx="147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CDB0A2D-4E10-B3E7-AB8F-10F05F85C7A5}"/>
                    </a:ext>
                  </a:extLst>
                </p14:cNvPr>
                <p14:cNvContentPartPr/>
                <p14:nvPr/>
              </p14:nvContentPartPr>
              <p14:xfrm>
                <a:off x="5667984" y="3967416"/>
                <a:ext cx="39240" cy="720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CDB0A2D-4E10-B3E7-AB8F-10F05F85C7A5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658984" y="3958776"/>
                  <a:ext cx="568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DCC1903-804C-0CDA-F9EC-11E805C43F11}"/>
                    </a:ext>
                  </a:extLst>
                </p14:cNvPr>
                <p14:cNvContentPartPr/>
                <p14:nvPr/>
              </p14:nvContentPartPr>
              <p14:xfrm>
                <a:off x="5801904" y="3794976"/>
                <a:ext cx="99360" cy="183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DCC1903-804C-0CDA-F9EC-11E805C43F1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793264" y="3786336"/>
                  <a:ext cx="117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876A916-4C30-471F-901F-F758C425F99E}"/>
                    </a:ext>
                  </a:extLst>
                </p14:cNvPr>
                <p14:cNvContentPartPr/>
                <p14:nvPr/>
              </p14:nvContentPartPr>
              <p14:xfrm>
                <a:off x="5806944" y="3891096"/>
                <a:ext cx="117360" cy="216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876A916-4C30-471F-901F-F758C425F99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797944" y="3882096"/>
                  <a:ext cx="135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90FC2BD-C1DD-6349-DC6B-1DFFE04ECDD7}"/>
                    </a:ext>
                  </a:extLst>
                </p14:cNvPr>
                <p14:cNvContentPartPr/>
                <p14:nvPr/>
              </p14:nvContentPartPr>
              <p14:xfrm>
                <a:off x="5921064" y="3813696"/>
                <a:ext cx="115200" cy="2228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90FC2BD-C1DD-6349-DC6B-1DFFE04ECDD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912064" y="3805056"/>
                  <a:ext cx="1328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498F9C0-FACD-F22D-DC56-B59D59D7E20B}"/>
                    </a:ext>
                  </a:extLst>
                </p14:cNvPr>
                <p14:cNvContentPartPr/>
                <p14:nvPr/>
              </p14:nvContentPartPr>
              <p14:xfrm>
                <a:off x="6050664" y="3875616"/>
                <a:ext cx="102960" cy="1515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498F9C0-FACD-F22D-DC56-B59D59D7E20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041664" y="3866616"/>
                  <a:ext cx="120600" cy="169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20667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14277C1-1FA2-3B25-3258-58D031404829}"/>
              </a:ext>
            </a:extLst>
          </p:cNvPr>
          <p:cNvGrpSpPr/>
          <p:nvPr/>
        </p:nvGrpSpPr>
        <p:grpSpPr>
          <a:xfrm>
            <a:off x="1181304" y="521496"/>
            <a:ext cx="151560" cy="172800"/>
            <a:chOff x="1181304" y="521496"/>
            <a:chExt cx="15156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3703EEB-5BBE-73F6-7EE4-7AA643C3F95E}"/>
                    </a:ext>
                  </a:extLst>
                </p14:cNvPr>
                <p14:cNvContentPartPr/>
                <p14:nvPr/>
              </p14:nvContentPartPr>
              <p14:xfrm>
                <a:off x="1199304" y="521496"/>
                <a:ext cx="123480" cy="172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3703EEB-5BBE-73F6-7EE4-7AA643C3F95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90304" y="512496"/>
                  <a:ext cx="1411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9ABA09C-A9D2-1310-67AC-A168AC4468AB}"/>
                    </a:ext>
                  </a:extLst>
                </p14:cNvPr>
                <p14:cNvContentPartPr/>
                <p14:nvPr/>
              </p14:nvContentPartPr>
              <p14:xfrm>
                <a:off x="1181304" y="584136"/>
                <a:ext cx="151560" cy="37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9ABA09C-A9D2-1310-67AC-A168AC4468A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2664" y="575136"/>
                  <a:ext cx="1692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909A023-D8A5-AB7F-A886-952382BEF3CE}"/>
              </a:ext>
            </a:extLst>
          </p:cNvPr>
          <p:cNvGrpSpPr/>
          <p:nvPr/>
        </p:nvGrpSpPr>
        <p:grpSpPr>
          <a:xfrm>
            <a:off x="1639944" y="288576"/>
            <a:ext cx="1476720" cy="390240"/>
            <a:chOff x="1639944" y="288576"/>
            <a:chExt cx="1476720" cy="39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19E2D36-E4D4-6BE4-5EC6-CFF8A19E0342}"/>
                    </a:ext>
                  </a:extLst>
                </p14:cNvPr>
                <p14:cNvContentPartPr/>
                <p14:nvPr/>
              </p14:nvContentPartPr>
              <p14:xfrm>
                <a:off x="1639944" y="528696"/>
                <a:ext cx="114120" cy="4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19E2D36-E4D4-6BE4-5EC6-CFF8A19E03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30944" y="520056"/>
                  <a:ext cx="131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F637B32-90AC-9C8D-1E30-40DB20445E67}"/>
                    </a:ext>
                  </a:extLst>
                </p14:cNvPr>
                <p14:cNvContentPartPr/>
                <p14:nvPr/>
              </p14:nvContentPartPr>
              <p14:xfrm>
                <a:off x="1639944" y="575856"/>
                <a:ext cx="112680" cy="31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F637B32-90AC-9C8D-1E30-40DB20445E6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30944" y="567216"/>
                  <a:ext cx="1303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0759E83-5185-1135-9EB4-723B415D002D}"/>
                    </a:ext>
                  </a:extLst>
                </p14:cNvPr>
                <p14:cNvContentPartPr/>
                <p14:nvPr/>
              </p14:nvContentPartPr>
              <p14:xfrm>
                <a:off x="1993464" y="328176"/>
                <a:ext cx="105120" cy="196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0759E83-5185-1135-9EB4-723B415D002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84464" y="319176"/>
                  <a:ext cx="122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D1ACACB-1DA2-10D8-A217-6C2649660755}"/>
                    </a:ext>
                  </a:extLst>
                </p14:cNvPr>
                <p14:cNvContentPartPr/>
                <p14:nvPr/>
              </p14:nvContentPartPr>
              <p14:xfrm>
                <a:off x="1995624" y="373536"/>
                <a:ext cx="168480" cy="102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D1ACACB-1DA2-10D8-A217-6C264966075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86984" y="364536"/>
                  <a:ext cx="1861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0F6B2C3-2870-5EB8-9310-4D5BC7CED64D}"/>
                    </a:ext>
                  </a:extLst>
                </p14:cNvPr>
                <p14:cNvContentPartPr/>
                <p14:nvPr/>
              </p14:nvContentPartPr>
              <p14:xfrm>
                <a:off x="2329704" y="368496"/>
                <a:ext cx="258840" cy="38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0F6B2C3-2870-5EB8-9310-4D5BC7CED64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21064" y="359856"/>
                  <a:ext cx="2764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6486EFB-529E-A71D-1592-7958DB87DB65}"/>
                    </a:ext>
                  </a:extLst>
                </p14:cNvPr>
                <p14:cNvContentPartPr/>
                <p14:nvPr/>
              </p14:nvContentPartPr>
              <p14:xfrm>
                <a:off x="2629584" y="288576"/>
                <a:ext cx="315000" cy="201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6486EFB-529E-A71D-1592-7958DB87DB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20944" y="279936"/>
                  <a:ext cx="3326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44C11CF-C953-9581-929B-343FC614FFA3}"/>
                    </a:ext>
                  </a:extLst>
                </p14:cNvPr>
                <p14:cNvContentPartPr/>
                <p14:nvPr/>
              </p14:nvContentPartPr>
              <p14:xfrm>
                <a:off x="1900584" y="533736"/>
                <a:ext cx="1216080" cy="145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44C11CF-C953-9581-929B-343FC614FF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91944" y="524736"/>
                  <a:ext cx="1233720" cy="16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D915A35-86EC-F25B-2A92-8617A7577F21}"/>
                  </a:ext>
                </a:extLst>
              </p14:cNvPr>
              <p14:cNvContentPartPr/>
              <p14:nvPr/>
            </p14:nvContentPartPr>
            <p14:xfrm>
              <a:off x="2449224" y="751536"/>
              <a:ext cx="113760" cy="1155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D915A35-86EC-F25B-2A92-8617A7577F2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40224" y="742896"/>
                <a:ext cx="131400" cy="13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A94B84A5-E082-3F9F-B4DF-9DE2807A98B3}"/>
              </a:ext>
            </a:extLst>
          </p:cNvPr>
          <p:cNvGrpSpPr/>
          <p:nvPr/>
        </p:nvGrpSpPr>
        <p:grpSpPr>
          <a:xfrm>
            <a:off x="5336064" y="160776"/>
            <a:ext cx="1251360" cy="412200"/>
            <a:chOff x="5336064" y="160776"/>
            <a:chExt cx="1251360" cy="41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C9B4B60-4F04-72C8-BD07-CAF647BE3ED1}"/>
                    </a:ext>
                  </a:extLst>
                </p14:cNvPr>
                <p14:cNvContentPartPr/>
                <p14:nvPr/>
              </p14:nvContentPartPr>
              <p14:xfrm>
                <a:off x="5355864" y="220896"/>
                <a:ext cx="144360" cy="143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C9B4B60-4F04-72C8-BD07-CAF647BE3ED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46864" y="211896"/>
                  <a:ext cx="1620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FF5214C-4A2E-3498-FF8B-A57964288D0C}"/>
                    </a:ext>
                  </a:extLst>
                </p14:cNvPr>
                <p14:cNvContentPartPr/>
                <p14:nvPr/>
              </p14:nvContentPartPr>
              <p14:xfrm>
                <a:off x="5336064" y="275256"/>
                <a:ext cx="146520" cy="28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FF5214C-4A2E-3498-FF8B-A57964288D0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27424" y="266256"/>
                  <a:ext cx="164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B952A7-F986-54AB-07C8-6657B824E961}"/>
                    </a:ext>
                  </a:extLst>
                </p14:cNvPr>
                <p14:cNvContentPartPr/>
                <p14:nvPr/>
              </p14:nvContentPartPr>
              <p14:xfrm>
                <a:off x="5577984" y="202176"/>
                <a:ext cx="131400" cy="139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B952A7-F986-54AB-07C8-6657B824E96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69344" y="193176"/>
                  <a:ext cx="1490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57FED5A-BCE9-2825-6481-E79013CD54CA}"/>
                    </a:ext>
                  </a:extLst>
                </p14:cNvPr>
                <p14:cNvContentPartPr/>
                <p14:nvPr/>
              </p14:nvContentPartPr>
              <p14:xfrm>
                <a:off x="5943384" y="197856"/>
                <a:ext cx="360" cy="128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57FED5A-BCE9-2825-6481-E79013CD54C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34384" y="189216"/>
                  <a:ext cx="18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83A4534-7E79-2DD9-C135-67C34A7DD511}"/>
                    </a:ext>
                  </a:extLst>
                </p14:cNvPr>
                <p14:cNvContentPartPr/>
                <p14:nvPr/>
              </p14:nvContentPartPr>
              <p14:xfrm>
                <a:off x="5884704" y="262296"/>
                <a:ext cx="188280" cy="10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83A4534-7E79-2DD9-C135-67C34A7DD51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76064" y="253296"/>
                  <a:ext cx="205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29EEDE-9F8D-5777-8743-567084DB1F73}"/>
                    </a:ext>
                  </a:extLst>
                </p14:cNvPr>
                <p14:cNvContentPartPr/>
                <p14:nvPr/>
              </p14:nvContentPartPr>
              <p14:xfrm>
                <a:off x="6050664" y="160776"/>
                <a:ext cx="536760" cy="412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29EEDE-9F8D-5777-8743-567084DB1F7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41664" y="151776"/>
                  <a:ext cx="554400" cy="42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0BA30A7-CA8A-7DED-05DF-E036135A9273}"/>
              </a:ext>
            </a:extLst>
          </p:cNvPr>
          <p:cNvGrpSpPr/>
          <p:nvPr/>
        </p:nvGrpSpPr>
        <p:grpSpPr>
          <a:xfrm>
            <a:off x="3556224" y="317016"/>
            <a:ext cx="425880" cy="316800"/>
            <a:chOff x="3556224" y="317016"/>
            <a:chExt cx="42588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B489129-EB57-7EDD-EEEC-17D5049D26EA}"/>
                    </a:ext>
                  </a:extLst>
                </p14:cNvPr>
                <p14:cNvContentPartPr/>
                <p14:nvPr/>
              </p14:nvContentPartPr>
              <p14:xfrm>
                <a:off x="3631464" y="378216"/>
                <a:ext cx="135000" cy="126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B489129-EB57-7EDD-EEEC-17D5049D26E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22464" y="369216"/>
                  <a:ext cx="152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7B76615-3990-51A2-9B57-F61CF7DF8A65}"/>
                    </a:ext>
                  </a:extLst>
                </p14:cNvPr>
                <p14:cNvContentPartPr/>
                <p14:nvPr/>
              </p14:nvContentPartPr>
              <p14:xfrm>
                <a:off x="3832704" y="317016"/>
                <a:ext cx="104040" cy="1897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7B76615-3990-51A2-9B57-F61CF7DF8A6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23704" y="308016"/>
                  <a:ext cx="1216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7683AED-A3E1-91BB-300E-E3244FE73A8B}"/>
                    </a:ext>
                  </a:extLst>
                </p14:cNvPr>
                <p14:cNvContentPartPr/>
                <p14:nvPr/>
              </p14:nvContentPartPr>
              <p14:xfrm>
                <a:off x="3556224" y="517536"/>
                <a:ext cx="425880" cy="71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7683AED-A3E1-91BB-300E-E3244FE73A8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47584" y="508536"/>
                  <a:ext cx="4435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50E2D40-C60B-C7CB-163F-033D0C9C847A}"/>
                    </a:ext>
                  </a:extLst>
                </p14:cNvPr>
                <p14:cNvContentPartPr/>
                <p14:nvPr/>
              </p14:nvContentPartPr>
              <p14:xfrm>
                <a:off x="3631824" y="583056"/>
                <a:ext cx="329040" cy="50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50E2D40-C60B-C7CB-163F-033D0C9C847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23184" y="574416"/>
                  <a:ext cx="34668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923EE1-5A77-DB7E-A0BA-28CC6C74E843}"/>
              </a:ext>
            </a:extLst>
          </p:cNvPr>
          <p:cNvGrpSpPr/>
          <p:nvPr/>
        </p:nvGrpSpPr>
        <p:grpSpPr>
          <a:xfrm>
            <a:off x="4539384" y="291096"/>
            <a:ext cx="541080" cy="174600"/>
            <a:chOff x="4539384" y="291096"/>
            <a:chExt cx="54108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946792B-6285-53EE-0FEF-4587720CCAC0}"/>
                    </a:ext>
                  </a:extLst>
                </p14:cNvPr>
                <p14:cNvContentPartPr/>
                <p14:nvPr/>
              </p14:nvContentPartPr>
              <p14:xfrm>
                <a:off x="4906944" y="318816"/>
                <a:ext cx="151200" cy="24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946792B-6285-53EE-0FEF-4587720CCA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98304" y="310176"/>
                  <a:ext cx="168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B648C6-E32D-EA2D-8681-3D1B3953284B}"/>
                    </a:ext>
                  </a:extLst>
                </p14:cNvPr>
                <p14:cNvContentPartPr/>
                <p14:nvPr/>
              </p14:nvContentPartPr>
              <p14:xfrm>
                <a:off x="4938624" y="366336"/>
                <a:ext cx="141840" cy="32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B648C6-E32D-EA2D-8681-3D1B3953284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29984" y="357336"/>
                  <a:ext cx="1594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40346C0-AA5A-8C59-0C5F-C4040D04FCEC}"/>
                    </a:ext>
                  </a:extLst>
                </p14:cNvPr>
                <p14:cNvContentPartPr/>
                <p14:nvPr/>
              </p14:nvContentPartPr>
              <p14:xfrm>
                <a:off x="4539384" y="323136"/>
                <a:ext cx="102600" cy="142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40346C0-AA5A-8C59-0C5F-C4040D04FCE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30384" y="314496"/>
                  <a:ext cx="120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7FFCE40-569F-4233-29F9-3898BECA5B31}"/>
                    </a:ext>
                  </a:extLst>
                </p14:cNvPr>
                <p14:cNvContentPartPr/>
                <p14:nvPr/>
              </p14:nvContentPartPr>
              <p14:xfrm>
                <a:off x="4647744" y="291096"/>
                <a:ext cx="98640" cy="131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7FFCE40-569F-4233-29F9-3898BECA5B3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39104" y="282096"/>
                  <a:ext cx="11628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2BD124F-CC0F-D31D-189B-9BE795282E4B}"/>
              </a:ext>
            </a:extLst>
          </p:cNvPr>
          <p:cNvGrpSpPr/>
          <p:nvPr/>
        </p:nvGrpSpPr>
        <p:grpSpPr>
          <a:xfrm>
            <a:off x="467424" y="1496016"/>
            <a:ext cx="187560" cy="436680"/>
            <a:chOff x="467424" y="1496016"/>
            <a:chExt cx="187560" cy="43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7C5AE67-2D5B-8C72-24BB-931DFD9E8F96}"/>
                    </a:ext>
                  </a:extLst>
                </p14:cNvPr>
                <p14:cNvContentPartPr/>
                <p14:nvPr/>
              </p14:nvContentPartPr>
              <p14:xfrm>
                <a:off x="467424" y="1611216"/>
                <a:ext cx="133920" cy="95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7C5AE67-2D5B-8C72-24BB-931DFD9E8F9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8424" y="1602576"/>
                  <a:ext cx="1515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82579A8-613E-D33A-F38B-D2EDECBB337C}"/>
                    </a:ext>
                  </a:extLst>
                </p14:cNvPr>
                <p14:cNvContentPartPr/>
                <p14:nvPr/>
              </p14:nvContentPartPr>
              <p14:xfrm>
                <a:off x="540144" y="1496016"/>
                <a:ext cx="114840" cy="436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82579A8-613E-D33A-F38B-D2EDECBB337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1144" y="1487016"/>
                  <a:ext cx="132480" cy="45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7278FDF-15A8-3FEC-760A-178789556E63}"/>
              </a:ext>
            </a:extLst>
          </p:cNvPr>
          <p:cNvGrpSpPr/>
          <p:nvPr/>
        </p:nvGrpSpPr>
        <p:grpSpPr>
          <a:xfrm>
            <a:off x="940104" y="1376856"/>
            <a:ext cx="824400" cy="381240"/>
            <a:chOff x="940104" y="1376856"/>
            <a:chExt cx="82440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534E16D-B15F-F273-0117-02764885DEAC}"/>
                    </a:ext>
                  </a:extLst>
                </p14:cNvPr>
                <p14:cNvContentPartPr/>
                <p14:nvPr/>
              </p14:nvContentPartPr>
              <p14:xfrm>
                <a:off x="940104" y="1376856"/>
                <a:ext cx="574560" cy="381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534E16D-B15F-F273-0117-02764885DEA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1104" y="1367856"/>
                  <a:ext cx="5922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22BFE90-460A-68B7-DF90-02FD5A7B9988}"/>
                    </a:ext>
                  </a:extLst>
                </p14:cNvPr>
                <p14:cNvContentPartPr/>
                <p14:nvPr/>
              </p14:nvContentPartPr>
              <p14:xfrm>
                <a:off x="1473984" y="1625256"/>
                <a:ext cx="112680" cy="82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22BFE90-460A-68B7-DF90-02FD5A7B998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64984" y="1616256"/>
                  <a:ext cx="1303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90DB20E-5756-56DF-90EE-A646BEC97C82}"/>
                    </a:ext>
                  </a:extLst>
                </p14:cNvPr>
                <p14:cNvContentPartPr/>
                <p14:nvPr/>
              </p14:nvContentPartPr>
              <p14:xfrm>
                <a:off x="1651104" y="1468296"/>
                <a:ext cx="110880" cy="190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90DB20E-5756-56DF-90EE-A646BEC97C8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42104" y="1459296"/>
                  <a:ext cx="1285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CA0BBD-EA68-300B-CAAF-3A3B361181B0}"/>
                    </a:ext>
                  </a:extLst>
                </p14:cNvPr>
                <p14:cNvContentPartPr/>
                <p14:nvPr/>
              </p14:nvContentPartPr>
              <p14:xfrm>
                <a:off x="1608264" y="1557576"/>
                <a:ext cx="156240" cy="32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CA0BBD-EA68-300B-CAAF-3A3B361181B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99264" y="1548936"/>
                  <a:ext cx="17388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0FB4C3B-D81B-7E42-6775-771AD71FBD56}"/>
              </a:ext>
            </a:extLst>
          </p:cNvPr>
          <p:cNvGrpSpPr/>
          <p:nvPr/>
        </p:nvGrpSpPr>
        <p:grpSpPr>
          <a:xfrm>
            <a:off x="2051784" y="1472256"/>
            <a:ext cx="136800" cy="178200"/>
            <a:chOff x="2051784" y="1472256"/>
            <a:chExt cx="136800" cy="17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4BA409-B1A2-2B0D-8935-B30829DA250C}"/>
                    </a:ext>
                  </a:extLst>
                </p14:cNvPr>
                <p14:cNvContentPartPr/>
                <p14:nvPr/>
              </p14:nvContentPartPr>
              <p14:xfrm>
                <a:off x="2051784" y="1591776"/>
                <a:ext cx="17280" cy="47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4BA409-B1A2-2B0D-8935-B30829DA250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43144" y="1583136"/>
                  <a:ext cx="349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D0D15A-4016-6267-6D9D-1B22161D4DFB}"/>
                    </a:ext>
                  </a:extLst>
                </p14:cNvPr>
                <p14:cNvContentPartPr/>
                <p14:nvPr/>
              </p14:nvContentPartPr>
              <p14:xfrm>
                <a:off x="2080944" y="1472256"/>
                <a:ext cx="22320" cy="45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D0D15A-4016-6267-6D9D-1B22161D4D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72304" y="1463616"/>
                  <a:ext cx="399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8FE4B21-480F-1283-1E18-C90D443E820B}"/>
                    </a:ext>
                  </a:extLst>
                </p14:cNvPr>
                <p14:cNvContentPartPr/>
                <p14:nvPr/>
              </p14:nvContentPartPr>
              <p14:xfrm>
                <a:off x="2096064" y="1544616"/>
                <a:ext cx="92520" cy="105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8FE4B21-480F-1283-1E18-C90D443E820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87424" y="1535976"/>
                  <a:ext cx="11016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75AC212-91EF-14FE-C681-381C3B8FF87C}"/>
              </a:ext>
            </a:extLst>
          </p:cNvPr>
          <p:cNvGrpSpPr/>
          <p:nvPr/>
        </p:nvGrpSpPr>
        <p:grpSpPr>
          <a:xfrm>
            <a:off x="2432304" y="1191816"/>
            <a:ext cx="2360880" cy="556560"/>
            <a:chOff x="2432304" y="1191816"/>
            <a:chExt cx="2360880" cy="55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A01E72-0CDF-82DC-949D-1FFF3DFD0387}"/>
                    </a:ext>
                  </a:extLst>
                </p14:cNvPr>
                <p14:cNvContentPartPr/>
                <p14:nvPr/>
              </p14:nvContentPartPr>
              <p14:xfrm>
                <a:off x="2485944" y="1392696"/>
                <a:ext cx="168480" cy="227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A01E72-0CDF-82DC-949D-1FFF3DFD038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476944" y="1383696"/>
                  <a:ext cx="1861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528D19C-6F44-B489-6CC8-59F9B80880DE}"/>
                    </a:ext>
                  </a:extLst>
                </p14:cNvPr>
                <p14:cNvContentPartPr/>
                <p14:nvPr/>
              </p14:nvContentPartPr>
              <p14:xfrm>
                <a:off x="2432304" y="1370016"/>
                <a:ext cx="460800" cy="204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528D19C-6F44-B489-6CC8-59F9B80880D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23304" y="1361016"/>
                  <a:ext cx="478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79BA060-8B18-94C3-5A15-0148B14EEBB2}"/>
                    </a:ext>
                  </a:extLst>
                </p14:cNvPr>
                <p14:cNvContentPartPr/>
                <p14:nvPr/>
              </p14:nvContentPartPr>
              <p14:xfrm>
                <a:off x="2832264" y="1524096"/>
                <a:ext cx="103320" cy="47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79BA060-8B18-94C3-5A15-0148B14EEBB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23264" y="1515456"/>
                  <a:ext cx="120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55A0401-AD56-79FF-2AD7-686ED6048594}"/>
                    </a:ext>
                  </a:extLst>
                </p14:cNvPr>
                <p14:cNvContentPartPr/>
                <p14:nvPr/>
              </p14:nvContentPartPr>
              <p14:xfrm>
                <a:off x="3127104" y="1514736"/>
                <a:ext cx="54000" cy="233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55A0401-AD56-79FF-2AD7-686ED604859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18464" y="1505736"/>
                  <a:ext cx="716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EDB9C8A-E20D-8D5B-ED40-31B2ACE989E8}"/>
                    </a:ext>
                  </a:extLst>
                </p14:cNvPr>
                <p14:cNvContentPartPr/>
                <p14:nvPr/>
              </p14:nvContentPartPr>
              <p14:xfrm>
                <a:off x="3158784" y="1453536"/>
                <a:ext cx="56880" cy="79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EDB9C8A-E20D-8D5B-ED40-31B2ACE989E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50144" y="1444536"/>
                  <a:ext cx="745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925401D-006B-0551-ABE7-523A6CD40A5E}"/>
                    </a:ext>
                  </a:extLst>
                </p14:cNvPr>
                <p14:cNvContentPartPr/>
                <p14:nvPr/>
              </p14:nvContentPartPr>
              <p14:xfrm>
                <a:off x="3319704" y="1286856"/>
                <a:ext cx="358920" cy="246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925401D-006B-0551-ABE7-523A6CD40A5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311064" y="1278216"/>
                  <a:ext cx="3765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EC3F3B7-3CB0-BC7A-8BE7-D789B9E45CD3}"/>
                    </a:ext>
                  </a:extLst>
                </p14:cNvPr>
                <p14:cNvContentPartPr/>
                <p14:nvPr/>
              </p14:nvContentPartPr>
              <p14:xfrm>
                <a:off x="3756384" y="1414656"/>
                <a:ext cx="105120" cy="73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EC3F3B7-3CB0-BC7A-8BE7-D789B9E45CD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47384" y="1405656"/>
                  <a:ext cx="1227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4F1567B-FA2A-5C24-94F5-96BE854F4C09}"/>
                    </a:ext>
                  </a:extLst>
                </p14:cNvPr>
                <p14:cNvContentPartPr/>
                <p14:nvPr/>
              </p14:nvContentPartPr>
              <p14:xfrm>
                <a:off x="3893904" y="1191816"/>
                <a:ext cx="113040" cy="257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4F1567B-FA2A-5C24-94F5-96BE854F4C0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84904" y="1183176"/>
                  <a:ext cx="1306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69888B0-67A2-B357-9919-2B781B3DA4BC}"/>
                    </a:ext>
                  </a:extLst>
                </p14:cNvPr>
                <p14:cNvContentPartPr/>
                <p14:nvPr/>
              </p14:nvContentPartPr>
              <p14:xfrm>
                <a:off x="4070664" y="1402416"/>
                <a:ext cx="37080" cy="55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69888B0-67A2-B357-9919-2B781B3DA4B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62024" y="1393776"/>
                  <a:ext cx="547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BBE864A-67B3-AC4F-F799-8F1B518FCCE0}"/>
                    </a:ext>
                  </a:extLst>
                </p14:cNvPr>
                <p14:cNvContentPartPr/>
                <p14:nvPr/>
              </p14:nvContentPartPr>
              <p14:xfrm>
                <a:off x="4173264" y="1257696"/>
                <a:ext cx="59040" cy="3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BBE864A-67B3-AC4F-F799-8F1B518FCCE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164264" y="1249056"/>
                  <a:ext cx="766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A7DF80C-A01F-F9A1-FAF1-A75036C76723}"/>
                    </a:ext>
                  </a:extLst>
                </p14:cNvPr>
                <p14:cNvContentPartPr/>
                <p14:nvPr/>
              </p14:nvContentPartPr>
              <p14:xfrm>
                <a:off x="4314744" y="1204776"/>
                <a:ext cx="122400" cy="219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A7DF80C-A01F-F9A1-FAF1-A75036C7672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05744" y="1196136"/>
                  <a:ext cx="1400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AF54D04-F739-F296-6AA0-33AAD8049315}"/>
                    </a:ext>
                  </a:extLst>
                </p14:cNvPr>
                <p14:cNvContentPartPr/>
                <p14:nvPr/>
              </p14:nvContentPartPr>
              <p14:xfrm>
                <a:off x="4458384" y="1244736"/>
                <a:ext cx="59040" cy="5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AF54D04-F739-F296-6AA0-33AAD804931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49744" y="1236096"/>
                  <a:ext cx="766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24E9806-2050-D349-A79F-D00035CA2C7B}"/>
                    </a:ext>
                  </a:extLst>
                </p14:cNvPr>
                <p14:cNvContentPartPr/>
                <p14:nvPr/>
              </p14:nvContentPartPr>
              <p14:xfrm>
                <a:off x="4546224" y="1197576"/>
                <a:ext cx="97920" cy="219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24E9806-2050-D349-A79F-D00035CA2C7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37584" y="1188936"/>
                  <a:ext cx="115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4F60B2D-97C9-A9A2-2172-88FF12E0B57A}"/>
                    </a:ext>
                  </a:extLst>
                </p14:cNvPr>
                <p14:cNvContentPartPr/>
                <p14:nvPr/>
              </p14:nvContentPartPr>
              <p14:xfrm>
                <a:off x="4477824" y="1326816"/>
                <a:ext cx="156240" cy="10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4F60B2D-97C9-A9A2-2172-88FF12E0B57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69184" y="1318176"/>
                  <a:ext cx="173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2911E2E-27F9-E11F-8641-6859B8796ED1}"/>
                    </a:ext>
                  </a:extLst>
                </p14:cNvPr>
                <p14:cNvContentPartPr/>
                <p14:nvPr/>
              </p14:nvContentPartPr>
              <p14:xfrm>
                <a:off x="4682664" y="1350576"/>
                <a:ext cx="54000" cy="28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2911E2E-27F9-E11F-8641-6859B8796ED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74024" y="1341576"/>
                  <a:ext cx="71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B762FF-E457-DD7F-36C4-A9BD6CDA220E}"/>
                    </a:ext>
                  </a:extLst>
                </p14:cNvPr>
                <p14:cNvContentPartPr/>
                <p14:nvPr/>
              </p14:nvContentPartPr>
              <p14:xfrm>
                <a:off x="4465944" y="1332576"/>
                <a:ext cx="327240" cy="324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B762FF-E457-DD7F-36C4-A9BD6CDA220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56944" y="1323576"/>
                  <a:ext cx="34488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66EFDF9-F370-7F91-AAA7-AB7910850253}"/>
              </a:ext>
            </a:extLst>
          </p:cNvPr>
          <p:cNvGrpSpPr/>
          <p:nvPr/>
        </p:nvGrpSpPr>
        <p:grpSpPr>
          <a:xfrm>
            <a:off x="5199624" y="1058976"/>
            <a:ext cx="375480" cy="382320"/>
            <a:chOff x="5199624" y="1058976"/>
            <a:chExt cx="37548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18FB74B-E975-5790-9D01-390C4A13EEDE}"/>
                    </a:ext>
                  </a:extLst>
                </p14:cNvPr>
                <p14:cNvContentPartPr/>
                <p14:nvPr/>
              </p14:nvContentPartPr>
              <p14:xfrm>
                <a:off x="5199624" y="1320336"/>
                <a:ext cx="90720" cy="48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18FB74B-E975-5790-9D01-390C4A13EED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90984" y="1311696"/>
                  <a:ext cx="108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A3AE362-BA17-F067-E576-826F9918D8B6}"/>
                    </a:ext>
                  </a:extLst>
                </p14:cNvPr>
                <p14:cNvContentPartPr/>
                <p14:nvPr/>
              </p14:nvContentPartPr>
              <p14:xfrm>
                <a:off x="5385024" y="1058976"/>
                <a:ext cx="190080" cy="382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A3AE362-BA17-F067-E576-826F9918D8B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376024" y="1049976"/>
                  <a:ext cx="2077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8768C8B-96B9-B038-AE11-8312CA1A03E1}"/>
                    </a:ext>
                  </a:extLst>
                </p14:cNvPr>
                <p14:cNvContentPartPr/>
                <p14:nvPr/>
              </p14:nvContentPartPr>
              <p14:xfrm>
                <a:off x="5363064" y="1287936"/>
                <a:ext cx="151560" cy="15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8768C8B-96B9-B038-AE11-8312CA1A03E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54064" y="1278936"/>
                  <a:ext cx="16920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065ACF4-464B-A608-15AB-7FF955901521}"/>
              </a:ext>
            </a:extLst>
          </p:cNvPr>
          <p:cNvGrpSpPr/>
          <p:nvPr/>
        </p:nvGrpSpPr>
        <p:grpSpPr>
          <a:xfrm>
            <a:off x="5965344" y="1003536"/>
            <a:ext cx="1458360" cy="443160"/>
            <a:chOff x="5965344" y="1003536"/>
            <a:chExt cx="145836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0B2E042-8EB5-E74D-F638-E946751607CA}"/>
                    </a:ext>
                  </a:extLst>
                </p14:cNvPr>
                <p14:cNvContentPartPr/>
                <p14:nvPr/>
              </p14:nvContentPartPr>
              <p14:xfrm>
                <a:off x="6002064" y="1033056"/>
                <a:ext cx="209880" cy="393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0B2E042-8EB5-E74D-F638-E946751607C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93064" y="1024416"/>
                  <a:ext cx="2275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65DB295-70AF-6A39-6556-FF2CA90BC818}"/>
                    </a:ext>
                  </a:extLst>
                </p14:cNvPr>
                <p14:cNvContentPartPr/>
                <p14:nvPr/>
              </p14:nvContentPartPr>
              <p14:xfrm>
                <a:off x="5965344" y="1256976"/>
                <a:ext cx="198000" cy="56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65DB295-70AF-6A39-6556-FF2CA90BC81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56344" y="1247976"/>
                  <a:ext cx="2156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C4B00A0-EA53-BE1F-83C0-554D989DB664}"/>
                    </a:ext>
                  </a:extLst>
                </p14:cNvPr>
                <p14:cNvContentPartPr/>
                <p14:nvPr/>
              </p14:nvContentPartPr>
              <p14:xfrm>
                <a:off x="6184584" y="1149696"/>
                <a:ext cx="22320" cy="53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C4B00A0-EA53-BE1F-83C0-554D989DB66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75944" y="1140696"/>
                  <a:ext cx="39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ACEBC56-1954-A36D-BAE9-AC29431750FD}"/>
                    </a:ext>
                  </a:extLst>
                </p14:cNvPr>
                <p14:cNvContentPartPr/>
                <p14:nvPr/>
              </p14:nvContentPartPr>
              <p14:xfrm>
                <a:off x="6251544" y="1234296"/>
                <a:ext cx="141120" cy="59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ACEBC56-1954-A36D-BAE9-AC29431750F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42544" y="1225296"/>
                  <a:ext cx="158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74F160A-F8D8-3F6C-90B9-E70D3328B982}"/>
                    </a:ext>
                  </a:extLst>
                </p14:cNvPr>
                <p14:cNvContentPartPr/>
                <p14:nvPr/>
              </p14:nvContentPartPr>
              <p14:xfrm>
                <a:off x="6467544" y="1235016"/>
                <a:ext cx="19800" cy="43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74F160A-F8D8-3F6C-90B9-E70D3328B98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458904" y="1226376"/>
                  <a:ext cx="374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D1E5C8F-689B-B6EC-BEA5-B3BDB9002B67}"/>
                    </a:ext>
                  </a:extLst>
                </p14:cNvPr>
                <p14:cNvContentPartPr/>
                <p14:nvPr/>
              </p14:nvContentPartPr>
              <p14:xfrm>
                <a:off x="6540624" y="1050696"/>
                <a:ext cx="10080" cy="79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D1E5C8F-689B-B6EC-BEA5-B3BDB9002B6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31984" y="1041696"/>
                  <a:ext cx="277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643ABCF-A16F-80DC-7ED6-2B2C7AA43B90}"/>
                    </a:ext>
                  </a:extLst>
                </p14:cNvPr>
                <p14:cNvContentPartPr/>
                <p14:nvPr/>
              </p14:nvContentPartPr>
              <p14:xfrm>
                <a:off x="6603264" y="1187856"/>
                <a:ext cx="69480" cy="105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643ABCF-A16F-80DC-7ED6-2B2C7AA43B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594264" y="1179216"/>
                  <a:ext cx="871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6E6EBEC-5161-94D5-04B8-8B79B3AA4E73}"/>
                    </a:ext>
                  </a:extLst>
                </p14:cNvPr>
                <p14:cNvContentPartPr/>
                <p14:nvPr/>
              </p14:nvContentPartPr>
              <p14:xfrm>
                <a:off x="6762744" y="1003536"/>
                <a:ext cx="146520" cy="2498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6E6EBEC-5161-94D5-04B8-8B79B3AA4E7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53744" y="994536"/>
                  <a:ext cx="1641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B5873BB-33B1-4346-0D62-B17D3739FE12}"/>
                    </a:ext>
                  </a:extLst>
                </p14:cNvPr>
                <p14:cNvContentPartPr/>
                <p14:nvPr/>
              </p14:nvContentPartPr>
              <p14:xfrm>
                <a:off x="6952824" y="1136016"/>
                <a:ext cx="22320" cy="23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B5873BB-33B1-4346-0D62-B17D3739FE1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43824" y="1127016"/>
                  <a:ext cx="39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8383C0-A048-3955-B394-410EED5DBBF0}"/>
                    </a:ext>
                  </a:extLst>
                </p14:cNvPr>
                <p14:cNvContentPartPr/>
                <p14:nvPr/>
              </p14:nvContentPartPr>
              <p14:xfrm>
                <a:off x="7023384" y="1188576"/>
                <a:ext cx="46800" cy="40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8383C0-A048-3955-B394-410EED5DBBF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14744" y="1179936"/>
                  <a:ext cx="644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694DB56-9E1D-F61F-9BA8-82FF3352B4A1}"/>
                    </a:ext>
                  </a:extLst>
                </p14:cNvPr>
                <p14:cNvContentPartPr/>
                <p14:nvPr/>
              </p14:nvContentPartPr>
              <p14:xfrm>
                <a:off x="7116264" y="1161216"/>
                <a:ext cx="178200" cy="63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694DB56-9E1D-F61F-9BA8-82FF3352B4A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07264" y="1152216"/>
                  <a:ext cx="195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45642D0-32C4-1EEB-5A70-D55252A4381E}"/>
                    </a:ext>
                  </a:extLst>
                </p14:cNvPr>
                <p14:cNvContentPartPr/>
                <p14:nvPr/>
              </p14:nvContentPartPr>
              <p14:xfrm>
                <a:off x="7181784" y="1156176"/>
                <a:ext cx="241920" cy="2905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45642D0-32C4-1EEB-5A70-D55252A4381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173144" y="1147536"/>
                  <a:ext cx="25956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19E7418-4CA7-E3EC-ABE5-5AD4E8936818}"/>
              </a:ext>
            </a:extLst>
          </p:cNvPr>
          <p:cNvGrpSpPr/>
          <p:nvPr/>
        </p:nvGrpSpPr>
        <p:grpSpPr>
          <a:xfrm>
            <a:off x="7728264" y="935136"/>
            <a:ext cx="300240" cy="510840"/>
            <a:chOff x="7728264" y="935136"/>
            <a:chExt cx="300240" cy="51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5E11F27-E2C0-C0D3-F8DD-3BE83230D270}"/>
                    </a:ext>
                  </a:extLst>
                </p14:cNvPr>
                <p14:cNvContentPartPr/>
                <p14:nvPr/>
              </p14:nvContentPartPr>
              <p14:xfrm>
                <a:off x="7728264" y="935136"/>
                <a:ext cx="120960" cy="299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5E11F27-E2C0-C0D3-F8DD-3BE83230D27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19264" y="926136"/>
                  <a:ext cx="1386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5593119-2E67-316D-697C-4CAB91A51B8E}"/>
                    </a:ext>
                  </a:extLst>
                </p14:cNvPr>
                <p14:cNvContentPartPr/>
                <p14:nvPr/>
              </p14:nvContentPartPr>
              <p14:xfrm>
                <a:off x="7908624" y="1147896"/>
                <a:ext cx="70920" cy="33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5593119-2E67-316D-697C-4CAB91A51B8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899984" y="1139256"/>
                  <a:ext cx="885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0AB3678-D44F-2627-501C-11FAE1FE5EEB}"/>
                    </a:ext>
                  </a:extLst>
                </p14:cNvPr>
                <p14:cNvContentPartPr/>
                <p14:nvPr/>
              </p14:nvContentPartPr>
              <p14:xfrm>
                <a:off x="7813584" y="1139976"/>
                <a:ext cx="214920" cy="306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0AB3678-D44F-2627-501C-11FAE1FE5EE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04584" y="1130976"/>
                  <a:ext cx="232560" cy="32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AB0EA5C-4E03-D22B-286E-DE4C7D4C985A}"/>
              </a:ext>
            </a:extLst>
          </p:cNvPr>
          <p:cNvGrpSpPr/>
          <p:nvPr/>
        </p:nvGrpSpPr>
        <p:grpSpPr>
          <a:xfrm>
            <a:off x="8499024" y="886176"/>
            <a:ext cx="665640" cy="576000"/>
            <a:chOff x="8499024" y="886176"/>
            <a:chExt cx="665640" cy="57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D037FFD-90BB-D64C-58BD-A9806141D8C2}"/>
                    </a:ext>
                  </a:extLst>
                </p14:cNvPr>
                <p14:cNvContentPartPr/>
                <p14:nvPr/>
              </p14:nvContentPartPr>
              <p14:xfrm>
                <a:off x="8499024" y="886176"/>
                <a:ext cx="278640" cy="267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D037FFD-90BB-D64C-58BD-A9806141D8C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490024" y="877536"/>
                  <a:ext cx="2962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1B8287D-9154-53BC-CB83-90A814D3D80F}"/>
                    </a:ext>
                  </a:extLst>
                </p14:cNvPr>
                <p14:cNvContentPartPr/>
                <p14:nvPr/>
              </p14:nvContentPartPr>
              <p14:xfrm>
                <a:off x="8808264" y="1033416"/>
                <a:ext cx="158760" cy="97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1B8287D-9154-53BC-CB83-90A814D3D80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799624" y="1024416"/>
                  <a:ext cx="1764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8B0AA19-558B-F630-3A9C-117AE7578D97}"/>
                    </a:ext>
                  </a:extLst>
                </p14:cNvPr>
                <p14:cNvContentPartPr/>
                <p14:nvPr/>
              </p14:nvContentPartPr>
              <p14:xfrm>
                <a:off x="8993664" y="1029456"/>
                <a:ext cx="102600" cy="46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8B0AA19-558B-F630-3A9C-117AE7578D9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985024" y="1020456"/>
                  <a:ext cx="120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929601E-A24D-AFE7-C4CA-9A498E2EA665}"/>
                    </a:ext>
                  </a:extLst>
                </p14:cNvPr>
                <p14:cNvContentPartPr/>
                <p14:nvPr/>
              </p14:nvContentPartPr>
              <p14:xfrm>
                <a:off x="8771904" y="1026936"/>
                <a:ext cx="392760" cy="435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929601E-A24D-AFE7-C4CA-9A498E2EA66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762904" y="1018296"/>
                  <a:ext cx="410400" cy="45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18B9589-43BC-D727-D530-399DAB9B0D42}"/>
              </a:ext>
            </a:extLst>
          </p:cNvPr>
          <p:cNvGrpSpPr/>
          <p:nvPr/>
        </p:nvGrpSpPr>
        <p:grpSpPr>
          <a:xfrm>
            <a:off x="9577224" y="826056"/>
            <a:ext cx="491040" cy="259920"/>
            <a:chOff x="9577224" y="826056"/>
            <a:chExt cx="49104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48DBD4-60E3-3681-4DA9-07A223C6FC6E}"/>
                    </a:ext>
                  </a:extLst>
                </p14:cNvPr>
                <p14:cNvContentPartPr/>
                <p14:nvPr/>
              </p14:nvContentPartPr>
              <p14:xfrm>
                <a:off x="9577224" y="950616"/>
                <a:ext cx="131040" cy="131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48DBD4-60E3-3681-4DA9-07A223C6FC6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68584" y="941616"/>
                  <a:ext cx="1486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3CBD15E-B1A7-BBD4-3A7B-E95ADBAD3BDF}"/>
                    </a:ext>
                  </a:extLst>
                </p14:cNvPr>
                <p14:cNvContentPartPr/>
                <p14:nvPr/>
              </p14:nvContentPartPr>
              <p14:xfrm>
                <a:off x="9751824" y="941616"/>
                <a:ext cx="132480" cy="1328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3CBD15E-B1A7-BBD4-3A7B-E95ADBAD3BD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742824" y="932616"/>
                  <a:ext cx="150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F0F0FB-D782-4C03-223B-1F8A657081FB}"/>
                    </a:ext>
                  </a:extLst>
                </p14:cNvPr>
                <p14:cNvContentPartPr/>
                <p14:nvPr/>
              </p14:nvContentPartPr>
              <p14:xfrm>
                <a:off x="9937224" y="1085616"/>
                <a:ext cx="2880" cy="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F0F0FB-D782-4C03-223B-1F8A657081F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28584" y="1076616"/>
                  <a:ext cx="20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969EBFB-063B-8D82-9C31-CAE9094F4571}"/>
                    </a:ext>
                  </a:extLst>
                </p14:cNvPr>
                <p14:cNvContentPartPr/>
                <p14:nvPr/>
              </p14:nvContentPartPr>
              <p14:xfrm>
                <a:off x="9941184" y="826056"/>
                <a:ext cx="127080" cy="178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969EBFB-063B-8D82-9C31-CAE9094F457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932544" y="817416"/>
                  <a:ext cx="144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EF6438F-5785-ECA6-C750-C014BB037B09}"/>
                    </a:ext>
                  </a:extLst>
                </p14:cNvPr>
                <p14:cNvContentPartPr/>
                <p14:nvPr/>
              </p14:nvContentPartPr>
              <p14:xfrm>
                <a:off x="9944424" y="1082376"/>
                <a:ext cx="2520" cy="21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EF6438F-5785-ECA6-C750-C014BB037B0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935784" y="1073376"/>
                  <a:ext cx="20160" cy="1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2DB120D5-15B5-5FD7-55AF-8585F4504EBD}"/>
                  </a:ext>
                </a:extLst>
              </p14:cNvPr>
              <p14:cNvContentPartPr/>
              <p14:nvPr/>
            </p14:nvContentPartPr>
            <p14:xfrm>
              <a:off x="3202704" y="1753416"/>
              <a:ext cx="285480" cy="273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2DB120D5-15B5-5FD7-55AF-8585F4504EBD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194064" y="1744776"/>
                <a:ext cx="3031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FE079CB-2CF1-1BB6-742A-0BE799DA074C}"/>
                  </a:ext>
                </a:extLst>
              </p14:cNvPr>
              <p14:cNvContentPartPr/>
              <p14:nvPr/>
            </p14:nvContentPartPr>
            <p14:xfrm>
              <a:off x="3885624" y="1680336"/>
              <a:ext cx="100440" cy="273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FE079CB-2CF1-1BB6-742A-0BE799DA074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876624" y="1671696"/>
                <a:ext cx="11808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169CFA1-DDBA-D4CB-76CE-54B25A186525}"/>
              </a:ext>
            </a:extLst>
          </p:cNvPr>
          <p:cNvGrpSpPr/>
          <p:nvPr/>
        </p:nvGrpSpPr>
        <p:grpSpPr>
          <a:xfrm>
            <a:off x="4219344" y="1585296"/>
            <a:ext cx="466200" cy="65520"/>
            <a:chOff x="4219344" y="1585296"/>
            <a:chExt cx="466200" cy="6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DF4F10F-BF51-420D-F852-E163550056DD}"/>
                    </a:ext>
                  </a:extLst>
                </p14:cNvPr>
                <p14:cNvContentPartPr/>
                <p14:nvPr/>
              </p14:nvContentPartPr>
              <p14:xfrm>
                <a:off x="4219344" y="1618776"/>
                <a:ext cx="95400" cy="32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DF4F10F-BF51-420D-F852-E163550056D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210704" y="1609776"/>
                  <a:ext cx="113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22C1911-F8D9-9B4E-7A3A-A0F4D1BD4B49}"/>
                    </a:ext>
                  </a:extLst>
                </p14:cNvPr>
                <p14:cNvContentPartPr/>
                <p14:nvPr/>
              </p14:nvContentPartPr>
              <p14:xfrm>
                <a:off x="4497624" y="1585296"/>
                <a:ext cx="63720" cy="25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22C1911-F8D9-9B4E-7A3A-A0F4D1BD4B4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88624" y="1576656"/>
                  <a:ext cx="813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4D32564-7855-80F4-2324-B821CF16C89C}"/>
                    </a:ext>
                  </a:extLst>
                </p14:cNvPr>
                <p14:cNvContentPartPr/>
                <p14:nvPr/>
              </p14:nvContentPartPr>
              <p14:xfrm>
                <a:off x="4663224" y="1598256"/>
                <a:ext cx="22320" cy="10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4D32564-7855-80F4-2324-B821CF16C89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654584" y="1589616"/>
                  <a:ext cx="399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69CB6B2-9F6A-25BF-3CF8-A2003B2BEE17}"/>
              </a:ext>
            </a:extLst>
          </p:cNvPr>
          <p:cNvGrpSpPr/>
          <p:nvPr/>
        </p:nvGrpSpPr>
        <p:grpSpPr>
          <a:xfrm>
            <a:off x="2478384" y="2256336"/>
            <a:ext cx="171000" cy="158040"/>
            <a:chOff x="2478384" y="2256336"/>
            <a:chExt cx="171000" cy="15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778D117-A4AA-C4A6-122F-ECB5D4D113A8}"/>
                    </a:ext>
                  </a:extLst>
                </p14:cNvPr>
                <p14:cNvContentPartPr/>
                <p14:nvPr/>
              </p14:nvContentPartPr>
              <p14:xfrm>
                <a:off x="2488464" y="2256336"/>
                <a:ext cx="141840" cy="158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778D117-A4AA-C4A6-122F-ECB5D4D113A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479464" y="2247696"/>
                  <a:ext cx="159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E8AFF3E-3295-F7D3-D873-C0D00150FB4F}"/>
                    </a:ext>
                  </a:extLst>
                </p14:cNvPr>
                <p14:cNvContentPartPr/>
                <p14:nvPr/>
              </p14:nvContentPartPr>
              <p14:xfrm>
                <a:off x="2478384" y="2324736"/>
                <a:ext cx="171000" cy="39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E8AFF3E-3295-F7D3-D873-C0D00150FB4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469744" y="2316096"/>
                  <a:ext cx="18864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854206E-3EF6-AD40-31EE-E6DE6FB1E571}"/>
              </a:ext>
            </a:extLst>
          </p:cNvPr>
          <p:cNvGrpSpPr/>
          <p:nvPr/>
        </p:nvGrpSpPr>
        <p:grpSpPr>
          <a:xfrm>
            <a:off x="2934504" y="2254896"/>
            <a:ext cx="95400" cy="62280"/>
            <a:chOff x="2934504" y="2254896"/>
            <a:chExt cx="95400" cy="6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645096B-6A6D-BA8B-BBAE-8C832F575619}"/>
                    </a:ext>
                  </a:extLst>
                </p14:cNvPr>
                <p14:cNvContentPartPr/>
                <p14:nvPr/>
              </p14:nvContentPartPr>
              <p14:xfrm>
                <a:off x="2934504" y="2254896"/>
                <a:ext cx="95400" cy="15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645096B-6A6D-BA8B-BBAE-8C832F57561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925864" y="2246256"/>
                  <a:ext cx="113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69B26E7-247F-47E7-1056-7C2B2977E5F9}"/>
                    </a:ext>
                  </a:extLst>
                </p14:cNvPr>
                <p14:cNvContentPartPr/>
                <p14:nvPr/>
              </p14:nvContentPartPr>
              <p14:xfrm>
                <a:off x="2953944" y="2306376"/>
                <a:ext cx="59040" cy="10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69B26E7-247F-47E7-1056-7C2B2977E5F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945304" y="2297376"/>
                  <a:ext cx="7668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A639161-4BC7-FCB4-DDBB-DCEF7498B602}"/>
              </a:ext>
            </a:extLst>
          </p:cNvPr>
          <p:cNvGrpSpPr/>
          <p:nvPr/>
        </p:nvGrpSpPr>
        <p:grpSpPr>
          <a:xfrm>
            <a:off x="3275784" y="1958976"/>
            <a:ext cx="1619280" cy="566640"/>
            <a:chOff x="3275784" y="1958976"/>
            <a:chExt cx="1619280" cy="56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9C23BF6-0823-3A35-AF2D-AEDB26DB7E85}"/>
                    </a:ext>
                  </a:extLst>
                </p14:cNvPr>
                <p14:cNvContentPartPr/>
                <p14:nvPr/>
              </p14:nvContentPartPr>
              <p14:xfrm>
                <a:off x="3291624" y="2121696"/>
                <a:ext cx="177120" cy="155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9C23BF6-0823-3A35-AF2D-AEDB26DB7E8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282624" y="2113056"/>
                  <a:ext cx="194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1DFE93A-84FD-6915-7E93-8473867D56DC}"/>
                    </a:ext>
                  </a:extLst>
                </p14:cNvPr>
                <p14:cNvContentPartPr/>
                <p14:nvPr/>
              </p14:nvContentPartPr>
              <p14:xfrm>
                <a:off x="3524544" y="2096856"/>
                <a:ext cx="156240" cy="145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1DFE93A-84FD-6915-7E93-8473867D56D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515904" y="2088216"/>
                  <a:ext cx="1738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472F0DD-84A3-51DA-8C14-3A3AD2AE35B3}"/>
                    </a:ext>
                  </a:extLst>
                </p14:cNvPr>
                <p14:cNvContentPartPr/>
                <p14:nvPr/>
              </p14:nvContentPartPr>
              <p14:xfrm>
                <a:off x="3931704" y="2075256"/>
                <a:ext cx="233640" cy="360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472F0DD-84A3-51DA-8C14-3A3AD2AE35B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923064" y="2066616"/>
                  <a:ext cx="2512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F0CD1B3-BB57-455C-7F40-9C833E5BB85B}"/>
                    </a:ext>
                  </a:extLst>
                </p14:cNvPr>
                <p14:cNvContentPartPr/>
                <p14:nvPr/>
              </p14:nvContentPartPr>
              <p14:xfrm>
                <a:off x="4307184" y="1995696"/>
                <a:ext cx="185760" cy="1026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F0CD1B3-BB57-455C-7F40-9C833E5BB85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298544" y="1987056"/>
                  <a:ext cx="2034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03BA4DE-B6E0-1574-4B3F-B648DDD4FA23}"/>
                    </a:ext>
                  </a:extLst>
                </p14:cNvPr>
                <p14:cNvContentPartPr/>
                <p14:nvPr/>
              </p14:nvContentPartPr>
              <p14:xfrm>
                <a:off x="4572504" y="1958976"/>
                <a:ext cx="187560" cy="105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03BA4DE-B6E0-1574-4B3F-B648DDD4FA2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563864" y="1950336"/>
                  <a:ext cx="2052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83AB5B5-B7B4-9BFC-AFF9-5801EA421155}"/>
                    </a:ext>
                  </a:extLst>
                </p14:cNvPr>
                <p14:cNvContentPartPr/>
                <p14:nvPr/>
              </p14:nvContentPartPr>
              <p14:xfrm>
                <a:off x="3275784" y="2187576"/>
                <a:ext cx="1619280" cy="2296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83AB5B5-B7B4-9BFC-AFF9-5801EA42115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267144" y="2178576"/>
                  <a:ext cx="1636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F43C75D-40C6-64E6-043E-7D802E7BB311}"/>
                    </a:ext>
                  </a:extLst>
                </p14:cNvPr>
                <p14:cNvContentPartPr/>
                <p14:nvPr/>
              </p14:nvContentPartPr>
              <p14:xfrm>
                <a:off x="3932064" y="2392416"/>
                <a:ext cx="110520" cy="133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F43C75D-40C6-64E6-043E-7D802E7BB31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923424" y="2383416"/>
                  <a:ext cx="12816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808169A-362C-4C3C-A80A-078F2A0770CD}"/>
              </a:ext>
            </a:extLst>
          </p:cNvPr>
          <p:cNvGrpSpPr/>
          <p:nvPr/>
        </p:nvGrpSpPr>
        <p:grpSpPr>
          <a:xfrm>
            <a:off x="5587344" y="2059056"/>
            <a:ext cx="163800" cy="68760"/>
            <a:chOff x="5587344" y="2059056"/>
            <a:chExt cx="163800" cy="6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282DC49-5494-D64C-6EBB-C128836414D0}"/>
                    </a:ext>
                  </a:extLst>
                </p14:cNvPr>
                <p14:cNvContentPartPr/>
                <p14:nvPr/>
              </p14:nvContentPartPr>
              <p14:xfrm>
                <a:off x="5606784" y="2059056"/>
                <a:ext cx="132120" cy="32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282DC49-5494-D64C-6EBB-C128836414D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598144" y="2050416"/>
                  <a:ext cx="149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89E6AFD-185A-6428-3210-91E22EA3D804}"/>
                    </a:ext>
                  </a:extLst>
                </p14:cNvPr>
                <p14:cNvContentPartPr/>
                <p14:nvPr/>
              </p14:nvContentPartPr>
              <p14:xfrm>
                <a:off x="5587344" y="2096496"/>
                <a:ext cx="163800" cy="31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89E6AFD-185A-6428-3210-91E22EA3D80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578704" y="2087856"/>
                  <a:ext cx="18144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34222D5-B897-104F-AE77-B4E474731DB4}"/>
              </a:ext>
            </a:extLst>
          </p:cNvPr>
          <p:cNvGrpSpPr/>
          <p:nvPr/>
        </p:nvGrpSpPr>
        <p:grpSpPr>
          <a:xfrm>
            <a:off x="6060384" y="1814616"/>
            <a:ext cx="788040" cy="558720"/>
            <a:chOff x="6060384" y="1814616"/>
            <a:chExt cx="788040" cy="55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0E9BE91-621C-1FE2-FF3D-F35A648DF88D}"/>
                    </a:ext>
                  </a:extLst>
                </p14:cNvPr>
                <p14:cNvContentPartPr/>
                <p14:nvPr/>
              </p14:nvContentPartPr>
              <p14:xfrm>
                <a:off x="6060384" y="1925136"/>
                <a:ext cx="141840" cy="118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0E9BE91-621C-1FE2-FF3D-F35A648DF88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051744" y="1916136"/>
                  <a:ext cx="159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4000E34-425C-0A09-A7FA-F4B36CF09A7D}"/>
                    </a:ext>
                  </a:extLst>
                </p14:cNvPr>
                <p14:cNvContentPartPr/>
                <p14:nvPr/>
              </p14:nvContentPartPr>
              <p14:xfrm>
                <a:off x="6348744" y="1814616"/>
                <a:ext cx="159840" cy="108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4000E34-425C-0A09-A7FA-F4B36CF09A7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339744" y="1805616"/>
                  <a:ext cx="177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1FA0E03-A22D-C0FE-1232-D4F4BDAFDF21}"/>
                    </a:ext>
                  </a:extLst>
                </p14:cNvPr>
                <p14:cNvContentPartPr/>
                <p14:nvPr/>
              </p14:nvContentPartPr>
              <p14:xfrm>
                <a:off x="6070104" y="2003976"/>
                <a:ext cx="642960" cy="74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1FA0E03-A22D-C0FE-1232-D4F4BDAFDF2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061464" y="1995336"/>
                  <a:ext cx="660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6B95FE0-4F55-637D-39D9-69E1D4708C39}"/>
                    </a:ext>
                  </a:extLst>
                </p14:cNvPr>
                <p14:cNvContentPartPr/>
                <p14:nvPr/>
              </p14:nvContentPartPr>
              <p14:xfrm>
                <a:off x="6109344" y="2232936"/>
                <a:ext cx="141840" cy="1346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6B95FE0-4F55-637D-39D9-69E1D4708C3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100344" y="2224296"/>
                  <a:ext cx="1594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4217B9A-C5BE-9C9B-2B9E-E1121FA9DDB8}"/>
                    </a:ext>
                  </a:extLst>
                </p14:cNvPr>
                <p14:cNvContentPartPr/>
                <p14:nvPr/>
              </p14:nvContentPartPr>
              <p14:xfrm>
                <a:off x="6362784" y="2307096"/>
                <a:ext cx="10080" cy="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4217B9A-C5BE-9C9B-2B9E-E1121FA9DDB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353784" y="2298096"/>
                  <a:ext cx="27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738FB8F-B13B-CF28-D2F2-FFA4822FA751}"/>
                    </a:ext>
                  </a:extLst>
                </p14:cNvPr>
                <p14:cNvContentPartPr/>
                <p14:nvPr/>
              </p14:nvContentPartPr>
              <p14:xfrm>
                <a:off x="6368544" y="2169576"/>
                <a:ext cx="131040" cy="203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738FB8F-B13B-CF28-D2F2-FFA4822FA75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359544" y="2160936"/>
                  <a:ext cx="1486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0DB5A26-CE8A-5FF3-B02F-D29377708BA4}"/>
                    </a:ext>
                  </a:extLst>
                </p14:cNvPr>
                <p14:cNvContentPartPr/>
                <p14:nvPr/>
              </p14:nvContentPartPr>
              <p14:xfrm>
                <a:off x="6375024" y="2227536"/>
                <a:ext cx="156240" cy="35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0DB5A26-CE8A-5FF3-B02F-D29377708BA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366024" y="2218536"/>
                  <a:ext cx="17388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A9620CE-A32F-FB5B-ABB9-4F736B597AC0}"/>
                    </a:ext>
                  </a:extLst>
                </p14:cNvPr>
                <p14:cNvContentPartPr/>
                <p14:nvPr/>
              </p14:nvContentPartPr>
              <p14:xfrm>
                <a:off x="6533064" y="2157336"/>
                <a:ext cx="110520" cy="178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A9620CE-A32F-FB5B-ABB9-4F736B597AC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24064" y="2148696"/>
                  <a:ext cx="1281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16CA663-B67F-23FA-1B12-AF38C35EBB67}"/>
                    </a:ext>
                  </a:extLst>
                </p14:cNvPr>
                <p14:cNvContentPartPr/>
                <p14:nvPr/>
              </p14:nvContentPartPr>
              <p14:xfrm>
                <a:off x="6681744" y="2182536"/>
                <a:ext cx="166680" cy="1152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16CA663-B67F-23FA-1B12-AF38C35EBB6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73104" y="2173896"/>
                  <a:ext cx="184320" cy="13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2B028D8-10BB-0D26-BD83-8809473F8E22}"/>
                  </a:ext>
                </a:extLst>
              </p14:cNvPr>
              <p14:cNvContentPartPr/>
              <p14:nvPr/>
            </p14:nvContentPartPr>
            <p14:xfrm>
              <a:off x="7562304" y="1945296"/>
              <a:ext cx="149040" cy="28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2B028D8-10BB-0D26-BD83-8809473F8E2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553664" y="1936656"/>
                <a:ext cx="16668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0DD43A3-B9A0-B18D-23C8-D8C08DA83BC4}"/>
              </a:ext>
            </a:extLst>
          </p:cNvPr>
          <p:cNvGrpSpPr/>
          <p:nvPr/>
        </p:nvGrpSpPr>
        <p:grpSpPr>
          <a:xfrm>
            <a:off x="7938504" y="1784736"/>
            <a:ext cx="556920" cy="214560"/>
            <a:chOff x="7938504" y="1784736"/>
            <a:chExt cx="556920" cy="21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A3154CA-45BA-DACD-4250-8D4E40A269B6}"/>
                    </a:ext>
                  </a:extLst>
                </p14:cNvPr>
                <p14:cNvContentPartPr/>
                <p14:nvPr/>
              </p14:nvContentPartPr>
              <p14:xfrm>
                <a:off x="7938504" y="1855296"/>
                <a:ext cx="125280" cy="1094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A3154CA-45BA-DACD-4250-8D4E40A269B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929504" y="1846296"/>
                  <a:ext cx="142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9C5CF0B-52A4-119F-DA79-B238C4CDD8B1}"/>
                    </a:ext>
                  </a:extLst>
                </p14:cNvPr>
                <p14:cNvContentPartPr/>
                <p14:nvPr/>
              </p14:nvContentPartPr>
              <p14:xfrm>
                <a:off x="8184024" y="1932336"/>
                <a:ext cx="70920" cy="669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9C5CF0B-52A4-119F-DA79-B238C4CDD8B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175384" y="1923696"/>
                  <a:ext cx="885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9F98C4F-2A23-EE47-72B7-677805CC543D}"/>
                    </a:ext>
                  </a:extLst>
                </p14:cNvPr>
                <p14:cNvContentPartPr/>
                <p14:nvPr/>
              </p14:nvContentPartPr>
              <p14:xfrm>
                <a:off x="8375184" y="1784736"/>
                <a:ext cx="120240" cy="1576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9F98C4F-2A23-EE47-72B7-677805CC543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366544" y="1775736"/>
                  <a:ext cx="137880" cy="17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CF657D8-3A1F-8882-3D99-EF1868B1C7B8}"/>
                  </a:ext>
                </a:extLst>
              </p14:cNvPr>
              <p14:cNvContentPartPr/>
              <p14:nvPr/>
            </p14:nvContentPartPr>
            <p14:xfrm>
              <a:off x="8574264" y="1770696"/>
              <a:ext cx="173520" cy="1778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CF657D8-3A1F-8882-3D99-EF1868B1C7B8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565624" y="1761696"/>
                <a:ext cx="191160" cy="19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8E8A91B-1A10-FACC-3ED1-E324DA9E149A}"/>
              </a:ext>
            </a:extLst>
          </p:cNvPr>
          <p:cNvGrpSpPr/>
          <p:nvPr/>
        </p:nvGrpSpPr>
        <p:grpSpPr>
          <a:xfrm>
            <a:off x="7110504" y="1889496"/>
            <a:ext cx="231480" cy="180720"/>
            <a:chOff x="7110504" y="1889496"/>
            <a:chExt cx="231480" cy="18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2C5861A-654C-92B3-522A-CEE41D82945F}"/>
                    </a:ext>
                  </a:extLst>
                </p14:cNvPr>
                <p14:cNvContentPartPr/>
                <p14:nvPr/>
              </p14:nvContentPartPr>
              <p14:xfrm>
                <a:off x="7110504" y="1889496"/>
                <a:ext cx="191160" cy="1008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2C5861A-654C-92B3-522A-CEE41D82945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101864" y="1880496"/>
                  <a:ext cx="2088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EE4AB7A-6C8E-A0B4-FD51-85C208E8329D}"/>
                    </a:ext>
                  </a:extLst>
                </p14:cNvPr>
                <p14:cNvContentPartPr/>
                <p14:nvPr/>
              </p14:nvContentPartPr>
              <p14:xfrm>
                <a:off x="7147944" y="1997136"/>
                <a:ext cx="194040" cy="730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EE4AB7A-6C8E-A0B4-FD51-85C208E8329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138944" y="1988496"/>
                  <a:ext cx="21168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E7F857E-E227-2348-94C4-752127427243}"/>
              </a:ext>
            </a:extLst>
          </p:cNvPr>
          <p:cNvGrpSpPr/>
          <p:nvPr/>
        </p:nvGrpSpPr>
        <p:grpSpPr>
          <a:xfrm>
            <a:off x="2276424" y="2920536"/>
            <a:ext cx="2335320" cy="578520"/>
            <a:chOff x="2276424" y="2920536"/>
            <a:chExt cx="2335320" cy="57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C25AE3E-EF4E-D488-77BB-213ACA63930A}"/>
                    </a:ext>
                  </a:extLst>
                </p14:cNvPr>
                <p14:cNvContentPartPr/>
                <p14:nvPr/>
              </p14:nvContentPartPr>
              <p14:xfrm>
                <a:off x="2276424" y="3266856"/>
                <a:ext cx="70560" cy="2322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C25AE3E-EF4E-D488-77BB-213ACA63930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267784" y="3258216"/>
                  <a:ext cx="882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04BEB1F-925A-CF1C-80CF-D5547A5B3CB4}"/>
                    </a:ext>
                  </a:extLst>
                </p14:cNvPr>
                <p14:cNvContentPartPr/>
                <p14:nvPr/>
              </p14:nvContentPartPr>
              <p14:xfrm>
                <a:off x="2334744" y="3211056"/>
                <a:ext cx="78840" cy="795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04BEB1F-925A-CF1C-80CF-D5547A5B3CB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325744" y="3202416"/>
                  <a:ext cx="964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45C2B55-9D07-D538-D9F9-B91F933020F8}"/>
                    </a:ext>
                  </a:extLst>
                </p14:cNvPr>
                <p14:cNvContentPartPr/>
                <p14:nvPr/>
              </p14:nvContentPartPr>
              <p14:xfrm>
                <a:off x="2526984" y="3061296"/>
                <a:ext cx="154080" cy="220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45C2B55-9D07-D538-D9F9-B91F933020F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518344" y="3052296"/>
                  <a:ext cx="1717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BB6AB04-E60A-10B9-EB46-DF51ADEAE4C1}"/>
                    </a:ext>
                  </a:extLst>
                </p14:cNvPr>
                <p14:cNvContentPartPr/>
                <p14:nvPr/>
              </p14:nvContentPartPr>
              <p14:xfrm>
                <a:off x="2771064" y="3103416"/>
                <a:ext cx="78480" cy="164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BB6AB04-E60A-10B9-EB46-DF51ADEAE4C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762424" y="3094416"/>
                  <a:ext cx="961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ED12633-37F5-7B87-FE9C-A25D55876C06}"/>
                    </a:ext>
                  </a:extLst>
                </p14:cNvPr>
                <p14:cNvContentPartPr/>
                <p14:nvPr/>
              </p14:nvContentPartPr>
              <p14:xfrm>
                <a:off x="2749104" y="3182976"/>
                <a:ext cx="129600" cy="19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ED12633-37F5-7B87-FE9C-A25D55876C0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740464" y="3174336"/>
                  <a:ext cx="147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445C8B2-6E82-E872-E9B5-B3460CE4892A}"/>
                    </a:ext>
                  </a:extLst>
                </p14:cNvPr>
                <p14:cNvContentPartPr/>
                <p14:nvPr/>
              </p14:nvContentPartPr>
              <p14:xfrm>
                <a:off x="3024864" y="3143376"/>
                <a:ext cx="117360" cy="140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445C8B2-6E82-E872-E9B5-B3460CE4892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015864" y="3134376"/>
                  <a:ext cx="1350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5287E9A-6623-ACE7-5118-E07B69581197}"/>
                    </a:ext>
                  </a:extLst>
                </p14:cNvPr>
                <p14:cNvContentPartPr/>
                <p14:nvPr/>
              </p14:nvContentPartPr>
              <p14:xfrm>
                <a:off x="3037104" y="3172536"/>
                <a:ext cx="117360" cy="32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5287E9A-6623-ACE7-5118-E07B6958119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028104" y="3163896"/>
                  <a:ext cx="135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943EAFB-1D49-AA89-4C57-09CD0921C55E}"/>
                    </a:ext>
                  </a:extLst>
                </p14:cNvPr>
                <p14:cNvContentPartPr/>
                <p14:nvPr/>
              </p14:nvContentPartPr>
              <p14:xfrm>
                <a:off x="3309984" y="3043656"/>
                <a:ext cx="149040" cy="1328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943EAFB-1D49-AA89-4C57-09CD0921C55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301344" y="3035016"/>
                  <a:ext cx="1666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88462C6-688E-A749-0347-1E8D96CF886B}"/>
                    </a:ext>
                  </a:extLst>
                </p14:cNvPr>
                <p14:cNvContentPartPr/>
                <p14:nvPr/>
              </p14:nvContentPartPr>
              <p14:xfrm>
                <a:off x="3558744" y="3142656"/>
                <a:ext cx="51480" cy="644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88462C6-688E-A749-0347-1E8D96CF886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549744" y="3133656"/>
                  <a:ext cx="691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148F7C3-1908-7D81-E32C-29C4EA838522}"/>
                    </a:ext>
                  </a:extLst>
                </p14:cNvPr>
                <p14:cNvContentPartPr/>
                <p14:nvPr/>
              </p14:nvContentPartPr>
              <p14:xfrm>
                <a:off x="3770784" y="2973456"/>
                <a:ext cx="112320" cy="176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148F7C3-1908-7D81-E32C-29C4EA83852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62144" y="2964816"/>
                  <a:ext cx="1299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1A3C879-1B96-3633-4157-397D2180891C}"/>
                    </a:ext>
                  </a:extLst>
                </p14:cNvPr>
                <p14:cNvContentPartPr/>
                <p14:nvPr/>
              </p14:nvContentPartPr>
              <p14:xfrm>
                <a:off x="3948984" y="3041856"/>
                <a:ext cx="129600" cy="849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1A3C879-1B96-3633-4157-397D2180891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939984" y="3032856"/>
                  <a:ext cx="147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9AFF320-AEAA-E9CC-F7BA-6FE6BC729EB6}"/>
                    </a:ext>
                  </a:extLst>
                </p14:cNvPr>
                <p14:cNvContentPartPr/>
                <p14:nvPr/>
              </p14:nvContentPartPr>
              <p14:xfrm>
                <a:off x="4117824" y="2920536"/>
                <a:ext cx="133560" cy="3272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9AFF320-AEAA-E9CC-F7BA-6FE6BC729EB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109184" y="2911896"/>
                  <a:ext cx="1512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55A50EE-2B78-7BAE-E2FC-5C14A6BC701E}"/>
                    </a:ext>
                  </a:extLst>
                </p14:cNvPr>
                <p14:cNvContentPartPr/>
                <p14:nvPr/>
              </p14:nvContentPartPr>
              <p14:xfrm>
                <a:off x="4419504" y="3085776"/>
                <a:ext cx="192240" cy="32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55A50EE-2B78-7BAE-E2FC-5C14A6BC701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410504" y="3076776"/>
                  <a:ext cx="2098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6C7E4D7-B50C-60FC-5EB8-876D9DD181A7}"/>
                    </a:ext>
                  </a:extLst>
                </p14:cNvPr>
                <p14:cNvContentPartPr/>
                <p14:nvPr/>
              </p14:nvContentPartPr>
              <p14:xfrm>
                <a:off x="4463424" y="3129336"/>
                <a:ext cx="146520" cy="11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6C7E4D7-B50C-60FC-5EB8-876D9DD181A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454424" y="3120696"/>
                  <a:ext cx="164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7FC73C5-4B37-C189-E7A4-5619EBAD6BD5}"/>
                    </a:ext>
                  </a:extLst>
                </p14:cNvPr>
                <p14:cNvContentPartPr/>
                <p14:nvPr/>
              </p14:nvContentPartPr>
              <p14:xfrm>
                <a:off x="3173544" y="3074256"/>
                <a:ext cx="19800" cy="100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7FC73C5-4B37-C189-E7A4-5619EBAD6BD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164544" y="3065256"/>
                  <a:ext cx="374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83B8CFE-8F1A-05B6-C02B-19F846777B32}"/>
                    </a:ext>
                  </a:extLst>
                </p14:cNvPr>
                <p14:cNvContentPartPr/>
                <p14:nvPr/>
              </p14:nvContentPartPr>
              <p14:xfrm>
                <a:off x="3202704" y="3136536"/>
                <a:ext cx="92520" cy="338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83B8CFE-8F1A-05B6-C02B-19F846777B3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194064" y="3127896"/>
                  <a:ext cx="11016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1E2941CC-8C04-19AC-5776-36FEE39A61DD}"/>
              </a:ext>
            </a:extLst>
          </p:cNvPr>
          <p:cNvGrpSpPr/>
          <p:nvPr/>
        </p:nvGrpSpPr>
        <p:grpSpPr>
          <a:xfrm>
            <a:off x="4928904" y="2916216"/>
            <a:ext cx="478440" cy="261000"/>
            <a:chOff x="4928904" y="2916216"/>
            <a:chExt cx="47844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8860C71-1ABE-D92C-6F12-BEBB76409423}"/>
                    </a:ext>
                  </a:extLst>
                </p14:cNvPr>
                <p14:cNvContentPartPr/>
                <p14:nvPr/>
              </p14:nvContentPartPr>
              <p14:xfrm>
                <a:off x="4928904" y="2916216"/>
                <a:ext cx="146880" cy="1843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8860C71-1ABE-D92C-6F12-BEBB7640942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920264" y="2907216"/>
                  <a:ext cx="1645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61795AC-D309-32F7-F731-06368EE8E4EB}"/>
                    </a:ext>
                  </a:extLst>
                </p14:cNvPr>
                <p14:cNvContentPartPr/>
                <p14:nvPr/>
              </p14:nvContentPartPr>
              <p14:xfrm>
                <a:off x="5155704" y="3074256"/>
                <a:ext cx="12600" cy="237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61795AC-D309-32F7-F731-06368EE8E4E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47064" y="3065256"/>
                  <a:ext cx="30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31F010A-0E46-FA8E-CB48-4BD750DEB8CF}"/>
                    </a:ext>
                  </a:extLst>
                </p14:cNvPr>
                <p14:cNvContentPartPr/>
                <p14:nvPr/>
              </p14:nvContentPartPr>
              <p14:xfrm>
                <a:off x="5112144" y="3097656"/>
                <a:ext cx="43920" cy="795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31F010A-0E46-FA8E-CB48-4BD750DEB8C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103504" y="3088656"/>
                  <a:ext cx="615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28ECBC8-E89C-163E-9504-047A0A66A6A5}"/>
                    </a:ext>
                  </a:extLst>
                </p14:cNvPr>
                <p14:cNvContentPartPr/>
                <p14:nvPr/>
              </p14:nvContentPartPr>
              <p14:xfrm>
                <a:off x="5295744" y="2941416"/>
                <a:ext cx="111600" cy="1447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28ECBC8-E89C-163E-9504-047A0A66A6A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87104" y="2932776"/>
                  <a:ext cx="129240" cy="16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F32D200A-437D-3109-FD21-07C7A7ADCF5D}"/>
                  </a:ext>
                </a:extLst>
              </p14:cNvPr>
              <p14:cNvContentPartPr/>
              <p14:nvPr/>
            </p14:nvContentPartPr>
            <p14:xfrm>
              <a:off x="5548824" y="2912616"/>
              <a:ext cx="120240" cy="1202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F32D200A-437D-3109-FD21-07C7A7ADCF5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5539824" y="2903616"/>
                <a:ext cx="13788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291117A-0804-282B-8F12-2FD9D8AA42C9}"/>
              </a:ext>
            </a:extLst>
          </p:cNvPr>
          <p:cNvGrpSpPr/>
          <p:nvPr/>
        </p:nvGrpSpPr>
        <p:grpSpPr>
          <a:xfrm>
            <a:off x="5814144" y="2819016"/>
            <a:ext cx="396360" cy="255600"/>
            <a:chOff x="5814144" y="2819016"/>
            <a:chExt cx="39636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299A68A-4A51-11F9-E018-F4A0773DFBC7}"/>
                    </a:ext>
                  </a:extLst>
                </p14:cNvPr>
                <p14:cNvContentPartPr/>
                <p14:nvPr/>
              </p14:nvContentPartPr>
              <p14:xfrm>
                <a:off x="5814144" y="2873016"/>
                <a:ext cx="136800" cy="12384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299A68A-4A51-11F9-E018-F4A0773DFBC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805144" y="2864376"/>
                  <a:ext cx="154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6D26C5C-0BEB-8F09-BACF-790878C78B55}"/>
                    </a:ext>
                  </a:extLst>
                </p14:cNvPr>
                <p14:cNvContentPartPr/>
                <p14:nvPr/>
              </p14:nvContentPartPr>
              <p14:xfrm>
                <a:off x="5882544" y="2919816"/>
                <a:ext cx="27360" cy="1101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6D26C5C-0BEB-8F09-BACF-790878C78B5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873544" y="2911176"/>
                  <a:ext cx="450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D55B7A5-410E-0CCD-0CFC-72E58E5E2543}"/>
                    </a:ext>
                  </a:extLst>
                </p14:cNvPr>
                <p14:cNvContentPartPr/>
                <p14:nvPr/>
              </p14:nvContentPartPr>
              <p14:xfrm>
                <a:off x="6072624" y="2819016"/>
                <a:ext cx="137880" cy="135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D55B7A5-410E-0CCD-0CFC-72E58E5E254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063984" y="2810376"/>
                  <a:ext cx="155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41B27B3-7F62-A953-AE76-A962D79C558B}"/>
                    </a:ext>
                  </a:extLst>
                </p14:cNvPr>
                <p14:cNvContentPartPr/>
                <p14:nvPr/>
              </p14:nvContentPartPr>
              <p14:xfrm>
                <a:off x="6116544" y="2866176"/>
                <a:ext cx="81000" cy="2084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41B27B3-7F62-A953-AE76-A962D79C558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107544" y="2857536"/>
                  <a:ext cx="98640" cy="22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6E854BDA-E5B1-274C-F53E-80D9486E044D}"/>
                  </a:ext>
                </a:extLst>
              </p14:cNvPr>
              <p14:cNvContentPartPr/>
              <p14:nvPr/>
            </p14:nvContentPartPr>
            <p14:xfrm>
              <a:off x="5453064" y="3394656"/>
              <a:ext cx="305280" cy="19080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6E854BDA-E5B1-274C-F53E-80D9486E044D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5444064" y="3386016"/>
                <a:ext cx="322920" cy="20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A433BAA-72AA-738F-EDB2-6EC927B1FFA6}"/>
              </a:ext>
            </a:extLst>
          </p:cNvPr>
          <p:cNvGrpSpPr/>
          <p:nvPr/>
        </p:nvGrpSpPr>
        <p:grpSpPr>
          <a:xfrm>
            <a:off x="6016464" y="3284856"/>
            <a:ext cx="595440" cy="236520"/>
            <a:chOff x="6016464" y="3284856"/>
            <a:chExt cx="595440" cy="23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F383DD4-4547-D831-8FAC-710B6094CD36}"/>
                    </a:ext>
                  </a:extLst>
                </p14:cNvPr>
                <p14:cNvContentPartPr/>
                <p14:nvPr/>
              </p14:nvContentPartPr>
              <p14:xfrm>
                <a:off x="6016464" y="3338856"/>
                <a:ext cx="176040" cy="1825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F383DD4-4547-D831-8FAC-710B6094CD3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007824" y="3330216"/>
                  <a:ext cx="1936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120C6D3-00C8-4DF4-17E1-9A1F22254D7B}"/>
                    </a:ext>
                  </a:extLst>
                </p14:cNvPr>
                <p14:cNvContentPartPr/>
                <p14:nvPr/>
              </p14:nvContentPartPr>
              <p14:xfrm>
                <a:off x="6301944" y="3433536"/>
                <a:ext cx="7560" cy="100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120C6D3-00C8-4DF4-17E1-9A1F22254D7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292944" y="3424536"/>
                  <a:ext cx="25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7BB029F6-6235-4D13-9F93-2E6E33C81767}"/>
                    </a:ext>
                  </a:extLst>
                </p14:cNvPr>
                <p14:cNvContentPartPr/>
                <p14:nvPr/>
              </p14:nvContentPartPr>
              <p14:xfrm>
                <a:off x="6411024" y="3284856"/>
                <a:ext cx="200880" cy="1465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7BB029F6-6235-4D13-9F93-2E6E33C8176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402024" y="3275856"/>
                  <a:ext cx="218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27D70A3-3F98-7B68-7856-61EE1DBD5716}"/>
                    </a:ext>
                  </a:extLst>
                </p14:cNvPr>
                <p14:cNvContentPartPr/>
                <p14:nvPr/>
              </p14:nvContentPartPr>
              <p14:xfrm>
                <a:off x="6555384" y="3357216"/>
                <a:ext cx="54000" cy="1400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27D70A3-3F98-7B68-7856-61EE1DBD571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546384" y="3348216"/>
                  <a:ext cx="7164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E2C962C6-2C5B-01AD-C7A0-930797B3912C}"/>
              </a:ext>
            </a:extLst>
          </p:cNvPr>
          <p:cNvGrpSpPr/>
          <p:nvPr/>
        </p:nvGrpSpPr>
        <p:grpSpPr>
          <a:xfrm>
            <a:off x="6811704" y="3154536"/>
            <a:ext cx="269280" cy="325800"/>
            <a:chOff x="6811704" y="3154536"/>
            <a:chExt cx="26928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77FB66A-1CEE-E8A2-3524-A76E259E9CA0}"/>
                    </a:ext>
                  </a:extLst>
                </p14:cNvPr>
                <p14:cNvContentPartPr/>
                <p14:nvPr/>
              </p14:nvContentPartPr>
              <p14:xfrm>
                <a:off x="6811704" y="3154536"/>
                <a:ext cx="269280" cy="3258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77FB66A-1CEE-E8A2-3524-A76E259E9CA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802704" y="3145536"/>
                  <a:ext cx="2869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85418C5-D6E5-CC5C-0FBF-C69260E4E187}"/>
                    </a:ext>
                  </a:extLst>
                </p14:cNvPr>
                <p14:cNvContentPartPr/>
                <p14:nvPr/>
              </p14:nvContentPartPr>
              <p14:xfrm>
                <a:off x="6937704" y="3373416"/>
                <a:ext cx="128160" cy="907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85418C5-D6E5-CC5C-0FBF-C69260E4E18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929064" y="3364416"/>
                  <a:ext cx="14580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F99155D3-81D6-450D-7A07-49DFE332260B}"/>
              </a:ext>
            </a:extLst>
          </p:cNvPr>
          <p:cNvGrpSpPr/>
          <p:nvPr/>
        </p:nvGrpSpPr>
        <p:grpSpPr>
          <a:xfrm>
            <a:off x="7460064" y="3025296"/>
            <a:ext cx="1087560" cy="363240"/>
            <a:chOff x="7460064" y="3025296"/>
            <a:chExt cx="1087560" cy="36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5D1C8BB-8963-248D-A375-49F9CDB4F8E5}"/>
                    </a:ext>
                  </a:extLst>
                </p14:cNvPr>
                <p14:cNvContentPartPr/>
                <p14:nvPr/>
              </p14:nvContentPartPr>
              <p14:xfrm>
                <a:off x="7460064" y="3025296"/>
                <a:ext cx="361080" cy="3632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5D1C8BB-8963-248D-A375-49F9CDB4F8E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451424" y="3016656"/>
                  <a:ext cx="3787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A16D2F0-C0E9-477F-62DC-DCC01519A9EA}"/>
                    </a:ext>
                  </a:extLst>
                </p14:cNvPr>
                <p14:cNvContentPartPr/>
                <p14:nvPr/>
              </p14:nvContentPartPr>
              <p14:xfrm>
                <a:off x="7839864" y="3257856"/>
                <a:ext cx="105840" cy="712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A16D2F0-C0E9-477F-62DC-DCC01519A9E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830864" y="3249216"/>
                  <a:ext cx="1234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174C26D-4A23-95E9-5782-B7B3B4AD1102}"/>
                    </a:ext>
                  </a:extLst>
                </p14:cNvPr>
                <p14:cNvContentPartPr/>
                <p14:nvPr/>
              </p14:nvContentPartPr>
              <p14:xfrm>
                <a:off x="7996464" y="3252816"/>
                <a:ext cx="171000" cy="478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174C26D-4A23-95E9-5782-B7B3B4AD110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87464" y="3243816"/>
                  <a:ext cx="1886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C8DCECC-B57D-ED71-BC1D-32E957608DF6}"/>
                    </a:ext>
                  </a:extLst>
                </p14:cNvPr>
                <p14:cNvContentPartPr/>
                <p14:nvPr/>
              </p14:nvContentPartPr>
              <p14:xfrm>
                <a:off x="8188344" y="3190896"/>
                <a:ext cx="96120" cy="831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C8DCECC-B57D-ED71-BC1D-32E957608DF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179344" y="3181896"/>
                  <a:ext cx="113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7DEAA2F-FFA8-15FB-8A59-A2F346F52B74}"/>
                    </a:ext>
                  </a:extLst>
                </p14:cNvPr>
                <p14:cNvContentPartPr/>
                <p14:nvPr/>
              </p14:nvContentPartPr>
              <p14:xfrm>
                <a:off x="8338824" y="3171096"/>
                <a:ext cx="100800" cy="91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7DEAA2F-FFA8-15FB-8A59-A2F346F52B7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329824" y="3162096"/>
                  <a:ext cx="118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83245CC-2EE0-6A85-49DD-1573FD26DA59}"/>
                    </a:ext>
                  </a:extLst>
                </p14:cNvPr>
                <p14:cNvContentPartPr/>
                <p14:nvPr/>
              </p14:nvContentPartPr>
              <p14:xfrm>
                <a:off x="8537544" y="3256416"/>
                <a:ext cx="10080" cy="172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83245CC-2EE0-6A85-49DD-1573FD26DA5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528904" y="3247416"/>
                  <a:ext cx="277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C0C243A4-020C-D269-E412-D86947290E5B}"/>
              </a:ext>
            </a:extLst>
          </p:cNvPr>
          <p:cNvGrpSpPr/>
          <p:nvPr/>
        </p:nvGrpSpPr>
        <p:grpSpPr>
          <a:xfrm>
            <a:off x="561744" y="4327416"/>
            <a:ext cx="252360" cy="443520"/>
            <a:chOff x="561744" y="4327416"/>
            <a:chExt cx="252360" cy="44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04B0A51-1B5C-F8B5-37D4-FF98C3F174E3}"/>
                    </a:ext>
                  </a:extLst>
                </p14:cNvPr>
                <p14:cNvContentPartPr/>
                <p14:nvPr/>
              </p14:nvContentPartPr>
              <p14:xfrm>
                <a:off x="561744" y="4329936"/>
                <a:ext cx="64800" cy="2221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04B0A51-1B5C-F8B5-37D4-FF98C3F174E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53104" y="4320936"/>
                  <a:ext cx="824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C625F07-E1E9-1BA9-AA05-BE83B19AEABC}"/>
                    </a:ext>
                  </a:extLst>
                </p14:cNvPr>
                <p14:cNvContentPartPr/>
                <p14:nvPr/>
              </p14:nvContentPartPr>
              <p14:xfrm>
                <a:off x="691704" y="4327416"/>
                <a:ext cx="122400" cy="4435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C625F07-E1E9-1BA9-AA05-BE83B19AEAB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82704" y="4318776"/>
                  <a:ext cx="140040" cy="46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3430D691-780F-8194-EF70-31226DC66DE6}"/>
              </a:ext>
            </a:extLst>
          </p:cNvPr>
          <p:cNvGrpSpPr/>
          <p:nvPr/>
        </p:nvGrpSpPr>
        <p:grpSpPr>
          <a:xfrm>
            <a:off x="5853384" y="3838896"/>
            <a:ext cx="1185120" cy="300960"/>
            <a:chOff x="5853384" y="3838896"/>
            <a:chExt cx="1185120" cy="30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710855B-196C-A90D-F68C-C19EE2BB7BC7}"/>
                    </a:ext>
                  </a:extLst>
                </p14:cNvPr>
                <p14:cNvContentPartPr/>
                <p14:nvPr/>
              </p14:nvContentPartPr>
              <p14:xfrm>
                <a:off x="5853384" y="3991896"/>
                <a:ext cx="441360" cy="1479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710855B-196C-A90D-F68C-C19EE2BB7BC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844744" y="3982896"/>
                  <a:ext cx="459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B8869CD-05D1-8FA5-0ECA-856870F7771D}"/>
                    </a:ext>
                  </a:extLst>
                </p14:cNvPr>
                <p14:cNvContentPartPr/>
                <p14:nvPr/>
              </p14:nvContentPartPr>
              <p14:xfrm>
                <a:off x="6328584" y="3838896"/>
                <a:ext cx="134640" cy="2620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B8869CD-05D1-8FA5-0ECA-856870F7771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19944" y="3830256"/>
                  <a:ext cx="1522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2B87A8A-8EEC-54FA-4772-B622069AC5DE}"/>
                    </a:ext>
                  </a:extLst>
                </p14:cNvPr>
                <p14:cNvContentPartPr/>
                <p14:nvPr/>
              </p14:nvContentPartPr>
              <p14:xfrm>
                <a:off x="6304104" y="3977136"/>
                <a:ext cx="510120" cy="1188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2B87A8A-8EEC-54FA-4772-B622069AC5D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295464" y="3968496"/>
                  <a:ext cx="527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FD2B11A-6760-49C8-7F42-B1751443300F}"/>
                    </a:ext>
                  </a:extLst>
                </p14:cNvPr>
                <p14:cNvContentPartPr/>
                <p14:nvPr/>
              </p14:nvContentPartPr>
              <p14:xfrm>
                <a:off x="6828624" y="3910536"/>
                <a:ext cx="17280" cy="759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FD2B11A-6760-49C8-7F42-B1751443300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819624" y="3901896"/>
                  <a:ext cx="349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D467F51-6426-6905-1CA0-75B23F68B536}"/>
                    </a:ext>
                  </a:extLst>
                </p14:cNvPr>
                <p14:cNvContentPartPr/>
                <p14:nvPr/>
              </p14:nvContentPartPr>
              <p14:xfrm>
                <a:off x="6906384" y="4017096"/>
                <a:ext cx="132120" cy="424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D467F51-6426-6905-1CA0-75B23F68B53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897744" y="4008096"/>
                  <a:ext cx="14976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43243C55-EDF9-8E51-1637-83DB55237F12}"/>
              </a:ext>
            </a:extLst>
          </p:cNvPr>
          <p:cNvGrpSpPr/>
          <p:nvPr/>
        </p:nvGrpSpPr>
        <p:grpSpPr>
          <a:xfrm>
            <a:off x="7261704" y="3734496"/>
            <a:ext cx="286200" cy="351360"/>
            <a:chOff x="7261704" y="3734496"/>
            <a:chExt cx="286200" cy="35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53AAA11-714B-A692-43C6-C64A52FB7E16}"/>
                    </a:ext>
                  </a:extLst>
                </p14:cNvPr>
                <p14:cNvContentPartPr/>
                <p14:nvPr/>
              </p14:nvContentPartPr>
              <p14:xfrm>
                <a:off x="7261704" y="4000896"/>
                <a:ext cx="38160" cy="266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53AAA11-714B-A692-43C6-C64A52FB7E1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252704" y="3991896"/>
                  <a:ext cx="55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0814940-9964-5F09-F926-40DDD84BCA34}"/>
                    </a:ext>
                  </a:extLst>
                </p14:cNvPr>
                <p14:cNvContentPartPr/>
                <p14:nvPr/>
              </p14:nvContentPartPr>
              <p14:xfrm>
                <a:off x="7409304" y="3734496"/>
                <a:ext cx="131760" cy="3513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0814940-9964-5F09-F926-40DDD84BCA34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400304" y="3725496"/>
                  <a:ext cx="1494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699D269-D55E-2389-7CE1-6A58E0CD719B}"/>
                    </a:ext>
                  </a:extLst>
                </p14:cNvPr>
                <p14:cNvContentPartPr/>
                <p14:nvPr/>
              </p14:nvContentPartPr>
              <p14:xfrm>
                <a:off x="7345224" y="3908016"/>
                <a:ext cx="202680" cy="327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699D269-D55E-2389-7CE1-6A58E0CD719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336584" y="3899376"/>
                  <a:ext cx="22032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1706F0E3-2281-1569-049F-D08783F6563F}"/>
              </a:ext>
            </a:extLst>
          </p:cNvPr>
          <p:cNvGrpSpPr/>
          <p:nvPr/>
        </p:nvGrpSpPr>
        <p:grpSpPr>
          <a:xfrm>
            <a:off x="7896384" y="3590856"/>
            <a:ext cx="1360800" cy="475560"/>
            <a:chOff x="7896384" y="3590856"/>
            <a:chExt cx="1360800" cy="47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10C8AE1-09C3-A9FB-140B-9A425C1442AC}"/>
                    </a:ext>
                  </a:extLst>
                </p14:cNvPr>
                <p14:cNvContentPartPr/>
                <p14:nvPr/>
              </p14:nvContentPartPr>
              <p14:xfrm>
                <a:off x="7911144" y="3715416"/>
                <a:ext cx="215640" cy="3510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10C8AE1-09C3-A9FB-140B-9A425C1442A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902144" y="3706416"/>
                  <a:ext cx="2332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A638E17-CB13-84C3-B75A-A913E8A9A4A1}"/>
                    </a:ext>
                  </a:extLst>
                </p14:cNvPr>
                <p14:cNvContentPartPr/>
                <p14:nvPr/>
              </p14:nvContentPartPr>
              <p14:xfrm>
                <a:off x="7896384" y="3938256"/>
                <a:ext cx="202680" cy="637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A638E17-CB13-84C3-B75A-A913E8A9A4A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887744" y="3929256"/>
                  <a:ext cx="220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7EB432F-296F-CE3E-D11C-8E6543C5ECD2}"/>
                    </a:ext>
                  </a:extLst>
                </p14:cNvPr>
                <p14:cNvContentPartPr/>
                <p14:nvPr/>
              </p14:nvContentPartPr>
              <p14:xfrm>
                <a:off x="8132904" y="3873096"/>
                <a:ext cx="32040" cy="435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7EB432F-296F-CE3E-D11C-8E6543C5ECD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124264" y="3864456"/>
                  <a:ext cx="496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6F9441E-F61A-ED09-CC02-3ED02FAAE50D}"/>
                    </a:ext>
                  </a:extLst>
                </p14:cNvPr>
                <p14:cNvContentPartPr/>
                <p14:nvPr/>
              </p14:nvContentPartPr>
              <p14:xfrm>
                <a:off x="8198784" y="3951216"/>
                <a:ext cx="149040" cy="450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6F9441E-F61A-ED09-CC02-3ED02FAAE50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189784" y="3942216"/>
                  <a:ext cx="1666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EFFBD96-E63C-9B38-1AA6-960D770F80C1}"/>
                    </a:ext>
                  </a:extLst>
                </p14:cNvPr>
                <p14:cNvContentPartPr/>
                <p14:nvPr/>
              </p14:nvContentPartPr>
              <p14:xfrm>
                <a:off x="8425584" y="3938256"/>
                <a:ext cx="7560" cy="417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EFFBD96-E63C-9B38-1AA6-960D770F80C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416584" y="3929256"/>
                  <a:ext cx="25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FCF00DE-B759-B556-66AD-EC23419CD1F9}"/>
                    </a:ext>
                  </a:extLst>
                </p14:cNvPr>
                <p14:cNvContentPartPr/>
                <p14:nvPr/>
              </p14:nvContentPartPr>
              <p14:xfrm>
                <a:off x="8440344" y="3816936"/>
                <a:ext cx="29520" cy="19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FCF00DE-B759-B556-66AD-EC23419CD1F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431344" y="3808296"/>
                  <a:ext cx="471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1F9A1F9-2530-2E39-BC7B-B2153F07C03C}"/>
                    </a:ext>
                  </a:extLst>
                </p14:cNvPr>
                <p14:cNvContentPartPr/>
                <p14:nvPr/>
              </p14:nvContentPartPr>
              <p14:xfrm>
                <a:off x="8558064" y="3590856"/>
                <a:ext cx="328680" cy="3355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1F9A1F9-2530-2E39-BC7B-B2153F07C03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549424" y="3581856"/>
                  <a:ext cx="3463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C22AB7B-D68D-56DF-9C9F-084F6E607648}"/>
                    </a:ext>
                  </a:extLst>
                </p14:cNvPr>
                <p14:cNvContentPartPr/>
                <p14:nvPr/>
              </p14:nvContentPartPr>
              <p14:xfrm>
                <a:off x="8991144" y="3839976"/>
                <a:ext cx="10080" cy="579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C22AB7B-D68D-56DF-9C9F-084F6E60764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982504" y="3830976"/>
                  <a:ext cx="27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08BC4B1-39DB-B744-404D-79C0CD2D2236}"/>
                    </a:ext>
                  </a:extLst>
                </p14:cNvPr>
                <p14:cNvContentPartPr/>
                <p14:nvPr/>
              </p14:nvContentPartPr>
              <p14:xfrm>
                <a:off x="9044784" y="3695976"/>
                <a:ext cx="22320" cy="831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08BC4B1-39DB-B744-404D-79C0CD2D223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036144" y="3687336"/>
                  <a:ext cx="39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C0E867A-B303-9D2F-1C9E-B3B2A155EDE3}"/>
                    </a:ext>
                  </a:extLst>
                </p14:cNvPr>
                <p14:cNvContentPartPr/>
                <p14:nvPr/>
              </p14:nvContentPartPr>
              <p14:xfrm>
                <a:off x="9122904" y="3810456"/>
                <a:ext cx="37080" cy="327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C0E867A-B303-9D2F-1C9E-B3B2A155EDE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113904" y="3801816"/>
                  <a:ext cx="54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22F2264-767D-CAAB-2082-1D024AB68A9B}"/>
                    </a:ext>
                  </a:extLst>
                </p14:cNvPr>
                <p14:cNvContentPartPr/>
                <p14:nvPr/>
              </p14:nvContentPartPr>
              <p14:xfrm>
                <a:off x="9124704" y="3783816"/>
                <a:ext cx="132480" cy="2574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22F2264-767D-CAAB-2082-1D024AB68A9B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116064" y="3774816"/>
                  <a:ext cx="15012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926A9D78-1BAF-AC22-F6D8-4AD5E85C9CBC}"/>
              </a:ext>
            </a:extLst>
          </p:cNvPr>
          <p:cNvGrpSpPr/>
          <p:nvPr/>
        </p:nvGrpSpPr>
        <p:grpSpPr>
          <a:xfrm>
            <a:off x="9583704" y="3468816"/>
            <a:ext cx="722160" cy="358560"/>
            <a:chOff x="9583704" y="3468816"/>
            <a:chExt cx="72216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DDDAFD6-608F-3344-DD3B-090C6727EDE2}"/>
                    </a:ext>
                  </a:extLst>
                </p14:cNvPr>
                <p14:cNvContentPartPr/>
                <p14:nvPr/>
              </p14:nvContentPartPr>
              <p14:xfrm>
                <a:off x="9583704" y="3720456"/>
                <a:ext cx="171000" cy="986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DDDAFD6-608F-3344-DD3B-090C6727EDE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575064" y="3711456"/>
                  <a:ext cx="1886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3F0EF58-6AF7-8E35-553B-4E667ACC38C8}"/>
                    </a:ext>
                  </a:extLst>
                </p14:cNvPr>
                <p14:cNvContentPartPr/>
                <p14:nvPr/>
              </p14:nvContentPartPr>
              <p14:xfrm>
                <a:off x="9820224" y="3751416"/>
                <a:ext cx="17280" cy="655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3F0EF58-6AF7-8E35-553B-4E667ACC38C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811584" y="3742416"/>
                  <a:ext cx="349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0A2A55E-A7F7-02AF-C073-7375F12D185C}"/>
                    </a:ext>
                  </a:extLst>
                </p14:cNvPr>
                <p14:cNvContentPartPr/>
                <p14:nvPr/>
              </p14:nvContentPartPr>
              <p14:xfrm>
                <a:off x="9871344" y="3585456"/>
                <a:ext cx="34560" cy="230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0A2A55E-A7F7-02AF-C073-7375F12D185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862704" y="3576816"/>
                  <a:ext cx="522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E1D712C-C4F1-BC11-FABD-3E0C12868012}"/>
                    </a:ext>
                  </a:extLst>
                </p14:cNvPr>
                <p14:cNvContentPartPr/>
                <p14:nvPr/>
              </p14:nvContentPartPr>
              <p14:xfrm>
                <a:off x="9939744" y="3521376"/>
                <a:ext cx="161280" cy="3060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E1D712C-C4F1-BC11-FABD-3E0C1286801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930744" y="3512376"/>
                  <a:ext cx="1789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8B21B01-BC76-11B7-6D31-2205FBF94B60}"/>
                    </a:ext>
                  </a:extLst>
                </p14:cNvPr>
                <p14:cNvContentPartPr/>
                <p14:nvPr/>
              </p14:nvContentPartPr>
              <p14:xfrm>
                <a:off x="10000584" y="3468816"/>
                <a:ext cx="305280" cy="2995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8B21B01-BC76-11B7-6D31-2205FBF94B6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991944" y="3459816"/>
                  <a:ext cx="322920" cy="31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C68B49EB-7FCE-82A8-CF85-7D234F696F39}"/>
                  </a:ext>
                </a:extLst>
              </p14:cNvPr>
              <p14:cNvContentPartPr/>
              <p14:nvPr/>
            </p14:nvContentPartPr>
            <p14:xfrm>
              <a:off x="8947224" y="4277016"/>
              <a:ext cx="360" cy="36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C68B49EB-7FCE-82A8-CF85-7D234F696F3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938584" y="426837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9" name="Group 308">
            <a:extLst>
              <a:ext uri="{FF2B5EF4-FFF2-40B4-BE49-F238E27FC236}">
                <a16:creationId xmlns:a16="http://schemas.microsoft.com/office/drawing/2014/main" id="{AC628692-6512-51E4-EC0D-A66C1347A2BA}"/>
              </a:ext>
            </a:extLst>
          </p:cNvPr>
          <p:cNvGrpSpPr/>
          <p:nvPr/>
        </p:nvGrpSpPr>
        <p:grpSpPr>
          <a:xfrm>
            <a:off x="3271104" y="5248656"/>
            <a:ext cx="473400" cy="143280"/>
            <a:chOff x="3271104" y="5248656"/>
            <a:chExt cx="473400" cy="14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98E45BA-FC8C-0A41-A0C4-07FD13CD6E7E}"/>
                    </a:ext>
                  </a:extLst>
                </p14:cNvPr>
                <p14:cNvContentPartPr/>
                <p14:nvPr/>
              </p14:nvContentPartPr>
              <p14:xfrm>
                <a:off x="3271104" y="5248656"/>
                <a:ext cx="160920" cy="1432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98E45BA-FC8C-0A41-A0C4-07FD13CD6E7E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262104" y="5240016"/>
                  <a:ext cx="178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813EE105-A82A-EF23-1F44-EE33F7F111E7}"/>
                    </a:ext>
                  </a:extLst>
                </p14:cNvPr>
                <p14:cNvContentPartPr/>
                <p14:nvPr/>
              </p14:nvContentPartPr>
              <p14:xfrm>
                <a:off x="3297744" y="5337576"/>
                <a:ext cx="132120" cy="205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813EE105-A82A-EF23-1F44-EE33F7F111E7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289104" y="5328936"/>
                  <a:ext cx="149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B03F641-3A8D-87CF-D0A0-165AE5F324CC}"/>
                    </a:ext>
                  </a:extLst>
                </p14:cNvPr>
                <p14:cNvContentPartPr/>
                <p14:nvPr/>
              </p14:nvContentPartPr>
              <p14:xfrm>
                <a:off x="3609864" y="5301936"/>
                <a:ext cx="100440" cy="61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B03F641-3A8D-87CF-D0A0-165AE5F324C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3601224" y="5293296"/>
                  <a:ext cx="118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DBCE5656-E848-9388-0E49-C8B683FDA39B}"/>
                    </a:ext>
                  </a:extLst>
                </p14:cNvPr>
                <p14:cNvContentPartPr/>
                <p14:nvPr/>
              </p14:nvContentPartPr>
              <p14:xfrm>
                <a:off x="3636864" y="5340816"/>
                <a:ext cx="107640" cy="1512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DBCE5656-E848-9388-0E49-C8B683FDA39B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627864" y="5332176"/>
                  <a:ext cx="12528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40E47A77-8391-7E7E-10F4-62B04F0AE1ED}"/>
              </a:ext>
            </a:extLst>
          </p:cNvPr>
          <p:cNvGrpSpPr/>
          <p:nvPr/>
        </p:nvGrpSpPr>
        <p:grpSpPr>
          <a:xfrm>
            <a:off x="2599344" y="5930856"/>
            <a:ext cx="284400" cy="138600"/>
            <a:chOff x="2599344" y="5930856"/>
            <a:chExt cx="284400" cy="13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A62B884-6046-A088-5014-069284EEC46F}"/>
                    </a:ext>
                  </a:extLst>
                </p14:cNvPr>
                <p14:cNvContentPartPr/>
                <p14:nvPr/>
              </p14:nvContentPartPr>
              <p14:xfrm>
                <a:off x="2599344" y="5943816"/>
                <a:ext cx="131760" cy="12564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A62B884-6046-A088-5014-069284EEC46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2590344" y="5935176"/>
                  <a:ext cx="1494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1905591-89AC-BB85-F4DB-C4E7E6B67390}"/>
                    </a:ext>
                  </a:extLst>
                </p14:cNvPr>
                <p14:cNvContentPartPr/>
                <p14:nvPr/>
              </p14:nvContentPartPr>
              <p14:xfrm>
                <a:off x="2738304" y="5930856"/>
                <a:ext cx="145440" cy="1044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1905591-89AC-BB85-F4DB-C4E7E6B6739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2729304" y="5922216"/>
                  <a:ext cx="16308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847DDCF3-284E-FD6E-3977-08E77AD9E426}"/>
              </a:ext>
            </a:extLst>
          </p:cNvPr>
          <p:cNvGrpSpPr/>
          <p:nvPr/>
        </p:nvGrpSpPr>
        <p:grpSpPr>
          <a:xfrm>
            <a:off x="3136824" y="5920416"/>
            <a:ext cx="183600" cy="57240"/>
            <a:chOff x="3136824" y="5920416"/>
            <a:chExt cx="183600" cy="5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437E72D-881A-AC7E-4335-3C4BB8450910}"/>
                    </a:ext>
                  </a:extLst>
                </p14:cNvPr>
                <p14:cNvContentPartPr/>
                <p14:nvPr/>
              </p14:nvContentPartPr>
              <p14:xfrm>
                <a:off x="3136824" y="5920416"/>
                <a:ext cx="131760" cy="126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437E72D-881A-AC7E-4335-3C4BB845091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128184" y="5911776"/>
                  <a:ext cx="1494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1D0FF58E-1781-26E1-522E-27A928B2C795}"/>
                    </a:ext>
                  </a:extLst>
                </p14:cNvPr>
                <p14:cNvContentPartPr/>
                <p14:nvPr/>
              </p14:nvContentPartPr>
              <p14:xfrm>
                <a:off x="3176064" y="5967576"/>
                <a:ext cx="144360" cy="100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1D0FF58E-1781-26E1-522E-27A928B2C79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167064" y="5958936"/>
                  <a:ext cx="16200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B418581D-DE6F-2707-5A57-910180774138}"/>
              </a:ext>
            </a:extLst>
          </p:cNvPr>
          <p:cNvGrpSpPr/>
          <p:nvPr/>
        </p:nvGrpSpPr>
        <p:grpSpPr>
          <a:xfrm>
            <a:off x="4294224" y="5662656"/>
            <a:ext cx="388800" cy="318960"/>
            <a:chOff x="4294224" y="5662656"/>
            <a:chExt cx="38880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CDFA1EE-0BF5-2883-F4F1-E16D2878B47F}"/>
                    </a:ext>
                  </a:extLst>
                </p14:cNvPr>
                <p14:cNvContentPartPr/>
                <p14:nvPr/>
              </p14:nvContentPartPr>
              <p14:xfrm>
                <a:off x="4294224" y="5662656"/>
                <a:ext cx="147600" cy="3189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CDFA1EE-0BF5-2883-F4F1-E16D2878B47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285584" y="5654016"/>
                  <a:ext cx="1652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B4FE628-019B-684E-CEB6-2369F0D830C2}"/>
                    </a:ext>
                  </a:extLst>
                </p14:cNvPr>
                <p14:cNvContentPartPr/>
                <p14:nvPr/>
              </p14:nvContentPartPr>
              <p14:xfrm>
                <a:off x="4477104" y="5814936"/>
                <a:ext cx="99000" cy="1108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B4FE628-019B-684E-CEB6-2369F0D830C2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468104" y="5805936"/>
                  <a:ext cx="116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7019B265-D776-86DB-F5FD-50B569316453}"/>
                    </a:ext>
                  </a:extLst>
                </p14:cNvPr>
                <p14:cNvContentPartPr/>
                <p14:nvPr/>
              </p14:nvContentPartPr>
              <p14:xfrm>
                <a:off x="4682664" y="5877216"/>
                <a:ext cx="360" cy="205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7019B265-D776-86DB-F5FD-50B569316453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674024" y="5868576"/>
                  <a:ext cx="1800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0DE99CCF-E8F2-62E7-77B6-12BD2C5B5639}"/>
              </a:ext>
            </a:extLst>
          </p:cNvPr>
          <p:cNvGrpSpPr/>
          <p:nvPr/>
        </p:nvGrpSpPr>
        <p:grpSpPr>
          <a:xfrm>
            <a:off x="4826664" y="5542416"/>
            <a:ext cx="1603800" cy="335160"/>
            <a:chOff x="4826664" y="5542416"/>
            <a:chExt cx="1603800" cy="33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2461417D-CED4-617E-D85B-D8203F59CE61}"/>
                    </a:ext>
                  </a:extLst>
                </p14:cNvPr>
                <p14:cNvContentPartPr/>
                <p14:nvPr/>
              </p14:nvContentPartPr>
              <p14:xfrm>
                <a:off x="4826664" y="5710896"/>
                <a:ext cx="124920" cy="1666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2461417D-CED4-617E-D85B-D8203F59CE6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817664" y="5701896"/>
                  <a:ext cx="1425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E442F5AC-07A0-7973-BBE7-E1D017054C70}"/>
                    </a:ext>
                  </a:extLst>
                </p14:cNvPr>
                <p14:cNvContentPartPr/>
                <p14:nvPr/>
              </p14:nvContentPartPr>
              <p14:xfrm>
                <a:off x="4848624" y="5774256"/>
                <a:ext cx="156240" cy="288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E442F5AC-07A0-7973-BBE7-E1D017054C70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839624" y="5765256"/>
                  <a:ext cx="173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D9215A9-82AC-62EE-1DBC-719918F48704}"/>
                    </a:ext>
                  </a:extLst>
                </p14:cNvPr>
                <p14:cNvContentPartPr/>
                <p14:nvPr/>
              </p14:nvContentPartPr>
              <p14:xfrm>
                <a:off x="5097384" y="5660496"/>
                <a:ext cx="122400" cy="1648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D9215A9-82AC-62EE-1DBC-719918F48704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5088384" y="5651496"/>
                  <a:ext cx="140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52A667DC-0DFF-8EFA-B304-8F2468A3E854}"/>
                    </a:ext>
                  </a:extLst>
                </p14:cNvPr>
                <p14:cNvContentPartPr/>
                <p14:nvPr/>
              </p14:nvContentPartPr>
              <p14:xfrm>
                <a:off x="5277744" y="5690376"/>
                <a:ext cx="139320" cy="856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52A667DC-0DFF-8EFA-B304-8F2468A3E85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5268744" y="5681736"/>
                  <a:ext cx="1569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087F0671-D38F-2EA4-D869-21E287AC150E}"/>
                    </a:ext>
                  </a:extLst>
                </p14:cNvPr>
                <p14:cNvContentPartPr/>
                <p14:nvPr/>
              </p14:nvContentPartPr>
              <p14:xfrm>
                <a:off x="5397264" y="5586696"/>
                <a:ext cx="156240" cy="2901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087F0671-D38F-2EA4-D869-21E287AC150E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5388264" y="5577696"/>
                  <a:ext cx="1738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C203F24A-1790-BF16-21B1-3A40402DF5F3}"/>
                    </a:ext>
                  </a:extLst>
                </p14:cNvPr>
                <p14:cNvContentPartPr/>
                <p14:nvPr/>
              </p14:nvContentPartPr>
              <p14:xfrm>
                <a:off x="5775264" y="5610096"/>
                <a:ext cx="11160" cy="1522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C203F24A-1790-BF16-21B1-3A40402DF5F3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5766264" y="5601096"/>
                  <a:ext cx="288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F0766D66-3204-FAC5-3E9A-17ED2067AF15}"/>
                    </a:ext>
                  </a:extLst>
                </p14:cNvPr>
                <p14:cNvContentPartPr/>
                <p14:nvPr/>
              </p14:nvContentPartPr>
              <p14:xfrm>
                <a:off x="5714064" y="5676696"/>
                <a:ext cx="201960" cy="288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F0766D66-3204-FAC5-3E9A-17ED2067AF15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5705424" y="5668056"/>
                  <a:ext cx="2196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14AFE9DA-6024-DF97-3695-C70F38FA0840}"/>
                    </a:ext>
                  </a:extLst>
                </p14:cNvPr>
                <p14:cNvContentPartPr/>
                <p14:nvPr/>
              </p14:nvContentPartPr>
              <p14:xfrm>
                <a:off x="6071904" y="5565816"/>
                <a:ext cx="164160" cy="1602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14AFE9DA-6024-DF97-3695-C70F38FA0840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063264" y="5557176"/>
                  <a:ext cx="181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9DE4109D-0945-1318-66B6-67589EDCE791}"/>
                    </a:ext>
                  </a:extLst>
                </p14:cNvPr>
                <p14:cNvContentPartPr/>
                <p14:nvPr/>
              </p14:nvContentPartPr>
              <p14:xfrm>
                <a:off x="6289704" y="5542416"/>
                <a:ext cx="140760" cy="1663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9DE4109D-0945-1318-66B6-67589EDCE791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6280704" y="5533776"/>
                  <a:ext cx="15840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8B4D37ED-C338-157E-C9A4-8077254A7E4B}"/>
              </a:ext>
            </a:extLst>
          </p:cNvPr>
          <p:cNvGrpSpPr/>
          <p:nvPr/>
        </p:nvGrpSpPr>
        <p:grpSpPr>
          <a:xfrm>
            <a:off x="1341864" y="3525336"/>
            <a:ext cx="4077720" cy="1354320"/>
            <a:chOff x="1341864" y="3525336"/>
            <a:chExt cx="4077720" cy="13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B053B49-5B8A-76C1-9BBB-8F7FD24449AC}"/>
                    </a:ext>
                  </a:extLst>
                </p14:cNvPr>
                <p14:cNvContentPartPr/>
                <p14:nvPr/>
              </p14:nvContentPartPr>
              <p14:xfrm>
                <a:off x="4161024" y="4183416"/>
                <a:ext cx="263880" cy="1245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B053B49-5B8A-76C1-9BBB-8F7FD24449AC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152024" y="4174416"/>
                  <a:ext cx="2815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D03B9DB-2C71-A66A-6581-B525FA4D5A45}"/>
                    </a:ext>
                  </a:extLst>
                </p14:cNvPr>
                <p14:cNvContentPartPr/>
                <p14:nvPr/>
              </p14:nvContentPartPr>
              <p14:xfrm>
                <a:off x="4553424" y="4215456"/>
                <a:ext cx="7560" cy="457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D03B9DB-2C71-A66A-6581-B525FA4D5A45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544784" y="4206456"/>
                  <a:ext cx="25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939A515-53B2-2DDE-7D1D-F1202BB9F519}"/>
                    </a:ext>
                  </a:extLst>
                </p14:cNvPr>
                <p14:cNvContentPartPr/>
                <p14:nvPr/>
              </p14:nvContentPartPr>
              <p14:xfrm>
                <a:off x="4565664" y="4080456"/>
                <a:ext cx="27360" cy="21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939A515-53B2-2DDE-7D1D-F1202BB9F51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557024" y="4071456"/>
                  <a:ext cx="45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C1A42DE-546A-A2DA-5C0E-3A2138042DFA}"/>
                    </a:ext>
                  </a:extLst>
                </p14:cNvPr>
                <p14:cNvContentPartPr/>
                <p14:nvPr/>
              </p14:nvContentPartPr>
              <p14:xfrm>
                <a:off x="4641264" y="4067496"/>
                <a:ext cx="217440" cy="1735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C1A42DE-546A-A2DA-5C0E-3A2138042DFA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632624" y="4058496"/>
                  <a:ext cx="2350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A52D823-A963-B9DB-FB5C-8561270A3169}"/>
                    </a:ext>
                  </a:extLst>
                </p14:cNvPr>
                <p14:cNvContentPartPr/>
                <p14:nvPr/>
              </p14:nvContentPartPr>
              <p14:xfrm>
                <a:off x="5136264" y="4016376"/>
                <a:ext cx="283320" cy="2091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A52D823-A963-B9DB-FB5C-8561270A316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5127624" y="4007376"/>
                  <a:ext cx="3009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FC7BB73-A727-81E3-54AC-B99BB337854A}"/>
                    </a:ext>
                  </a:extLst>
                </p14:cNvPr>
                <p14:cNvContentPartPr/>
                <p14:nvPr/>
              </p14:nvContentPartPr>
              <p14:xfrm>
                <a:off x="1383624" y="4305456"/>
                <a:ext cx="15120" cy="1519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FC7BB73-A727-81E3-54AC-B99BB337854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374984" y="4296816"/>
                  <a:ext cx="327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29FA7B8-D090-7D88-AC1F-8950F71C2C2B}"/>
                    </a:ext>
                  </a:extLst>
                </p14:cNvPr>
                <p14:cNvContentPartPr/>
                <p14:nvPr/>
              </p14:nvContentPartPr>
              <p14:xfrm>
                <a:off x="1371744" y="4239216"/>
                <a:ext cx="173160" cy="2750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29FA7B8-D090-7D88-AC1F-8950F71C2C2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362744" y="4230216"/>
                  <a:ext cx="1908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9205327-1615-B95A-1EA9-CDAFAB784856}"/>
                    </a:ext>
                  </a:extLst>
                </p14:cNvPr>
                <p14:cNvContentPartPr/>
                <p14:nvPr/>
              </p14:nvContentPartPr>
              <p14:xfrm>
                <a:off x="1629864" y="4392576"/>
                <a:ext cx="85680" cy="385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9205327-1615-B95A-1EA9-CDAFAB784856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621224" y="4383576"/>
                  <a:ext cx="103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AB0CF3D-B6FA-8CBD-E8CB-DFE5B0FDBAB6}"/>
                    </a:ext>
                  </a:extLst>
                </p14:cNvPr>
                <p14:cNvContentPartPr/>
                <p14:nvPr/>
              </p14:nvContentPartPr>
              <p14:xfrm>
                <a:off x="1578744" y="4399776"/>
                <a:ext cx="183240" cy="2394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AB0CF3D-B6FA-8CBD-E8CB-DFE5B0FDBAB6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570104" y="4391136"/>
                  <a:ext cx="200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E2FC630-7E1D-C25D-81D1-C10A6565E1EA}"/>
                    </a:ext>
                  </a:extLst>
                </p14:cNvPr>
                <p14:cNvContentPartPr/>
                <p14:nvPr/>
              </p14:nvContentPartPr>
              <p14:xfrm>
                <a:off x="2129904" y="4060656"/>
                <a:ext cx="581760" cy="3679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E2FC630-7E1D-C25D-81D1-C10A6565E1E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2120904" y="4052016"/>
                  <a:ext cx="59940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22B87D7-D3C8-63A5-E662-35D0D1E391A6}"/>
                    </a:ext>
                  </a:extLst>
                </p14:cNvPr>
                <p14:cNvContentPartPr/>
                <p14:nvPr/>
              </p14:nvContentPartPr>
              <p14:xfrm>
                <a:off x="2663064" y="4350096"/>
                <a:ext cx="130320" cy="630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22B87D7-D3C8-63A5-E662-35D0D1E391A6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2654424" y="4341456"/>
                  <a:ext cx="1479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CEED877-42BC-7BA2-22D1-F4024DD8F62A}"/>
                    </a:ext>
                  </a:extLst>
                </p14:cNvPr>
                <p14:cNvContentPartPr/>
                <p14:nvPr/>
              </p14:nvContentPartPr>
              <p14:xfrm>
                <a:off x="2897784" y="4151016"/>
                <a:ext cx="114840" cy="2415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CEED877-42BC-7BA2-22D1-F4024DD8F62A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2889144" y="4142376"/>
                  <a:ext cx="132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6CDFCD2-C488-E51B-0A88-0D28A0820621}"/>
                    </a:ext>
                  </a:extLst>
                </p14:cNvPr>
                <p14:cNvContentPartPr/>
                <p14:nvPr/>
              </p14:nvContentPartPr>
              <p14:xfrm>
                <a:off x="2836944" y="4280256"/>
                <a:ext cx="198000" cy="216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6CDFCD2-C488-E51B-0A88-0D28A0820621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2828304" y="4271616"/>
                  <a:ext cx="2156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E66374E-F915-2A83-C172-67AFE64E9CED}"/>
                    </a:ext>
                  </a:extLst>
                </p14:cNvPr>
                <p14:cNvContentPartPr/>
                <p14:nvPr/>
              </p14:nvContentPartPr>
              <p14:xfrm>
                <a:off x="3317184" y="4081536"/>
                <a:ext cx="227160" cy="2527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E66374E-F915-2A83-C172-67AFE64E9CED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3308544" y="4072536"/>
                  <a:ext cx="2448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9E2C65A-4E50-207C-2639-177D559B0EC7}"/>
                    </a:ext>
                  </a:extLst>
                </p14:cNvPr>
                <p14:cNvContentPartPr/>
                <p14:nvPr/>
              </p14:nvContentPartPr>
              <p14:xfrm>
                <a:off x="3556224" y="4243896"/>
                <a:ext cx="136800" cy="990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9E2C65A-4E50-207C-2639-177D559B0EC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3547584" y="4234896"/>
                  <a:ext cx="1544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5E8FAF6-B480-7FF9-9BB6-8BF001D717C3}"/>
                    </a:ext>
                  </a:extLst>
                </p14:cNvPr>
                <p14:cNvContentPartPr/>
                <p14:nvPr/>
              </p14:nvContentPartPr>
              <p14:xfrm>
                <a:off x="3609864" y="4247856"/>
                <a:ext cx="268200" cy="3970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5E8FAF6-B480-7FF9-9BB6-8BF001D717C3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3601224" y="4239216"/>
                  <a:ext cx="28584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C1E2652-DD46-9EC7-AC97-440103807CF8}"/>
                    </a:ext>
                  </a:extLst>
                </p14:cNvPr>
                <p14:cNvContentPartPr/>
                <p14:nvPr/>
              </p14:nvContentPartPr>
              <p14:xfrm>
                <a:off x="1341864" y="4761576"/>
                <a:ext cx="166680" cy="964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C1E2652-DD46-9EC7-AC97-440103807CF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333224" y="4752936"/>
                  <a:ext cx="184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D7FB394-C754-811A-B5F1-6F4AC4BDC51A}"/>
                    </a:ext>
                  </a:extLst>
                </p14:cNvPr>
                <p14:cNvContentPartPr/>
                <p14:nvPr/>
              </p14:nvContentPartPr>
              <p14:xfrm>
                <a:off x="1549584" y="4743216"/>
                <a:ext cx="112680" cy="691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D7FB394-C754-811A-B5F1-6F4AC4BDC51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540584" y="4734216"/>
                  <a:ext cx="1303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00D6C46-016C-E398-0238-5CE1574291C9}"/>
                    </a:ext>
                  </a:extLst>
                </p14:cNvPr>
                <p14:cNvContentPartPr/>
                <p14:nvPr/>
              </p14:nvContentPartPr>
              <p14:xfrm>
                <a:off x="1709064" y="4713696"/>
                <a:ext cx="99360" cy="1198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00D6C46-016C-E398-0238-5CE1574291C9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700424" y="4704696"/>
                  <a:ext cx="1170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552371F-55C3-7AD1-6A39-F42EEEA8BB87}"/>
                    </a:ext>
                  </a:extLst>
                </p14:cNvPr>
                <p14:cNvContentPartPr/>
                <p14:nvPr/>
              </p14:nvContentPartPr>
              <p14:xfrm>
                <a:off x="1903104" y="4643496"/>
                <a:ext cx="66240" cy="1670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552371F-55C3-7AD1-6A39-F42EEEA8BB87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894464" y="4634856"/>
                  <a:ext cx="838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4CABCE56-0E07-0A4B-CB67-5B763C7FC9E8}"/>
                    </a:ext>
                  </a:extLst>
                </p14:cNvPr>
                <p14:cNvContentPartPr/>
                <p14:nvPr/>
              </p14:nvContentPartPr>
              <p14:xfrm>
                <a:off x="1871424" y="4682736"/>
                <a:ext cx="483120" cy="1238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4CABCE56-0E07-0A4B-CB67-5B763C7FC9E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862784" y="4673736"/>
                  <a:ext cx="5007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85A805FE-0D57-16DA-0BE6-D2D951E84FAB}"/>
                    </a:ext>
                  </a:extLst>
                </p14:cNvPr>
                <p14:cNvContentPartPr/>
                <p14:nvPr/>
              </p14:nvContentPartPr>
              <p14:xfrm>
                <a:off x="2381184" y="4635576"/>
                <a:ext cx="10080" cy="669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85A805FE-0D57-16DA-0BE6-D2D951E84FA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372184" y="4626576"/>
                  <a:ext cx="27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EF4B027-94B4-A6C6-E6DA-CAF40E6700BE}"/>
                    </a:ext>
                  </a:extLst>
                </p14:cNvPr>
                <p14:cNvContentPartPr/>
                <p14:nvPr/>
              </p14:nvContentPartPr>
              <p14:xfrm>
                <a:off x="2405304" y="4738176"/>
                <a:ext cx="117360" cy="216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EF4B027-94B4-A6C6-E6DA-CAF40E6700BE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2396664" y="4729536"/>
                  <a:ext cx="135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7BF8504-C8F4-58C2-E825-2D99895A98DB}"/>
                    </a:ext>
                  </a:extLst>
                </p14:cNvPr>
                <p14:cNvContentPartPr/>
                <p14:nvPr/>
              </p14:nvContentPartPr>
              <p14:xfrm>
                <a:off x="2703024" y="4585896"/>
                <a:ext cx="32040" cy="1710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7BF8504-C8F4-58C2-E825-2D99895A98DB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2694024" y="4577256"/>
                  <a:ext cx="49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E9F94D2-BA70-6B98-5D47-ECE2FFF027A0}"/>
                    </a:ext>
                  </a:extLst>
                </p14:cNvPr>
                <p14:cNvContentPartPr/>
                <p14:nvPr/>
              </p14:nvContentPartPr>
              <p14:xfrm>
                <a:off x="2637144" y="4670496"/>
                <a:ext cx="127080" cy="108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E9F94D2-BA70-6B98-5D47-ECE2FFF027A0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2628144" y="4661496"/>
                  <a:ext cx="144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6E6A807-F2C3-639A-8258-3405598078A1}"/>
                    </a:ext>
                  </a:extLst>
                </p14:cNvPr>
                <p14:cNvContentPartPr/>
                <p14:nvPr/>
              </p14:nvContentPartPr>
              <p14:xfrm>
                <a:off x="2814984" y="4693176"/>
                <a:ext cx="73440" cy="338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6E6A807-F2C3-639A-8258-3405598078A1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2806344" y="4684536"/>
                  <a:ext cx="91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B07EB78-2FEB-E198-9BEE-5276E2349D36}"/>
                    </a:ext>
                  </a:extLst>
                </p14:cNvPr>
                <p14:cNvContentPartPr/>
                <p14:nvPr/>
              </p14:nvContentPartPr>
              <p14:xfrm>
                <a:off x="2783304" y="4673016"/>
                <a:ext cx="163800" cy="2066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B07EB78-2FEB-E198-9BEE-5276E2349D36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2774664" y="4664016"/>
                  <a:ext cx="1814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EE4253B-6C0E-048D-4598-6C9D9D13BDAF}"/>
                    </a:ext>
                  </a:extLst>
                </p14:cNvPr>
                <p14:cNvContentPartPr/>
                <p14:nvPr/>
              </p14:nvContentPartPr>
              <p14:xfrm>
                <a:off x="3039264" y="4537656"/>
                <a:ext cx="93600" cy="1558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EE4253B-6C0E-048D-4598-6C9D9D13BDAF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3030624" y="4528656"/>
                  <a:ext cx="111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8A773D0-0404-93FA-09C4-85A432062737}"/>
                    </a:ext>
                  </a:extLst>
                </p14:cNvPr>
                <p14:cNvContentPartPr/>
                <p14:nvPr/>
              </p14:nvContentPartPr>
              <p14:xfrm>
                <a:off x="3051504" y="4765536"/>
                <a:ext cx="59040" cy="16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8A773D0-0404-93FA-09C4-85A432062737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3042864" y="4756896"/>
                  <a:ext cx="76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DE7F4D2C-6668-E378-168A-2DA119F3806F}"/>
                    </a:ext>
                  </a:extLst>
                </p14:cNvPr>
                <p14:cNvContentPartPr/>
                <p14:nvPr/>
              </p14:nvContentPartPr>
              <p14:xfrm>
                <a:off x="2814984" y="3525336"/>
                <a:ext cx="663480" cy="54972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DE7F4D2C-6668-E378-168A-2DA119F3806F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2806344" y="3516336"/>
                  <a:ext cx="681120" cy="56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A18D547B-59C4-8794-1F42-091423A9A9FD}"/>
              </a:ext>
            </a:extLst>
          </p:cNvPr>
          <p:cNvGrpSpPr/>
          <p:nvPr/>
        </p:nvGrpSpPr>
        <p:grpSpPr>
          <a:xfrm>
            <a:off x="10961064" y="3414456"/>
            <a:ext cx="466560" cy="299160"/>
            <a:chOff x="10961064" y="3414456"/>
            <a:chExt cx="46656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7CFEB3A-6508-1EEB-641C-06939A9A4959}"/>
                    </a:ext>
                  </a:extLst>
                </p14:cNvPr>
                <p14:cNvContentPartPr/>
                <p14:nvPr/>
              </p14:nvContentPartPr>
              <p14:xfrm>
                <a:off x="10961064" y="3525336"/>
                <a:ext cx="123120" cy="1396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7CFEB3A-6508-1EEB-641C-06939A9A4959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0952064" y="3516336"/>
                  <a:ext cx="140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702A1C6-C14B-D042-084B-2BAEC87CB1DE}"/>
                    </a:ext>
                  </a:extLst>
                </p14:cNvPr>
                <p14:cNvContentPartPr/>
                <p14:nvPr/>
              </p14:nvContentPartPr>
              <p14:xfrm>
                <a:off x="11125944" y="3414456"/>
                <a:ext cx="287640" cy="2991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702A1C6-C14B-D042-084B-2BAEC87CB1DE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1117304" y="3405456"/>
                  <a:ext cx="3052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8883465-59F5-1133-761F-21038084541B}"/>
                    </a:ext>
                  </a:extLst>
                </p14:cNvPr>
                <p14:cNvContentPartPr/>
                <p14:nvPr/>
              </p14:nvContentPartPr>
              <p14:xfrm>
                <a:off x="11327184" y="3614976"/>
                <a:ext cx="100440" cy="781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8883465-59F5-1133-761F-21038084541B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1318184" y="3605976"/>
                  <a:ext cx="118080" cy="9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7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2C425281-68D6-17C0-A0B4-47CC726B32C8}"/>
                  </a:ext>
                </a:extLst>
              </p14:cNvPr>
              <p14:cNvContentPartPr/>
              <p14:nvPr/>
            </p14:nvContentPartPr>
            <p14:xfrm>
              <a:off x="10770984" y="3490416"/>
              <a:ext cx="132120" cy="305640"/>
            </p14:xfrm>
          </p:contentPart>
        </mc:Choice>
        <mc:Fallback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2C425281-68D6-17C0-A0B4-47CC726B32C8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10761984" y="3481416"/>
                <a:ext cx="149760" cy="32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0" name="Group 359">
            <a:extLst>
              <a:ext uri="{FF2B5EF4-FFF2-40B4-BE49-F238E27FC236}">
                <a16:creationId xmlns:a16="http://schemas.microsoft.com/office/drawing/2014/main" id="{57E7110E-BBA2-AA43-9A0C-E6C32FC0C189}"/>
              </a:ext>
            </a:extLst>
          </p:cNvPr>
          <p:cNvGrpSpPr/>
          <p:nvPr/>
        </p:nvGrpSpPr>
        <p:grpSpPr>
          <a:xfrm>
            <a:off x="3631824" y="4557096"/>
            <a:ext cx="482040" cy="388080"/>
            <a:chOff x="3631824" y="4557096"/>
            <a:chExt cx="48204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C60CC252-E17D-E88B-BD95-DF7A27C0A963}"/>
                    </a:ext>
                  </a:extLst>
                </p14:cNvPr>
                <p14:cNvContentPartPr/>
                <p14:nvPr/>
              </p14:nvContentPartPr>
              <p14:xfrm>
                <a:off x="3631824" y="4777056"/>
                <a:ext cx="39240" cy="16812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C60CC252-E17D-E88B-BD95-DF7A27C0A963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3623184" y="4768056"/>
                  <a:ext cx="568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098B9E1-0EE0-F513-ADEA-86C67B9B1152}"/>
                    </a:ext>
                  </a:extLst>
                </p14:cNvPr>
                <p14:cNvContentPartPr/>
                <p14:nvPr/>
              </p14:nvContentPartPr>
              <p14:xfrm>
                <a:off x="3646584" y="4727736"/>
                <a:ext cx="108000" cy="1011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098B9E1-0EE0-F513-ADEA-86C67B9B1152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3637584" y="4719096"/>
                  <a:ext cx="125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5C33CA5-B0AC-A717-D8A2-AA0042CBF27D}"/>
                    </a:ext>
                  </a:extLst>
                </p14:cNvPr>
                <p14:cNvContentPartPr/>
                <p14:nvPr/>
              </p14:nvContentPartPr>
              <p14:xfrm>
                <a:off x="3790584" y="4557096"/>
                <a:ext cx="323280" cy="2476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5C33CA5-B0AC-A717-D8A2-AA0042CBF27D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3781584" y="4548096"/>
                  <a:ext cx="34092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056EEFFB-91B1-3F65-A08A-43F8B8E6F31B}"/>
              </a:ext>
            </a:extLst>
          </p:cNvPr>
          <p:cNvGrpSpPr/>
          <p:nvPr/>
        </p:nvGrpSpPr>
        <p:grpSpPr>
          <a:xfrm>
            <a:off x="4363344" y="4646736"/>
            <a:ext cx="151560" cy="70200"/>
            <a:chOff x="4363344" y="4646736"/>
            <a:chExt cx="151560" cy="7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52607A19-CFEF-6A52-AF6A-CE5263002B86}"/>
                    </a:ext>
                  </a:extLst>
                </p14:cNvPr>
                <p14:cNvContentPartPr/>
                <p14:nvPr/>
              </p14:nvContentPartPr>
              <p14:xfrm>
                <a:off x="4363344" y="4646736"/>
                <a:ext cx="139320" cy="2376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52607A19-CFEF-6A52-AF6A-CE5263002B86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4354704" y="4638096"/>
                  <a:ext cx="156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3EA23AE0-9EA4-AE7F-BA0E-FFE142BB9680}"/>
                    </a:ext>
                  </a:extLst>
                </p14:cNvPr>
                <p14:cNvContentPartPr/>
                <p14:nvPr/>
              </p14:nvContentPartPr>
              <p14:xfrm>
                <a:off x="4363344" y="4668696"/>
                <a:ext cx="151560" cy="4824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3EA23AE0-9EA4-AE7F-BA0E-FFE142BB968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4354704" y="4660056"/>
                  <a:ext cx="16920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96EBBDC5-90E2-6247-6F11-7C0D62D527AD}"/>
              </a:ext>
            </a:extLst>
          </p:cNvPr>
          <p:cNvGrpSpPr/>
          <p:nvPr/>
        </p:nvGrpSpPr>
        <p:grpSpPr>
          <a:xfrm>
            <a:off x="4772304" y="4437576"/>
            <a:ext cx="1072080" cy="242640"/>
            <a:chOff x="4772304" y="4437576"/>
            <a:chExt cx="1072080" cy="24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622E44B8-0D15-7F27-4965-97229AC91BCB}"/>
                    </a:ext>
                  </a:extLst>
                </p14:cNvPr>
                <p14:cNvContentPartPr/>
                <p14:nvPr/>
              </p14:nvContentPartPr>
              <p14:xfrm>
                <a:off x="4772304" y="4559976"/>
                <a:ext cx="127440" cy="986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622E44B8-0D15-7F27-4965-97229AC91BCB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4763664" y="4551336"/>
                  <a:ext cx="145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EFEE2A60-61D6-56E1-D7AD-23AC3951DA4A}"/>
                    </a:ext>
                  </a:extLst>
                </p14:cNvPr>
                <p14:cNvContentPartPr/>
                <p14:nvPr/>
              </p14:nvContentPartPr>
              <p14:xfrm>
                <a:off x="4990104" y="4605336"/>
                <a:ext cx="10080" cy="75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EFEE2A60-61D6-56E1-D7AD-23AC3951DA4A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4981104" y="4596696"/>
                  <a:ext cx="27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9211BDA5-5E9A-2B2A-7B71-8F7692D04AC2}"/>
                    </a:ext>
                  </a:extLst>
                </p14:cNvPr>
                <p14:cNvContentPartPr/>
                <p14:nvPr/>
              </p14:nvContentPartPr>
              <p14:xfrm>
                <a:off x="5074344" y="4504176"/>
                <a:ext cx="136440" cy="17604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9211BDA5-5E9A-2B2A-7B71-8F7692D04AC2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5065704" y="4495536"/>
                  <a:ext cx="154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3B16C3BC-CF7F-3447-6EC2-F41932838BB8}"/>
                    </a:ext>
                  </a:extLst>
                </p14:cNvPr>
                <p14:cNvContentPartPr/>
                <p14:nvPr/>
              </p14:nvContentPartPr>
              <p14:xfrm>
                <a:off x="5319144" y="4527936"/>
                <a:ext cx="98280" cy="1000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3B16C3BC-CF7F-3447-6EC2-F41932838BB8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5310144" y="4519296"/>
                  <a:ext cx="115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CA6D67BC-E180-4355-E75E-2F14D4E1F2AE}"/>
                    </a:ext>
                  </a:extLst>
                </p14:cNvPr>
                <p14:cNvContentPartPr/>
                <p14:nvPr/>
              </p14:nvContentPartPr>
              <p14:xfrm>
                <a:off x="5529024" y="4455216"/>
                <a:ext cx="91440" cy="1299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CA6D67BC-E180-4355-E75E-2F14D4E1F2AE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5520024" y="4446216"/>
                  <a:ext cx="1090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8D52C2CA-AC49-3A72-1422-C669A892C5ED}"/>
                    </a:ext>
                  </a:extLst>
                </p14:cNvPr>
                <p14:cNvContentPartPr/>
                <p14:nvPr/>
              </p14:nvContentPartPr>
              <p14:xfrm>
                <a:off x="5740704" y="4437576"/>
                <a:ext cx="103680" cy="1177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8D52C2CA-AC49-3A72-1422-C669A892C5ED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5731704" y="4428936"/>
                  <a:ext cx="12132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A3A71438-E743-7F20-D88D-3DF424F83BA5}"/>
              </a:ext>
            </a:extLst>
          </p:cNvPr>
          <p:cNvGrpSpPr/>
          <p:nvPr/>
        </p:nvGrpSpPr>
        <p:grpSpPr>
          <a:xfrm>
            <a:off x="3931704" y="5132016"/>
            <a:ext cx="658440" cy="232560"/>
            <a:chOff x="3931704" y="5132016"/>
            <a:chExt cx="6584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83ECABC9-BE2E-655A-A10B-4B96B3F5AFA5}"/>
                    </a:ext>
                  </a:extLst>
                </p14:cNvPr>
                <p14:cNvContentPartPr/>
                <p14:nvPr/>
              </p14:nvContentPartPr>
              <p14:xfrm>
                <a:off x="3931704" y="5210136"/>
                <a:ext cx="41760" cy="1544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83ECABC9-BE2E-655A-A10B-4B96B3F5AFA5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3923064" y="5201136"/>
                  <a:ext cx="59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4BD76F05-E5BB-5E42-A8EF-5502F26353E6}"/>
                    </a:ext>
                  </a:extLst>
                </p14:cNvPr>
                <p14:cNvContentPartPr/>
                <p14:nvPr/>
              </p14:nvContentPartPr>
              <p14:xfrm>
                <a:off x="4080384" y="5288256"/>
                <a:ext cx="41760" cy="6300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4BD76F05-E5BB-5E42-A8EF-5502F26353E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4071744" y="5279256"/>
                  <a:ext cx="594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A6CCE20D-744D-501F-19DD-F248498B5A83}"/>
                    </a:ext>
                  </a:extLst>
                </p14:cNvPr>
                <p14:cNvContentPartPr/>
                <p14:nvPr/>
              </p14:nvContentPartPr>
              <p14:xfrm>
                <a:off x="4261464" y="5192136"/>
                <a:ext cx="160920" cy="7560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A6CCE20D-744D-501F-19DD-F248498B5A8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4252464" y="5183496"/>
                  <a:ext cx="178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5B8F483C-9A63-4014-D08A-21A3C53B2BBB}"/>
                    </a:ext>
                  </a:extLst>
                </p14:cNvPr>
                <p14:cNvContentPartPr/>
                <p14:nvPr/>
              </p14:nvContentPartPr>
              <p14:xfrm>
                <a:off x="4487544" y="5132016"/>
                <a:ext cx="102600" cy="15480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5B8F483C-9A63-4014-D08A-21A3C53B2BBB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4478904" y="5123376"/>
                  <a:ext cx="12024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68214030-DD7C-525C-D776-96D8507A8D98}"/>
              </a:ext>
            </a:extLst>
          </p:cNvPr>
          <p:cNvGrpSpPr/>
          <p:nvPr/>
        </p:nvGrpSpPr>
        <p:grpSpPr>
          <a:xfrm>
            <a:off x="3692664" y="5816736"/>
            <a:ext cx="439560" cy="231840"/>
            <a:chOff x="3692664" y="5816736"/>
            <a:chExt cx="43956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40E60DDA-B9EC-C75B-FF93-45D5B6330ABA}"/>
                    </a:ext>
                  </a:extLst>
                </p14:cNvPr>
                <p14:cNvContentPartPr/>
                <p14:nvPr/>
              </p14:nvContentPartPr>
              <p14:xfrm>
                <a:off x="3692664" y="5862816"/>
                <a:ext cx="15480" cy="12888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40E60DDA-B9EC-C75B-FF93-45D5B6330ABA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684024" y="5853816"/>
                  <a:ext cx="331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4E059BEB-EBC7-CEF9-CA2B-D27225F66264}"/>
                    </a:ext>
                  </a:extLst>
                </p14:cNvPr>
                <p14:cNvContentPartPr/>
                <p14:nvPr/>
              </p14:nvContentPartPr>
              <p14:xfrm>
                <a:off x="3766104" y="5982336"/>
                <a:ext cx="24840" cy="6624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4E059BEB-EBC7-CEF9-CA2B-D27225F66264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3757104" y="5973336"/>
                  <a:ext cx="42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89F6EB00-6556-84D0-E754-CA7382D477BA}"/>
                    </a:ext>
                  </a:extLst>
                </p14:cNvPr>
                <p14:cNvContentPartPr/>
                <p14:nvPr/>
              </p14:nvContentPartPr>
              <p14:xfrm>
                <a:off x="3851424" y="5852016"/>
                <a:ext cx="121680" cy="1033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89F6EB00-6556-84D0-E754-CA7382D477BA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842424" y="5843016"/>
                  <a:ext cx="139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F9893643-F92A-BEB0-75B4-4DE5236D894D}"/>
                    </a:ext>
                  </a:extLst>
                </p14:cNvPr>
                <p14:cNvContentPartPr/>
                <p14:nvPr/>
              </p14:nvContentPartPr>
              <p14:xfrm>
                <a:off x="4023504" y="5816736"/>
                <a:ext cx="108720" cy="1821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F9893643-F92A-BEB0-75B4-4DE5236D894D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4014864" y="5807736"/>
                  <a:ext cx="12636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3C6A9992-F347-4C1E-16B7-EE109F437EA6}"/>
              </a:ext>
            </a:extLst>
          </p:cNvPr>
          <p:cNvGrpSpPr/>
          <p:nvPr/>
        </p:nvGrpSpPr>
        <p:grpSpPr>
          <a:xfrm>
            <a:off x="6786864" y="5527296"/>
            <a:ext cx="222480" cy="188640"/>
            <a:chOff x="6786864" y="5527296"/>
            <a:chExt cx="222480" cy="1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044F5F90-F694-6CD0-8701-23541DF9529A}"/>
                    </a:ext>
                  </a:extLst>
                </p14:cNvPr>
                <p14:cNvContentPartPr/>
                <p14:nvPr/>
              </p14:nvContentPartPr>
              <p14:xfrm>
                <a:off x="6786864" y="5527296"/>
                <a:ext cx="198360" cy="9540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044F5F90-F694-6CD0-8701-23541DF9529A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6777864" y="5518296"/>
                  <a:ext cx="2160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E722DB06-DEBE-E2B2-FF3B-81F94745ABDD}"/>
                    </a:ext>
                  </a:extLst>
                </p14:cNvPr>
                <p14:cNvContentPartPr/>
                <p14:nvPr/>
              </p14:nvContentPartPr>
              <p14:xfrm>
                <a:off x="6835824" y="5628456"/>
                <a:ext cx="173520" cy="8748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E722DB06-DEBE-E2B2-FF3B-81F94745ABD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6826824" y="5619816"/>
                  <a:ext cx="19116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3077F518-A703-BF84-4314-FC924BA67858}"/>
              </a:ext>
            </a:extLst>
          </p:cNvPr>
          <p:cNvGrpSpPr/>
          <p:nvPr/>
        </p:nvGrpSpPr>
        <p:grpSpPr>
          <a:xfrm>
            <a:off x="7193664" y="5480496"/>
            <a:ext cx="364680" cy="170280"/>
            <a:chOff x="7193664" y="5480496"/>
            <a:chExt cx="364680" cy="1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F29CE73-CCEB-86AA-CE49-AF2FD7B89125}"/>
                    </a:ext>
                  </a:extLst>
                </p14:cNvPr>
                <p14:cNvContentPartPr/>
                <p14:nvPr/>
              </p14:nvContentPartPr>
              <p14:xfrm>
                <a:off x="7193664" y="5482656"/>
                <a:ext cx="188640" cy="15516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F29CE73-CCEB-86AA-CE49-AF2FD7B89125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184664" y="5474016"/>
                  <a:ext cx="2062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1B0DD950-6E3A-4678-7541-0C5EFBE5955D}"/>
                    </a:ext>
                  </a:extLst>
                </p14:cNvPr>
                <p14:cNvContentPartPr/>
                <p14:nvPr/>
              </p14:nvContentPartPr>
              <p14:xfrm>
                <a:off x="7445304" y="5480496"/>
                <a:ext cx="113040" cy="1702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1B0DD950-6E3A-4678-7541-0C5EFBE5955D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436664" y="5471856"/>
                  <a:ext cx="130680" cy="18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03234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0FC7B3-7D4D-75F3-F2A4-7AE0B66C3268}"/>
              </a:ext>
            </a:extLst>
          </p:cNvPr>
          <p:cNvGrpSpPr/>
          <p:nvPr/>
        </p:nvGrpSpPr>
        <p:grpSpPr>
          <a:xfrm>
            <a:off x="503064" y="193176"/>
            <a:ext cx="583560" cy="343440"/>
            <a:chOff x="503064" y="193176"/>
            <a:chExt cx="58356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8EC2E5B-29A3-86BD-51EB-A30075A17367}"/>
                    </a:ext>
                  </a:extLst>
                </p14:cNvPr>
                <p14:cNvContentPartPr/>
                <p14:nvPr/>
              </p14:nvContentPartPr>
              <p14:xfrm>
                <a:off x="503064" y="244296"/>
                <a:ext cx="147600" cy="292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8EC2E5B-29A3-86BD-51EB-A30075A1736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8744" y="239976"/>
                  <a:ext cx="1562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9E49695-044E-984E-8F05-EF5C694BB01A}"/>
                    </a:ext>
                  </a:extLst>
                </p14:cNvPr>
                <p14:cNvContentPartPr/>
                <p14:nvPr/>
              </p14:nvContentPartPr>
              <p14:xfrm>
                <a:off x="552384" y="336096"/>
                <a:ext cx="185760" cy="74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9E49695-044E-984E-8F05-EF5C694BB01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8064" y="331776"/>
                  <a:ext cx="194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3E380F-8A19-51F2-4E4C-AFBB5677089C}"/>
                    </a:ext>
                  </a:extLst>
                </p14:cNvPr>
                <p14:cNvContentPartPr/>
                <p14:nvPr/>
              </p14:nvContentPartPr>
              <p14:xfrm>
                <a:off x="747144" y="299376"/>
                <a:ext cx="101160" cy="131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3E380F-8A19-51F2-4E4C-AFBB567708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2824" y="295056"/>
                  <a:ext cx="109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508BD7-F20B-F406-C9BA-EA3CA2AC8564}"/>
                    </a:ext>
                  </a:extLst>
                </p14:cNvPr>
                <p14:cNvContentPartPr/>
                <p14:nvPr/>
              </p14:nvContentPartPr>
              <p14:xfrm>
                <a:off x="944784" y="193176"/>
                <a:ext cx="115200" cy="260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508BD7-F20B-F406-C9BA-EA3CA2AC85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0464" y="188856"/>
                  <a:ext cx="1238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863943F-12E2-7C76-AAA0-39B80A8E1A66}"/>
                    </a:ext>
                  </a:extLst>
                </p14:cNvPr>
                <p14:cNvContentPartPr/>
                <p14:nvPr/>
              </p14:nvContentPartPr>
              <p14:xfrm>
                <a:off x="978984" y="321336"/>
                <a:ext cx="107640" cy="30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863943F-12E2-7C76-AAA0-39B80A8E1A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4664" y="317016"/>
                  <a:ext cx="11628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B7D449B-4605-6B67-1E81-A3413801F488}"/>
                  </a:ext>
                </a:extLst>
              </p14:cNvPr>
              <p14:cNvContentPartPr/>
              <p14:nvPr/>
            </p14:nvContentPartPr>
            <p14:xfrm>
              <a:off x="520344" y="3976056"/>
              <a:ext cx="96120" cy="19620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B7D449B-4605-6B67-1E81-A3413801F48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1344" y="3967056"/>
                <a:ext cx="11376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5D558EF-A957-6484-6279-CEEFD34D70D4}"/>
                  </a:ext>
                </a:extLst>
              </p14:cNvPr>
              <p14:cNvContentPartPr/>
              <p14:nvPr/>
            </p14:nvContentPartPr>
            <p14:xfrm>
              <a:off x="544824" y="4066776"/>
              <a:ext cx="127080" cy="19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5D558EF-A957-6484-6279-CEEFD34D70D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6184" y="4057776"/>
                <a:ext cx="1447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AB0B266-0C97-B0F3-E1C0-48CB0A6A62FC}"/>
                  </a:ext>
                </a:extLst>
              </p14:cNvPr>
              <p14:cNvContentPartPr/>
              <p14:nvPr/>
            </p14:nvContentPartPr>
            <p14:xfrm>
              <a:off x="705744" y="4064616"/>
              <a:ext cx="49320" cy="54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AB0B266-0C97-B0F3-E1C0-48CB0A6A62F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7104" y="4055976"/>
                <a:ext cx="66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0F3013E-BEB7-9D4E-22D6-2DAF467FA454}"/>
                  </a:ext>
                </a:extLst>
              </p14:cNvPr>
              <p14:cNvContentPartPr/>
              <p14:nvPr/>
            </p14:nvContentPartPr>
            <p14:xfrm>
              <a:off x="808344" y="3947976"/>
              <a:ext cx="54000" cy="1749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0F3013E-BEB7-9D4E-22D6-2DAF467FA45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99344" y="3938976"/>
                <a:ext cx="716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E51F597-D934-B8AA-AA81-14626EEBAE4E}"/>
                  </a:ext>
                </a:extLst>
              </p14:cNvPr>
              <p14:cNvContentPartPr/>
              <p14:nvPr/>
            </p14:nvContentPartPr>
            <p14:xfrm>
              <a:off x="823104" y="4048776"/>
              <a:ext cx="107640" cy="37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E51F597-D934-B8AA-AA81-14626EEBAE4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4104" y="4039776"/>
                <a:ext cx="1252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FFB530E-F17F-B0BB-7E93-CA38814BFCA8}"/>
                  </a:ext>
                </a:extLst>
              </p14:cNvPr>
              <p14:cNvContentPartPr/>
              <p14:nvPr/>
            </p14:nvContentPartPr>
            <p14:xfrm>
              <a:off x="966744" y="3954456"/>
              <a:ext cx="15120" cy="727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FFB530E-F17F-B0BB-7E93-CA38814BFCA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58104" y="3945456"/>
                <a:ext cx="327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E04BE63-1CA0-9328-023A-074E38C924BC}"/>
                  </a:ext>
                </a:extLst>
              </p14:cNvPr>
              <p14:cNvContentPartPr/>
              <p14:nvPr/>
            </p14:nvContentPartPr>
            <p14:xfrm>
              <a:off x="1000944" y="4005936"/>
              <a:ext cx="88200" cy="817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E04BE63-1CA0-9328-023A-074E38C924B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92304" y="3996936"/>
                <a:ext cx="1058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1889C2F-3E26-35BF-144F-A4AA526A653E}"/>
                  </a:ext>
                </a:extLst>
              </p14:cNvPr>
              <p14:cNvContentPartPr/>
              <p14:nvPr/>
            </p14:nvContentPartPr>
            <p14:xfrm>
              <a:off x="1159344" y="4039776"/>
              <a:ext cx="15120" cy="32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1889C2F-3E26-35BF-144F-A4AA526A653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50704" y="4031136"/>
                <a:ext cx="327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5F94807-25A9-8825-96F8-E430046DA21C}"/>
                  </a:ext>
                </a:extLst>
              </p14:cNvPr>
              <p14:cNvContentPartPr/>
              <p14:nvPr/>
            </p14:nvContentPartPr>
            <p14:xfrm>
              <a:off x="1218024" y="3874896"/>
              <a:ext cx="15120" cy="223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5F94807-25A9-8825-96F8-E430046DA21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09024" y="3865896"/>
                <a:ext cx="327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B964C7A-72F7-2B5A-77F0-66724C94C4AA}"/>
                  </a:ext>
                </a:extLst>
              </p14:cNvPr>
              <p14:cNvContentPartPr/>
              <p14:nvPr/>
            </p14:nvContentPartPr>
            <p14:xfrm>
              <a:off x="1268784" y="3865896"/>
              <a:ext cx="44640" cy="2037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B964C7A-72F7-2B5A-77F0-66724C94C4A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59784" y="3856896"/>
                <a:ext cx="6228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27ED2A5-702D-FCAC-6B28-C33344686329}"/>
                  </a:ext>
                </a:extLst>
              </p14:cNvPr>
              <p14:cNvContentPartPr/>
              <p14:nvPr/>
            </p14:nvContentPartPr>
            <p14:xfrm>
              <a:off x="1244664" y="4005576"/>
              <a:ext cx="81000" cy="223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27ED2A5-702D-FCAC-6B28-C3334468632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36024" y="3996936"/>
                <a:ext cx="986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F93CBFC-D987-0FD5-6613-3A8A12058859}"/>
                  </a:ext>
                </a:extLst>
              </p14:cNvPr>
              <p14:cNvContentPartPr/>
              <p14:nvPr/>
            </p14:nvContentPartPr>
            <p14:xfrm>
              <a:off x="1364184" y="4021776"/>
              <a:ext cx="51480" cy="126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F93CBFC-D987-0FD5-6613-3A8A1205885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355544" y="4013136"/>
                <a:ext cx="691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E5F843F-C7EE-E961-D00E-61C3B516BB8C}"/>
                  </a:ext>
                </a:extLst>
              </p14:cNvPr>
              <p14:cNvContentPartPr/>
              <p14:nvPr/>
            </p14:nvContentPartPr>
            <p14:xfrm>
              <a:off x="1298304" y="4009536"/>
              <a:ext cx="180720" cy="2066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E5F843F-C7EE-E961-D00E-61C3B516BB8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89664" y="4000896"/>
                <a:ext cx="1983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913DF70-EFD6-1DCD-877B-2A674EAD4BBB}"/>
                  </a:ext>
                </a:extLst>
              </p14:cNvPr>
              <p14:cNvContentPartPr/>
              <p14:nvPr/>
            </p14:nvContentPartPr>
            <p14:xfrm>
              <a:off x="2113344" y="3785256"/>
              <a:ext cx="78120" cy="2286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913DF70-EFD6-1DCD-877B-2A674EAD4BB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04344" y="3776616"/>
                <a:ext cx="9576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0BAB44D-D1D0-9F16-E6BE-84B46AAAEBBA}"/>
                  </a:ext>
                </a:extLst>
              </p14:cNvPr>
              <p14:cNvContentPartPr/>
              <p14:nvPr/>
            </p14:nvContentPartPr>
            <p14:xfrm>
              <a:off x="2154384" y="3767616"/>
              <a:ext cx="102600" cy="136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0BAB44D-D1D0-9F16-E6BE-84B46AAAEBB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45384" y="3758616"/>
                <a:ext cx="12024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DAC26CC-BE09-0FCB-DBB6-1682C2D21DB1}"/>
                  </a:ext>
                </a:extLst>
              </p14:cNvPr>
              <p14:cNvContentPartPr/>
              <p14:nvPr/>
            </p14:nvContentPartPr>
            <p14:xfrm>
              <a:off x="2213784" y="3882456"/>
              <a:ext cx="145800" cy="109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DAC26CC-BE09-0FCB-DBB6-1682C2D21DB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04784" y="3873456"/>
                <a:ext cx="1634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F175815-0858-8094-7891-C397E6270905}"/>
                  </a:ext>
                </a:extLst>
              </p14:cNvPr>
              <p14:cNvContentPartPr/>
              <p14:nvPr/>
            </p14:nvContentPartPr>
            <p14:xfrm>
              <a:off x="2382984" y="3678336"/>
              <a:ext cx="142200" cy="2750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F175815-0858-8094-7891-C397E627090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374344" y="3669696"/>
                <a:ext cx="1598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E6880DC-4A45-C471-BA5A-39458D561AB2}"/>
                  </a:ext>
                </a:extLst>
              </p14:cNvPr>
              <p14:cNvContentPartPr/>
              <p14:nvPr/>
            </p14:nvContentPartPr>
            <p14:xfrm>
              <a:off x="2522304" y="3820536"/>
              <a:ext cx="219960" cy="874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E6880DC-4A45-C471-BA5A-39458D561AB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513664" y="3811536"/>
                <a:ext cx="23760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E97994A-CDFF-AE6E-A418-9F5DF75CBA3F}"/>
                  </a:ext>
                </a:extLst>
              </p14:cNvPr>
              <p14:cNvContentPartPr/>
              <p14:nvPr/>
            </p14:nvContentPartPr>
            <p14:xfrm>
              <a:off x="2749104" y="3813696"/>
              <a:ext cx="66960" cy="914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E97994A-CDFF-AE6E-A418-9F5DF75CBA3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740464" y="3805056"/>
                <a:ext cx="846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5D6F57F-B728-1240-5094-D5B7A4F14597}"/>
                  </a:ext>
                </a:extLst>
              </p14:cNvPr>
              <p14:cNvContentPartPr/>
              <p14:nvPr/>
            </p14:nvContentPartPr>
            <p14:xfrm>
              <a:off x="2822184" y="3796056"/>
              <a:ext cx="78480" cy="1062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5D6F57F-B728-1240-5094-D5B7A4F1459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813544" y="3787056"/>
                <a:ext cx="961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9ED0E42-036A-831E-B829-FD9213301284}"/>
                  </a:ext>
                </a:extLst>
              </p14:cNvPr>
              <p14:cNvContentPartPr/>
              <p14:nvPr/>
            </p14:nvContentPartPr>
            <p14:xfrm>
              <a:off x="2881224" y="3809736"/>
              <a:ext cx="107280" cy="1108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9ED0E42-036A-831E-B829-FD921330128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872584" y="3801096"/>
                <a:ext cx="1249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D137762-E56E-234E-3D03-B1B7CFCCE831}"/>
                  </a:ext>
                </a:extLst>
              </p14:cNvPr>
              <p14:cNvContentPartPr/>
              <p14:nvPr/>
            </p14:nvContentPartPr>
            <p14:xfrm>
              <a:off x="3027024" y="3742056"/>
              <a:ext cx="174240" cy="1429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D137762-E56E-234E-3D03-B1B7CFCCE83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018384" y="3733056"/>
                <a:ext cx="1918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039ACC4-3C68-DA4E-6B95-6F7212CE894B}"/>
                  </a:ext>
                </a:extLst>
              </p14:cNvPr>
              <p14:cNvContentPartPr/>
              <p14:nvPr/>
            </p14:nvContentPartPr>
            <p14:xfrm>
              <a:off x="1859184" y="3591216"/>
              <a:ext cx="84600" cy="24174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039ACC4-3C68-DA4E-6B95-6F7212CE894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850544" y="3582216"/>
                <a:ext cx="102240" cy="24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C438546-D662-D95C-D1EF-08C24EA2DEAD}"/>
                  </a:ext>
                </a:extLst>
              </p14:cNvPr>
              <p14:cNvContentPartPr/>
              <p14:nvPr/>
            </p14:nvContentPartPr>
            <p14:xfrm>
              <a:off x="228024" y="4049496"/>
              <a:ext cx="2928600" cy="2253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C438546-D662-D95C-D1EF-08C24EA2DEA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9024" y="4040856"/>
                <a:ext cx="29462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B30292C-2766-0528-FF6B-123B93052CD0}"/>
                  </a:ext>
                </a:extLst>
              </p14:cNvPr>
              <p14:cNvContentPartPr/>
              <p14:nvPr/>
            </p14:nvContentPartPr>
            <p14:xfrm>
              <a:off x="257184" y="4418856"/>
              <a:ext cx="2883960" cy="2487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B30292C-2766-0528-FF6B-123B93052CD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48544" y="4409856"/>
                <a:ext cx="290160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7562257-499F-AB52-EA76-E4B94C726915}"/>
                  </a:ext>
                </a:extLst>
              </p14:cNvPr>
              <p14:cNvContentPartPr/>
              <p14:nvPr/>
            </p14:nvContentPartPr>
            <p14:xfrm>
              <a:off x="936504" y="4329936"/>
              <a:ext cx="126720" cy="2160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7562257-499F-AB52-EA76-E4B94C72691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27504" y="4321296"/>
                <a:ext cx="1443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BD0FD0C-C5E9-EDBD-26A8-5DF7C99CF377}"/>
                  </a:ext>
                </a:extLst>
              </p14:cNvPr>
              <p14:cNvContentPartPr/>
              <p14:nvPr/>
            </p14:nvContentPartPr>
            <p14:xfrm>
              <a:off x="988704" y="4399056"/>
              <a:ext cx="185760" cy="410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BD0FD0C-C5E9-EDBD-26A8-5DF7C99CF37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80064" y="4390056"/>
                <a:ext cx="20340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AFBD5EB-AC6F-BC1D-5C3F-3EB577E36C2E}"/>
                  </a:ext>
                </a:extLst>
              </p14:cNvPr>
              <p14:cNvContentPartPr/>
              <p14:nvPr/>
            </p14:nvContentPartPr>
            <p14:xfrm>
              <a:off x="2328984" y="4238856"/>
              <a:ext cx="214920" cy="403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AFBD5EB-AC6F-BC1D-5C3F-3EB577E36C2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320344" y="4230216"/>
                <a:ext cx="23256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41F882F-518F-17CF-751F-CF8850CD3847}"/>
                  </a:ext>
                </a:extLst>
              </p14:cNvPr>
              <p14:cNvContentPartPr/>
              <p14:nvPr/>
            </p14:nvContentPartPr>
            <p14:xfrm>
              <a:off x="364464" y="4966416"/>
              <a:ext cx="2984760" cy="2296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41F882F-518F-17CF-751F-CF8850CD384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55824" y="4957416"/>
                <a:ext cx="30024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BE6CBAE-1863-431E-7989-49A7F03DDE42}"/>
                  </a:ext>
                </a:extLst>
              </p14:cNvPr>
              <p14:cNvContentPartPr/>
              <p14:nvPr/>
            </p14:nvContentPartPr>
            <p14:xfrm>
              <a:off x="920664" y="5226336"/>
              <a:ext cx="212400" cy="1314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BE6CBAE-1863-431E-7989-49A7F03DDE4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11664" y="5217336"/>
                <a:ext cx="2300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F5D6DC1-F896-10F7-DB5E-811763DEA993}"/>
                  </a:ext>
                </a:extLst>
              </p14:cNvPr>
              <p14:cNvContentPartPr/>
              <p14:nvPr/>
            </p14:nvContentPartPr>
            <p14:xfrm>
              <a:off x="2341944" y="5193216"/>
              <a:ext cx="288000" cy="205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F5D6DC1-F896-10F7-DB5E-811763DEA99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333304" y="5184216"/>
                <a:ext cx="3056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96E1B4F-6432-2873-925E-C2A48500C8A3}"/>
                  </a:ext>
                </a:extLst>
              </p14:cNvPr>
              <p14:cNvContentPartPr/>
              <p14:nvPr/>
            </p14:nvContentPartPr>
            <p14:xfrm>
              <a:off x="1005984" y="4770576"/>
              <a:ext cx="7920" cy="1519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96E1B4F-6432-2873-925E-C2A48500C8A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96984" y="4761936"/>
                <a:ext cx="255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390ACC5-50D5-211B-6B24-233BB602B0DB}"/>
                  </a:ext>
                </a:extLst>
              </p14:cNvPr>
              <p14:cNvContentPartPr/>
              <p14:nvPr/>
            </p14:nvContentPartPr>
            <p14:xfrm>
              <a:off x="1002744" y="4727016"/>
              <a:ext cx="142920" cy="2160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390ACC5-50D5-211B-6B24-233BB602B0D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94104" y="4718376"/>
                <a:ext cx="1605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87D49C5-1E9E-2C01-6025-C4D21DBBF50B}"/>
                  </a:ext>
                </a:extLst>
              </p14:cNvPr>
              <p14:cNvContentPartPr/>
              <p14:nvPr/>
            </p14:nvContentPartPr>
            <p14:xfrm>
              <a:off x="2424744" y="4608216"/>
              <a:ext cx="151560" cy="2664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87D49C5-1E9E-2C01-6025-C4D21DBBF50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416104" y="4599576"/>
                <a:ext cx="16920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4BBC1D1-E317-0B0C-610C-3BEB73F7C6AE}"/>
                  </a:ext>
                </a:extLst>
              </p14:cNvPr>
              <p14:cNvContentPartPr/>
              <p14:nvPr/>
            </p14:nvContentPartPr>
            <p14:xfrm>
              <a:off x="2468664" y="4738896"/>
              <a:ext cx="170640" cy="216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4BBC1D1-E317-0B0C-610C-3BEB73F7C6A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460024" y="4729896"/>
                <a:ext cx="1882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ADF1967F-1571-A54F-36D8-1161B55049F7}"/>
                  </a:ext>
                </a:extLst>
              </p14:cNvPr>
              <p14:cNvContentPartPr/>
              <p14:nvPr/>
            </p14:nvContentPartPr>
            <p14:xfrm>
              <a:off x="457344" y="5808816"/>
              <a:ext cx="2952360" cy="2484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ADF1967F-1571-A54F-36D8-1161B55049F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48344" y="5800176"/>
                <a:ext cx="297000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70FC8AA-0872-9D66-9948-3ED190EA3472}"/>
                  </a:ext>
                </a:extLst>
              </p14:cNvPr>
              <p14:cNvContentPartPr/>
              <p14:nvPr/>
            </p14:nvContentPartPr>
            <p14:xfrm>
              <a:off x="308664" y="6236496"/>
              <a:ext cx="2925720" cy="2682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70FC8AA-0872-9D66-9948-3ED190EA347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99664" y="6227856"/>
                <a:ext cx="294336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A019ADF-5AA7-A382-FBCC-EBB8A25F97C4}"/>
                  </a:ext>
                </a:extLst>
              </p14:cNvPr>
              <p14:cNvContentPartPr/>
              <p14:nvPr/>
            </p14:nvContentPartPr>
            <p14:xfrm>
              <a:off x="1915344" y="5988816"/>
              <a:ext cx="75960" cy="6609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A019ADF-5AA7-A382-FBCC-EBB8A25F97C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906344" y="5980176"/>
                <a:ext cx="93600" cy="67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E76D999-CBA7-4133-6419-0594F636921E}"/>
                  </a:ext>
                </a:extLst>
              </p14:cNvPr>
              <p14:cNvContentPartPr/>
              <p14:nvPr/>
            </p14:nvContentPartPr>
            <p14:xfrm>
              <a:off x="345024" y="5337576"/>
              <a:ext cx="2989800" cy="2743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E76D999-CBA7-4133-6419-0594F636921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36384" y="5328936"/>
                <a:ext cx="300744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28DC6EC-ACFC-3AA5-8513-DFF2C88B9A89}"/>
                  </a:ext>
                </a:extLst>
              </p14:cNvPr>
              <p14:cNvContentPartPr/>
              <p14:nvPr/>
            </p14:nvContentPartPr>
            <p14:xfrm>
              <a:off x="1122984" y="5690376"/>
              <a:ext cx="10800" cy="1198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28DC6EC-ACFC-3AA5-8513-DFF2C88B9A8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13984" y="5681376"/>
                <a:ext cx="284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780E9BC-ADA4-75F8-E669-E11FD384FD6A}"/>
                  </a:ext>
                </a:extLst>
              </p14:cNvPr>
              <p14:cNvContentPartPr/>
              <p14:nvPr/>
            </p14:nvContentPartPr>
            <p14:xfrm>
              <a:off x="1035144" y="5657976"/>
              <a:ext cx="244800" cy="1854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780E9BC-ADA4-75F8-E669-E11FD384FD6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26144" y="5648976"/>
                <a:ext cx="26244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66DAFA8-24C0-60C5-49EC-BC399BAFF22F}"/>
                  </a:ext>
                </a:extLst>
              </p14:cNvPr>
              <p14:cNvContentPartPr/>
              <p14:nvPr/>
            </p14:nvContentPartPr>
            <p14:xfrm>
              <a:off x="2420064" y="5559696"/>
              <a:ext cx="15120" cy="1195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66DAFA8-24C0-60C5-49EC-BC399BAFF22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411064" y="5550696"/>
                <a:ext cx="3276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B5EC29C-4D8B-49D7-1737-5EA05D9FD794}"/>
                  </a:ext>
                </a:extLst>
              </p14:cNvPr>
              <p14:cNvContentPartPr/>
              <p14:nvPr/>
            </p14:nvContentPartPr>
            <p14:xfrm>
              <a:off x="2417544" y="5498856"/>
              <a:ext cx="141840" cy="1890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B5EC29C-4D8B-49D7-1737-5EA05D9FD79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408904" y="5489856"/>
                <a:ext cx="15948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817BE40-3B34-6FB0-C40D-A4201F6DB620}"/>
                  </a:ext>
                </a:extLst>
              </p14:cNvPr>
              <p14:cNvContentPartPr/>
              <p14:nvPr/>
            </p14:nvContentPartPr>
            <p14:xfrm>
              <a:off x="2644344" y="5679216"/>
              <a:ext cx="68760" cy="597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817BE40-3B34-6FB0-C40D-A4201F6DB62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635704" y="5670216"/>
                <a:ext cx="864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B8B8FAD-0C9F-F893-5807-120119C9FF52}"/>
                  </a:ext>
                </a:extLst>
              </p14:cNvPr>
              <p14:cNvContentPartPr/>
              <p14:nvPr/>
            </p14:nvContentPartPr>
            <p14:xfrm>
              <a:off x="2862144" y="5491296"/>
              <a:ext cx="196560" cy="1627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B8B8FAD-0C9F-F893-5807-120119C9FF5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853504" y="5482656"/>
                <a:ext cx="21420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CFA4463-619F-E50B-7D8C-AD06F8B8989D}"/>
                  </a:ext>
                </a:extLst>
              </p14:cNvPr>
              <p14:cNvContentPartPr/>
              <p14:nvPr/>
            </p14:nvContentPartPr>
            <p14:xfrm>
              <a:off x="1157544" y="6144696"/>
              <a:ext cx="138600" cy="1476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CFA4463-619F-E50B-7D8C-AD06F8B8989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48544" y="6136056"/>
                <a:ext cx="15624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1D7FD9D-BB6D-C042-F1AE-11CDE68323BB}"/>
                  </a:ext>
                </a:extLst>
              </p14:cNvPr>
              <p14:cNvContentPartPr/>
              <p14:nvPr/>
            </p14:nvContentPartPr>
            <p14:xfrm>
              <a:off x="1220544" y="6098616"/>
              <a:ext cx="100080" cy="216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1D7FD9D-BB6D-C042-F1AE-11CDE68323B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11544" y="6089616"/>
                <a:ext cx="1177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0E02A6D-80FB-C672-F87C-FBF90597B4E3}"/>
                  </a:ext>
                </a:extLst>
              </p14:cNvPr>
              <p14:cNvContentPartPr/>
              <p14:nvPr/>
            </p14:nvContentPartPr>
            <p14:xfrm>
              <a:off x="1171584" y="6195816"/>
              <a:ext cx="97920" cy="93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0E02A6D-80FB-C672-F87C-FBF90597B4E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62944" y="6187176"/>
                <a:ext cx="1155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0A99B5D-0790-FCF8-0186-074FE05D2138}"/>
                  </a:ext>
                </a:extLst>
              </p14:cNvPr>
              <p14:cNvContentPartPr/>
              <p14:nvPr/>
            </p14:nvContentPartPr>
            <p14:xfrm>
              <a:off x="2517624" y="6009696"/>
              <a:ext cx="4680" cy="1029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0A99B5D-0790-FCF8-0186-074FE05D213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508624" y="6001056"/>
                <a:ext cx="223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3A58DF9-E768-2EE6-4A4E-45C8253B2DCA}"/>
                  </a:ext>
                </a:extLst>
              </p14:cNvPr>
              <p14:cNvContentPartPr/>
              <p14:nvPr/>
            </p14:nvContentPartPr>
            <p14:xfrm>
              <a:off x="2465784" y="5985576"/>
              <a:ext cx="159120" cy="1825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3A58DF9-E768-2EE6-4A4E-45C8253B2DC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457144" y="5976576"/>
                <a:ext cx="17676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C492F7B-59AE-9827-AD54-178B6FAD8EF0}"/>
                  </a:ext>
                </a:extLst>
              </p14:cNvPr>
              <p14:cNvContentPartPr/>
              <p14:nvPr/>
            </p14:nvContentPartPr>
            <p14:xfrm>
              <a:off x="2671344" y="6100056"/>
              <a:ext cx="97920" cy="792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C492F7B-59AE-9827-AD54-178B6FAD8EF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662344" y="6091416"/>
                <a:ext cx="11556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8FA699D-B49B-D84E-0020-F7589E8E0303}"/>
                  </a:ext>
                </a:extLst>
              </p14:cNvPr>
              <p14:cNvContentPartPr/>
              <p14:nvPr/>
            </p14:nvContentPartPr>
            <p14:xfrm>
              <a:off x="2978064" y="5972976"/>
              <a:ext cx="187920" cy="957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8FA699D-B49B-D84E-0020-F7589E8E0303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969424" y="5963976"/>
                <a:ext cx="2055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0AC75FFA-781E-B84A-40D8-8742173B75B8}"/>
                  </a:ext>
                </a:extLst>
              </p14:cNvPr>
              <p14:cNvContentPartPr/>
              <p14:nvPr/>
            </p14:nvContentPartPr>
            <p14:xfrm>
              <a:off x="6625944" y="4793256"/>
              <a:ext cx="34560" cy="360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0AC75FFA-781E-B84A-40D8-8742173B75B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617304" y="4784256"/>
                <a:ext cx="522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94A55F2-820E-9FD0-96DE-C4252123A66C}"/>
                  </a:ext>
                </a:extLst>
              </p14:cNvPr>
              <p14:cNvContentPartPr/>
              <p14:nvPr/>
            </p14:nvContentPartPr>
            <p14:xfrm>
              <a:off x="2373624" y="5220576"/>
              <a:ext cx="176040" cy="514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94A55F2-820E-9FD0-96DE-C4252123A66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364984" y="5211936"/>
                <a:ext cx="19368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52D8523-83EE-5A4F-C1D9-8011FB9B9F1B}"/>
                  </a:ext>
                </a:extLst>
              </p14:cNvPr>
              <p14:cNvContentPartPr/>
              <p14:nvPr/>
            </p14:nvContentPartPr>
            <p14:xfrm>
              <a:off x="1144944" y="5763456"/>
              <a:ext cx="351360" cy="8100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52D8523-83EE-5A4F-C1D9-8011FB9B9F1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35944" y="5754816"/>
                <a:ext cx="3690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1414097-A552-16E8-E405-7548BE6FE4C7}"/>
                  </a:ext>
                </a:extLst>
              </p14:cNvPr>
              <p14:cNvContentPartPr/>
              <p14:nvPr/>
            </p14:nvContentPartPr>
            <p14:xfrm>
              <a:off x="2439504" y="5670216"/>
              <a:ext cx="12600" cy="3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1414097-A552-16E8-E405-7548BE6FE4C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430864" y="5661216"/>
                <a:ext cx="302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AE643528-AD5B-6F65-FB04-11EE3EE55908}"/>
                  </a:ext>
                </a:extLst>
              </p14:cNvPr>
              <p14:cNvContentPartPr/>
              <p14:nvPr/>
            </p14:nvContentPartPr>
            <p14:xfrm>
              <a:off x="4738824" y="2711736"/>
              <a:ext cx="54000" cy="108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AE643528-AD5B-6F65-FB04-11EE3EE5590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730184" y="2703096"/>
                <a:ext cx="716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BE11EEF7-6CC5-FC9B-4EF1-C939A82D1D42}"/>
                  </a:ext>
                </a:extLst>
              </p14:cNvPr>
              <p14:cNvContentPartPr/>
              <p14:nvPr/>
            </p14:nvContentPartPr>
            <p14:xfrm>
              <a:off x="4582944" y="1154016"/>
              <a:ext cx="74160" cy="26748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BE11EEF7-6CC5-FC9B-4EF1-C939A82D1D4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573944" y="1145376"/>
                <a:ext cx="9180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6A8C537B-B2CF-12CB-D57D-79D78C0AACE3}"/>
                  </a:ext>
                </a:extLst>
              </p14:cNvPr>
              <p14:cNvContentPartPr/>
              <p14:nvPr/>
            </p14:nvContentPartPr>
            <p14:xfrm>
              <a:off x="2795544" y="2965896"/>
              <a:ext cx="132120" cy="20412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6A8C537B-B2CF-12CB-D57D-79D78C0AACE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786544" y="2957256"/>
                <a:ext cx="1497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C35C3ECC-B89A-37C0-E91E-CB1F4EE99D38}"/>
                  </a:ext>
                </a:extLst>
              </p14:cNvPr>
              <p14:cNvContentPartPr/>
              <p14:nvPr/>
            </p14:nvContentPartPr>
            <p14:xfrm>
              <a:off x="1337544" y="1747296"/>
              <a:ext cx="113040" cy="14112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C35C3ECC-B89A-37C0-E91E-CB1F4EE99D3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328544" y="1738296"/>
                <a:ext cx="1306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95E02218-7F9A-FD84-5BCB-9A3D6FECFA37}"/>
                  </a:ext>
                </a:extLst>
              </p14:cNvPr>
              <p14:cNvContentPartPr/>
              <p14:nvPr/>
            </p14:nvContentPartPr>
            <p14:xfrm>
              <a:off x="6582024" y="4212216"/>
              <a:ext cx="185760" cy="4680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95E02218-7F9A-FD84-5BCB-9A3D6FECFA3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573384" y="4203216"/>
                <a:ext cx="2034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AFD0E45-DB46-1F77-B5BE-D30524470BF2}"/>
                  </a:ext>
                </a:extLst>
              </p14:cNvPr>
              <p14:cNvContentPartPr/>
              <p14:nvPr/>
            </p14:nvContentPartPr>
            <p14:xfrm>
              <a:off x="6921144" y="4170456"/>
              <a:ext cx="204840" cy="288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AFD0E45-DB46-1F77-B5BE-D30524470BF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912144" y="4161816"/>
                <a:ext cx="2224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9976A06-574B-90FC-325C-71BAF9133C92}"/>
                  </a:ext>
                </a:extLst>
              </p14:cNvPr>
              <p14:cNvContentPartPr/>
              <p14:nvPr/>
            </p14:nvContentPartPr>
            <p14:xfrm>
              <a:off x="7347744" y="4128336"/>
              <a:ext cx="185760" cy="172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9976A06-574B-90FC-325C-71BAF9133C9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339104" y="4119696"/>
                <a:ext cx="20340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C50B0185-D1C2-A103-820D-1C19765EFF40}"/>
                  </a:ext>
                </a:extLst>
              </p14:cNvPr>
              <p14:cNvContentPartPr/>
              <p14:nvPr/>
            </p14:nvContentPartPr>
            <p14:xfrm>
              <a:off x="7579584" y="4089456"/>
              <a:ext cx="163800" cy="1512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C50B0185-D1C2-A103-820D-1C19765EFF4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570584" y="4080456"/>
                <a:ext cx="18144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4C7ABD4D-9274-3ABE-05FB-AAADB7BF6BA8}"/>
                  </a:ext>
                </a:extLst>
              </p14:cNvPr>
              <p14:cNvContentPartPr/>
              <p14:nvPr/>
            </p14:nvContentPartPr>
            <p14:xfrm>
              <a:off x="7743384" y="3975696"/>
              <a:ext cx="173880" cy="2253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4C7ABD4D-9274-3ABE-05FB-AAADB7BF6BA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734384" y="3966696"/>
                <a:ext cx="19152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E3AEA6B-0B6D-5ECE-9235-6665575C7A44}"/>
                  </a:ext>
                </a:extLst>
              </p14:cNvPr>
              <p14:cNvContentPartPr/>
              <p14:nvPr/>
            </p14:nvContentPartPr>
            <p14:xfrm>
              <a:off x="783144" y="1608912"/>
              <a:ext cx="888840" cy="758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E3AEA6B-0B6D-5ECE-9235-6665575C7A4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74144" y="1599912"/>
                <a:ext cx="906480" cy="77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F661887-5012-7B0A-53A7-9D6BE5F1D110}"/>
                  </a:ext>
                </a:extLst>
              </p14:cNvPr>
              <p14:cNvContentPartPr/>
              <p14:nvPr/>
            </p14:nvContentPartPr>
            <p14:xfrm>
              <a:off x="1203264" y="1648512"/>
              <a:ext cx="102960" cy="845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F661887-5012-7B0A-53A7-9D6BE5F1D11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94264" y="1639512"/>
                <a:ext cx="120600" cy="86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379AD9A-CEF3-9C32-AE76-1859D95F1F3E}"/>
                  </a:ext>
                </a:extLst>
              </p14:cNvPr>
              <p14:cNvContentPartPr/>
              <p14:nvPr/>
            </p14:nvContentPartPr>
            <p14:xfrm>
              <a:off x="1218024" y="1976832"/>
              <a:ext cx="476280" cy="105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379AD9A-CEF3-9C32-AE76-1859D95F1F3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209024" y="1968192"/>
                <a:ext cx="49392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D660666-24F1-A228-9CAB-D61DDD223ADF}"/>
                  </a:ext>
                </a:extLst>
              </p14:cNvPr>
              <p14:cNvContentPartPr/>
              <p14:nvPr/>
            </p14:nvContentPartPr>
            <p14:xfrm>
              <a:off x="1629864" y="1187712"/>
              <a:ext cx="1334160" cy="567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D660666-24F1-A228-9CAB-D61DDD223ADF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621224" y="1178712"/>
                <a:ext cx="1351800" cy="58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1326717-B139-EDF8-EE41-E1F68090623D}"/>
                  </a:ext>
                </a:extLst>
              </p14:cNvPr>
              <p14:cNvContentPartPr/>
              <p14:nvPr/>
            </p14:nvContentPartPr>
            <p14:xfrm>
              <a:off x="2961504" y="1102392"/>
              <a:ext cx="164160" cy="1663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1326717-B139-EDF8-EE41-E1F68090623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952504" y="1093392"/>
                <a:ext cx="1818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C4332FA-E16A-5820-273A-C9C560A3DE4A}"/>
                  </a:ext>
                </a:extLst>
              </p14:cNvPr>
              <p14:cNvContentPartPr/>
              <p14:nvPr/>
            </p14:nvContentPartPr>
            <p14:xfrm>
              <a:off x="3149784" y="794952"/>
              <a:ext cx="697680" cy="696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C4332FA-E16A-5820-273A-C9C560A3DE4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141144" y="786312"/>
                <a:ext cx="715320" cy="71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2322C91-1E03-4390-BA2C-5F85A5420B3F}"/>
                  </a:ext>
                </a:extLst>
              </p14:cNvPr>
              <p14:cNvContentPartPr/>
              <p14:nvPr/>
            </p14:nvContentPartPr>
            <p14:xfrm>
              <a:off x="3488184" y="852192"/>
              <a:ext cx="90360" cy="640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2322C91-1E03-4390-BA2C-5F85A5420B3F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479544" y="843192"/>
                <a:ext cx="108000" cy="65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5172B1B-4443-FB90-8D74-2F5D9CDA311E}"/>
                  </a:ext>
                </a:extLst>
              </p14:cNvPr>
              <p14:cNvContentPartPr/>
              <p14:nvPr/>
            </p14:nvContentPartPr>
            <p14:xfrm>
              <a:off x="3527424" y="1078992"/>
              <a:ext cx="357480" cy="604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5172B1B-4443-FB90-8D74-2F5D9CDA311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518784" y="1069992"/>
                <a:ext cx="37512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A23C19F-C2D1-7630-CC96-B46749880B70}"/>
                  </a:ext>
                </a:extLst>
              </p14:cNvPr>
              <p14:cNvContentPartPr/>
              <p14:nvPr/>
            </p14:nvContentPartPr>
            <p14:xfrm>
              <a:off x="2165184" y="1131912"/>
              <a:ext cx="113760" cy="2307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A23C19F-C2D1-7630-CC96-B46749880B7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156184" y="1123272"/>
                <a:ext cx="1314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9E9B6F2-69BF-223B-9A94-BFEBBC995D49}"/>
                  </a:ext>
                </a:extLst>
              </p14:cNvPr>
              <p14:cNvContentPartPr/>
              <p14:nvPr/>
            </p14:nvContentPartPr>
            <p14:xfrm>
              <a:off x="2190384" y="1227672"/>
              <a:ext cx="110520" cy="2628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9E9B6F2-69BF-223B-9A94-BFEBBC995D4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181384" y="1218672"/>
                <a:ext cx="1281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8DA3635A-10A6-A01E-1ED7-35C2E95AB5BF}"/>
                  </a:ext>
                </a:extLst>
              </p14:cNvPr>
              <p14:cNvContentPartPr/>
              <p14:nvPr/>
            </p14:nvContentPartPr>
            <p14:xfrm>
              <a:off x="3889584" y="998352"/>
              <a:ext cx="1310760" cy="12456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8DA3635A-10A6-A01E-1ED7-35C2E95AB5B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880584" y="989352"/>
                <a:ext cx="13284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49DD39C-5C9A-9CD9-2672-E243C71B76B3}"/>
                  </a:ext>
                </a:extLst>
              </p14:cNvPr>
              <p14:cNvContentPartPr/>
              <p14:nvPr/>
            </p14:nvContentPartPr>
            <p14:xfrm>
              <a:off x="4514904" y="770472"/>
              <a:ext cx="102240" cy="1742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49DD39C-5C9A-9CD9-2672-E243C71B76B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506264" y="761832"/>
                <a:ext cx="11988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6BA92C2-B8A4-A3B3-EE44-9BBC84E62949}"/>
                  </a:ext>
                </a:extLst>
              </p14:cNvPr>
              <p14:cNvContentPartPr/>
              <p14:nvPr/>
            </p14:nvContentPartPr>
            <p14:xfrm>
              <a:off x="5165424" y="904752"/>
              <a:ext cx="131760" cy="2098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6BA92C2-B8A4-A3B3-EE44-9BBC84E6294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156424" y="896112"/>
                <a:ext cx="14940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E342E9D-1A8B-9310-2717-41318783C8E2}"/>
                  </a:ext>
                </a:extLst>
              </p14:cNvPr>
              <p14:cNvContentPartPr/>
              <p14:nvPr/>
            </p14:nvContentPartPr>
            <p14:xfrm>
              <a:off x="5329944" y="780552"/>
              <a:ext cx="757080" cy="5223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E342E9D-1A8B-9310-2717-41318783C8E2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320944" y="771912"/>
                <a:ext cx="77472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FE8DD5B-E971-260B-5110-1D57C7D04374}"/>
                  </a:ext>
                </a:extLst>
              </p14:cNvPr>
              <p14:cNvContentPartPr/>
              <p14:nvPr/>
            </p14:nvContentPartPr>
            <p14:xfrm>
              <a:off x="5706864" y="774792"/>
              <a:ext cx="48960" cy="5893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FE8DD5B-E971-260B-5110-1D57C7D0437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697864" y="766152"/>
                <a:ext cx="66600" cy="60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F05516F-E35C-F98E-E4AE-7CAA1E038623}"/>
                  </a:ext>
                </a:extLst>
              </p14:cNvPr>
              <p14:cNvContentPartPr/>
              <p14:nvPr/>
            </p14:nvContentPartPr>
            <p14:xfrm>
              <a:off x="1084104" y="2677392"/>
              <a:ext cx="863280" cy="6559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F05516F-E35C-F98E-E4AE-7CAA1E03862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1075104" y="2668392"/>
                <a:ext cx="880920" cy="67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203BE3A1-30CC-82BD-7247-48EDB6896CD8}"/>
                  </a:ext>
                </a:extLst>
              </p14:cNvPr>
              <p14:cNvContentPartPr/>
              <p14:nvPr/>
            </p14:nvContentPartPr>
            <p14:xfrm>
              <a:off x="1432944" y="2776032"/>
              <a:ext cx="36360" cy="5554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203BE3A1-30CC-82BD-7247-48EDB6896CD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423944" y="2767032"/>
                <a:ext cx="54000" cy="57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351F0478-121C-6463-83E0-D33E7B6513A0}"/>
                  </a:ext>
                </a:extLst>
              </p14:cNvPr>
              <p14:cNvContentPartPr/>
              <p14:nvPr/>
            </p14:nvContentPartPr>
            <p14:xfrm>
              <a:off x="1474704" y="3032712"/>
              <a:ext cx="536040" cy="849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351F0478-121C-6463-83E0-D33E7B6513A0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466064" y="3023712"/>
                <a:ext cx="5536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5AA57D2-9E6B-84FB-7B6C-C8D61A1EE3BE}"/>
                  </a:ext>
                </a:extLst>
              </p14:cNvPr>
              <p14:cNvContentPartPr/>
              <p14:nvPr/>
            </p14:nvContentPartPr>
            <p14:xfrm>
              <a:off x="1949544" y="2844792"/>
              <a:ext cx="1436040" cy="6552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5AA57D2-9E6B-84FB-7B6C-C8D61A1EE3BE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940544" y="2835792"/>
                <a:ext cx="14536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0467959-A621-11F9-CA4F-2B88786F37A2}"/>
                  </a:ext>
                </a:extLst>
              </p14:cNvPr>
              <p14:cNvContentPartPr/>
              <p14:nvPr/>
            </p14:nvContentPartPr>
            <p14:xfrm>
              <a:off x="3385584" y="2767752"/>
              <a:ext cx="184320" cy="1929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0467959-A621-11F9-CA4F-2B88786F37A2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376944" y="2758752"/>
                <a:ext cx="2019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CAFDD4F9-52A9-7C29-C141-A061FAB1A580}"/>
                  </a:ext>
                </a:extLst>
              </p14:cNvPr>
              <p14:cNvContentPartPr/>
              <p14:nvPr/>
            </p14:nvContentPartPr>
            <p14:xfrm>
              <a:off x="2481264" y="2639232"/>
              <a:ext cx="285120" cy="1476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CAFDD4F9-52A9-7C29-C141-A061FAB1A580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472624" y="2630592"/>
                <a:ext cx="30276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3C44D1D-6F8B-E996-821C-A165810C51B2}"/>
                  </a:ext>
                </a:extLst>
              </p14:cNvPr>
              <p14:cNvContentPartPr/>
              <p14:nvPr/>
            </p14:nvContentPartPr>
            <p14:xfrm>
              <a:off x="3612024" y="2448792"/>
              <a:ext cx="907920" cy="69552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3C44D1D-6F8B-E996-821C-A165810C51B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603024" y="2440152"/>
                <a:ext cx="925560" cy="71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5A6C9DEE-2BAE-03DB-CB3E-61C5B49C1112}"/>
                  </a:ext>
                </a:extLst>
              </p14:cNvPr>
              <p14:cNvContentPartPr/>
              <p14:nvPr/>
            </p14:nvContentPartPr>
            <p14:xfrm>
              <a:off x="4053744" y="2508552"/>
              <a:ext cx="66240" cy="6757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5A6C9DEE-2BAE-03DB-CB3E-61C5B49C111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044744" y="2499552"/>
                <a:ext cx="83880" cy="69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5627EC98-0031-6045-D9D5-7956B45044F9}"/>
                  </a:ext>
                </a:extLst>
              </p14:cNvPr>
              <p14:cNvContentPartPr/>
              <p14:nvPr/>
            </p14:nvContentPartPr>
            <p14:xfrm>
              <a:off x="4070664" y="2823912"/>
              <a:ext cx="473040" cy="2844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5627EC98-0031-6045-D9D5-7956B45044F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4062024" y="2815272"/>
                <a:ext cx="4906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BECF606-2B7B-08F0-6B3E-DB1B5EAABB27}"/>
                  </a:ext>
                </a:extLst>
              </p14:cNvPr>
              <p14:cNvContentPartPr/>
              <p14:nvPr/>
            </p14:nvContentPartPr>
            <p14:xfrm>
              <a:off x="5886864" y="2249352"/>
              <a:ext cx="778320" cy="6231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BECF606-2B7B-08F0-6B3E-DB1B5EAABB2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878224" y="2240352"/>
                <a:ext cx="795960" cy="64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B7BE3CB8-A1BE-8545-30BC-B7E6437DCD5C}"/>
                  </a:ext>
                </a:extLst>
              </p14:cNvPr>
              <p14:cNvContentPartPr/>
              <p14:nvPr/>
            </p14:nvContentPartPr>
            <p14:xfrm>
              <a:off x="6196824" y="2326392"/>
              <a:ext cx="105120" cy="5508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B7BE3CB8-A1BE-8545-30BC-B7E6437DCD5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188184" y="2317392"/>
                <a:ext cx="122760" cy="5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E5CBF31-9D1B-DFE2-091B-93AF9543EB9E}"/>
                  </a:ext>
                </a:extLst>
              </p14:cNvPr>
              <p14:cNvContentPartPr/>
              <p14:nvPr/>
            </p14:nvContentPartPr>
            <p14:xfrm>
              <a:off x="6240744" y="2489832"/>
              <a:ext cx="514800" cy="914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E5CBF31-9D1B-DFE2-091B-93AF9543EB9E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232104" y="2480832"/>
                <a:ext cx="5324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F60699C-18CB-A9BE-AF04-4162D7F8F443}"/>
                  </a:ext>
                </a:extLst>
              </p14:cNvPr>
              <p14:cNvContentPartPr/>
              <p14:nvPr/>
            </p14:nvContentPartPr>
            <p14:xfrm>
              <a:off x="6696144" y="2348352"/>
              <a:ext cx="1396440" cy="1465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F60699C-18CB-A9BE-AF04-4162D7F8F443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687144" y="2339712"/>
                <a:ext cx="141408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0D1A114-3EC1-FE04-85CA-C6B853128FD7}"/>
                  </a:ext>
                </a:extLst>
              </p14:cNvPr>
              <p14:cNvContentPartPr/>
              <p14:nvPr/>
            </p14:nvContentPartPr>
            <p14:xfrm>
              <a:off x="8086104" y="2254032"/>
              <a:ext cx="151920" cy="2109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0D1A114-3EC1-FE04-85CA-C6B853128FD7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077104" y="2245032"/>
                <a:ext cx="16956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FF32528-2659-0CF1-CAD4-C9BA338BA077}"/>
                  </a:ext>
                </a:extLst>
              </p14:cNvPr>
              <p14:cNvContentPartPr/>
              <p14:nvPr/>
            </p14:nvContentPartPr>
            <p14:xfrm>
              <a:off x="8371944" y="2098872"/>
              <a:ext cx="102960" cy="1332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FF32528-2659-0CF1-CAD4-C9BA338BA077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362944" y="2089872"/>
                <a:ext cx="1206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D8945DB-B209-9ABB-24D7-82ED29BBC72B}"/>
                  </a:ext>
                </a:extLst>
              </p14:cNvPr>
              <p14:cNvContentPartPr/>
              <p14:nvPr/>
            </p14:nvContentPartPr>
            <p14:xfrm>
              <a:off x="8347464" y="2001312"/>
              <a:ext cx="697320" cy="71100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D8945DB-B209-9ABB-24D7-82ED29BBC72B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338824" y="1992672"/>
                <a:ext cx="714960" cy="72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7358504-BC60-778B-EF8D-2019F21FFCD4}"/>
                  </a:ext>
                </a:extLst>
              </p14:cNvPr>
              <p14:cNvContentPartPr/>
              <p14:nvPr/>
            </p14:nvContentPartPr>
            <p14:xfrm>
              <a:off x="7355304" y="2075112"/>
              <a:ext cx="10440" cy="1238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7358504-BC60-778B-EF8D-2019F21FFCD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346304" y="2066472"/>
                <a:ext cx="2808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A0E140A-D12C-0817-505C-1649643252BF}"/>
                  </a:ext>
                </a:extLst>
              </p14:cNvPr>
              <p14:cNvContentPartPr/>
              <p14:nvPr/>
            </p14:nvContentPartPr>
            <p14:xfrm>
              <a:off x="7260264" y="2054592"/>
              <a:ext cx="261000" cy="23148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A0E140A-D12C-0817-505C-1649643252BF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251624" y="2045592"/>
                <a:ext cx="27864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993CF42-6BDF-97A5-EA92-2902108D2B02}"/>
                  </a:ext>
                </a:extLst>
              </p14:cNvPr>
              <p14:cNvContentPartPr/>
              <p14:nvPr/>
            </p14:nvContentPartPr>
            <p14:xfrm>
              <a:off x="8627184" y="2035152"/>
              <a:ext cx="57240" cy="63504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993CF42-6BDF-97A5-EA92-2902108D2B0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8618544" y="2026512"/>
                <a:ext cx="74880" cy="65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C82FADC-9DFD-E734-40FD-3D1A7EFDE43A}"/>
                  </a:ext>
                </a:extLst>
              </p14:cNvPr>
              <p14:cNvContentPartPr/>
              <p14:nvPr/>
            </p14:nvContentPartPr>
            <p14:xfrm>
              <a:off x="8657064" y="2334672"/>
              <a:ext cx="443160" cy="424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C82FADC-9DFD-E734-40FD-3D1A7EFDE43A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648424" y="2326032"/>
                <a:ext cx="4608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4498E843-5877-62A7-B0E9-2C2ECF65B61F}"/>
                  </a:ext>
                </a:extLst>
              </p14:cNvPr>
              <p14:cNvContentPartPr/>
              <p14:nvPr/>
            </p14:nvContentPartPr>
            <p14:xfrm>
              <a:off x="5867784" y="1291032"/>
              <a:ext cx="14760" cy="147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4498E843-5877-62A7-B0E9-2C2ECF65B61F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5858784" y="1282032"/>
                <a:ext cx="324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34C8EE21-DF34-6C27-302E-887A92B0D9EE}"/>
                  </a:ext>
                </a:extLst>
              </p14:cNvPr>
              <p14:cNvContentPartPr/>
              <p14:nvPr/>
            </p14:nvContentPartPr>
            <p14:xfrm>
              <a:off x="5719104" y="960912"/>
              <a:ext cx="517320" cy="10944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34C8EE21-DF34-6C27-302E-887A92B0D9EE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710104" y="952272"/>
                <a:ext cx="5349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5EF7BAE0-8688-C4F0-6B99-66C563D9986B}"/>
                  </a:ext>
                </a:extLst>
              </p14:cNvPr>
              <p14:cNvContentPartPr/>
              <p14:nvPr/>
            </p14:nvContentPartPr>
            <p14:xfrm>
              <a:off x="5906664" y="1321272"/>
              <a:ext cx="54000" cy="1047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5EF7BAE0-8688-C4F0-6B99-66C563D9986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898024" y="1312272"/>
                <a:ext cx="7164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2B610C50-F908-1185-9EF3-253370E223E2}"/>
                  </a:ext>
                </a:extLst>
              </p14:cNvPr>
              <p14:cNvContentPartPr/>
              <p14:nvPr/>
            </p14:nvContentPartPr>
            <p14:xfrm>
              <a:off x="6021504" y="1508832"/>
              <a:ext cx="57240" cy="1065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2B610C50-F908-1185-9EF3-253370E223E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6012504" y="1499832"/>
                <a:ext cx="748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72565D0-23F1-064E-4CC2-DB7D4628A569}"/>
                  </a:ext>
                </a:extLst>
              </p14:cNvPr>
              <p14:cNvContentPartPr/>
              <p14:nvPr/>
            </p14:nvContentPartPr>
            <p14:xfrm>
              <a:off x="6116184" y="1721952"/>
              <a:ext cx="66600" cy="11628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72565D0-23F1-064E-4CC2-DB7D4628A56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6107184" y="1713312"/>
                <a:ext cx="8424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CEB1327-0D0E-628B-C971-D8694BE1AE1F}"/>
                  </a:ext>
                </a:extLst>
              </p14:cNvPr>
              <p14:cNvContentPartPr/>
              <p14:nvPr/>
            </p14:nvContentPartPr>
            <p14:xfrm>
              <a:off x="6218784" y="1949112"/>
              <a:ext cx="63720" cy="15804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CEB1327-0D0E-628B-C971-D8694BE1AE1F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6210144" y="1940472"/>
                <a:ext cx="8136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B7682DE5-3213-746E-F04A-EFD083331CF7}"/>
                  </a:ext>
                </a:extLst>
              </p14:cNvPr>
              <p14:cNvContentPartPr/>
              <p14:nvPr/>
            </p14:nvContentPartPr>
            <p14:xfrm>
              <a:off x="6265224" y="2156472"/>
              <a:ext cx="70920" cy="6228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B7682DE5-3213-746E-F04A-EFD083331CF7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256224" y="2147472"/>
                <a:ext cx="8856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839F69ED-0AA9-38DD-8D73-86051625CC7D}"/>
                  </a:ext>
                </a:extLst>
              </p14:cNvPr>
              <p14:cNvContentPartPr/>
              <p14:nvPr/>
            </p14:nvContentPartPr>
            <p14:xfrm>
              <a:off x="6216624" y="2172672"/>
              <a:ext cx="168480" cy="583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839F69ED-0AA9-38DD-8D73-86051625CC7D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6207624" y="2164032"/>
                <a:ext cx="1861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760BD1F-7DA8-C457-8A10-C5CFDC6BA2BF}"/>
                  </a:ext>
                </a:extLst>
              </p14:cNvPr>
              <p14:cNvContentPartPr/>
              <p14:nvPr/>
            </p14:nvContentPartPr>
            <p14:xfrm>
              <a:off x="6350184" y="2119032"/>
              <a:ext cx="49680" cy="13032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760BD1F-7DA8-C457-8A10-C5CFDC6BA2BF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341184" y="2110392"/>
                <a:ext cx="6732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1CB77F19-8AB7-F4B3-B9C0-34B290080AB0}"/>
                  </a:ext>
                </a:extLst>
              </p14:cNvPr>
              <p14:cNvContentPartPr/>
              <p14:nvPr/>
            </p14:nvContentPartPr>
            <p14:xfrm>
              <a:off x="4549104" y="2753712"/>
              <a:ext cx="187560" cy="158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1CB77F19-8AB7-F4B3-B9C0-34B290080AB0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540464" y="2745072"/>
                <a:ext cx="2052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8537CBA-97B1-3E0C-F39F-00C5447B2119}"/>
                  </a:ext>
                </a:extLst>
              </p14:cNvPr>
              <p14:cNvContentPartPr/>
              <p14:nvPr/>
            </p14:nvContentPartPr>
            <p14:xfrm>
              <a:off x="4921704" y="2716632"/>
              <a:ext cx="131760" cy="2844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8537CBA-97B1-3E0C-F39F-00C5447B2119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913064" y="2707992"/>
                <a:ext cx="1494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623FD7E5-6C8A-85FA-3DC6-D1B23EA659E6}"/>
                  </a:ext>
                </a:extLst>
              </p14:cNvPr>
              <p14:cNvContentPartPr/>
              <p14:nvPr/>
            </p14:nvContentPartPr>
            <p14:xfrm>
              <a:off x="5197104" y="2687832"/>
              <a:ext cx="178200" cy="3456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623FD7E5-6C8A-85FA-3DC6-D1B23EA659E6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188464" y="2679192"/>
                <a:ext cx="1958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98CD3BF8-7285-D47A-4107-C8776407B5B7}"/>
                  </a:ext>
                </a:extLst>
              </p14:cNvPr>
              <p14:cNvContentPartPr/>
              <p14:nvPr/>
            </p14:nvContentPartPr>
            <p14:xfrm>
              <a:off x="5498784" y="2674152"/>
              <a:ext cx="218160" cy="345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98CD3BF8-7285-D47A-4107-C8776407B5B7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489784" y="2665512"/>
                <a:ext cx="2358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21C6EE39-5962-3209-F07F-F98AE33ADFA1}"/>
                  </a:ext>
                </a:extLst>
              </p14:cNvPr>
              <p14:cNvContentPartPr/>
              <p14:nvPr/>
            </p14:nvContentPartPr>
            <p14:xfrm>
              <a:off x="5751144" y="2676672"/>
              <a:ext cx="83160" cy="223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21C6EE39-5962-3209-F07F-F98AE33ADFA1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5742144" y="2667672"/>
                <a:ext cx="1008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78F0EE6-6DFE-03DD-1568-27213F703C3F}"/>
                  </a:ext>
                </a:extLst>
              </p14:cNvPr>
              <p14:cNvContentPartPr/>
              <p14:nvPr/>
            </p14:nvContentPartPr>
            <p14:xfrm>
              <a:off x="5782824" y="2581272"/>
              <a:ext cx="97560" cy="2008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78F0EE6-6DFE-03DD-1568-27213F703C3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774184" y="2572632"/>
                <a:ext cx="1152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CA947040-4BA8-B1B5-C47A-6DF60FCD2627}"/>
                  </a:ext>
                </a:extLst>
              </p14:cNvPr>
              <p14:cNvContentPartPr/>
              <p14:nvPr/>
            </p14:nvContentPartPr>
            <p14:xfrm>
              <a:off x="2271384" y="1573056"/>
              <a:ext cx="129600" cy="18288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CA947040-4BA8-B1B5-C47A-6DF60FCD2627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262384" y="1564416"/>
                <a:ext cx="14724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2A394B6A-8459-8660-ACA2-2DB2506972FF}"/>
                  </a:ext>
                </a:extLst>
              </p14:cNvPr>
              <p14:cNvContentPartPr/>
              <p14:nvPr/>
            </p14:nvContentPartPr>
            <p14:xfrm>
              <a:off x="2319984" y="1512936"/>
              <a:ext cx="163800" cy="1980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2A394B6A-8459-8660-ACA2-2DB2506972FF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2311344" y="1504296"/>
                <a:ext cx="1814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8296AB83-85C1-658B-C0B6-E97FD138C427}"/>
                  </a:ext>
                </a:extLst>
              </p14:cNvPr>
              <p14:cNvContentPartPr/>
              <p14:nvPr/>
            </p14:nvContentPartPr>
            <p14:xfrm>
              <a:off x="7442784" y="2524896"/>
              <a:ext cx="154440" cy="12852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8296AB83-85C1-658B-C0B6-E97FD138C427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434144" y="2515896"/>
                <a:ext cx="17208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C1EB4970-6FC5-AD31-2B56-53A441439178}"/>
                  </a:ext>
                </a:extLst>
              </p14:cNvPr>
              <p14:cNvContentPartPr/>
              <p14:nvPr/>
            </p14:nvContentPartPr>
            <p14:xfrm>
              <a:off x="7542864" y="2542536"/>
              <a:ext cx="27360" cy="20772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C1EB4970-6FC5-AD31-2B56-53A441439178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7534224" y="2533896"/>
                <a:ext cx="4500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7FF47492-06D0-E773-72B3-5D255B403065}"/>
                  </a:ext>
                </a:extLst>
              </p14:cNvPr>
              <p14:cNvContentPartPr/>
              <p14:nvPr/>
            </p14:nvContentPartPr>
            <p14:xfrm>
              <a:off x="3601944" y="924696"/>
              <a:ext cx="96840" cy="16668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7FF47492-06D0-E773-72B3-5D255B403065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3593304" y="915696"/>
                <a:ext cx="11448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12A38071-1522-DFD5-CFE3-E615646C42DB}"/>
                  </a:ext>
                </a:extLst>
              </p14:cNvPr>
              <p14:cNvContentPartPr/>
              <p14:nvPr/>
            </p14:nvContentPartPr>
            <p14:xfrm>
              <a:off x="3609864" y="893736"/>
              <a:ext cx="132120" cy="3060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12A38071-1522-DFD5-CFE3-E615646C42DB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601224" y="884736"/>
                <a:ext cx="1497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02656006-55A4-E1E3-9C6C-E63C59829A51}"/>
                  </a:ext>
                </a:extLst>
              </p14:cNvPr>
              <p14:cNvContentPartPr/>
              <p14:nvPr/>
            </p14:nvContentPartPr>
            <p14:xfrm>
              <a:off x="1630584" y="2817216"/>
              <a:ext cx="129600" cy="15048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02656006-55A4-E1E3-9C6C-E63C59829A51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621584" y="2808216"/>
                <a:ext cx="1472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04B48FDE-AAA8-1813-C0DD-DF7950F6CDB6}"/>
                  </a:ext>
                </a:extLst>
              </p14:cNvPr>
              <p14:cNvContentPartPr/>
              <p14:nvPr/>
            </p14:nvContentPartPr>
            <p14:xfrm>
              <a:off x="4202424" y="2563776"/>
              <a:ext cx="85320" cy="24732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04B48FDE-AAA8-1813-C0DD-DF7950F6CDB6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4193424" y="2554776"/>
                <a:ext cx="10296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7BDA2656-8340-B09D-CA59-649B53D1F597}"/>
                  </a:ext>
                </a:extLst>
              </p14:cNvPr>
              <p14:cNvContentPartPr/>
              <p14:nvPr/>
            </p14:nvContentPartPr>
            <p14:xfrm>
              <a:off x="5823864" y="849096"/>
              <a:ext cx="15120" cy="11376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7BDA2656-8340-B09D-CA59-649B53D1F597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5814864" y="840096"/>
                <a:ext cx="3276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0DD2E5DC-B064-2B40-362B-EFB25DBEF84F}"/>
                  </a:ext>
                </a:extLst>
              </p14:cNvPr>
              <p14:cNvContentPartPr/>
              <p14:nvPr/>
            </p14:nvContentPartPr>
            <p14:xfrm>
              <a:off x="5880024" y="872496"/>
              <a:ext cx="85680" cy="8352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0DD2E5DC-B064-2B40-362B-EFB25DBEF84F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871024" y="863856"/>
                <a:ext cx="10332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C4307BE3-6FF0-39D9-7C65-CB41B1FCA9AC}"/>
                  </a:ext>
                </a:extLst>
              </p14:cNvPr>
              <p14:cNvContentPartPr/>
              <p14:nvPr/>
            </p14:nvContentPartPr>
            <p14:xfrm>
              <a:off x="5938344" y="887976"/>
              <a:ext cx="24840" cy="12240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C4307BE3-6FF0-39D9-7C65-CB41B1FCA9AC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5929704" y="879336"/>
                <a:ext cx="424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5C4356BA-2175-848F-82CE-D4FA8C6F1E55}"/>
                  </a:ext>
                </a:extLst>
              </p14:cNvPr>
              <p14:cNvContentPartPr/>
              <p14:nvPr/>
            </p14:nvContentPartPr>
            <p14:xfrm>
              <a:off x="6343344" y="2368656"/>
              <a:ext cx="10080" cy="10908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5C4356BA-2175-848F-82CE-D4FA8C6F1E55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6334344" y="2360016"/>
                <a:ext cx="277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ED778D6A-CFB4-075C-EBAB-C568D0694159}"/>
                  </a:ext>
                </a:extLst>
              </p14:cNvPr>
              <p14:cNvContentPartPr/>
              <p14:nvPr/>
            </p14:nvContentPartPr>
            <p14:xfrm>
              <a:off x="6409224" y="2340216"/>
              <a:ext cx="117360" cy="10368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ED778D6A-CFB4-075C-EBAB-C568D0694159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6400224" y="2331576"/>
                <a:ext cx="1350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105285D6-4111-C818-F3E1-5984BA429F36}"/>
                  </a:ext>
                </a:extLst>
              </p14:cNvPr>
              <p14:cNvContentPartPr/>
              <p14:nvPr/>
            </p14:nvContentPartPr>
            <p14:xfrm>
              <a:off x="6485904" y="2375136"/>
              <a:ext cx="18720" cy="13752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105285D6-4111-C818-F3E1-5984BA429F36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6477264" y="2366496"/>
                <a:ext cx="3636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51B6B48-C548-6CFF-A2AA-5E3148965CA0}"/>
                  </a:ext>
                </a:extLst>
              </p14:cNvPr>
              <p14:cNvContentPartPr/>
              <p14:nvPr/>
            </p14:nvContentPartPr>
            <p14:xfrm>
              <a:off x="8762184" y="2155176"/>
              <a:ext cx="12600" cy="1090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51B6B48-C548-6CFF-A2AA-5E3148965CA0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8753184" y="2146176"/>
                <a:ext cx="3024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6224B90-E0AD-BC53-B6F9-C4241F3CCC98}"/>
                  </a:ext>
                </a:extLst>
              </p14:cNvPr>
              <p14:cNvContentPartPr/>
              <p14:nvPr/>
            </p14:nvContentPartPr>
            <p14:xfrm>
              <a:off x="8834904" y="2113776"/>
              <a:ext cx="70200" cy="15804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6224B90-E0AD-BC53-B6F9-C4241F3CCC98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8825904" y="2105136"/>
                <a:ext cx="8784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9B524A91-5293-C7F4-EA52-C7D5DA6F8282}"/>
                  </a:ext>
                </a:extLst>
              </p14:cNvPr>
              <p14:cNvContentPartPr/>
              <p14:nvPr/>
            </p14:nvContentPartPr>
            <p14:xfrm>
              <a:off x="8541504" y="3913056"/>
              <a:ext cx="10800" cy="9072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9B524A91-5293-C7F4-EA52-C7D5DA6F8282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8532504" y="3904056"/>
                <a:ext cx="2844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FE745BF1-7354-4B0F-99B9-E8121395959C}"/>
                  </a:ext>
                </a:extLst>
              </p14:cNvPr>
              <p14:cNvContentPartPr/>
              <p14:nvPr/>
            </p14:nvContentPartPr>
            <p14:xfrm>
              <a:off x="8440344" y="3857616"/>
              <a:ext cx="285840" cy="24120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FE745BF1-7354-4B0F-99B9-E8121395959C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8431344" y="3848616"/>
                <a:ext cx="3034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07D64D7D-6CFE-99E4-BB29-4755D66D6D30}"/>
                  </a:ext>
                </a:extLst>
              </p14:cNvPr>
              <p14:cNvContentPartPr/>
              <p14:nvPr/>
            </p14:nvContentPartPr>
            <p14:xfrm>
              <a:off x="8757144" y="3973176"/>
              <a:ext cx="165240" cy="6768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07D64D7D-6CFE-99E4-BB29-4755D66D6D30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8748504" y="3964176"/>
                <a:ext cx="18288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DA381619-B74B-CFAF-B1E8-0B3892D216F4}"/>
                  </a:ext>
                </a:extLst>
              </p14:cNvPr>
              <p14:cNvContentPartPr/>
              <p14:nvPr/>
            </p14:nvContentPartPr>
            <p14:xfrm>
              <a:off x="8932824" y="3917016"/>
              <a:ext cx="200880" cy="795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DA381619-B74B-CFAF-B1E8-0B3892D216F4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8923824" y="3908376"/>
                <a:ext cx="21852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E5F9ACF7-7945-A45A-123E-48230B0F670E}"/>
                  </a:ext>
                </a:extLst>
              </p14:cNvPr>
              <p14:cNvContentPartPr/>
              <p14:nvPr/>
            </p14:nvContentPartPr>
            <p14:xfrm>
              <a:off x="9179064" y="3887496"/>
              <a:ext cx="222120" cy="716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E5F9ACF7-7945-A45A-123E-48230B0F670E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170064" y="3878856"/>
                <a:ext cx="23976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1FA04665-30D0-E42A-FF14-2603EA8D4298}"/>
                  </a:ext>
                </a:extLst>
              </p14:cNvPr>
              <p14:cNvContentPartPr/>
              <p14:nvPr/>
            </p14:nvContentPartPr>
            <p14:xfrm>
              <a:off x="9466704" y="3886056"/>
              <a:ext cx="78480" cy="2304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1FA04665-30D0-E42A-FF14-2603EA8D4298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9457704" y="3877416"/>
                <a:ext cx="9612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E4B6C6A6-5192-85A6-B33E-5857F69C5AC6}"/>
                  </a:ext>
                </a:extLst>
              </p14:cNvPr>
              <p14:cNvContentPartPr/>
              <p14:nvPr/>
            </p14:nvContentPartPr>
            <p14:xfrm>
              <a:off x="9447264" y="3870576"/>
              <a:ext cx="134640" cy="20016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E4B6C6A6-5192-85A6-B33E-5857F69C5AC6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438264" y="3861936"/>
                <a:ext cx="1522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15A4F12-D4A8-9D3E-7346-C507B58DFB68}"/>
                  </a:ext>
                </a:extLst>
              </p14:cNvPr>
              <p14:cNvContentPartPr/>
              <p14:nvPr/>
            </p14:nvContentPartPr>
            <p14:xfrm>
              <a:off x="9800784" y="3634416"/>
              <a:ext cx="151560" cy="3045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15A4F12-D4A8-9D3E-7346-C507B58DFB68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791784" y="3625776"/>
                <a:ext cx="1692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C439E33B-E5CF-99BF-EAFB-DD742B69F27C}"/>
                  </a:ext>
                </a:extLst>
              </p14:cNvPr>
              <p14:cNvContentPartPr/>
              <p14:nvPr/>
            </p14:nvContentPartPr>
            <p14:xfrm>
              <a:off x="9847224" y="3812976"/>
              <a:ext cx="214920" cy="3204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C439E33B-E5CF-99BF-EAFB-DD742B69F27C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838224" y="3804336"/>
                <a:ext cx="2325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A262AE72-8883-8E16-A07E-88EEF84B4489}"/>
                  </a:ext>
                </a:extLst>
              </p14:cNvPr>
              <p14:cNvContentPartPr/>
              <p14:nvPr/>
            </p14:nvContentPartPr>
            <p14:xfrm>
              <a:off x="10056384" y="3803976"/>
              <a:ext cx="93240" cy="9072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A262AE72-8883-8E16-A07E-88EEF84B4489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0047744" y="3795336"/>
                <a:ext cx="11088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68717296-51B6-D842-1635-4221B70A05CA}"/>
                  </a:ext>
                </a:extLst>
              </p14:cNvPr>
              <p14:cNvContentPartPr/>
              <p14:nvPr/>
            </p14:nvContentPartPr>
            <p14:xfrm>
              <a:off x="10220184" y="3624336"/>
              <a:ext cx="81000" cy="2412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68717296-51B6-D842-1635-4221B70A05CA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0211184" y="3615696"/>
                <a:ext cx="986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12C50E25-55F3-79CA-0C5B-4B1D501C56CD}"/>
                  </a:ext>
                </a:extLst>
              </p14:cNvPr>
              <p14:cNvContentPartPr/>
              <p14:nvPr/>
            </p14:nvContentPartPr>
            <p14:xfrm>
              <a:off x="10207944" y="3760056"/>
              <a:ext cx="159120" cy="8208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12C50E25-55F3-79CA-0C5B-4B1D501C56CD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0198944" y="3751416"/>
                <a:ext cx="17676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EBC9829-5E79-5498-C84E-E0168CC1C752}"/>
                  </a:ext>
                </a:extLst>
              </p14:cNvPr>
              <p14:cNvContentPartPr/>
              <p14:nvPr/>
            </p14:nvContentPartPr>
            <p14:xfrm>
              <a:off x="10415304" y="3660336"/>
              <a:ext cx="17280" cy="5400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EBC9829-5E79-5498-C84E-E0168CC1C752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0406304" y="3651336"/>
                <a:ext cx="3492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00FA585-7FB5-3D0A-64E3-32B4D0F76A51}"/>
                  </a:ext>
                </a:extLst>
              </p14:cNvPr>
              <p14:cNvContentPartPr/>
              <p14:nvPr/>
            </p14:nvContentPartPr>
            <p14:xfrm>
              <a:off x="10466424" y="3710736"/>
              <a:ext cx="105120" cy="1224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00FA585-7FB5-3D0A-64E3-32B4D0F76A51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0457424" y="3702096"/>
                <a:ext cx="1227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D22AEB54-3D8F-40EE-8973-0D835C7B07C6}"/>
                  </a:ext>
                </a:extLst>
              </p14:cNvPr>
              <p14:cNvContentPartPr/>
              <p14:nvPr/>
            </p14:nvContentPartPr>
            <p14:xfrm>
              <a:off x="10653984" y="3766536"/>
              <a:ext cx="51480" cy="7524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D22AEB54-3D8F-40EE-8973-0D835C7B07C6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0645344" y="3757896"/>
                <a:ext cx="691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3EC454FC-D48E-53FA-D6C3-B366E82E9BEF}"/>
                  </a:ext>
                </a:extLst>
              </p14:cNvPr>
              <p14:cNvContentPartPr/>
              <p14:nvPr/>
            </p14:nvContentPartPr>
            <p14:xfrm>
              <a:off x="10754064" y="3622176"/>
              <a:ext cx="95400" cy="216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3EC454FC-D48E-53FA-D6C3-B366E82E9BEF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0745424" y="3613176"/>
                <a:ext cx="1130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060C054B-40AB-9720-8026-C68E1B65536D}"/>
                  </a:ext>
                </a:extLst>
              </p14:cNvPr>
              <p14:cNvContentPartPr/>
              <p14:nvPr/>
            </p14:nvContentPartPr>
            <p14:xfrm>
              <a:off x="10839024" y="3633336"/>
              <a:ext cx="73800" cy="21024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060C054B-40AB-9720-8026-C68E1B65536D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830384" y="3624696"/>
                <a:ext cx="914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C943AD28-4B86-4F37-4DAA-F1B5A778173B}"/>
                  </a:ext>
                </a:extLst>
              </p14:cNvPr>
              <p14:cNvContentPartPr/>
              <p14:nvPr/>
            </p14:nvContentPartPr>
            <p14:xfrm>
              <a:off x="10797984" y="3761136"/>
              <a:ext cx="81000" cy="75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C943AD28-4B86-4F37-4DAA-F1B5A778173B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0789344" y="3752136"/>
                <a:ext cx="986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3C612F8B-D1F9-7767-05BD-77AD4DCC266A}"/>
                  </a:ext>
                </a:extLst>
              </p14:cNvPr>
              <p14:cNvContentPartPr/>
              <p14:nvPr/>
            </p14:nvContentPartPr>
            <p14:xfrm>
              <a:off x="10963944" y="3755376"/>
              <a:ext cx="66240" cy="320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3C612F8B-D1F9-7767-05BD-77AD4DCC266A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0954944" y="3746376"/>
                <a:ext cx="838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AE3ADE18-D628-34E1-A6B8-B69D3F533B85}"/>
                  </a:ext>
                </a:extLst>
              </p14:cNvPr>
              <p14:cNvContentPartPr/>
              <p14:nvPr/>
            </p14:nvContentPartPr>
            <p14:xfrm>
              <a:off x="10776024" y="3729456"/>
              <a:ext cx="300240" cy="36360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AE3ADE18-D628-34E1-A6B8-B69D3F533B85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0767384" y="3720456"/>
                <a:ext cx="31788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24EFD5F0-3E03-002A-ECE5-ACE8E0A39AB5}"/>
                  </a:ext>
                </a:extLst>
              </p14:cNvPr>
              <p14:cNvContentPartPr/>
              <p14:nvPr/>
            </p14:nvContentPartPr>
            <p14:xfrm>
              <a:off x="8563392" y="3137328"/>
              <a:ext cx="566640" cy="45144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24EFD5F0-3E03-002A-ECE5-ACE8E0A39AB5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8554392" y="3128688"/>
                <a:ext cx="584280" cy="4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DE452A1E-E22B-7422-1332-32BE3CFEC07A}"/>
                  </a:ext>
                </a:extLst>
              </p14:cNvPr>
              <p14:cNvContentPartPr/>
              <p14:nvPr/>
            </p14:nvContentPartPr>
            <p14:xfrm>
              <a:off x="8854632" y="3146328"/>
              <a:ext cx="65880" cy="38916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DE452A1E-E22B-7422-1332-32BE3CFEC07A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8845632" y="3137688"/>
                <a:ext cx="8352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194D32F6-67D0-670F-C051-5C0E47B524CB}"/>
                  </a:ext>
                </a:extLst>
              </p14:cNvPr>
              <p14:cNvContentPartPr/>
              <p14:nvPr/>
            </p14:nvContentPartPr>
            <p14:xfrm>
              <a:off x="8879112" y="3306168"/>
              <a:ext cx="253440" cy="709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194D32F6-67D0-670F-C051-5C0E47B524CB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8870472" y="3297528"/>
                <a:ext cx="27108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2C99BE62-133E-A658-9681-CC5345C6CB82}"/>
                  </a:ext>
                </a:extLst>
              </p14:cNvPr>
              <p14:cNvContentPartPr/>
              <p14:nvPr/>
            </p14:nvContentPartPr>
            <p14:xfrm>
              <a:off x="9156672" y="3208968"/>
              <a:ext cx="816480" cy="6876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2C99BE62-133E-A658-9681-CC5345C6CB82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9148032" y="3200328"/>
                <a:ext cx="8341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54670810-386B-2911-B360-CE4535CC5212}"/>
                  </a:ext>
                </a:extLst>
              </p14:cNvPr>
              <p14:cNvContentPartPr/>
              <p14:nvPr/>
            </p14:nvContentPartPr>
            <p14:xfrm>
              <a:off x="9996912" y="3116808"/>
              <a:ext cx="183600" cy="15336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54670810-386B-2911-B360-CE4535CC5212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9988272" y="3108168"/>
                <a:ext cx="20124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546C4D93-D094-83B6-2EDE-B3F07D8867A6}"/>
                  </a:ext>
                </a:extLst>
              </p14:cNvPr>
              <p14:cNvContentPartPr/>
              <p14:nvPr/>
            </p14:nvContentPartPr>
            <p14:xfrm>
              <a:off x="9528552" y="3032568"/>
              <a:ext cx="157320" cy="9792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546C4D93-D094-83B6-2EDE-B3F07D8867A6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9519912" y="3023928"/>
                <a:ext cx="17496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DC34DAB4-8868-172A-4D7B-9507163068FE}"/>
                  </a:ext>
                </a:extLst>
              </p14:cNvPr>
              <p14:cNvContentPartPr/>
              <p14:nvPr/>
            </p14:nvContentPartPr>
            <p14:xfrm>
              <a:off x="9592992" y="2978568"/>
              <a:ext cx="151560" cy="3780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DC34DAB4-8868-172A-4D7B-9507163068FE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9583992" y="2969928"/>
                <a:ext cx="1692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8BE818E9-73E7-ECE0-0643-D1DF93F940CC}"/>
                  </a:ext>
                </a:extLst>
              </p14:cNvPr>
              <p14:cNvContentPartPr/>
              <p14:nvPr/>
            </p14:nvContentPartPr>
            <p14:xfrm>
              <a:off x="9573552" y="3044448"/>
              <a:ext cx="192960" cy="3852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8BE818E9-73E7-ECE0-0643-D1DF93F940CC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9564552" y="3035808"/>
                <a:ext cx="2106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857C8290-8E3E-7C76-CFEC-40E72A9F16D9}"/>
                  </a:ext>
                </a:extLst>
              </p14:cNvPr>
              <p14:cNvContentPartPr/>
              <p14:nvPr/>
            </p14:nvContentPartPr>
            <p14:xfrm>
              <a:off x="8647344" y="2724696"/>
              <a:ext cx="34560" cy="6948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857C8290-8E3E-7C76-CFEC-40E72A9F16D9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8638704" y="2716056"/>
                <a:ext cx="5220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25DDF0B3-AE63-BD01-29EB-A3BC11CF0A9C}"/>
                  </a:ext>
                </a:extLst>
              </p14:cNvPr>
              <p14:cNvContentPartPr/>
              <p14:nvPr/>
            </p14:nvContentPartPr>
            <p14:xfrm>
              <a:off x="8703504" y="2879136"/>
              <a:ext cx="15120" cy="5328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25DDF0B3-AE63-BD01-29EB-A3BC11CF0A9C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8694864" y="2870496"/>
                <a:ext cx="3276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DC51D7AB-7CEF-3E8A-762C-804D0B94DB8B}"/>
                  </a:ext>
                </a:extLst>
              </p14:cNvPr>
              <p14:cNvContentPartPr/>
              <p14:nvPr/>
            </p14:nvContentPartPr>
            <p14:xfrm>
              <a:off x="8742384" y="3011616"/>
              <a:ext cx="10080" cy="4500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DC51D7AB-7CEF-3E8A-762C-804D0B94DB8B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8733744" y="3002976"/>
                <a:ext cx="2772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4F0535F0-9640-DF0A-4910-DF5C45E9E398}"/>
                  </a:ext>
                </a:extLst>
              </p14:cNvPr>
              <p14:cNvContentPartPr/>
              <p14:nvPr/>
            </p14:nvContentPartPr>
            <p14:xfrm>
              <a:off x="8784144" y="3097656"/>
              <a:ext cx="360" cy="4572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4F0535F0-9640-DF0A-4910-DF5C45E9E398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8775144" y="3089016"/>
                <a:ext cx="180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4782C9B8-3F5C-226B-6D17-57995BD60127}"/>
                  </a:ext>
                </a:extLst>
              </p14:cNvPr>
              <p14:cNvContentPartPr/>
              <p14:nvPr/>
            </p14:nvContentPartPr>
            <p14:xfrm>
              <a:off x="8699544" y="3075696"/>
              <a:ext cx="86760" cy="7380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4782C9B8-3F5C-226B-6D17-57995BD60127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8690904" y="3066696"/>
                <a:ext cx="1044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6B398AE9-1DD2-6D83-A72E-7F29F10CF1C2}"/>
                  </a:ext>
                </a:extLst>
              </p14:cNvPr>
              <p14:cNvContentPartPr/>
              <p14:nvPr/>
            </p14:nvContentPartPr>
            <p14:xfrm>
              <a:off x="8798544" y="3005136"/>
              <a:ext cx="78480" cy="14976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6B398AE9-1DD2-6D83-A72E-7F29F10CF1C2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8789904" y="2996496"/>
                <a:ext cx="9612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F5DB3C1D-831A-A92E-6984-F1AEDA877571}"/>
                  </a:ext>
                </a:extLst>
              </p14:cNvPr>
              <p14:cNvContentPartPr/>
              <p14:nvPr/>
            </p14:nvContentPartPr>
            <p14:xfrm>
              <a:off x="4290264" y="3041856"/>
              <a:ext cx="151560" cy="756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F5DB3C1D-831A-A92E-6984-F1AEDA877571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4281264" y="3032856"/>
                <a:ext cx="1692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37C30D9A-294B-6AEA-0F64-910A45CF12FB}"/>
                  </a:ext>
                </a:extLst>
              </p14:cNvPr>
              <p14:cNvContentPartPr/>
              <p14:nvPr/>
            </p14:nvContentPartPr>
            <p14:xfrm>
              <a:off x="4826664" y="3067776"/>
              <a:ext cx="163800" cy="1512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37C30D9A-294B-6AEA-0F64-910A45CF12FB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4817664" y="3058776"/>
                <a:ext cx="18144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28848B24-4B53-F9F5-2D97-E531200B3CA4}"/>
                  </a:ext>
                </a:extLst>
              </p14:cNvPr>
              <p14:cNvContentPartPr/>
              <p14:nvPr/>
            </p14:nvContentPartPr>
            <p14:xfrm>
              <a:off x="5228784" y="3067776"/>
              <a:ext cx="46800" cy="36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28848B24-4B53-F9F5-2D97-E531200B3CA4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5220144" y="3058776"/>
                <a:ext cx="64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632139C9-8412-FDA6-FF3E-D812388AB866}"/>
                  </a:ext>
                </a:extLst>
              </p14:cNvPr>
              <p14:cNvContentPartPr/>
              <p14:nvPr/>
            </p14:nvContentPartPr>
            <p14:xfrm>
              <a:off x="5662944" y="3056256"/>
              <a:ext cx="178200" cy="36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632139C9-8412-FDA6-FF3E-D812388AB866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5654304" y="3047616"/>
                <a:ext cx="1958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7F5DE654-FC18-F036-9D6E-7E6FC365DF2D}"/>
                  </a:ext>
                </a:extLst>
              </p14:cNvPr>
              <p14:cNvContentPartPr/>
              <p14:nvPr/>
            </p14:nvContentPartPr>
            <p14:xfrm>
              <a:off x="6201864" y="3057336"/>
              <a:ext cx="271080" cy="3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7F5DE654-FC18-F036-9D6E-7E6FC365DF2D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6192864" y="3048336"/>
                <a:ext cx="2887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97BE78B5-CBEE-50BB-FC71-D58AFC3974EE}"/>
                  </a:ext>
                </a:extLst>
              </p14:cNvPr>
              <p14:cNvContentPartPr/>
              <p14:nvPr/>
            </p14:nvContentPartPr>
            <p14:xfrm>
              <a:off x="6630984" y="3063816"/>
              <a:ext cx="280800" cy="2556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97BE78B5-CBEE-50BB-FC71-D58AFC3974EE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6621984" y="3054816"/>
                <a:ext cx="2984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265EB1B3-FE2A-ED49-3FBE-4A92E5F825EC}"/>
                  </a:ext>
                </a:extLst>
              </p14:cNvPr>
              <p14:cNvContentPartPr/>
              <p14:nvPr/>
            </p14:nvContentPartPr>
            <p14:xfrm>
              <a:off x="7047864" y="3100176"/>
              <a:ext cx="156240" cy="2232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265EB1B3-FE2A-ED49-3FBE-4A92E5F825EC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7039224" y="3091536"/>
                <a:ext cx="1738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9CA5FC5E-D826-5CAD-16CB-5497994F5192}"/>
                  </a:ext>
                </a:extLst>
              </p14:cNvPr>
              <p14:cNvContentPartPr/>
              <p14:nvPr/>
            </p14:nvContentPartPr>
            <p14:xfrm>
              <a:off x="7476984" y="3165336"/>
              <a:ext cx="251640" cy="3384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9CA5FC5E-D826-5CAD-16CB-5497994F5192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7468344" y="3156336"/>
                <a:ext cx="2692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0B079B04-843C-0693-19CA-8AC18BCB2028}"/>
                  </a:ext>
                </a:extLst>
              </p14:cNvPr>
              <p14:cNvContentPartPr/>
              <p14:nvPr/>
            </p14:nvContentPartPr>
            <p14:xfrm>
              <a:off x="7908624" y="3226896"/>
              <a:ext cx="180720" cy="864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0B079B04-843C-0693-19CA-8AC18BCB2028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7899984" y="3218256"/>
                <a:ext cx="1983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EC4ED668-4E28-8C1E-1959-42E23ED0E4DC}"/>
                  </a:ext>
                </a:extLst>
              </p14:cNvPr>
              <p14:cNvContentPartPr/>
              <p14:nvPr/>
            </p14:nvContentPartPr>
            <p14:xfrm>
              <a:off x="8247384" y="3250656"/>
              <a:ext cx="100440" cy="108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EC4ED668-4E28-8C1E-1959-42E23ED0E4DC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8238744" y="3241656"/>
                <a:ext cx="1180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4CE3CBCB-0E2B-D6FA-3FAD-19F0E36BBD49}"/>
                  </a:ext>
                </a:extLst>
              </p14:cNvPr>
              <p14:cNvContentPartPr/>
              <p14:nvPr/>
            </p14:nvContentPartPr>
            <p14:xfrm>
              <a:off x="8420544" y="3250656"/>
              <a:ext cx="78480" cy="36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4CE3CBCB-0E2B-D6FA-3FAD-19F0E36BBD49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8411904" y="3241656"/>
                <a:ext cx="961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4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1EBEEBF8-BA7D-70B9-4DEF-09EA68869CC7}"/>
                  </a:ext>
                </a:extLst>
              </p14:cNvPr>
              <p14:cNvContentPartPr/>
              <p14:nvPr/>
            </p14:nvContentPartPr>
            <p14:xfrm>
              <a:off x="8488944" y="3250656"/>
              <a:ext cx="22320" cy="360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1EBEEBF8-BA7D-70B9-4DEF-09EA68869CC7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8479944" y="3241656"/>
                <a:ext cx="39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6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90D459D7-8671-E95B-71A0-D05A68112B53}"/>
                  </a:ext>
                </a:extLst>
              </p14:cNvPr>
              <p14:cNvContentPartPr/>
              <p14:nvPr/>
            </p14:nvContentPartPr>
            <p14:xfrm>
              <a:off x="8393904" y="3127176"/>
              <a:ext cx="158760" cy="282600"/>
            </p14:xfrm>
          </p:contentPart>
        </mc:Choice>
        <mc:Fallback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90D459D7-8671-E95B-71A0-D05A68112B53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8384904" y="3118176"/>
                <a:ext cx="17640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8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FA5C6D41-11F8-2D91-AB06-7B5B6BC6B8AB}"/>
                  </a:ext>
                </a:extLst>
              </p14:cNvPr>
              <p14:cNvContentPartPr/>
              <p14:nvPr/>
            </p14:nvContentPartPr>
            <p14:xfrm>
              <a:off x="8942544" y="3182256"/>
              <a:ext cx="9000" cy="8784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FA5C6D41-11F8-2D91-AB06-7B5B6BC6B8AB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8933544" y="3173616"/>
                <a:ext cx="2664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0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647E1F3A-54AC-16D7-8586-55BBBD151AEA}"/>
                  </a:ext>
                </a:extLst>
              </p14:cNvPr>
              <p14:cNvContentPartPr/>
              <p14:nvPr/>
            </p14:nvContentPartPr>
            <p14:xfrm>
              <a:off x="8964864" y="3176136"/>
              <a:ext cx="59760" cy="12744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647E1F3A-54AC-16D7-8586-55BBBD151AEA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8956224" y="3167496"/>
                <a:ext cx="77400" cy="14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8475D5B8-2E96-D30D-1FE7-456794796100}"/>
              </a:ext>
            </a:extLst>
          </p:cNvPr>
          <p:cNvGrpSpPr/>
          <p:nvPr/>
        </p:nvGrpSpPr>
        <p:grpSpPr>
          <a:xfrm>
            <a:off x="9568944" y="3305736"/>
            <a:ext cx="148680" cy="177120"/>
            <a:chOff x="9568944" y="3305736"/>
            <a:chExt cx="148680" cy="17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49BF9BDD-FE5B-E1CC-E663-5B6B2947C37A}"/>
                    </a:ext>
                  </a:extLst>
                </p14:cNvPr>
                <p14:cNvContentPartPr/>
                <p14:nvPr/>
              </p14:nvContentPartPr>
              <p14:xfrm>
                <a:off x="9568944" y="3305736"/>
                <a:ext cx="148680" cy="1112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49BF9BDD-FE5B-E1CC-E663-5B6B2947C37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560304" y="3297096"/>
                  <a:ext cx="1663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2697670-40C3-407A-E0C8-40BCB0AB03DA}"/>
                    </a:ext>
                  </a:extLst>
                </p14:cNvPr>
                <p14:cNvContentPartPr/>
                <p14:nvPr/>
              </p14:nvContentPartPr>
              <p14:xfrm>
                <a:off x="9620424" y="3348216"/>
                <a:ext cx="61200" cy="1346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2697670-40C3-407A-E0C8-40BCB0AB03D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611424" y="3339216"/>
                  <a:ext cx="7884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81065BFA-39FD-4848-FCA5-CAE554EDD6C3}"/>
              </a:ext>
            </a:extLst>
          </p:cNvPr>
          <p:cNvGrpSpPr/>
          <p:nvPr/>
        </p:nvGrpSpPr>
        <p:grpSpPr>
          <a:xfrm>
            <a:off x="10270512" y="2875608"/>
            <a:ext cx="755280" cy="373680"/>
            <a:chOff x="10270512" y="2875608"/>
            <a:chExt cx="75528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B8AF3B8-B13A-BC75-1C31-264C3CEEBB2F}"/>
                    </a:ext>
                  </a:extLst>
                </p14:cNvPr>
                <p14:cNvContentPartPr/>
                <p14:nvPr/>
              </p14:nvContentPartPr>
              <p14:xfrm>
                <a:off x="10270512" y="2875608"/>
                <a:ext cx="755280" cy="3686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B8AF3B8-B13A-BC75-1C31-264C3CEEBB2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261872" y="2866608"/>
                  <a:ext cx="7729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135313C-E56D-E622-68CA-7FFE3632F6CF}"/>
                    </a:ext>
                  </a:extLst>
                </p14:cNvPr>
                <p14:cNvContentPartPr/>
                <p14:nvPr/>
              </p14:nvContentPartPr>
              <p14:xfrm>
                <a:off x="10623312" y="2915568"/>
                <a:ext cx="25920" cy="3337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135313C-E56D-E622-68CA-7FFE3632F6C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614312" y="2906928"/>
                  <a:ext cx="435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957DDF1-DFE3-25FE-61C5-A947AB32D827}"/>
                    </a:ext>
                  </a:extLst>
                </p14:cNvPr>
                <p14:cNvContentPartPr/>
                <p14:nvPr/>
              </p14:nvContentPartPr>
              <p14:xfrm>
                <a:off x="10642752" y="3028248"/>
                <a:ext cx="374760" cy="561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957DDF1-DFE3-25FE-61C5-A947AB32D82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633752" y="3019608"/>
                  <a:ext cx="392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1C4D5FA-F6A5-E002-6C3B-76AA15EF0A82}"/>
                    </a:ext>
                  </a:extLst>
                </p14:cNvPr>
                <p14:cNvContentPartPr/>
                <p14:nvPr/>
              </p14:nvContentPartPr>
              <p14:xfrm>
                <a:off x="10746864" y="2935296"/>
                <a:ext cx="60840" cy="756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1C4D5FA-F6A5-E002-6C3B-76AA15EF0A8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737864" y="2926296"/>
                  <a:ext cx="784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67853DC-1583-8E88-A472-44511E157387}"/>
                    </a:ext>
                  </a:extLst>
                </p14:cNvPr>
                <p14:cNvContentPartPr/>
                <p14:nvPr/>
              </p14:nvContentPartPr>
              <p14:xfrm>
                <a:off x="10856664" y="2910816"/>
                <a:ext cx="99000" cy="810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67853DC-1583-8E88-A472-44511E15738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847664" y="2902176"/>
                  <a:ext cx="116640" cy="9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6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46F5F0A1-D669-5723-6AC1-54DDE63BFB9D}"/>
                  </a:ext>
                </a:extLst>
              </p14:cNvPr>
              <p14:cNvContentPartPr/>
              <p14:nvPr/>
            </p14:nvContentPartPr>
            <p14:xfrm>
              <a:off x="1473984" y="1005696"/>
              <a:ext cx="1585080" cy="93924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46F5F0A1-D669-5723-6AC1-54DDE63BFB9D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1384344" y="826056"/>
                <a:ext cx="1764720" cy="12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8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2888E50B-41F2-AED6-A93B-63932D22FF13}"/>
                  </a:ext>
                </a:extLst>
              </p14:cNvPr>
              <p14:cNvContentPartPr/>
              <p14:nvPr/>
            </p14:nvContentPartPr>
            <p14:xfrm>
              <a:off x="3300264" y="927936"/>
              <a:ext cx="1936080" cy="19620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2888E50B-41F2-AED6-A93B-63932D22FF13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3210624" y="748296"/>
                <a:ext cx="211572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0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C5097E01-EE01-B33B-1844-726738418939}"/>
                  </a:ext>
                </a:extLst>
              </p14:cNvPr>
              <p14:cNvContentPartPr/>
              <p14:nvPr/>
            </p14:nvContentPartPr>
            <p14:xfrm>
              <a:off x="5826384" y="1061136"/>
              <a:ext cx="756360" cy="101628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C5097E01-EE01-B33B-1844-726738418939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5736384" y="881136"/>
                <a:ext cx="936000" cy="13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9456B72E-52B3-8CFA-0BBA-E7A9C426A95D}"/>
                  </a:ext>
                </a:extLst>
              </p14:cNvPr>
              <p14:cNvContentPartPr/>
              <p14:nvPr/>
            </p14:nvContentPartPr>
            <p14:xfrm>
              <a:off x="6702984" y="2223576"/>
              <a:ext cx="1391400" cy="20016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9456B72E-52B3-8CFA-0BBA-E7A9C426A95D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6613344" y="2043576"/>
                <a:ext cx="1571040" cy="5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B1DE5897-7AC5-1295-FDAD-F2E84C77C520}"/>
                  </a:ext>
                </a:extLst>
              </p14:cNvPr>
              <p14:cNvContentPartPr/>
              <p14:nvPr/>
            </p14:nvContentPartPr>
            <p14:xfrm>
              <a:off x="8613144" y="2459736"/>
              <a:ext cx="344160" cy="55764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B1DE5897-7AC5-1295-FDAD-F2E84C77C520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8523504" y="2280096"/>
                <a:ext cx="523800" cy="9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016E860D-2353-4335-85DE-83DB8B14E7F6}"/>
                  </a:ext>
                </a:extLst>
              </p14:cNvPr>
              <p14:cNvContentPartPr/>
              <p14:nvPr/>
            </p14:nvContentPartPr>
            <p14:xfrm>
              <a:off x="9020664" y="3071016"/>
              <a:ext cx="1161000" cy="8928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016E860D-2353-4335-85DE-83DB8B14E7F6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8930664" y="2891016"/>
                <a:ext cx="1340640" cy="44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0225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56</Words>
  <Application>Microsoft Office PowerPoint</Application>
  <PresentationFormat>Widescreen</PresentationFormat>
  <Paragraphs>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PERT 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3</cp:revision>
  <dcterms:created xsi:type="dcterms:W3CDTF">2026-05-13T18:13:58Z</dcterms:created>
  <dcterms:modified xsi:type="dcterms:W3CDTF">2026-05-14T10:25:53Z</dcterms:modified>
</cp:coreProperties>
</file>