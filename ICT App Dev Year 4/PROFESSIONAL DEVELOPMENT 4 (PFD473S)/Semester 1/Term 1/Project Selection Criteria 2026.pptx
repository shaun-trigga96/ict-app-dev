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38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32 480,'0'0'5923,"2"-6"-5363,1 0-158,1-4-88,1 0 8332,36 10-7528,-37 0-1087,0 0 1,0 1 0,0-1 0,0 1-1,0 0 1,0 0 0,0 0 0,0 0-1,0 1 1,-1 0 0,1 0-1,-1 0 1,1 0 0,3 3 0,1 3 9,0 0 1,-1 0-1,12 16 0,-13-15 26,1 0 0,0 0 0,1-1 0,10 10 0,-10-13-17,1 0-1,-1 0 1,1-1 0,16 7-1,-24-10-41,-1 0-18,-13-1-18655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39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602 17 560,'0'0'6934,"4"-3"-5821,5-7 779,-16 7 1769,-12 9-577,5 3-3894,-6 11 1315,0 1-1,2 0 1,0 1-1,-23 39 1,-50 108 1348,35-63-1088,21-51-442,-2-1 0,-3-2 0,-92 92-1,127-138-314,-18 21 55,19-21-59,-1 0-1,-1 0 1,1 0 0,-1-1 0,-6 6 0,34-25-1187,43-32-7041,-45 27 2242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39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0 146 816,'0'0'9021,"41"0"-2026,87 4-5341,-126-4-1678,-1-1 0,1 1 1,0-1-1,0 0 0,0 0 0,0 1 0,-1-1 1,1-1-1,-1 1 0,1 0 0,0 0 1,-1 0-1,0-1 0,1 1 0,-1-1 1,0 1-1,0-1 0,0 0 0,0 1 0,0-1 1,0 0-1,0 0 0,-1 0 0,1 1 1,0-1-1,-1 0 0,0 0 0,1 0 1,-1-3-1,5-61-440,-5 64 463,0 0 0,0 0 0,-1 1 0,1-1 0,-1 0 0,0 0-1,1 1 1,-1-1 0,0 0 0,0 1 0,0-1 0,0 1 0,0-1 0,-1 1 0,1-1-1,0 1 1,-1 0 0,1 0 0,-1 0 0,1-1 0,-1 1 0,1 1 0,-1-1 0,0 0-1,1 0 1,-1 1 0,0-1 0,0 1 0,0-1 0,0 1 0,1 0 0,-1 0-1,0 0 1,0 0 0,-3 0 0,-1 0 56,1 0 0,-1 0 0,1 1 0,-1 0 0,1 0 0,-1 0 0,1 0 0,0 1-1,-1 0 1,1 0 0,-6 4 0,5-2 30,0 0 1,1 1-1,0-1 0,0 1 1,0 0-1,0 1 0,1-1 0,0 1 1,0 0-1,0 0 0,1 0 0,0 0 1,0 1-1,1-1 0,0 1 1,0 0-1,0 0 0,1-1 0,0 1 1,0 0-1,1 0 0,0 0 0,0 0 1,1 0-1,-1 0 0,4 10 1,-3-14-122,0-1 1,0 0 0,1 0-1,-1 1 1,1-1 0,0 0-1,-1 0 1,1-1 0,0 1 0,0 0-1,0-1 1,0 1 0,0-1-1,1 1 1,-1-1 0,0 0-1,1 0 1,-1 0 0,0 0-1,1-1 1,0 1 0,-1-1 0,1 1-1,-1-1 1,1 0 0,-1 0-1,5 0 1,8 0-1304,1 0 0,-1-1 0,18-3 0,8-9-3743,-1-6-905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0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1 6451,'0'0'14425,"-19"10"-13102,-60 34-306,76-43-971,0 0 0,1 1 0,-1-1 0,1 1 1,-1 0-1,1 0 0,0 0 0,0 0 0,0 0 0,0 1 0,0-1 1,0 0-1,1 1 0,-1 0 0,1-1 0,0 1 0,0 0 0,0 0 0,0-1 1,0 1-1,0 0 0,1 0 0,0 0 0,-1 0 0,1 0 0,0 0 1,0 0-1,1 0 0,0 6 0,0 9-99,0-17 23,0 0 1,-1 0-1,1 0 0,0 0 0,0-1 0,0 1 0,0 0 0,0 0 1,0 0-1,0-1 0,0 1 0,0 0 0,0-1 0,0 1 0,0-1 1,0 0-1,0 1 0,1-1 0,-1 0 0,0 1 0,0-1 0,0 0 0,1 0 1,-1 0-1,0 0 0,0 0 0,1-1 0,0 1 0,42-4-1211,-35 0 1062,0 0 0,0-1 0,-1 0 1,1 0-1,-1 0 0,0-1 0,-1-1 1,1 1-1,-1-1 0,-1 0 0,1-1 1,-1 0-1,-1 0 0,1 0 0,-1 0 1,5-12-1,-11 30 5627,-2 5-5709,2-1 0,-1 1 0,2 0 0,2 22 0,-1-36 66,-1 1-1,1-1 0,-1 0 1,1 0-1,0 0 1,0-1-1,-1 1 0,1 0 1,0 0-1,0 0 1,0 0-1,0-1 1,0 1-1,0 0 0,0-1 1,0 1-1,0-1 1,0 0-1,1 1 1,-1-1-1,0 0 0,0 1 1,0-1-1,2 0 1,35 1-6102,-28-2 3565,17 1-3532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0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2 222 6499,'0'0'12331,"0"13"-10901,0 75 792,0-88-2083,0-5-3,0-30-162,-1 12-19,1 0 0,1 0 0,5-28 0,-4 44 13,0 0 1,0 0-1,0-1 1,1 2 0,0-1-1,1 0 1,-1 1-1,1-1 1,1 1 0,-1 0-1,1 0 1,0 1-1,0-1 1,7-4-1,-4 3-51,1 1 0,1-1-1,-1 2 1,1-1 0,0 1-1,0 1 1,0 0 0,1 0-1,14-2 1,-7 3-2066,-1 1 0,31-1 0,-35 5-3128,-10 8-2660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1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64 2401,'0'0'12360,"-15"2"-9985,8 2-2025,1 0-1,-1 1 1,1-1 0,0 1 0,0 1-1,0-1 1,1 1 0,-6 7 0,-35 54 1728,42-60-1949,-4 5 12,1 0 1,0 1 0,1 0 0,0 1 0,1-1 0,0 1 0,1 0-1,1 0 1,0 0 0,-1 29 0,4-38-137,0 0 0,0 0 1,0-1-1,1 1 0,-1 0 0,1-1 0,1 1 0,-1 0 1,1-1-1,-1 0 0,5 7 0,-4-8-2,1 0-1,-1 0 1,1-1 0,0 1-1,-1-1 1,1 0-1,1 0 1,-1 0 0,0 0-1,0 0 1,1-1 0,-1 0-1,1 1 1,-1-1-1,6 1 1,9 1 19,1-1 0,0 0-1,38-2 1,-29 0-2,-22-1-16,0 0 0,0 0 1,0-1-1,0 1 0,0-2 0,0 1 1,0 0-1,-1-1 0,1 0 0,-1-1 1,0 1-1,0-1 0,0 0 0,0 0 1,-1-1-1,1 1 0,-1-1 0,0 0 1,-1 0-1,5-7 0,3-6-4,-1 0 1,0-1-1,-1-1 0,10-32 0,-12 24 45,-2-1-1,-1 1 1,-1-1-1,-2-54 1,-2 71-19,1 9 14,0 1 0,-1-1 1,0 1-1,0-1 1,0 1-1,0 0 0,0-1 1,0 1-1,0 0 1,-1 0-1,1 0 0,-1 0 1,0 0-1,0 0 1,1 0-1,-1 1 0,0-1 1,-1 1-1,1-1 1,0 1-1,0 0 1,0 0-1,-1 0 0,1 0 1,-1 0-1,1 0 1,-5 0-1,-2-2 164,-1 1 0,1 0 1,-1 1-1,0 0 0,1 1 1,-12 0-1,20 0-178,0 0-1,-1 0 1,1 0 0,0 1 0,0-1 0,0 0 0,0 1-1,0-1 1,0 1 0,0-1 0,0 1 0,0 0 0,0-1-1,0 1 1,0 0 0,1 0 0,-1-1 0,0 1 0,0 0-1,1 0 1,-1 0 0,1 0 0,-1 0 0,1 0 0,-1 0-1,1 0 1,-1 0 0,1 2 0,-3 33-2504,3-31 1101,4-4-3471,11-1 489,0 0-4695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3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0 111 4626,'0'0'12683,"4"3"-12205,-1 1-266,1 0 1,-1 0-1,0 0 0,0 1 1,0 0-1,-1-1 0,0 1 1,0 0-1,0 0 0,1 7 1,13 64 1225,-6-27-1029,-8-32-320,5 26-11,-7-42-76,0-1 0,1 1 1,-1-1-1,0 1 0,1 0 0,-1-1 0,1 1 0,-1-1 0,0 1 0,1-1 0,-1 0 0,1 1 0,-1-1 0,1 1 0,-1-1 0,1 0 1,0 0-1,-1 1 0,1-1 0,-1 0 0,1 0 0,1 1 0,-1-1 4,0-1-1,1 1 1,-1 0-1,1 0 1,-1-1-1,0 1 1,0-1 0,1 1-1,-1-1 1,0 0-1,0 1 1,0-1-1,1 0 1,-1 0 0,1-1-1,5-5 15,0 0 0,0-1 0,0 0-1,-1 0 1,-1-1 0,10-17 0,24-66 16,-17 39 8,-13 32-3,49-96 374,-57 149-6325,-1-17-527,0-6 557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3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6915,'0'0'15044,"-22"4"-13395,-73 18-323,89-21-1231,1 1-1,0 0 0,-1 0 1,1 1-1,0 0 1,0 0-1,0 0 1,1 0-1,-1 1 1,1 0-1,0 0 1,0 0-1,0 0 0,1 1 1,-1-1-1,1 1 1,0 0-1,0 0 1,1 0-1,-1 0 1,-1 6-1,-2 5 50,4-12-145,0 0 0,1 1 0,0 0 0,0-1-1,0 1 1,1-1 0,-1 1 0,2 8 0,-1-10-29,29-3-290,64 0-1032,-93 34-377,-1-29 1125,1 0 0,1 1 1,-1-1-1,1 0 0,-1 0 0,4 10 1,-3-14 184,0 1 0,-1-1 0,1 0 0,0 0 0,0 0 1,0 1-1,0-1 0,0 0 0,0 0 0,0 0 0,0-1 1,1 1-1,-1 0 0,0 0 0,0-1 0,1 1 0,-1 0 0,1-1 1,-1 0-1,0 1 0,1-1 0,-1 0 0,1 0 0,-1 1 0,1-1 1,-1 0-1,1-1 0,1 1 0,22-2-3818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4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4322,'0'0'10808,"-10"26"-7116,-1 3-2840,-56 133 2647,46-113-1960,2 0-1,-15 63 1,25-73-1311,2 0 0,2 1 0,-1 62 0,34-104-1279,-17-6 807,-1 0-1,1-1 1,-1 0 0,-1 0-1,0-1 1,0-1 0,-1 1-1,10-18 1,0 3-289,-12 15 459,13-17-531,-15 24 1079,-7 15 1180,-6 9-1001,5-12-524,0-1 0,1 1 0,0 0 0,1 0 0,0 0 0,0 0 0,1 0 0,-1 13 0,2-21-139,0-1-1,0 0 1,0 1 0,0-1 0,0 0 0,0 0-1,0 1 1,1-1 0,-1 0 0,0 0 0,0 1-1,0-1 1,0 0 0,0 0 0,0 1 0,1-1-1,-1 0 1,0 0 0,0 0 0,0 1 0,1-1-1,-1 0 1,0 0 0,0 0 0,1 0-1,-1 0 1,0 1 0,0-1 0,1 0 0,-1 0-1,0 0 1,0 0 0,1 0 0,-1 0 0,0 0-1,0 0 1,1 0 0,-1 0 0,1 0 0,16-4-231,13-12-220,45-50-558,-73 79 4585,7 11-3534,-8-22-528,-1 1 1,1-1-1,1 0 1,-1 0-1,0 0 1,0 0-1,1 0 1,-1 0-1,1 0 1,0 0-1,-1-1 1,1 1-1,0 0 1,0-1-1,0 0 1,0 1-1,0-1 1,1 0-1,2 1 1,30-2-11087,-9 0 4673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4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14 114 4322,'0'0'14212,"2"5"-11723,0-2-2411,1 0-1,-1-1 1,1 1 0,0-1-1,-1 0 1,1 0-1,0 0 1,0 0 0,0-1-1,1 1 1,-1-1 0,0 0-1,0 0 1,1 0 0,-1 0-1,1-1 1,-1 1 0,1-1-1,-1 0 1,1 0 0,-1 0-1,4-1 1,-4 1-104,-1-1 0,1 0 0,-1 0 1,0 0-1,1 0 0,-1-1 0,0 1 1,0-1-1,0 1 0,0-1 0,0 0 0,0 0 1,0 0-1,0 0 0,-1 0 0,1 0 0,-1 0 1,0 0-1,0-1 0,0 1 0,0 0 0,0-1 1,0 1-1,0-1 0,-1 1 0,1-1 0,-1 0 1,0 1-1,0-1 0,0 1 0,0-4 0,0 1 39,0 0 0,0 1 0,-1-1 0,1 1-1,-1-1 1,0 1 0,0-1 0,0 1 0,-1 0-1,0 0 1,-3-7 0,4 9 165,-1 0 1,0 1-1,0-1 0,0 0 1,0 1-1,0-1 0,0 1 1,0-1-1,0 1 0,-1 0 1,1 0-1,0 0 0,-1 0 1,1 0-1,-1 1 0,1-1 1,-1 1-1,1 0 0,-1 0 1,0-1-1,1 2 0,-5-1 1,5 1-97,0-1 1,0 0-1,0 1 0,0-1 1,0 1-1,0 0 1,0 0-1,1 0 1,-1 0-1,0 0 1,0 0-1,1 0 0,-1 0 1,1 1-1,-1-1 1,1 1-1,0-1 1,-3 4-1,1 0 54,-1 1 1,1 0-1,1-1 1,-1 1-1,1 1 0,-2 6 1,1-1-209,0 1 0,2 0 1,-1 0-1,1-1 1,1 1-1,1 17 0,0-27-123,0-1 0,0 1 0,0 0 1,0 0-1,1-1 0,-1 1 0,1-1 0,0 1 0,-1-1 0,1 1 0,0-1 0,0 0 0,1 0 0,-1 0 0,0 0 0,1-1 0,-1 1 0,1 0 0,-1-1 1,1 0-1,0 0 0,3 2 0,6 1-1402,0-1 0,0 0 1,0 0-1,16 1 0,30-1-7311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5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68 167 4130,'0'0'11378,"-2"18"-9622,-49 328 7760,45-324-9356,2-26-180,-1-39-419,6 9-158,1-1-1,1 0 1,2 0-1,1 1 1,2 0-1,17-46 1,-20 66 325,1 1 0,0-1 0,1 1 0,0 0 0,1 0 1,0 1-1,1 0 0,1 1 0,0 0 0,0 0 0,1 1 0,1 1 1,-1 0-1,2 0 0,-1 1 0,1 1 0,23-11 0,-28 16 381,-1-1 0,1 1-1,-1 1 1,1-1 0,0 1 0,0 0-1,0 1 1,0 0 0,0 0-1,-1 1 1,10 2 0,-15-2 4,-1 0 0,1 0 0,0 1 0,-1-1 0,1 1 0,-1-1 0,1 1 0,-1-1 0,0 1-1,1 0 1,-1 0 0,0 0 0,0-1 0,-1 1 0,1 0 0,0 0 0,0 0 0,-1 1 0,0-1 0,1 0 0,-1 0 0,0 0 0,0 0 0,0 0 0,0 0 0,0 1 0,-1 2 0,0-1 55,1 0 0,0 0 0,-1 0 0,0 0 1,0 0-1,0-1 0,-1 1 0,1 0 0,-1-1 0,0 1 1,0-1-1,0 1 0,0-1 0,-4 4 0,-10 3 147,-1-1 0,0-1-1,0-1 1,-1 0 0,0-1-1,0-1 1,-25 4 0,15-3 357,-48 18 1,73-23-604,1 0-1,-1 0 1,1 0-1,-1 1 1,1-1-1,-1 1 1,1-1-1,0 1 1,0 0-1,0 0 1,0 0-1,0 0 1,0 1 0,1-1-1,-1 0 1,1 1-1,-1-1 1,1 1-1,0-1 1,0 1-1,0 0 1,0-1-1,0 1 1,1 0-1,0 0 1,-1 0-1,1 0 1,0-1-1,0 1 1,0 0-1,1 0 1,-1 0-1,2 5 1,1 0 20,-1-1-1,1 0 1,0 1 0,1-1-1,0 0 1,0 0 0,1-1-1,0 1 1,0-1 0,0 0-1,7 5 1,-3-1-23,2-1 1,0 0-1,0 0 0,0-1 1,1 0-1,0-1 0,1-1 1,-1 0-1,1-1 0,0 0 1,1 0-1,-1-2 1,1 0-1,0 0 0,24 0 1,-29-2-543,20-1 1247,-17-3-2722,-7-4-3842,-11 7-5390,-1 0-994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5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 1681,'0'0'21036,"0"4"-18779,-2 65 3010,-10 40-2888,6-73-3383,-1 64-1,4-89-695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6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48 9444,'0'0'16563,"-23"11"-14661,-71 37-456,90-45-1356,-1-1 1,1 1-1,0 1 0,0-1 1,0 0-1,0 1 1,1 0-1,-1 0 1,1 0-1,0 0 0,0 1 1,1-1-1,-1 1 1,1 0-1,0 0 0,0 0 1,-1 7-1,1-3-62,1 1 1,0-1-1,1 1 0,0-1 0,1 1 0,3 16 1,-3-23-55,0-1 0,0 1 1,0-1-1,0 0 1,1 1-1,-1-1 1,1 0-1,0 0 0,0 0 1,-1 0-1,1 0 1,1 0-1,-1-1 0,0 1 1,0-1-1,1 1 1,-1-1-1,0 0 1,1 0-1,-1 0 0,1 0 1,0 0-1,-1-1 1,1 1-1,0-1 1,-1 0-1,6 0 0,-1 1-131,0-1-1,-1 0 0,1 0 0,0 0 0,-1-1 1,1 0-1,-1 0 0,1-1 0,-1 0 1,12-5-1,-11 2-25,-1 0-1,0 0 1,0-1 0,0 0 0,-1 0 0,0 0-1,0 0 1,0-1 0,-1 0 0,0 0-1,0 0 1,-1 0 0,4-14 0,-3 9 134,0 0 0,-1-1 0,-1 1 0,0-1-1,-1 0 1,0 1 0,-1-1 0,-2-13 0,2 23 71,-1 0 0,0 0-1,0 0 1,0 0 0,0 0 0,-1 0 0,1 0-1,-1 0 1,0 0 0,0 1 0,0-1-1,0 1 1,0-1 0,-1 1 0,1 0 0,-1 0-1,1 0 1,-1 0 0,0 0 0,-3-1-1,1 0-39,-1 1-1,1 0 0,-1 0 0,1 0 1,-1 1-1,0 0 0,0 0 0,1 0 0,-1 1 1,-10 0-1,15 1-167,-1 0 0,0-1 1,1 2-1,-1-1 0,0 0 1,1 0-1,-1 0 0,1 1 1,0-1-1,-1 1 0,1-1 1,0 1-1,0 0 0,0-1 0,0 1 1,0 0-1,0 0 0,1-1 1,-1 1-1,1 0 0,-1 0 1,1 0-1,0 0 0,-1 0 0,1 0 1,0 2-1,-1 3-1326,1 0-1,-1 0 0,1-1 1,1 1-1,-1 0 1,1 0-1,2 7 0,8 6-3854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6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49 2913,'0'0'6910,"-9"-32"-69,7 30-6258,1 1 0,-1-1 0,-1 0 0,1 1 0,0 0 1,0-1-1,-1 1 0,1 0 0,0 0 0,-1 1 0,1-1 1,-1 0-1,1 1 0,-4-1 0,-16 6-166,15-3-211,1 1 0,0 1 0,0-1 0,0 1 0,0 0 1,0 0-1,1 1 0,0 0 0,0 0 0,0 0 0,1 1 0,0-1 0,0 1 0,0 0 1,1 0-1,-1 0 0,2 1 0,-1-1 0,-2 8 0,0 6-33,1 0-1,0 0 0,1 1 1,1-1-1,2 26 1,0-43-179,0-1 0,0 1 0,1-1 0,0 0 0,-1 1 0,1-1 0,0 0 0,0 1 0,0-1-1,0 0 1,1 0 0,-1 0 0,1 0 0,-1 0 0,1 0 0,0 0 0,-1 0 0,1-1 0,0 1 0,0-1 0,0 1 0,1-1 0,-1 0 0,0 0 0,0 0 0,1 0 0,-1 0 0,0-1 0,1 1 0,-1-1 0,1 1 0,-1-1 0,6 0 0,0 1-78,1-1-1,-1 0 1,1 0 0,0-1 0,-1 0 0,1-1 0,-1 1 0,1-2 0,9-3 0,-6 0-79,-1 0-1,0-1 1,0 0-1,0-1 1,-1 0-1,-1-1 1,1 0-1,-1 0 1,10-14-1,-13 15 147,-1 0 0,1 0 0,-1-1 0,-1 0 0,1 0 0,-2 0 0,1-1 0,-1 1-1,-1-1 1,1 0 0,-2 0 0,2-16 0,-3 24 42,0-1-1,0 0 0,0 1 1,0-1-1,-1 0 0,1 1 1,-1-1-1,1 1 0,-1-1 1,0 1-1,0-1 0,0 1 1,-1 0-1,1-1 1,0 1-1,-1 0 0,0 0 1,1 0-1,-1 0 0,0 0 1,0 0-1,0 1 0,0-1 1,0 0-1,-1 1 0,1 0 1,0 0-1,-1-1 1,-4 0-1,-4-1 41,0 1 0,0 1 0,0 0-1,0 0 1,-20 2 0,8 0-131,19-1-239,0 1 0,0 0 0,0 1 0,0-1-1,0 1 1,0-1 0,0 1 0,1 0 0,-1 1 0,1-1 0,-1 1 0,1-1-1,0 1 1,0 0 0,-5 6 0,-5 4-3967,-2 0-4313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8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96,'0'0'8380,"6"-25"64,4 25-7162,-8 0-1072,0 0 1,1 0 0,-1-1-1,0 2 1,1-1 0,-1 0 0,0 0-1,1 1 1,-1-1 0,0 1-1,0 0 1,1-1 0,-1 1-1,0 0 1,0 0 0,0 1 0,0-1-1,0 0 1,2 3 0,1 0 263,1 0 1,-1-1-1,1 1 1,0-1 0,0 0-1,9 2 1,36 21 202,-44-21-633,-1 1-18,0-1-1,1 0 1,0 0-1,0-1 1,0 0-1,1 0 1,-1-1-1,1 0 1,0 0-1,0 0 1,0-1-1,0-1 1,0 1-1,10-1 1,-17-1-266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8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0 4786,'0'0'10538,"-5"7"-9086,-408 528 8296,400-520-10101,0 1 0,1 0 1,-19 35-1,32-47-6674,6-8 4228,13-19-3583,12-11-1435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9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38 2961,'0'0'12043,"0"7"-9052,0-3-2729,0-1 0,1 1 0,-1-1 0,1 1 0,0-1 0,0 0 1,0 1-1,0-1 0,0 0 0,1 0 0,0 0 0,-1 0 0,1 0 0,0 0 0,0 0 0,1-1 0,-1 1 1,1-1-1,-1 0 0,5 4 0,-1-3-134,0 1 0,-1-1 1,2 0-1,-1-1 0,0 0 1,0 0-1,1 0 0,-1-1 0,1 1 1,11-1-1,-11 0-176,1-1 1,-1-1-1,1 1 0,-1-1 1,1-1-1,-1 1 0,0-1 0,0 0 1,11-6-1,-14 7 40,-1-1-1,1 0 1,-1 0-1,0 0 1,0-1-1,0 1 1,0-1-1,0 0 1,0 0-1,-1 0 1,1 0 0,-1 0-1,0 0 1,0-1-1,0 1 1,-1-1-1,1 0 1,0-4-1,-1 6 10,0 1 0,-1-1 0,1 0 0,-1 0 0,0 0 0,0 0-1,0 0 1,0 0 0,0 0 0,0 0 0,0 0 0,0 0 0,-1 0-1,1 1 1,-1-1 0,0 0 0,1 0 0,-1 0 0,0 1 0,0-1-1,0 0 1,0 1 0,-1-1 0,1 1 0,0-1 0,0 1 0,-1-1-1,1 1 1,-1 0 0,0 0 0,1 0 0,-1 0 0,0 0 0,1 0-1,-1 0 1,0 1 0,0-1 0,0 1 0,0-1 0,0 1 0,0 0-1,0-1 1,-2 1 0,-11-1 83,0 1 1,0 0-1,0 1 0,-21 3 1,34-4-62,-7 2 153,-1 1 0,0-1 0,1 1 0,-1 1 1,1 0-1,0 0 0,0 1 0,1 0 0,-11 7 0,15-9-93,0 0 1,0 1 0,0-1-1,0 1 1,1 0 0,-1 0-1,1 0 1,0 0 0,0 1-1,0-1 1,1 1 0,0 0-1,0 0 1,0 0 0,0 0-1,1 0 1,0 0 0,0 0-1,0 6 1,0-8-104,1 1 1,0-1-1,0 1 1,0 0-1,1-1 1,-1 1-1,1-1 1,0 1-1,0-1 1,0 1-1,0-1 1,0 0-1,1 0 1,0 1-1,0-1 1,0 0-1,0-1 1,0 1-1,0 0 1,1 0-1,-1-1 1,1 0-1,0 1 1,0-1-1,0 0 1,0 0-1,0-1 1,0 1-1,0-1 1,1 1-1,6 1 1,6 1-761,1-1 0,0-1 0,0 0 0,0-1 0,0-1 1,25-2-1,-18-1-1823,1-1 0,0-1-1,39-14 1,5-9-4784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49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1 4994,'0'0'4728,"-20"0"-1113,-2 0-2431,13-1-650,0 1 1,0 0-1,-1 1 1,1 0-1,0 0 1,0 1-1,0 0 1,0 1-1,0 0 1,1 0-1,-15 8 1,-6 5 1330,0 2-1,-32 25 1,51-36-1520,1 2 0,0-1 1,0 1-1,0 1 0,1-1 1,1 1-1,-1 1 0,2 0 0,-8 13 1,13-22-326,0 1 1,0-1-1,0 1 1,0 0-1,0-1 1,0 1 0,1 0-1,-1-1 1,1 1-1,0 0 1,0-1-1,0 1 1,0 0-1,0 0 1,1-1 0,-1 1-1,2 3 1,-1-5-49,0 1 1,1-1-1,-1 0 1,1 0-1,-1 0 1,1 0-1,0 0 1,0 0-1,-1 0 1,1 0-1,0-1 1,0 1-1,0-1 1,0 1-1,-1-1 1,1 0-1,0 0 1,0 0-1,0 0 1,0 0-1,0 0 1,0 0-1,0-1 1,3 0-1,8-2-341,0-1 0,0-1-1,-1 0 1,0 0 0,0-1 0,0-1-1,-1 0 1,0-1 0,0 0-1,0 0 1,-1-1 0,-1 0-1,0-1 1,0 0 0,-1-1 0,0 0-1,-1 0 1,9-17 0,-16 28 430,0 0 1,0-1-1,0 1 1,0 0-1,0-1 1,0 1-1,0 0 1,0 0-1,0-1 1,0 1-1,0 0 1,0 0-1,0-1 1,0 1-1,0 0 1,0-1-1,0 1 1,0 0-1,0 0 1,-1-1-1,1 1 0,0 0 1,0 0-1,0 0 1,0-1-1,-1 1 1,1 0-1,0 0 1,0 0-1,-1-1 1,1 1-1,0 0 1,0 0-1,-1 0 1,1 0-1,0 0 1,0 0-1,-1 0 1,1-1-1,0 1 1,0 0-1,-1 0 1,1 0-1,0 0 1,0 0-1,-1 0 1,1 0-1,0 0 1,-1 1-1,1-1 1,0 0-1,0 0 1,-1 0-1,1 0 1,0 0-1,0 0 1,-1 0-1,1 1 1,0-1-1,0 0 1,0 0-1,-1 0 1,1 0-1,0 1 1,0-1-1,-21 13 544,18-6-560,0 1 0,1 0 0,-1 0-1,2 0 1,-1 0 0,1 0 0,0 0 0,1 0 0,0 0-1,1 13 1,0 2-743,-1-22 525,0 1 1,0-1 0,1 0-1,-1 0 1,0 1 0,1-1-1,-1 0 1,1 0-1,0 1 1,-1-1 0,1 0-1,0 0 1,0 0 0,0 0-1,0 0 1,0 0 0,0 0-1,0 0 1,0-1 0,0 1-1,0 0 1,0-1-1,1 1 1,-1-1 0,0 1-1,0-1 1,1 1 0,-1-1-1,0 0 1,3 1 0,46 3-7457,-47-4 7048,36 0-7257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0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46 136 6051,'0'0'17125,"0"19"-15986,0 115 1617,-1-133-2750,1-1 1,0 0-1,0 0 0,0 1 1,0-1-1,-1 0 0,1 0 0,0 1 1,0-1-1,0 0 0,-1 0 1,1 0-1,0 1 0,0-1 1,-1 0-1,1 0 0,0 0 0,-1 0 1,1 0-1,0 0 0,0 1 1,-1-1-1,1 0 0,0 0 1,-1 0-1,1 0 0,0 0 0,-1 0 1,1 0-1,0 0 0,-1 0 1,1-1-1,0 1 0,0 0 1,-1 0-1,1 0 0,0 0 0,-1 0 1,1 0-1,0-1 0,0 1 1,-1 0-1,1 0 0,0 0 0,-1-1 1,-13-11 143,11 6-146,0 0-1,0 0 1,1 0-1,0 0 1,1 0-1,-1 0 0,1-1 1,0 1-1,1-1 1,0 1-1,0-1 1,0 1-1,1-1 1,0 1-1,0 0 1,0-1-1,1 1 0,0 0 1,0 0-1,1 0 1,0 0-1,0 0 1,0 1-1,0-1 1,1 1-1,0 0 0,0 0 1,1 0-1,-1 1 1,1-1-1,0 1 1,0 0-1,8-4 1,13-6-171,1 2 1,1 0 0,0 2 0,0 1 0,1 1 0,50-6-1,-76 14-1196,-14 5-5579,-18 10-77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1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50 2449,'0'0'10093,"3"-8"-8815,-1 1-921,-1 5-240,0-1-1,-1 1 1,1 0-1,0-1 1,0 1-1,0 0 1,0-1-1,1 1 1,-1 0-1,0 0 1,1 0-1,0 0 1,-1 0-1,4-2 1,-6 10 5075,2 17-3137,-1 7-1432,-23 87 1584,0-1-842,9 177 3651,17-295-6388,4-11 5026,-5 8-5231,-1 1-4759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6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69 191 512,'0'0'4130,"3"0"-1521,-3 0-2442,0 0 0,0 0 0,0 0 0,0 0 0,0 0 0,0 0 0,0 0 0,1 0 0,-1 0 0,0 0 0,0 0 0,0 0 0,0 0 0,0 0 0,0 0 0,0 0 0,1 0 0,-1 0 0,0 0 0,0 0 0,1-1 2339,-1 1-2339,1 0 0,-1 0 0,0 0 0,0 0 0,0-1 0,0 1 0,0 0 0,0 0 0,0 0 0,0 0 0,0 0 0,0 0 0,0-1 0,1 20 460,-1-1 1,-1 0-1,-1 0 1,0 0 0,-2 0-1,0 0 1,0 0-1,-13 27 1,12-33-487,1-6 13,1 1 0,0 0 0,0 0 0,0 0 0,1 0 0,0 0 1,-1 12-1,3-18 104,-14-13-60,14-20-370,0-6-175,4-41-1,-2 65 248,1 1-1,0 0 0,0 1 1,1-1-1,1 1 0,11-23 1,-8 19-103,1 1 0,1 0 0,1 1 0,-1 0 1,2 1-1,0 0 0,1 0 0,0 1 1,1 1-1,0 1 0,1 0 0,28-15 1,-42 25 186,0 0 9,0-1 0,0 0 0,1 1 0,-1 0 0,0-1 0,1 1 0,-1 0 0,0 0-1,1 0 1,-1 0 0,1 0 0,-1 0 0,0 0 0,1 0 0,-1 0 0,0 1 0,1-1-1,-1 0 1,0 1 0,1 0 0,-1-1 0,2 2 0,-2 7 158,1 0 0,-2 0 0,1 0 0,-1 0 0,-2 15 0,1 7 386,-1-29-498,0 1-1,0-1 1,0 0-1,0 1 1,0-1 0,0 0-1,-1 0 1,1-1-1,-1 1 1,1 0-1,-1-1 1,0 0 0,0 0-1,1 1 1,-6 0-1,-5 4 114,-14 7 73,-53 18 0,79-29-146,0 0 1,0 0-1,0 0 0,0 0 0,0 0 0,0 0 0,1 1 0,-1-1 0,1 0 0,0 0 0,-1 1 0,1-1 0,0 0 0,0 0 0,1 4 0,2 40 929,-2-42-892,1 0-1,0 0 0,0 0 0,0-1 0,0 1 0,1-1 0,-1 1 0,1-1 0,0 0 0,0 0 0,0 0 0,5 3 0,52 36 1082,-29-21-397,-23-16-477,1 0-1,0 0 1,0-1 0,0 0 0,17 5 0,-22-8-166,-3 1 911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6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1265,'0'0'16669,"-3"18"-14706,-40 148 2471,37-146-4162,1-1 0,1 1 1,1 1-1,0 19 0,-3-32-1750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7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14 2097,'0'0'14337,"-6"10"-12795,-6 13-663,0 1-1,2-1 0,1 2 1,0-1-1,2 1 1,1 1-1,-5 44 0,12-70-878,-1 1-1,1 0 1,0-1 0,-1 1-1,1 0 1,0-1-1,-1 1 1,1-1-1,0 1 1,0-1-1,-1 1 1,1-1-1,0 1 1,0-1-1,0 0 1,0 0-1,0 1 1,-1-1-1,1 0 1,0 0-1,0 0 1,0 0-1,0 0 1,0 0-1,0 0 1,0 0-1,0 0 1,0-1-1,29-3-25,-23 1 4,0-1 0,-1 0-1,1 0 1,-1-1-1,0 0 1,0 0 0,-1 0-1,0-1 1,0 1-1,6-9 1,39-67-436,-46 72 441,0 0 0,-1 0 1,0 0-1,-1 0 0,0-1 0,0 1 0,-1-1 1,0 1-1,-1-20 0,-1 28 16,0 0 1,1 0-1,-1 0 1,0 0-1,0 0 0,1 0 1,-1 0-1,0 1 1,0-1-1,0 0 0,0 0 1,0 1-1,0-1 1,0 1-1,-1-1 0,1 1 1,0 0-1,0-1 1,0 1-1,0 0 0,-1 0 1,1-1-1,0 1 1,0 0-1,0 0 0,-3 1 1,-44-2-105,39 2 82,7-2-54,0 1-1,1 0 1,-1 0 0,0 0-1,1 0 1,-1 1-1,0-1 1,1 0 0,-1 1-1,0-1 1,1 1 0,-1 0-1,1-1 1,-1 1 0,1 0-1,-1 0 1,1 0 0,0 0-1,-1 0 1,1 0 0,-2 2-1,-3 24-7971,8-20 2083,10-3-1496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7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1 6227,'0'0'15177,"-19"19"-14117,-58 60-300,75-76-729,-1 0 0,1-1 0,0 1 0,0 0 0,0 0 0,1 0 0,-1 0 0,1 0 0,0 1 0,-1-1 0,1 0 0,1 1 0,-1-1 0,0 1 0,1-1 0,0 1 0,0-1 0,0 1 0,0-1 0,0 1 0,2 4 0,0 10 82,-2-2-69,-1-10-31,1-1 0,0 1 0,0 0 0,1-1 0,0 1 0,0-1 0,3 11 0,-3-14-12,0 0 0,0 0 0,1-1 0,-1 1 0,0-1 0,1 1 0,0-1 0,-1 0 0,1 1 1,0-1-1,-1 0 0,1 0 0,0 0 0,0 0 0,0-1 0,0 1 0,0 0 0,0-1 0,0 0 0,0 1 1,0-1-1,0 0 0,0 0 0,0 0 0,4-1 0,-2 2 4,-1-2 0,0 1-1,0 0 1,1-1 0,-1 1 0,0-1-1,0 0 1,0 0 0,0 0 0,0 0-1,0-1 1,0 1 0,0-1 0,-1 0-1,1 0 1,0 0 0,-1 0 0,0 0-1,3-3 1,-2 0 4,0 0 1,0 1-1,0-1 0,-1-1 1,0 1-1,0 0 0,0-1 1,0 1-1,-1-1 0,1-8 0,0 3 18,-1 1 0,0-1 0,-1 0 0,0 1 0,-1-1 0,-4-20-1,5 28 36,-1-1-1,0 1 0,-1 0 0,1 0 0,0 0 0,-1 1 0,0-1 0,0 0 1,1 0-1,-2 1 0,1-1 0,0 1 0,0 0 0,-1 0 0,1 0 0,-1 0 0,0 0 1,1 0-1,-1 1 0,0-1 0,0 1 0,0 0 0,0 0 0,-1 0 0,1 0 1,-6 0-1,-2-1 197,-1 1 1,0 0-1,0 1 1,0 0-1,-19 4 1,28-4-298,1 1 0,0 0-1,-1-1 1,1 1 0,0 0 0,0 0 0,-1 0 0,1 0 0,0 1-1,0-1 1,0 1 0,0-1 0,1 1 0,-4 3 0,4-3-191,0 0 0,0 0 0,1-1 1,-1 1-1,0 0 0,1 0 0,-1 0 1,1 0-1,0 0 0,0 0 1,0 1-1,0-1 0,0 0 0,0 0 1,1 0-1,-1 0 0,0 0 0,1 0 1,0 0-1,1 3 0,6 3-5415,10-3-3268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8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5955,'0'0'16605,"-2"6"-14879,-12 58 2153,7-35-3255,0 0-1,2 0 1,-1 44-1,6-12-847,0-34-4733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8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5811,'0'0'19785,"20"-2"-18585,1 2-575,12 0-545,1 0-80,7 0-144,0 0-1473,-8 0-1217,8 0-2160,6 0-3474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8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3794,'0'0'21017,"0"84"-18968,0-55-1104,0-2-129,0-2-736,0 0-16,-7-5-64,0-2-304,0-4-945,7-3-783,0-6-1170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8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12 5314,'0'0'17758,"-12"10"-16165,-40 38-331,47-43-1183,1 0 0,0 1 0,1 0 0,-1 0 0,1 0 1,0 0-1,1 1 0,-1-1 0,1 1 0,1 0 0,-1 0 1,1-1-1,0 1 0,1 0 0,-1 0 0,1 0 0,2 7 1,-2-5-83,0-8-8,0 1 0,0-1 0,0 1 0,0-1 0,0 0 0,1 1 1,-1-1-1,1 1 0,-1-1 0,1 0 0,-1 0 0,1 1 0,0-1 1,0 0-1,-1 0 0,1 0 0,0 0 0,0 1 0,0-1 1,0-1-1,1 1 0,-1 0 0,2 1 0,0 0-50,0-1 1,1 0-1,-1 0 0,0 0 0,1 0 1,-1 0-1,1-1 0,-1 0 1,7 1-1,-4-1-60,0-1 0,-1 1 0,1-1 0,0 0 0,0 0 0,-1-1 1,1 0-1,0 0 0,-1 0 0,0-1 0,10-5 0,-11 4 78,1 0-1,-1-1 1,0 1-1,0-1 1,-1 0-1,1 0 1,-1 0-1,0-1 1,-1 1 0,1-1-1,-1 0 1,0 1-1,-1-1 1,1 0-1,-1 0 1,0 0-1,-1 0 1,1 0-1,-1 0 1,0-1-1,-1 1 1,-2-11 0,2 12-30,-1 1 0,1 0 0,-1-1 1,0 1-1,-1 0 0,1 0 1,-1 0-1,1 0 0,-1 1 1,0-1-1,-1 1 0,1 0 1,-1-1-1,1 1 0,-1 1 1,0-1-1,0 1 0,0-1 1,0 1-1,-1 0 0,1 1 0,0-1 1,-1 1-1,1 0 0,-1 0 1,0 0-1,1 1 0,-1-1 1,-8 2-1,13-1-674,-14 0-472,10 0-1746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9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99 2945,'0'0'18425,"-20"0"-16416,-64 0-865,82 0-1087,0 0 1,0 1-1,0-1 0,0 0 0,-1 1 1,1-1-1,0 1 0,0 0 0,0 0 0,1 0 1,-1 0-1,0 0 0,0 0 0,0 0 0,1 0 1,-1 1-1,1-1 0,-1 1 0,1-1 1,-1 1-1,1 0 0,0-1 0,0 1 0,0 0 1,0 0-1,-1 3 0,0 1-24,1-1 1,0 1-1,0 0 0,0-1 1,1 1-1,0 9 0,0-9-66,0-4 2,0 0 0,-1-1 0,1 1 0,0 0 0,0 0 0,1 0 0,-1 0 0,0-1 0,1 1 0,-1 0 0,1 0 0,-1 0 0,1-1 1,0 1-1,0 0 0,0-1 0,0 1 0,0-1 0,0 1 0,2 1 0,0-2-68,0 0 0,0 0-1,0 0 1,0 0 0,0-1 0,0 1 0,0-1 0,0 0 0,0 0 0,4-1 0,4 1 38,-6 0-67,-1-1-1,1 0 0,-1 0 1,0 0-1,1-1 0,-1 1 1,0-1-1,0 0 0,0 0 1,0-1-1,0 1 0,0-1 1,-1 0-1,1 0 0,-1 0 1,0 0-1,0-1 0,0 1 1,0-1-1,0 0 0,-1 0 1,0 0-1,0 0 0,0 0 1,2-8-1,0 2 41,-1 0 0,0 0 0,0 0 0,-1-1 0,0 1 0,-1-1-1,-1 1 1,1-1 0,-2 1 0,-1-13 0,2 21 137,-1 0 0,0 1 0,0-1 1,0 1-1,0-1 0,0 1 0,0-1 0,-1 1 0,1-1 0,0 1 0,-1 0 0,1 0 0,-1 0 0,1 0 0,-1 0 0,1 0 0,-1 0 0,0 0 1,0 1-1,1-1 0,-1 1 0,0-1 0,0 1 0,0 0 0,1 0 0,-1 0 0,0 0 0,0 0 0,0 0 0,0 0 0,-3 1 0,4-1-26,0 0 193,2 2-210,0-1-1,1 0 1,-1 0-1,0 0 0,0 0 1,1 0-1,-1 0 1,1 0-1,-1 0 1,1 0-1,-1 0 1,1-1-1,-1 1 1,1-1-1,0 1 1,-1-1-1,4 1 1,20 4-23,-6-2 20,-1 2 0,37 12-1,-52-16-7,0 0 0,0 0 0,-1 1 0,1-1 0,0 0 0,-1 1 0,1 0 0,-1 0 0,1 0 0,-1 0 0,0 0 0,0 0 0,0 0 0,0 1 0,0-1 0,0 1 0,-1 0 0,1-1 0,-1 1 0,0 0 0,0 0 0,0 0 0,0 0 0,0 0 0,0 4 0,-1 5-38,1-5 215,-1 0-1,0 1 1,0-1 0,-1 1-1,1-1 1,-2 1 0,1-1-1,-1 0 1,0 0 0,0 0-1,-1 0 1,0 0 0,0 0-1,-9 11 1,-161 173 4076,68-79-2611,99-105-1577,0-1-1,1 1 1,-1 0-1,2 1 1,-1-1 0,1 1-1,-6 15 1,5 13-6147,11-36-2392,15 0 2420,-1-2-1731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6:59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0 7091,'0'0'16442,"-13"10"-14545,6-6-1722,-43 35 1245,47-36-1331,0 0-1,0 0 0,1 1 0,-1-1 0,1 1 0,0-1 0,0 1 0,0 0 0,0 0 0,0 0 0,1 0 0,0 0 0,0 0 0,0 0 0,0 7 0,1-10-86,0 0 0,0 0 0,0 0-1,0-1 1,1 1 0,-1 0 0,0 0-1,1 0 1,-1-1 0,1 1-1,-1 0 1,1-1 0,-1 1 0,1 0-1,-1-1 1,1 1 0,0-1 0,-1 1-1,1-1 1,0 1 0,0-1 0,-1 0-1,1 1 1,0-1 0,0 0 0,-1 1-1,1-1 1,1 0 0,37 4-194,-30-4 23,0-1-1,0 0 1,-1 0 0,1-1 0,0 0 0,10-5-1,-16 5 117,0 0 0,0 0 0,0 0 0,0 0 0,-1-1 0,1 1 0,-1-1 0,0 0 0,0 0 0,0 1 0,0-2 0,0 1 0,0 0 0,-1 0 0,0 0 0,1-1 0,-1 1 0,-1-1 0,2-3 0,-2 5 67,0 0 0,0 1 0,0-1 0,-1 0 0,1 1 0,0-1 0,-1 0 0,1 1 0,-1-1 0,1 1 0,-1-1 0,0 1 0,0-1 0,0 1 0,0-1 0,0 1 0,0 0 0,0-1 0,0 1 0,0 0 1,-1 0-1,1 0 0,0 0 0,-1 0 0,1 0 0,-1 0 0,1 1 0,-1-1 0,1 0 0,-1 1 0,0-1 0,1 1 0,-1 0 0,0 0 0,1-1 0,-1 1 0,0 0 0,1 0 0,-1 1 0,-3-1 0,-3 0-501,-17 0 1353,16 3-3277,5 3-4473,7 0 331,14-5-1352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0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37 9812,'0'0'12905,"6"-6"-11590,16-17-103,-22 23-1098,0-1 0,-1 1-1,1-1 1,-1 1 0,1-1 0,-1 1 0,1-1 0,-1 1 0,1 0 0,-1-1 0,1 1 0,-1-1 0,1 1 0,-1 0 0,0 0 0,1-1 0,-1 1 0,0 0 0,1 0 0,-1 0 0,1 0 0,-1 0 0,0 0 0,1 0 0,-1 0 0,0 0 0,1 0 0,-1 0 0,0 0 0,1 0 0,-2 1 0,-28-2 85,30 1-182,-93 0 1151,92 0-1159,0 1 0,0-1 0,0 1 0,0-1-1,0 1 1,0-1 0,0 1 0,0 0 0,0 0-1,0-1 1,1 1 0,-1 0 0,0 0 0,1 0 0,-1 0-1,0 0 1,1 0 0,-1 0 0,1 0 0,-1 0 0,1 0-1,0 0 1,0 0 0,-1 0 0,1 0 0,0 0 0,0 1-1,0-1 1,0 0 0,0 0 0,0 0 0,0 0 0,1 0-1,-1 0 1,1 2 0,-1 0-5,0 0 1,1 0-1,-1 0 0,1 0 1,0 0-1,0 0 1,0 0-1,0 0 0,0 0 1,1-1-1,-1 1 0,1 0 1,3 4-1,1-5-3,0 1 0,1-1 0,-1 1-1,0-2 1,1 1 0,0-1 0,-1 0 0,1 0 0,0-1-1,-1 0 1,1 0 0,0 0 0,-1-1 0,1 0 0,7-3-1,-13 4 1,-1 0 0,1-1-1,0 1 1,-1-1-1,1 1 1,0-1 0,-1 1-1,1-1 1,-1 1-1,1-1 1,0 1 0,-1-1-1,0 0 1,1 0-1,-1 1 1,1-1 0,-1 0-1,0 1 1,0-1-1,1 0 1,-1 0 0,0 0-1,0 1 1,0-1-1,0 0 1,0 0 0,0 0-1,0 0 1,0 1-1,0-1 1,0 0-1,0 0 1,-1 0 0,1 1-1,0-1 1,-1 0-1,1 0 1,-1 0 0,0-1 1,0 0 0,0 0 0,0 0 0,-1 0 0,1 0 0,0 0 0,-1 1 1,0-1-1,1 1 0,-1-1 0,0 1 0,-2-2 0,-3 0-199,0-1 0,-1 1 0,0 0 0,0 1 0,0 0 0,0 0 0,0 0 0,0 1 0,0 1 0,0-1 0,-13 2 0,21 0-179,-1 1 0,1-1-1,0 0 1,0 0 0,0 0-1,0 1 1,0-1 0,0 0-1,0 1 1,0-1 0,0 0-1,0 0 1,1 1 0,-1-1 0,0 0-1,1 0 1,0 2 0,2-1-384,0-1 0,0 1 0,0-1 1,0 0-1,0 0 0,0 0 0,1 0 1,-1 0-1,0-1 0,0 0 0,1 1 1,5-2-1,29 2-6846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0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85 7251,'0'0'14444,"-16"-15"-13201,-51-45-357,65 59-853,1 0 0,0 0-1,0 0 1,-1 0 0,1 0 0,0 1-1,-1-1 1,1 1 0,0-1 0,-1 1-1,1 0 1,-1-1 0,1 1 0,-1 0-1,1 0 1,-1 0 0,1 0 0,-1 0-1,1 0 1,-1 0 0,1 1 0,-1-1-1,1 1 1,0-1 0,-1 1 0,1-1-1,-1 1 1,1 0 0,0 0 0,0-1-1,-1 1 1,1 0 0,-1 1 0,-2 3 96,0 0 1,1 0-1,-1 0 1,1 0 0,0 0-1,-2 7 1,0-2 112,-15 31 156,2 0 1,1 2 0,3 0 0,1 0 0,3 1 0,1 0 0,2 1-1,3 0 1,0 70 0,-2-47-2032,0-64-1853,-2-2-3667,1-2-309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1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11477,'0'0'13366,"115"13"-13270,-88-8-96,0-1-512,7-4-2353,0 0-3010,13 0-6434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1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6787,'0'0'14025,"-3"23"-11594,-1 8-1653,-24 138 4132,-6-39-2601,10-46-3941,22-74-1078,16-7-12711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1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67 11813,'0'0'14343,"-14"24"-12940,-40 81-549,52-99-803,-1-1 1,1 0-1,0 1 1,0-1-1,0 1 1,1 0-1,0 0 0,0-1 1,1 1-1,-1 0 1,1 0-1,1 0 0,0 6 1,1 11-38,-2-21-58,0 0 1,0-1 0,1 1-1,-1 0 1,1 0 0,-1-1-1,1 1 1,0-1 0,-1 1-1,1 0 1,0-1 0,0 1-1,0-1 1,0 0 0,0 1-1,1-1 1,-1 0 0,0 0-1,1 0 1,-1 0 0,0 0-1,1 0 1,0 0 0,-1 0 0,1 0-1,-1-1 1,1 1 0,0-1-1,-1 1 1,1-1 0,0 0-1,0 1 1,-1-1 0,1 0-1,0 0 1,0 0 0,1-1-1,5 1-191,-1 0 0,0-1 0,0 0 0,0 0 0,0-1 0,0 0 0,0 0 0,11-6 0,-8 2 100,1-1 1,-1 0-1,0 0 1,-1-1-1,0 0 1,0-1-1,-1 0 1,0 0-1,0-1 1,11-21-1,-15 24 179,0 0 1,-1 0-1,0-1 0,0 1 0,-1-1 0,0 0 0,0 0 0,-1 0 0,0 0 0,0 0 1,-1 0-1,0 0 0,0 0 0,-1 0 0,0 0 0,0 0 0,-6-14 0,6 18-31,0 1-1,-1-1 0,1 1 0,-1 0 1,0 0-1,0-1 0,0 1 0,0 1 1,0-1-1,-1 0 0,1 1 0,-1-1 1,0 1-1,0-1 0,0 1 0,0 0 1,0 1-1,0-1 0,0 0 0,-1 1 1,1 0-1,-1 0 0,1 0 0,-1 0 1,1 0-1,-1 1 0,0-1 0,1 1 1,-1 0-1,0 0 0,1 1 0,-1-1 1,1 1-1,-1 0 0,0 0 0,1 0 1,0 0-1,-1 0 0,1 1 0,0 0 1,-1-1-1,1 1 0,0 0 0,1 1 1,-1-1-1,0 1 0,0-1 0,-3 5 1,-16 34-3733,16-11-2530,6-13-964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2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29 2673,'0'0'21351,"-20"2"-18691,-66 11-947,82-12-1616,-1 1 0,0-1 1,1 1-1,-1 0 0,1 1 0,-1-1 1,1 1-1,0 0 0,0 0 0,0 0 1,0 0-1,1 1 0,0-1 0,-1 1 0,1 0 1,0 0-1,1 0 0,-1 1 0,1-1 1,0 0-1,-2 6 0,0 2-83,1 0-1,0 0 0,1 0 1,0 0-1,1 0 1,0 16-1,1-17 0,0-3-122,0-1 0,0 0-1,1 1 1,-1-1-1,5 14 1,-4-19 38,-1 0 0,1 0-1,1 0 1,-1 0 0,0 0 0,0 0 0,1-1 0,-1 1-1,1 0 1,-1-1 0,1 1 0,0-1 0,-1 1 0,1-1-1,0 0 1,0 0 0,0 0 0,0 0 0,0 0-1,0 0 1,0-1 0,1 1 0,-1-1 0,3 1 0,2 0-108,0 0 0,0 0 0,0-1 0,1 0 0,-1-1 0,0 0 0,0 0 0,0 0 0,0-1 0,0 0 0,0 0 0,-1 0 0,1-1 0,-1 0 0,1-1 0,-1 1 0,0-1 0,0-1 0,-1 1 0,8-8 0,-6 4 202,0 0 1,0 0 0,-1-1 0,-1 0 0,0 0-1,0 0 1,0-1 0,-1 0 0,-1 0 0,1 0 0,-2 0-1,1 0 1,0-17 0,-2 20 152,0 0 0,-1 0 1,0 0-1,0 0 0,0 0 0,-1 0 1,0 1-1,-4-13 0,4 16-97,-1 0 0,1 0-1,-1 1 1,0-1 0,0 0-1,0 1 1,-1-1 0,1 1-1,-1 0 1,1 0 0,-1 0 0,0 0-1,0 0 1,1 0 0,-1 1-1,0 0 1,-1-1 0,1 1-1,0 0 1,-5-1 0,0 0-124,0 0 1,0 0-1,-1 1 1,1 0-1,-1 1 1,1-1-1,-1 2 1,1-1-1,-1 1 1,1 0-1,0 1 1,0 0-1,-11 4 1,-18 14-3642,1 8-4275,22-15-3516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3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156 149 0,'0'0'6611,"-3"0"-1439,2 0-5074,0 1 0,0-1 0,1 0 0,-1 1 0,0-1 0,0 1 0,0-1 0,0 1 0,1-1 0,-1 1 1,0-1-1,0 1 0,1 0 0,-1-1 0,1 1 0,-1 0 0,0 0 0,0 1 0,-42 128 7255,-45 72-4042,84-182-3117,2-12 34,1-19-135,2 0-93,0 1-1,1-1 1,0 1 0,0-1 0,1 1 0,0 0 0,6-13 0,41-72-565,-6 15-401,-41 73 886,61-120-1921,-58 117 1848,1-1 0,0 1 0,1 0 0,0 0 0,0 1 1,1 0-1,0 1 0,21-15 0,-30 23 175,1-1 1,-1 1-1,1 0 1,-1-1-1,1 1 1,0-1 0,-1 1-1,1 0 1,-1 0-1,1-1 1,0 1-1,-1 0 1,1 0-1,-1 0 1,1 0-1,0 0 1,-1 0 0,1 0-1,0 0 1,-1 0-1,1 0 1,0 0-1,-1 0 1,1 0-1,0 0 1,-1 1-1,1-1 1,-1 0-1,1 0 1,0 1 0,-1-1-1,2 1 1,1 22 956,-3-17-778,-1-1-1,0 1 1,-1-1 0,1 1 0,-1-1 0,0 1-1,-3 4 1,-18 28 656,21-34-713,0 1 0,-1-1 0,1 1 0,-1-1 0,1 0 0,-1 0 0,-1 0-1,1 0 1,0-1 0,-1 0 0,0 1 0,0-1 0,0 0 0,0-1 0,0 1 0,-1-1 0,1 0 0,-1 0 0,0 0-1,-6 1 1,-12 2 277,0-2 0,-30 1-1,52-4-392,1 1-1,-1-1 0,1 0 0,-1 0 1,0 1-1,1-1 0,-1 1 0,1-1 1,-1 0-1,1 1 0,-1-1 1,1 1-1,0-1 0,-1 1 0,1 0 1,0-1-1,-1 1 0,1-1 0,0 1 1,0 0-1,-1-1 0,1 1 0,0-1 1,0 1-1,0 0 0,0-1 1,0 1-1,0 0 0,0-1 0,0 1 1,0 0-1,0-1 0,0 1 0,1 0 1,-1 0-1,0 1 48,1 1 0,-1-1 0,1 0 0,-1 0 0,1 0 0,0 0-1,-1 1 1,1-1 0,0 0 0,0-1 0,2 3 0,25 21 441,0-1 0,2-2 0,0-1 0,66 33 0,-81-39-3615,-15-15 2735,0 1 1,1 0-1,-1-1 0,0 1 0,0 0 1,1 0-1,-1-1 0,0 1 0,0 0 1,0-1-1,0 1 0,0 0 1,0 0-1,0-1 0,0 1 0,0 0 1,-1 0-1,1-1 0,0 1 0,0 0 1,-1-1-1,1 1 0,0 0 1,-1-1-1,1 1 0,-1-1 0,1 1 1,0 0-1,-1-1 0,-1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4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5138,'0'0'14458,"4"0"-13028,59-4 351,86-15 1,-35 3-1418,-90 11-3944,-50 3-688,-51 3-6792,43 3 5271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4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1 1 2081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4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2081,'-51'106'1699,"50"-105"-1341,0 0 0,0 0-1,1 0 1,-1 1-1,0-1 1,1 0 0,-1 1-1,1-1 1,-1 0-1,1 1 1,-1-1 0,1 1-1,0-1 1,0 1-1,0-1 1,0 1 0,0-1-1,0 1 1,0-1-1,0 0 1,1 1 0,-1-1-1,0 1 1,2 1-1,-1-2-126,0-1 0,0 1 0,1-1 0,-1 0 0,0 1 0,0-1 0,1 0 0,-1 0 0,0 0 0,0 0 0,1 0 0,-1 0 0,0-1 0,0 1 0,3-1 0,5 0 996,41 1 1928,221 0 1803,-269 0-4849,-36 1-5282,19-2 2041,-17 1-5560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8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142 187 3121,'0'0'13305,"0"-3"-11435,0-9-295,-1 19 334,-6 29 191,-21 54 152,-37 109-187,24-124-1726,43-106-600,2 0 1,0-1-1,3 2 1,0-1-1,2 1 1,1 0-1,1 1 1,2 0-1,1 1 1,1 0-1,2 1 1,0 1-1,2 1 1,0 0-1,2 2 1,40-36-1,-54 52 195,1 1 1,0-1-1,1 2 0,-1-1 1,1 1-1,0 0 0,1 1 0,-1 0 1,1 0-1,0 1 0,0 1 1,0 0-1,0 0 0,0 0 1,14 1-1,-23 2 83,0 0-1,0 0 1,0-1-1,-1 1 1,1 0 0,0 0-1,0 0 1,-1 0 0,1 1-1,-1-1 1,1 0 0,-1 0-1,1 0 1,-1 0 0,1 0-1,-1 1 1,0-1 0,0 0-1,0 0 1,0 1-1,0-1 1,0 0 0,0 0-1,-1 3 1,-3 33 559,1-33-498,0 0 0,0 0 0,-1-1 0,1 1 0,-1-1 0,0 0 0,0 0 0,0 0 0,0 0 0,0-1 0,-1 0 0,1 1 0,-1-2-1,1 1 1,-10 2 0,-10 1 132,0-1-1,-24 2 0,16-3-152,29-2-66,-9 0 109,0 1 1,0 0-1,0 1 1,1 0-1,-15 6 0,24-8-25,-1 1 0,0-1 0,1 1 0,-1-1 0,1 1 0,0 0 0,-1 0 0,1 1 0,0-1 0,0 0 0,0 1 0,1-1 0,-1 1 0,0-1 0,1 1 0,0 0 0,0 0 0,0-1 0,0 1 0,0 0 0,0 0 0,1 0-1,-1 0 1,1 0 0,0 6 0,0-4-2,1 0 1,-1 1-1,1-1 0,0 0 0,0 0 0,1 0 0,-1 0 0,1 0 0,0 0 0,0 0 0,1-1 0,0 1 0,0-1 0,0 1 0,0-1 0,0 0 0,1 0 0,0-1 1,0 1-1,0-1 0,0 0 0,0 0 0,1 0 0,0-1 0,5 3 0,5 5 69,2-1 1,-1-1-1,1-1 1,1 0-1,-1-1 1,1-1-1,0-1 1,0 0 0,0-2-1,1 0 1,26 0-1,-44-2-251,12-7-21285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9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0 7652,'0'0'12512,"-4"24"-9559,-38 192 3501,35-173-5518,6-33-794,0-1 0,-1 1 1,0 0-1,-1-1 0,1 0 0,-7 13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09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1281,'0'0'11973,"0"14"-4832,-1 59-2762,-4-42-2246,-16 59-1,14-65-2262,0-1-1,2 1 1,1 0-1,0 27 0,12-52-8178,11-1 1702,1-5-1260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225 100 3650,'0'0'14593,"-4"-1"-12880,0 0-1506,0 2 1,-1-1 0,1 0-1,0 1 1,-1 0-1,1 0 1,0 0 0,0 0-1,0 1 1,0 0-1,0 0 1,0 0-1,0 0 1,0 0 0,1 1-1,-1 0 1,-3 4-1,-61 56 1326,58-51-1419,1-1 0,0 2 0,0-1 0,2 1 0,-8 15 1,12-21-112,0 0 0,1 0 0,-1 1 0,1-1 1,1 1-1,0-1 0,0 1 0,0-1 0,1 1 0,0 0 1,1 12-1,0-18-13,0-1 0,-1 1 1,1-1-1,0 0 0,-1 1 1,1-1-1,0 0 0,0 0 0,0 1 1,0-1-1,0 0 0,0 0 1,1 0-1,-1 0 0,0 0 0,1-1 1,-1 1-1,0 0 0,1-1 0,-1 1 1,1-1-1,-1 1 0,1-1 1,-1 0-1,1 1 0,2-1 0,48 1-150,-37-1 76,-7 0 20,1 0 1,-1 0-1,0 0 0,1-2 1,-1 1-1,0-1 0,0 0 1,0 0-1,0-1 0,0 0 1,0-1-1,-1 0 0,0 0 1,0 0-1,0-1 0,0 0 1,0 0-1,-1-1 0,0 0 1,-1 0-1,1 0 0,-1-1 1,0 0-1,-1 0 0,1 0 1,-1 0-1,-1-1 0,4-10 1,-1-4 71,-1 1 1,-1-1-1,-1 0 1,-1 0-1,-1-42 0,-2 60 28,1-1-1,-1 0 0,0 0 0,0 1 0,-1-1 0,1 0 0,-1 1 1,0-1-1,0 1 0,-1 0 0,1 0 0,-1 0 0,0 0 0,0 0 1,0 1-1,-1-1 0,1 1 0,-1 0 0,0 0 0,0 0 0,0 0 1,0 1-1,0 0 0,0 0 0,-1 0 0,1 0 0,-1 0 0,0 1 0,1 0 1,-1 0-1,0 0 0,0 1 0,0 0 0,1 0 0,-1 0 0,0 0 1,0 1-1,0 0 0,1 0 0,-8 2 0,8-2-29,1 1-1,-1 0 1,1-1-1,-1 1 1,1 0-1,0 1 1,0-1-1,0 0 1,0 1-1,1 0 1,-1 0-1,1 0 1,-1 0-1,1 0 1,0 0-1,0 0 1,-1 5-1,-10 28-3659,9-1-9036,4-24 4329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10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4722,'0'0'18595,"1"1"-19338,10 3 11468,-7-2-9995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24.6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243 188 608,'0'0'4450,"2"0"-4100,4 0 6368,-164 0-5051,150-1-1528,-1-1-1,1 1 1,0-1 0,0-1 0,0 1-1,0-1 1,0-1 0,1 1 0,-14-10-1,25 12-78,0 0 1,-1 0-1,1 0 0,0 1 0,-1-1 0,1 1 1,0 0-1,7 1 0,311 2 282,-178-4-335,453-50-278,-240 12-202,163-11-575,-481 42 1179,-39 8-127,0 0 0,0 0 0,0 0 0,0 0 0,0 0 0,0 0 0,0 0 0,0 0 0,0 0 0,0 0 0,0 0 0,0 0 0,0 0 0,0 0 0,0 0 0,-1 0 0,1 0 0,0 0 0,0 0 0,0-1 0,0 1 0,0 0 0,0 0 0,0 0 0,0 0 0,0 0 0,0 0 0,0 0 0,0 0 0,0 0 0,0 0 0,0 0 0,0 0 0,0-1 0,0 1 0,0 0 0,0 0 0,0 0 0,0 0 0,0 0 0,0 0 0,0 0 0,0 0 0,1 0 0,-1 0 0,0 0 0,0 0 0,0 0 0,0 0 0,0 0 0,0-1 0,-22 0 35,-34 2-5449,30 1 1509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25.7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63 12002,'2012'-63'0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29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 2305,'0'0'8006,"22"15"-7296,-7-13-625,1-1 0,0 0 1,0-1-1,17-2 0,15 0-73,1509-15 22,-1460 14 474,-30 4 1810,1-4 0,-1-3 1,79-17-1,-180 20-1313,-69 6-6450,-12 12-3521,41-8 2843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30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188 79 0,'0'0'2513,"-17"-1"-1592,-53-4-209,66 5-557,1 0 0,0-1 1,-1 1-1,1-1 0,0 0 0,0 0 1,0 0-1,-1 0 0,1 0 1,0-1-1,1 0 0,-1 1 0,-5-5 1,-11-5 1621,18 10-1217,-5 1 563,-18 1-409,25-1-691,-1 0-1,0 0 0,0 0 1,1 1-1,-1-1 0,0 0 1,0 0-1,0 0 0,1 0 1,-1 0-1,0 1 0,0-1 1,0 0-1,0 0 0,1 0 1,-1 0-1,0 1 0,0-1 0,0 0 1,0 0-1,0 1 0,0-1 1,0 0-1,0 0 0,1 0 1,-1 1-1,0-1 0,0 0 1,0 0-1,0 1 0,0-1 1,0 0-1,0 0 0,-1 1 1,1-1-1,0 0 0,0 0 1,0 0-1,0 1 0,0-1 1,0 0-1,0 0 0,0 1 1,0-1-1,-1 0 0,1 0 1,0 0-1,0 0 0,0 1 1,0-1-1,-1 0 0,1 0 1,0 0-1,0 0 0,0 0 1,-1 1-1,1-1 0,0 0 1,0 0-1,-1 0 0,1 0 1,0 0-1,0 0 0,-1 0 1,1 0-1,0 0 0,0 0 0,-1 0 1,7 2 181,-1 1 1,1-1 0,-1-1-1,1 1 1,0-1-1,0 0 1,0 0-1,0-1 1,0 1 0,0-1-1,-1-1 1,10 0-1,8 0 90,1046-17 1881,-250 0-1474,-807 17-404,-7 1-135,-1 1-1,0-2 0,1 1 1,-1-1-1,0 1 0,1-1 0,-1 0 1,0-1-1,6-1 0,-10 3-64,0-1-1,1 1 1,-1 0-1,0 0 0,0 0 1,1 0-1,-1 0 0,0 0 1,0-1-1,1 1 1,-1 0-1,0 0 0,0 0 1,0-1-1,1 1 1,-1 0-1,0 0 0,0-1 1,0 1-1,0 0 0,0 0 1,0-1-1,1 1 1,-1 0-1,0-1 0,0 1 1,0 0-1,0 0 1,0-1-1,0 1 0,0 0 1,0-1-1,0 1 0,0 0 1,0 0-1,0-1 1,-1 1-1,-10-7 900,-15 2-1816,-42 5-9640,48 0 5183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47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1 633 464,'0'0'6392,"6"0"-5765,72-3 79,-1-4-1,-1-3 0,0-3 1,0-3-1,-2-4 0,0-3 1,92-43-1,-156 63-707,1-2 0,-1 1 1,0-2-1,0 1 0,-1-1 0,0-1 1,0 1-1,0-2 0,-1 1 0,0-1 0,12-15 1,-16 18-116,1 0 1,-1 0-1,1 1 0,0 0 1,0 0-1,11-6 1,-11 8 22,-1-1-1,1 0 1,-1 0 0,0 0 0,1 0 0,-2-1 0,1 0 0,0 0-1,-1 0 1,6-8 0,7-35-128,8-19-252,-5 32 71,23-50-803,-37 60 2783,-5 24-1530,0-1 1,0 1-1,0 0 0,0-1 1,0 1-1,0-1 0,-1 1 1,1 0-1,0-1 0,0 1 1,0 0-1,-1-1 0,1 1 1,0 0-1,0-1 0,-1 1 1,1 0-1,0 0 1,-1-1-1,1 1 0,0 0 1,-1 0-1,1-1 0,0 1 1,-1 0-1,1 0 0,0 0 1,-1 0-1,1 0 0,-1 0 1,1 0-1,0 0 1,-1-1-1,1 1 0,-1 1 1,-11 0 186,0 2 1,1-1-1,0 2 1,-1-1 0,1 1-1,1 1 1,-1 0 0,1 1-1,-18 12 1,1-2-23,-162 92 701,164-92 146,40-25 91,27-19-1474,0 1 1,2 3-1,57-24 1,16-9-24,-115 56 355,0 0 1,0 1-1,0-1 0,0-1 1,0 1-1,0 0 0,0 0 1,-1-1-1,1 1 0,0-1 1,-1 0-1,1 1 1,-1-1-1,1 0 0,-1 0 1,0 0-1,0 0 0,0 0 1,0 0-1,0 0 0,1-5 1,-2 8 17,0-1 1,0 0-1,0 0 0,0 1 1,1-1-1,-1 0 0,0 0 0,0 1 1,1-1-1,-1 0 0,0 0 1,0 0-1,1 1 0,-1-1 1,0 0-1,0 0 0,1 0 1,-1 0-1,0 0 0,1 0 1,-1 1-1,0-1 0,1 0 1,-1 0-1,0 0 0,0 0 1,1 0-1,-1 0 0,0 0 1,1 0-1,-1 0 0,0-1 1,1 1-1,-1 0 0,0 0 1,1 0-1,-1 0 0,0 0 1,0-1-1,1 1 0,-1 0 1,0 0-1,0 0 0,1-1 1,-1 1-1,0 0 0,0 0 1,0-1-1,1 1 0,-1 0 1,0 0-1,0-1 0,0 3 92,1 1 0,-1-1 0,1 1-1,-1-1 1,1 0 0,0 1 0,0-1 0,0 0-1,0 0 1,0 0 0,0 0 0,0 0 0,1 0 0,-1 0-1,1 0 1,0 0 0,3 2 0,40 27 1670,-10-9-609,-31-19-1072,1 0 1,0 0-1,0-1 0,0 0 1,0 0-1,0 0 1,0-1-1,10 2 1,12 4-1870,-26-7 1542,-1 0 1,0 0 0,1 1-1,-1-1 1,1 0 0,-1 0-1,0 1 1,1-1 0,-1 0-1,0 0 1,1 1 0,-1-1-1,0 0 1,1 1 0,-1-1-1,0 1 1,0-1 0,1 0-1,-1 1 1,0-1 0,0 1-1,0-1 1,0 1 0,0-1-1,1 0 1,-1 1 0,0-1-1,0 1 1,0-1 0,0 1-1,0-1 1,-1 1 0,1-1-1,0 1 1,0-1 0,0 0-1,0 1 1,0-1 0,-1 1-1,1-1 1,0 1 0,-6 8-6355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4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26 2481,'0'0'7569,"1"-4"-6184,0 2-1027,-1 1-264,0 0 0,0 0 0,0 0 0,1 0 0,-1 0 1,0 0-1,1 0 0,-1 0 0,0 0 0,1 0 0,-1 1 0,1-1 0,0 0 0,-1 0 0,1 0 0,-1 1 1,1-1-1,0 0 0,0 1 0,2-2 3084,-3 26-2876,-2 4-211,-1 1 0,-2-1 1,-1 1-1,-1-1 1,-11 27-1,5-14 15,-9 51 0,17-47-21,-1-42-82,5-3-38,1-84-12685,0 57 8961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49.3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0 137 1953,'0'0'2265,"21"-19"-747,64-57 5,-36 41-200,-46 33-1139,0 1 0,0 1 0,0-1 0,0 0 0,-1 1-1,1-1 1,0 1 0,0 0 0,4 0 0,-6 0-116,-1 0 0,1 0 0,0 1 0,0-1 0,0 0 0,-1 1 0,1-1 0,0 0 0,-1 1 0,1-1 0,0 1 1,-1-1-1,1 1 0,0-1 0,-1 1 0,1-1 0,-1 1 0,1 0 0,-1-1 0,1 1 0,-1 0 0,1-1 0,-1 1 0,0 0 0,1 0 0,-1-1 0,0 3 1,5 21 592,-5-21-478,0-1-128,3 16 411,-2 1 0,0-1-1,-1 1 1,-3 20 0,3-36-389,0 0 1,-1 0-1,1 0 1,-1 0 0,0 0-1,1 0 1,-1 0-1,-1 0 1,1 0-1,0-1 1,-1 1 0,1 0-1,-1-1 1,0 1-1,0-1 1,0 0-1,0 1 1,0-1 0,-1 0-1,1 0 1,0 0-1,-1-1 1,0 1 0,1-1-1,-1 1 1,0-1-1,0 0 1,0 0-1,0 0 1,0-1 0,0 1-1,0 0 1,-5-1-1,-6 1 73,-33-2 201,46 2-363,0-1 0,0 0 0,0 0 1,0 0-1,0-1 0,0 1 0,0 0 0,0 0 1,0 0-1,0-1 0,0 1 0,0-1 0,1 1 1,-1-1-1,0 1 0,0-1 0,0 1 0,0-1 0,0 0 1,1 1-1,-1-1 0,0 0 0,1 0 0,-1 0 1,1 1-1,-1-1 0,1 0 0,-1 0 0,1 0 1,-1 0-1,1-2 0,2 2-841,1 1 0,-1-1-1,1 1 1,0 0 0,-1-1 0,1 1-1,0 1 1,-1-1 0,1 0 0,4 2-1,7 7-3513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49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69 224,'0'0'14697,"2"12"-13267,10 147 3674,-19-184-5024,6 7-123,2-1 1,0 1-1,1 0 0,6-23 1,-6 33 40,1 0 0,0 1 1,0 0-1,1-1 0,0 1 1,0 0-1,1 1 1,0-1-1,0 1 0,0 0 1,1 0-1,8-6 0,-7 8 18,-5 4-14,-1-1-1,0 1 0,1 0 0,-1 0 0,0 0 0,1 0 0,-1 0 0,1 0 1,-1 0-1,0 0 0,1 1 0,-1-1 0,0 1 0,1-1 0,-1 1 0,0-1 1,0 1-1,1 0 0,-1-1 0,0 1 0,0 0 0,0 0 0,0 0 0,0 0 1,0 0-1,0 0 0,0 0 0,-1 0 0,1 0 0,0 1 0,-1-1 0,1 0 0,0 3 1,9 9 7,21 2-4156,-30-15 3782,1 0-1,0 0 1,-1 1 0,1-1 0,0 1 0,-1-1 0,1 1 0,-1 0 0,1-1 0,-1 1 0,0 0 0,1 0 0,-1 0 0,0 0 0,1 0 0,-1 1 0,0-1 0,0 0 0,0 0 0,0 1 0,0-1 0,0 1 0,-1-1 0,1 1 0,0-1 0,-1 1 0,1-1 0,-1 1 0,1 0 0,-1-1 0,0 3 0,0-1-2450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0.4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42 107 1345,'0'0'8625,"17"-1"-2393,21-1-6069,-32 2-157,0 0 0,-1-1 0,1 1 1,0-1-1,0-1 0,-1 1 0,1-1 0,-1 0 1,1 0-1,-1-1 0,6-3 0,-8 4 7,-1 0 0,1 0 0,-1 0 0,1 0-1,-1 0 1,0-1 0,0 1 0,0-1 0,0 1 0,-1-1 0,1 0 0,-1 0-1,1 0 1,-1 1 0,0-1 0,0-1 0,-1 1 0,1 0 0,-1 0 0,1 0-1,-1-5 1,0 7 5,0 1-1,0-1 0,0 0 0,-1 0 1,1 0-1,0 1 0,0-1 1,-1 0-1,1 1 0,0-1 0,-1 0 1,1 1-1,-1-1 0,1 0 1,-1 1-1,1-1 0,-1 1 1,0-1-1,1 1 0,-1-1 0,0 1 1,1-1-1,-1 1 0,0 0 1,1-1-1,-1 1 0,0 0 0,-1 0 1,-32-5 176,23 6-148,0 0 0,-1 0 1,-20 6-1,26-5 57,0 0 1,0 0-1,1 0 1,-1 1-1,0 0 1,1 0-1,0 0 1,0 1-1,0 0 1,-8 7 0,11-7 29,-1 0 1,1 0-1,-1 1 1,1-1 0,1 0-1,-1 1 1,1-1-1,-1 1 1,1 0 0,1 0-1,-1-1 1,1 1-1,0 0 1,0 6 0,0-6-61,0 0 1,0 0-1,1 1 1,0-1 0,0 0-1,0 0 1,0 0 0,1 0-1,0 0 1,0 0-1,0 0 1,1-1 0,0 1-1,0-1 1,0 1 0,0-1-1,0 0 1,1-1-1,4 5 1,-3-5-412,-1 0 1,1 0-1,0-1 1,0 1-1,0-1 1,0 0-1,0 0 0,0-1 1,1 0-1,-1 0 1,0 0-1,7 0 0,8-1-4354,1 0-1914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0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17 2417,'0'0'15356,"-9"-4"-14000,4 2-1222,1 0 0,-1 0 1,0 0-1,0 1 1,0 0-1,0 0 0,0 1 1,0-1-1,0 1 0,0 0 1,0 0-1,0 1 1,0-1-1,0 1 0,0 0 1,0 1-1,1-1 0,-1 1 1,0 0-1,1 0 0,-7 4 1,-3 1 223,-36 24 818,48-30-1160,0 1 0,0 0 0,0 0 0,0 0 0,1 0 0,-1 0 0,1 1 0,-1-1 0,1 1 0,0-1 0,0 0 0,0 1 0,0 0 0,0-1 0,0 1 0,1 0 0,-1-1 0,1 5 0,0-6-30,1 0 0,-1 0-1,1 0 1,-1 0 0,1 0 0,-1 0 0,1 0 0,0 0-1,0 0 1,-1 0 0,1 0 0,0-1 0,0 1 0,0 0-1,0-1 1,0 1 0,0-1 0,0 1 0,0-1 0,0 1 0,2 0-1,33 11-373,-17-6 90,-12-3 356,5 1-397,-1 1 1,0 1-1,0 0 1,15 10-1,-25-15 313,1 0-1,-1 0 1,1 0-1,-1 0 0,0 0 1,0 0-1,1 1 1,-1-1-1,0 0 1,0 1-1,0-1 0,-1 0 1,1 1-1,0-1 1,0 1-1,-1 0 1,1-1-1,-1 1 1,1-1-1,-1 1 0,0 0 1,0 0-1,0-1 1,0 1-1,0 0 1,0-1-1,0 1 0,0 0 1,-1-1-1,1 1 1,-1 0-1,1-1 1,-1 1-1,1-1 0,-1 1 1,0-1-1,0 1 1,0-1-1,0 0 1,0 1-1,0-1 0,-2 2 1,-10 8 365,-1 0 1,0-1-1,-1 0 1,0-2-1,0 1 0,-1-2 1,0 0-1,-32 9 1,37-15-223,11-1-147,-1 0 0,1-1 0,0 1 0,0 0 0,0 0 0,-1-1 0,1 1 0,0 0 0,0-1 0,0 1-1,0 0 1,0 0 0,0-1 0,0 1 0,0 0 0,0-1 0,0 1 0,0 0 0,0-1 0,0 1 0,0 0 0,0-1 0,0 1 0,0 0 0,0-1 0,0 1 0,1 0 0,-1 0 0,0-1 0,0 1 0,0 0-1,0 0 1,1-1 0,-1 1 0,0 0 0,0 0 0,1-1 0,7-9-1914,0 1-1,1 0 1,1 0-1,-1 1 1,12-8-1,12-7-4644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1.4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93 6739,'0'0'9677,"10"1"-8434,27 4-199,1-2 0,66-4 0,-102 1-1030,-1 0-1,0 0 1,1 0-1,-1 0 1,0 0 0,1-1-1,-1 1 1,0 0 0,0-1-1,1 1 1,-1-1 0,0 1-1,0-1 1,0 0 0,0 1-1,0-1 1,0 0-1,0 0 1,0 0 0,0 0-1,0 0 1,0 0 0,0 0-1,-1 0 1,1 0 0,0 0-1,-1-1 1,1 1 0,-1 0-1,1 0 1,-1 0 0,0-1-1,1 1 1,-1 0-1,0-2 1,0 1 4,-1 0 0,1-1-1,-1 1 1,1 0 0,-1 0 0,0 0 0,0 0-1,0 0 1,0 0 0,0 0 0,0 0-1,-1 0 1,1 1 0,0-1 0,-1 0-1,0 1 1,1-1 0,-1 1 0,0 0-1,-2-2 1,-5-2 84,0 1-1,0 0 1,-1 0 0,0 0-1,1 1 1,-1 1-1,0 0 1,-1 0 0,1 1-1,0 0 1,-16 1-1,23 1-32,0-1 0,0 1 0,0 0-1,0 0 1,0 0 0,0 0-1,0 0 1,0 0 0,0 1-1,0 0 1,1-1 0,-1 1-1,1 0 1,-1 0 0,1 1-1,0-1 1,0 0 0,0 1-1,0-1 1,0 1 0,1 0-1,-1-1 1,1 1 0,0 0-1,-1 0 1,1 0 0,1 0-1,-1 0 1,-1 6 0,0 1-10,1 0 0,-1 0-1,1 0 1,1 0 0,0 0 0,0 0 0,1 1 0,2 9 0,-2-16-118,1 1-1,-1-1 1,1 0 0,-1 0 0,1 0-1,1 0 1,-1 0 0,0 0-1,1 0 1,0-1 0,0 0-1,0 1 1,0-1 0,1 0 0,-1 0-1,1-1 1,0 1 0,-1-1-1,1 0 1,0 0 0,8 3-1,40 5-3857,1-14-4166,-27-5 2974,-4-9-133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1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26 1313,'0'0'17226,"0"0"-17113,0 0-1,0 0 0,0 0 1,0 0-1,0 0 1,0 0-1,-1-1 0,1 1 1,0 0-1,0 0 1,0 0-1,0 0 0,0 0 1,0 0-1,0 0 1,0 0-1,0-1 0,0 1 1,0 0-1,0 0 1,0 0-1,0 0 0,0 0 1,0 0-1,0 0 1,0-1-1,0 1 0,0 0 1,0 0-1,0 0 1,0 0-1,0 0 0,0 0 1,0-1-1,0 1 1,0 0-1,0 0 0,0 0 1,0 0-1,0 0 1,0 0-1,0 0 0,0 0 1,0 0-1,1-1 1,-1 1-1,0 0 0,0 0 1,0 0-1,0 0 1,0 0-1,0 0 0,0 0 1,0 0-1,1 0 1,-1 0-1,0 0 0,0 0 1,0 0-1,0 0 1,1 2-15,1 3 90,0 0 1,0 1 0,0-1-1,0 0 1,1-1-1,0 1 1,6 8 0,-6-11-253,-1 0 1,1-1 0,-1 1 0,1-1 0,0 0 0,-1 0-1,1 0 1,0 0 0,0 0 0,0-1 0,0 1-1,0-1 1,0 0 0,0 0 0,0 0 0,0 0-1,4-1 1,0 0-130,1-1 0,-1 0 0,0-1 0,1 0 0,-1 0 0,0 0 0,-1-1 0,1 0 0,-1-1 0,1 1 0,-1-1 1,10-11-1,11-6-28,-20 16 522,-7 6-213,0 0 0,0 0 0,1 0 0,-1 0 0,0 0 0,0 0 0,0 0 0,0 1 0,0-1 0,0 0 0,0 0 0,0 0 0,0 0 0,0 0 0,0 0 0,0 0 0,0 0 0,1 0 0,-1 0 0,0 0 0,0 0 0,0 0 0,0 0 0,0 0 0,0 0 0,0 0 0,0 0 0,0 0 0,1 0 0,-1 0 0,0 0 0,0 0 0,0 0 0,0 0 0,0 0 0,0 0 0,0 0 0,0 0 0,0 0 0,-1 15 135,1-10-105,0 1-31,-1-1 1,1 0 0,1 1-1,-1-1 1,1 0 0,0 1-1,0-1 1,3 7 0,-3-10-175,1-1 0,-1 1 1,1 0-1,0 0 0,-1 0 0,1-1 1,0 1-1,0-1 0,0 0 0,0 1 1,0-1-1,0 0 0,1 0 1,-1 0-1,0-1 0,1 1 0,-1 0 1,0-1-1,1 0 0,-1 1 0,0-1 1,3 0-1,85 0-9219,-26-4-2278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2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1 1665,'0'0'12237,"0"0"-12162,1 0 1,-1 0-1,0 0 0,1 1 0,-1-1 0,0 0 0,1 1 0,-1-1 1,0 0-1,0 1 0,1-1 0,-1 0 0,0 1 0,0-1 0,0 1 0,1-1 1,-1 1-1,0-1 0,0 0 0,0 1 0,0-1 0,0 1 0,0-1 1,0 1-1,0-1 0,0 0 0,0 1 0,0-1 0,0 1 0,0-1 1,0 1-1,-1-1 0,1 0 0,0 1 0,0-1 0,-1 1 0,-4 16 752,0-1 0,-1 0 0,-1 0 0,-1-1 0,-15 24-1,-13 28 875,28-43-1514,0 0 1,2 1-1,1 0 1,1 1-1,1-1 1,1 1-1,3 40 0,-1-63-237,0-1-1,0 1 0,1-1 1,-1 1-1,1-1 0,-1 1 0,1-1 1,0 1-1,0-1 0,0 0 1,0 1-1,0-1 0,1 0 0,-1 0 1,1 0-1,-1 0 0,1 0 1,0 0-1,0-1 0,0 1 1,2 1-1,1 0-215,0 0 0,-1-1 0,1 0 0,0 0 0,1 0 0,-1-1 0,0 1 0,1-1 0,9 0 0,-7 0-151,1-1 0,-1 0 0,0 0 0,1-1 0,-1 0 0,0 0 0,1-1 0,-1 0 0,0-1 1,-1 0-1,1 0 0,0-1 0,9-5 0,1-11-4457,-9 0-713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2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 6707,'0'0'9845,"156"-29"-8869,-109 27-416,1 2-496,-1 0-64,1 0-1008,-1 0-3122,0-9-3762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3.4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0 111 3265,'0'0'12721,"1"15"-11262,58 291 5472,-49-255-6682,7 25-121,-17-76-134,0-1 1,0 1 0,0 0-1,1-1 1,-1 1 0,0-1-1,0 1 1,0 0-1,1-1 1,-1 1 0,0 0-1,0-1 1,1 1 0,-1 0-1,0-1 1,1 1 0,-1 0-1,0 0 1,1-1 0,-1 1-1,0 0 1,1 0 0,-1 0-1,1 0 1,-1-1-1,1 1 1,-1 0 0,0 0-1,1 0 1,-1 0 0,1 0-1,-1 0 1,0 0 0,1 0-1,-1 0 1,1 0 0,-1 1-1,1-1 1,-1 0 0,0 0-1,1 0 1,-1 0-1,0 1 1,1-1 0,-1 0-1,0 0 1,1 0 0,-1 1-1,0-1 1,1 0 0,-1 1-1,0-1 1,1 0 0,-1 1-1,0-1 1,0 0 0,0 1-1,1-1 1,-1 1-1,0-1 1,0 0 0,0 1-1,0-1 1,0 1 0,0-1-1,0 1 1,15-41-61,-12 30 72,164-404-937,-158 393 927,-4 12 10,-1 0 0,0 0 0,-1-1 0,0 0 0,3-19 0,7 56-5241,-12-6 1524,-1 1-1910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3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34 2817,'0'0'14228,"-16"-7"-12806,-51-17-91,64 24-1213,1-1 0,-1 0-1,0 1 1,0-1-1,0 1 1,1 0-1,-1 0 1,0 0-1,0 1 1,0-1-1,0 1 1,1-1 0,-1 1-1,0 0 1,0 0-1,1 0 1,-1 0-1,1 0 1,-1 1-1,1-1 1,0 1 0,-1 0-1,1 0 1,0 0-1,0 0 1,0 0-1,0 0 1,1 0-1,-1 1 1,1-1 0,-1 1-1,-1 4 1,0-2-45,1 0 0,0 0 0,0 0 0,1 0 0,-1 0 0,1 1 0,0-1 0,1 0 0,-1 1 1,1-1-1,0 1 0,0-1 0,1 0 0,2 10 0,-2-14-73,0 0 1,0 0-1,0 0 0,0 0 0,0 0 1,0 0-1,1 0 0,-1-1 1,0 1-1,1-1 0,-1 1 0,1 0 1,-1-1-1,1 0 0,-1 1 0,1-1 1,-1 0-1,1 0 0,-1 0 1,1 0-1,-1 0 0,1 0 0,1-1 1,35-5 11,-29 1-37,0 1 1,0-2 0,-1 1 0,1-1 0,-1 0 0,0-1-1,-1 0 1,0 0 0,0 0 0,0-1 0,-1 0-1,0-1 1,-1 1 0,5-11 0,-6 6 352,-5 26 233,-1 11-575,2-21-86,0 1 1,0-1-1,0 1 1,0-1-1,1 0 1,0 1-1,-1-1 1,1 0-1,0 0 1,1 0-1,-1 1 1,1-1-1,2 4 1,-2-5-415,0 0 1,0 0-1,0-1 1,0 0 0,0 1-1,0-1 1,1 0-1,-1 0 1,0 0-1,1 0 1,-1 0-1,0 0 1,1-1-1,-1 0 1,1 1-1,-1-1 1,1 0-1,4 0 1,13 0-5639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4.6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0 8820,'0'0'6955,"-18"25"-2822,-10 11-2726,5-7-43,2 1-1,-30 54 1,37-58-440,1 1 0,2 0 1,0 1-1,-11 51 0,15-39-879,1 0 1,1 78-1,7-117-234,1 0-1,-1-1 0,1 1 1,-1-1-1,1 0 0,0 0 1,-1 0-1,1 0 0,0 0 1,-1-1-1,5 0 0,0-2-82,0 1 0,0-2-1,1 1 1,-2-1 0,1 0-1,0-1 1,-1 1 0,0-1-1,7-8 1,0 1-247,-1-1 0,-1 0 0,12-19 0,-17 22 625,-3 5 1368,-3 9 339,-1 18-1258,1 87 675,0-108-1230,1 0-1,-1 0 1,1-1-1,-1 1 1,1-1 0,0 1-1,-1 0 1,1-1-1,0 1 1,0-1-1,0 1 1,-1-1-1,1 0 1,0 1 0,0-1-1,0 0 1,0 0-1,-1 0 1,1 1-1,0-1 1,0 0-1,0 0 1,0 0-1,0 0 1,0 0 0,1-1-1,31-2-67,-28 2 9,0-1-1,0 0 0,0-1 1,0 1-1,-1-1 0,1 0 1,-1 0-1,0-1 0,1 1 1,-2-1-1,1 0 0,0 0 1,-1 0-1,4-6 0,-3 4 110,0 1 0,0-1-1,-1 0 1,0 0 0,0-1-1,-1 1 1,1-1 0,-2 1-1,1-1 1,-1 1 0,1-10-1,-2 19 44,-1 1-1,1-1 0,-1 0 1,0 0-1,0 0 0,0 0 0,-1 0 1,1 0-1,-4 4 0,3-4-34,1 0 0,-1 0 1,0 0-1,1 0 0,0 0 0,0 0 1,0 1-1,0-1 0,-1 6 0,2-5-141,0 0 0,0 0 0,0 0 0,0 0 0,1 0 0,0 0 0,-1-1 0,1 1 0,1 0-1,-1 0 1,4 6 0,13 4-3177,14-9-3640,-11-4-1010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5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70 3586,'0'0'13099,"7"-1"-12080,15-2 258,1 2 0,26 1 0,-50-22-1015,0 19-192,-1 0 1,0 1-1,1-1 1,-1 0-1,0 1 1,-1-1-1,1 1 1,0 0-1,-1 0 1,1 0-1,-1 0 1,0 0 0,0 0-1,0 1 1,0-1-1,0 1 1,0 0-1,0 0 1,0 0-1,0 0 1,0 1-1,-1-1 1,1 1-1,0 0 1,-1 0-1,-3 0 1,3 0 128,1-1-1,-1 1 1,1 0-1,-1 1 1,1-1-1,0 0 1,-1 1-1,1 0 1,-1 0 0,1 0-1,0 0 1,-1 0-1,1 1 1,0 0-1,0-1 1,0 1-1,0 0 1,1 0 0,-1 1-1,0-1 1,1 1-1,0-1 1,-4 6-1,4-4-67,1 0 0,-1 0 0,1 0-1,0 1 1,0-1 0,1 0 0,-1 0-1,1 1 1,0-1 0,0 0-1,1 1 1,-1-1 0,1 0 0,2 7-1,-2-8-173,1 0 0,-1 0 0,1 0 1,0 0-1,0 0 0,0-1 0,1 1 0,-1-1 0,0 0 0,1 1 0,0-1 0,-1 0 0,1-1 0,0 1 0,0 0 0,0-1 0,0 1 0,6 0 0,3 2-1615,0-2 0,1 0 1,-1-1-1,0 0 0,18-1 0,-26 0 888,37 0-9368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6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44 416,'0'0'7804,"-7"-7"-6446,-25-22-94,24 22 1164,-5 14 219,4 11-1801,1 1 0,1 1 0,1 0 1,-4 24-1,4-16-519,2 0-1,0 0 1,2 1-1,1-1 1,1 0 0,8 51-1,-4-58-229,1 0 0,0 0 0,2 0 0,1 0-1,0-1 1,2-1 0,0 0 0,1 0 0,20 26 0,-3-12-16,1-1 0,2-1 0,1-2 0,1-1 0,1-1 1,2-2-1,72 38 0,-26-25-60,2-2 0,152 41 0,-133-50 31,73 23 2217,-175-50-698,-5-23-2096,-1 17-412,-1 0 0,-1 1 1,1-1-1,-1 1 0,0 1 1,-10-6-1,0 0-1654,-22-16-4906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7.5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297 1 1745,'-1'0'12037,"-12"3"-11242,-10 12-323,0 1 0,1 2 0,2 0-1,0 1 1,-21 25 0,22-21-121,2 0 1,1 2-1,-23 45 0,1-1 202,34-58 63,15-19-494,18-23-153,6-13-5,-19 22-162,2 1 0,0 1 1,23-21-1,-36 38 201,-1-1 0,1-1 0,0 1 0,-1-1-1,0 0 1,0 0 0,-1 0 0,1 0 0,-1-1 0,0 1 0,0-1-1,-1 0 1,3-9 0,-5 14 38,0-1 0,0 1 0,1-1 0,-1 1 0,1-1 0,-1 1 0,1-1 0,-1 1-1,1-1 1,0 1 0,0-1 0,0 1 0,0 0 0,0 0 0,0-1 0,0 1 0,0 0 0,0 0 0,1 0 0,-1 0-1,0 0 1,3-1 0,-3 2 19,0 0-1,0-1 1,0 1-1,0 0 1,0-1-1,0 1 1,0 0-1,0 0 1,0 0-1,0 0 1,0 0-1,0 0 1,0 0-1,0 1 1,0-1-1,0 0 1,0 0-1,0 1 1,0-1-1,0 1 1,0-1 0,0 1-1,-1-1 1,1 1-1,0-1 1,0 1-1,-1 0 1,1-1-1,0 1 1,0 0-1,-1 0 1,1 0-1,-1-1 1,1 1-1,-1 0 1,1 0-1,-1 0 1,0 0-1,1 1 1,3 8 165,0-1 1,1 0 0,0-1-1,1 1 1,0-1 0,0 0-1,1-1 1,0 1-1,0-1 1,0-1 0,1 1-1,0-1 1,1-1 0,-1 1-1,11 3 1,2 1 242,0-2 1,1-1 0,0 0-1,1-2 1,35 5-1,-32-8-177,-23-2-683,-29 0-8113,11 0 968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8.4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24 1617,'0'0'12160,"3"-6"-10148,6-12-798,-5 29 314,-7 48 961,0-38-1932,-1 0 0,-1-1 0,-1 0 0,-10 24 0,-10 34 311,-21 57-400,7-26-566,38-104-6009,3-10 2423,3-21-346,-1 15 1537,3-28-3691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8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73 4018,'0'0'4543,"22"-7"-1771,19-6-759,0 2-1,80-10 1,-26 15 25,71-9-1467,-241 27-12742,23 4 6219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8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 4514,'0'0'7668,"128"0"-3795,-80-7-1824,-14-2-960,6 2-401,-13 0-464,0 5-208,-13 2-16,-7 0-432,0 0-1377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9.4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12 5170,'0'0'11526,"0"14"-9059,-14 97 674,18-110-3138,0 0-1,0 0 1,0-1 0,0 1 0,0-1 0,0 0 0,0 0 0,6-1 0,-1-2-26,0 0-1,0 0 0,0-1 1,0 0-1,-1-1 1,0 0-1,0 0 1,0 0-1,-1-1 0,1-1 1,-1 1-1,7-10 1,27-20-108,-16 8 244,-21 24 470,-10 23-61,4-15-481,0 4-4,0 0 0,0 1-1,1-1 1,0 0 0,0 1 0,1-1 0,0 0-1,1 1 1,1 10 0,-1-18-121,0 0 1,0 1-1,0-1 0,0 0 1,0 0-1,1 0 0,-1 1 1,0-1-1,0-1 0,1 1 1,-1 0-1,1 0 0,-1 0 1,1-1-1,-1 1 0,1-1 1,-1 1-1,1-1 0,-1 1 1,1-1-1,0 0 0,-1 0 1,1 0-1,-1 0 0,3 0 1,46-3-4766,-48 3 4502,42-11-6184,-3-17-3087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7:59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204 0 4626,'0'0'16565,"-18"26"-14332,-58 85-483,66-94-1457,1 1-1,1 0 1,0 0-1,1 1 1,1 0-1,1 0 1,1 0-1,0 1 1,2-1 0,-1 26-1,1-21-324,1 15 35,0 7-637,-6-18-2807,7-27 3041,-1 0-1,0 0 0,1-1 0,-1 1 0,0 0 0,0 0 0,1-1 0,-1 1 0,0 0 0,0-1 0,0 1 0,0-1 0,0 1 0,0-1 1,0 0-1,0 1 0,0-1 0,0 0 0,-2 1 0,3-1 277,-13 2-6914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8:00.2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 2961,'0'0'8820,"23"-4"-4927,185-24 2390,-137 23-5205,-23 2-495,69-14-1,-163 131 603,44-107-1204,0 1-1,1 0 1,0 0 0,0 0-1,0 0 1,1 13 0,1-12-70,-1-8 61,1-1 0,-1 1 0,1 0 0,0-1 0,-1 1 0,1-1 0,0 1 0,0-1 0,-1 0 0,1 1 0,0-1 0,0 0 0,0 1 0,0-1 0,-1 0 0,1 0 0,0 0 0,0 0 0,0 0 0,0 0 0,0 0 0,-1 0 0,1 0 0,2-1 0,23-1-270,-14-1-1,1 0 0,-1-1 0,0 0 0,0-1 0,-1-1 0,0 0 0,0 0 0,12-10 0,-2 1-143,-1-1 0,-1-1 1,18-19-1,-10-6 786,-24 34 4072,-3 97-5454,0-88 752,0 0 0,1 1 0,-1-1 1,0 0-1,1 0 0,-1 0 0,1 0 1,-1 0-1,1 0 0,0 0 0,-1 0 1,1 0-1,0 0 0,0 0 0,0 0 1,0-1-1,-1 1 0,1 0 0,0-1 1,1 1-1,-1 0 0,0-1 0,0 1 1,0-1-1,0 0 0,0 1 0,0-1 1,0 0-1,1 0 0,-1 0 0,0 0 1,0 0-1,0 0 0,1 0 0,-1 0 1,2 0-1,17 0-7126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8:00.6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21 136 7283,'0'0'15402,"-3"21"-13801,-3 11-1030,-5 53 1736,10-96-2321,1 0-1,1-1 0,0 1 0,1 0 0,0 0 0,0 0 1,1 0-1,1 1 0,-1-1 0,2 1 0,0-1 1,0 2-1,1-1 0,0 0 0,0 1 0,1 0 0,10-10 1,-5 6-557,31-29 648,-17 26-2001,2 10-3499,-28 14-1633,0-6 5364,0 13-5239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8:00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1 125 2001,'0'0'17205,"13"4"-16079,7 1-816,0 0 0,0-1 0,0-1 0,29 0 0,-48-3-308,0 0 0,0 0 0,0 0 0,0 0 0,0 0 0,0-1 0,0 1 0,0 0 0,0-1 0,0 1 0,0-1 0,0 1 0,0-1 0,0 1 0,0-1 0,0 0 0,0 0 0,-1 1 0,1-1 0,0 0 1,0 0-1,-1 0 0,1 0 0,-1 1 0,1-1 0,0-2 0,0 0 3,0 0 0,0 0 0,0-1-1,-1 1 1,1-1 0,-1 1 0,0 0 0,0-7 0,-1 4-1,1 1 0,-1 0 0,0-1 0,0 1 0,-1 0 0,1-1 0,-1 1 0,0 0 0,-1 0 0,1 0 0,-5-6 0,4 8 74,1 1 1,-1-1 0,1 1-1,-1 0 1,0 0 0,0 0-1,0 0 1,0 1-1,0-1 1,0 1 0,-1 0-1,1-1 1,0 2 0,-1-1-1,1 0 1,0 1-1,-1-1 1,1 1 0,-1 0-1,1 0 1,-1 0 0,1 1-1,-1-1 1,1 1-1,0 0 1,-1 0 0,1 0-1,0 1 1,0-1 0,-1 1-1,1-1 1,0 1-1,1 0 1,-1 0 0,0 0-1,1 1 1,-1-1 0,1 1-1,-1-1 1,1 1-1,0 0 1,0 0 0,1 0-1,-1 0 1,0 0 0,1 0-1,0 1 1,0-1-1,0 0 1,0 1 0,0-1-1,1 5 1,-2 79 1338,2-51-1343,1-34-116,-1 0 1,1 0-1,0 0 0,0-1 0,-1 1 0,1 0 0,0-1 0,0 1 1,1-1-1,-1 1 0,0-1 0,0 1 0,1-1 0,-1 0 1,1 0-1,-1 1 0,1-1 0,-1 0 0,1-1 0,0 1 0,0 0 1,-1 0-1,1-1 0,0 1 0,0-1 0,0 1 0,0-1 0,0 0 1,-1 0-1,4 0 0,72 3-3868,-63-3 2696,49-3-5061,15-10-3946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8:01.6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0 253 2449,'0'0'14532,"1"3"-13171,29 101 3935,-22-71-4404,1-1 0,18 41-1,-16-45-655,-9-21-216,0-1 1,0 1-1,1 0 0,0-1 0,1 1 1,-1-1-1,1 0 0,0 0 0,1 0 1,0-1-1,-1 0 0,10 8 0,-12-15-23,-1 0 0,0 0 0,1 0 0,-1 0-1,0-1 1,0 1 0,-1 0 0,1 0 0,0-1 0,-1 1-1,1-1 1,-1 1 0,0-5 0,3-7-35,10-21-8,2 1 1,2 1 0,0 0 0,3 1 0,30-40 0,21-35-47,77-109 196,-173 271-8159,12-25 1626,5 1-2148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8:02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16 5186,'0'0'15237,"-15"-4"-13906,12 3-1275,-5-1 127,1-1-1,-1 2 1,0-1 0,0 1 0,1 0 0,-1 1 0,0 0-1,0 0 1,0 0 0,0 1 0,0 1 0,1-1 0,-1 1 0,0 0-1,1 1 1,-13 6 0,9-3 81,1 0-1,1 1 1,-16 14-1,23-19-246,0-1 0,1 1 0,-1 0-1,0 0 1,1 0 0,-1 0-1,1 0 1,0 0 0,0 0-1,0 0 1,0 1 0,0-1 0,0 0-1,0 1 1,1-1 0,0 1-1,-1-1 1,1 0 0,0 1 0,0-1-1,0 1 1,0-1 0,1 1-1,-1-1 1,1 3 0,0-4-15,0 0-1,-1 0 1,1 0 0,0 0 0,0-1 0,0 1-1,0 0 1,0 0 0,0-1 0,0 1 0,0-1 0,0 1-1,0-1 1,0 1 0,1-1 0,-1 0 0,0 0-1,0 1 1,0-1 0,1 0 0,0 0 0,33 0 33,-26 0-28,8 0-29,-1 0 0,1-1 0,27-6 0,-40 6 6,1 0 1,-1 0 0,0-1 0,0 1 0,0-1 0,0 0-1,0 0 1,0 0 0,-1-1 0,1 0 0,-1 1 0,0-1-1,0 0 1,0 0 0,0-1 0,0 1 0,0-1 0,-1 1-1,4-8 1,-3 3 566,-5 22 286,1 6-1496,1-7-741,-1-1 1,1 0-1,1 1 1,3 13-1,-4-24 1152,0 0-1,1 0 1,-1 0-1,1 0 1,-1 0-1,1-1 1,0 1-1,0 0 1,0 0-1,0-1 1,0 1 0,0 0-1,1-1 1,-1 1-1,0-1 1,1 0-1,-1 1 1,1-1-1,-1 0 1,1 0-1,0 0 1,0 0 0,-1 0-1,1 0 1,0 0-1,0-1 1,0 1-1,0-1 1,0 1-1,0-1 1,4 0-1,13 0-6922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8:02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278 0 3618,'0'0'11837,"-16"22"-8489,-1 1-2519,-79 118 2856,73-100-2444,2 2-1,1 0 1,-26 88-1,34-88-1032,3 1 0,2 0 1,1 0-1,1 59 0,6-102-209,-1-1 0,1 1 0,0 0 0,-1 0 0,1 0 0,0-1 0,0 1 0,-1 0 0,1-1 0,0 1 0,0-1 0,0 1 0,0-1 0,0 1 0,0-1 0,-1 0 0,1 1 0,0-1 0,0 0 0,0 0 0,0 1 0,0-1 0,0 0 0,1 0 0,-1 0 0,0 0 0,2-1 0,31-3-96,-23-2-59,-1-1 1,-1 0-1,1-1 1,-1 0 0,-1 0-1,0-1 1,0 0-1,0-1 1,8-14-1,-4 8-77,2-2 86,-10 13 228,1 0-1,-1-1 1,0 1 0,0-1 0,-1 0 0,0 0-1,3-7 1,-12 62 1335,3-37-1317,1-1 0,1 0-1,0 0 1,0 1-1,3 19 1,-2-29-100,1 0 1,-1 1-1,1-1 1,0 0-1,-1 0 1,1 0-1,0 0 1,0 0-1,1 0 1,-1 0-1,0 0 1,1-1-1,-1 1 1,1-1-1,-1 1 1,1-1-1,0 1 1,0-1-1,0 0 1,0 0-1,0 1 1,0-2-1,0 1 1,0 0-1,0 0 1,0-1-1,0 1 1,1-1-1,-1 1 1,0-1-1,0 0 1,0 0-1,1 0 1,1-1-1,6 1-51,-1 0 0,0-1 0,0-1-1,0 0 1,0 0 0,0 0 0,0-1 0,0-1-1,8-4 1,4-4-230,0-1 0,19-17 0,10-6 263,-49 101 1937,-1-62-1948,-1 0-1,1-1 1,0 1-1,1-1 0,-1 1 1,0 0-1,1-1 1,-1 1-1,1-1 0,0 1 1,0-1-1,0 1 1,0-1-1,0 0 1,1 0-1,-1 1 0,1-1 1,2 2-1,-1-2-324,0 0 1,0 0-1,0-1 0,0 0 0,1 0 0,-1 0 0,0 0 0,1 0 0,-1-1 1,1 1-1,-1-1 0,1 0 0,5 0 0,3 0-1477,30-3-7216,-15-12-148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18:03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79 40 2609,'0'0'14033,"-1"10"-12547,-2 36-290,3-44-1116,0 0 1,0 0-1,0 0 1,1 0-1,-1 0 1,1 0-1,-1 0 1,1 0-1,0 0 1,0 0 0,0-1-1,0 1 1,0 0-1,0 0 1,0-1-1,0 1 1,1-1-1,-1 1 1,1-1-1,-1 1 1,1-1-1,0 0 1,0 0 0,-1 0-1,1 0 1,0 0-1,0 0 1,0-1-1,0 1 1,0 0-1,0-1 1,0 0-1,0 1 1,0-1 0,0 0-1,0 0 1,4-1-1,-2 2-70,-1-1 0,1-1-1,0 1 1,0 0 0,0-1-1,0 0 1,0 0 0,0 0-1,0-1 1,-1 1 0,1-1 0,-1 0-1,1 0 1,-1 0 0,0 0-1,4-4 1,-4 3-21,-1-1 1,0 1-1,0-1 0,0 0 1,0 0-1,0 0 0,-1 0 1,0 0-1,0-1 1,0 1-1,-1 0 0,1 0 1,-1-1-1,0 1 0,-1-8 1,1 10 15,-1-1 1,0 1 0,0 0-1,0-1 1,0 1 0,0 0 0,0 0-1,0 0 1,-1 0 0,1 0-1,-1 0 1,0 0 0,1 1-1,-1-1 1,0 1 0,0-1-1,0 1 1,0-1 0,0 1-1,-1 0 1,1 0 0,0 0 0,0 0-1,-1 1 1,1-1 0,0 1-1,-1-1 1,-4 1 0,0-2 230,-1 1 1,1 1 0,-1-1-1,0 1 1,1 1 0,-1-1-1,1 1 1,-1 1-1,1-1 1,-12 5 0,14-4-58,2 1 0,-1-1 0,0 1 0,0 0 0,1 0 0,0 1 0,0-1 0,0 0 0,0 1 0,0 0 0,0 0 1,1 0-1,0 0 0,0 0 0,0 0 0,1 0 0,-1 1 0,-1 6 0,-6 49 1027,8-58-1184,1 1 1,0-1-1,0 0 1,0 0-1,0 1 1,0-1 0,0 0-1,1 0 1,-1 1-1,1-1 1,-1 0 0,1 0-1,0 0 1,0 0-1,0 1 1,0-1-1,0-1 1,0 1 0,1 0-1,-1 0 1,1 0-1,-1-1 1,3 3 0,11 0-10,0 0 1,0-1-1,0-1 1,0 0-1,0-1 1,1-1 0,-1 0-1,16-3 1,17 2-371,-34 1-88,-7 0-248,0 1 1,0-2-1,0 1 1,0-1 0,11-3-1,-33 2-12209,-15 2 3960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15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2 368,'0'0'11136,"7"0"-3819,26-2-6276,-27 3-1003,0-1-1,0 1 1,-1 1-1,1-1 1,0 1-1,-1 0 1,0 0-1,1 0 1,7 6-1,49 35 40,-18-12-48,-25-21-418,-15-8 411,0 0 0,-1 0 0,1 0 0,-1 1 0,1-1 0,-1 1 0,6 5 0,-8-6-568,0-1 0,0 1 0,0 0 0,-1-1 0,1 1 0,0 0 0,-1-1 0,1 1 0,-1 0 0,0 0 0,1 0 0,-1-1 0,0 4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15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1069 0 1105,'0'0'12589,"-11"19"-11148,-34 49 361,-76 86 0,-434 441-611,367-401-1101,178-183-98,-73 83 54,74-83-82,2 0 0,0 1 0,0 0-1,1 0 1,0 0 0,1 1 0,-4 14 0,11-18-2229,9-14 1115,10-14-256,33-44-4805,-21 25 1300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16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43 3762,'0'0'9223,"6"7"-7825,-3-3-1248,0 0 1,0 0-1,1-1 1,0 1-1,-1-1 1,2 0-1,-1 0 1,0 0-1,0 0 1,1-1 0,0 1-1,-1-1 1,1-1-1,0 1 1,0-1-1,0 1 1,0-1-1,0-1 1,0 1-1,7-1 1,13 1 75,-3-1-100,-1 0 0,38-5 0,-54 4-122,0 1 1,-1-1-1,1-1 0,-1 1 1,1-1-1,-1 1 0,1-1 0,-1-1 1,0 1-1,0 0 0,0-1 1,-1 0-1,1 0 0,0 0 1,-1 0-1,0-1 0,0 1 0,4-8 1,-6 11-3,0-1 1,0 0 0,-1 0 0,1 1-1,-1-1 1,1 0 0,-1 0-1,1 0 1,-1 0 0,1 0-1,-1 0 1,0 0 0,1 0 0,-1 0-1,0 0 1,0 0 0,0 0-1,0 0 1,0 0 0,0 0 0,0 0-1,0 0 1,-1 0 0,1 0-1,0 0 1,0 0 0,-1 0 0,1 0-1,-1 0 1,1 0 0,-1 0-1,1 0 1,-1 0 0,0 0 0,1 1-1,-1-1 1,0 0 0,0 1-1,1-1 1,-1 0 0,0 1 0,0-1-1,0 1 1,0-1 0,0 1-1,0-1 1,0 1 0,-1-1-1,-7 0 19,1 0-1,-1 0 0,1 1 0,-1 0 0,-8 1 0,0-1-17,-16 0 158,-1 2-1,-58 10 1,78-9 25,0 1 0,0 0-1,1 1 1,0 0 0,0 1 0,0 0-1,0 1 1,1 1 0,-12 9 0,21-15-143,1 0 1,-1 0 0,1 0 0,0 1 0,-1-1 0,1 1 0,0-1 0,1 1 0,-1 0 0,0 0 0,1 0 0,0 0 0,-1 0 0,1 0 0,0 0 0,1 0 0,-1 0 0,0 1 0,1-1-1,0 0 1,0 0 0,0 1 0,0-1 0,0 0 0,1 1 0,0-1 0,-1 0 0,1 0 0,2 5 0,0-3-69,-1-1 0,1 1-1,0-1 1,0 0 0,1 0 0,-1 0 0,1 0 0,0-1-1,-1 0 1,2 1 0,-1-1 0,0-1 0,1 1 0,-1-1 0,1 1-1,0-1 1,0-1 0,6 3 0,11 0-871,1 0 1,0-1-1,-1-1 1,33-2-1,-33-1-920,0-1 0,-1-1 0,1-1 0,35-11 0,11-11-4387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16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0 3890,'0'0'12968,"-21"3"-11183,-63 13-235,78-15-1331,0 1-1,0 1 1,0-1 0,1 1-1,-1 0 1,1 1 0,0-1-1,0 1 1,0 0-1,1 0 1,-1 0 0,1 1-1,0 0 1,0 0 0,0 0-1,1 0 1,-5 9-1,6-8-86,-1 0 0,1 0 0,0 1 0,1-1 0,-1 0 0,1 1 0,0-1 0,1 9 0,2-14-141,1 0 0,0-1 1,-1 1-1,1-1 1,0 1-1,0-1 1,0 0-1,-1 0 1,1 0-1,3-1 0,-3 1-11,13-4-325,1 0 0,-1-1 0,0 0 0,0-1 0,-1-1 0,0-1 0,0 0 0,24-17-1,-31 19 184,5 0 2227,-12 20-497,-1-2-2224,0-10 540,0 0-1,0 1 0,1-1 1,-1 1-1,1-1 1,-1 0-1,1 1 1,0-1-1,-1 0 1,1 0-1,1 0 1,-1 0-1,0 0 1,0 0-1,1 0 0,-1 0 1,1 0-1,0 0 1,-1-1-1,1 1 1,0-1-1,0 1 1,0-1-1,0 0 1,4 2-1,1 0-1293,0-1 1,0 0-1,0 0 0,0-1 0,0 1 1,1-2-1,12 1 0,12-1-3974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17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79 147 4082,'0'0'13075,"-5"16"-12130,-1 12-546,3-11 208,-1-1 1,-11 28 0,15-43-571,-1 0 1,1 0-1,-1 0 1,1-1-1,-1 1 1,1 0-1,-1-1 1,0 1-1,1 0 1,-1-1-1,0 1 1,1 0-1,-1-1 1,0 1-1,0-1 1,0 0-1,0 1 1,0-1-1,1 0 1,-1 1-1,0-1 1,0 0-1,0 0 1,0 0-1,0 0 1,0 0-1,0 0 1,0 0-1,0 0 1,0 0-1,0 0 1,0-1-1,1 1 1,-1 0-1,0-1 1,0 1-1,0 0 1,0-1-1,0 1 1,1-1-1,-1 1 1,0-1-1,1 0 1,-1 1-1,0-1 1,1 0-1,-1 0 1,0 1-1,1-1 1,0 0-1,-1 0 1,1 0-1,-1 1 1,1-2-1,-2-6-48,0 0 0,1 0-1,1 0 1,-1 1 0,1-1-1,1 0 1,-1 0 0,1 0-1,1 0 1,-1 1 0,1-1-1,1 0 1,-1 1 0,1 0-1,1 0 1,-1 0-1,1 0 1,0 0 0,1 1-1,0-1 1,0 1 0,0 0-1,1 1 1,-1-1 0,1 1-1,1 1 1,12-9 0,-6 4-246,1 1 1,0 1-1,0 0 0,1 0 1,0 2-1,0 0 1,22-5-1,29 4-9055,-53 6 4147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19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6 2577,'0'0'7393,"-1"-1"-7171,0 1 0,0-1 0,0 1 0,0-1 0,0 1 0,0-1 0,0 1 0,-1-1 0,1 1 0,0 0 0,0 0 0,0 0 0,0-1 0,0 1 0,-1 0 0,1 1 0,-2-1 0,-7 5 126,0 0-1,0 1 0,0 0 0,1 0 1,-1 1-1,-12 13 0,4-4 96,6-7-258,0 0 1,1 2 0,0-1-1,1 1 1,0 1-1,1 0 1,0 0 0,1 1-1,0 0 1,1 0 0,1 1-1,0 0 1,1 0 0,0 1-1,1-1 1,1 1-1,0 0 1,-1 29 0,3-18-108,1-12-54,0 0-1,0 1 1,2-1 0,4 25-1,-4-33 30,0-1 0,0 1 1,1-1-1,0 0 0,0 0 0,0 0 0,1 0 0,-1 0 0,1-1 0,0 0 0,1 0 0,-1 0 0,1 0 0,8 5 0,-1-3 112,0 0-1,0-2 1,0 1-1,0-2 1,1 1 0,-1-2-1,1 0 1,0 0-1,0-1 1,0-1 0,0 0-1,19-3 1,-26 2-127,0 0-1,0 0 1,-1-1 0,1 0 0,-1 0-1,1 0 1,-1-1 0,0 0 0,0 0-1,0 0 1,6-6 0,49-48 103,-41 38-106,-3 4-21,-2-1-1,1 0 0,-2-1 1,0 0-1,-2-1 0,0-1 1,0 0-1,-2 0 0,0-1 1,-2 0-1,6-22 0,-7 15 26,-4 17-25,1 0 1,-2-1-1,1 1 1,-1-19-1,-2 26 10,1 0-1,0 0 1,-1 1-1,1-1 0,-1 0 1,0 1-1,0-1 1,0 1-1,0-1 0,-1 1 1,1-1-1,-1 1 0,1 0 1,-1 0-1,0 0 1,0 0-1,0 0 0,0 0 1,0 0-1,0 1 1,0-1-1,-1 1 0,-2-2 1,-8-2 67,1 0-1,-1 1 1,0 0 0,0 1 0,-1 1 0,-25-2-1,-91 4 611,61 2 182,43 1 191,20 5-2215,4 6-6056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1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59 944,'0'0'8081,"34"-2"-4636,297 3-52,434 14-3081,-756-15-292,562 3 913,-560-3-675,0-1 0,-1 0 1,1-1-1,16-5 0,-26 7-228,-1 0 1,0 0-1,1 0 0,-1-1 1,1 1-1,-1 0 0,0 0 0,1-1 1,-1 1-1,0 0 0,0 0 1,1-1-1,-1 1 0,0 0 0,0-1 1,1 1-1,-1 0 0,0-1 1,0 1-1,0-1 0,0 1 0,1 0 1,-1-1-1,0 1 0,0-1 1,0 1-1,0 0 0,0-2 0,-7-22-6624,3 11 1767,3-5-2153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1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2 3970,'0'0'10023,"6"0"-9196,-1-1-644,-1 1 0,0 0 1,0 0-1,1 0 0,-1 1 0,0-1 0,0 1 0,0 0 0,1 0 1,-1 1-1,0-1 0,-1 1 0,1 0 0,0 0 0,0 0 0,5 4 1,9 9 284,0-2 0,2 0 1,-1-1-1,2-1 0,-1-1 1,1-1-1,1-1 0,0-1 1,0 0-1,44 5 0,-52-6 2184,-26 0-1460,-44 3-870,36-5-32,-63 16-129,0 4 0,-113 50-1,191-72-266,-27 12 363,31-13-337,-1-1 0,1 1-1,0-1 1,0 1 0,0 0 0,-1 0 0,1-1 0,0 1 0,0 0 0,0 0 0,0 0 0,0 0 0,1 0 0,-1 1 0,0-1-1,0 0 1,1 0 0,-2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2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29 2561,'0'0'8681,"-7"0"-7483,-20 0 152,21 0 1046,13-16 675,-5 15-3038,-1 0 0,0-1 0,1 1 0,-1 0-1,1 0 1,-1 0 0,1 1 0,-1-1 0,1 0 0,0 0 0,-1 1 0,1-1 0,0 1 0,0 0 0,-1-1 0,1 1 0,0 0-1,0 0 1,0 0 0,-1 0 0,1 1 0,0-1 0,0 0 0,-1 1 0,1-1 0,0 1 0,-1-1 0,1 1 0,0 0 0,-1 0-1,1 0 1,-1 0 0,1 0 0,-1 0 0,0 0 0,0 0 0,1 1 0,-1-1 0,0 0 0,0 1 0,0-1 0,0 1 0,0 0 0,0-1-1,-1 1 1,1-1 0,-1 1 0,1 0 0,-1 0 0,1 1 0,3 14-20,0 0 0,-2 0 0,0 0 0,0 21 0,-1-18 68,1-2-25,-2 0 0,0 1 1,-3 22-1,3-38-36,0 0 1,-1 0-1,1 0 0,-1 0 0,1 0 1,-1 0-1,0 0 0,0 0 0,-1 0 1,1 0-1,0-1 0,-1 1 0,0 0 1,1-1-1,-1 1 0,0-1 0,0 0 1,-1 1-1,1-1 0,0 0 0,-1-1 1,1 1-1,-1 0 0,0-1 0,0 1 1,1-1-1,-5 1 0,5-1 7,2-9-3,0 1-82,0-1 1,0 1 0,1 0 0,-1-1-1,2 1 1,-1 0 0,1 0 0,0-1-1,1 1 1,0 1 0,0-1 0,7-12-1,-2 6-6,1 0 0,0 1-1,0 0 1,1 1 0,1 0-1,0 1 1,0 0 0,25-17-1,-35 27 91,0 0-1,-1-1 0,1 1 0,0 0 0,0-1 0,0 1 1,-1 0-1,1 0 0,0 0 0,0 0 0,0 0 0,-1 0 1,1 0-1,0 0 0,0 0 0,0 0 0,-1 0 0,1 0 1,0 1-1,0-1 0,-1 0 0,1 1 0,0-1 0,0 0 1,-1 1-1,1-1 0,0 1 0,-1-1 0,1 1 0,-1-1 1,1 1-1,-1 0 0,1-1 0,-1 1 0,1 0 0,-1-1 1,1 1-1,-1 0 0,0-1 0,1 1 0,-1 0 0,0 0 1,0 0-1,0-1 0,1 2 0,8 49 1257,-6-30-712,-2 13-562,1 5-3037,-2-38 2671,1 0 0,-1 0 0,1 0-1,-1 0 1,1 0 0,-1 0-1,1 0 1,0 0 0,-1 0 0,1 0-1,0 0 1,0 0 0,0-1-1,0 1 1,0 0 0,0-1 0,0 1-1,0 0 1,0-1 0,0 1-1,0-1 1,0 0 0,0 1 0,0-1-1,0 0 1,1 0 0,-1 0-1,0 1 1,1-1 0,23 0-4954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3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30 7972,'0'0'13963,"-3"9"-12930,-1 2-787,1 1-1,0-1 1,0 0 0,1 1 0,1-1 0,0 1 0,2 22-1,-1-31-242,0 0-1,0 0 1,1 1-1,-1-1 1,1 0-1,0 0 0,0 0 1,0 0-1,0 0 1,1 0-1,-1 0 1,1-1-1,0 1 0,0 0 1,0-1-1,0 1 1,0-1-1,0 0 1,1 0-1,-1 0 1,1 0-1,0 0 0,-1 0 1,1-1-1,0 1 1,0-1-1,0 0 1,0 0-1,0 0 1,0 0-1,0 0 0,1-1 1,-1 1-1,0-1 1,6 0-1,-6-3-49,0 1-1,0 0 1,0-1 0,-1 0-1,1 0 1,-1 0 0,0 0-1,0 0 1,0 0 0,0 0-1,3-8 1,-3 5 26,0-1 1,0 1-1,0-1 1,-1 0-1,0 0 1,0 0-1,0 1 1,-1-1-1,0 0 1,-1 0-1,0 0 1,0 0-1,0 0 1,-1 1-1,0-1 1,-2-6-1,2 9 14,0 0-1,-1 0 1,1 0-1,0 0 1,-1 1-1,0-1 0,0 1 1,0 0-1,0 0 1,-1 0-1,1 0 1,-1 0-1,0 1 1,1-1-1,-1 1 1,0 0-1,-1 1 1,1-1-1,0 0 1,0 1-1,-1 0 1,1 0-1,-1 1 1,1-1-1,-9 1 1,13 1-335,-1 0 0,0 0 0,0-1 1,1 1-1,-1 0 0,1 0 0,-1 0 1,1 0-1,-1 1 0,1-1 1,0 0-1,-1 0 0,1 0 0,0 0 1,0 0-1,0 0 0,0 0 0,0 1 1,0-1-1,0 0 0,0 0 0,1 1 1,1 10-5550,3-6-266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3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57 5747,'0'0'14908,"-13"24"-13857,-36 73-299,46-93-710,1 1 0,0 0-1,0-1 1,1 1 0,-1 0-1,1 0 1,0 0 0,0 0-1,0 0 1,1 0 0,0 0-1,0 0 1,2 10-1,-1 4 67,0-18-112,-1 0-1,1-1 0,-1 1 1,1 0-1,-1-1 1,1 1-1,0 0 0,-1-1 1,1 1-1,0-1 1,-1 1-1,1-1 0,0 1 1,0-1-1,0 0 0,-1 1 1,1-1-1,0 0 1,0 0-1,0 1 0,0-1 1,-1 0-1,1 0 1,0 0-1,0 0 0,0 0 1,1 0-1,35 0-297,-28-1 146,-1 0 44,1 0 1,-1 0-1,0-1 0,0-1 0,-1 1 0,1-1 0,0 0 0,-1-1 0,0 0 0,1 0 0,-2-1 1,1 1-1,0-2 0,-1 1 0,0-1 0,9-11 0,-15 18 171,0 1-1,0-1 0,-1 0 1,1 1-1,0-1 0,0 1 1,1-1-1,-1 0 1,0 1-1,0-1 0,1 0 1,-1 0-1,0 1 0,1-1 1,0 0-1,-1 0 1,1 1-1,0-1 0,-1 0 1,1 0-1,0 0 0,0 0 1,0 0-1,0 0 1,0 0-1,0 0 0,0-1 1,0 1-1,0 0 0,1-1 1,0 2-1,3 1-76,-1 0-1,1 0 1,0 0-1,0 0 1,0-1-1,1 1 1,-1-1 0,0-1-1,8 2 1,0-1-44,0-1 1,0 0-1,0-1 0,0-1 1,0 0-1,-1-1 1,26-6-1,-34 7 51,-1-1 0,1 1 0,0-1 0,0 0 0,-1 1-1,0-1 1,1-1 0,-1 1 0,0 0 0,0-1-1,0 0 1,0 0 0,0 0 0,-1 0 0,1 0 0,-1 0-1,0-1 1,0 1 0,0-1 0,-1 0 0,1 1-1,-1-1 1,0 0 0,0 0 0,0 0 0,0 0 0,-1 0-1,1-7 1,-1-2 209,0 0 1,-1 0-1,0 0 0,-1 0 0,0 0 0,-1 0 0,-6-15 0,7 24-85,1 1 0,-2-1 0,1 0 0,0 1 0,-1 0 0,1-1 0,-1 1 0,0 0 0,0 0 0,-1 1 0,1-1 0,0 1-1,-1-1 1,0 1 0,1 0 0,-1 1 0,0-1 0,0 0 0,0 1 0,0 0 0,0 0 0,0 0 0,-1 1 0,1 0-1,0-1 1,-8 2 0,10-1-140,0 1-1,0-1 1,0 1-1,0 0 1,1 0-1,-1 0 1,0 0-1,0 0 1,0 0-1,1 0 1,-1 1-1,1-1 0,-1 1 1,1-1-1,-1 1 1,1-1-1,0 1 1,0 0-1,0 0 1,0-1-1,0 1 1,0 0-1,1 0 1,-1 0-1,0 0 1,0 4-1,-6 28-4000,5-7-6952,2-19 1675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5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0 2225,'0'0'12486,"-2"12"-11038,-6 18-380,-1 0-1,-1 0 1,-16 30-1,-53 96 1512,72-143-2596,0-1 1,-1 0-1,-1-1 0,-19 21 1,-11-3-3700,35-27 2484,0 0 0,0-1 0,0 1 0,0-1 0,-1 0 0,1 0 0,0 0 0,-8-1 0,-9 0-6521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5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1 300 4594,'25'-9'3823,"374"-120"5995,-316 106-9123,-47 15-516,-1-2 1,0-1-1,0-2 1,-1-1-1,47-28 0,-81 42-178,2-1 1,0 0 0,0 0-1,0 0 1,0 0 0,-1 0 0,1-1-1,0 1 1,-1 0 0,1-1 0,-1 0-1,0 1 1,1-1 0,-1 0 0,0 1-1,0-1 1,0 0 0,0 0 0,-1 0-1,1 0 1,0-4 0,-1 6 0,0 0-1,0-1 1,0 1 0,0 0 0,0 0-1,0-1 1,0 1 0,0 0 0,-1 0-1,1 0 1,0-1 0,0 1-1,0 0 1,-1 0 0,1 0 0,0-1-1,0 1 1,0 0 0,-1 0 0,1 0-1,0 0 1,0 0 0,-1 0 0,1-1-1,0 1 1,0 0 0,-1 0 0,1 0-1,0 0 1,-1 0 0,1 0 0,0 0-1,0 0 1,-1 0 0,1 0 0,0 0-1,0 0 1,-1 0 0,1 1 0,0-1-1,0 0 1,-1 0 0,1 0 0,0 0-1,-1 1 1,-11 4 41,-21 18 216,1 1 1,1 2-1,2 1 1,0 2-1,2 0 1,1 2 0,2 1-1,1 1 1,-37 69-1,48-71-113,1 0-1,1 1 0,2 0 0,-6 46 0,13-57-287,2-21 129,-1 0-1,0 0 1,0 1-1,0-1 1,0 0-1,0 0 1,0 0-1,1 0 1,-1 0 0,0 1-1,0-1 1,0 0-1,0 0 1,1 0-1,-1 0 1,0 0-1,0 0 1,0 0-1,1 0 1,-1 0-1,0 0 1,0 0-1,0 0 1,1 0-1,-1 0 1,0 0-1,0 0 1,0 0-1,1 0 1,-1 0-1,0 0 1,0 0-1,0 0 1,1 0-1,-1 0 1,0 0-1,0-1 1,0 1-1,0 0 1,1 0 0,-1 0-1,0 0 1,0-1-1,24-26-851,-17 19 1128,9-12-199,-12 14 23,1 0 0,0 0 0,0 0 0,0 0 1,1 1-1,0 0 0,11-7 0,-15 13-36,0 1 0,-1-1 0,1 1-1,0-1 1,-1 1 0,1 0 0,-1 0 0,1 0 0,-1-1 0,0 1 0,0 1 0,0-1-1,0 0 1,0 0 0,-1 0 0,1 0 0,-1 1 0,1 2 0,-1-3-145,0 0-1,0-1 1,1 1 0,-1 0 0,0-1 0,1 1 0,-1-1-1,1 1 1,-1 0 0,1-1 0,0 1 0,0-1 0,-1 1-1,1-1 1,0 0 0,1 1 0,-1-1 0,0 0 0,0 0-1,0 0 1,1 0 0,-1 0 0,0 0 0,1 0-1,-1 0 1,1-1 0,-1 1 0,1 0 0,0-1 0,-1 1-1,1-1 1,0 0 0,-1 1 0,3-1 0,23 0-7520,-13 0 920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6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90 560,'0'0'16792,"15"0"-15912,71 0 481,-85-1-1327,0 1-1,0 0 1,0-1-1,0 1 1,0-1-1,-1 1 1,1-1-1,0 1 1,0-1-1,0 1 1,0-1-1,-1 0 1,1 0 0,0 1-1,-1-1 1,1 0-1,-1 0 1,1 0-1,-1 0 1,1 0-1,-1 0 1,1 0-1,-1 0 1,0 0 0,0 0-1,1 0 1,-1 0-1,0 0 1,0 0-1,0 0 1,0 0-1,0 0 1,0 0-1,0 0 1,-1 0-1,1 0 1,-1-1 0,1-1-23,0 0 1,-1 1-1,1-1 1,-1 0 0,0 1-1,1-1 1,-1 1-1,0-1 1,-1 1 0,1-1-1,0 1 1,-1 0-1,1 0 1,-3-3 0,-3 2 135,1 0 1,-1 1 0,1 0-1,-1 0 1,0 0 0,0 1-1,0 0 1,0 0 0,0 1-1,0 0 1,-7 1 0,6-1 86,6 0-173,0 0 0,1 1 0,-1-1 0,0 1 0,1 0 0,-1 0 0,1-1 0,-1 1 1,1 0-1,-1 0 0,1 0 0,0 1 0,-1-1 0,1 0 0,0 0 0,0 1 0,0-1 0,0 1 0,0-1 0,0 1 0,1-1 0,-1 1 0,0 0 1,1-1-1,-1 1 0,1 0 0,0-1 0,-1 1 0,1 0 0,0-1 0,0 1 0,0 0 0,1 2 0,1 59 323,-1-59-437,0 0 1,1 0 0,-1 0 0,1 0-1,0 0 1,0 0 0,0 0-1,0 0 1,1-1 0,-1 0 0,1 1-1,0-1 1,0 0 0,0 0-1,1 0 1,-1-1 0,1 1 0,-1-1-1,1 0 1,0 0 0,0 0-1,0 0 1,0-1 0,0 0 0,0 1-1,0-2 1,9 2 0,2 0-1312,0 0 0,0-2 0,0 1 1,0-2-1,0 0 0,27-6 0,19-14-6682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6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6739,'0'0'12198,"-34"151"-9013,13-101-1536,8-1-705,-7-1-399,6-3-321,0-4-208,1-5-16,-1-2-272,1-10-529,6-5-447,0-13-1057,7-17-11334,0-23 7076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6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5603,'0'0'11317,"21"-10"-9460,68-26-166,-87 35-1611,-1 0-1,1 1 1,-1-1-1,1 1 1,0 0 0,-1 0-1,1-1 1,0 1-1,-1 0 1,1 0-1,-1 1 1,1-1 0,0 0-1,-1 0 1,1 1-1,-1-1 1,1 1 0,0 0-1,-1-1 1,0 1-1,1 0 1,-1 0-1,1 0 1,-1 0 0,0 0-1,0 0 1,1 0-1,-1 0 1,0 0-1,0 1 1,0-1 0,0 0-1,-1 1 1,1-1-1,0 1 1,-1-1 0,1 1-1,0 2 1,1 4 191,0 0 0,-1 1 0,0-1-1,0 0 1,-1 12 0,0-16-64,0 0-117,0-1 1,0 0 0,0 0 0,0 0 0,-1 0-1,1 0 1,-1 1 0,0-1 0,0 0 0,0 0-1,0 0 1,-1-1 0,1 1 0,-1 0 0,0 0-1,0-1 1,-4 5 0,2-4 16,0 0 0,0-1 1,0 1-1,0-1 0,-1 0 0,1-1 1,-1 1-1,1-1 0,-1 0 0,0 0 1,-6 0-1,-50 1 261,60-2-541,18-5-9602,13-7 2723,4-8-1488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7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94 11701,'0'0'12257,"-4"21"-10883,-4 8-865,4-16-127,0 1 0,2 0 1,-1 0-1,2-1 0,0 1 1,1 18-1,0-31-139,0-34-110,1-2-1183,1 1 0,7-43-1,-9 76 972,0-1-1,0 1 1,1 0-1,-1 0 1,0 0-1,0 0 1,0-1-1,1 1 0,-1 0 1,1 0-1,-1 0 1,1 0-1,-1 0 1,1 0-1,-1 0 0,1 0 1,0 0-1,0 0 1,-1 0-1,3-1 1,14 14-480,-10-4 611,-1-4-40,0 1 0,1-1 0,-1 0-1,1 0 1,0 0 0,0-1 0,0 0-1,0-1 1,0 0 0,1 0 0,-1 0-1,1-1 1,-1 0 0,1 0 0,14-1-1,-15-1-6,-1 1 0,1-1-1,-1 0 1,0-1-1,1 1 1,-1-1-1,0-1 1,0 1 0,0-1-1,0 0 1,-1 0-1,1 0 1,-1-1-1,0 0 1,0 0 0,0-1-1,0 1 1,6-10-1,-10 13 54,0 0 0,0 0-1,0 0 1,0 0 0,0 0-1,0 0 1,-1 0 0,1-1-1,0 1 1,-1 0 0,1 0-1,-1-1 1,1 1 0,-1-1-1,0 1 1,0 0 0,1-1 0,-1 1-1,0-1 1,0 1 0,0 0-1,-1-1 1,1 1 0,0-1-1,0 1 1,-1 0 0,1-1-1,-1 1 1,1 0 0,-1-1-1,0 1 1,1 0 0,-1 0-1,0 0 1,0 0 0,0 0-1,0 0 1,0 0 0,0 0 0,0 0-1,0 0 1,0 0 0,0 0-1,-1 1 1,1-1 0,0 0-1,-1 1 1,1 0 0,0-1-1,-1 1 1,1 0 0,0-1-1,-1 1 1,1 0 0,-1 0-1,1 0 1,-3 0 0,-14 0 662,-23 3 726,39-3-1412,1 1 0,-1 0 0,1 0 0,0-1 0,-1 1 1,1 0-1,0 0 0,0 1 0,0-1 0,0 0 0,0 0 0,0 0 0,0 1 0,0-1 0,0 0 0,0 1 0,1-1 0,-1 1 0,1-1 0,-1 1 0,1-1 0,-1 1 0,1 0 0,0 1 0,-4 21 111,0-12-128,2 1 1,0 0-1,0 0 0,1 0 0,1 0 1,0 0-1,1-1 0,0 1 0,6 25 1,-6-36-167,0 0 0,0 0 1,1 0-1,-1 0 1,1-1-1,-1 1 0,1 0 1,-1-1-1,1 1 1,0-1-1,0 1 1,0-1-1,0 0 0,0 0 1,0 0-1,0 0 1,0 0-1,0 0 0,0-1 1,1 1-1,-1-1 1,0 1-1,0-1 0,1 0 1,-1 0-1,0 0 1,0 0-1,1 0 0,-1-1 1,0 1-1,1-1 1,-1 1-1,2-2 0,5 0-763,-1-1-1,0 0 1,0 0-1,0-1 1,0 1-1,0-2 1,11-8-1,19-19-5089,-3-2-1570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7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1 544,'0'0'22861,"-18"4"-20638,-55 17-406,71-20-1744,1-1 0,-1 0 0,1 1 0,0 0 0,-1-1 0,1 1 0,0 0 0,-1 0 0,1 0 1,0 0-1,0 0 0,0 0 0,0 0 0,0 0 0,0 0 0,0 1 0,0-1 0,0 0 1,0 1-1,1-1 0,-1 0 0,1 1 0,-1-1 0,1 1 0,-1-1 0,1 1 0,0-1 0,0 1 1,0-1-1,0 1 0,0 1 0,0 0-70,0 0-1,1 0 1,0 0 0,-1 0-1,1 0 1,0 0 0,0 0 0,1 0-1,-1 0 1,3 3 0,21 19-22,12 16 20,-35-38-81,-1-1 1,0 0-1,1 0 1,-1 1-1,0-1 1,0 0-1,-1 1 1,1-1-1,-1 1 1,1-1-1,-1 1 1,0 0-1,1-1 1,-1 1-1,-1-1 1,1 1-1,0-1 0,-2 5 1,1-5 53,0 0-1,0 0 1,0 0 0,-1-1-1,1 1 1,0 0 0,-1-1-1,0 0 1,1 1 0,-1-1-1,0 0 1,0 1-1,1-1 1,-1 0 0,0-1-1,0 1 1,0 0 0,0 0-1,-4 0 1,-45 9-182,40-9 47,-70 4-2377,66-5 1381,15 0 1041,-1 0 0,1 0 0,-1 0 0,1 0 0,0 0 0,-1 0 0,1 0 0,-1 0 0,1-1 1,0 1-1,-1 0 0,1 0 0,0 0 0,-1-1 0,1 1 0,-1 0 0,1 0 0,0-1 1,0 1-1,-1 0 0,1-1 0,0 1 0,0 0 0,-1-1 0,1 1 0,0-1 0,0 1 1,0 0-1,0-1 0,-1 1 0,1-1 0,0 1 0,0 0 0,0-1 0,0 1 0,0-1 0,0 1 1,0 0-1,0-1 0,0 1 0,0-1 0,1 1 0,-1-1 0,0 1 0,0 0 0,0-1 1,0 1-1,1 0 0,-1-1 0,0 1 0,0-1 0,1 1 0,-1 0 0,0 0 0,0-1 1,1 1-1,-1 0 0,0-1 0,1 1 0,19-23-4381,13 3-561,6-2 370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7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0 1 4322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8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4322,'98'84'4882,"-96"-82"-4554,-1 0-1,1-1 1,0 1-1,-1-1 1,1 1-1,0-1 1,0 0-1,0 1 1,0-1-1,0 0 1,0 0-1,0-1 1,1 1-1,-1 0 1,0-1-1,0 1 1,1-1-1,-1 0 1,0 0-1,0 0 1,1 0-1,-1 0 0,0 0 1,3-1-1,7-1 1099,101 2 3072,-112-29-4074,-1 26-417,-1 1 0,0-1-1,0 0 1,1 0 0,-2 1 0,1-1 0,0 1 0,0-1 0,-1 1 0,1-1-1,-1 1 1,0 0 0,0 0 0,0-1 0,0 1 0,0 1 0,0-1 0,-1 0-1,1 1 1,0-1 0,-1 1 0,1-1 0,-1 1 0,0 0 0,1 0-1,-1 1 1,0-1 0,-5 0 0,-1-2 1,-1 2-1,0-1 0,1 1 1,-1 0-1,0 1 1,0 0-1,-11 2 1,16 0 73,1-1-1,-1 1 1,1 0 0,-1 0 0,1 0 0,-1 0 0,1 1 0,0 0-1,0 0 1,1 0 0,-1 0 0,1 1 0,-1-1 0,1 1 0,0 0 0,0 0-1,1 0 1,-1 0 0,-2 8 0,1-5 53,1 1-1,0-1 1,1 1-1,0 0 1,0 0-1,1 0 1,0 0 0,0 0-1,1 0 1,0 0-1,1 9 1,0-12-148,1-1 0,0 1 0,-1-1 0,1 0-1,1 0 1,-1 0 0,1 0 0,-1 0 0,1 0 0,0-1 0,0 1 0,1-1 0,-1 0 0,1 0 0,0 0 0,-1 0 0,1-1 0,0 1-1,1-1 1,6 3 0,-5-3-328,0 1 1,-1-1-1,1-1 0,0 1 0,0-1 0,0 0 0,1 0 0,-1-1 1,0 1-1,0-2 0,0 1 0,0-1 0,1 1 0,-1-2 0,10-2 0,-5-3-211,0-1-1,0 0 1,-1-1-1,-1 0 1,1 0-1,-1-1 0,-1 0 1,0-1-1,8-13 1,1 1 995,-20 31 7748,4 5-4037,-1-11-4124,0 1-1,1-1 1,-1 1 0,1-1-1,0 1 1,0-1 0,0 1-1,0-1 1,0 0 0,0 0 0,0 1-1,1-1 1,-1 0 0,1 0-1,0 0 1,-1-1 0,1 1 0,0 0-1,0-1 1,0 1 0,1-1-1,-1 1 1,0-1 0,0 0-1,3 1 1,1-1-129,0-1 0,0 1 0,-1-1 0,1 0 0,0-1 0,0 1 0,0-1 0,-1 0 0,1-1 0,-1 1 0,1-1 0,-1 0 0,1-1 0,-1 1 1,0-1-1,0 0 0,0 0 0,8-8 0,35-30 1780,-48 70-1093,-1-26-612,1 0 0,0 1 0,1-1 0,-1 0 0,1 0 0,-1 0 0,1 0 0,0 0 0,0 0 0,0 0 0,0 0 0,2 3 0,-1-5-191,-1 1-1,1-1 1,-1 0 0,1 1-1,-1-1 1,1 0-1,-1 0 1,1 0 0,0 0-1,0 0 1,0-1 0,-1 1-1,1 0 1,0-1 0,0 0-1,0 1 1,0-1 0,0 0-1,0 0 1,3 0-1,3 0-736,-1 0 0,1-1 0,-1 0 0,0 0 0,1-1 0,-1 0 0,0 0 0,0 0 0,0-1 0,0 0 0,-1-1 0,1 1 0,6-6 0,28-24-5338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8244,'0'0'15948,"-5"20"-13648,-2 16-600,0 0-1,-1 67 0,7-76-1152,0 29 96,1-53-694,0 0 0,0-1 0,1 1 0,-1 0 0,1 0 0,0 0 0,0 0 0,0 0-1,0 0 1,0-1 0,0 1 0,1-1 0,2 5 0,-3-7-126,-1 0 0,1 1 0,-1-1 0,0 1 0,1-1 0,-1 0 0,1 1 0,0-1 0,-1 0 0,1 1 0,-1-1 0,1 0 0,-1 0 0,1 0 0,0 0 1,-1 0-1,1 1 0,-1-1 0,1 0 0,0 0 0,-1 0 0,1-1 0,0 1 0,-1 0 0,1 0 0,-1 0 0,1 0 0,0-1 0,-1 1 0,1 0 0,-1 0 0,1-1 0,-1 1 0,1 0 0,-1-1 0,1 1 0,-1-1 0,1 0 0,11-21-7311,-11 2-423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28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11621,'0'0'13094,"115"-9"-12710,-94 7-384,-1 2-752,-13-5-2113,-1-4-2898,1-2-7043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1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0 301 3490,'0'0'11858,"10"21"-10660,0-1-897,1 1 80,0 2-1,-2 0 1,-1 0-1,8 32 1,20 168 2132,-5-22-2153,-29-194-379,7 31 43,-9-37-35,1 0 0,-1-1 1,0 1-1,0-1 0,0 1 0,0-1 0,1 1 1,-1-1-1,0 1 0,0-1 0,1 1 0,-1-1 1,0 1-1,1-1 0,-1 0 0,0 1 0,1-1 0,-1 0 1,1 1-1,-1-1 0,1 0 0,-1 1 0,0-1 1,1 0-1,-1 0 0,1 0 0,0 1 0,-1-1 1,1 0-1,-1 0 0,1 0 0,-1 0 0,1 0 1,-1 0-1,1 0 0,-1 0 0,1 0 0,-1 0 1,1 0-1,0 0 0,-1-1 0,1 1 0,-1 0 1,1 0-1,-1 0 0,1-1 0,-1 1 0,0 0 0,1-1 1,-1 1-1,1 0 0,-1-1 0,0 1 0,1-1 1,10-14-75,0 0 1,-1 0-1,-1-1 1,-1 0 0,0 0-1,6-20 1,3-6-70,58-135-12,-38 84 149,95-170 0,24 5 1250,-156 258-1209,0 0 0,0 0 1,0 0-1,0 0 0,0 0 1,0 0-1,0 0 0,0 0 0,0 0 1,0 0-1,0 0 0,1 0 1,-1 0-1,0 0 0,0 0 1,0 0-1,0 0 0,0 1 0,0-1 1,0 0-1,0 0 0,0 0 1,0 0-1,0 0 0,0 0 1,0 0-1,1 0 0,-1 0 0,0 0 1,0 0-1,0 0 0,0 0 1,0 0-1,0 0 0,0-1 1,0 1-1,0 0 0,0 0 0,0 0 1,0 0-1,0 0 0,1 0 1,-1 0-1,0 0 0,0 0 1,0 0-1,0 0 0,0 0 0,0 0 1,0 0-1,-2 13 196,-7 18-345,-38 70-2957,22-32-6533,17-37 2057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2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29 2993,'0'0'16088,"0"-6"-14189,0 6-1849,0-1-1,0 0 0,1 1 1,-1-1-1,0 0 1,0 0-1,0 1 0,0-1 1,0 0-1,0 1 0,0-1 1,0 0-1,0 1 1,0-1-1,0 0 0,-1 0 1,1 1-1,0-1 0,0 1 1,-1-1-1,1 0 0,0 1 1,-1-1-1,1 1 1,-1-1-1,1 0 0,-1 1 1,1-1-1,-1 1 0,1 0 1,-1-1-1,1 1 1,-1-1-1,0 1 0,1 0 1,-1-1-1,0 1 0,1 0 1,-1 0-1,0 0 1,1-1-1,-1 1 0,0 0 1,1 0-1,-1 0 0,0 0 1,1 0-1,-1 0 1,-1 1-1,-3 1 72,0 0 0,0 1 1,0 0-1,1 0 0,-1 0 1,1 1-1,-5 4 0,4-5-98,1 0 0,0 0 0,0 1 0,1-1 0,-1 1 0,1 0 0,-1 0 0,1 0 0,1 0 0,-1 1 0,0-1 0,1 1 0,0 0 0,0-1 0,0 1 0,1 0 0,0 0 0,0 0 0,0 0 0,0 1 0,1-1 0,0 0 0,1 6 0,-2-6-69,1-1-1,0 1 1,1-1-1,-1 1 0,1-1 1,0 1-1,0-1 0,0 1 1,1-1-1,-1 0 0,4 6 1,-3-8 12,-1 0 1,1-1-1,0 1 1,0 0-1,0-1 1,0 0-1,0 1 0,0-1 1,0 0-1,0 0 1,0 0-1,1 0 1,-1-1-1,0 1 1,1 0-1,-1-1 0,0 0 1,1 0-1,-1 1 1,1-1-1,-1-1 1,5 0-1,-5 1-15,1-1 0,-1 1 0,0-1-1,1 0 1,-1 0 0,0 0 0,0 0 0,0 0-1,0 0 1,0-1 0,0 1 0,0-1 0,-1 1-1,1-1 1,0 0 0,-1 0 0,3-3 0,21-39-410,-18 30 269,-6 12 186,5-7 70,-1-1 1,0 0-1,0 0 0,-1-1 0,0 1 1,-1-1-1,-1 0 0,3-15 0,-5 26 1218,0 3-1159,-2 31-180,0-17 22,2 0-1,-1 0 1,5 33 0,-3-47-81,-1 0 0,1-1 0,-1 1 0,1 0 0,0 0 0,0 0 0,0-1 0,0 1 0,1 0 0,-1-1 0,1 0 0,0 1 0,-1-1 0,1 0 0,0 1 0,0-1 0,0 0 0,1-1-1,-1 1 1,0 0 0,1-1 0,-1 1 0,1-1 0,0 0 0,-1 0 0,1 0 0,0 0 0,5 1 0,6 0-1277,1-2-1,-1 1 0,1-2 1,22-3-1,28-13-4242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2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1 13926,'0'0'1924,"-19"22"1077,-4 2-1842,8-8-505,1 0 0,0 1 0,1 1 0,1 0-1,1 1 1,-12 24 0,0 10-131,1 1 0,3 1 0,3 1 0,2 1 0,2 0 0,3 0 0,3 1 0,0 68-1,6-125-560,1 0 0,-1 0-1,1 0 1,-1 0 0,1 0-1,-1 0 1,1 0 0,0 0-1,0 0 1,-1-1 0,1 1-1,0 0 1,0 0 0,0-1-1,0 1 1,0-1-1,0 1 1,0-1 0,0 1-1,0-1 1,0 1 0,0-1-1,0 0 1,0 0 0,0 1-1,0-1 1,1 0 0,-1 0-1,0 0 1,0 0 0,0 0-1,0-1 1,0 1 0,0 0-1,2-1 1,44-9-703,-30 2 341,0 0 0,-1-1-1,0 0 1,0-2-1,-2 0 1,28-25-1,-23 17-221,0-2-1,-1 0 1,30-45-1,-54 82 1351,1 0 0,1 0 0,0 1 0,1-1 0,1 1 0,1 0 0,1 28 0,0-45-742,1 1 0,-1 0 0,0-1 0,1 1-1,-1 0 1,1-1 0,-1 1 0,1-1-1,0 1 1,-1-1 0,1 1 0,-1-1 0,1 1-1,0-1 1,-1 0 0,1 1 0,0-1 0,0 0-1,-1 0 1,1 1 0,0-1 0,0 0 0,-1 0-1,1 0 1,0 0 0,0 0 0,-1 0 0,1 0-1,1 0 1,32-2-746,-32 2 690,22-5-381,-1-1 0,0-1 1,-1-1-1,0-2 0,0 0 0,28-17 1,-18 9-224,19-14 2721,-51 64 383,0-16-1998,-1-11-446,1-1-1,0 1 0,0 0 1,1 0-1,-1-1 0,1 1 1,0 0-1,3 8 0,-3-11-222,1 0 0,-1-1 0,1 1 0,-1-1 0,1 1 0,-1-1 0,1 0 0,0 1 0,0-1 0,0 0 0,0 0-1,0 0 1,0-1 0,0 1 0,0 0 0,0-1 0,0 1 0,0-1 0,0 0 0,0 0 0,1 0 0,-1 0 0,0 0 0,2-1-1,49 1-10254,-25 0 2878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3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62 123 7027,'0'0'10693,"3"11"-10023,-2-6-595,0-1 0,1 1 0,-1 0 0,1-1 0,0 0 0,0 1 0,0-1-1,1 0 1,-1 0 0,1 0 0,0-1 0,0 1 0,0 0 0,1-1 0,-1 0 0,1 0 0,0 0 0,0 0 0,0-1 0,0 0 0,0 0 0,1 0 0,-1 0 0,1 0 0,-1-1 0,1 0 0,0 0 0,-1 0 0,9 0 0,-7-1-69,-1 0 0,0 0 1,0-1-1,1 1 0,-1-1 0,0 0 1,0-1-1,0 1 0,0-1 0,0 0 1,5-3-1,-7 3-17,-1 0 0,1-1 0,-1 1 1,1-1-1,-1 1 0,0-1 0,0 0 0,0 1 0,0-1 1,-1 0-1,1-1 0,-1 1 0,0 0 0,0 0 0,0 0 1,0-1-1,0 1 0,0-6 0,0 3 60,0 0-1,-1 0 1,0 0-1,0 0 1,0 0 0,0-1-1,-1 1 1,0 0-1,-1 0 1,1 0 0,-1 1-1,0-1 1,0 0-1,-1 0 1,0 1 0,0 0-1,0 0 1,-6-8-1,5 10 108,0 0-1,0 0 1,0 0-1,0 0 1,-1 1-1,1-1 0,-1 1 1,1 0-1,-1 1 1,0-1-1,0 1 0,0 0 1,0 0-1,0 0 1,0 1-1,0-1 1,0 2-1,0-1 0,0 0 1,0 1-1,0 0 1,-9 3-1,8-2-3,-1 0-1,1 1 0,0-1 1,1 1-1,-1 1 1,0-1-1,1 1 1,0 0-1,0 1 1,0-1-1,1 1 0,-1 0 1,1 0-1,0 0 1,0 1-1,-3 7 1,1-4-37,2 1 0,-1-1 0,2 1 1,-1 0-1,1 0 0,1 0 0,0 1 1,0-1-1,0 16 0,2-23-116,0-1 0,0 1 0,1-1 1,-1 1-1,1-1 0,-1 1 0,1-1 0,0 0 0,0 1 0,0-1 0,0 0 0,0 0 1,1 0-1,-1 0 0,1 0 0,-1 0 0,1 0 0,0 0 0,2 1 0,0 1-72,1-1 1,0 0-1,0 0 0,0-1 0,1 0 0,-1 0 0,1 0 0,6 1 1,12 2-792,0-2 0,1-1 0,26-1 0,-44 0 452,85-1-4817,3 0-3441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4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108 127 1713,'0'0'11920,"-1"26"-10117,-6 85 9,6-97-1459,-1 0-1,-1 0 1,0-1 0,-1 1 0,0-1 0,-9 18-1,-3 9 538,-37 95 569,55-168-1933,-2 9 201,1 0 0,9-48-1,-1 46 28,1 1 0,1 0 0,1 0 0,2 1-1,0 0 1,1 1 0,1 1 0,1 1 0,2 0 0,0 1 0,0 1-1,2 1 1,0 1 0,2 0 0,-1 2 0,2 1 0,0 1 0,28-11-1,-52 23 257,1 0-1,0 1 0,0-1 0,0 1 1,0-1-1,0 1 0,0 0 0,-1-1 1,1 1-1,0 0 0,0-1 0,0 1 1,0 0-1,0 0 0,0 0 0,0 0 1,0 0-1,0 0 0,0 0 0,0 1 1,0-1-1,0 0 0,0 0 0,0 1 1,0-1-1,0 1 0,0-1 0,0 1 1,0-1-1,0 1 0,0 2 120,-1-1 0,1 1 0,-1-1 0,0 1 0,0-1 0,0 1-1,0-1 1,0 1 0,-1-1 0,0 4 0,0-1 21,-1 0-1,0 0 1,0-1 0,0 1-1,0-1 1,-1 1 0,0-1-1,0 0 1,0 0 0,0 0-1,-1-1 1,1 1 0,-1-1-1,0 0 1,0 0 0,0 0-1,-8 4 1,-11 6 194,0-2-1,-30 10 0,37-15-89,-4 2-107,6-4 94,1 2 1,-1 0-1,-16 10 0,28-15-153,-1 1-1,1 0 1,-1-1 0,1 1 0,0 0-1,-1 1 1,1-1 0,0 0-1,0 1 1,1-1 0,-1 1-1,0-1 1,1 1 0,0 0-1,-1 0 1,1 0 0,0-1 0,0 1-1,1 0 1,-1 0 0,0 5-1,2 2 149,0 0 0,1-1 0,0 1 0,1-1 0,-1 0 0,2 1 0,-1-1 0,1 0 0,1-1 0,0 1 0,0-1 0,12 14 0,-9-12 17,0 0 0,1-1 0,0 0 0,1-1 0,0 0 0,0-1 0,0 0 0,1 0 0,20 8 0,-29-14-231,1 1 0,-1-2 1,1 1-1,-1 0 1,1 0-1,0-1 1,-1 1-1,1-1 1,0 0-1,0 0 0,-1 0 1,1 0-1,0-1 1,4 0-1,-6 0-148,0 1 0,0-1 0,1 0-1,-1 0 1,0 0 0,0 0 0,0 0 0,0 0-1,0-1 1,0 1 0,-1 0 0,1 0 0,0-1-1,-1 1 1,1 0 0,-1-1 0,1 1 0,-1-1-1,1 1 1,-1-1 0,0 1 0,0-1 0,0 1-1,0-1 1,0 1 0,0-3 0,-3-29-8732,-8 17-810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4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9092,'0'0'7849,"0"24"-4431,-2 79-1103,1-81-1633,-1 0 0,-1 0-1,-1-1 1,-10 30-1,-1 11 476,8-36-807,0 0-194,7-6-3364,7-20-2697,22-8-271,2-5 1462,-3-4-979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5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74 3025,'0'0'18921,"-10"4"-17296,3-1-1439,0 0 0,0 1 0,0 0-1,1 0 1,-1 0 0,1 1 0,0 0 0,1 0 0,-1 0 0,1 1 0,0 0 0,0 0 0,0 0 0,1 1-1,0-1 1,1 1 0,-1 0 0,-2 9 0,2-3-61,1 0 0,1 0 0,-1 1 0,2-1 0,0 1 0,2 20 0,-1-21-117,0-11-9,0 0 1,1-1-1,-1 1 0,1-1 1,0 1-1,-1-1 0,1 1 0,0-1 1,0 1-1,0-1 0,0 0 0,0 0 1,0 1-1,0-1 0,1 0 1,-1 0-1,0 0 0,1 0 0,-1 0 1,0-1-1,1 1 0,-1 0 0,1-1 1,0 1-1,-1-1 0,1 1 1,-1-1-1,1 0 0,0 0 0,-1 0 1,1 1-1,0-2 0,2 1 0,4 0-41,1 0 0,-1 0 0,0-1 0,0 0-1,0 0 1,9-4 0,-9 2-6,1-1 1,-1 0-1,0 0 0,-1-1 0,1 0 1,-1 0-1,0-1 0,0 0 1,-1 0-1,0-1 0,0 0 1,0 0-1,-1 0 0,0 0 0,0-1 1,-1 0-1,0 0 0,-1 0 1,1-1-1,-2 1 0,1-1 1,-1 0-1,0 0 0,0-16 0,-1 17 49,-2 0 0,1 0 0,-1-1 0,-1 1 0,1 0 0,-1 0 0,-1 0 0,1 1 0,-8-15 0,7 17 6,0 1-1,0-1 0,-1 1 1,1 0-1,-1 0 0,0 1 0,0-1 1,0 1-1,0 0 0,-1 0 0,1 0 1,-1 1-1,0-1 0,0 1 0,0 0 1,0 1-1,-5-2 0,-8 4-1051,18 10-3630,1-9 3876,0 0 0,0 0 0,0-1 0,1 1 0,-1 0 0,1 0 0,-1-1-1,1 1 1,0-1 0,0 0 0,-1 1 0,1-1 0,0 0 0,4 1-1,19 4-7097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5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53 976,'0'0'17392,"-4"-2"-16455,1 1-829,0 1 0,0-1 0,0 0 0,1 1 0,-1 0-1,0 0 1,0-1 0,0 2 0,0-1 0,0 0 0,0 1 0,1-1 0,-1 1 0,0 0 0,-4 1 0,-1 2 88,0 0 0,0 0 0,0 1 0,1 0 0,-8 6 0,-3 5 285,1 1 0,0 1-1,-17 23 1,28-30-415,0 0-1,0 0 1,1 0-1,1 1 1,0 0-1,0 0 1,1 0-1,1 0 1,0 0 0,1 1-1,0-1 1,1 0-1,1 14 1,-1-24-75,0-1 0,0 1 0,0 0 0,1 0 0,-1-1 0,0 1 0,1 0 0,-1-1 0,1 1 0,0 0 0,-1-1 0,1 1 0,0-1 0,0 1 0,0-1 0,0 1 0,0-1 0,1 0 0,-1 0 0,0 0 0,1 1 0,-1-1 0,0 0 0,3 1 0,0-1-27,0 1 0,1 0 1,-1-1-1,0 0 0,1 0 0,0 0 0,-1-1 0,1 0 0,6 0 0,2 0-11,-1-2 0,1 1 0,0-2 0,0 0 0,-1 0 0,15-7 0,-11 2-40,-1 0-1,0-1 1,-1-1-1,1-1 1,-2 0-1,0 0 1,0-2-1,-1 1 0,15-23 1,-20 27 109,-1 0 0,-1-1 0,0 0 0,0-1 0,-1 1 0,0-1 0,0 1 0,-1-1 0,-1 0 0,1-1-1,-2 1 1,1 0 0,-2 0 0,1-1 0,-1 1 0,-1-1 0,-2-12 0,2 19 42,-1 0 0,0 0 0,0 1-1,0-1 1,-1 1 0,1 0 0,-1 0 0,0 0 0,0 0-1,0 0 1,0 0 0,0 1 0,-1-1 0,1 1 0,-1 0-1,1 0 1,-1 1 0,0-1 0,0 1 0,0-1-1,0 1 1,0 0 0,0 1 0,-7-1 0,-4-1 40,0 0 1,0 1-1,0 1 1,-1 0-1,-23 4 1,34-2-155,0 0 1,0 0 0,0 1 0,1-1 0,-1 1 0,0 0 0,1 0 0,0 1-1,0-1 1,0 1 0,0 0 0,1 0 0,-1 0 0,-4 9 0,5-9-498,1-1 1,-1 1 0,1 0-1,0 0 1,1 1-1,-1-1 1,1 0 0,0 0-1,0 1 1,-1 6-1,2 8-5890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39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82 140 576,'0'0'6566,"0"-13"-5656,0-69 685,0 37 7182,0 62-7976,-2 44 990,-3-1 0,-23 112 0,21-138-1481,-4 12 477,3 1 0,-6 86-1,8-64 308,6-69-563,-1-27-276,3 12-3034,1 13 1886,-1 1-900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0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94 279 2545,'0'0'5432,"-3"20"-3805,-28 161 876,-22 86 1451,50-257-2725,0-12-543,2-24-438,9-44-723,42-106-1118,-30 100-416,2 0-1,40-87 0,-54 146 1844,1 1 0,0 0 0,1 0 0,1 1 0,15-16 0,-21 25 395,0 1-1,0 1 0,0-1 0,1 1 1,-1 0-1,1 0 0,0 0 0,1 1 0,-1 0 1,0 0-1,1 1 0,0 0 0,-1 0 1,1 0-1,0 1 0,14-1 0,-19 2-158,0 1-1,1 0 1,-1-1-1,1 1 1,-1 0 0,0 0-1,0 0 1,0 0-1,0 1 1,1-1-1,-2 1 1,1-1-1,0 1 1,0 0-1,0-1 1,-1 1 0,1 0-1,-1 0 1,1 0-1,-1 1 1,0-1-1,0 0 1,0 0-1,0 1 1,0-1-1,-1 0 1,1 1 0,-1-1-1,1 1 1,-1 3-1,3 13 77,-1 0 1,-1 35-1,-1-42-65,0-1 7,0 0-1,-1 0 1,0 0-1,0 0 1,-1 0-1,-7 20 1,7-26 16,-1 0-1,0 0 1,0 0 0,0-1 0,0 1 0,-1-1-1,0 0 1,0 0 0,0 0 0,0-1-1,-1 1 1,1-1 0,-1 0 0,0 0-1,-8 3 1,-3 0 16,-1 0 0,0-1 0,0-1-1,0-1 1,-1-1 0,1 0 0,-31-1 0,9 1 252,38-2-282,0 0-1,0 0 0,0 0 0,0 0 1,0 0-1,0 0 0,0 0 0,0 0 1,0 0-1,0 1 0,0-1 0,1 1 1,-1-1-1,0 0 0,0 1 0,0-1 0,0 1 1,1 0-1,-1-1 0,0 1 0,1-1 1,-1 1-1,0 0 0,1 0 0,-1-1 1,1 1-1,-1 0 0,0 1 0,1 0 29,0 0 0,0 0 0,0 0 0,0 0 0,0-1 0,1 1 0,-1 0 0,0 0 0,1 0 0,-1-1 0,1 1 0,0 0 0,1 2 0,36 50 1979,175 209 2620,-209-259-4654,-1 0 0,0 0 1,-1 1-1,1-1 1,-1 1-1,0-1 1,0 1-1,0 0 1,-1 0-1,1 0 1,-1 0-1,0 0 1,0 9-1,-1-13-298,-6-5-9175,-2-7 4230,1-8-3208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1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3362,'1'0'19822,"4"11"-19272,-2 17 103,-1 0 1,-1 0-1,-4 31 1,1 5 120,2-30-2150,0 18 3873,0-4-1131,0-16-4059,0-6-3288,0-1-4509,0-40 1230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1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1 384,'0'0'11232,"0"9"-5271,0 46-3017,-17 148 2531,8-126-4616,8-4-2372,22-75-6867,-8-9 2287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3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57 1425,'0'0'10018,"3"-6"-8204,11-20-214,-11 20 2242,-6 6-2999,-2 0-683,0 1 0,0 0 1,1 0-1,-1 1 0,0-1 0,1 1 0,-1 0 0,1 1 0,-1-1 0,1 1 0,0-1 0,0 1 0,0 1 0,1-1 1,-1 0-1,1 1 0,0 0 0,0 0 0,0 0 0,0 0 0,1 0 0,-1 0 0,1 1 0,0-1 0,-1 6 0,-3 5-68,1 0 0,0 0 0,2 0 0,-1 1 0,2-1-1,-1 30 1,2-19-94,0-5 15,1 0-1,5 33 1,-5-50-37,1 0 0,0 0 0,0 0 0,0 0 0,0 0 0,0-1 0,1 1 1,0 0-1,0-1 0,0 1 0,0-1 0,0 0 0,1 1 0,0-1 0,-1 0 0,1 0 0,0-1 0,0 1 0,6 3 0,-6-5 1,0 1 0,0-1-1,-1 0 1,1 0 0,0 0-1,1-1 1,-1 1 0,0-1-1,0 1 1,0-1-1,0 0 1,0 0 0,0 0-1,1-1 1,-1 1 0,0-1-1,0 0 1,5-2 0,-3 1 15,0-1 0,0 0 0,-1 0 0,0 0 0,0-1 0,0 1 0,0-1 0,0 0 0,-1-1 0,4-4 0,4-8 15,-1-1 0,-1 0 0,0-1 0,9-32 0,-10 20 166,-1-1 0,-2 0 0,-1 0 0,-1 0 0,-3-35 0,0 65-133,0 1-1,-1-1 1,1 0 0,-1 0-1,1 1 1,-1-1 0,0 0-1,0 1 1,0-1-1,1 1 1,-2-1 0,1 1-1,0-1 1,0 1 0,0 0-1,-1-1 1,1 1 0,-1 0-1,1 0 1,-1 0 0,1 0-1,-1 0 1,0 1 0,1-1-1,-1 0 1,0 1 0,1-1-1,-1 1 1,0 0 0,0 0-1,0-1 1,-2 1 0,-12-1 131,0 0 1,-29 2-1,23 0 49,15-1-119,5-1-64,-1 1 1,1 0-1,0 0 0,-1 0 1,1 0-1,-1 1 1,1-1-1,0 1 1,-1-1-1,1 1 0,0 0 1,0 0-1,-1 0 1,1 0-1,-2 2 0,3-2-350,1 1-1,-1-1 0,1 1 0,0 0 0,-1-1 1,1 1-1,0-1 0,0 1 0,0 0 1,0-1-1,0 1 0,1-1 0,-1 1 0,0-1 1,1 1-1,-1-1 0,1 1 0,0-1 0,-1 1 1,1-1-1,0 1 0,0-1 0,0 0 0,1 2 1,2 6-4395,-3 4-2645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5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268 152 416,'2'-2'20014,"11"-13"-19941,-12 13-51,20-21 300,46-41 0,-60 59-317,-1 0-1,1 1 1,0-1-1,0 1 1,0 0 0,0 1-1,1 0 1,-1 0 0,1 1-1,0 0 1,0 0-1,0 0 1,9 1 0,-16 1-7,-1 0 0,1 0 0,-1 1 0,1-1 0,-1 0 0,1 1 0,-1-1 0,0 0 0,1 1 0,-1-1 0,1 1-1,-1-1 1,0 1 0,1-1 0,-1 1 0,0-1 0,1 1 0,-1-1 0,0 1 0,0-1 0,0 1 0,0-1 0,1 1 0,-1 0 0,0-1 0,0 1 0,0-1 0,0 1 0,0 0 0,-1 0 0,1 26 1,0-17 14,0 22 67,-1 1 0,-1-1 0,-2 1 0,-1-1 0,-1 0 0,-2 0 0,-15 36 0,10-36-58,-2-2 0,-1 0 0,-1-1 1,-2-1-1,-41 48 0,46-60-24,0-1-1,-2-1 1,0 0 0,0-1 0,-1 0 0,-1-2 0,0 0 0,0-1 0,-1-1 0,-30 10 0,39-16-81,0-1 1,0-1-1,0 1 1,0-2 0,-11 0-1,16 0 71,5 0 12,-1 0 0,0 0 0,1 0 0,-1-1 0,1 1 0,-1 0 1,1 0-1,-1-1 0,1 1 0,-1 0 0,1-1 0,-1 1 0,1-1 0,-1 1 0,1-1 1,-1 1-1,1-1 0,0 1 0,-1-1 0,1 1 0,0-1 0,0 1 0,-1-1 0,1 1 0,0-1 1,0 0-1,0 1 0,0-1 0,0 1 0,0-1 0,0 0 0,0 1 0,0-1 0,0 1 1,0-1-1,0 0 0,0 1 0,0-1 0,1 1 0,-1-1 0,0 0 0,0 1 0,1-1 0,-1 1 1,0-1-1,1 1 0,-1-1 0,1 0 0,0-2 3,1 0 0,-1 1 1,1-1-1,-1 0 0,1 1 0,0-1 0,0 1 0,0 0 0,0-1 1,3-1-1,19-8 252,0 0 1,1 2-1,0 0 0,1 2 1,0 1-1,1 1 1,-1 1-1,1 2 0,0 0 1,51 3-1,-72 1-146,-1 0 0,1 0 0,-1 0 0,0 1 0,0 0 0,1 0 0,-1 0 0,0 1 0,-1-1 1,1 1-1,0 1 0,-1-1 0,8 8 0,5 6 369,-2 0 0,16 22 0,-20-23 107,1 0 1,19 17-1,-27-30-445,1 0-1,-1 0 1,0 0 0,1-1 0,-1 0 0,1 0-1,0 0 1,0 0 0,0-1 0,0 0-1,0 0 1,0 0 0,0 0 0,0-1-1,9 0 1,-9 0-602,-29 0-4400,9 0-1502,7 0-1987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6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108 319 2785,'0'0'8012,"0"-12"-4250,-9 97 122,-21 46-2242,13-66-1280,11-42-293,-2 0 0,-1-1 1,-13 24-1,20-45 133,0-7-87,-1-22-63,3-37-95,4 33 6,1 1 1,2 0-1,1 0 1,13-34 0,56-117-668,-60 145 567,1 1 1,1 1-1,3 1 1,30-38-1,-51 71 141,0-1 1,-1 1-1,1 0 1,0 0-1,0 0 1,1 0-1,-1 0 0,0 0 1,0 0-1,0 0 1,1 0-1,-1 0 1,0 1-1,1-1 1,-1 1-1,1-1 0,-1 1 1,0-1-1,1 1 1,-1 0-1,1 0 1,2 0-1,-2 0 14,-1 1-1,0-1 1,1 1 0,-1 0-1,0 0 1,0 0 0,0 0-1,0 0 1,0 0-1,0 0 1,0 0 0,0 0-1,0 0 1,0 1 0,0-1-1,-1 0 1,1 1-1,0 1 1,3 8 112,-1-1 1,0 1-1,-1 0 0,1 18 0,-1 91 226,-2-68-327,0-50-35,-1 0 1,1 0-1,0-1 1,-1 1-1,1 0 1,-1 0 0,1-1-1,-1 1 1,0 0-1,0-1 1,0 1-1,0-1 1,0 1-1,0-1 1,0 1 0,0-1-1,-1 0 1,1 0-1,0 1 1,-1-1-1,1 0 1,-1 0-1,1-1 1,-4 2 0,-48 15-108,23-8 151,17-5 89,1 1 1,0 1-1,0 0 0,0 1 1,-13 9-1,23-14-69,0-1 0,1 0 0,-1 0 0,1 1 0,-1-1 0,1 1 0,0-1 0,-1 1 0,1 0-1,0 0 1,0-1 0,0 1 0,1 0 0,-1 0 0,0 0 0,1 0 0,-1 0 0,1 0 0,0 0 0,-1 0 0,1 0 0,0 0 0,0 0 0,0 0 0,1 0 0,-1 0 0,0 0 0,1 0 0,0 0 0,-1 0 0,1 0 0,0 0 0,0-1 0,0 1-1,0 0 1,0 0 0,0-1 0,0 1 0,1-1 0,-1 1 0,1-1 0,-1 0 0,1 1 0,1 0 0,32 27 1267,1-2 0,78 45 0,-23-15 956,-80-52-1713,-9-4-456,-1-1 0,1 1 1,0 0-1,-1 0 1,1-1-1,0 1 1,-1 0-1,1 1 1,-1-1-1,0 0 1,1 0-1,-1 0 1,0 1-1,2 1 1,-38-2-9969,14-1 2490,-5 0-4116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7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17 113 624,'0'0'7433,"-3"-4"-5755,1 2-1344,1 1-1,0-1 1,-1 0-1,1 1 1,0-1-1,0 0 1,0 0-1,1 0 1,-1 0-1,0 1 1,1-1-1,-1 0 1,1 0-1,0 0 1,-1 0-1,1 0 1,0-3-1,1 3-84,-1 1 1,0-1-1,1 1 0,-1 0 1,1-1-1,0 1 0,0 0 0,-1-1 1,1 1-1,0 0 0,0 0 1,0 0-1,0 0 0,2-1 0,16-11-603,-4 6 525,0 1 0,1 0 0,0 1-1,0 1 1,0 0 0,1 1 0,-1 1-1,1 0 1,-1 2 0,1 0 0,20 2-1,-34-1-165,-1 0-1,1 0 0,-1 1 1,1-1-1,-1 1 0,1-1 0,-1 1 1,0 0-1,0 0 0,0 0 1,0 0-1,0 0 0,-1 0 0,1 1 1,-1-1-1,1 0 0,-1 1 1,0-1-1,0 1 0,0 0 0,0-1 1,0 1-1,-1 0 0,1 0 1,-1-1-1,0 1 0,1 0 0,-2 3 1,2 0 12,-1 0 1,1 0-1,-2 0 1,1 0 0,-1 0-1,1-1 1,-2 1 0,1 0-1,-1 0 1,1-1-1,-2 1 1,1-1 0,-4 6-1,-6 2 104,-1-1 0,0 0 0,-1-1 0,0 0 0,-19 9-1,13-6-36,19-13-87,0-1 1,1 1 0,-1 0-1,0 0 1,1-1 0,-1 1-1,1 0 1,-1 0 0,1 0-1,0 0 1,-1 0 0,1-1-1,0 1 1,0 0 0,-1 0-1,1 0 1,0 0 0,0 0-1,0 0 1,0 0 0,0 0-1,0 0 1,1 0 0,-1 0-1,0 0 1,0 0 0,1-1-1,-1 1 1,0 0 0,1 0-1,-1 0 1,1 0 0,-1-1-1,1 1 1,0 0 0,-1 0-1,1-1 1,0 1 0,1 0-1,-2 0 3,30 32-160,-18-21 72,0 1 1,-1 1-1,0 0 1,-1 1-1,16 29 1,-20-27 32,1-1 1,-2 1-1,0 0 1,-2 1 0,1-1-1,-2 1 1,1 31 0,-3-47 65,-1 0 0,1 0 0,0 0 1,-1 0-1,1 0 0,-1 0 0,1 0 1,-1 0-1,0 0 0,0 0 0,0 0 1,0 0-1,0 0 0,0-1 0,-1 1 1,1 0-1,0-1 0,-1 1 0,1-1 1,-3 2-1,-1 0 89,1 0 0,-1-1 1,0 1-1,0-1 0,-1 0 0,1 0 1,-9 1-1,-7 1 741,-1-2 0,-41 1 0,62-3-811,-5 0 327,-1 0 0,0-1 0,0 0 0,0 0 0,0 0 0,1-1 1,-8-3-1,-10-13-1979,17 5-2823,5-5-3516,2 12-907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49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130 146 352,'0'0'2831,"1"0"-2684,-1 1 0,0-1 0,1 0 1,-1 0-1,0 0 0,1 0 0,-1 0 0,0 0 1,0 1-1,1-1 0,-1 0 0,0 0 0,1 0 0,-1 1 1,0-1-1,0 0 0,0 0 0,1 1 0,-1-1 1,0 0-1,0 0 0,0 1 0,1-1 0,-1 0 1,0 1-1,0-1 0,0 0 0,0 1 0,0-1 1,0 0-1,0 1 0,0-1 0,0 0 0,0 1 0,0 25 1860,-1 0 0,-1-1 0,-1 1 0,-10 39-1,-28 126 1711,17-58-3039,19-99-358,-4-5-146,3-23-8,1-21 115,2-9-307,1 0-1,2-1 1,1 1-1,0-1 1,2 1-1,1 0 1,1 0-1,10-30 1,12-25-680,41-81 0,-44 107 235,-13 29 188,-4 5 64,1 1-1,1 0 0,0 1 1,2 0-1,15-20 0,-25 36 222,-1 0-1,1 0 0,-1 1 1,1-1-1,-1 0 0,1 1 0,0-1 1,-1 1-1,1-1 0,0 1 1,-1-1-1,1 1 0,0-1 0,0 1 1,0 0-1,-1-1 0,1 1 1,0 0-1,0 0 0,0 0 0,0 0 1,-1-1-1,1 1 0,0 0 0,0 0 1,0 1-1,0-1 0,1 0 1,-1 1 10,0 0-1,0 0 1,1 0 0,-1 0 0,0 0 0,-1 1 0,1-1 0,0 0 0,0 0 0,0 1 0,-1-1 0,1 0 0,-1 1 0,2 2 0,7 58 586,-8-58-521,1 28 207,0 1 0,-2-1 0,-4 37 0,3-66-256,0 0-1,0 0 1,0-1-1,-1 1 1,1 0 0,0-1-1,-1 1 1,0-1-1,0 1 1,1-1 0,-1 0-1,-1 0 1,1 0-1,0 0 1,0 0-1,-1 0 1,1-1 0,-1 1-1,0-1 1,1 0-1,-1 1 1,0-1 0,0 0-1,0-1 1,0 1-1,1 0 1,-5-1-1,-12 3 79,0-2 0,1 0-1,-25-2 1,16 0-12,21 1 4,0 0 1,-1 0 0,1 1 0,0 0 0,0 0-1,0 1 1,0 0 0,0 0 0,0 0 0,0 0-1,-7 6 1,10-7-57,1 1 0,0 0 0,0 0 0,0 1 0,0-1 0,0 0 0,0 1 0,0-1 0,1 1 0,-1-1 1,1 1-1,0 0 0,0 0 0,0-1 0,0 1 0,0 0 0,0 0 0,1 0 0,0 0 0,-1 0 0,1 0 0,0 0 0,1 0 0,-1 0 0,2 6 0,-1-6 15,0 1 1,0-1-1,1 0 1,-1 0-1,1 0 1,0-1-1,0 1 0,0 0 1,0-1-1,1 1 1,-1-1-1,1 0 1,-1 0-1,1 0 0,0 0 1,0 0-1,5 2 1,59 25 990,-56-25-860,61 19 833,-46-16-358,-2 1 1,1 1-1,-1 1 1,34 19-1,-54-26-630,-1 1-1,1-1 0,-1 1 1,0 0-1,0 0 0,0 0 1,0 1-1,-1-1 0,1 1 1,-1-1-1,-1 1 0,1 0 0,-1 0 1,1 0-1,-1 0 0,0 0 1,-1 6-1,-19-8-5080,-2-1-1547,-6 9-1835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50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0 4034,'0'0'11568,"-7"15"-10154,-194 347 4527,187-337-5743,2 0 0,0 1 0,-11 42 1,22-68-198,1 1 0,0 0 1,0-1-1,0 1 0,0 0 1,0-1-1,0 1 0,0 0 1,0-1-1,0 1 1,0 0-1,1-1 0,-1 1 1,0-1-1,0 1 0,0 0 1,1-1-1,-1 1 1,0-1-1,1 1 0,-1 0 1,1-1-1,-1 1 0,1-1 1,-1 0-1,1 1 0,-1-1 1,1 1-1,-1-1 1,1 0-1,-1 1 0,1-1 1,0 0-1,-1 1 0,1-1 1,-1 0-1,1 0 0,0 0 1,-1 0-1,1 0 1,0 0-1,1 0 0,36 0 47,-26 0-34,31-3 157,-1-1 1,1-2 0,67-20 0,-69 15 264,0 2 0,1 2-1,69-4 1,-110 11-76,4 1 250,-3 2-4191,-10-3 0,6 0 3023,1-1 0,-1 1 0,0-1 0,1 1 0,-1-1 0,1 0 0,-1 0 0,1 0 0,-1 0 0,1 0 0,0 0 0,-1 0 0,1 0 0,-2-3 0,0 1-351,-16-15-5134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50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3362,'0'0'13451,"-8"27"-11154,-64 203 3226,63-207-5147,1 1 1,2 0-1,0 0 1,1 1-1,2 0 1,-2 40-1,5-63-545,5 27-3140,12-15-6240,-5-11-1186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0:52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88 265 2481,'0'0'5918,"1"0"-5750,-1 1 1,1-1 0,-1 1 0,1-1 0,-1 0-1,1 1 1,-1-1 0,1 1 0,-1 0 0,0-1 0,1 1-1,-1-1 1,0 1 0,0 0 0,1-1 0,-1 1 0,0 0-1,0-1 1,0 1 0,0 0 0,0-1 0,0 1-1,0 0 1,0 0 0,-2 22 889,0 0 1,-2 0-1,-1 0 0,-1 0 0,-8 22 0,-13 50 1050,17-19-346,8-53-1354,-1 0 0,-11 42 0,10-94-373,2-28-198,5 18-26,1 0 1,2 1-1,1-1 1,2 1-1,2 1 0,2 0 1,1 0-1,1 2 1,2-1-1,2 2 1,1 1-1,2 0 1,1 2-1,45-49 1,-63 75 188,0 1 1,0-1-1,1 1 1,-1 0-1,1 0 1,0 0-1,1 1 1,-1 0-1,0 0 1,1 1-1,-1 0 1,1 0-1,0 0 1,0 1-1,0 0 1,0 1-1,0-1 1,0 1-1,0 0 1,7 2-1,-13-2 18,-1 1 0,1 0 0,0-1 0,0 1 0,-1 0-1,1 0 1,0 0 0,-1-1 0,1 1 0,-1 0 0,1 0-1,-1 0 1,1 0 0,-1 0 0,0 0 0,1 0 0,-1 0-1,0 0 1,0 0 0,0 0 0,0 0 0,0 0 0,0 2-1,-1 31 166,1-25-60,1 29 183,0-24-183,0 0-1,-1 0 0,-1 0 1,-4 24-1,4-35-82,0 1-1,0-1 1,0 1-1,-1-1 1,1 0-1,-1 0 1,0 1-1,0-1 1,0 0-1,0 0 1,-1-1 0,1 1-1,-1 0 1,0-1-1,1 0 1,-1 0-1,0 1 1,0-2-1,-1 1 1,1 0-1,0-1 1,-6 3 0,-4-1 68,0 0 1,0-1 0,0-1-1,0 0 1,0 0 0,-20-3-1,18 1-1,0 1 1,-1 0-1,1 1 0,-15 3 0,28-3-65,0-1-1,0 1 1,0 0 0,0 0-1,0 0 1,1 0 0,-1 0 0,0 1-1,0-1 1,1 0 0,-1 1-1,1-1 1,0 1 0,-1-1-1,1 1 1,0 0 0,0 0-1,0 0 1,0-1 0,0 1-1,0 0 1,1 0 0,-1 0-1,1 0 1,-1 0 0,1 0-1,0 1 1,0-1 0,0 2-1,-1-1 23,1 1-1,1-1 1,-1 0-1,0 1 1,1-1-1,-1 0 1,1 0-1,0 1 1,0-1-1,1 0 1,-1 0-1,0 0 1,1 0-1,0 0 1,0-1-1,0 1 1,3 4-1,30 18 735,0-1 0,1-2 0,2-1 0,50 20 0,39 22 612,-118-60-1410,-8-3 0,0 0 0,-1 0 0,1 0 0,0 0 0,0 0 0,-1 1 0,1-1 0,0 0 0,0 0 0,-1 1 0,1-1 0,0 1 0,-1-1 0,1 0 0,0 1 0,-1-1 0,1 1 0,-1 0 0,1-1 0,-1 1 0,1-1 0,-1 1 0,1 0 0,-1-1 0,0 1 0,1 0 0,-1 1 0,15 25-394,-8-24-256,-11-20-446,-18-17-5263,13 22 3173,-12-16-6227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4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2273,'0'0'17549,"0"7"-17223,-2 7-193,1 0 0,-2 0 0,-6 23 0,-4 19 423,3 24 173,3-16-241,-29 110 0,26-160-1584,7-10-5083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5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1 143 4978,'0'0'9879,"19"-13"-9142,64-40 55,-65 44-632,0 1 0,0 0-1,0 2 1,1 0 0,0 1 0,0 1-1,34-3 1,0 0-107,-24 1-108,43-5-3219,-70 11 513,-15 9-2352,2-2 3935,-26 16-2685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5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4882,'0'0'11221,"136"-16"-9812,-102 9-481,0 0-479,-7 3-337,0-1-112,0 3 0,-7 2-913,-6 0-1584,-7 0-2049,6 0-2097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5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1153,'0'0'16178,"0"32"-12785,0 44-2678,0-75-806,0-1 0,1 1-1,-1 0 1,1-1 0,-1 1 0,1-1-1,0 1 1,-1-1 0,1 1-1,0-1 1,-1 1 0,1-1 0,0 0-1,-1 1 1,1-1 0,0 0 0,0 0-1,-1 0 1,1 1 0,0-1 0,0 0-1,-1 0 1,1 0 0,0 0-1,0 0 1,0 0 0,1-1 0,25 0-832,-27 1 914,5-2 20,1 0 0,-1 0 0,0 0 0,0-1 0,0 1 0,0-1 0,-1 0 0,1-1 0,-1 1 0,0-1 1,1 0-1,-2 0 0,1 0 0,4-7 0,-8 11 89,0-1 0,1 1 0,-1 0 0,0 0 0,0-1 0,0 1 0,0 0 0,0 0 0,0 0 0,0-1 0,1 1 0,-1 0 0,0 0 1,0 0-1,0-1 0,1 1 0,-1 0 0,0 0 0,0 0 0,0 0 0,1 0 0,-1 0 0,0-1 0,0 1 0,1 0 0,-1 0 0,0 0 0,0 0 0,1 0 1,-1 0-1,0 0 0,0 0 0,1 0 0,-1 0 0,0 0 0,0 0 0,1 0 0,-1 0 0,0 0 0,0 1 0,0-1 0,1 0 0,-1 0 0,0 0 0,0 0 1,1 1-1,5 14 773,-5-14-1085,-1 1 0,0 0 0,1-1 0,0 1-1,-1 0 1,1-1 0,0 1 0,-1-1 0,1 1 0,0-1 0,0 1 0,0-1-1,1 0 1,-1 1 0,0-1 0,0 0 0,1 0 0,-1 0 0,2 1 0,31-1-7392,-8-1 2383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6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8260,'0'0'13254,"-8"26"-11459,-45 193 2637,49-195-3894,-3 18-551,-3 61 0,8-93-1083,2-10 562,-1 1 0,0-1 0,1 1 1,-1-1-1,0 1 0,1-1 0,-1 0 0,0 1 1,0-1-1,1 0 0,-1 0 0,0 1 1,0-1-1,1 0 0,-1 0 0,0 0 0,0 0 1,0 0-1,1 0 0,-3 0 0,3 0 400,-8 0-7803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6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7475,'0'0'7935,"19"-3"-4488,359-41 3596,-377 44-7026,0 0 0,0 0 1,0 1-1,-1-1 0,1 0 0,0 1 0,0-1 1,0 1-1,0-1 0,-1 1 0,1 0 0,0-1 1,-1 1-1,1-1 0,0 1 0,-1 0 1,1 0-1,-1 0 0,1-1 0,-1 1 0,1 0 1,-1 0-1,0 0 0,0 0 0,1 0 1,-1-1-1,0 1 0,0 0 0,0 0 0,0 0 1,0 0-1,0 0 0,0 0 0,0 1 1,0 46-721,-1-32-619,6-14 1227,0-1 0,0 0 0,1 0 0,-1 0 0,0-1 0,1 0 0,-1 0 0,9-1 0,-10 1 67,0 0 81,1-1 0,0 1 1,0-1-1,0 0 0,-1-1 0,1 1 1,-1-1-1,1 0 0,-1 0 1,0 0-1,1 0 0,-1-1 0,0 0 1,-1 0-1,1 0 0,0 0 0,3-5 1,28-21 4419,-35 56-4081,-1-8-340,1 21-1494,0-39 1157,0 0 0,0 0 0,0 0 0,0 0 0,1 0 0,-1 0 0,0-1 0,1 1 0,-1 0 0,0 0 0,1 0 0,-1-1 0,1 1 0,0 0 0,-1 0 0,1-1 0,-1 1 0,1 0 0,0-1 0,0 1 0,-1-1 0,1 1 0,0-1 0,0 0 0,0 1 0,0-1 0,-1 0 0,1 1 0,0-1 0,0 0 0,0 0 0,0 0 0,1 0 0,13 0-5347,4 0-832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6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1 144 7780,'0'0'15247,"1"12"-13684,4 38-355,-4-46 774,3-9-854,5-29-622,-4 17-622,0-1 1,12-27-1,-5 28 104,-1 0 1,2 1 0,25-25-1,-36 41-499,0 0-1,0 1 1,0-1-1,1 1 0,-1-1 1,0 1-1,0 0 1,0-1-1,0 1 0,0 0 1,0 1-1,0-1 1,-1 0-1,1 0 1,0 1-1,-1-1 0,3 3 1,7 4-4271,3 0-2277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07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4530,'0'0'17333,"4"9"-15556,-2-4-1591,1 1-1,0-1 1,0 1-1,0-1 1,0 0-1,1 0 1,0-1-1,0 1 1,0-1 0,1 1-1,0-2 1,0 1-1,0 0 1,0-1-1,0 0 1,0 0-1,1 0 1,0-1-1,-1 0 1,1 0-1,9 1 1,-4-1-180,-1-1 0,1 0 0,-1-1 0,1 0 1,0-1-1,20-4 0,-28 5-26,0-1 1,-1 0-1,1 0 1,-1 0 0,1 0-1,0 0 1,-1-1-1,0 1 1,1-1-1,-1 1 1,0-1-1,0 0 1,0 0-1,0 0 1,0 0 0,0 0-1,-1-1 1,1 1-1,-1 0 1,1-1-1,-1 1 1,0-1-1,0 0 1,0 1 0,0-1-1,-1 0 1,1 1-1,-1-1 1,1 0-1,-1-5 1,0 6 31,0 0 1,1 1-1,-1-1 1,0 0 0,-1 0-1,1 1 1,0-1-1,0 0 1,-1 0-1,1 1 1,-1-1-1,1 0 1,-1 1 0,0-1-1,0 0 1,1 1-1,-1-1 1,0 1-1,-2-2 1,0 2 37,0 0 1,0 0 0,0 0-1,0 0 1,0 0 0,0 1-1,0 0 1,0-1 0,-1 1-1,-5 1 1,5-1 48,1 1-1,-1-1 1,0 1 0,1 0-1,-1 1 1,1-1 0,-1 0-1,1 1 1,0 0 0,-1 0-1,1 0 1,0 0 0,0 0-1,0 1 1,1-1 0,-1 1-1,0 0 1,1 0 0,0 0-1,0 0 1,0 0 0,0 0-1,0 0 1,-1 6 0,0-3 67,1 0 1,-1 0-1,1 1 0,1-1 1,-1 1-1,1-1 1,1 1-1,-1-1 1,1 1-1,0 0 1,0-1-1,1 1 1,2 11-1,-2-16-199,0 0 0,1-1 0,-1 1 0,0-1-1,0 1 1,1-1 0,-1 0 0,0 0 0,1 1 0,0-1 0,-1 0 0,1 0-1,-1 0 1,1-1 0,0 1 0,0 0 0,0-1 0,-1 1 0,1-1 0,0 1 0,0-1-1,0 0 1,0 0 0,2 0 0,57-1-1616,-43 1 991,85-7-6218,-40-2-1679,-32 2-1548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10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1 300 2225,'0'0'10431,"140"-6"-8737,216-39-1,-94 8-1062,698-17-54,-481 25-662,40-1 95,92 12-49,-221 2 49,-216 12-19,527-10 239,679-25 1400,-755 32-1465,-373 8 81,1025 15 768,220-9 765,-1430-7-954,116-16-1,-213 17-733,-8-3-5035,4 0-1400,-4 1-1380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12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1 290 1457,'0'0'6928,"7"-18"-5559,18 12-1204,1 1 0,0 1 1,0 1-1,1 1 0,27 3 1,21-3 56,635-18 848,-506 20-1070,1712-33 0,-1549 10 0,532-16 0,-852 39 3,2349-16 2765,-1841-10-2757,57 0-411,-221 3-413,-11-1 220,334 23 2640,-370 2-1237,-129-21 5324,-214 20-5123,-29 1-7139,2 4 2419,-1 0-1995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16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1 242 960,'0'0'9303,"47"-9"-7440,502-38-1388,-311 35-278,1202-12 926,-782 41-1123,589-25-347,-873 6 349,362-14-12,110-11 44,-202 12-9,94-2 980,-234 8 244,346-30 923,-531 12 1392,-302 24-258,13-1-1863,-29 4-1400,4 0-2008,-11 1-968,-61 11-9105,40-11 3992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18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0 494 1601,'0'0'11368,"42"3"-8882,38-8-1807,-1-3 0,122-28-1,1 0-585,292-9 2,-99 12-102,1078-73 7,-479 49 1,-782 42-2,1651-116-551,-441 107 1822,-1002 25-11,493 25-501,-409-7-628,143 7-137,501 7 1847,-1054-55 2397,-101 22-4587,1 1-1,0 1 1,0-1 0,1 1-1,-1 0 1,-6 4 0,-16 4-1213,1-4-795,-1 0 1,1-2 0,-1-2-1,-34 0 1,-29-1-4350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19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1 490 3362,'0'0'7288,"27"-15"-4281,1123-92-1914,991-67 858,-1401 137-2014,441-20-53,1956-9 1856,-2239 55-743,-8-1 551,-633 2-313,-269 10 2492,-22 9-4322,-65 32-3945,80-35 1990,-2 0 0,1-2 0,-27 3 0,-31-2-6411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20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1 587 688,'0'0'3722,"5"0"-222,25-2-1656,112-5 1241,195-34 0,-124 12-2201,2112-164 1236,8 118-1887,-1357 65-202,1099-35-137,-1248-3 32,514-22 730,-1201 66-161,640-28 2494,-779 32-2949,35-4 72,-19-1 238,-17 5-321,0 0-1,0 0 1,1 0-1,-1 0 1,0-1-1,0 1 1,0 0-1,0 0 1,1 0-1,-1 0 0,0 0 1,0-1-1,0 1 1,0 0-1,1 0 1,-1 0-1,0 0 1,0-1-1,0 1 1,0 0-1,0 0 1,0 0-1,0-1 1,0 1-1,0 0 1,1 0-1,-1-1 1,0 1-1,0 0 1,0 0-1,0 0 1,0-1-1,0 1 1,-1 0-1,1 0 1,0-1-1,0 1 1,0 0-1,0 0 0,0 0 1,0-1-1,0 1 1,-1 0-1,-3-2 27,0 0 0,-1 0 0,1 0 0,-1 1 0,0 0 0,1 0 0,-1 0 0,0 0 0,0 1 0,1 0 0,-1 0-1,0 0 1,-5 1 0,-1-1-18,1 0-106,0 0 1,-1 1-1,1 0 0,0 0 1,0 1-1,0 0 0,-14 5 1,8-1-1137,-1 0 0,0-1 0,-1-2 0,1 1 0,-26 0 0,-24 0-5188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21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10229,'0'0'18595,"5"9"-19149,4 16-6154,-8-3-5423,4-11 2700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21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4786,'0'0'15042,"4"1"-12732,11 1-350,4 0-1106,-7 1-3469,-2-1-2836,-4 1-3936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22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4882,'0'0'15938,"20"-5"-9476,-25-2-18302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0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8 1489,'0'0'7534,"3"-1"-7099,14-5 6997,-17 22-6364,-1 3-810,-1 0 1,-1 0 0,-1-1 0,-7 19 0,-4 25 490,-36 125 803,18-77-1172,31-105 350,-7 24-3462,6-29-1254,2-18 132,3-7-335,9-2-191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1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28 155 3810,'0'0'7040,"7"-19"-5826,23-62-699,-28 78-452,0-1-1,0 1 0,1-1 1,-1 1-1,1 0 1,0 0-1,0 0 1,0 0-1,0 1 1,0-1-1,1 1 1,-1 0-1,1 0 0,-1 0 1,1 0-1,0 0 1,0 1-1,0 0 1,0 0-1,0 0 1,0 0-1,0 1 1,0-1-1,7 1 0,-3 0 79,-5-1-87,-1 0 0,1 1 0,-1 0 0,1 0 0,-1 0 0,1 0 0,-1 0 1,0 0-1,1 0 0,-1 1 0,1-1 0,-1 1 0,0 0 0,1 0 0,-1 0 0,0 0 0,0 0 0,1 0 0,-1 1 0,0-1 0,-1 1 0,1-1 0,0 1 0,0 0 0,-1 0 0,4 3 0,-3 1 45,0 1 0,0-1-1,0 0 1,0 1 0,-1-1 0,0 1-1,-1-1 1,0 1 0,0 8 0,1-8-26,-1 1 1,0-1-1,0 1 0,0-1 1,-1 0-1,0 1 1,-1-1-1,1 0 1,-2 1-1,1-1 0,-1 0 1,0-1-1,0 1 1,-1 0-1,1-1 1,-2 0-1,1 0 1,-9 10-1,8-11 60,-1 0 0,1 0 1,-1 0-1,0 0 0,0-1 0,0 0 1,0 0-1,-1-1 0,0 0 0,0 0 1,-7 2-1,-1-2 76,-1-1 1,1 0-1,0-1 1,-17-1 0,31 0-225,1 0 1,-1 0 0,1 0 0,-1 0 0,1 1 0,-1-1 0,1 0 0,-1 0-1,1 0 1,-1 0 0,1 0 0,-1 0 0,1-1 0,-1 1 0,1 0 0,-1 0-1,1 0 1,-1 0 0,1-1 0,-1 1 0,1 0 0,-1 0 0,1-1 0,0 1-1,-1 0 1,1-1 0,-1 1 0,1 0 0,0-1 0,-1 1 0,1-1 0,0 1-1,0-1 1,-1 1 0,1-1 0,0 1 0,0-1 0,0 1 0,0-1 0,0 1-1,-1-1 1,2 0-290,-1 0 0,0 0-1,1 1 1,-1-1 0,0 0-1,1 0 1,-1 1 0,1-1-1,-1 1 1,1-1 0,0 0-1,-1 1 1,1-1 0,0 1-1,-1-1 1,1 1 0,0 0-1,-1-1 1,1 1 0,0 0-1,0-1 1,0 1 0,14-4-4805,4-1-1198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1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4626,'0'0'10933,"0"8"-9895,6 139 4246,-1-88-3908,26 113 0,-25-147-1306,-1 1 0,-2 0 0,2 46 0,3-88 90,3-35-86,3 1 0,2 0 0,2 1 0,3 1 0,1 1-1,44-68 1,-26 65-35,-32 42 52,0-1 1,-1 0-1,0-1 0,0 0 1,10-20-1,-17 18-111,-6 9-8908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2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2545,'0'0'9007,"5"0"-7489,62-5 2470,22-1-2388,-33-8-6732,-30 3-406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2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6675,'0'0'13334,"-1"6"-12365,-63 202 4418,28-99-4697,-7 10-2200,37-103 131,1-9-1114,4-7 2253,1 0 0,0 0 0,-1 0 0,1 0 0,0 0 0,0 0 1,-1 0-1,1 0 0,0 0 0,-1 0 0,1 0 0,0 0 1,0 0-1,-1 0 0,1-1 0,0 1 0,0 0 0,-1 0 0,1 0 1,0 0-1,0 0 0,-1-1 0,1 1 0,0 0 0,0 0 1,0 0-1,0-1 0,-1 1 0,1 0 0,0 0 0,0-1 0,0 1 1,0 0-1,0 0 0,0-1 0,-1 1 0,1 0 0,0 0 1,0-1-1,0 1 0,0 0 0,0-1 0,0 1 0,0 0 0,0 0 1,0-1-1,0 1 0,0 0 0,1 0 0,-1-1 0,0 1 1,0 0-1,0 0 0,0-1 0,1 1 0,-1-28-6128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2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22 151 416,'0'0'4365,"14"-20"-865,43-64 414,-55 81-3547,0-1 0,0 1 0,1 0 0,-1 0 1,1 0-1,0 0 0,-1 1 0,1-1 0,0 1 0,1 0 0,-1-1 0,0 2 1,1-1-1,-1 0 0,1 1 0,-1-1 0,1 1 0,0 0 0,0 0 1,-1 0-1,1 1 0,0-1 0,0 1 0,0 0 0,0 0 0,0 1 0,-1-1 1,8 2-1,-6 0-200,0 1 1,0-1 0,0 1-1,-1 0 1,1 0 0,-1 0-1,0 0 1,0 1 0,0 0-1,0 0 1,-1 0 0,1 0-1,-1 1 1,0-1-1,0 1 1,2 5 0,-1 1 7,0 0 1,-1 0-1,-1 1 0,0 0 1,1 18-1,-2-25-147,0 0 1,-1 0-1,0 0 0,0-1 0,-1 1 0,1 0 0,-1 0 1,0 0-1,-1 0 0,1-1 0,-1 1 0,0 0 0,0-1 1,0 0-1,0 1 0,-4 4 0,0-4 4,0-1 0,0 1-1,0-1 1,0-1 0,-1 1 0,1-1-1,-1 0 1,0 0 0,0-1 0,0 0 0,-9 2-1,-8-1-136,-51 1 1,8 0-2218,66-4 2084,1 0 0,-1 0 0,1 1 0,-1-1 0,1 0 0,-1 0 0,1 1 0,-1-1 0,1 1 0,-1-1 1,1 0-1,0 1 0,-1-1 0,1 1 0,-1-1 0,1 1 0,0-1 0,0 1 0,-1-1 0,1 1 0,0-1 0,0 1 0,0-1 0,0 1 1,-1-1-1,1 1 0,0 0 0,0-1 0,0 1 0,0-1 0,0 1 0,0-1 0,1 1 0,-1 0 0,0-1 0,0 1 0,0-1 0,1 1 0,8 24-7322,9-3 1120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3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87 6323,'0'0'14356,"0"9"-12710,0 133 4207,-1-130-5648,-2-17-245,0-22-354,2 15 205,1 1-1,0-1 1,1 0 0,1 1 0,0-1 0,0 1-1,1 0 1,0 0 0,1 0 0,0 0 0,10-16-1,-14 26 167,1 0 0,0 0-1,0 1 1,-1-1-1,1 0 1,0 1-1,0-1 1,0 0-1,0 1 1,0-1-1,0 1 1,0 0-1,0-1 1,0 1 0,0 0-1,0-1 1,0 1-1,0 0 1,0 0-1,0 0 1,0 0-1,0 0 1,0 0-1,0 0 1,1 0 0,-1 1-1,0-1 1,0 0-1,0 1 1,1 0-1,43 19-232,-12-6-52,2-8 17,-1-1 0,1-2-1,49-2 1,-70-1 285,-11 0 14,0 0 1,0 0-1,0-1 0,0 1 0,0-1 1,-1 1-1,1-1 0,0 0 1,0 0-1,-1 0 0,1 0 0,0-1 1,-1 1-1,1-1 0,-1 0 1,0 1-1,0-1 0,0 0 0,1 0 1,2-5-1,-3 3 187,1 0-1,-1 0 1,0-1 0,-1 1-1,1 0 1,-1-1 0,0 0 0,0 1-1,0-1 1,-1 0 0,1-8-1,-2 11-108,0 1 0,0 0 0,0 0 0,0-1 0,-1 1 0,1 0 0,0 0-1,0 0 1,-1 0 0,1 1 0,-1-1 0,1 0 0,-1 0 0,1 1 0,-1-1-1,1 1 1,-1 0 0,1-1 0,-1 1 0,0 0 0,1 0 0,-1 0-1,0 0 1,1 0 0,-1 0 0,-2 1 0,-2-1-36,1 0 1,0 0-1,-1 1 0,1-1 1,0 1-1,-1 1 0,-9 3 1,10-2-35,0 2-1,0-1 1,1 0 0,-1 1 0,1 0 0,0 0-1,0 0 1,1 1 0,0-1 0,0 1 0,0 0-1,0 0 1,1 0 0,-2 8 0,1-4-165,1 0-1,1 0 1,0 0-1,0 1 1,1-1 0,0 0-1,1 0 1,2 15 0,-2-23-37,-1-1 1,1 1 0,0-1 0,0 1 0,-1-1 0,1 0 0,0 1 0,0-1-1,0 0 1,1 0 0,-1 0 0,0 0 0,0 0 0,1 0 0,-1 0 0,0 0-1,1 0 1,-1 0 0,1-1 0,-1 1 0,1-1 0,0 1 0,-1-1 0,1 0-1,-1 1 1,1-1 0,2 0 0,53 0-5802,-42-1 3826,38-3-5893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3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0 10005,'0'0'16890,"-5"2"-15780,1-1-1069,0 1 0,1 0 0,-1-1 0,1 1 0,-1 1-1,1-1 1,0 0 0,0 1 0,0 0 0,0-1 0,0 1 0,1 0 0,-1 1 0,1-1 0,0 0 0,0 1 0,0-1 0,0 1 0,1 0 0,-1-1 0,1 1-1,0 0 1,0 0 0,0 0 0,1 0 0,0 0 0,-1 0 0,2 4 0,-1 125-4840,-1-132 4819,0 1 1,0-1 0,1 1-1,-1-1 1,0 0 0,0 1 0,0-1-1,-1 0 1,1 0 0,0 0 0,0 0-1,-1 0 1,1 0 0,0 0 0,-1 0-1,1 0 1,-1-1 0,1 1 0,-1 0-1,0-1 1,1 0 0,-3 1 0,-43 11 926,43-11-864,-71 9 1012,64-9-5202,43-16-13867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4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91 116 11429,'0'0'14834,"-8"0"-14434,7 0-194,13 2-169,34-1-329,-40-2 215,-1 1 1,1-1-1,0 0 1,-1 0-1,1-1 1,10-4-1,-15 5 57,1 1 1,-1-1-1,1 0 1,-1 0-1,0 0 0,1 0 1,-1 0-1,0 0 0,0-1 1,0 1-1,0 0 1,0-1-1,0 1 0,0 0 1,0-1-1,0 1 1,-1-1-1,1 0 0,-1 1 1,1-1-1,-1 1 1,0-1-1,1 0 0,-1-2 1,-1 1 35,0 0 0,1 0 1,-2 0-1,1 0 1,0 0-1,0 1 0,-1-1 1,0 0-1,1 1 1,-1-1-1,0 1 0,0 0 1,-1 0-1,1-1 1,0 1-1,-1 1 0,1-1 1,-1 0-1,0 1 0,1-1 1,-1 1-1,0 0 1,0 0-1,0 0 0,-6-1 1,-3-2 83,-1 1 0,0 0 0,0 1 0,-25-2-1,36 4-54,-1 0 0,1 0 0,-1 0-1,1 0 1,-1 1 0,1-1 0,-1 1-1,1-1 1,0 1 0,-1 0 0,1 0-1,0 0 1,0 0 0,0 0 0,-1 0-1,1 1 1,-3 2 0,3-1-31,0 0 0,0 1 1,0-1-1,1 0 0,0 1 0,-1-1 1,1 0-1,0 1 0,1-1 0,-1 1 1,0 6-1,-1 4-1,1-1 1,0 1-1,1 0 0,1 0 1,0 0-1,4 17 0,-4-27-94,0 0 0,0-1 0,0 1-1,0-1 1,1 1 0,0-1-1,-1 1 1,1-1 0,1 0 0,-1 0-1,0 0 1,1 0 0,-1 0 0,1-1-1,0 1 1,0-1 0,0 0-1,0 0 1,0 0 0,1 0 0,-1 0-1,1-1 1,-1 1 0,1-1-1,-1 0 1,1 0 0,7 1 0,3-1-655,-1 0 0,1-1 0,-1 0 0,1-1 1,-1-1-1,1 0 0,23-7 0,-29 6 548,0 0 0,-1 0 1,1-1-1,-1 0 0,0 0 0,0 0 0,-1-1 0,1 0 0,-1-1 0,0 1 0,-1-1 0,1-1 0,-1 1 0,6-11 0,1 2 5137,-9 25 1070,5 16-1468,-7-25-4692,0 0 0,0-1-1,-1 1 1,1 0 0,0 0 0,0-1-1,0 1 1,0 0 0,0-1 0,0 1 0,0-1-1,0 1 1,0-1 0,0 0 0,0 0-1,0 1 1,2-1 0,4 1-10,0 0 0,-1-1 0,1 0 0,0 0 0,0-1 0,-1 0 0,1 0 0,0 0 0,-1-1 0,1 0 0,-1 0 0,0-1 0,0 0 0,0 0 0,0 0 0,10-8 0,-3 26 4304,10 12-6099,-18-25 949,1 0-1,-1-1 1,1 0 0,-1 0 0,1 0 0,0-1 0,-1 0 0,12-1 0,-13 1 310,25-2-6049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4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0 11365,'0'0'11966,"-17"22"-8151,-3 1-2959,9-11-488,0 2 0,1-1 1,0 1-1,1 1 0,1-1 0,0 2 0,-10 26 1,2 1 7,3-13-170,2 1 0,1 0 0,1 0 0,2 1 1,1 0-1,-3 51 0,9-82-353,-1 0-1,1 1 1,0-1 0,0 1 0,0-1-1,0 0 1,0 1 0,1-1-1,-1 1 1,0-1 0,1 0 0,-1 1-1,1-1 1,-1 0 0,1 1-1,-1-1 1,1 0 0,0 0 0,0 0-1,0 0 1,0 1 0,0-1 0,0 0-1,0-1 1,0 1 0,0 0-1,2 1 1,0-1-438,1-1-1,-1 0 1,0 0-1,1 0 1,-1 0-1,0 0 1,1-1 0,-1 1-1,0-1 1,1 0-1,5-3 1,29-16-7208,-3-6-4431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4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5603,'0'0'18008,"82"13"-17912,-28-8-96,7-3-1089,7-2-2944,-1 0-4579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5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36 280 5314,'0'0'14316,"-5"21"-12040,-6 42-635,2 0 0,0 71-1,8-111-1450,1 0 0,4 45 1,-4-64-215,1 1 1,0-1-1,-1 0 1,2 0-1,-1 1 1,0-1-1,1 0 1,0 0-1,0 0 1,0-1-1,0 1 1,1 0-1,0-1 1,-1 0-1,1 1 1,6 4-1,-8-8-9,-1 1 0,1-1 0,0 0-1,-1 1 1,1-1 0,-1 0 0,1 1 0,0-1 0,-1 0 0,1 0-1,0 0 1,0 1 0,-1-1 0,1 0 0,0 0 0,-1 0 0,1 0-1,0 0 1,-1 0 0,1-1 0,0 1 0,0 0 0,-1 0 0,1 0-1,0-1 1,-1 1 0,1 0 0,-1-1 0,1 1 0,0-1 0,-1 1-1,1 0 1,-1-1 0,1 1 0,-1-1 0,1 1 0,-1-1-1,0 0 1,1 0 0,13-31 49,-10 20-83,24-49-2,267-538-995,-286 586 1184,3-10 1742,-12 22-1409,0 12-821,-1 5-608,0 0 0,-2-1 0,-5 20 0,-5 27-8542,12-32 1074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5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1 3009,'0'0'17174,"-11"2"-15683,-33 7-243,-74 19 2382,104-24-3334,0 2 0,0-1 0,1 1 0,-1 1 0,2 1 0,-18 12 0,29-20-306,0 1 1,0-1-1,1 1 1,-1-1-1,0 1 1,0-1 0,0 1-1,0 0 1,1 0-1,-1-1 1,0 1-1,1 0 1,-1 0-1,1 0 1,-1 0-1,1 0 1,-1-1-1,1 1 1,0 0 0,-1 0-1,1 0 1,0 0-1,0 0 1,0 0-1,0 1 1,-1-1-1,2 0 1,-1 0-1,0 0 1,0 0-1,0 0 1,0 0 0,1 1-1,0 0-51,1-1 1,-1 0-1,0 0 0,1 0 1,-1 0-1,1 0 0,-1 0 0,1-1 1,0 1-1,-1 0 0,1-1 0,0 1 1,-1-1-1,1 0 0,0 1 1,0-1-1,-1 0 0,4 0 0,5 0-45,83-5-1697,-86 4 1744,0-1 0,1 0 0,-1 0-1,0 0 1,0-1 0,0 0-1,-1 0 1,1-1 0,-1 0 0,9-6-1,-15 23 5754,2 48-6735,-2-59 842,0 0-1,1 0 1,-1-1 0,1 1-1,-1 0 1,1-1 0,-1 1-1,1 0 1,0-1 0,0 1-1,0-1 1,0 0 0,0 1-1,0-1 1,0 1-1,0-1 1,1 0 0,-1 0-1,0 0 1,1 0 0,-1 0-1,1 0 1,-1 0 0,1 0-1,-1-1 1,1 1 0,0-1-1,-1 1 1,1-1 0,0 0-1,0 1 1,-1-1 0,1 0-1,0 0 1,2 0 0,3 0-1172,0 0-1,-1-1 1,1 1 0,0-1 0,0-1 0,-1 1 0,1-1 0,10-5 0,23-17-7793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6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0 8980,'0'0'17067,"-13"24"-14925,-5 6-1488,-10 17 505,-21 52 0,-106 253 447,150-341-1606,0 0 0,1 0 0,1 1 0,-1-1 0,2 1 0,0 0 0,-1 13 0,4-24-3,0 0-1,0 0 1,0-1-1,0 1 1,0 0-1,0-1 1,0 1 0,0 0-1,0-1 1,1 0-1,-1 1 1,0-1 0,0 0-1,1 0 1,-1 1-1,0-1 1,0 0-1,1 0 1,-1 0 0,0-1-1,0 1 1,1 0-1,1-1 1,1 1-62,5 0-117,1 0 0,0 0 0,-1-1 0,1 0 0,0-1 0,-1 0 0,0-1 0,0 0 0,1 0 0,-2-1 0,1 0 0,0 0 0,-1-1 0,0 0 0,0-1-1,0 0 1,-1 0 0,0-1 0,0 1 0,7-11 0,0 3 1479,-12 29 663,-3 2-2402,1 43 58,40-60-1471,-36 0 1810,1-1 0,-1-1 0,1 1 0,-1 0 0,1-1-1,-1 0 1,0 0 0,0-1 0,0 1 0,0-1 0,0 1-1,-1-1 1,1-1 0,-1 1 0,4-4 0,19-16 1002,-23 34 2120,17 32-3515,-18-41 145,-1 1-1,1-1 1,0 0 0,0 0 0,0 0-1,0 0 1,0 0 0,1 0 0,-1 0-1,1-1 1,-1 1 0,1-1 0,4 2-1,-2-1-1582,1-1 0,0 0 0,0 0 0,0 0 0,11-1 0,9 0-7213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7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4690,'0'0'12134,"3"3"-10934,18 15 705,-17-14-1751,1 0-1,-1 1 1,1-1 0,0-1 0,1 1-1,-1-1 1,0 0 0,1 0 0,0 0-1,0-1 1,-1 0 0,2 0 0,-1-1-1,0 1 1,12 0 0,-16-2-162,0 0-1,1 1 1,-1-1-1,1-1 1,-1 1-1,1 0 1,-1-1 0,0 1-1,1-1 1,-1 1-1,0-1 1,1 0 0,-1 0-1,0 0 1,0-1-1,0 1 1,0 0 0,0-1-1,0 1 1,2-3-1,-2 0 77,-1 0-1,1 1 1,-1-1-1,0 0 0,0 0 1,0 0-1,0 0 1,-1 0-1,1 0 0,-1 0 1,-1-8-1,2 11 46,-1 0 0,0 0 0,0 0 0,0 0 0,0-1 0,0 1 0,-1 0 0,1 0 0,0 0 0,0 0 0,-1 0 0,1-1 0,-1 1 0,1 0 0,-1 0 0,1 0 0,-1 0 0,0 0 0,1 0 0,-1 1 0,0-1 0,0 0 0,0 0 0,0 0 0,0 0 0,-29-2 1641,18 3-1468,10 1-210,-1-1 0,1 1-1,-1 0 1,1-1-1,-1 1 1,1 0 0,0 0-1,-1 1 1,1-1-1,0 0 1,0 1 0,0 0-1,0-1 1,0 1-1,0 0 1,0 0 0,1 0-1,-1 0 1,1 0-1,-1 0 1,1 1-1,0-1 1,0 0 0,0 1-1,0-1 1,0 1-1,0-1 1,0 5 0,-2 6 48,1 1 0,0-1-1,0 1 1,1 15 0,1-6-113,-1-16-11,1 0 1,0 0 0,0 0-1,1 0 1,0 0-1,0-1 1,2 8-1,-2-11-107,1-1-1,-1 1 0,1-1 1,-1 0-1,1 1 0,0-1 1,0 0-1,0 0 1,0 0-1,0-1 0,0 1 1,1 0-1,-1-1 0,1 1 1,-1-1-1,1 0 1,-1 0-1,1 0 0,0 0 1,-1 0-1,6 0 0,5 1-1599,-1 0-1,1-1 1,1-1 0,13 0-1,13-4-9457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8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0 2193,'0'0'6646,"-7"1"-5483,-8 3-514,0 1-1,0 0 1,1 0 0,0 2-1,0 0 1,0 0 0,-17 14 0,6-3 590,0 1 1,-42 44-1,54-49-985,2 1 0,-1 0-1,2 1 1,0 0 0,1 1 0,1-1-1,0 2 1,1-1 0,1 1 0,1 0-1,-3 20 1,0 18 14,2 0-1,4 80 0,4-105-68,1 1 1,2 0-1,17 57 0,-13-51-118,-9-37-97,1-1 1,-1 1-1,0-1 1,0 1-1,0 0 1,0-1-1,0 1 1,1-1-1,-1 1 1,0-1-1,0 1 1,1-1-1,-1 1 1,0-1-1,1 1 1,-1-1-1,1 1 1,-1-1-1,1 0 1,-1 1-1,0-1 1,1 1-1,0-1 1,-1 0-1,1 0 1,-1 1-1,1-1 1,-1 0-1,1 0 1,1 1-1,16-11-1972,19-35-4570,-30 36 4164,19-21-4378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8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 9845,'0'0'13702,"-13"137"-11797,-8-73-16,1-4-209,6-5-847,1-6-417,-1-8-336,1-5-80,6-9-48,-7-9-736,8-6-737,-1-6-1152,-7-6-1281,1 0-2081,-1 0-4274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9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0 360 7652,'0'0'3502,"21"-5"426,154-28 1904,78-17-3103,-218 41-2741,0-2-1,-1-1 1,0-2 0,60-34-1,-83 41-198,0 0 0,-1-2 0,1 1 0,-2-1 0,15-16 0,-21 21 133,0 0 0,0 0 1,0 0-1,-1 0 0,0 0 1,1-1-1,-2 1 0,1-1 0,0 1 1,-1-1-1,0 0 0,0 0 1,0 0-1,-1 0 0,1 1 1,-1-1-1,-1-9 0,0 12 74,0 0-1,0 1 1,0 0 0,0-1-1,0 1 1,-1-1-1,1 1 1,0 0 0,-1 0-1,1 0 1,-1 0-1,1 0 1,-1 0-1,1 0 1,-1 0 0,0 1-1,1-1 1,-1 1-1,0-1 1,0 1 0,1 0-1,-1-1 1,0 1-1,0 0 1,0 0-1,1 0 1,-3 1 0,-53 5 287,47-2-160,0 0-1,0 1 0,0 0 0,0 1 0,1 0 0,0 1 1,0 0-1,1 0 0,-1 1 0,2 0 0,-1 0 1,1 1-1,1 0 0,-12 19 0,2 0 113,1 1 0,2 1-1,-18 58 1,-17 123 528,48-211-766,0 1 0,0-1 0,-1 1 0,1 0 0,0-1-1,0 1 1,0 0 0,0-1 0,0 1 0,0-1 0,0 1 0,0 0-1,0-1 1,0 1 0,0 0 0,0-1 0,0 1 0,1 0 0,-1-1 0,0 1-1,0-1 1,1 1 0,-1-1 0,0 1 0,1-1 0,-1 1 0,1-1-1,0 2 1,17-8 7,29-32 0,-36 27-94,-1 5 32,-7 4 72,0 1 0,0-1 0,-1 0 0,1 0 0,0 0 0,-1 0 0,0 0 0,1-1 0,-1 1 0,3-6 2582,-5 21-2745,0-10-60,3 45-1765,3-24-1790,-5-23 3360,-1 0 0,1-1 1,-1 1-1,0 0 0,1 0 0,0 0 0,-1-1 0,1 1 0,-1 0 0,1-1 0,0 1 0,0 0 0,-1-1 0,1 1 0,0-1 0,0 1 0,0-1 0,1 1 0,16 0-5370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1:59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6787,'0'0'12638,"4"6"-11374,0-1-1140,1 0 0,-1 0 0,1-1-1,0 0 1,0 0 0,0 0 0,1 0-1,0-1 1,-1 0 0,1 0 0,0 0-1,0-1 1,1 0 0,-1 0 0,0-1-1,1 0 1,-1 0 0,1 0 0,-1-1-1,12 0 1,-17-1-132,1 0-1,-1 0 1,0 0 0,0 0 0,0 0-1,0 0 1,0 0 0,0-1 0,0 1-1,-1 0 1,1 0 0,0-1 0,-1 1-1,1-1 1,-1 1 0,1 0-1,-1-1 1,0 1 0,1-1 0,-1 1-1,0-1 1,0 1 0,0-1 0,0 1-1,-1-3 1,-1-40 146,1 41-25,0 0 1,0 0 0,-1 1 0,1-1 0,0 0-1,-1 1 1,0-1 0,1 1 0,-1 0 0,0 0 0,0-1-1,0 1 1,-1 0 0,1 1 0,0-1 0,-1 0-1,1 1 1,-1-1 0,1 1 0,-1 0 0,0 0-1,0 0 1,0 0 0,1 0 0,-1 1 0,0-1-1,0 1 1,0 0 0,0 0 0,0 0 0,0 0-1,0 1 1,0-1 0,0 1 0,0-1 0,1 1-1,-5 2 1,6-2-70,-1 1 0,1 0 0,0-1-1,0 1 1,0 0 0,0 0 0,0 0-1,0 0 1,1 0 0,-1 0 0,0 0-1,1 0 1,0 0 0,-1 0 0,1 3 0,-2 35-16,2-32-112,0 0 0,1 1 0,0-1 0,0 0 0,0 0 0,1 1 1,1-1-1,-1 0 0,7 11 0,-6-13-270,1 0-1,0-1 1,0 0 0,1 0-1,0 0 1,0 0 0,0 0 0,0-1-1,0 0 1,1-1 0,11 7-1,-6-5-1159,0 0 0,1 0-1,-1-1 1,1-1-1,0 0 1,0-1 0,17 2-1,37-2-8887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0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5138,'0'0'16173,"0"20"-13967,0 160 929,0-178-3122,0 0 0,0 1 0,0-1 0,1 0 0,-1 0 0,0 0 0,1 0 0,0 0 0,-1 0 0,1-1 0,0 1 0,0 0 0,0 0 0,0 0 0,0-1 0,1 1 0,-1 0 0,0-1 0,1 1 0,-1-1 0,1 0 0,0 1-1,-1-1 1,1 0 0,0 0 0,0 0 0,-1 0 0,1 0 0,0-1 0,0 1 0,0-1 0,0 1 0,0-1 0,0 0 0,4 1 0,-3-4 19,0 0-1,0 0 0,0-1 1,0 1-1,-1-1 1,0 1-1,1-1 1,-1 0-1,2-5 1,0 1-13,91-174-209,-47 90 526,-50 110 1368,2-16-1993,0 1-1,1-1 0,0 0 1,-1 1-1,1-1 1,0 0-1,0 1 0,1-1 1,-1 0-1,0 0 0,1 0 1,-1 0-1,1 0 1,0 0-1,-1 0 0,1-1 1,0 1-1,0 0 1,0-1-1,4 2 0,5 2-1063,0-2 0,0 1 0,1-1 0,-1-1 0,22 3 0,33-2-5842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0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42 10261,'0'0'8131,"-26"-6"-4294,9 2-3184,-21-6 746,0 3 1,0 1-1,-48-2 1,66 7-636,-27 3 325,45-2-1073,0 0-1,0 1 0,0-1 0,0 1 1,0-1-1,0 1 0,0 0 0,1 0 0,-1 0 1,0 0-1,1 0 0,-1 0 0,1 1 1,-1-1-1,1 0 0,0 1 0,-1-1 1,1 1-1,-2 2 0,-1 5-36,0 1 0,1-1 0,0 1 0,1 0 0,0 0 0,0 0 0,1 0 0,0 0 0,1 1 0,1 11 0,-1-14-25,0-6 19,0-1-1,0 0 1,0 0 0,1 0 0,-1 0 0,0 1 0,1-1 0,-1 0 0,1 0 0,-1 0 0,1 0 0,0 0 0,-1 0 0,1 0 0,0 0 0,0-1 0,-1 1 0,1 0 0,0 0 0,0-1 0,0 1 0,0 0 0,0-1 0,0 1 0,2 0 0,1 1-124,0-1 0,1 0 0,-1 0 0,1 0 0,-1 0 0,1 0 0,4-1 0,-3 0-56,0 0 0,0 0 0,0 0 0,0-1 0,0 0 0,0 0 0,-1 0 0,1-1 0,0 0 0,-1 0 1,7-4-1,-9 4 312,-1 0 0,1-1 0,-1 1 0,0-1 0,0 1 0,0-1 1,0 0-1,-1 0 0,1 0 0,-1 0 0,0 0 0,1 0 0,-1 0 1,-1 0-1,1 0 0,0-7 1729,-1 15-1869,0 11-189,0 0-1,1 0 1,1 0 0,0 0-1,9 30 1,-10-42-166,1 0-1,-1-1 1,1 1 0,0-1-1,1 1 1,-1-1 0,0 0-1,1 0 1,0 0 0,-1 0-1,1 0 1,6 3 0,-6-4-422,1 0 0,0 0-1,0-1 1,0 1 0,0-1 0,0 0 0,0 0-1,1-1 1,-1 1 0,0-1 0,0 0 0,1 0-1,-1 0 1,6-2 0,28-5-6944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1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7363,'0'0'12633,"-21"20"-8557,-64 66-1672,73-71-1908,0-1 1,2 1-1,0 1 0,0-1 1,2 2-1,0-1 0,-7 23 1,4-10 81,0 2-463,1 0 1,2 0-1,1 1 1,2 0-1,1 0 1,0 57-1,33-90-1691,-18-3 1462,0 1 0,0-2 0,0 0 0,-1 0 0,0 0 0,0-2 0,-1 1 0,1-1 0,-2 0 1,1-1-1,-1 0 0,14-18 0,-22 26 163,0 0 1,0-1-1,0 1 0,0 0 1,1-1-1,-1 1 0,0 0 1,0 0-1,0-1 0,0 1 1,0 0-1,0-1 0,0 1 1,1 0-1,-1 0 0,0-1 0,0 1 1,0 0-1,1 0 0,-1 0 1,0-1-1,0 1 0,1 0 1,-1 0-1,0 0 0,0 0 1,1 0-1,-1-1 0,0 1 1,1 0-1,-1 0 0,0 0 1,0 0-1,1 0 0,-1 0 1,0 0-1,1 0 0,-1 0 1,0 0-1,1 0 0,-1 0 1,0 0-1,0 0 0,1 1 1,-1-1-1,0 0 0,1 0 1,-1 0-1,0 0 0,0 0 1,1 1-1,-1-1 0,0 0 1,1 1-1,5 21-130,4 7 37,-9-27-14,0 0 0,1 0 0,-1 0 0,1 0 0,0 0 0,-1 0 0,1-1 0,0 1 0,0 0 0,0-1 0,0 0 0,1 1 0,-1-1 0,0 0 0,1 0 0,-1-1 0,0 1 0,1 0 0,-1-1 0,1 1 0,-1-1 0,1 0 0,-1 0 0,1 0 0,4 0 0,-1-2-68,-1 0 1,1 1 0,-1-2-1,1 1 1,-1-1 0,0 0-1,0 0 1,0 0 0,8-8-1,62-42 62,-71 67 4360,26 47-4568,-24-52-59,20 20-4678,-23-28 4087,0 1-1,0-1 1,0 0 0,0 0-1,0 0 1,0 0 0,1 0-1,-1-1 1,0 1 0,0-1-1,6 0 1,17 0-8909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1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8500,'0'0'9487,"0"7"-7926,0-3-1465,0-1 0,0 1 0,1-1 0,-1 0 0,1 1 0,0-1 0,0 0 0,0 1 0,1-1 0,-1 0 0,1 0 0,0 0 0,-1 0 0,1 0 0,1 0 0,-1-1 0,0 1 0,1-1 0,-1 1 0,1-1 1,0 0-1,0 0 0,-1 0 0,1-1 0,1 1 0,-1-1 0,0 1 0,0-1 0,1 0 0,-1 0 0,0 0 0,1-1 0,-1 1 0,7-1 0,-8 0-134,-1 1 0,1-1 0,0 0-1,-1 0 1,1 0 0,0-1 0,-1 1 0,1 0-1,0 0 1,-1-1 0,1 1 0,0-1 0,-1 0-1,1 1 1,-1-1 0,1 0 0,-1 0 0,0 0 0,1 0-1,-1 0 1,2-2 0,-2 0 42,0 0 1,0 0-1,0 0 1,-1 0-1,1 0 1,-1 0-1,0-1 0,0 1 1,0-6-1,0-3 320,0 8 2,0 0 0,0-1 0,-1 1 0,1 0 0,-1 0 0,0 0 0,-2-7 0,3 10-169,-1 0 0,0 0 0,1 0 0,-1 0 0,0 0 0,0 1 0,0-1 0,1 0 0,-1 0 0,0 1 0,0-1 0,0 1 0,0-1-1,0 1 1,-1-1 0,1 1 0,0-1 0,0 1 0,0 0 0,0 0 0,0 0 0,0 0 0,-1 0 0,1 0 0,0 0 0,0 0 0,0 0 0,0 0 0,0 0 0,-1 1 0,1-1 0,-1 1 0,0 0-102,0 0 0,0 0 1,0 0-1,1 0 1,-1 0-1,0 1 0,1-1 1,-1 0-1,1 1 1,-1 0-1,1-1 0,0 1 1,-1 0-1,1 0 1,0-1-1,0 1 1,0 0-1,1 0 0,-1 0 1,0 0-1,1 1 1,-1-1-1,1 0 0,0 2 1,-5 53 9,5-57-62,0 3-167,0 0-1,0-1 1,0 1-1,0 0 0,0-1 1,1 1-1,-1 0 1,1-1-1,0 1 0,0-1 1,0 1-1,0-1 0,0 1 1,0-1-1,1 0 1,-1 0-1,1 0 0,-1 1 1,1-1-1,0-1 0,0 1 1,3 2-1,1-1-773,0 0 0,0-1 0,0 0 0,0 0-1,1 0 1,-1-1 0,1 0 0,10 0 0,47 2-9387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2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1 704,'0'0'17979,"13"8"-16263,-9-5-1526,-1 0 0,1 1 0,-1-1 1,0 1-1,0 0 0,-1 0 0,1 0 0,-1 0 1,1 0-1,-1 1 0,-1-1 0,1 1 0,-1-1 1,2 8-1,-1-3-43,-1 1 1,0-1-1,-1 0 0,0 1 0,-1-1 1,-1 15-1,1-22-115,0 0 0,1 1 0,-1-1 0,0 0 0,0 0 0,-1 0-1,1 0 1,0 0 0,-1 0 0,1 0 0,-1 0 0,1 0 0,-1 0 0,0-1 0,0 1 0,0-1-1,0 1 1,0-1 0,0 0 0,0 0 0,0 0 0,-4 1 0,5-2-75,3-4-125,0 0 86,0 0-1,1 0 1,0 1-1,-1-1 1,1 0-1,0 1 1,1 0-1,-1 0 1,0 0-1,1 0 1,6-3-1,-5 2-29,60-41-604,-59 42 772,0-1 0,0 1 0,1 0 1,0 1-1,-1-1 0,1 1 0,0 1 0,0-1 0,10 0 2674,-38 56 530,21-52-3605,0 1 0,0 0-1,0-1 1,0 1 0,0-1 0,1 1 0,-1-1 0,1 1-1,-1-1 1,1 1 0,0-1 0,0 1 0,0-1 0,0 0-1,1 1 1,-1-1 0,1 0 0,2 3 0,-1-3-711,1 0 1,0 0-1,-1-1 1,1 1-1,0-1 0,0 0 1,0 0-1,0 0 1,0-1-1,1 1 1,4-1-1,18 1-6241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2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66 6915,'0'0'16042,"-13"3"-14937,-39 14-342,50-16-711,0 1 1,-1-1-1,1 1 0,0-1 1,0 1-1,0 0 1,0 0-1,0 0 1,0 0-1,0 0 1,1 1-1,-1-1 0,1 0 1,-1 1-1,1-1 1,0 1-1,0-1 1,0 1-1,1 0 0,-2 2 1,0 54 672,2-43-566,0-15-153,0 0 1,0 1 0,0-1 0,1 0-1,-1 0 1,0 1 0,1-1-1,-1 0 1,1 0 0,-1 1 0,1-1-1,-1 0 1,1 0 0,0 0 0,0 0-1,-1 0 1,1 0 0,0 0-1,0 0 1,0 0 0,0 0 0,0-1-1,0 1 1,1 0 0,-1-1 0,0 1-1,0 0 1,0-1 0,1 0-1,-1 1 1,0-1 0,0 0 0,1 1-1,-1-1 1,0 0 0,1 0 0,-1 0-1,0 0 1,1-1 0,-1 1-1,0 0 1,0 0 0,1-1 0,1 0-1,2 0 18,0 0 1,1-1-1,-1 0 0,0 0 0,0 0 0,0 0 0,-1-1 1,1 0-1,8-6 0,-7 1-19,-1 1 0,0-2 0,0 1 1,0 0-1,-1-1 0,0 0 0,-1 0 0,0 0 0,0-1 1,-1 1-1,-1 0 0,1-1 0,-1 0 0,-1 1 0,-1-18 1,1 25-40,0 0 0,0 0 0,-1 0 1,1 0-1,-1 0 0,1 0 0,-1 0 1,0 0-1,0 0 0,0 0 0,0 0 1,0 1-1,0-1 0,-1 0 0,1 1 1,0-1-1,-1 1 0,1-1 0,-1 1 1,0 0-1,1 0 0,-1 0 0,0 0 1,0 0-1,1 0 0,-1 0 0,-3 0 1,-21-4-5361,26 5 5191,0 0 1,-1 0-1,1 0 0,0 0 1,-1 0-1,1 0 1,0 1-1,0-1 1,-1 0-1,1 0 1,0 0-1,-1 0 1,1 0-1,0 0 0,0 1 1,-1-1-1,1 0 1,0 0-1,0 0 1,0 1-1,-1-1 1,1 0-1,0 0 1,0 1-1,0-1 0,0 0 1,-1 1-1,1-1 1,0 0-1,0 0 1,0 1-1,0-1 1,0 0-1,0 1 1,0-1-1,0 0 0,0 1 1,0-1-1,0 0 1,0 0-1,0 1 1,0-1-1,0 0 1,0 1-1,0 1-476,0 9-5102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2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1 1 6883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3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1 161 6883,'130'-15'4773,"-104"15"5704,-26 7-7175,0 20-2806,0-21 412,-1-3-907,1 1 1,0-1-1,0 1 1,0-1-1,0 1 1,1-1-1,0 1 1,-1-1-1,1 0 1,0 1-1,1-1 1,-1 0-1,1 1 1,2 4-1,-1-7-91,0 1 1,-1 0-1,1-1 0,0 1 1,0-1-1,0 0 0,0 0 1,0 0-1,0 0 0,0-1 1,0 1-1,0-1 1,1 0-1,-1 0 0,0 0 1,4 0-1,12 0-218,-13 1 160,0-1 1,-1 0 0,1 0-1,-1-1 1,1 0 0,0 0-1,-1 0 1,1 0 0,-1-1 0,0 0-1,0 0 1,1-1 0,-1 1-1,-1-1 1,9-6 0,-12 9 281,-1 0 0,1-1 1,-1 1-1,1 0 1,0 0-1,-1-1 0,1 1 1,-1 0-1,1 0 0,0 0 1,-1 0-1,1 0 0,-1 0 1,1 0-1,0 0 0,-1 0 1,1 0-1,0 0 1,-1 0-1,1 1 0,-1-1 1,1 0-1,1 1 0,19 19-301,-8-7 295,-8-10-145,-1-1 0,1 1 0,0 0 1,0-1-1,1 0 0,-1-1 0,0 1 0,1-1 0,-1 0 0,1 0 0,-1 0 0,1-1 1,0 0-1,-1 0 0,7-1 0,-9 0 14,0 0-1,0 1 1,0-1 0,-1 0 0,1 0-1,0-1 1,-1 1 0,1-1 0,-1 1-1,1-1 1,-1 0 0,0 0-1,0 0 1,0 0 0,0 0 0,0 0-1,0 0 1,0-1 0,-1 1 0,1-1-1,-1 0 1,0 1 0,0-1 0,0 0-1,0 0 1,0 1 0,0-1 0,-1 0-1,1-4 1,1-10 274,-1 0 1,-1 0-1,-3-34 1,2 45-183,0 1 1,0 0 0,0-1-1,-1 1 1,0 0 0,0 0 0,0 0-1,-1 0 1,0 0 0,0 0 0,0 1-1,0-1 1,-1 1 0,1 0-1,-8-6 1,4 5-22,1 1-1,-1 0 1,0 0-1,0 1 1,0 0-1,0 0 1,-8-2-1,13 5-238,1 0 0,-1-1 0,0 1 0,0 0 0,1 0 0,-1 0 0,0 0 0,0 0 0,1 0 0,-1 1 0,0-1 0,0 0 0,1 1 0,-3 1 0,3-2-178,0 1 0,0 0 0,0 0 0,0 0 1,0 0-1,1-1 0,-1 1 0,0 0 0,0 1 1,1-1-1,-1 0 0,1 0 0,-1 0 0,1 0 1,0 0-1,-1 0 0,1 1 0,0-1 0,0 0 1,0 0-1,0 1 0,0-1 0,0 1 0,0 6-6715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4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 2113,'0'0'9039,"6"0"-7679,-4-1-1253,0 1 0,0 0-1,0 0 1,0 0-1,0 0 1,0 1-1,1-1 1,-1 1 0,0-1-1,0 1 1,0 0-1,0-1 1,-1 1 0,1 0-1,0 0 1,0 1-1,0-1 1,-1 0 0,1 0-1,-1 1 1,1-1-1,-1 1 1,1 0-1,-1-1 1,0 1 0,2 3-1,2 6 526,1 0 0,-2 1-1,7 22 1,-5-14-103,5 20 630,-2 0 1,-2 0 0,4 62 0,-8 129 1307,-3-153-2127,0-50-271,-1 1 1,-1-1-1,-1 1 0,-13 51 1,12-69 23,0 1 0,-1-1 0,0 0 0,-1 0 1,0-1-1,0 0 0,-1 0 0,-1 0 0,0-1 1,0 0-1,0 0 0,-1-1 0,-1 0 0,-11 7 1,-40 20 1337,44-27-815,0 1 0,0 1 0,-24 21 0,35-25 1479,4-1-4603,2-4 2068,-1-1 0,1 1 1,0-1-1,0 0 1,0 1-1,-1-1 0,1 1 1,0-1-1,-1 0 0,1 1 1,0-1-1,-1 0 1,1 1-1,0-1 0,-1 0 1,1 1-1,-1-1 0,1 0 1,-1 0-1,1 0 1,0 1-1,-1-1 0,1 0 1,-1 0-1,1 0 1,-1 0-1,1 0 0,-1 0 1,1 0-1,-1 0 0,1 0 1,-1 0-1,1 0 1,-1 0-1,0-1 0,-18 1-8545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5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122 135 352,'0'0'1243,"2"-7"-1163,-2-1 240,1 1 0,1-1 0,0 1-1,0-1 1,0 1 0,1 0 0,0 0 0,0 0-1,1 0 1,0 1 0,0-1 0,0 1-1,8-8 1,1 2-1022,0 2 12104,-12 19-5454,-3 7-5487,-8 21 919,-23 63-1,-3 7-264,26-70-891,-69 293-427,72-311-10,-2-18-4358,8-2 3992,0 0-1,0-1 1,0 1-1,0-1 1,0 0 0,0 1-1,0-1 1,1 0 0,-1 0-1,1 1 1,-1-1 0,1 0-1,0 0 1,0 0 0,-1 1-1,2-4 1,-1-27-4567,0-4-118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6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3826,'0'0'9903,"14"0"-8190,129 1 2507,0-1-1757,-99 0-5232,-76 4-728,-42 12 1,66-14 2885,-66 15-5042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6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2865,'0'0'13398,"122"11"-11189,-88-11-544,0 0 32,7 0-1057,-14 0-336,7 0-240,-14-5-64,7 3-416,-7-2-1665,14-3-1328,0-2-4035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6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1 171 4562,'0'0'14383,"0"7"-12639,1 26-372,2 1-1,2-1 0,1 0 1,17 57-1,61 128-8,-84-217-1365,0-1-1,0 1 0,0 0 0,0-1 1,0 1-1,1-1 0,-1 1 1,0 0-1,0-1 0,0 1 1,1-1-1,-1 1 0,0-1 1,1 1-1,-1-1 0,1 1 0,-1-1 1,0 0-1,1 1 0,-1-1 1,1 1-1,-1-1 0,1 0 1,-1 1-1,1-1 0,-1 0 0,1 0 1,0 0-1,0 1 0,6-16-146,-3 3 134,90-228-277,-57 137 179,72-142 0,-100 228-945,-17 35-1211,5-11 1497,-7 20-3551,4-9-1507,-1 3-5439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7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5795,'0'0'16631,"101"0"-15174,-40 0-529,7 0-191,-7 0-513,-14 0-224,-13 0-464,-13 0-1938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73 1072,'0'0'12678,"12"-12"-10301,33-36-410,-34 36-260,-12 53 1284,-12 74-1,-39 113-1233,30-144-1166,-24 60-938,45-134 1855,0-1-7061,2-22-6796,-1-16 5186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8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4370,'0'0'11477,"129"-7"-9028,-82 5-1040,7-3-352,0 1-401,-6-3-368,-1-2-288,-6 0 0,-7 0-16,-7 2-160,-20 3-865,-1 1-783,-19 3-6372,-21 0 624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8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4418,'0'0'9284,"115"0"-5698,-54 0-593,-7 0-1920,-7 0-769,-13-2-304,-7 0 0,-13 2-1313,-8 0-1184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9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3185,'0'0'17334,"0"22"-13603,0 26-2476,0-47-1293,0 0-1,0 0 1,0 1-1,0-1 1,1 0-1,-1 0 1,0 0-1,1 1 1,-1-1-1,1 0 1,-1 0 0,1 0-1,-1 0 1,1 0-1,0 0 1,-1 0-1,1 0 1,0 0-1,0 0 1,0 0 0,0 0-1,0-1 1,0 1-1,0 0 1,0-1-1,0 1 1,0-1-1,0 1 1,0-1-1,1 1 1,-1-1 0,2 1-1,3-1-178,0 1 0,0-1 0,0 0 0,0 0 0,0-1 0,9-2 0,-8 2 240,0-1 0,0 0 1,0-1-1,0 0 0,-1 0 0,1 0 1,-1-1-1,0 0 0,6-5 0,-2 11 4124,12 17-4360,-11-9 193,-6-6-398,0-1 0,1 0 0,-1 0 0,1 0 0,0-1 0,0 0 0,6 2 0,43 2-11608,-34-6 3815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9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 9941,'0'0'7712,"-6"23"-4545,4-18-2984,-13 48 1594,-10 67 1,-6 33 1758,-6 45-1899,37-194-1763,-1 1-1,0-1 1,0 1-1,0-1 1,0 0 0,-1 1-1,-2 5 1,-10 4-4515,-8-9-7745,3-5 3158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09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8292,'0'0'7136,"27"0"-3289,224 0 2148,-68 0-2959,-184 39-2753,-11 4-346,9-32-293,0 0 1,0 0 0,1 1-1,0 0 1,1 11-1,2-22 255,0 0-1,0 0 0,0 0 1,0-1-1,0 1 0,1 0 1,-1-1-1,0 1 0,0-1 1,1 1-1,-1-1 0,0 1 1,1-1-1,-1 0 0,1 0 1,-1 0-1,0 0 0,1 0 1,-1 0-1,1 0 0,-1 0 1,0 0-1,2-1 0,38-4-104,-29 0 173,1 0 0,-2 0 1,1-1-1,17-12 0,-23 14 238,0 0 0,0 0 0,-1-1 0,1 0 0,-1 0 0,-1 0 0,1-1 0,-1 1 0,7-12 0,6 42 114,-12-20-1568,0 1 1,0-1-1,1 0 1,-1-1 0,1 1-1,0-1 1,0 0-1,9 3 1,12-1-5688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10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14 123 6819,'0'0'16853,"-2"14"-15956,-9 50 1229,10-84-2028,2 1-1,0-1 1,2 1 0,4-21 0,-6 35-324,1-1-1,0 0 1,0 1 0,1 0 0,0-1 0,0 1-1,7-9 1,-8 12-308,1-1-1,0 0 1,0 0-1,0 1 1,0 0-1,0 0 0,0 0 1,1 0-1,-1 0 1,1 0-1,0 1 1,-1 0-1,6-1 1,12 1-10730,-14 1 7230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10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54 6931,'0'0'14484,"5"0"-12899,3 0-1233,-7 1-279,0-1-1,0 1 0,0-1 1,0 0-1,0 0 0,0 0 1,0 0-1,1 0 0,-1 0 1,0 0-1,0 0 1,0 0-1,0 0 0,0-1 1,0 1-1,0 0 0,1-1 1,-1 1-1,0-1 1,0 1-1,-1-1 0,1 0 1,0 1-1,0-1 0,0 0 1,0 0-1,0 1 1,-1-1-1,1 0 0,0 0 1,-1 0-1,1 0 0,-1 0 1,1 0-1,-1 0 0,1 0 1,-1 0-1,0 0 1,1 0-1,-1-1 0,0 1 1,0 0-1,0 0 0,0 0 1,0 0-1,0-2 1,-1 1-32,0 1 0,0 0 1,0 0-1,-1 0 1,1 0-1,0 0 1,0 0-1,-1 0 0,1 0 1,-1 0-1,1 1 1,-1-1-1,1 0 0,-1 1 1,1-1-1,-1 1 1,1 0-1,-3-1 1,-29-6 558,30 7-533,1-1-1,-1 1 1,1-1 0,-1 1 0,1 0 0,-1 0 0,1 0-1,-1 0 1,1 1 0,-1-1 0,1 1 0,-1-1-1,1 1 1,-3 1 0,4 0-39,0-1 1,0 1-1,0 0 0,0 0 0,0 0 1,1 0-1,-1 0 0,1 0 1,-1 1-1,1-1 0,0 0 1,-1 0-1,1 0 0,0 0 1,1 0-1,-1 3 0,1-1-117,-1-1 0,1 1 0,0-1 0,0 1 0,0-1 0,0 0 0,1 0 0,-1 0 0,1 0 0,0 0 0,0 0 0,0 0 0,0 0 0,0-1 0,1 1 0,-1-1 0,1 1 0,-1-1 1,1 0-1,0 0 0,0 0 0,0-1 0,0 1 0,0-1 0,7 3 0,5 1-1053,-1 0 0,2-1 0,-1-1 1,23 2-1,30-1-5258,5-4-3728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11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8036,'0'0'13070,"4"8"-11886,32 108 3132,-7-16-2274,-12-60-1654,1 1-1,40 62 1,-57-102-363,13 17-297,-13-19 250,-1 1 1,1 0 0,0-1 0,0 1 0,0-1 0,0 0 0,-1 1-1,1-1 1,0 0 0,0 0 0,-1 1 0,1-1 0,-1 0 0,1 0-1,-1 0 1,1 0 0,-1 1 0,1-1 0,-1 0 0,0 0 0,0 0-1,1-2 1,181-446-1825,-116 285 1601,-66 190 2182,0-18-2871,0 0-1,0 1 1,0-1 0,-1 0 0,-3 15-1,-3 14-9995,7-17 1616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11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27 1969,'0'0'18435,"-13"-5"-16842,6 2-1464,-49-13 1549,52 15-1554,1 0-1,-1 1 1,1 0-1,-1 0 1,0 0 0,1 0-1,-1 1 1,1 0-1,-1-1 1,0 1-1,1 0 1,0 1-1,-1-1 1,1 0-1,0 1 1,0 0-1,-5 3 1,4-2-75,0 0 1,-1 1-1,1 0 1,1 0-1,-1 0 1,1 0-1,-1 0 1,1 1-1,0-1 1,1 1-1,-1 0 1,1 0-1,0 0 1,0 0-1,0 0 1,1 0-1,0 1 0,0-1 1,0 0-1,1 1 1,0 10-1,1-15-76,0 1-1,1-1 0,-1 0 1,0 0-1,1 0 0,-1 0 1,0 0-1,1-1 0,-1 1 1,1 0-1,0-1 0,-1 1 1,1 0-1,0-1 0,-1 0 1,1 0-1,0 1 0,-1-1 1,1 0-1,0 0 0,-1 0 1,1-1-1,2 1 0,44-4-567,-40 1 578,0-2 1,0 1-1,0-1 0,-1 0 0,0-1 1,0 1-1,0-2 0,-1 1 1,0-1-1,10-13 0,-17 35 3325,10 41-3409,-8-52-107,1 0-1,-1 0 1,1 0-1,0 0 1,0 0 0,1-1-1,-1 1 1,1-1 0,0 1-1,0-1 1,0 0 0,0 0-1,0 0 1,1-1 0,-1 1-1,1-1 1,0 0 0,-1 0-1,1 0 1,0 0 0,0-1-1,5 2 1,-4-2-745,0 0 1,1 0 0,-1-1-1,1 1 1,-1-1-1,0-1 1,1 1 0,-1-1-1,1 1 1,-1-1 0,7-3-1,28-17-9641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12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13718,'0'0'5133,"-12"24"-936,-2 1-3339,-2 5 238,0 2 0,-20 61 0,8-5 762,5 1-1,-20 148 1,42-174-2151,2-62 178,1-1 1,-1 1 0,1 0 0,-1-1-1,1 0 1,-1 1 0,1-1 0,-1 0 0,1 0-1,-1 0 1,1 0 0,-1 0 0,1 0-1,1-1 1,1 1-85,6-1 5,-1 0 0,1 0 1,0-2-1,-1 1 0,0-1 1,1 0-1,-1-1 0,0 0 0,-1 0 1,1-1-1,8-6 0,-7 3-38,1 0 0,-1 0 0,0-1 0,0 0 0,-1-1 0,-1 0 0,13-18 0,-22 46 3936,0-10-3676,1 0-1,0 1 0,1-1 0,0 0 1,0 1-1,4 12 0,-3-21-65,-1 1 0,0 0 0,0-1 0,0 1 0,1 0 0,-1-1 0,0 0 0,1 1 0,-1-1 0,0 0 0,1 0 0,-1 1 0,1-1 0,-1 0 0,0 0 0,1-1 0,-1 1 0,0 0 0,1 0 0,-1-1 0,0 1 0,1 0 0,-1-1 0,0 0 0,1 1 0,-1-1-1,1-1 1,35-19-195,-36 21 227,52-32-437,21-14 115,-72 115 4895,-2-67-4777,0 1 1,0-1-1,1 0 1,-1 1-1,1-1 1,-1 1-1,1-1 0,0 0 1,0 1-1,2 2 1,0-1-679,0 0 1,0-1-1,0 1 1,1-1 0,-1 0-1,1 0 1,0 0-1,-1 0 1,1-1-1,1 0 1,-1 0-1,0 0 1,7 3 0,4-1-7034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12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6051,'0'0'13088,"6"15"-11946,20 49-309,-25-62-802,1 0-1,-1 0 1,0-1 0,1 1 0,-1-1 0,1 1 0,0-1 0,0 1 0,-1-1 0,1 0-1,0 0 1,0 0 0,0 0 0,0 0 0,0-1 0,0 1 0,0-1 0,1 1-1,-1-1 1,0 0 0,0 1 0,0-1 0,0 0 0,1-1 0,-1 1 0,0 0 0,0-1-1,3 0 1,7 0 18,-7 1-55,-1 0 0,1 0 0,-1 0 0,1-1 0,-1 0 0,1 0 0,-1 0 0,0 0 0,1-1 0,-1 1 0,0-1 0,0 0 0,0-1 0,0 1 0,0-1 0,-1 1 0,7-7 0,-7 5-2,0-1 1,0 1-1,0-1 0,-1 0 0,0 0 1,1 0-1,-2 0 0,1 0 0,-1 0 1,0 0-1,0-1 0,0 1 0,-1 0 1,0-10-1,1 13 35,-1 0 1,0-1-1,0 1 0,0 0 0,0 0 1,-1 0-1,1 0 0,-1 0 0,1-1 1,-1 1-1,0 0 0,0 0 0,1 0 1,-1 1-1,-1-1 0,1 0 0,0 0 1,0 0-1,-1 1 0,1-1 0,-3-1 1,0 1 40,0 0 1,0 1-1,0-1 0,0 1 1,0 0-1,-1 0 1,1 0-1,0 1 1,-1 0-1,-5 0 1,3-1 144,0 1 0,0 0 1,-1 0-1,1 1 1,0 0-1,0 0 0,-1 1 1,1 0-1,0 0 1,1 1-1,-10 4 0,13-5-114,0 1-1,0-1 1,0 1-1,0 0 1,0 0-1,0 0 1,1 1-1,0-1 1,0 0-1,0 1 1,0 0-1,0-1 1,1 1-1,-1 0 1,1 0-1,0 0 1,0 0-1,1 0 1,-1 0-1,1 0 1,0 0-1,0 6 1,0 2 13,0 0 1,1 0 0,1 0-1,0 0 1,0 0 0,1 0-1,1-1 1,5 13 0,-6-18-120,0 0 1,1 1 0,0-1 0,0-1 0,1 1-1,0-1 1,0 1 0,0-1 0,0-1-1,1 1 1,0-1 0,0 0 0,0 0-1,13 5 1,-5-4-543,0 0 0,1-1 0,0-1 0,-1 0 0,1-1 0,25 0 0,-6-2-4087,61-8 0,-20-11-5019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1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10 1569,'0'0'9588,"7"-9"-501,-11 97-7847,-3 0 0,-3 0 0,-5-1 0,-32 105 0,42-168-1070,-5 47 0,6-39-232,-3-59-3844,7-39-7737,0 39 4680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1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1 368,'0'0'9079,"4"6"-8513,9 19 194,-12-24-508,0 0 1,-1 0-1,1 0 1,0 0-1,0 0 1,-1-1-1,1 1 1,0 0-1,0 0 1,0-1-1,0 1 1,0-1-1,0 1 0,0-1 1,0 0-1,0 1 1,0-1-1,2 1 1,38-2 1538,-27 0-1293,14 0-82,0-2 1,46-11-1,36-4-83,-171 55-11442,41-26 7662,-13 7-1438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2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3826,'0'0'11181,"15"0"-9823,24 0-566,0-2 1,0-2-1,0-1 0,46-13 1,-79 16-1179,-1 0-942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3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1 173 80,'0'0'16362,"0"17"-14660,1 33-200,2 0-1,2-1 0,21 88 1,-16-93-1283,0-3-110,28 79 0,-32-107-118,-1 1 0,0 0-1,-1 0 1,-1 1 0,3 16-1,-6-31 2,0 0 0,0 0 0,0 0 0,0 0 0,0 0 0,0 0 0,0 0-1,0 0 1,0 0 0,1 0 0,-1 0 0,0 0 0,0 0 0,0 0 0,0 0 0,0 0 0,0 0-1,0 0 1,0 0 0,1 0 0,-1 0 0,0 0 0,0 0 0,0 0 0,0 0 0,0 0 0,0 0-1,0 0 1,0 0 0,0 0 0,1 0 0,-1 0 0,0 0 0,0 0 0,0 0 0,0 1 0,0-1-1,0 0 1,0 0 0,4-12-73,49-188 109,-12 52-14,-20 76-1,40-89-1,-36 97-2,16-62 956,-60 145 2153,17-16-3125,-1 0 1,1 0 0,0 0-1,0 0 1,0 1 0,0-1-1,1 1 1,-1-1 0,0 6-1,2-8-12,20-2-16833,-7-5 8976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3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5122,'0'0'8876,"7"0"-8153,301-28 5649,-177 12-6005,-124 15-2656,-19 4 948,-23 7-930,-20 18-6050,36-19 4845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4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2097,'1'0'14057,"2"1"-10267,20 5-2527,44-7-603,-1-2 0,78-14 0,-122 13-274,1 1 1,28-1 4399,-49 4-6680,9 0-16111,-4 0 11383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5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5 272,'0'0'11976,"0"-4"-9393,-1 22 6376,-4 128-5457,5 180-1373,0-325-2224,0-1-1,0 1 1,0 0-1,0-1 0,1 1 1,-1-1-1,0 1 1,0 0-1,0-1 0,0 1 1,0 0-1,0-1 1,-1 1-1,1-1 0,0 1 1,0 0-1,0-1 1,-1 1-1,1-1 0,0 1 1,0-1-1,-1 1 1,1-1-1,0 1 0,-1-1 1,1 1-1,-1-1 1,1 1-1,-1-1 0,1 1 1,-1-1-1,1 0 1,-1 1-1,1-1 0,-1 0 1,0 0-1,1 1 1,-1-1-1,1 0 0,-1 0 1,0 0-1,1 0 1,-1 0-1,1 0 0,-1 0 1,0 0-1,-1 0-178,1-1 0,0 0 0,0 1 0,0-1 0,0 0 0,0 0 0,0 0 0,0 1 0,0-1-1,0 0 1,1 0 0,-1 0 0,0-1 0,0 1 0,1 0 0,-1 0 0,1 0 0,-1 0 0,1-1 0,0 1 0,-1 0 0,1-2 0,-1-85-11612,1 57 7148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6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33 144 3666,'0'0'11280,"21"-20"-9610,64-59-22,-79 74-1369,-1 0 1,1 1-1,0 0 0,0 0 0,0 1 0,1 0 0,-1 0 0,1 0 0,0 1 0,-1 0 0,1 0 1,0 1-1,0-1 0,1 2 0,-1-1 0,0 1 0,0 0 0,13 2 0,7-1 608,-23-1-787,0 0 0,0 0 0,0 0-1,0 0 1,0 1 0,0-1 0,-1 1 0,1 0 0,0 1 0,0-1 0,-1 0 0,7 5-1,-8-4-68,0 0-1,0 0 0,-1 0 0,1 0 0,-1 1 1,1-1-1,-1 1 0,0-1 0,0 1 0,0-1 0,0 1 1,0 0-1,-1-1 0,1 1 0,-1 0 0,0-1 1,0 1-1,0 0 0,0 3 0,0 5 63,0 0 1,-1 0-1,0-1 0,-1 1 0,0 0 1,0-1-1,-1 1 0,-1-1 1,-5 12-1,5-16-6,0 1 0,0-1 0,-1 0 0,0 0 0,0 0 0,-1-1 0,0 0 0,0 0 0,0 0 0,0-1 0,-1 0 0,1 0 0,-1-1 0,-10 4 0,-2-1-52,-1-1-1,1 0 0,-1-2 0,0-1 1,-1 0-1,1-1 0,-25-3 0,9 1-318,35 1-138,-16-14-3534,1 5-1477,10 5-1348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27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1 271 4018,'0'0'9492,"4"-1"-7835,-3 1-1582,-1-1 0,1 1 0,0 0 0,-1-1-1,1 1 1,-1 0 0,1 0 0,-1 0 0,1-1 0,0 1 0,-1 0 0,1 0 0,-1 0 0,1 0 0,0 0-1,-1 0 1,1 0 0,-1 1 0,1-1 0,0 0 0,-1 0 0,1 0 0,-1 0 0,1 1 0,-1-1 0,1 0-1,-1 1 1,1-1 0,-1 0 0,1 1 0,-1-1 0,1 1 0,-1-1 0,1 1 0,-1-1 0,0 1 0,1-1-1,-1 1 1,2 32 3287,-2-16-2645,1 4 85,0 0-1,2 0 0,0-1 0,1 1 1,11 31-1,-8-32-635,1-1-1,1 1 1,1-1 0,1-1-1,0 0 1,1 0 0,1-1-1,1-1 1,20 19 0,-25-25-338,4 1 890,-13-12-697,1 1 0,-1-1 0,1 1 0,-1-1-1,1 1 1,-1-1 0,1 1 0,-1-1 0,0 1 0,1-1 0,-1 0 0,0 1 0,0-1 0,0 0 0,1 1-1,-1-1 1,0 0 0,0 1 0,0-1 0,0 0 0,0 1 0,0-1 0,0 0 0,0 1 0,0-1 0,0 0-1,-1 1 1,1-2 0,2-41-22,2-1-1,2 1 0,2 0 1,25-81-1,-17 74-63,-3 0-1,-2-1 0,-2-1 1,4-73-1,-6 67 1782,-7 66-1486,0-8-227,0 1 1,1 0 0,-1-1-1,0 1 1,0 0 0,0 0-1,1-1 1,-1 1 0,0 0-1,0-1 1,0 1 0,0 0-1,-1 0 1,1-1 0,0 1-1,0 0 1,0-1 0,0 1-1,-1 0 1,1-1 0,0 1-1,-1 0 1,1-1 0,-1 1-1,1 0 1,0-1 0,-1 1-1,1-1 1,-1 1 0,0-1-1,1 1 1,-1-1 0,0 1-1,-1 0-383,0 1 0,0-1-1,0 1 1,0-1 0,1 1-1,-1 0 1,1 0 0,-1 0-1,1 0 1,0 0 0,-1 0-1,1 0 1,-1 3 0,-14 35-11127,14-25 3479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32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9 176,'0'0'10149,"19"-8"-3231,-28 15-6655,0 1 0,1 0 0,0 0 1,1 1-1,-13 18 0,-18 21 994,-125 120 1181,153-153-2378,9-14-56,1 0 1,-1-1-1,1 1 0,-1 0 0,1 0 1,-1 0-1,1 0 0,-1 0 0,0-1 1,1 1-1,-1 0 0,0-1 0,0 1 1,0 0-1,1-1 0,-1 1 0,0-1 1,0 1-1,0-1 0,-2 1 0,2-13-11760,1 6 8636,0-1-1709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33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1297,'0'0'6226,"27"-5"3907,-23 7-9789,0 1 0,0 1-1,-1-1 1,1 0 0,-1 1-1,0 0 1,4 6 0,15 16 537,24 20 58,-39-36-557,1-1 0,1-1 0,0 1 0,0-2 0,19 13 0,19 1 3938,-47-18-5514,0-3 979,0 0 0,0 0 0,0 1-1,0-1 1,0 0 0,0 0-1,0 0 1,0 1 0,0-1 0,1 0-1,-1 0 1,0 0 0,0 1-1,0-1 1,0 0 0,0 0 0,0 0-1,0 0 1,0 1 0,0-1-1,1 0 1,-1 0 0,0 0-1,0 0 1,0 0 0,0 1 0,1-1-1,-1 0 1,0 0 0,0 0-1,0 0 1,0 0 0,1 0 0,-1 0-1,0 0 1,0 0 0,0 0-1,1 0 1,-1 0 0,0 0 0,0 0-1,0 0 1,1 0 0,-1 0-1,0 0 1,0 0 0,0 0 0,1 0-1,-1 0 1,0 0 0,0 0-1,0 0 1,1 0 0,-1 0-1,0-1 1,0 1 0,0 0 0,0 0-1,0 0 1,1 0 0,-1 0-1,0-1 1,18-8-6919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34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1 1121,'0'0'10404,"-21"5"-7861,9 4-1876,0 1 0,1 1 0,0 0-1,0 0 1,1 1 0,-15 24 0,-43 86 1404,59-103-1799,0 1 0,2 0 0,0 0 0,2 1 0,0 0 0,-2 26 0,0 128 1604,7-154-1580,0-8-58,1-1 0,0 1 1,0 0-1,2 0 0,-1 0 0,2-1 0,-1 1 0,2-1 0,0 0 0,0 0 0,9 13 0,-8-17-56,0 1 0,1-1 1,0 0-1,1 0 0,-1-1 0,2 0 1,-1-1-1,1 1 0,0-2 0,0 1 1,0-1-1,1-1 0,18 7 0,-17-7 185,-1-1 1,1 0-1,-1-1 0,1 0 1,17 0-1,-33 0-1388,-16 8 172,11-10-5423,6-9-8415,4-5 5469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36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28 208,'0'0'1886,"0"-5"5135,0-17 5954,1 112-9778,1-20-1137,-11 105 1,8-77-807,1-98-1283,0-30-9589,0 11 3906,0 1-2548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36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1873,'0'0'9930,"1"8"-1012,5 39-5929,-6 90 1667,0 71-2544,1-204 725,2 4-6110,-2-1-3885,-14-10-9118,0-9 10644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37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1665,'0'0'5861,"6"-1"-348,23-2-3030,-1 1-1931,-1-1-1,1-1 1,40-12 0,43-6-524,-68 21 2621,-34 1-6030,1 0-3351,-3 0-488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40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68 127 3249,'0'0'8807,"0"6"-7033,-2 143 5573,-1-97-6471,-2 0 0,-17 73 1,9-96-984,5-26-405,2-20-91,2-10 312,1 0-1,1 0 1,2 0 0,1-1 0,1 1 0,1 0 0,1 0-1,2 1 1,1-1 0,0 1 0,2 1 0,1-1 0,2 2-1,23-40 1,-30 56 284,0 1-1,1 0 0,-1 0 0,2 1 0,-1-1 0,1 1 0,0 1 1,0-1-1,1 1 0,-1 0 0,1 1 0,0 0 0,1 0 1,-1 1-1,11-3 0,-18 6 33,0 0-1,0 0 1,0 0 0,0 0-1,0 0 1,0 0 0,0 0-1,0 0 1,0 1 0,1-1 0,-1 0-1,0 1 1,0-1 0,0 1-1,0-1 1,0 1 0,-1-1-1,1 1 1,0 0 0,0-1-1,0 1 1,0 0 0,-1 0 0,1 0-1,1 1 1,0 2 58,0 0-1,0 0 1,-1-1 0,1 1-1,-1 0 1,0 0-1,1 6 1,-1 1 52,0-1-1,0 1 1,-1 0-1,0-1 1,-3 16-1,1-21-82,1-1 1,-1 1-1,0-1 0,-1 0 0,1 0 0,-1 0 0,0 0 0,0 0 0,0 0 1,0-1-1,-1 0 0,1 1 0,-1-1 0,0 0 0,0-1 0,0 1 1,0-1-1,-1 0 0,-5 2 0,-6 3 12,-1-1 0,0-1 0,-32 6 1,48-11-34,0-1 0,0 1 0,0 0 0,0 1-1,0-1 1,0 0 0,0 0 0,0 0 0,0 1 0,0-1 0,0 0 0,0 1 0,0-1 0,0 1 0,0-1 0,0 1 0,0-1 0,1 1 0,-1 0 0,0-1 0,0 1 0,1 0 0,-1 0 0,0 0 0,1-1 0,-1 1 0,1 0 0,-1 0 0,1 0 0,0 0 0,-1 0 0,1 0 0,-1 1 0,2 1 104,0-1-1,0 1 1,0-1-1,0 1 0,0-1 1,0 1-1,0-1 1,1 0-1,-1 0 1,1 0-1,0 0 0,2 3 1,22 31 791,-23-30-803,0-1 0,0 0 0,1 0 1,0 0-1,0-1 0,0 1 0,0-1 1,1 0-1,6 5 0,5-1 35,0 0 0,1-1 0,0-1 0,0 0 0,25 4 0,20 7 172,-55-17-190,-1 3 971,-5 6-3250,-5-14-4347,-6-13-3649,10 0 514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40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1457,'0'0'5765,"-5"9"1748,4 0-6035,7 0-994,0 0 0,0-1 0,1 0 0,0 0 0,0-1 0,1 0 0,14 11 1,-9-8-210,3 4-54,0 0-1,-1 1 1,0 1-1,-1 1 1,-1 0-1,-1 0 0,0 1 1,-1 1-1,-1 0 1,-1 0-1,-1 1 1,0 0-1,-2 1 0,0-1 1,4 38-1,0 15 946,1 92 0,-12-158-1027,0 0 0,0 1 0,-1-1 0,0 1 0,-1-1-1,1 0 1,-1 0 0,0-1 0,-1 1 0,0 0 0,0-1 0,0 0 0,-9 9 0,0-1 524,0 0-1,-1-1 1,-1 0 0,-20 12-1,32-23-1171,1-12-12206,3 4 12384,4-20-7635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44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1024,'0'0'4218,"9"-1"4287,30-2-7333,-8 2-431,-19 0-270,0 0-1,0 2 0,21 2 0,-32-3-433,0 0 0,0 1 0,-1-1 0,1 0 0,0 1 0,0-1 0,0 1 0,-1-1-1,1 1 1,0-1 0,-1 1 0,1 0 0,0-1 0,-1 1 0,1 0 0,-1 0 0,1-1-1,-1 1 1,1 0 0,-1 0 0,0 0 0,1-1 0,-1 1 0,0 0 0,0 0 0,0 0-1,1 1 1,-2 32 1666,2-2 398,1-26-1731,-1 1 0,0 0-1,0 0 1,0 0 0,-1-1 0,0 11-1,-1-4 1162,1-39-1445,1 16-154,-1-1-1,1 0 1,1 0 0,-1 1-1,2-1 1,5-14 0,-7 20 5,1 1 0,1-1 1,-1 1-1,1-1 0,-1 1 0,1 0 1,0 0-1,0 0 0,1 1 0,-1-1 1,1 1-1,0 0 0,0 0 0,0 0 1,0 0-1,6-2 0,15-5-676,1 1 0,44-8 0,-50 16 742,-18 13 286,-3 2-119,-1 32 613,1-32-386,0 0-1,1 0 1,0 0 0,1 0-1,0 0 1,1 0 0,6 20-1,-6-32-340,-1-1-1,1 1 1,-1 0-1,1-1 1,0 1 0,0-1-1,0 1 1,0-1-1,0 0 1,0 0-1,0 0 1,0 0-1,1 0 1,-1-1 0,0 1-1,1-1 1,-1 1-1,0-1 1,1 0-1,-1 0 1,0 0-1,5-1 1,-6 1-131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2:51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55 560,'2'1'13076,"4"0"-9581,26 8-2676,-29-5-631,0-1 1,-1 1 0,0 0 0,1 0 0,-1 0 0,-1 0 0,1 0 0,-1 1 0,1-1-1,-1 0 1,-1 1 0,1-1 0,-1 1 0,1-1 0,-1 0 0,0 1 0,-1-1 0,-1 9-1,2 10 348,-4-1 248,2-22-35,1-13-558,1 6-200,1 0 1,0-1 0,1 1-1,0 0 1,0 0 0,0 0-1,1 1 1,0-1 0,0 0-1,1 1 1,0 0 0,0 0-1,7-9 1,1 3-168,-1-1 1,2 2-1,0-1 0,23-15 0,-35 26 180,-1 1-1,1-1 0,-1 1 0,1-1 0,-1 1 0,1-1 0,-1 1 0,1 0 0,0-1 0,-1 1 0,1-1 1,0 1-1,-1 0 0,1 0 0,0-1 0,-1 1 0,1 0 0,0 0 0,-1 0 0,1 0 0,0 0 1,0 0-1,-1 0 0,1 0 0,0 0 0,-1 0 0,1 0 0,0 1 0,0-1 0,-1 0 0,1 0 1,-1 1-1,1-1 0,0 0 0,-1 1 0,1-1 0,-1 1 0,1-1 0,0 1 0,-1-1 0,1 1 0,-1-1 1,0 1-1,1-1 0,-1 1 0,1 0 0,-1-1 0,0 1 0,1 1 0,5 9 92,-4-7-36,0-1-1,-1 0 0,1 1 1,-1-1-1,0 1 0,0-1 1,0 1-1,0 0 0,-1-1 1,1 1-1,-1 0 1,0 5-1,-7 119 2874,60-125-3108,-49-3 6,17-2-2085,-6-8-3447,-13-3-3310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22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17 201 304,'0'0'5629,"0"-13"6724,2 34-11606,0 0 1,8 32-1,-6-31-418,0 0-1,1 35 1,-5-46-224,1 8 139,-1 0 1,-1 0-1,0 0 1,-2-1 0,0 1-1,-10 30 1,0-22 529,9-50 504,2 1-1484,-1-6 169,2-1 1,1 0 0,1 0-1,1 0 1,2 1-1,1-1 1,1 1 0,1 0-1,2 1 1,0 0-1,2 0 1,1 1 0,2 0-1,0 1 1,1 1-1,20-24 1,-31 43 16,0 1 0,0-1 1,1 1-1,0 0 0,0 0 0,0 0 0,0 1 1,0 0-1,1 0 0,0 0 0,-1 1 0,1-1 1,8-1-1,-12 4 13,1 0 1,0-1-1,-1 1 1,1 0 0,0 0-1,-1 1 1,1-1-1,0 0 1,-1 1-1,1 0 1,-1 0 0,1 0-1,-1 0 1,1 0-1,-1 0 1,0 0-1,1 1 1,-1-1 0,0 1-1,0 0 1,0-1-1,0 1 1,0 0-1,-1 0 1,1 1 0,-1-1-1,1 0 1,-1 0-1,0 1 1,0-1-1,2 5 1,2 4-13,-1 0 0,-1 0-1,0 1 1,0-1 0,-1 1 0,1 19 0,-2-28 22,-1 1-1,0-1 1,0 1 0,-1-1 0,1 1 0,-1 0-1,0-1 1,0 0 0,0 1 0,0-1 0,0 1-1,-1-1 1,1 0 0,-1 0 0,0 0 0,0 0-1,0 0 1,-1 0 0,1-1 0,-1 1 0,1-1-1,-1 0 1,0 1 0,0-1 0,-4 2 0,-135 49 215,117-45-199,24-7-3,1-1-1,0 0 1,-1 0-1,1 1 1,0-1 0,0 0-1,0 1 1,-1-1-1,1 0 1,0 1-1,0-1 1,0 1 0,0-1-1,-1 0 1,1 1-1,0-1 1,0 0-1,0 1 1,0-1 0,0 1-1,0-1 1,0 0-1,0 1 1,0-1 0,1 1-1,-1-1 1,0 0-1,0 1 1,0-1-1,0 0 1,0 1 0,1-1-1,-1 0 1,0 1-1,0-1 1,1 0-1,-1 1 1,0-1 0,0 0-1,1 0 1,-1 1-1,0-1 1,1 0 0,-1 0-1,0 0 1,1 1-1,-1-1 1,1 0-1,16 14 636,226 132 4543,-243-146-5191,8 3-78,-7-3-205,-1 0-1,0 0 0,0 0 0,1 0 0,-1 0 1,0 0-1,0 0 0,1 0 0,-1 0 0,0-1 1,0 1-1,0 0 0,1 0 0,-1 0 0,0 0 1,0-1-1,0 1 0,1 0 0,-1 0 0,0 0 1,0-1-1,0 1 0,0 0 0,0 0 1,0-1-1,1 1 0,-1 0 0,0 0 0,0-1 1,0 1-1,0 0 0,0 0 0,0-1 0,0 1 1,0 0-1,0 0 0,0-1 0,0 1 0,0 0 1,0 0-1,0-1 0,-1 1 0,1-1 0,0-11-8034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22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0 800,'0'0'14703,"0"0"-14561,0 0 1,0 0-1,0 0 0,-1 0 1,1 0-1,0 0 1,0 0-1,0 0 0,0 0 1,0 0-1,-1 0 0,1 0 1,0 0-1,0 0 0,0 1 1,0-1-1,0 0 0,-1 0 1,1 0-1,0 0 0,0 0 1,0 0-1,0 0 0,0 0 1,0 0-1,-1 0 0,1 1 1,0-1-1,0 0 0,0 0 1,0 0-1,0 0 0,0 0 1,0 0-1,0 1 0,0-1 1,0 0-1,0 0 0,0 0 1,0 0-1,0 0 1,0 1-1,0-1 0,0 0 1,0 0-1,0 0 0,0 1 1,10 2 125,1 1 0,0-2 0,0 1 1,0-2-1,0 1 0,0-1 1,15-1-1,18 2 192,146 14 887,-190-26-10407,0 4 1371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1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1 352,'0'0'7910,"27"9"-2430,-26 57-2504,0-21-2310,-2 0 1,-8 64 0,-3-74-163,12-34-487,0-1 0,0 0 0,0 0 0,0 0 1,0 0-1,0 0 0,-1 0 0,1 0 0,0 0 1,0 0-1,0 1 0,0-1 0,0 0 0,0 0 0,0 0 1,0 0-1,-1 0 0,1 0 0,0 0 0,0 0 0,0 0 1,0 0-1,0 0 0,0 0 0,0 0 0,-1 0 1,1 0-1,0 0 0,0 0 0,0 0 0,0 0 0,0 0 1,0 0-1,-1 0 0,1 0 0,0 0 0,0 0 1,0 0-1,0 0 0,0-1 0,0 1 0,0 0 0,0 0 1,0 0-1,-1 0 0,1 0 0,0 0 0,0 0 0,0 0 1,0 0-1,0-1 0,0 1 0,0 0 0,0 0 1,0 0-1,0 0 0,0 0 0,0 0 0,0-1 0,-2-20 759,2 21-319,-29 0-1645,19 0-127,-5 1-1856,0-4-3308,2-2 1469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1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20 464,'0'0'11670,"12"0"-9552,181-13 5480,99 6-5672,-255 7-2182,-36 0-358,-10 2-7717,-10 8 3793,-7 3-1081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1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3153,'0'0'11953,"17"5"-10497,10 2-641,0-1 0,0-1 0,44 1 0,-59-6-573,43 1 122,1-2 1,-1-3-1,90-17 1,-130 12-3646,-14 3-7148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2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16 8436,'0'0'12307,"0"19"-9623,-1-18-2661,1 1 0,0 0 0,-1-1 0,1 1 1,0 0-1,0-1 0,1 1 0,-1 0 0,0-1 1,0 1-1,1 0 0,-1-1 0,1 1 0,-1-1 1,1 1-1,0-1 0,0 1 0,0-1 0,-1 1 0,1-1 1,1 0-1,-1 1 0,0-1 0,0 0 0,0 0 1,1 0-1,-1 0 0,0 0 0,1 0 0,-1 0 1,1-1-1,-1 1 0,1 0 0,-1-1 0,1 1 0,0-1 1,-1 0-1,1 1 0,0-1 0,2 0 0,1-1-151,-1 0 0,1 0 0,-1 0 0,1-1 0,-1 1 0,1-1 0,-1 0-1,0 0 1,0-1 0,0 1 0,0-1 0,-1 0 0,6-5 0,-1 0 23,-3 2 110,0 1 0,1-1 0,0 1 0,0 0 0,0 0 0,11-5 0,-16 10 1052,26 46 544,-25-44-1699,-1-1 0,1 1 1,0-1-1,0 1 1,0-1-1,0 0 1,-1 0-1,2 0 1,-1 0-1,0 0 1,0 0-1,0-1 1,0 1-1,0-1 1,3 1-1,0 0-627,-1-1 1,0 0-1,1 0 0,-1 0 1,1 0-1,-1 0 0,1-1 1,-1 0-1,0 0 0,0 0 1,1-1-1,3-1 0,19-21-6614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2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5346,'0'0'13569,"-4"20"-10567,-2 18-1706,2-1 0,1 0 0,2 1 0,2-1 0,9 67 1,-3-52-1356,-7-28-3337,-1-23 3049,1-1 0,0 1 0,-1 0 0,1-1 0,-1 1 1,0 0-1,1-1 0,-1 1 0,1-1 0,-1 1 0,0-1 1,1 1-1,-1-1 0,0 0 0,0 1 0,1-1 0,-1 0 1,0 0-1,0 1 0,0-1 0,1 0 0,-1 0 0,0 0 0,0 0 1,0 0-1,1 0 0,-1 0 0,0 0 0,0 0 0,0 0 1,1-1-1,-2 1 0,-4 0-2278,-18 0-6261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2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6771,'0'0'9202,"23"2"-5201,184 33 724,-170-28-4183,-1-2-1,1-2 1,49-1 0,-85-38-326,-1 34-239,0 0 0,0 0 0,0 0 0,0 0 0,0 1 0,-1-1 0,1 0 0,-1 0 0,1 0 0,-1 1 1,0-1-1,1 0 0,-1 0 0,0 1 0,0-1 0,0 1 0,-1-1 0,1 1 0,-2-2 0,2 2 16,-1 1 1,1-1-1,-1 1 0,1-1 0,-1 1 1,1 0-1,-1 0 0,1 0 0,-1 0 0,1 0 1,-1 0-1,0 0 0,1 0 0,-1 0 1,1 1-1,-1-1 0,1 1 0,-1-1 0,1 1 1,0 0-1,-1-1 0,1 1 0,0 0 1,-1 0-1,1 0 0,0 0 0,-1 1 0,-3 2 92,1 0-1,0-1 1,1 1-1,-1 1 1,1-1-1,-1 0 1,1 1-1,1 0 1,-1 0-1,1 0 1,-1 0-1,1 0 1,1 0-1,-1 0 1,1 1-1,0-1 1,0 1-1,1-1 1,-1 1-1,1-1 1,1 1-1,-1-1 1,2 7-1,-1-7-213,-1-1 0,2 0 0,-1 1 0,0-1-1,1 0 1,0 0 0,0 0 0,0 0-1,0 0 1,1-1 0,-1 1 0,1-1-1,0 1 1,0-1 0,1 0 0,-1 0 0,0 0-1,1-1 1,0 1 0,0-1 0,-1 0-1,2 0 1,-1 0 0,0 0 0,0-1-1,0 0 1,1 0 0,-1 0 0,6 0 0,31 1-4734,-1-5-4286,-13-6 1169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3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5106,'0'0'16202,"4"6"-14057,-3-4-1900,3 4 132,0 0 0,0 0 0,-1 0-1,0 0 1,0 0 0,-1 1 0,0 0 0,2 7 0,-4-13-263,-1-16-642,1 15 496,-16-99-2057,15 93 1818,1-1 1,0 1 0,0-1-1,0 1 1,1-1 0,-1 1-1,2-1 1,-1 1-1,1 0 1,0 0 0,0 0-1,1 0 1,3-8 0,-4 14 208,0-1 0,-1 0 1,1 0-1,0 1 1,0-1-1,0 1 1,0-1-1,0 1 1,0 0-1,0 0 1,0 0-1,0 0 1,0 0-1,-1 0 1,1 0-1,4 2 1,32 7 42,16 16 165,-40-17-70,1-1 1,0-1 0,0 0-1,0-1 1,0-1-1,1 0 1,0-1-1,19 1 1,-14-2 110,-13-1-116,0 0 0,0-1 0,0 0 0,0 0 0,0-1 0,0 0 0,8-2 0,-15 3-52,0-1 1,0 1-1,-1-1 1,1 0-1,0 1 0,0-1 1,-1 0-1,1 1 0,-1-1 1,1 0-1,0 0 1,-1 0-1,1 1 0,-1-1 1,0 0-1,1 0 0,-1 0 1,0 0-1,0 0 1,1 0-1,-1 0 0,0 0 1,0 0-1,0 0 0,0 0 1,0 0-1,0 0 1,-1 0-1,1 0 0,0 0 1,0 1-1,-1-1 1,1 0-1,-1-1 0,0 0 28,1 0 0,-1 1 0,0-1 0,0 0 0,1 1 0,-1-1 0,0 1-1,-1-1 1,1 1 0,0 0 0,0-1 0,-1 1 0,1 0 0,0 0 0,-1 0 0,-2-2-1,-8 1 202,1 0 0,-1 0-1,0 1 1,1 1-1,-1 0 1,0 0-1,0 1 1,1 1 0,-17 4-1,26-4-183,0 0 0,0-1 0,1 1 0,-1 0 0,1 1 0,0-1 0,-1 0 0,1 0 0,0 0 0,0 1 0,0-1 0,1 1 0,-1-1 0,1 0 0,-1 1 0,1-1 0,0 1 0,0-1 0,0 5 0,4 49-95,-4-54-86,1 1 0,0-1 0,-1 0 0,1 0 0,0 1 0,0-1 0,0 0-1,1 0 1,-1 0 0,0 0 0,1-1 0,-1 1 0,1 0 0,0-1 0,0 1 0,-1-1 0,1 1 0,0-1 0,0 0 0,0 0 0,1 1 0,-1-2 0,0 1 0,0 0 0,4 0 0,4 1-1392,1 0 1,-1-1-1,1 0 0,15-2 1,-8 1-1328,21 0-4170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4 5394,'0'0'17203,"-19"0"-16082,-59-3-380,77 2-720,-1 1 0,1 0 0,0 0 0,-1 0 0,1 0 0,-1 0 0,1 0 0,-1 1 0,1-1 0,0 0 0,-1 1 0,1-1 0,0 1 0,-1 0 0,1-1 0,-2 2 0,3-1-29,-1-1-1,1 0 0,0 1 1,0-1-1,0 1 0,-1-1 1,1 1-1,0-1 1,0 1-1,0 0 0,0-1 1,0 1-1,0-1 1,0 1-1,0-1 0,0 1 1,0-1-1,0 1 1,0-1-1,0 1 0,1-1 1,-1 1-1,0-1 0,0 1 1,1-1-1,-1 1 1,20 22-592,-5-11 423,-11-10 159,-1 1 1,1-1-1,-1 0 0,0 1 1,0-1-1,0 1 0,0 0 1,0 0-1,-1 1 0,0-1 1,1 0-1,-1 1 0,0-1 1,0 1-1,-1 0 0,3 6 1,-5-9 24,1 0 0,0 0 0,-1 0-1,1 0 1,-1-1 0,1 1 0,-1 0 0,0 0 0,1 0 0,-1 0 0,0-1 0,1 1 0,-1 0 0,0-1 0,0 1 0,0 0-1,0-1 1,0 1 0,1-1 0,-1 0 0,0 1 0,0-1 0,0 0 0,-2 1 0,-34 7-55,20-4-427,-1-2-2096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4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0 11125,'0'0'9223,"-10"20"-4962,-33 67-1052,38-74-2753,0 0 0,1 0 0,0 1 1,1 0-1,1 0 0,0 0 0,1 0 0,0 0 0,1 0 0,3 22 1,0 16-619,-3-51 76,1 0 1,-1 0-1,1 0 1,-1-1-1,1 1 1,-1 0-1,1 0 1,0-1-1,0 1 1,-1 0-1,1-1 1,0 1-1,0-1 0,0 1 1,0-1-1,-1 1 1,1-1-1,0 1 1,0-1-1,0 0 1,0 0-1,0 0 1,0 1-1,0-1 1,0 0-1,0 0 1,0 0-1,2-1 1,38 2-2906,-33-1 1853,-8 0 1110,30-3-4625,-15-8-1233,-6-9-4298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4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7363,'0'0'11702,"143"-5"-11078,-89 1-608,-7-1-16,14-2-2065,0 1-2801,0-6-2978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4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0 229 9012,'0'0'14169,"4"13"-12168,3 30-954,-2 1 0,0 68-1,-5-112-1419,0-12-1705,-1-27 861,2 0 1,2 0 0,2 0 0,13-51 0,-16 79 1062,1 1 1,1 0-1,-1 0 0,2 0 1,-1 0-1,1 0 0,1 1 1,0 0-1,0 0 1,1 1-1,0-1 0,1 1 1,-1 1-1,1 0 0,1 0 1,0 0-1,-1 1 1,2 1-1,-1-1 0,1 1 1,10-3-1,-18 7 280,-1 1 0,0 0 1,0 0-1,0 0 0,1 0 0,-1 0 0,0 0 0,0 0 1,1 0-1,-1 0 0,0 0 0,0 1 0,0-1 0,1 0 1,-1 1-1,0-1 0,0 1 0,0 0 0,0-1 0,0 1 1,0 0-1,0 0 0,0-1 0,0 1 0,0 0 0,0 0 1,-1 0-1,1 0 0,0 0 0,-1 0 0,1 0 0,-1 1 1,1-1-1,-1 0 0,1 0 0,-1 0 0,0 0 0,0 1 0,1-1 1,-1 0-1,0 0 0,0 2 0,4 65 1803,-4-58-1629,0-8-243,-1 1-1,1-1 1,-1 0-1,1 0 1,-1 0-1,0 0 1,0 0-1,0 0 1,0 0-1,0 0 1,0 0-1,-1-1 1,1 1-1,0 0 1,-1-1-1,0 1 1,1-1-1,-1 1 0,0-1 1,0 0-1,1 0 1,-4 1-1,-56 24 199,23-11-195,34-14-28,1 1-1,-1 0 1,0 0-1,1 0 1,-1 0-1,1 0 0,0 1 1,0 0-1,0 0 1,0 0-1,0 0 1,0 0-1,1 0 0,0 1 1,-1-1-1,1 1 1,1 0-1,-1 0 1,0-1-1,1 1 0,0 0 1,0 0-1,0 1 1,0-1-1,1 0 1,0 0-1,0 0 0,0 0 1,0 0-1,0 0 1,2 7-1,0-7 16,0 0 0,0 0 0,0-1 0,0 1 0,1-1 0,-1 1 0,1-1 0,0 0 0,0 0 0,0 0 0,0-1-1,0 1 1,1-1 0,-1 1 0,1-1 0,0 0 0,-1-1 0,1 1 0,0-1 0,5 2 0,13 5 112,0-2-1,27 5 1,19-4-1314,-67-7-110,4-10-5570,-4-5-979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5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1 2081,'0'0'22197,"-13"5"-20703,-38 18-411,49-22-1045,0 0 0,0 0 0,0 0 0,0 1 0,0-1 0,0 1 0,0-1-1,0 1 1,1 0 0,-1 0 0,1 0 0,-1 0 0,1 0 0,0 0 0,-1 0 0,1 0 0,0 0 0,1 1 0,-1-1 0,0 0 0,1 1 0,-1-1 0,1 1 0,0-1 0,-1 0-1,1 1 1,0-1 0,1 1 0,-1-1 0,1 4 0,0 7-371,33-11-1086,-30-2 1334,1 0 0,-1-1 0,1 0 1,-1 0-1,1 0 0,-1 0 1,0-1-1,1 0 0,-1 1 0,0-2 1,0 1-1,0 0 0,0-1 0,-1 0 1,1 0-1,-1 0 0,0 0 0,0 0 1,0-1-1,5-6 0,-9 11 175,1 0 0,-1-1 1,1 1-1,0 0 0,0 0 0,-1 0 0,1 0 0,0-1 0,0 1 0,0 0 0,0 0 0,0 0 1,0 0-1,0-1 0,0 1 0,0 0 0,0 0 0,1 0 0,-1-1 0,0 1 0,1 0 1,-1 0-1,0 0 0,1-1 0,-1 1 0,1 0 0,-1-1 0,1 1 0,-1 0 0,1-1 0,0 1 1,0 0-1,1 1-389,0-1 0,0 0 0,0 1 0,0-1 0,0 0 0,0 0 0,0 0 1,1 0-1,-1 0 0,0-1 0,0 1 0,1-1 0,-1 1 0,1-1 0,1 0 0,2 0-460,-2 0-62,0 1 0,-1-1 0,1-1 0,0 1 0,0 0 0,-1-1 0,1 0 0,0 0 0,-1 0 0,1 0 0,0-1 0,-1 0 0,4-2 0,19-14-5838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5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9332,'0'0'12233,"-18"22"-8824,-55 71-1299,70-89-1919,0 0 0,0 0 0,0 0-1,1 1 1,-1-1 0,1 1-1,0 0 1,1 0 0,-1 0 0,1 0-1,0 0 1,0 0 0,1 0 0,-1 0-1,1 0 1,0 0 0,1 0-1,0 6 1,1 13 788,-2-4-708,-1-5-61,2 1 1,3 29-1,-3-41-199,0 0 0,0 0 1,0 0-1,0 0 0,1 0 0,0 0 0,0-1 0,0 1 0,0-1 0,0 1 0,1-1 1,0 0-1,-1 0 0,1 0 0,6 4 0,-4-3-460,0 0 0,1-1 1,-1 1-1,1-1 0,0-1 0,0 1 1,0-1-1,0 0 0,0-1 0,0 1 0,1-1 1,-1 0-1,11-1 0,-15-11-9939,-2 10 8659,0-16-9084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5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8628,'0'0'12598,"121"0"-11846,-87 0-400,-7-2-352,1 0-368,-1 2-1697,-14 0-1985,1 0-3073,-8 0-1601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6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80 3217,'0'0'13415,"8"3"-11222,10 2-640,0-1-1,-1-1 1,35 3 0,-3-4-1255,-48-3-318,-1 1 0,1-1 0,0 0 0,0 1 0,-1-1 0,1 0-1,0 1 1,-1-1 0,1 0 0,-1 0 0,1 1 0,-1-1 0,0 0 0,1 0 0,-1 0-1,0 0 1,1 0 0,-1 0 0,0 0 0,0 1 0,0-1 0,0 0 0,0 0-1,0 0 1,0 0 0,0 0 0,0 0 0,0 0 0,0 0 0,-1 0 0,0-1 0,-7-31-919,5 29 927,1 1 0,-1 0 0,1 0 1,-1 0-1,0 0 0,0 1 0,-1-1 0,1 1 0,0 0 0,-1 0 0,0 0 0,1 0 0,-1 1 0,0-1 0,0 1 1,0 0-1,0 0 0,0 1 0,0-1 0,0 1 0,0 0 0,0 0 0,0 0 0,-8 2 0,7-1 150,1 0-1,-1 1 1,0 0 0,1 0-1,0 0 1,-1 1-1,1-1 1,0 1-1,0 0 1,0 0-1,1 0 1,-1 1-1,1 0 1,0-1-1,0 1 1,0 0 0,0 0-1,1 1 1,0-1-1,-3 7 1,3-7 14,0 1 1,0-1-1,0 1 1,1 0 0,0-1-1,0 1 1,0 0-1,1 0 1,0 0-1,-1 0 1,2 0 0,-1-1-1,1 7 1,1-9-131,-1 1 1,0-1-1,1 0 0,-1 0 1,1 0-1,0 0 1,-1 0-1,1 0 0,0 0 1,0 0-1,0-1 1,1 1-1,-1-1 0,0 0 1,1 1-1,-1-1 1,0 0-1,1 0 0,-1-1 1,1 1-1,0 0 1,-1-1-1,1 0 1,0 0-1,3 0 0,107 2-1210,-65-2-3168,-28-2-787,-5-5-3419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7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0 2849,'0'0'9303,"2"10"1720,-5-1-11697,-188 338 4844,23-41-851,160-292-3185,-49 94 943,55-108 487,4-12-2183,11-21-5747,1 17 526,5-6-3503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8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0 5250,'0'0'11707,"-2"2"-10322,-1 1-1071,1 0 0,0-1 0,-1 2 0,1-1 0,1 0 0,-1 0 0,0 1-1,1-1 1,-1 1 0,1-1 0,-1 8 0,-8 51 1594,4-18-823,1-24-761,-4 16 22,2 1-1,-5 71 1,9-98 288,0-7-2807,-5-26-18493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8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6755,'0'0'8225,"23"0"-6050,17 0-1559,48-1 567,0 3 0,93 16-1,-162-14-1186,0 0-1,0 1 1,-1 1 0,1 1 0,26 14-1,-40-19-46,0 1-1,-1 1 0,1-1 1,-1 1-1,1-1 1,-1 1-1,0 0 0,0 1 1,-1-1-1,1 1 0,-1 0 1,0-1-1,0 1 1,-1 1-1,1-1 0,-1 0 1,0 1-1,-1-1 1,1 1-1,-1-1 0,0 1 1,0 0-1,-1 6 1,0 4 52,-1 0 1,-1 0 0,-1 0 0,0 0 0,0-1 0,-2 1-1,0-1 1,-1 0 0,0 0 0,-2-1 0,1 0 0,-14 18 0,15-23 56,-1 0 1,0-1-1,-1 0 1,1 0-1,-1-1 1,-1 0-1,0-1 1,0 1-1,0-2 1,0 1-1,-1-1 1,0-1 0,0 0-1,0 0 1,-1-1-1,-18 4 1,-14-1 295,1-2 0,-1-1 0,-44-4 0,33 0 295,53 1-785,18-1-5283,15-4 892,7-7-1999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9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7235,'0'0'13398,"-28"111"-12277,22-100-417,-1 0-127,7-6-257,-7-3-224,7 0-96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9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7988,'0'0'14790,"0"-9"-15046,0 20-4818,0 7 256,0 2-769,0 1 353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39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8196,'123'133'4685,"-121"-131"-4395,0 0 1,0 0 0,0-1 0,-1 2-1,1-1 1,-1 0 0,0 0 0,1 0 0,-1 1-1,0-1 1,0 0 0,0 1 0,-1-1-1,1 4 1,-1-5-199,0-1 1,0 1-1,0-1 0,-1 1 0,1-1 0,0 1 1,0-1-1,-1 1 0,1-1 0,-1 1 0,1-1 1,0 0-1,-1 1 0,1-1 0,-1 0 0,1 1 1,-1-1-1,1 0 0,-1 1 0,1-1 0,-1 0 1,1 0-1,-1 0 0,1 0 0,-2 1 0,-2 0 716,-89 58 6112,93-59-6971,-1 1 1,1-1-1,-1 0 0,0 1 0,1-1 0,-1 0 1,1 1-1,-1-1 0,1 1 0,-1-1 1,1 1-1,0-1 0,-1 1 0,1-1 0,0 1 1,-1-1-1,1 1 0,0 0 0,-1-1 0,1 1 1,0-1-1,0 1 0,0 0 0,0-1 1,0 1-1,0 0 0,0-1 0,0 1 0,0 0 1,0-1-1,0 1 0,0-1 0,0 1 0,0 0 1,1-1-1,-1 1 0,0 0 0,0-1 1,1 1-1,-1-1 0,0 1 0,1-1 0,-1 1 1,1-1-1,-1 1 0,1-1 0,-1 1 0,1-1 1,-1 0-1,1 1 0,0 0 0,38 20-1598,-24-13 1756,-13-8-130,-1 1 0,0-1 0,0 1 0,0-1 0,1 1 0,-1 0 0,0-1 0,0 1 0,0 0 0,0 0 0,0 0 0,0 0 0,-1 0-1,1 0 1,0 0 0,0 0 0,-1 1 0,1-1 0,-1 0 0,1 0 0,-1 0 0,1 1 0,-1-1 0,0 0 0,0 1 0,1-1 0,-1 0 0,0 1 0,0-1 0,0 0 0,-1 1 0,1-1 0,0 0 0,0 1 0,-1-1 0,1 0 0,-1 0 0,1 0 0,-1 1 0,-1 1 0,0 0 91,-1-1 0,0 1 0,0 0 0,0-1 1,-1 0-1,1 0 0,-1 0 0,1 0 1,-1-1-1,1 1 0,-1-1 0,0 0 0,-4 1 1,-7 2 174,0-1-110,0 1-1,-1-2 1,-15 1-1,30-3-1183,5-5-6339,19-10-197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0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10565,'0'0'12317,"-6"2"-8463,-29 17-3810,29-16-29,1 0-1,1 0 0,-1 0 0,0 1 1,1-1-1,0 1 0,0 0 0,0 1 1,0-1-1,0 1 0,1 0 0,0-1 1,0 1-1,1 1 0,-1-1 1,1 0-1,0 1 0,0-1 0,1 1 1,0-1-1,0 1 0,-1 9 0,2-14-77,1 0 0,-1 1-1,1-1 1,-1 0 0,1 0-1,-1 0 1,1 0-1,0 0 1,-1 0 0,1 0-1,0 0 1,0 0 0,0 0-1,0 0 1,0 0-1,0-1 1,0 1 0,0 0-1,0-1 1,0 1 0,0 0-1,1-1 1,-1 0-1,0 1 1,0-1 0,0 0-1,1 0 1,-1 1 0,2-1-1,46 4-3098,-43-4 2567,93-1-8780,-45-4 2022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0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81 112,'0'0'22552,"-12"-3"-20845,-3-1-1177,9 2-232,0 0 1,0 1-1,0-1 0,0 1 0,-1 1 0,-11-1 0,16 1-253,1 0-1,0 1 1,0-1-1,-1 0 1,1 1-1,0-1 1,0 0-1,-1 1 1,1-1-1,0 1 1,0 0-1,0-1 1,0 1-1,0 0 0,0 0 1,0 0-1,0 0 1,0 0-1,0 0 1,0 0-1,1 0 1,-1 0-1,0 0 1,1 0-1,-1 0 1,1 1-1,-1-1 1,1 0-1,-1 0 1,1 3-1,-4 45-185,4-43 109,0-5 4,1 0 0,-1 0 0,0 0 0,1 1-1,-1-1 1,1 0 0,0 0 0,-1 0 0,1 0-1,0-1 1,0 1 0,-1 0 0,1 0 0,0 0 0,0 0-1,0-1 1,0 1 0,0 0 0,0-1 0,0 1-1,0-1 1,0 1 0,0-1 0,1 0 0,-1 1 0,0-1-1,0 0 1,0 0 0,0 0 0,1 0 0,0 0-1,46 1-1186,-39-1 827,-7 0 321,-1 0-1,1 0 1,0 0 0,-1-1-1,1 1 1,0 0 0,-1-1-1,1 1 1,0-1-1,-1 0 1,1 0 0,-1 1-1,1-1 1,-1 0 0,0 0-1,1 0 1,-1 0-1,0-1 1,0 1 0,0 0-1,1-1 1,-1 1 0,-1 0-1,1-1 1,0 1-1,0-1 1,0 0 0,-1 1-1,1-1 1,-1 1 0,1-4-1,1-4 31,-1 0 0,0-1 0,-1 0 0,-1-14 0,1 8 129,-1 14-18,1-1 1,0 1-1,-1-1 0,0 1 1,1 0-1,-1-1 1,0 1-1,0 0 0,0 0 1,-1-1-1,1 1 0,-1 0 1,1 0-1,-1 1 0,1-1 1,-1 0-1,0 0 0,0 1 1,0-1-1,0 1 0,0 0 1,0 0-1,0-1 0,-1 1 1,1 1-1,0-1 0,-1 0 1,-4 0-1,1-1 1,0 1 0,0 0 1,-1 0-1,1 0 0,0 1 0,-1 0 0,1 0 0,0 1 0,-1 0 1,-9 2-1,15-2-164,1 0 0,-1 0 0,0-1 0,0 1 0,1 0 0,-1 0 0,1 0 0,-1 0 0,0 0 1,1 0-1,0-1 0,-1 1 0,1 0 0,0 0 0,-1 1 0,1-1 0,0 0 0,0 0 0,0 1 0,0-1-147,0-1-1,0 1 1,0-1 0,0 1-1,0-1 1,0 1-1,0-1 1,0 1-1,0-1 1,0 1 0,1-1-1,-1 1 1,0-1-1,0 1 1,1-1-1,-1 1 1,0-1 0,0 1-1,1-1 1,-1 1-1,1-1 1,-1 0-1,0 1 1,1-1 0,-1 0-1,1 1 1,0-1-1,27 6-6083,6-5-70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0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0 944,'0'0'24174,"-13"19"-20535,13 32-2927,48-49-3491,-42-1 2715,1-1 1,-1 0 0,0-1 0,0 0 0,0 0-1,0 0 1,0 0 0,-1-1 0,1 0 0,0 0-1,-1-1 1,1 1 0,-1-1 0,0-1 0,8-5-1,-14 19 4822,1 11-4135,0-20-1058,0 1 0,0 0 0,0 0 1,0-1-1,0 1 0,1 0 0,-1 0 0,0-1 0,1 1 1,0 0-1,-1-1 0,1 1 0,0 0 0,0-1 0,-1 1 1,1-1-1,2 2 0,10-2-5414,-5-1 973,10 0-2012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1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1 288,'0'0'18995,"3"3"-16521,7 24 1327,-10-26-3741,0 1 0,1-1 0,-1 1-1,0-1 1,1 1 0,-1-1 0,1 0 0,-1 1-1,1-1 1,0 1 0,-1-1 0,1 0 0,0 0-1,0 1 1,0-1 0,0 0 0,0 0 0,0 0-1,0 0 1,1 0 0,-1 0 0,0 0-1,0-1 1,1 1 0,-1 0 0,1-1 0,-1 1-1,1-1 1,-1 1 0,1-1 0,-1 0 0,1 1-1,-1-1 1,1 0 0,-1 0 0,1 0 0,-1 0-1,3-1 1,22-8-1198,-12 3 496,-14 6 692,0 0-1,0-1 1,1 1 0,-1 0 0,0 0-1,0 0 1,0 0 0,0 0 0,1 0-1,-1 0 1,0 0 0,0 0 0,0 0-1,1 0 1,-1 0 0,0 0-1,0 0 1,0 0 0,0 0 0,1 0-1,-1 0 1,0 1 0,0-1 0,0 0-1,0 0 1,0 0 0,1 0 0,-1 0-1,0 0 1,0 0 0,0 0 0,0 1-1,0-1 1,0 0 0,0 0 0,1 0-1,-1 0 1,0 1 0,0-1 0,0 0-1,0 0 1,0 0 0,0 0 0,0 1-1,0-1 1,0 0 0,0 0 0,0 0-1,0 1 1,0 0-115,1 0-1,-1 0 0,0 0 1,1-1-1,-1 1 1,1 0-1,-1 0 1,1 0-1,0 0 0,-1 0 1,1-1-1,0 1 1,-1 0-1,1-1 1,0 1-1,0 0 0,0-1 1,0 1-1,0-1 1,-1 1-1,1-1 1,0 0-1,0 1 0,0-1 1,0 0-1,0 0 1,0 0-1,0 0 1,2 0-1,34 3-6523,-36-3 6168,25 0-6649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1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8932,'0'0'13758,"-7"21"-9681,1-3-3524,-3 6 338,1 1 0,1 1 1,1-1-1,1 1 1,-1 28-1,5-29-782,0-16-111,1-1 0,0 1 0,0 0 0,3 16 0,-2-23-99,0 0-1,1-1 1,-1 0-1,0 1 1,1-1-1,-1 0 1,1 1-1,0-1 1,-1 0 0,1 0-1,0 0 1,-1-1-1,1 1 1,0 0-1,0-1 1,0 1 0,0-1-1,0 1 1,0-1-1,0 0 1,0 0-1,-1 0 1,4 0-1,53-1-4523,-52 0 3911,27-6-5177,-5-12-3270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1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8180,'0'0'8436,"143"6"-6916,-89-6-1520,0 0-640,-7 0-3906,1-13-4530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2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8 249 496,'0'0'24814,"1"19"-23709,5 146 1056,-6-164-2149,0 0-5,1 0 0,-1 0 0,0 0 0,0 0 0,0-1 0,0 1 0,0 0 0,0 0 0,0 0 0,-1 0 0,1 0 0,0 0 0,0 0 0,-1-1 0,1 1 0,-1 0 1,1 0-1,0 0 0,-1-1 0,1 1 0,-1 0 0,0 0 0,1-1 0,-1 1 0,0-1 0,1 1 0,-1-1 0,0 1 0,0-1 0,1 1 0,-2 0 0,1-1-196,0-28-1804,0 14 1519,1-1 0,1 1-1,0 0 1,0 0 0,1-1 0,1 1-1,6-18 1,4 2-880,1 0-1,1 1 1,37-51 0,-43 67 1290,0 1 1,1 0 0,1 1 0,0 0 0,1 0 0,0 1 0,0 1-1,1 0 1,0 1 0,21-10 0,-33 17 210,0 1-1,0-1 1,0 1 0,0-1 0,1 1-1,-1-1 1,0 1 0,0-1-1,1 1 1,-1 0 0,0 0 0,0 0-1,1 0 1,-1 0 0,0 0-1,1 0 1,-1 0 0,0 1 0,0-1-1,1 0 1,-1 1 0,0-1-1,0 1 1,0-1 0,1 1 0,-1 0-1,0-1 1,0 1 0,0 0-1,0 0 1,0 0 0,0 0-1,-1 0 1,1 0 0,0 0 0,0 0-1,-1 0 1,1 0 0,0 0-1,-1 0 1,1 0 0,0 3 0,0 4 254,1 1 0,-1-1 0,-1 1 0,1-1 0,-2 13 0,0-4 155,2-15-417,-1 0 0,0 0 0,0 0 0,0 1 0,0-1 0,0 0 0,-1 0 0,1 1 0,-1-1 0,1 0 0,-1 0 0,0 0 0,0 0 0,0 0 0,0 0 0,-2 2 0,1-2-47,0-1 0,-1 0-1,1 0 1,0 0 0,-1-1-1,1 1 1,-1-1 0,0 1 0,1-1-1,-1 0 1,1 0 0,-1 0-1,-3-1 1,-29 0 132,-47 0-134,78 1-97,0 1 0,0-1 0,0 1 1,0 0-1,0 0 0,0 0 0,0 0 0,0 1 1,0 0-1,1 0 0,-1 0 0,1 0 1,-1 0-1,1 1 0,-5 4 0,6-5-6,0 1 0,0 0-1,0 0 1,1 0 0,-1 0 0,1 0-1,-1 0 1,1 0 0,0 1-1,0-1 1,1 0 0,-1 1-1,1-1 1,-1 0 0,1 1 0,0-1-1,1 6 1,0-3 17,1 0 0,-1-1-1,1 1 1,0 0 0,1-1 0,0 1 0,-1-1-1,2 0 1,4 7 0,1-1-61,0 0 0,1 0-1,1-1 1,0-1 0,0 0 0,1 0 0,18 10-1,-26-17-472,1 0 0,0 0-1,-1 0 1,1-1-1,0 0 1,8 2 0,29-6-7168,-15-9-813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2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0 6403,'0'64'4922,"0"-52"7564,-18-6-11109,-57 20-100,72-25-1220,-1 0 0,1 0-1,0 0 1,-1 1-1,1-1 1,0 1 0,0 0-1,0-1 1,0 2-1,0-1 1,1 0 0,-1 0-1,1 1 1,-1-1-1,1 1 1,0 0-1,0 0 1,0 0 0,0 0-1,1 0 1,-1 0-1,1 0 1,0 1 0,-1-1-1,2 0 1,-1 1-1,0-1 1,1 1 0,-1-1-1,1 1 1,0-1-1,0 1 1,2 6 0,-2 1-117,0-10 34,1 0-1,0-1 1,-1 1-1,1 0 1,0-1-1,-1 1 0,1 0 1,0-1-1,0 1 1,-1-1-1,1 1 1,0-1-1,0 0 1,0 1-1,0-1 0,0 0 1,-1 0-1,1 1 1,0-1-1,0 0 1,0 0-1,0 0 1,0 0-1,0 0 0,1-1 1,35 1-503,-30 0 404,42-4-1185,-42 2 4354,-7 4-3100,-1 0 0,1 0 0,1 0 1,-1 0-1,0-1 0,0 1 0,1 0 0,-1 0 0,1 0 1,-1 0-1,1 0 0,0-1 0,0 1 0,0 0 1,0 0-1,0-1 0,0 1 0,3 2 0,-2-2-234,1-1-1,-1 0 0,1 0 1,-1 0-1,1 0 0,0 0 0,0 0 1,-1-1-1,1 1 0,0-1 1,0 0-1,0 0 0,3 0 0,12 0-2212,-12 1 1224,-1-1 0,1 0-1,0 0 1,-1 0 0,1-1 0,0 0 0,9-3 0,7-12-5988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3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0 7203,'0'0'20079,"-12"24"-18302,-34 78-195,42-92-1407,0 1 0,0 0 0,2 0 1,-1 1-1,1-1 0,1 1 1,0-1-1,1 1 0,0-1 0,2 16 1,0 15 22,-3-7-198,0-22 0,0 0 0,1 0 0,1 0 0,2 17 0,-1-28-304,-1 1-1,1-1 1,-1 1 0,1-1-1,0 0 1,0 0 0,0 0-1,0 0 1,0 0-1,1 0 1,-1-1 0,0 1-1,1-1 1,0 1 0,-1-1-1,1 0 1,0 0 0,-1 0-1,1 0 1,0-1 0,0 1-1,0-1 1,-1 0 0,4 0-1,-4 1-34,0-1-1,1 1 0,-1-1 1,0 0-1,0 0 1,0 0-1,0 0 0,0 0 1,0-1-1,0 1 1,0-1-1,0 1 0,0-1 1,0 0-1,0 1 0,0-1 1,0 0-1,0 0 1,-1-1-1,1 1 0,0 0 1,-1-1-1,1 1 1,-1 0-1,1-1 0,-1 0 1,0 1-1,0-1 1,1 0-1,-1 0 0,0 0 1,-1 0-1,2-2 1,-1-22-8839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3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5250,'0'0'12822,"142"0"-12261,-115 0-449,-6 0-112,-8 0-641,1 0-1392,-7 0-2321,-7-4-2065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43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96 5795,'0'0'14534,"13"2"-12984,4 2-1215,-4 0-151,1-1 0,1 0 0,-1-1 0,0-1 0,1 0 0,-1-1 0,27-3 0,-40 3-206,0-1 0,0 0 1,0 0-1,0 0 1,1 0-1,-2 0 1,1 0-1,0 0 0,0 0 1,0 0-1,0 0 1,-1 0-1,1-1 1,0 1-1,-1 0 1,1-1-1,-1 1 0,0 0 1,1-1-1,-1 1 1,0 0-1,0-1 1,0 1-1,0-1 1,0 1-1,0 0 0,0-1 1,-1-2-1,1 1 4,-1 1-1,1-1 0,-1 0 1,1 0-1,-1 1 1,0-1-1,0 0 0,-1 1 1,1-1-1,0 1 1,-1-1-1,1 1 0,-4-4 1,-4 1 168,1 0-1,-1 1 1,0 0 0,0 0 0,-1 1 0,1 0-1,-1 1 1,1 0 0,-1 0 0,0 1 0,0 1 0,-18 0-1,26 0-81,1 0-1,0 1 0,0-1 1,-1 0-1,1 0 1,0 1-1,0-1 0,0 1 1,0-1-1,0 1 1,-1-1-1,1 1 0,0 0 1,0-1-1,0 1 0,1 0 1,-1 0-1,0 0 1,0 0-1,0 0 0,1 0 1,-1 0-1,0 1 1,-10 35 1193,10-27-1003,1 1 1,0-1-1,0 0 0,1 1 1,3 13-1,-1-17-194,0 1-1,1-2 1,-1 1 0,2 0-1,-1-1 1,1 0-1,0 0 1,0 0 0,0-1-1,1 1 1,0-1 0,0 0-1,8 4 1,-9-5-280,1-1 0,-1 0 0,0 0 0,1-1 1,0 0-1,-1 1 0,1-2 0,0 1 0,0-1 1,11 1-1,4-1-1435,-15-1 703,0 1 1,0-1-1,1 0 1,-1-1-1,0 0 0,10-2 1,11-12-6745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2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41 1425,'0'0'12299,"2"-6"-10632,7-21-160,-6 20 3157,-3 52-3856,-1-23-388,-1 1 0,-1-1-1,0 1 1,-13 37 0,-38 85-45,46-125-362,0-1-731,-8 18 1676,13-26-5242,1-2-4590,2-21 2922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3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88 111 608,'0'0'6918,"11"-8"-5395,35-25 420,-35 25 2147,-17 8-1359,-15 1-2242,13 2-358,1-1 0,0 1 0,0 0-1,0 1 1,0-1 0,1 1 0,-1 1 0,1-1 0,0 1 0,0 0 0,1 1 0,0-1 0,0 1 0,0 0 0,0 1 0,1-1 0,0 1-1,1-1 1,-1 1 0,1 0 0,0 1 0,1-1 0,0 0 0,0 1 0,-1 13 0,3-19-115,0 0 0,0 1 0,1-1 0,-1 1-1,1-1 1,0 0 0,-1 1 0,1-1 0,0 0 0,0 0 0,0 0 0,1 1 0,-1-1-1,0 0 1,1-1 0,-1 1 0,1 0 0,4 3 0,-2-2-6,0 0 1,0-1-1,1 1 0,-1-1 1,1 0-1,0 0 1,0 0-1,0-1 0,5 1 1,-1 0-15,-1-1 1,1 0 0,-1-1-1,1 0 1,-1 0 0,1-1 0,-1 0-1,0 0 1,1-1 0,-1 0-1,0-1 1,9-3 0,-6 0-7,0-1-1,0 0 1,-1-1 0,0 0 0,0 0 0,13-15 0,-19 18 5,0-1 1,0 1-1,0-1 1,0 1-1,-1-1 1,0 0-1,0-1 1,0 1-1,-1 0 1,0-1-1,-1 1 1,1-1-1,-1 0 1,0-8-1,0 9 20,-1 1-1,0 0 1,-1-1 0,0 1 0,1 0-1,-2-1 1,1 1 0,0 0-1,-1 0 1,0 0 0,0 0-1,-1 0 1,-5-7 0,6 9-1,-1 1 0,1 0 0,-1 0 0,0 0 1,0 0-1,0 0 0,0 1 0,0-1 0,0 1 0,-1 0 0,1 0 0,0 0 1,-1 0-1,1 0 0,-1 1 0,1 0 0,-1 0 0,1 0 0,-1 0 1,1 0-1,-1 1 0,-5 1 0,8-2-69,0 0 0,0 0 1,0 0-1,1 0 0,-1 0 0,0 0 1,0 1-1,0-1 0,1 0 0,-1 1 1,0-1-1,0 0 0,1 1 0,-1-1 1,0 1-1,1-1 0,-1 1 0,0-1 1,1 1-1,-1-1 0,1 1 0,-1 0 0,1-1 1,-1 1-1,1 0 0,0 0 0,-1-1 1,1 1-1,0 0 0,-1 0 0,1-1 1,0 1-1,0 0 0,0 0 0,0 0 1,0 0-1,0-1 0,0 1 0,0 1 1,1 0-353,-1-1 1,1 0 0,-1 0 0,1 0 0,0 0-1,-1 0 1,1 0 0,0 0 0,0 0-1,0 0 1,0 0 0,0 0 0,0-1 0,0 1-1,0 0 1,0-1 0,0 1 0,1-1 0,-1 1-1,0-1 1,0 1 0,0-1 0,1 0 0,-1 0-1,0 1 1,3-1 0,27 0-7584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4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10 4770,'0'0'8959,"-16"0"-7518,-51 5 69,62-4-1289,0 1 0,0 1 0,0-1 0,0 1 0,0-1 0,1 1 0,-1 1 0,1-1 0,0 1 0,0-1 0,0 1 0,1 1 0,-1-1 0,1 0 0,0 1 0,0-1 0,-4 11 0,-1-3 229,7-10-421,0-1-1,0 1 0,0-1 1,0 1-1,1-1 0,-1 1 1,0 0-1,1-1 1,-1 1-1,1 0 0,-1 0 1,1 0-1,0-1 0,0 1 1,0 0-1,0 0 0,0 0 1,0-1-1,0 1 0,1 0 1,0 3-1,0-4-26,0 0 0,0 0 0,0 0 0,0 1 0,0-1 0,0 0 0,0 0-1,1 0 1,-1-1 0,0 1 0,1 0 0,-1 0 0,0-1 0,1 1 0,-1-1 0,1 1 0,-1-1 0,1 0-1,-1 1 1,1-1 0,0 0 0,-1 0 0,3 0 0,2 0-85,0 0 1,0-1-1,0 1 0,0-1 1,0 0-1,-1-1 1,1 0-1,0 1 0,-1-2 1,1 1-1,-1-1 0,0 1 1,0-1-1,0-1 1,0 1-1,-1-1 0,1 0 1,-1 0-1,0 0 0,0-1 1,0 1-1,-1-1 0,0 0 1,1 0-1,-2 0 1,1 0-1,-1-1 0,0 1 1,0-1-1,0 1 0,-1-1 1,1 0-1,-2 0 1,1 0-1,0-10 0,-2 15 79,1 1 0,0-1 1,-1 0-1,1 1 0,-1-1 0,1 0 0,-1 1 0,1-1 0,-1 1 0,1-1 0,-1 1 1,0-1-1,1 1 0,-1 0 0,0-1 0,1 1 0,-1 0 0,0-1 0,1 1 0,-1 0 0,0 0 1,0 0-1,1 0 0,-2-1 0,-28-2-1792,15 2-351,43 2 993,186-1 714,-212 1 506,0-1 1,0 0-1,-1 0 1,1 1-1,0-1 1,0 1 0,-1-1-1,1 1 1,-1 0-1,1 0 1,-1 0-1,1 0 1,-1 0-1,1 0 1,-1 0 0,0 0-1,1 1 1,-1-1-1,0 0 1,0 1-1,0-1 1,0 1-1,0-1 1,0 1 0,-1 0-1,1-1 1,0 1-1,-1 0 1,0-1-1,1 1 1,-1 0-1,0 0 1,0-1 0,0 1-1,0 0 1,0 0-1,0 0 1,0-1-1,-1 4 1,0 3 284,-1 0 0,1 0 0,-1 0-1,-1 0 1,0 0 0,0 0 0,-6 11 0,-23 28 1351,-2-1 1,-74 76-1,-15 18 573,86-95-1659,18-24-136,-28 44 1,47-65-519,0 0 0,-1 1 0,1-1 0,0 0 1,-1 0-1,1 1 0,0-1 0,0 0 0,0 1 0,-1-1 1,1 1-1,0-1 0,0 0 0,0 1 0,0-1 0,0 1 1,-1-1-1,1 0 0,0 1 0,0-1 0,0 1 1,0-1-1,0 0 0,0 1 0,1-1 0,-1 1 0,0-1 1,0 0-1,0 1 0,0-1 0,0 1 0,0-1 1,1 0-1,-1 1 0,0-1 0,0 0 0,1 1 0,-1-1 1,0 0-1,1 1 0,20-2-3678,28-15-4592,-16 2 1361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4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 7908,'0'0'14027,"-12"12"-12479,-38 40-358,48-50-1140,1 0 1,-1-1 0,1 1 0,0 0 0,-1 0 0,1 0 0,0 0 0,0 0-1,0 0 1,0 1 0,0-1 0,1 0 0,-1 0 0,1 1 0,-1-1-1,1 0 1,0 1 0,0-1 0,0 0 0,0 1 0,0-1 0,1 0-1,-1 1 1,1-1 0,0 0 0,-1 0 0,1 1 0,0-1 0,0 0-1,0 0 1,1 0 0,-1 0 0,0 0 0,1-1 0,-1 1 0,1 0-1,0 0 1,-1-1 0,1 1 0,0-1 0,0 0 0,0 0 0,0 1-1,0-1 1,0-1 0,4 2 0,-4-1-40,0-1 1,0 1-1,0-1 1,0 0-1,0 1 0,0-1 1,0 0-1,0 0 0,0-1 1,0 1-1,0 0 0,0-1 1,0 1-1,0-1 1,0 0-1,0 1 0,0-1 1,0 0-1,0 0 0,0-1 1,-1 1-1,1 0 0,0 0 1,-1-1-1,1 1 1,-1-1-1,0 1 0,1-1 1,0-2-1,0 1 8,-1 0 0,0 0 0,0 0 0,0 0 0,0-1 0,0 1 0,-1 0 0,1-1 0,-1 1 0,0-1 0,0 1 0,0-1 0,0 1 0,-1 0 0,1-1 0,-1 1 0,0 0 0,-2-4 0,2 5 41,0 0 1,-1 0 0,0 1-1,1-1 1,-1 1-1,0 0 1,0-1-1,0 1 1,0 0 0,0 0-1,0 0 1,-4-1-1,-7-5-1588,7 1-5754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4882,'0'0'15797,"8"0"-14301,76-5 1258,-27 0-2600,-3 3-4721,-55 11-8372,-5-2 6146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4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2753,'0'0'19545,"34"43"-17672,-14-38-832,1-1-673,-1-4-192,7 0-176,7 0-448,6-2-1489,8-16-2513,6-7-3634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5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6963,'0'0'14623,"-8"9"-13126,7-7-1425,-7 7 304,1 0 0,0 0 0,1 0-1,0 1 1,1 0 0,0 0 0,0 0 0,-4 16-1,-15 47 663,0 1-1609,17-26-5079,13-44-3871,-3-4 7063,16 0-5973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5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17 5923,'0'0'19337,"-8"3"-18228,3-1-1029,1 0-1,0 0 1,0 0-1,0 1 0,0 0 1,1-1-1,-1 2 0,1-1 1,-1 0-1,1 1 0,0-1 1,0 1-1,1 0 1,-1 0-1,1 0 0,0 0 1,0 0-1,0 1 0,1-1 1,-1 1-1,1-1 1,0 1-1,1-1 0,-1 1 1,1 0-1,0-1 0,0 7 1,0-7-93,-1-1 0,1 0 0,0 0 0,1 1 0,-1-1 0,1 0 0,-1 1 0,1-1 0,0 0 1,0 0-1,0 0 0,0 0 0,1 0 0,0 0 0,-1 0 0,4 4 0,-2-5-39,0 0 0,0 0-1,1-1 1,-1 1 0,0-1-1,1 0 1,-1 0 0,1 0-1,0 0 1,-1 0 0,1-1-1,0 0 1,-1 0 0,1 0 0,4 0-1,2-1-26,1-1 0,0 0 0,-1 0 0,1-1 0,-1-1 0,0 0 0,0 0 0,0-1 0,0 0 0,-1 0 0,0-1 0,0 0 0,-1-1 0,0 0-1,0-1 1,0 1 0,-1-2 0,10-13 0,-14 18 82,-1 0-1,0-1 1,0 0-1,0 0 1,0 1-1,-1-1 1,2-6-1,-3 10 13,1-1-1,-1 1 0,0-1 0,1 1 0,-1-1 1,0 1-1,0-1 0,0 1 0,0-1 0,0 1 1,0-1-1,-1 1 0,1-1 0,0 1 1,-1-1-1,1 1 0,-1 0 0,1-1 0,-1 1 1,0 0-1,0-1 0,0 1 0,0 0 0,1 0 1,-2 0-1,1-1 0,0 1 0,-2-1 0,-8-1-100,0 1 0,-1 0 0,1 1 0,-1 1 0,1-1 0,-1 2 0,1-1-1,-1 2 1,1-1 0,-1 2 0,1-1 0,0 2 0,-19 7 0,-19 19-4367,22-14-432,-12 5-5482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6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6851,'0'0'10882,"23"0"-9825,11 1-713,5 0 337,57-5-1,420-57 3615,-135 42-2440,172-18-810,-528 34-956,-17 3 27,-1-1 1,1 0 0,0 0 0,0-1 0,0 0 0,-1 0 0,1-1-1,-1 1 1,0-2 0,9-4 0,-16 8-77,0 0-1,0 0 1,0 0 0,0 0-1,0 0 1,0-1 0,0 1-1,1 0 1,-1 0-1,0 0 1,0 0 0,0 0-1,0 0 1,0 0 0,0-1-1,0 1 1,0 0 0,0 0-1,0 0 1,0 0 0,0 0-1,0 0 1,0-1 0,0 1-1,0 0 1,0 0 0,0 0-1,0 0 1,0 0-1,0 0 1,0-1 0,0 1-1,0 0 1,0 0 0,0 0-1,-1 0 1,1 0 0,0 0-1,0 0 1,0 0 0,0-1-1,0 1 1,0 0 0,0 0-1,0 0 1,0 0-1,-1 0 1,1 0 0,0 0-1,0 0 1,0 0 0,0 0-1,0 0 1,0 0 0,-1 0-1,1 0 1,0 0 0,0 0-1,0 0 1,0 0 0,-15-3 590,-15 1-643,21 1-151,-1 0 0,0 1 0,1 1 0,-1-1 0,0 1 1,1 1-1,-1 0 0,1 0 0,-1 1 0,1 0 0,0 1 0,0 0 0,1 0 0,-1 1 0,-12 9 0,-34 31-7861,22-25-189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6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63 544,'0'0'3967,"6"-10"-2574,17-30 210,-9 27 4309,-9 24 1339,-6 7-2084,-1-6-5507,-21 67 4326,-5 21-2725,20-32-6476,16-67-1525,-5-1 5380,21-4-4933,9-15-2394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7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98 6627,'0'0'17675,"-3"0"-16216,-1 1-1278,0-1-1,0 1 1,0 0 0,1 0-1,-1 1 1,0-1 0,1 1-1,-1 0 1,1 0 0,0 0-1,-1 0 1,1 1 0,0-1-1,0 1 1,1 0 0,-1 0-1,1 0 1,-1 0 0,1 0-1,-3 5 1,1-1-145,0-1 1,1 1-1,0 0 0,0 0 1,0 0-1,1 0 1,0 0-1,1 1 0,-1-1 1,1 10-1,0-16-41,1 0-1,0 0 1,0 0 0,0 1 0,0-1-1,0 0 1,0 0 0,1 0-1,-1 0 1,0 0 0,0 1 0,1-1-1,-1 0 1,1 0 0,-1 0-1,1 0 1,0 0 0,-1 0-1,1 0 1,1 1 0,25 2-162,-25-4 160,10-1-81,0 0 0,0-1 0,-1 0 1,1-1-1,0 0 0,-1-1 0,0 0 1,0-1-1,0 0 0,0-1 0,-1 0 0,0-1 1,0 0-1,-1 0 0,1-1 0,-2 0 1,1-1-1,10-14 0,-16 20 78,0-1 1,-1 0-1,1 0 0,-1 0 0,0 0 1,0 0-1,0-1 0,-1 1 0,1-1 1,-1 1-1,0-1 0,-1 1 0,1-1 0,-1 0 1,0 1-1,0-1 0,0 0 0,-1-6 1,0 8 13,0 0 1,0 0 0,1 0-1,-2 1 1,1-1-1,0 0 1,-1 1 0,1-1-1,-1 1 1,0-1 0,1 1-1,-1-1 1,0 1-1,-1 0 1,1 0 0,0 0-1,-1 1 1,1-1 0,-1 0-1,1 1 1,-1 0-1,0-1 1,0 1 0,1 0-1,-1 0 1,0 1 0,-5-2-1,-3 1 53,1 0-1,0 0 1,0 1 0,-1 0-1,-13 2 1,22-1-129,0-1 0,0 1 0,0-1 0,-1 1 0,1 0 0,0 0 1,0 0-1,0 1 0,0-1 0,1 0 0,-1 1 0,-2 1 0,3-1-225,-1 0 1,1 0-1,0-1 1,0 1-1,0 0 0,0 0 1,0 0-1,1 0 0,-1 0 1,1 1-1,-1-1 1,1 0-1,0 0 0,-1 0 1,2 3-1,-2-4 68,1-1 0,0 1 0,0 0-1,0-1 1,1 1 0,-1 0 0,0-1 0,0 1 0,0 0-1,0-1 1,1 1 0,-1-1 0,0 1 0,1 0 0,-1-1 0,0 1-1,1-1 1,-1 1 0,1-1 0,-1 1 0,1-1 0,-1 1-1,1-1 1,-1 1 0,1-1 0,-1 0 0,1 1 0,0-1-1,-1 0 1,1 0 0,-1 1 0,1-1 0,0 0 0,-1 0 0,1 0-1,0 0 1,0 0 0,24 3-6593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64 4466,'0'0'18168,"-12"3"-16823,7-2-1197,-1 1 0,1-1 1,-1 1-1,1 0 0,0 1 1,0 0-1,0-1 0,0 2 0,0-1 1,1 0-1,0 1 0,-1 0 0,1 0 1,0 0-1,1 1 0,-1-1 0,1 1 1,0 0-1,0 0 0,-4 9 0,6-10-89,-4 6-6,1 1 1,0-1 0,0 1 0,2 0-1,-1 0 1,1 0 0,-1 18 0,4-28-59,0 0 0,0 0 1,-1 0-1,1 0 1,0-1-1,0 1 1,0 0-1,0 0 0,0-1 1,1 1-1,-1-1 1,0 1-1,0-1 0,0 1 1,0-1-1,1 0 1,-1 1-1,0-1 1,0 0-1,1 0 0,-1 0 1,0 0-1,0 0 1,1 0-1,-1 0 0,2-1 1,41-3-123,-34 2 57,0-1 1,0-1 0,-1 0-1,1 0 1,-1-1 0,0 0-1,0 0 1,0-1-1,-1 0 1,9-10 0,-11 12 65,-1-1 1,-1 0-1,1 0 1,-1 0-1,1 0 1,-1-1 0,-1 0-1,1 0 1,-1 0-1,0 0 1,-1-1-1,1 1 1,-1-1-1,-1 0 1,1 1 0,0-10-1,-1 12 15,-1 1 0,0 0-1,0-1 1,0 1 0,0 0 0,-1-1-1,1 1 1,-1 0 0,0-1 0,0 1-1,0 0 1,0 0 0,0 0-1,-1 0 1,1 0 0,-1 0 0,0 0-1,0 1 1,0-1 0,0 0 0,-1 1-1,1 0 1,-1 0 0,1-1 0,-1 1-1,0 1 1,0-1 0,0 0 0,0 1-1,0-1 1,0 1 0,0 0-1,0 0 1,-1 0 0,1 1 0,0-1-1,-1 1 1,1 0 0,-5 0 0,5 0-116,-13-2 284,1 1 0,-1 0 0,-23 3 0,35-1-280,1 0 1,-1-1-1,1 1 1,-1 0 0,1 1-1,0-1 1,-1 1-1,1-1 1,-4 4-1,6-4-134,0 0 0,-1 0 0,1 0 0,0 1 1,0-1-1,0 0 0,0 1 0,0-1 0,0 1 0,0-1 0,1 1 0,-1-1 0,0 1 0,1 0 0,-1-1 0,1 1 0,0 0 0,0 0 0,0-1 0,0 3 0,2 6-6654,9-6-4534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8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8356,'0'0'15916,"12"0"-14336,56 2 302,-16 0-1146,0-1 0,62-9 0,-109 7-1880,-8 0-2635,-10 1-3108,10 0 7014,-23 0-7853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8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6723,'0'0'18056,"115"11"-17495,-88-11-257,0 0-304,-6-5-352,-1-4-1729,0-4-2754,1-3-5457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9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122 116 768,'0'0'4117,"1"-5"-3445,4-9-2146,-1-6 11482,-9 19-5018,-8 9-3566,3-1-1134,1 1-1,0 0 0,1 0 0,0 1 1,0 0-1,0 0 0,1 1 1,1 0-1,0 1 0,0-1 0,1 1 1,0 0-1,1 0 0,0 1 1,1-1-1,1 1 0,-1 0 0,2 0 1,0 0-1,0 19 0,1-29-284,1 0 0,-1 0 0,1 0 0,-1 0 0,1 0 0,0 0 0,0 0 0,0 0 0,0-1 0,0 1 0,0 0 0,0 0 0,1-1 0,-1 1 0,1-1 0,-1 1 0,1-1 0,-1 0 0,1 0 0,0 1 0,0-1 0,-1 0 0,1-1 0,0 1 0,0 0 0,0 0 0,0-1 0,0 1 1,0-1-1,0 0 0,1 0 0,-1 0 0,3 0 0,10 1 19,0 0 1,0-1-1,19-3 1,-31 3-22,7-2-44,0 0 0,0 0 0,-1-1-1,1 0 1,-1-1 0,0 0 0,0 0-1,0-1 1,-1 0 0,1 0 0,-1-1-1,-1-1 1,1 1 0,-1-1 0,0 0 0,0-1-1,5-8 1,-4 5-17,-1 0 0,0 0 1,-1 0-1,0-1 0,-1 0 0,-1-1 0,0 1 0,0-1 1,-1 0-1,-1 0 0,0 0 0,0-17 0,-2 23 47,0 0-1,0 0 1,-1 1 0,1-1-1,-2 0 1,-3-11-1,5 16 10,-1 0 0,0 1 0,0-1 0,0 0 0,-1 1 0,1-1 0,0 1 0,0-1-1,-1 1 1,1 0 0,-1-1 0,1 1 0,-1 0 0,0 0 0,1 0 0,-1 0 0,0 0 0,0 1-1,0-1 1,0 0 0,0 1 0,1 0 0,-1-1 0,0 1 0,0 0 0,0 0 0,-3 0 0,2 0-12,1-1 0,-1 1 0,0 0 1,0 0-1,0 1 0,1-1 1,-1 0-1,0 1 0,1 0 1,-1 0-1,0 0 0,1 0 1,-1 0-1,1 0 0,-1 0 0,1 1 1,0-1-1,0 1 0,-1 0 1,1 0-1,0 0 0,1 0 1,-1 0-1,0 0 0,0 0 1,1 1-1,0-1 0,-1 1 1,1-1-1,0 1 0,0-1 0,0 1 1,1 0-1,-1-1 0,0 1 1,1 0-1,0 2 0,-3 35-3598,8-15-2746,12-11-447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09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3986,'0'0'17256,"0"5"-16840,0-1-400,0 3-16,0 2-945,0 0-943,0 2-337,0 3-1105,0-3-1104,0 0-1201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10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4898,'0'0'18745,"-27"137"-17112,27-87-481,-7 0-608,7 2-544,0 2-896,-7-2-2482,-6 4-5282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1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44 320,'0'0'4226,"0"-3"-3053,-4-12 11975,1 13-13668,-2 2 774,0 0 1,0 0-1,0 0 0,0 1 1,0 0-1,0 0 1,0 0-1,0 1 0,-6 2 1,9-2-136,-1 0 1,1-1-1,-1 1 1,1 1-1,-1-1 1,1 0-1,0 0 1,0 1-1,0-1 1,1 1-1,-1 0 1,1 0-1,-1-1 1,1 1-1,0 0 1,-1 3-1,-3 8 216,1-2-65,0 0 1,0 1-1,1-1 1,1 1-1,0 0 1,0 20-1,2-32-238,0 1 1,-1-1-1,1 1 0,0-1 0,0 1 0,1-1 0,-1 1 1,0-1-1,0 1 0,1-1 0,-1 1 0,1-1 1,-1 1-1,1-1 0,0 0 0,-1 1 0,1-1 1,0 0-1,0 0 0,0 1 0,0-1 0,0 0 0,2 1 1,0-1 24,0 0 1,1 0 0,-1 0 0,1-1 0,-1 1 0,1-1-1,-1 0 1,7-1 0,2 1-6,5 1 27,25 0-20,-40-1-52,-1 0-1,1 0 1,-1-1 0,0 1-1,1 0 1,-1 0 0,1-1 0,-1 1-1,0-1 1,1 1 0,-1-1-1,0 0 1,0 0 0,0 1-1,1-1 1,-1 0 0,0 0 0,0 0-1,0 0 1,0 0 0,1-3-1,18-34 47,5-18 36,-19 39-79,3-20 14,-2-16 99,-7 53-108,-1-1 1,1 0-1,0 0 0,-1 0 0,1 0 0,0 0 1,-1 1-1,1-1 0,-1 0 0,0 0 1,1 1-1,-1-1 0,1 0 0,-1 1 1,0-1-1,1 1 0,-1-1 0,0 1 0,0-1 1,0 1-1,1-1 0,-1 1 0,0 0 1,0-1-1,-2 1 0,-36-6 836,35 6-786,0 0 0,0 0-1,0 0 1,0 0 0,0 0-1,0 1 1,1 0 0,-1 0-1,0 0 1,0 0 0,1 1 0,-1-1-1,1 1 1,-1 0 0,1 0-1,0 0 1,-5 4 0,4 4 15,-1 2-256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4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3121,'0'0'9567,"1"-7"-7771,5-10-1033,-6 16-472,1-1 0,0 1 0,-1-1 0,1 1 0,0 0 0,0-1 0,0 1 0,0 0 0,0 0 0,0-1 0,1 1 0,-1 0 0,0 0 0,1 0 0,-1 1 0,0-1 0,1 0 0,-1 0 0,1 1 0,-1-1 0,1 1 0,0-1 0,-1 1 0,1 0 0,-1 0 0,1 0 0,0 0 0,1 0 0,21 10-83,-18-5-175,-1 0 1,1 1 0,-1-1 0,0 1 0,0 0 0,-1 1 0,0-1 0,0 1-1,-1 0 1,1 0 0,-2 0 0,1 1 0,1 7 0,-2-9-12,0 0 0,-1 0 0,1 0 0,-2 0 1,1 0-1,-1 1 0,0-1 0,0 0 0,0 0 0,-1 1 1,0-1-1,0 0 0,-1 0 0,0 0 0,0 0 0,-5 11 1,-9 3 156,0-1 1,-1-1 0,-29 23-1,46-41-177,-18 10 91,17-10-10,1-4-67,1-1-1,0 1 1,0-1-1,1 1 1,-1-1-1,1 1 1,0 0-1,0 0 1,0 0-1,1 0 1,4-6-1,39-43-51,-39 46 38,19-20-81,2 0 0,61-43 0,-71 57 37,1 2 0,0 0 0,1 1 0,0 1 0,0 1 0,35-9 0,-54 18 61,0-1 0,-1 0 0,1 1 0,-1-1 0,1 0 0,-1 1 0,1-1 0,-1 1 0,1-1 0,-1 1 0,0-1 0,1 1 0,-1-1 0,0 1-1,1-1 1,-1 1 0,0-1 0,0 1 0,1-1 0,-1 1 0,0 0 0,0-1 0,0 1 0,0 0 0,0-1 0,0 1 0,0-1 0,0 1 0,0 0 0,0-1 0,0 2 0,0 30 436,-1-24-236,8 125 1245,-6-132-1648,0 0-1,-1-1 1,1 1-1,0 0 0,0-1 1,0 1-1,0 0 0,0-1 1,0 1-1,0-1 0,0 0 1,0 1-1,0-1 0,0 0 1,0 0-1,0 0 1,0 1-1,0-1 0,1 0 1,-1 0-1,0-1 0,2 1 1,32-1-5101,-33 1 4382,38-4-8650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4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43 448,'0'0'12507,"3"0"-10815,43 0 1245,110-1 1713,-101-1-4344,0-3 0,69-14 0,-122 19-1074,3-2 1960,-4-12-18701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5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1265,'0'0'10503,"8"-1"-8203,2-1-1640,0 0 1,1 2 0,0-1-1,-1 1 1,1 1-1,-1 0 1,1 0 0,-1 1-1,0 0 1,0 1-1,0 0 1,12 6 0,93 61 1975,-107-64-2626,-5-5-769,-1 0-1,1-1 0,-1 1 1,1-1-1,-1 1 0,1-1 1,-1 0-1,1 0 1,-1 0-1,1 0 0,0-1 1,-1 1-1,1-1 0,2 0 1,15-11-5882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5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502 0 2001,'0'0'13030,"-19"19"-10189,-3 4-2106,2-3 87,0 1 0,1 2 0,-24 37 0,-175 224 2571,131-178-5396,69-86 381,-10 13-829,22-21-2120,4 1-3470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6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4082,'0'0'13283,"4"3"-12093,7 3-996,-1 0 0,0-1 0,1-1 0,0 1 0,0-2 0,1 1 0,-1-1 0,1-1-1,-1 0 1,1-1 0,0 0 0,0-1 0,-1-1 0,1 1 0,18-5 0,-28 5-154,0-1 0,0 1 1,0-1-1,0 0 0,0 1 0,-1-1 1,1 0-1,0 0 0,0 0 1,-1-1-1,1 1 0,-1 0 0,1-1 1,-1 1-1,0-1 0,1 1 0,-1-1 1,0 1-1,0-1 0,0 0 0,0 0 1,1-2-1,-1-3 176,1 1 1,-1-1-1,-1 1 0,1-1 1,-1-9-1,0 13-180,-34 3 2194,30 0-2183,0 1 1,0 0-1,0 0 1,1 0-1,-1 1 1,0-1-1,1 1 1,-1 0-1,1 0 1,-1 0-1,1 0 1,0 0-1,0 1 0,0 0 1,0 0-1,1-1 1,-1 1-1,1 1 1,-4 5-1,3-6-61,1 0-1,1 0 0,-1 1 1,0-1-1,1 0 1,0 1-1,-1-1 1,1 1-1,1-1 0,-1 1 1,0 0-1,1-1 1,0 1-1,0 0 0,0 0 1,0-1-1,1 1 1,-1 0-1,1-1 0,0 1 1,0-1-1,2 4 1,-1-5-150,-1 0 0,1 0 1,0 0-1,0 0 0,0-1 1,0 1-1,0-1 0,0 1 1,1-1-1,-1 0 0,0 0 1,1 0-1,-1 0 0,1-1 1,-1 1-1,1-1 1,0 1-1,2-1 0,53 3-3278,-48-3 2692,92-1-8276,-42-5 1185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6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6323,'0'0'15474,"-13"0"-14012,11 1-1419,-3-1 141,-1 0 0,0 0 0,0 1 1,0 0-1,0 0 0,0 1 0,1-1 0,-1 1 1,1 1-1,-1-1 0,1 1 0,0 0 1,0 0-1,0 0 0,0 1 0,-6 6 0,7-6-142,0 0-1,0 0 0,0 1 0,1 0 0,0-1 1,0 1-1,0 0 0,1 1 0,-1-1 0,1 0 0,1 1 1,-1-1-1,1 1 0,0-1 0,-1 11 0,36-15-1110,-29-2 1206,-1 0 0,1-1 0,-1 1 0,1-1 0,-1 0 0,0 0 0,0-1 0,1 1 0,-2-1 0,7-5 0,-7 7-40,-1 0 0,0-1 1,0 0-1,0 1 0,0-1 0,0 0 0,0 0 1,0 0-1,-1-1 0,1 1 0,-1 0 0,1 0 1,-1-1-1,0 1 0,1-4 0,0 10-458,-1 1-1,1-1 0,0 0 1,0 0-1,0 0 1,1 0-1,-1 0 0,1-1 1,0 1-1,0-1 1,0 0-1,0 1 0,1-1 1,0-1-1,-1 1 1,1-1-1,0 1 0,6 2 1,1-2-1205,-1-1-1,1 0 1,0-1-1,-1 1 1,1-2 0,21-1-1,8-1-7394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27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98 5843,'0'0'14927,"0"11"-12921,0 115 3383,0-125-5365,0-16-694,-1-12 234,1 13 119,0 0 0,0-1 0,2 1 0,2-15 0,-3 24 248,1 0 1,0-1-1,0 1 1,1 0-1,-1 0 1,1 0 0,0 1-1,0-1 1,1 1-1,-1-1 1,1 1-1,0 0 1,9-6-1,-7 5 46,0 1 0,0 0 0,0 0 0,1 1 0,-1 0 0,1 0 0,0 1 0,0 0 0,14-3-1,-3 4-3718,0 5-4029,-11 0-1230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25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0 556 1313,'0'0'4743,"9"-4"-4300,42-17 544,-12 12 2329,23 3-2445,-24 3-565,549-74 1572,-491 63-1494,335-35-98,179-30 36,-463 58-261,241-3-1,-204 17-31,-71 2-66,859-78 1491,-499 36-1151,3 33 22,-345 11-153,-110 3-75,-14 1-6,0-1 1,0 0 0,0 0-1,0-1 1,0 0-1,0 0 1,11-4 0,-18 5-7,0 0 1,1 0 0,-1-1 0,0 1-1,1 0 1,-1 0 0,0-1 0,0 1-1,0 0 1,1-1 0,-1 1 0,0 0-1,0-1 1,0 1 0,0 0 0,1-1-1,-1 1 1,0 0 0,0-1 0,0 1-1,0 0 1,0-1 0,0 1 0,0-1-1,0 1 1,0 0 0,0-1 0,0 1-1,-1 0 1,1-1 0,0 1 0,0 0-1,0-1 1,-1 0 0,1 1-40,0 0 0,0 0 0,0-1 0,0 1 0,-1 0 0,1 0 0,0-1 0,0 1 0,0 0 0,0 0 0,0-1 0,0 1 0,0 0 0,0-1 0,0 1 0,0 0 0,0 0 0,0-1 0,0 1 0,0 0 0,0-1 0,0 1 0,0 0 0,0 0 0,0-1 0,1 1 0,-1 0 0,0 0 0,0-1 0,0 1 1,0 0-1,1 0 0,-1-1 0,0 1 0,0 0 0,0 0 0,1 0 0,-1 0 0,0-1 0,0 1 0,1 0 0,-1 0 0,0 0 0,1 0 0,-1 0 0,0 0 0,0 0 0,1 0 0,-1 0 0,0 0 0,0 0 0,1 0 0,-1 0 0,0 0 0,1 0 0,-1 0 0,0 0 0,0 0 0,1 0 0,30-2 475,0-1 0,39-9 0,22-3 96,-53 11-349,-15 3 520,1-2-1,-1-1 0,31-9 0,-82 12 288,8-1-5334,11 1-1749,2 1-3595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00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64 2209,'0'0'7633,"14"-36"-1361,-4 15-5121,-3 15-43,-4 17 1854,-3 184 1697,0 99-2189,0-289-2428,0 2 14,1 10 4,-1-1 0,-1 1 0,0-1-1,-2 0 1,0 0 0,-5 17 0,8-33-179,1-1 0,-1 0 0,0 1 0,0-1 0,0 1 0,0-1 0,0 0 0,0 1 0,-1-1 0,1 1 0,0-1 0,0 1 0,0-1 0,0 0 0,-1 1 0,1-1 0,0 1 0,-1-1 0,1 1 0,0-1 0,-1 1 0,1 0 0,0-1 0,-1 1 0,1-1 0,-1 1 0,1 0 0,-1-1 0,1 1 0,-1 0 0,1 0 0,-1-1 0,1 1 0,-1 0 0,0 0 0,1 0 0,-1 0 0,1 0 0,-1 0 0,0-1 0,1 1 0,-1 1 0,1-1 0,-1 0 0,1 0 0,-1 0 0,0 0 0,1 0 0,-1 0 0,1 1 0,-1-1 0,1 0 0,-1 0 0,1 1 0,-1-1 0,1 0 0,-1 1 0,1-1 0,-1 1 0,1-1 0,0 1 0,-1-1 0,1 1 0,0-1 0,-1 1 0,1-1 0,0 1 0,-1 0 0,1-49-8525,0 15 2377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00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2497,'2'0'14980,"12"-2"-13502,54-5-325,77-4-932,-167 13-8290,14-1 7253,1 0 0,0 1 1,0 0-1,0 0 0,0 1 0,-8 3 1,-19 15-2077,0 0 258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00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2385,'0'0'14311,"40"18"-12422,-19-18-81,-1 0-511,7 0-593,0-5-384,0-4-240,0 0-80,1 0-672,-1 2-1521,0-2-1344,-7 0-3203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01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1 143 6243,'0'0'10514,"3"3"-9452,8 11-85,0 0 1,-1 1 0,-1 0-1,0 0 1,-1 1-1,12 32 1,23 111 1224,-31-104-2045,21 55 0,-31-100-156,-2-9-5,1 1-1,-1-1 1,0 0-1,1 1 1,-1-1-1,1 1 1,-1-1-1,1 0 1,-1 0-1,1 1 1,0-1-1,0 0 0,0 0 1,0 0-1,0 0 1,0 0-1,0 0 1,0 0-1,0 0 1,2 1-1,-2-1-11,14-27-128,12-38-129,33-115-1,-42 114 73,2 1-1,57-118 0,-64 161 418,-10 17-136,-1 1 1,1 0-1,-1-1 0,0 1 1,0-1-1,-1 0 0,1 1 0,-1-1 1,2-7 1861,-3 14-2508,0-1 299,-1 0-1,1 0 1,0 1 0,-1-1 0,1 0-1,-1 0 1,0 0 0,0 0 0,-1 3-1,-1 0-399,2-3-63,0 0 1,-1 0 0,1 0 0,0 0 0,0 0 0,1 0-1,-1 0 1,0 0 0,1 1 0,-1-1 0,0 4 0,1 6-6208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06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12 1617,'0'0'7126,"11"-5"1400,-14 5-8468,-1 0 0,1 0-1,0 1 1,-1-1 0,1 1 0,0 0-1,-1 0 1,1 0 0,0 0 0,0 0-1,0 1 1,0-1 0,0 1 0,0 0-1,0 0 1,1 0 0,-1 0-1,1 1 1,-1-1 0,1 1 0,0-1-1,0 1 1,0 0 0,0 0 0,1 0-1,-1 0 1,-1 4 0,1-1 100,1 0-1,-1-1 1,1 1 0,1 0 0,-1 0-1,1 0 1,0 0 0,0 0 0,0 0-1,1 0 1,0-1 0,0 1 0,1 0-1,0 0 1,2 5 0,-3-8-104,1-1 0,0 1 0,-1-1 0,1 0 0,0 0 0,0 0 0,0 0 0,1 0 0,-1 0 0,0 0 0,1-1 0,-1 1 0,1-1 0,0 1 0,-1-1 0,1 0 0,0 0 0,0-1 0,0 1 0,0 0 0,-1-1 0,5 1 0,7 0 54,1-1 1,-1 0-1,20-3 0,-28 1-97,0 0 1,0-1-1,0 1 0,-1-1 0,1 0 0,-1-1 1,0 0-1,0 1 0,6-7 0,-9 6 1,-1 1-1,0-1 1,-1 1-1,1-1 0,-1 1 1,1-1-1,-1 0 1,0 1-1,0-1 0,-1-5 1,0 5-6,1 0 0,-1 0 1,1-1-1,1 1 0,-1 0 1,1 0-1,1-7 0,-1 7-3,0-1 0,0 1 0,-1 0 0,0-1 0,0 1 0,0 0 0,-1-8-1,0-3 138,-4 13 62,0 0 1,-1 0-1,1 0 0,-1 1 0,1 0 0,-1 0 1,1 1-1,-1-1 0,-7 2 0,9-1-127,2 0 197,-37-1 932,38 0-1210,-1 1 0,1 0-1,0 0 1,0 0-1,0 0 1,0 0-1,0 0 1,0 0 0,-1 1-1,1-1 1,0 0-1,0 1 1,0-1-1,0 0 1,0 1 0,0 0-1,0-1 1,0 1-1,0-1 1,1 1 0,-1 0-1,0 0 1,0-1-1,0 1 1,1 0-1,-1 0 1,0 1 0,-4 6-2795,-4-1-5030,2-6-2336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07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72 144,'0'0'9570,"5"0"-8532,84-8 5307,44-23-3724,6-2-1879,-173 54-13158,20-13 7253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08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 6323,'0'0'11272,"22"-3"-10301,5-1-801,48-5 1394,124-32-1,-198 41-2025,5-3-2224,-4 13-9706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4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 1121,'0'0'8505,"0"0"-8314,0 0 0,1-1 0,-1 1 0,0 0 1,0 0-1,0 0 0,1 0 0,-1 0 0,0 0 1,0 0-1,0 0 0,1 0 0,-1 0 0,0 1 0,0-1 1,0 0-1,1 0 0,-1 0 0,0 0 0,0 0 0,0 0 1,1 0-1,-1 0 0,0 1 0,0-1 0,0 0 1,0 0-1,1 0 0,-1 0 0,0 1 0,0-1 0,0 0 1,0 0-1,0 0 0,0 0 0,0 1 0,0-1 1,1 0-1,-1 0 0,0 1 0,0-1 0,0 0 0,0 1 1,0 28 1305,1 12-940,-1 0 0,-2 0 0,-2 1 0,-2-2 0,-12 43 0,11-72-313,6-10-200,0 0-1,0 0 0,0 0 0,0 0 0,0 0 0,0 0 1,1 1-1,-1-1 0,0 0 0,1 1 0,-1-1 0,1 0 1,-1 1-1,1-1 0,0 1 0,0-1 0,-1 0 0,1 3 1,-1-2-63,-1 1 1,0 0-1,1 0 1,0 0-1,0 0 1,0 1 0,0-1-1,1 0 1,-1 4-1,-8 23 86,5-20-34,-4 0 228,-21-6-235,25-4 1050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4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9 3650,'0'0'10431,"0"5"-8638,-2 9-1335,0 0 0,-1 1 0,-1-1 1,0 0-1,-1-1 0,-1 1 0,0-1 0,0 0 0,-2 0 0,-13 19 1,15-24-425,1 0 1,0 1-1,1-1 1,0 1-1,0 0 1,1 1-1,0-1 1,0 0-1,1 1 1,1 0-1,-1-1 1,2 1-1,-1 0 1,1 0-1,3 19 1,-2-28-33,0 1 0,0-1 0,-1 1 0,1-1 0,1 1 0,-1-1 1,0 0-1,0 1 0,0-1 0,1 0 0,-1 0 0,1 0 0,-1 0 0,1 0 0,-1 0 0,1-1 1,-1 1-1,1 0 0,0-1 0,-1 1 0,1-1 0,0 0 0,0 1 0,-1-1 0,1 0 0,0 0 1,0 0-1,-1 0 0,1 0 0,0-1 0,0 1 0,2-1 0,1 0 7,1 0-1,-1 0 1,0-1-1,0 0 1,1 0-1,-1 0 1,0 0-1,0-1 1,5-4 0,1-2 8,0 0 0,-1-1 1,-1 0-1,0-1 1,0 0-1,-1 0 1,-1-1-1,0 0 1,0 0-1,-1-1 1,-1 0-1,0 0 1,0 0-1,-2-1 1,0 1-1,0-1 0,-1 0 1,-1 0-1,0 0 1,-1 0-1,-2-15 1,2 27 43,-1-1-1,0 0 1,1 0 0,-1 1 0,0-1 0,0 0-1,-1 1 1,1-1 0,0 1 0,-1-1 0,0 1 0,1 0-1,-1 0 1,0 0 0,0 0 0,0 0 0,-1 0-1,1 0 1,0 1 0,-1-1 0,1 1 0,-1-1 0,1 1-1,-1 0 1,0 0 0,-4-1 0,-5 0 31,-1-1 1,1 2 0,-1 0-1,-19 0 1,31 1-180,1 0 1,-1 1 0,1-1-1,-1 0 1,1 1 0,-1-1-1,1 0 1,-1 1 0,1-1-1,-1 0 1,1 1 0,0-1-1,-1 1 1,1-1 0,0 1-1,-1-1 1,1 1 0,0-1-1,0 1 1,-1-1 0,1 1-1,0 0 1,0-1-1,0 1 1,0-1 0,0 1-1,0-1 1,0 1 0,0 0-1,0-1 1,0 1 0,0-1-1,0 1 1,0 0 0,0-1-1,0 1 1,1-1 0,-1 1-1,1 0 1,-1 1-439,0 0 0,1-1 0,-1 1-1,1-1 1,0 1 0,-1-1 0,1 1 0,0-1 0,0 1-1,0-1 1,0 0 0,0 1 0,0-1 0,1 0 0,1 2 0,16 4-5454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5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150 126 6115,'0'0'12472,"-4"0"-11261,-1 2-954,0-1 0,-1 1 0,1 0 0,1 0-1,-1 1 1,0-1 0,1 1 0,-1 0-1,1 0 1,0 1 0,0-1 0,0 1 0,-4 5-1,-2 1 42,0 1 0,1 1 0,0 0 0,-9 16 0,13-18-261,2 1-1,-1-1 0,1 1 0,1 0 0,0 0 1,1 0-1,0 0 0,0 1 0,2 16 0,-1-11-24,1-13-17,-1-1 0,1 0 0,0 0 0,0 0 0,0 0 1,0 0-1,0 0 0,1 0 0,-1 0 0,1 0 0,0 0 0,0-1 0,0 1 0,0-1 0,0 1 1,1-1-1,-1 0 0,1 0 0,0 0 0,-1 0 0,1 0 0,0-1 0,0 1 0,0-1 0,0 0 1,0 0-1,0 0 0,1 0 0,-1-1 0,7 1 0,-3 1-18,0-1-1,0 0 1,1-1-1,-1 0 1,0 0-1,1-1 1,-1 0-1,0 0 1,0 0 0,0-1-1,0 0 1,0-1-1,10-4 1,-8 1 5,0-1 0,0 0 0,-1 0 1,0-1-1,0 0 0,-1 0 1,0-1-1,-1 0 0,0 0 0,0 0 1,-1-1-1,0 0 0,0 0 0,-1-1 1,-1 1-1,0-1 0,0 0 0,2-21 1,-4 20 65,-1-1 0,0 1 1,0 0-1,-1 0 1,-1-1-1,0 1 0,-1 0 1,0 0-1,-1 1 1,0-1-1,-1 1 0,0 0 1,0 0-1,-2 0 0,1 1 1,-16-19-1,19 26 34,1 0 1,-1 1-1,1-1 0,-1 1 0,0 0 0,0 0 0,0 0 0,0 0 1,-1 1-1,1-1 0,0 1 0,-1 0 0,1-1 0,-1 2 1,1-1-1,-1 0 0,1 1 0,-1-1 0,-6 1 0,8 1-142,0-1 0,0 1 0,0 0 0,0-1 0,0 1 0,0 0 0,1 0 0,-1 0 0,0 1 0,0-1 0,1 0 0,-1 1 0,1-1 0,-1 1 0,1-1 0,-1 1 0,1 0 0,0-1 0,0 1 0,0 0 0,0 0 0,0 0 0,0 0 0,1 0 0,-1 0 0,1 0 0,-1 0 0,1 0 0,0 0 0,0 0 0,0 0 0,0 1 0,0 2 0,0-4-198,0 0 1,0 1-1,0-1 1,0 0 0,0 0-1,0 0 1,0 1-1,0-1 1,0 0 0,0 0-1,1 0 1,-1 1-1,1-1 1,-1 0-1,1 0 1,-1 0 0,1 0-1,0 0 1,-1 0-1,1 0 1,0 0-1,0 0 1,0 0 0,-1-1-1,1 1 1,0 0-1,0 0 1,0-1 0,0 1-1,1-1 1,-1 1-1,0-1 1,0 1-1,0-1 1,0 0 0,0 1-1,1-1 1,-1 0-1,0 0 1,3 0 0,34 7-7075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5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1 1889,'0'0'9844,"-5"5"-5659,-13 13-2015,-6 6-470,1 2-1,1 0 1,-35 55-1,-19 32-996,38-59-1580,2 2-3853,31-53 2732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5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1 176,'0'0'16714,"1"-1"-16542,0 1 0,0 0 0,0 0 0,0 0 0,0 0 0,0 1 0,0-1 0,0 0 0,0 0 0,-1 0 0,1 1-1,0-1 1,0 1 0,0-1 0,0 0 0,-1 1 0,1-1 0,0 1 0,0 0 0,-1-1 0,1 1 0,0 0 0,-1-1-1,2 2 1,33 28 1065,1-2 0,73 43 0,-88-60-1820,1-1 0,38 12 1,-44-17-863,0-1 0,0-1 1,0-1-1,28 1 0,-3-3-4878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6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536 0 5298,'0'0'10018,"-27"6"-8532,-5-1-1060,6-1-7,0 1-1,0 1 1,1 1-1,-37 16 1,38-13-12,0 2 1,1 1-1,0 1 1,1 1-1,0 0 1,1 2-1,-29 30 0,39-35-309,1 0 1,0 0-1,1 1 0,1 0 0,0 1 0,0 0 0,2 0 0,0 1 0,0 0 0,1 0 0,1 0 0,1 0 0,0 1 0,-1 17 0,3-10 53,0-1 1,2 0-1,5 36 0,-4-49-126,0 0-1,1-1 1,-1 1-1,2-1 1,0 1-1,0-1 1,0 0-1,1 0 1,0-1-1,0 0 1,11 11-1,0-1 15,1-2-1,1 0 0,0-2 1,39 23-1,-45-29-180,0-1 0,1-1 0,0 0 0,1 0 1,-1-2-1,1 1 0,0-2 0,-1 0 0,18 0 0,-29-2-541,-2-11-12902,0 0 5074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6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3009,'0'0'9207,"-6"0"-1095,5 6-7484,-1 76 4141,0-46-3928,1 1 0,2 0 1,1 0-1,12 58 0,-11-77-912,2-5-4539,17-9-2296,-2-4 1349,6 0-2428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7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5827,'0'0'13569,"0"4"-11598,-2 47 1501,0-32-3214,1 0 0,1 0 0,1 0 0,0 0 0,2 0 0,0 0 0,8 28 0,7-20-4712,-11-20-1108,0-5-3948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17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3986,'0'0'10066,"25"-4"-8834,179-24 1303,-191 26-2218,-4 1 13,0-1 0,0 0 0,0 0 1,0-1-1,0 0 0,-1 0 0,14-8 1,-17 9 72,13 1-10681,-16 1 9932,6 0-5041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53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5 592,'0'-5'16539,"-5"6"-16299,1-1 0,0 1 0,-1 0 1,1 0-1,0 1 0,-1-1 1,1 1-1,0 0 0,0 0 1,0 0-1,1 1 0,-1 0 1,0-1-1,1 1 0,-4 4 1,-48 58 2649,49-57-2380,3 0-294,0-1-1,0 1 0,1-1 0,0 1 0,0 0 0,1 0 1,0 0-1,1 0 0,-1 0 0,2 0 0,-1 0 0,2 10 1,0 15 167,-2-30-367,0 0 0,1 0 1,-1 0-1,1 0 0,0 0 1,0-1-1,0 1 1,0 0-1,1 0 0,-1-1 1,1 1-1,-1-1 0,1 1 1,0-1-1,0 0 0,0 1 1,0-1-1,1 0 1,-1 0-1,1-1 0,-1 1 1,1 0-1,-1-1 0,1 0 1,3 2-1,3 0 24,-1 0-1,1 0 1,-1-1-1,1 0 1,0 0-1,0-1 1,12 0-1,-12-1-31,0 0 0,0-1-1,0 0 1,-1-1 0,1 0-1,0 0 1,11-5 0,-16 6-17,0-1 0,-1 0 1,1-1-1,0 1 0,-1-1 1,1 1-1,-1-1 1,0 0-1,0-1 0,0 1 1,0 0-1,-1-1 0,1 1 1,-1-1-1,0 0 1,3-7-1,22-42-186,-22 34 133,-1 9 4,-1-1 0,-1-1 0,0 1 0,0 0-1,-1-16 1,-1 13 31,1 9-8,-1 0 0,0 1 0,0-1 0,0 0 0,-1 1 0,0-1 0,0 1-1,-2-6 1,2 9 27,0-1-1,0 1 0,0 0 0,0-1 1,0 1-1,-1 0 0,1 0 0,-1 0 0,1 0 1,-1 0-1,1 0 0,-1 0 0,1 0 1,-1 1-1,0-1 0,1 1 0,-1-1 1,0 1-1,1 0 0,-1 0 0,0-1 0,0 1 1,1 0-1,-1 1 0,-2-1 0,-43-4 741,38 2-509,0 1 1,0 0 0,0 1 0,0 0-1,0 0 1,0 1 0,-10 2 0,18-2-206,1 0-28,5 5-9191,8-4 2424,-11-2 4976,12 1-8241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54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8 1457,'0'0'6563,"27"-7"-146,-20 7 1620,-7 1-7911,0 0-1,0 1 1,0-1-1,0 0 1,0 0-1,-1 1 0,1-1 1,0 0-1,-1 0 1,1 0-1,-1 1 1,1-1-1,-1 0 1,1 0-1,-1 0 0,0 0 1,0 0-1,1 0 1,-1 0-1,0 0 1,0-1-1,0 1 1,0 0-1,0 0 0,0-1 1,0 1-1,0 0 1,-2 0-1,-38 3 1272,40-4-1341,15-15 40,-9 14-2087,10-1-9489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55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1 848,'-3'-1'25135,"-9"3"-23751,9 4-1175,1 1 0,-1-1 0,1 1 0,1-1 0,-1 1 0,1 0 0,0-1 0,0 13 0,3 67 2532,0-37-1963,-2 28-858,0-77-355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3:56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16,'0'0'8308,"4"-9"2008,0 7-8461,-1 3-1719,0 0 0,-1 0-1,1 0 1,-1 0 0,1 1 0,-1-1 0,0 1 0,0 0 0,0-1 0,0 1 0,0 0-1,0 0 1,0 0 0,0 1 0,-1-1 0,2 3 0,29 46 1215,-28-45-1157,55 83 1477,-34-53-1019,25 47-1,-44-73-502,-1 2 0,0-1-1,-1 1 1,0-1-1,-1 1 1,0 0-1,-1 0 1,1 24-1,-3-18 209,0 0 0,-1 0 1,-1 0-1,-1 0 0,-9 32 0,8-40-193,-1 0-1,0 0 1,0 0-1,-1-1 1,0 0 0,0 0-1,-1-1 1,0 0-1,-1 0 1,0-1-1,-10 8 1,-80 48-164,98-62-1,0-1 1,0 1-1,0-1 0,0 0 1,0 1-1,0-1 0,0 1 1,-1-1-1,1 0 0,0 1 1,0-1-1,0 0 0,0 1 1,-1-1-1,1 0 0,0 1 1,0-1-1,-1 0 0,1 0 1,0 1-1,-1-1 0,1 0 1,0 0-1,-1 0 0,1 1 1,0-1-1,-1 0 0,1 0 1,0 0-1,-1 0 0,0 1 1,0-1-323,28 0-17248,-13 0 7489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6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 3025,'0'0'7390,"4"-4"-6581,3-1 63,1 1 1,-1-1-1,1 1 1,0 0 0,0 1-1,18-5 1,14 2-741,28 6-13,-50 2-110,1-1 1,-1-2-1,1 0 1,-1 0-1,0-2 1,0 0-1,27-9 1,-44 12-6,-1 0 0,0 0 0,1 0 0,-1 0 0,0 0 0,1 0 1,-1 0-1,0 0 0,0 0 0,1-1 0,-1 1 0,0 0 0,1 0 0,-1 0 1,0 0-1,0 0 0,1 0 0,-1-1 0,0 1 0,0 0 0,1 0 0,-1-1 1,0 1-1,0 0 0,0 0 0,1-1 0,-1 1 0,0 0 0,0 0 0,0-1 0,0 1 1,0 0-1,0-1 0,0 1 0,0 0 0,1 0 0,-1-1 0,0 1 0,0 0 1,0-1-1,0 1 0,0 0 0,-1-1 0,1 1 0,-16-6-234,-22 3-595,25 3 237,6-1-412,-1 1 0,1 0 0,0 1 0,0-1 0,0 2 0,-1-1 0,-9 4 0,-10 9-3952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6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46 192,'0'0'16536,"135"-5"-15592,-108 1-288,-6-3-335,6 0-177,-14 1-144,1-1 48,-7 5-48,-7-3-144,6 5-513,-6-2-767,7 2-1698,7 0-2016,13 0-1601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7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5 1809,'0'0'10311,"1"0"-10022,-1-1 0,1 1-1,-1 0 1,1-1 0,-1 1-1,1 0 1,-1-1 0,1 1 0,-1 0-1,1 0 1,0-1 0,-1 1-1,1 0 1,-1 0 0,1 0 0,0 0-1,-1 0 1,1 0 0,0 0-1,-1 0 1,1 0 0,0 0 0,-2 23 811,-2-1 1,0 0 0,-2 0 0,0 0 0,-9 22 0,5-16-711,6-14-449,1 0 1,0 1 0,1-1-1,1 27 1,1-20-2195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7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73 7892,'0'0'12512,"-13"9"-11370,-37 29-230,47-34-858,1-1 1,-1 0-1,1 1 0,0-1 0,0 1 0,1 0 1,-1 0-1,1-1 0,0 1 0,0 0 0,0 0 1,0 0-1,1 0 0,-1 1 0,1-1 0,0 0 1,1 0-1,-1 0 0,2 7 0,0 8 31,-2-17-88,0-1 0,0 0 0,1 0 0,-1 0 0,1 0 0,-1 0 0,1 0 0,-1 0 0,1 0 0,0 0 1,-1-1-1,1 1 0,0 0 0,0 0 0,-1 0 0,1-1 0,0 1 0,0 0 0,0-1 0,0 1 0,0-1 0,0 1 0,0-1 0,0 0 1,0 1-1,0-1 0,1 0 0,-1 0 0,0 0 0,0 1 0,0-1 0,1-1 0,46 2-169,-35-1 123,-9-1 36,0 1-1,1-1 1,-1 0 0,0 0-1,0 0 1,1-1-1,-1 0 1,0 1-1,0-1 1,-1-1-1,1 1 1,0 0-1,-1-1 1,1 0 0,-1 0-1,0 0 1,0 0-1,0-1 1,-1 1-1,1-1 1,-1 1-1,1-1 1,-1 0-1,3-8 1,-2 5 61,-1 0 0,1 0 0,-1 0 0,0-1 0,-1 0 0,0 1 0,0-1 0,0 1 0,-1-1 0,0 0 0,-1 0 0,0 1 0,-3-15 0,2 19-15,1-1-1,-1 1 0,0 0 0,0 0 0,0 0 0,-1 0 0,1 0 0,-1 0 0,1 0 0,-1 1 1,0 0-1,-4-3 0,-10-10-412,31 13-13683,5 2 8045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8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10 1409,'0'0'18680,"-4"1"-17223,0 1-1300,1 0-1,-1 1 1,0-1 0,1 1-1,-1 0 1,1 0 0,0 0-1,0 0 1,0 0 0,0 1-1,0-1 1,1 1 0,0 0 0,-1 0-1,2 0 1,-4 8 0,2-6-154,1 0 1,0 1-1,1-1 0,-1 1 1,1-1-1,0 1 1,1 0-1,0-1 1,0 1-1,0-1 1,2 11-1,-1-15-36,0-1 1,0 1-1,0 0 1,0 0-1,1-1 0,-1 1 1,0-1-1,1 1 0,-1-1 1,1 0-1,0 1 0,-1-1 1,1 0-1,0 0 1,0 0-1,-1 0 0,1 0 1,0-1-1,0 1 0,0 0 1,0-1-1,0 0 0,3 1 1,48 3-959,-37-4 800,-11 1 89,1-1 0,0 0 0,-1-1 0,1 1 0,-1-1 0,11-2 0,-14 2 93,0 0 0,0-1 0,0 1 0,-1 0 0,1-1 0,0 1 0,0-1 0,-1 1 0,1-1 0,-1 0 0,1 0 0,-1 1 0,0-1 0,0 0 0,0 0 0,0-1 0,0 1 0,0 0 0,0 0 0,0-3 0,1-2 147,-1 1 0,1-1 0,-1 0 0,0 0 0,0 0 0,-1 0 0,0 1 0,-1-1 0,1 0 0,-1 0 0,0 0 0,-5-12 0,5 16-84,-1 0 1,1 0-1,-1 0 1,0 0 0,0 0-1,0 1 1,0-1 0,-1 0-1,1 1 1,-1 0-1,0 0 1,1 0 0,-1 0-1,0 0 1,0 0-1,0 1 1,-1 0 0,1-1-1,0 1 1,0 0 0,-1 1-1,1-1 1,0 0-1,-1 1 1,1 0 0,-7 0-1,8 0-787,18 7-9920,9-3 3887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8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0 4114,'0'0'12392,"-3"1"-10978,-2 0-1117,1 0 0,0 1-1,0-1 1,0 1 0,0 0-1,0 1 1,0-1 0,1 0 0,-1 1-1,1 0 1,0 0 0,0 0-1,0 0 1,0 1 0,-4 5-1,-40 67 1961,37-59-1956,-13 29 22,14-27-1337,-1-1 0,-15 21 0,16-19-3707,5-8-2539,3-6 817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8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5170,'0'0'17064,"21"-2"-16103,-1 6-449,0 7-320,1 1-176,-1-3-32,7 0-512,7 2-897,-7-2-1280,0-4 64,7-1-3698,7-2-3202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39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25 768,'0'0'9968,"3"-6"-8128,8-11-558,-6 16 1741,-4 33 2325,-1-14-5351,2 82 3267,1-36-1030,-13 127 0,8-147-1938,3-24-7766,-15-20-5165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4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23 3057,'0'0'11379,"0"-4"-10120,0-15 1156,0 37-825,1 83 1289,-8 177-508,7-250-2348,1-23-26,0-1 0,-1 0 0,0 0-1,0 1 1,0-1 0,0 0 0,-1 0-1,0 0 1,1 1 0,-2-1 0,1 0 0,-3 6-1,-1-8-5859,2-8-3675,3-8 2393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1 106 6739,'0'0'9188,"22"-11"-8358,158-72-56,-161 77-780,-1 1 21,-29 5-3034,-6 5 1560,0 0-1,1 0 1,0 2-1,-23 12 1,25-13 462,-34 21-2925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5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55 784,'0'0'9157,"129"4"-6340,-88-6-608,-1-11-480,8-1-177,-8 3-815,-13 2-385,-13 4-352,-1 1-640,-6 4-7380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5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0 113 6883,'0'0'13361,"4"2"-11928,-2 0-1237,1 0 0,-1 1 1,0-1-1,0 1 0,0 0 1,0 0-1,0-1 0,0 1 1,-1 0-1,1 1 0,-1-1 1,0 0-1,1 6 0,10 56 1194,-5-20-617,5 22 34,-10-51-747,0-1 0,0 1 0,2-1 0,0 1 0,1-1 0,1 0 0,0 0 0,10 16 0,-7-12-94,-9-19 34,0 0 0,0 0 1,0 0-1,0 1 0,1-1 0,-1 0 1,0 0-1,0 1 0,1-1 1,-1 0-1,0 0 0,0 0 0,1 0 1,-1 0-1,0 1 0,0-1 1,1 0-1,-1 0 0,0 0 0,0 0 1,1 0-1,-1 0 0,0 0 1,1 0-1,-1 0 0,0 0 0,0 0 1,1 0-1,-1 0 0,0 0 0,1 0 1,-1 0-1,0-1 0,0 1 1,1 0-1,-1 0 0,0 0 0,0 0 1,1 0-1,-1-1 0,0 1 1,0 0-1,0 0 0,1 0 0,-1-1 1,0 1-1,0 0 0,0 0 1,0-1-1,1 1 0,-1 0 0,0 0 1,0-1-1,0 1 0,0 0 1,0-1-1,14-32-128,18-67 0,-24 70 72,-8 29 54,11-37-57,0-1 1,3 2 0,1 0-1,34-59 1,-36 74 87,-3 6 77,0 1 0,1 1 0,12-15 1,-20 40-77,-3 5-5723,0-7-2208,0 0-2314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6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2449,'0'0'14980,"0"4"-11243,0 20-1471,0 112 3990,0-135-6306,20-1-20912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6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2801,'0'0'7823,"29"-5"-361,78-2-5311,123-15 2535,-230 22-4723,0 0-1,0 0 0,0 0 1,0 0-1,0-1 0,0 1 1,0 0-1,0 0 0,0 0 1,0 0-1,-1 0 0,1 0 0,0 0 1,0 0-1,0 0 0,0 0 1,0-1-1,0 1 0,1 0 1,-1 0-1,0 0 0,0 0 1,0 0-1,0 0 0,0 0 0,0 0 1,0 0-1,0 0 0,0 0 1,-21-2-2662,15 2 1851,0 0 0,0 1-1,0 0 1,-1 0 0,1 0 0,-11 4-1,-4 5-3953,-5 0-862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6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3249,'0'0'16168,"122"0"-13879,-88 0-608,0-2-65,-7-1-591,-7-1-209,-6-1-512,-7 3-224,0 0-80,-7 0-960,0-1-913,0-1-2465,0-3-4322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8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5074,'0'0'11528,"1"15"-9892,1 22-2119,1 112 6806,-2-83-6253,-1-17-4487,0-14-6176,0-50 4640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8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59 1649,'0'0'9615,"4"-6"-7644,14-19-84,-13 19-260,-7 7-1366,-1 0 0,1 1 1,-1-1-1,1 0 0,0 1 0,0-1 0,0 1 1,0-1-1,0 1 0,0 0 0,0 0 0,1 0 0,-3 3 1,-7 7 475,4-5-614,-1 0 1,1 1-1,0 0 0,1 1 1,0-1-1,1 1 1,-1 0-1,2 0 0,-1 1 1,1-1-1,1 1 0,0 0 1,0 0-1,1 1 0,0-1 1,0 0-1,2 1 0,-1-1 1,1 1-1,2 14 1,-1-23-124,0 0 1,0 0-1,1 1 1,-1-2 0,0 1-1,1 0 1,-1 0-1,1 0 1,0-1 0,-1 1-1,1 0 1,0-1-1,0 0 1,0 1 0,0-1-1,0 0 1,1 0-1,-1 0 1,0-1 0,0 1-1,1 0 1,-1-1 0,0 0-1,1 1 1,-1-1-1,0 0 1,3 0 0,76-1-29,-69 0 9,-7 0-3,0 0-1,0 0 0,0 0 1,-1 0-1,1-1 1,0 0-1,-1 0 0,1 0 1,-1 0-1,0-1 1,0 0-1,0 0 0,0 0 1,0 0-1,-1-1 1,1 1-1,-1-1 0,0 0 1,0 0-1,0 0 1,-1 0-1,1-1 0,-1 1 1,0-1-1,0 1 1,-1-1-1,0 0 0,2-6 1,0-5-33,0-1 0,-1 0 0,0 0 1,-1 0-1,-1 0 0,-1 0 0,-4-20 0,5 34-2,-1 1-1,0-1 1,1 1-1,-1-1 0,0 1 1,-1-1-1,1 1 1,0 0-1,-1 0 1,1-1-1,-1 1 0,0 0 1,1 1-1,-1-1 1,0 0-1,0 0 0,-1 1 1,1-1-1,0 1 1,0 0-1,-1 0 1,1-1-1,-1 2 0,1-1 1,-1 0-1,1 0 1,-1 1-1,1-1 0,-1 1 1,0 0-1,1 0 1,-1 0-1,1 0 1,-1 0-1,-3 2 0,5-2-164,1 0 0,-1 1 1,1-1-1,-1 0 0,1 1 0,-1-1 0,1 1 0,-1-1 0,1 1 0,0-1 0,-1 1 0,1-1 0,0 1 0,-1-1 0,1 1 0,0 0 0,0-1 0,-1 1 0,1-1 0,0 1 0,0 0 0,0-1 0,0 1 0,0 0 0,0-1 1,0 1-1,0 0 0,0-1 0,0 1 0,0 0 0,0-1 0,1 2 0,-1 3-2488,0 6-3487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9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6419,'0'0'11523,"-12"8"-10214,-40 28-265,46-30-931,1 0 0,-1 0 0,2 1 0,-1-1 0,1 1 0,0 0 0,0 1 0,1-1 1,0 1-1,0-1 0,1 1 0,0 0 0,0 0 0,-1 13 0,1-11-59,-3 17-42,1 1 1,0 36-1,4-63-20,0-1 0,0 1 0,0 0 0,0 0 0,0 0 0,1 0 0,-1 0 0,0-1 0,0 1 0,1 0 0,-1 0 0,1-1 0,-1 1 0,1 0 0,-1 0 0,1-1 0,-1 1 0,1 0 0,0-1 0,-1 1 0,1-1 0,0 1 0,-1-1 0,1 1 0,0-1 0,1 1 0,28 3-287,-25-4 254,0-1 0,0 0 0,-1 1 0,1-1 0,-1-1 0,1 1 0,-1-1 0,1 0 0,-1 0 0,0 0 0,4-3 0,2-6 102,-1 0-1,0-1 1,-1 0-1,0-1 1,-1 0-1,-1 0 1,0 0-1,-1-1 1,0 0-1,-1 0 1,0 0-1,-2 0 1,1-1-1,-2 1 1,0-29-1,-1 42-13,0-1 0,-1 0-1,1 1 1,0-1 0,-1 1 0,0 0-1,1-1 1,-1 1 0,0-1-1,0 1 1,0 0 0,0 0-1,0-1 1,0 1 0,0 0-1,0 0 1,0 0 0,-1 0 0,1 0-1,0 0 1,-1 1 0,1-1-1,0 0 1,-1 1 0,1-1-1,-1 1 1,1-1 0,-1 1-1,1 0 1,-1 0 0,0-1-1,-1 1 1,-5-1-226,0 1-1,0 0 0,0 0 1,-15 2-1,22-2 4,0 0-1,0 1 0,1-1 0,-1 0 0,0 0 0,0 1 0,1-1 0,-1 1 0,0-1 1,1 1-1,-1-1 0,1 1 0,-1-1 0,1 1 0,-1-1 0,0 1 0,1 0 1,0-1-1,-1 1 0,1 0 0,-1 0 0,1-1 0,0 1 0,0 0 0,-1 0 0,1-1 1,0 2-1,-1 12-6537,1-14 6628,0 10-9395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4:59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1 3762,'0'0'12000,"-6"7"-10407,-14 18-208,-9 10-621,2 0-1,1 2 0,2 1 1,-27 57-1,47-83-853,4-10-53,0-1-1,0 0 1,0 1-1,-1-1 1,1 0-1,-1 0 1,1 0-1,-1 1 1,1-1-1,-1 0 1,0 0-1,1 0 1,-1 0-1,0 0 1,0 0-1,0 0 1,0 0-1,0-1 1,0 1-1,0 0 1,-1 1-1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0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5010,'0'0'15784,"81"108"-14824,-67-87-640,-1-5-304,8-1-16,6-3-544,0-6-785,0-3-1792,20-3-3330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0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8 2081,'0'0'11045,"-8"-2"-9282,5 1-1548,-1 0 0,1 0 0,-1 0 0,1 0-1,-1 1 1,0 0 0,1-1 0,-1 1-1,0 1 1,1-1 0,-1 0 0,1 1-1,-1 0 1,0 0 0,1 0 0,0 0-1,-1 1 1,1-1 0,0 1 0,-1 0 0,1 0-1,0 0 1,-4 4 0,-4 6 150,0 0-1,1 1 1,1 0 0,0 1 0,0 0-1,2 0 1,0 1 0,0 0 0,1 1-1,1-1 1,-5 27 0,4-7-274,1 0 0,2 0 0,2 0 0,3 50-1,-1-77-117,-1-1 0,1 1 0,0-1-1,1 1 1,0-1 0,0 1-1,1-1 1,0 0 0,0 0 0,0-1-1,1 1 1,0 0 0,1-1-1,-1 0 1,1 0 0,0-1-1,0 1 1,1-1 0,0 0 0,0 0-1,0-1 1,0 0 0,1 0-1,0-1 1,0 1 0,0-1 0,0-1-1,0 1 1,0-1 0,1-1-1,-1 1 1,1-1 0,-1-1 0,12 1-1,-2 0-492,38-2-3210,-52 1 3022,-1-1 0,1 1 0,-1-1 0,1 0 0,-1 0 0,0 0 1,1 0-1,-1 0 0,0 0 0,4-3 0,8-13-7509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0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2657,'0'0'9258,"1"1"-9024,-1-1 1,1 0-1,-1 1 1,1-1-1,-1 1 1,1-1-1,-1 1 1,1-1-1,-1 1 0,0-1 1,1 1-1,-1-1 1,0 1-1,0 0 1,1-1-1,-1 1 1,0 0-1,0-1 1,0 1-1,0-1 1,0 1-1,0 0 1,0-1-1,0 1 0,0 1 1,7 158 4765,3-85-3638,-3-39-2209,-4 0-4970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1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2193,'0'0'12048,"0"0"-11961,1 0 0,-1 0 0,0 0 0,0 0 0,1 0 0,-1 0 0,0 0 0,0 0 0,1 0 0,-1 0 0,0 0 0,0 0 0,1 0 0,-1 1 0,0-1 0,0 0 0,1 0 0,-1 0 0,0 0 0,0 0 0,0 0 0,1 1 0,-1-1 0,0 0 0,0 0-1,0 0 1,0 1 0,1-1 0,-1 0 0,0 0 0,0 1 0,0-1 0,0 0 0,0 0 0,0 1 0,0-1 0,0 0 0,0 0 0,0 1 0,0-1 0,0 0 0,0 0 0,0 1 0,0-1 0,0 0 0,0 0 0,0 1 0,0-1 0,0 0 0,0 105 4659,0-60-5147,0-12-3679,0 0-4613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1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3169,'0'0'12593,"3"-2"-11232,21-7-1052,0 1 0,0 1 0,1 1 1,38-5-1,-50 9-572,26 0-6647,-31 2 1641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2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21 1249,'0'0'11802,"0"0"-11613,-1-1 0,1 1-1,0-1 1,-1 1 0,1-1 0,0 1-1,-1-1 1,1 1 0,-1-1-1,1 1 1,-1 0 0,1-1-1,-1 1 1,1 0 0,-1-1 0,1 1-1,-1 0 1,1 0 0,-1-1-1,1 1 1,-1 0 0,0 0-1,1 0 1,-1 0 0,-1 0 0,-4 3 60,-1 0 0,1 1 0,-1 0 0,1 0 0,0 1 0,1-1 0,-1 1 0,1 0 0,0 1 0,0 0 0,0-1 0,1 1 0,-4 7 0,4-5-227,0-1-1,0 1 1,1 0-1,0 0 0,1 0 1,0 0-1,0 0 0,1 1 1,-1-1-1,2 1 0,-1-1 1,2 10-1,0-16-25,-1 0 1,1 0-1,0 0 0,0-1 0,0 1 1,0 0-1,0-1 0,0 1 1,0-1-1,0 1 0,1-1 1,-1 1-1,1-1 0,-1 0 1,1 0-1,0 0 0,-1 0 1,1 0-1,0 0 0,-1 0 0,1-1 1,0 1-1,0 0 0,0-1 1,0 0-1,0 1 0,0-1 1,0 0-1,0 0 0,2 0 0,61 1-73,-63-1 69,1-1-1,-1 1 1,0-1 0,0 0 0,1 0-1,-1 0 1,0 0 0,0 0 0,0 0-1,0 0 1,0-1 0,0 1 0,-1-1-1,1 0 1,0 1 0,-1-1 0,1 0-1,-1 0 1,0 0 0,1 0 0,-1 0-1,0 0 1,0 0 0,1-4 0,0-2 14,1 1 1,-1-1-1,-1 1 1,0-1 0,0 1-1,0-10 1,-1 5-58,1 3 256,-1 0-1,0 0 1,-1 0 0,0-1 0,-1 1-1,-3-11 1,4 17-93,0 0 0,-1 0 0,1 1 0,-1-1 0,0 1 0,0-1 0,0 1-1,0 0 1,0 0 0,-1 0 0,1 0 0,-1 0 0,1 0 0,-1 1 0,0-1 0,1 1 0,-1-1 0,0 1 0,0 0 0,0 1-1,0-1 1,-5-1 0,-6 0 1628,6 2-4879,23 0-8825,11 0 465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3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3506,'0'0'12469,"-27"52"-12373,27-43-96,-7 0-512,7-5-1489,0-1-1488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4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1521,'0'0'13246,"-2"19"-10837,-3 248 5867,-1-256-8894,-12 0-5311,9-7 2287,1 2-3185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4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1 960,'0'0'9597,"6"0"-7436,-2 0-1815,0 0 0,0 1 0,1-1 0,-1 1 0,0 0 0,0 0 0,0 1 0,0-1 0,0 1 0,0 0 1,0 0-1,-1 0 0,1 1 0,-1-1 0,1 1 0,-1 0 0,0 0 0,0 0 0,0 0 0,4 7 0,10 13 453,-1 0 0,-1 2 0,-1 0-1,16 39 1,-19-35-548,-1 1 0,-2 0 1,-1 1-1,-2 0 0,0 0 0,-1 56 0,-4-82-246,0-1 1,0 0-1,0 0 1,-1 0-1,1 1 0,-1-1 1,0 0-1,-1 0 0,1 0 1,-1 0-1,1 0 0,-1-1 1,-1 1-1,1-1 1,-3 5-1,-1-3 8,0 0 0,0 0-1,0 0 1,-1 0 0,1-1 0,-9 3 0,-19 13-138,15-1-2412,17-16-2211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5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1 656,'0'0'14802,"7"14"-7076,7 16-5536,-10-21-1909,-1 1 0,-1 1 0,0-1 0,0 0 0,-1 0-1,0 1 1,-1-1 0,-2 19 0,2 2 3159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6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1313,'3'1'13007,"15"5"-10519,91 3 2830,57-8-3411,-91-2-1486,-73 1-843,-7 0-2443,5 0 2851,-14 0-3136,0 0-1,1 1 0,-24 5 1,4 3-2456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7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3410,'0'0'14950,"115"19"-12821,-74-19-288,-7 2-880,0-2-657,-7 0-208,0 0-96,-7 0-304,1 0-1073,-1-2-1728,14-10-3138,0-4-3874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7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7091,'0'0'12940,"3"-1"-11084,-2 1-1748,-1 0 0,1 0 0,-1 0 0,1 0-1,-1 0 1,1 0 0,0 0 0,-1 0 0,1 1-1,-1-1 1,1 0 0,-1 0 0,1 0 0,-1 1 0,1-1-1,-1 0 1,1 1 0,-1-1 0,1 0 0,-1 1-1,0-1 1,1 0 0,-1 1 0,1-1 0,-1 1-1,0-1 1,1 1 0,-1-1 0,0 1 0,0-1 0,0 1-1,1-1 1,-1 1 0,0-1 0,0 1 0,0-1-1,0 1 1,0 0 0,0 0 0,3 42 1717,-4-27-1510,-1 0-1,0-1 0,-8 27 1,4-25-443,-1 1 0,2-1 0,0 1 0,2 1-1,0-1 1,-1 37 0,4-54-837,0 10 642,0-8-2976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7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127 114 6211,'0'0'17061,"-19"16"-15724,-59 52-340,75-65-959,0 0 0,1 0-1,-1 0 1,1 0 0,-1 0-1,1 1 1,1-1-1,-1 1 1,0-1 0,1 1-1,-1 0 1,1 0 0,0 0-1,1 0 1,-1-1-1,1 1 1,-1 0 0,1 0-1,0 0 1,1 0 0,-1 0-1,2 7 1,0 9 14,-2-18-56,0-1-1,0 1 1,0 0-1,1-1 1,-1 1-1,0-1 1,1 1-1,-1-1 1,1 1-1,0-1 1,0 1-1,-1-1 1,1 0-1,0 1 1,0-1-1,0 0 1,0 0 0,0 0-1,1 1 1,-1-1-1,2 1 1,1 0-22,0 0 1,0 0 0,0 0-1,0-1 1,0 0 0,1 1 0,-1-1-1,5 0 1,7 0-84,-1 0 1,1-1-1,27-4 1,-37 3 94,1-1 0,-1 0 0,0 0 0,1 0 0,-1-1 0,0 0 0,-1 0 0,1-1 0,-1 1 0,1-1 0,-1 0 0,0-1 0,0 1 0,-1-1-1,0 0 1,1 0 0,5-11 0,-5 7 18,0 0 0,0 0 1,-1 0-1,0-1 0,0 0 0,-1 1 0,-1-1 0,0 0 0,0-1 0,0-16 0,-1 17 3,-2 1 0,1-1 1,-1 0-1,0 1 0,-1-1 1,0 1-1,-1 0 0,-6-15 1,7 20-7,0 0 0,-1 0 1,1 1-1,-1 0 1,0-1-1,0 1 0,0 0 1,-1 0-1,1 1 0,-1-1 1,1 1-1,-1-1 0,0 1 1,0 0-1,0 1 1,0-1-1,0 1 0,0 0 1,-1 0-1,1 0 0,-7 0 1,6 0-156,1 0-1,-1 1 1,1 0 0,-1 0 0,0 0-1,1 0 1,-1 1 0,-5 1 0,9-2-160,0 1 1,0-1 0,0 1-1,0 0 1,0 0 0,0-1-1,0 1 1,0 0 0,1 0-1,-1 0 1,0 0 0,0 0-1,1 0 1,-1 0 0,1 0-1,-1 0 1,1 0 0,-1 1-1,1-1 1,0 0 0,-1 0-1,1 0 1,0 1 0,0-1-1,0 0 1,0 0-1,0 1 1,0-1 0,0 0-1,1 0 1,-1 0 0,0 1-1,1-1 1,0 1 0,8 13-6205,14-2-245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8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76 3201,'0'0'18660,"-9"-3"-17001,4 2-1507,3 0-64,0 0-1,-1 0 0,1 0 0,0 0 1,-1 0-1,1 1 0,0-1 1,-1 1-1,1 0 0,-1 0 1,1 0-1,-1 0 0,1 0 1,0 0-1,-1 1 0,1-1 1,-1 1-1,1 0 0,0-1 0,0 1 1,-1 0-1,1 0 0,0 1 1,0-1-1,0 0 0,0 1 1,0-1-1,0 1 0,1 0 1,-1-1-1,0 1 0,-1 3 0,-3 8-19,1 0 0,1 0 0,0 0 0,0 0 0,2 0-1,0 1 1,0 0 0,1-1 0,1 1 0,0 0-1,4 23 1,-4-34-76,1-1-1,0 1 1,0 0 0,1 0-1,-1-1 1,0 1-1,1-1 1,0 1 0,-1-1-1,1 1 1,0-1-1,0 0 1,0 0 0,1 0-1,-1 0 1,0 0-1,1-1 1,-1 1 0,1-1-1,0 0 1,-1 1-1,1-1 1,0 0-1,0-1 1,0 1 0,0 0-1,-1-1 1,1 0-1,6 1 1,1-1-24,0 0-1,1 0 1,-1 0-1,0-2 1,0 1-1,0-1 1,0-1-1,10-3 1,-9 2 42,-1-1 0,0 1 1,0-2-1,0 0 0,0 0 1,-1 0-1,0-1 0,0-1 0,-1 1 1,0-2-1,-1 1 0,1-1 0,-2 0 1,1 0-1,-1-1 0,-1 0 0,1 0 1,-2 0-1,0-1 0,0 1 0,0-1 1,-2 0-1,1 0 0,-1-1 0,0-15 1,-2 24 14,-1-1 0,0 1 0,0 0 1,0-1-1,0 1 0,0 0 0,-1 0 0,1 0 0,-1 0 1,0 0-1,0 1 0,0-1 0,0 0 0,0 1 1,0-1-1,-1 1 0,1 0 0,-1 0 0,0 0 1,0 0-1,0 1 0,0-1 0,0 1 0,0-1 1,0 1-1,0 0 0,-1 0 0,-4 0 0,-1-2-40,0 1 0,0 1 0,0-1 0,-1 2 0,1-1-1,0 1 1,-1 1 0,1-1 0,-15 4 0,23-3-92,-1-1 0,0 1 1,1 0-1,-1-1 1,1 1-1,-1 0 1,1 0-1,0 0 0,-1 0 1,1 0-1,0 0 1,0 0-1,0 1 0,0-1 1,0 0-1,0 1 1,0-1-1,0 0 0,0 1 1,0-1-1,1 1 1,-1 0-1,0 2 0,1-1-336,-1-1-1,1 0 1,0 0-1,0 1 1,0-1-1,0 0 1,0 1-1,1-1 1,-1 0-1,1 0 1,-1 1-1,1-1 1,0 0-1,0 0 1,0 0-1,0 0 1,0 0 0,0 0-1,1 0 1,-1 0-1,1-1 1,-1 1-1,1 0 1,0-1-1,1 2 1,29 10-6814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8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3 1505,'0'0'14542,"0"0"-14429,0 0-1,0 0 1,0 0-1,0 0 1,0 0-1,0 0 1,0 0-1,0 0 1,-1 0-1,1 0 0,0 0 1,0 0-1,-1-1 1463,1 1-1463,0 0 1,0 0-1,0 0 1,0 0-1,0 0 1,0 0-1,0 0 1,0 0-1,0-1 1,0 1-1,0 0 1,0 0-1,0 0 1,0 0-1,0 0 0,0 0 1,0 0-1,-28 35 3528,14-19-2810,1 1 0,0 1 1,-12 22-1,7-2-764,-14 26-104,8-21-3141,17-29 149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08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1313,'0'0'20083,"11"3"-17988,-3-1-1705,0 0 1,-1 1 0,1 0 0,0 1-1,-1 0 1,0 0 0,1 0 0,-2 1-1,1 0 1,10 10 0,-10-8-352,1 0 1,-1-1 0,1 0 0,1 0-1,-1-1 1,1-1 0,0 1-1,0-1 1,0-1 0,1 1 0,-1-2-1,16 4 1,6-2-5341,1-3-5388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0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13 768,'0'0'11904,"7"-12"-6656,-21 175 1707,1 4-3313,13-167-3583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0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7299,'0'0'21018,"-1"-10"-16728,2 6-7023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0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3922,'0'0'11522,"1"29"-2085,4 39-5422,-1-33-2736,-2-11-429,1 0-1,9 34 1,-10-48-807,-2-7-43,0 0 0,1 0 0,-1 0 0,1-1 0,0 1 0,0 0 0,0 0 0,0-1 0,0 1 0,0 0 0,1-1 0,1 3 0,1-5-200,3 0-1947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0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1393 192,'-2'0'7078,"120"0"-5630,123 1-573,249-32 1,-115 7-48,-149 14-805,63-29 108,12-1 1261,153 30-990,-89 3-233,-341 6-169,154-5-54,-1-7 1,177-38 0,341-75 312,166 23 290,-547 59-167,77-8 792,-244 28-177,10-1-711,-123 22-282,185-20 3,-187 17-3,0-2 1,0 0 0,-1-2 0,51-24 0,-44 16-2,1 2 1,1 2-1,44-9 0,127-19-3,-35 8 21,-112 18 1277,95-38 0,-141 44-149,-16 8-1085,0 1-1,0 0 0,0-1 0,0 1 1,0 0-1,0 0 0,1 0 1,-1 1-1,0-1 0,1 1 0,-1-1 1,4 1-1,45-3-24,80-8 527,-93 7-435,0 1-1,64 5 1,-22 0-82,651-26 31,-178 5-426,23-2 6,-236-30 423,-10 11 85,254-24 315,-460 48-283,175-45-1,-188 34-154,1 5 0,122-7-1,-90 25-62,160 16-1,-259-10 34,-1-3 0,1-1 0,-1-2 0,82-19 0,64-9 3,-151 28-32,61 3 0,-58 2 127,41-4 0,-68-1 301,-16 1-28,-1 3-517,0 0-1,0 1 0,0-1 1,0 0-1,0 1 1,0-1-1,1 1 0,-1-1 1,0 1-1,0 0 0,1 0 1,-1 0-1,0 0 1,-1 1-1,-48 28-7802,30-22 394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4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1 912 656,'0'0'3095,"1"0"-3074,4 0 5078,37-4-3093,-8-8-1324,-1 2-1,2 1 1,-1 2 0,45-3-1,-1-1-349,167-28 974,151-26 651,296-49 310,-260 46-1167,915-95 2123,-1119 151-2901,215-26 103,346-70 1025,-392 58-1457,321-8 36,-441 41-31,-67 5 85,387-38-33,-183-1 633,-153 47 1021,-143 6-1071,5 5-678,-194-7-1269,-128 2-5372,65 10-2682,28 3-754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5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5507,'0'0'8734,"0"22"-7058,-3 63 758,-4-1 0,-29 138 0,14-99-2010,16-90-3008,1-8-2923,3-49 312,2-4-1144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5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5122,'0'0'5635,"115"-21"-2402,-75 15-1120,1-1-1184,-14 2-433,0-2 0,-7 5-352,-13 0-112,-34 9-4610,0 9 1249,-7-3-1025,-6 1-865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6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7 544,'0'0'12998,"88"5"-12454,-74-5-399,6 0-145,1 0-241,-8 0-1311,7-5-1666,1-1-2032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6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3890,'0'0'9329,"4"20"-6154,12 53 257,3-2 0,44 107 0,-54-160-3184,0 0 1,0 0 0,2-2 0,0 1 0,1-1 0,1-1 0,0 0 0,1 0 0,25 18 0,-38-33-242,0 0 0,0-1 0,0 0 0,0 1 0,0-1 0,0 0 0,0 1 0,0-1 0,0 0 0,0 0 1,-1 0-1,1 1 0,0-1 0,0 0 0,-1 0 0,1 0 0,-1 0 0,1 0 0,-1-1 0,0 1 0,1 0 0,-1 0 0,0 0 1,0 0-1,1 0 0,-1-3 0,9-39-68,12-105-455,-9 72 338,4-118 0,-16 194 178,0 45-1531,-1-29-343,0 13-3510,5-13-2291,7-3-200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7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4226,'0'0'14836,"28"0"-10455,78-5-2692,-107 44-1401,-2-33-255,0 0 0,0 0 1,-1-1-1,0 1 0,0-1 1,-1 0-1,1 0 0,-1-1 1,0 1-1,0-1 0,-10 6 1,9-6-18,0 0 1,0 0-1,0 1 1,1 0-1,0 0 1,0 0 0,1 1-1,-1 0 1,-5 10-1,10-15 25,0 0-1,0-1 1,0 1-1,0-1 1,1 1 0,-1 0-1,0-1 1,0 1-1,1-1 1,-1 1-1,1 0 1,-1-1 0,0 1-1,1-1 1,-1 1-1,1-1 1,-1 0-1,1 1 1,-1-1-1,1 1 1,-1-1 0,1 0-1,0 1 1,-1-1-1,1 0 1,0 0-1,-1 0 1,1 1-1,0-1 1,-1 0 0,1 0-1,0 0 1,-1 0-1,1 0 1,0 0-1,-1 0 1,1 0 0,0-1-1,-1 1 1,2 0-1,41 0 831,-34 0-676,16 1 149,-17-1-279,0 1 0,0-1 0,0 0 0,0-1 0,14-2 0,-7-9-24775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2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1249,'2'1'19444,"17"5"-17078,19-5-145,69-4 1,-80 0-2425,1-2 1,-1-1 0,29-9-1,-50 11-4048,-13 3-3425,-7 1 366,8 1 7237,-20 2-5148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2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1585,'0'0'14262,"75"18"-11925,-42-18-128,8 0-400,-7-5-384,-7 1-561,0 1-608,-13 3-192,-8-2-64,8 2-8500,-7 0-688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3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2209,'6'0'23047,"-5"3"-20858,-3 62-902,1-28-681,1 0 0,8 66 0,-7-77-370,-1-24-221,0 1 1,-1-1-1,1 1 1,0-1-1,1 1 1,-1-1-1,0 1 1,1-1-1,-1 0 1,1 1-1,0-1 1,2 5 0,-2-7-466,0 1 0,0 0 0,0-1 0,0 1 1,0-1-1,0 1 0,0-1 0,0 0 1,0 1-1,0-1 0,0 0 0,1 0 0,-1 0 1,0 0-1,0 0 0,0 0 0,0 0 1,0 0-1,1 0 0,-1-1 0,0 1 0,0 0 1,0-1-1,0 1 0,0-1 0,0 1 1,0-1-1,0 1 0,0-1 0,0 0 0,0 0 1,-1 1-1,2-2 0,24-17-8186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3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1 672,'5'0'21177,"-4"6"-20754,-1 67 5407,-1 18-2520,2-31-10311,8-61-2294,9-7 854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14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89 912,'0'0'9447,"6"-1"-7048,21-3-190,-20 3 1502,-35 1 112,23 0-3610,1 0 0,-1 0 0,1 1 1,0 0-1,-1 0 0,1 0 0,0 0 0,-1 1 0,1-1 1,0 1-1,0 0 0,0 1 0,0-1 0,1 1 0,-1 0 1,1-1-1,0 1 0,-1 1 0,1-1 0,0 0 0,1 1 1,-1 0-1,1 0 0,-4 7 0,2-3-140,1 1-1,0 0 1,0 0-1,1 1 1,0-1 0,1 0-1,0 1 1,0-1-1,1 1 1,1-1 0,1 14-1,-1-20-71,0 0 0,0 0 0,0 0-1,0 0 1,0 0 0,1 0 0,0 0-1,-1 0 1,1-1 0,0 1 0,0-1 0,1 0-1,-1 1 1,0-1 0,1 0 0,-1 0 0,1 0-1,0-1 1,0 1 0,-1-1 0,1 1 0,0-1-1,0 0 1,1 0 0,-1 0 0,0-1 0,5 1-1,11 2-24,0-1-1,0-1 0,28-2 0,-31 0-31,-8 1 31,0-1 0,-1-1 0,1 0 0,-1 0 0,1 0 0,-1-1 0,0 0 0,0-1 0,0 1 0,-1-1 0,1-1 0,-1 1 0,0-1 0,0 0 0,0 0 0,-1-1 0,0 0 0,0 0 0,0 0 0,-1 0 0,6-12 0,-5 9 24,0-1 0,0 0 0,-1 0 0,-1 0 0,1-1 0,-2 0-1,1 1 1,-1-1 0,-1 0 0,0 0 0,-1 0 0,0 0 0,0 0 0,-5-20 0,4 28-1,-1 0 1,1 0-1,-1 0 0,0 0 0,0 0 1,0 0-1,-1 1 0,1-1 0,0 1 1,-1-1-1,0 1 0,0 0 0,1 0 1,-1 0-1,-1 1 0,1-1 0,0 1 1,0-1-1,0 1 0,-1 0 0,1 1 1,-1-1-1,1 0 0,-5 1 0,-4-2-27,0 1 0,-1 0 0,1 1 0,0 0 0,-22 4-1,33-4-89,-1 1-1,0 0 1,1-1-1,-1 1 0,0 0 1,1 0-1,-1 0 1,1 0-1,-1 0 1,1 0-1,0 0 0,-1 1 1,1-1-1,0 0 1,0 1-1,0-1 1,0 1-1,0-1 0,0 1 1,0-1-1,1 1 1,-1 0-1,0 0 0,0 2 1,-3 28-7158,4-17-2124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8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53 864,'0'0'13196,"5"0"-11756,22-3-199,1 0 0,-1-1 0,28-9-1,24-5-549,-71 17-936,9-2 683,-12-4-3862,-8 7-201,-7 0 912,-4 0-3349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8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3057,'0'0'9434,"19"0"-6657,15-1-1124,0 0-1,62-13 0,3-13 808,-40 17-14263,-27 4 5291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9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2609,'0'0'11683,"0"0"-11598,0 0 0,0 0 0,0 0 0,0 1 0,0-1-1,0 0 1,0 0 0,1 0 0,-1 0 0,0 0 0,0 1 0,0-1 0,0 0 0,0 0 0,0 0 0,0 0 0,0 0 0,1 0 0,-1 0 0,0 0 0,0 0-1,0 1 1,0-1 0,0 0 0,1 0 0,-1 0 0,0 0 0,0 0 0,0 0 0,0 0 0,1 0 0,-1 0 0,0 0 0,0 0 0,0 0 0,0 0 0,1 0-1,-1 0 1,0 0 0,0 0 0,0 0 0,0-1 0,0 1 0,1 0 0,-1 0 0,0 0 0,0 0 0,0 0 0,0 0 0,0 0 0,0 0 0,0-1 0,1 1-1,-1 0 1,-7 166 4884,0 7-4284,7-170-916,0-1 1,0 1-1,1-1 1,-1 1 0,1-1-1,-1 1 1,1-1 0,0 1-1,0-1 1,0 1 0,0-1-1,0 0 1,1 0-1,1 3 1,-2-3-365,1-1 0,0 1 0,-1-1 0,1 0 0,0 1 0,0-1 0,0 0 0,0 0-1,0 0 1,0 0 0,0 0 0,0-1 0,0 1 0,0 0 0,5-1 0,13 1-6771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39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73 4978,'0'0'14850,"-4"20"-13756,-4 43-11,-1 75 0,9-136-1076,0 0 1,0 0-1,0 0 1,0 0-1,0 0 1,0 0-1,1 0 1,-1 0-1,1 0 0,-1 0 1,1 0-1,0 0 1,0 0-1,0 0 1,0 0-1,0-1 1,0 1-1,0 0 1,1-1-1,-1 1 0,0-1 1,1 1-1,0-1 1,-1 0-1,1 1 1,0-1-1,2 1 1,3 0 1,0 0 1,0-1-1,0 0 0,0 0 1,0-1-1,13 0 1,-5-1 11,-10 2-28,-1-1 1,0-1-1,1 1 0,-1-1 1,0 1-1,1-1 0,-1 0 0,0-1 1,0 1-1,0-1 0,0 0 1,0 0-1,0 0 0,0 0 0,-1-1 1,1 1-1,-1-1 0,0 0 1,0 0-1,0-1 0,0 1 0,0 0 1,-1-1-1,1 0 0,-1 1 1,0-1-1,3-7 0,-1-5-53,0 0 0,0 1 0,-2-1 0,0 0 0,0 0 0,-2-24 0,-1 33 59,1 0 0,-1 0 1,-1 0-1,0 0 0,0 1 0,0-1 1,0 0-1,-1 1 0,0 0 1,-1 0-1,1-1 0,-1 2 0,-7-9 1,8 10-217,-1 0 0,0 0 1,0 0-1,0 0 0,0 1 0,-1-1 1,0 1-1,1 0 0,-1 1 0,0-1 1,0 1-1,-1 0 0,1 0 1,0 1-1,-1-1 0,1 1 0,-10-1 1,22 20-10835,11-6 4934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40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64 8004,'0'0'13803,"-15"-1"-12738,8 0-954,1 0-49,1 1 1,0-1-1,0 1 1,0 0-1,0 0 1,-1 0-1,1 1 0,0-1 1,0 1-1,0 1 1,0-1-1,0 1 1,0 0-1,1 0 1,-1 0-1,0 1 0,1-1 1,0 1-1,-1 0 1,1 1-1,0-1 1,-3 5-1,0 1-44,1 0 1,-1 1-1,2 0 0,0 0 0,0 1 1,0-1-1,2 1 0,-1 0 0,1 0 0,1 0 1,0 1-1,0-1 0,2 1 0,-1-1 1,1 1-1,1-1 0,2 15 0,-3-23-22,1-1 0,-1 0 0,1 0-1,0 0 1,0 0 0,-1 0 0,1 0 0,1 0-1,-1 0 1,0 0 0,0 0 0,1-1 0,-1 1-1,1-1 1,-1 1 0,1-1 0,0 1-1,-1-1 1,3 1 0,1 1-1,0-1 1,1 1-1,-1-1 0,0-1 1,1 1-1,-1-1 0,8 1 0,9-1 10,-1 0 0,42-5 0,-62 4-4,9-2 56,1 0-1,-1-1 1,1 0 0,-1-1 0,0 0 0,0 0 0,-1-1 0,1-1 0,-1 0 0,0 0 0,-1 0 0,1-1-1,-1-1 1,-1 1 0,1-1 0,-2-1 0,1 1 0,-1-1 0,0 0 0,0-1 0,-1 1 0,-1-1 0,0 0 0,0 0-1,-1 0 1,0-1 0,-1 1 0,0-1 0,1-12 0,-3 16 32,0-1-1,0 1 1,-1 0 0,0 0-1,0 0 1,-1 0 0,0 1-1,0-1 1,0 0 0,-6-9-1,6 13-144,0-1 0,-1 1-1,0 0 1,0 1-1,0-1 1,0 0-1,0 1 1,0 0-1,-1 0 1,1 0-1,-1 0 1,1 0-1,-1 1 1,0-1-1,0 1 1,1 0-1,-1 0 1,0 1-1,0-1 1,-6 1-1,-40-1-4947,32 1 113,-2 0-3539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43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25 768,'0'0'8996,"16"-20"-6035,-13 16 3120,-13 13-5634,0 0 1,0 1-1,1 0 0,0 1 1,1 0-1,-8 14 1,-18 22 390,24-35-607,1 1-1,0 0 1,0 1 0,2 0 0,-10 21-1,9-21-1548,3-9-3858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44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 1617,'0'0'7091,"-6"-1"1797,6 2-7441,0 2-1246,0-1-1,0 1 1,1-1-1,0 1 0,-1-1 1,1 1-1,0-1 0,0 0 1,0 1-1,0-1 0,1 0 1,-1 0-1,1 0 1,-1 0-1,1 0 0,0 0 1,0 0-1,3 2 0,47 27 567,-19-12-349,87 48 3085,-115-60-2162,-3-4-3731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45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8 2097,'0'0'8513,"0"0"-8382,0 0 0,0 0 0,0 0-1,1 0 1,-1 0 0,0 0 0,0 0 0,0-1 0,0 1-1,0 0 1,0 0 0,0 0 0,1 0 0,-1-1-1,0 1 1,0 0 0,0 0 0,0 0 0,0-1-1,0 1 1,0 0 0,0 0 0,0 0 0,0 0 0,0-1-1,0 1 1,0 0 0,0 0 0,0 0 0,0-1-1,0 1 1,0 0 0,0 0 0,0 0 0,0 0 0,-1-1-1,1 1 1,0 0 0,0 0 0,0 0 0,0 0-1,0-1 1,0 1 0,-1 0 0,1 0 0,0 0 0,0 0-1,0 0 1,0 0 0,-1 0 0,1-1 0,0 1-1,0 0 1,0 0 0,0 0 0,-1 0 0,1 0-1,0 0 1,-1 0 0,-5 3 132,-1 1-1,0 0 1,1 0 0,-1 0 0,1 1-1,1 0 1,-1 0 0,1 0-1,-1 1 1,2 0 0,-8 9-1,-10 11 126,9-11-217,0 0-1,1 1 0,1 0 0,1 0 0,0 2 0,1-1 1,1 1-1,0 0 0,2 1 0,0-1 0,1 1 0,1 1 1,0-1-1,2 0 0,0 1 0,2 0 0,0-1 0,1 1 1,0 0-1,2-1 0,1 0 0,9 30 0,-2-18 441,2-2 0,1 1 0,1-2 0,1 0-1,33 41 1,-41-59-411,1 1-1,1-2 0,-1 1 0,2-1 1,-1-1-1,1 0 0,1 0 1,-1-1-1,1 0 0,1-1 1,-1-1-1,1 0 0,0-1 0,0 0 1,26 4-1,-34-9-199,17 5 0,-57-4-6568,17 2 965,4-2-2635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0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48,'1'4'14256,"0"6"-9157,4 59-2359,-5 84 1486,1-144-5369,5 6 4755,-2-8-5819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1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1409,'0'-2'11708,"1"-2"-8399,4-16-2302,-4 18 2316,0 20-2551,1 0 0,1 0 0,0-1 0,8 22 0,-6-22-381,0 1 0,-2 0-1,0 0 1,1 23-1,-4 42-614,0-82-381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1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77 624,'0'0'11552,"3"-2"-9823,124-30 4741,-106 24-6850,1-1 0,27-17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1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176 128 1953,'0'0'11368,"-12"-2"-10272,-41-4 105,49 6-1068,1 1 0,-1-1 0,0 1 0,1 0 0,-1 0 0,1 0 0,0 1 0,-1-1 0,1 1-1,0 0 1,0 0 0,0 0 0,0 0 0,0 0 0,0 0 0,1 1 0,-1 0 0,-3 4 0,1 0 62,0 1 1,0-1-1,1 1 0,-1 0 0,-3 13 1,4-4-111,0 0 1,1 0 0,1 1 0,0-1 0,2 24-1,0-39-83,0-1-1,0 0 1,0 0-1,1 0 1,-1 0-1,0 0 1,0 0-1,1 0 1,-1 1-1,1-1 1,-1 0-1,1 0 1,-1 0-1,1-1 1,0 1-1,-1 0 1,1 0-1,0 0 1,0 0-1,0-1 1,-1 1-1,1 0 1,0-1-1,2 2 1,0-1 8,0 0 0,-1 0 0,1 0-1,0 0 1,0-1 0,0 0 0,0 1 0,0-1 0,5 0 0,-3-1 3,0 1 0,0-1 1,-1 1-1,1-1 0,-1-1 1,1 1-1,-1-1 0,1 1 1,-1-1-1,0-1 0,0 1 1,0 0-1,4-5 0,6-10 174,0-1-1,-2 0 1,0-1 0,-1-1-1,-1 0 1,-1 0-1,-1-1 1,0 0-1,-2 0 1,-1-1 0,0 0-1,-2 0 1,0 0-1,-1-33 1,-2 55-175,-1-1 0,1 0 0,-1 1 1,1-1-1,-1 1 0,1-1 0,-1 1 0,0-1 1,1 1-1,-1-1 0,0 1 0,1 0 0,-1-1 1,0 1-1,1 0 0,-1-1 0,0 1 0,0 0 1,1 0-1,-1 0 0,0 0 0,0 0 0,0 0 0,1 0 1,-1 0-1,0 0 0,0 0 0,1 0 0,-1 1 1,0-1-1,0 0 0,1 0 0,-1 1 0,-1 0 1,0-1-227,0 0 1,-1 1-1,1 0 1,0-1-1,0 1 1,-1 0 0,1 0-1,0 1 1,0-1-1,0 0 1,-3 3 0,-7 19-6607,11-10 586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2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4994,'0'0'16381,"1"0"-15748,-1 1 0,1 0 0,-1 0 0,1-1 0,-1 1-1,1 0 1,-1 0 0,0 0 0,1 0 0,-1 0 0,0-1 0,0 1 0,0 0-1,1 0 1,-1 0 0,0 0 0,0 2 0,-2 1-648,0 0 0,0 1 0,0-1 1,-1 0-1,1 0 0,-1 0 0,0-1 0,0 1 0,-5 4 1,5-6-78,1 0 0,-1 1 0,1 0 0,-1 0 0,1-1 0,0 2 1,0-1-1,0 0 0,1 0 0,-1 0 0,1 1 0,0-1 0,0 1 0,0-1 1,0 1-1,0 4 0,6-7-5882,10-1 2824,-12 0 1306,35 0-9857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2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5635,'0'0'14484,"2"4"-11907,2 5-2072,0 1 1,-1-1-1,0 1 1,-1-1 0,0 1-1,-1 0 1,1 17-1,-3 83 4364,-1-50-3711,2-44-3637,0 18-10863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3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3682,'0'0'10402,"2"3"-8375,54 54 4237,41 41-3283,-71-74-2235,-2 1 1,-1 2 0,39 57 0,-55-74-665,-1 1 0,0 0 0,-1 0 1,0 0-1,-1 1 0,0-1 0,-1 1 1,0 0-1,-1 0 0,0 0 0,-1 1 0,0-1 1,-1 0-1,-3 24 0,2-32-60,0 0 0,0 0 1,-1 0-1,1 0 0,-1-1 0,0 1 0,0 0 0,0-1 0,0 0 0,-1 1 0,0-1 0,1 0 1,-1 0-1,0-1 0,-5 4 0,-4 2 169,-1 0 0,1-1 0,-16 5-1,19-8-337,-1 0-1,1 1 0,0 0 0,0 1 0,-15 11 0,23-15 867,28-1-29291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4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1425,'0'0'21103,"27"0"-19948,95-9-590,-122 46-356,-1-33-192,0 0 0,1-1 0,-2 1 0,1 0 0,0 0 0,-1 0 1,1-1-1,-1 1 0,0-1 0,-1 0 0,1 1 0,0-1 1,-1 0-1,0 0 0,0 0 0,0-1 0,-6 5 0,5-3-14,-1 0-1,1 1 0,0-1 1,0 1-1,0 0 1,-4 6-1,8-11 5,0 1 1,0-1-1,0 1 0,-1-1 1,1 0-1,0 1 1,0-1-1,0 0 0,0 1 1,0-1-1,0 1 0,0-1 1,0 0-1,0 1 0,0-1 1,0 1-1,0-1 0,0 0 1,0 1-1,0-1 1,0 1-1,0-1 0,1 0 1,-1 1-1,0-1 0,0 0 1,0 1-1,1-1 0,-1 0 1,0 1-1,1-1 0,-1 0 1,0 1-1,0-1 1,1 0-1,-1 0 0,1 1 1,21 4 262,32-6 106,-47 1-344,13-3 260,0-1 0,-1 0 0,0-1 0,1-2 0,23-10 1,-43 16-376,0 1 0,0 0 0,0 0 1,0 0-1,0 0 0,0 0 1,0 0-1,0 0 0,0 0 0,0-1 1,-1 1-1,1 0 0,0 0 1,0 0-1,0 0 0,0 0 0,0 0 1,0-1-1,0 1 0,0 0 1,0 0-1,0 0 0,0 0 0,0 0 1,0 0-1,0-1 0,0 1 1,0 0-1,1 0 0,-1 0 0,0 0 1,0 0-1,0 0 0,0 0 1,0-1-1,0 1 0,0 0 0,0 0 1,0 0-1,0 0 0,0 0 1,1 0-1,-21 0-6526,12 0 2651,-11 0-4785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5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1361,'0'0'13536,"9"0"-8141,17 0-2799,-12 0-2020,7 0-331,-1 0 0,0-1 0,1-1 0,-1-1 0,27-7 0,-17 3-298,-22 6-146,0 0 0,-1-1 0,1 1 0,-1-2 0,1 1 0,-1-1 0,0 0 0,0-1 0,8-5-1,-26 9-10889,-24-2 6315,8 4 612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6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1777,'0'0'15271,"128"2"-13222,-100-4-561,-1-5-703,-14-2-433,1 4-336,-1 1-16,-13 1-320,7 3-1073,0 0-1040,0 0-2081,13 0-2577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6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3009,'0'0'15085,"1"17"-13074,7 73 250,6 46 551,-10-50-9141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6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38 127 6787,'0'0'12654,"-4"16"-11104,1-6-1329,-7 23 672,-6 48 0,14-73-834,1 0-1,0 0 1,0 1 0,1-1 0,0 0 0,1 0 0,0 1-1,0-1 1,1 0 0,0 0 0,0 0 0,1 0 0,3 7 0,-4-12-56,0-1 0,0 1 0,0-1 0,0 0 1,0 0-1,1 0 0,-1 0 0,1 0 0,-1-1 0,1 1 1,0-1-1,0 1 0,-1-1 0,1 0 0,0 0 1,0 0-1,0-1 0,0 1 0,0-1 0,0 1 1,1-1-1,-1 0 0,0 0 0,0-1 0,0 1 0,0-1 1,0 1-1,0-1 0,0 0 0,0 0 0,0 0 1,-1-1-1,1 1 0,0-1 0,-1 1 0,1-1 1,-1 0-1,1 0 0,-1 0 0,0 0 0,0 0 1,0-1-1,0 1 0,0-1 0,2-4 0,4-9 60,-1-1-1,-1 0 0,0-1 1,-1 0-1,-1 1 1,-1-1-1,-1-1 0,0 1 1,-1 0-1,-1-1 1,-1 1-1,-4-24 0,3 34-7,0 1 0,-1 0 0,0 0 0,0 0-1,-1 1 1,0-1 0,0 1 0,-1 0 0,-10-11-1,-19-30-5241,40 49-3021,9 1 5501,-7-1 376,18 7-3475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7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0 7347,'0'0'10896,"-22"3"-8948,-67 9-679,87-12-1204,-1 1 0,1-1-1,-1 1 1,1 0-1,-1 0 1,1 0 0,-1 0-1,1 1 1,0-1-1,0 1 1,0-1 0,-1 1-1,2 0 1,-1 0-1,0 0 1,0 0 0,1 0-1,-1 0 1,1 0-1,-1 1 1,1-1 0,0 0-1,0 1 1,-1 4-1,0 1-15,1 0 0,0 1 0,0-1 0,1 0 0,2 15 0,-2-4 22,1-13-63,-1 0-1,1 0 1,0 0-1,0 0 1,1 0-1,-1 0 1,1 0-1,1-1 1,-1 1-1,1-1 1,0 1-1,0-1 1,1 0-1,0 0 1,-1 0-1,2-1 1,-1 1-1,0-1 1,1 0-1,9 6 1,-7-5 3,0-1 0,0-1-1,0 1 1,1-1 0,-1-1 0,1 1 0,0-1-1,0 0 1,-1-1 0,1 0 0,0 0 0,0-1-1,0 0 1,0 0 0,14-3 0,-19 2-6,0 0-1,0-1 1,0 1-1,0-1 1,-1 1 0,1-1-1,-1 0 1,1 0 0,-1-1-1,0 1 1,1 0-1,-1-1 1,-1 1 0,1-1-1,0 1 1,-1-1 0,1 0-1,-1 0 1,0 0-1,0 0 1,0 0 0,0 0-1,0 0 1,0-6 0,2-10 119,-1 1 0,0-34 0,-2 48-84,0-5 122,-1 0 0,1 0 0,-2 0 1,1 0-1,-1 0 0,-6-16 0,7 23-184,0-1-1,0 1 1,0-1-1,-1 1 1,1-1 0,-1 1-1,1 0 1,-1 0 0,0 0-1,0 0 1,0 0 0,0 0-1,0 1 1,0-1-1,-1 1 1,1-1 0,0 1-1,-1 0 1,0 0 0,1 0-1,-1 0 1,1 0-1,-1 1 1,0-1 0,1 1-1,-6-1 1,7 15-9227,1-3 951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7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5891,'0'0'16090,"-7"5"-14503,-5 5-1172,1 1-1,-1 1 1,2 0 0,0 0 0,0 1-1,1 1 1,0-1 0,2 1-1,-12 26 1,10-20-843,-1 0 0,-1 0 0,-1-1 0,-1-1 0,-19 22 1,17-27-2932,-9-5-10602,16-8 6133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7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7027,'0'0'17400,"129"48"-16776,-102-26-415,0 1-145,14 2-64,-1-7-609,8-5-1472,6-6-1808,7-7-3379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8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 6707,'0'0'16341,"-9"16"-14388,-27 53 82,33-63-1737,1 1 0,0 0-1,0 1 1,1-1 0,0 0-1,0 0 1,0 1-1,1-1 1,0 1 0,1-1-1,-1 0 1,2 0 0,-1 1-1,5 12 1,1 12 181,-4-13-285,1-2-430,-4-5-2803,30-12-14834,-5 0 8528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8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7988,'0'0'24288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8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3890,'0'-1'18364,"0"7"-16650,3 79 4701,-1-63-5826,1 0 1,0 0-1,12 37 0,-10-42-498,0 0 0,-2 0 0,2 19 0,-2 1-2676,-2-11-3624,-1 1-5314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5:59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3089,'0'0'11726,"3"-1"-10422,24-3 371,-1 1 0,50 2-1,-60 1-1127,-15 29 872,-2-23-1333,0-1 0,0 1 0,-1-1-1,0 0 1,0 0 0,0 0 0,0 0-1,-1 0 1,0 0 0,0 0 0,0-1-1,-1 0 1,1 0 0,-1 0 0,0 0-1,0 0 1,-1-1 0,-6 5 0,-30 32-22,45-38-36,0-1 0,1 0-1,-1 0 1,0-1 0,0 1-1,1-1 1,6 0 0,0-1 42,-1 1 0,1-2 0,-1 1 1,14-5-1,16-11 3218,-59 19-31952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00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82 544,'2'0'14894,"4"1"-10721,34 2-1083,0-4-1227,52-8 1,-60 4-1575,0-2 0,0-1 1,0-1-1,30-14 0,-40 9-60,-22 14-267,0 0 1,0 0 0,0-1 0,1 1 0,-1 0 0,0 0-1,0 0 1,0 0 0,0-1 0,0 1 0,0 0 0,0 0 0,0 0-1,1-1 1,-1 1 0,0 0 0,0 0 0,0-1 0,0 1-1,0 0 1,0 0 0,0 0 0,0-1 0,0 1 0,0 0-1,-1 0 1,1 0 0,0-1 0,0 1 0,0 0 0,0 0-1,0 0 1,0-1 0,0 1 0,0 0 0,-1 0 0,1 0 0,0 0-1,0 0 1,0-1 0,0 1 0,0 0 0,-1 0 0,1 0-1,0 0 1,-1 0 0,-1-1-471,0 1 0,0-1 0,-1 1-1,1 0 1,0 0 0,0 0 0,-1 1 0,1-1 0,0 0 0,0 1-1,0-1 1,-1 1 0,1 0 0,0 0 0,0 0 0,-2 1-1,-15 9-4199,-2 0-1162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01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3105,'0'0'12556,"1"3"-10614,1-1-1655,-1 0 1,1 0 0,0-1-1,0 1 1,0-1 0,0 0-1,0 1 1,0-1-1,0 0 1,0 0 0,0 0-1,0-1 1,1 1 0,-1 0-1,0-1 1,1 1 0,-1-1-1,0 0 1,1 0-1,-1 0 1,4 0 0,70-2 2324,-54 1-1825,17-2-57,0-2 0,-1-2 1,40-12-1,-71 18-658,-5 0-1235,3 0 3035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6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5250,'0'0'11192,"0"0"-11095,1 0 0,-1 0-1,0 0 1,1 0 0,-1 0 0,0 1-1,1-1 1,-1 0 0,0 0-1,0 0 1,1 0 0,-1 1 0,0-1-1,0 0 1,1 0 0,-1 1 0,0-1-1,0 0 1,0 0 0,1 1 0,-1-1-1,0 0 1,0 0 0,0 1-1,0-1 1,0 0 0,1 1 0,-1-1-1,0 0 1,0 1 0,0-1 0,0 0-1,0 1 1,0 0 0,0 78 2880,0 65-1251,0-49-10199,12-97-1588,-4-9 5553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7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89 2897,'0'0'8364,"3"-2"-7182,-3 2-1084,0 0 0,1-1 0,-1 1 0,0 0 1,0 0-1,0-1 0,1 1 0,-1 0 0,0 0 0,1 0 0,-1 0 0,0-1 0,0 1 1,1 0-1,-1 0 0,0 0 0,1 0 0,-1 0 0,0 0 0,1 0 0,-1 0 0,0 0 1,1 0-1,-1 0 0,0 0 0,1 0 0,-1 0 0,0 0 0,1 0 0,-1 0 0,0 0 1,0 1-1,1-1 0,-1 0 0,0 0 0,1 0 0,-1 0 0,0 1 0,-4 14 1935,-27 36-795,17-27-675,8-14-510,1 0 1,1 1 0,0 0 0,0 0 0,1 0 0,1 1-1,0-1 1,0 1 0,1-1 0,1 14 0,0-23-58,0-1-1,0 0 1,0 1 0,1-1-1,-1 0 1,0 1 0,1-1 0,-1 0-1,1 0 1,0 0 0,-1 1 0,1-1-1,0 0 1,0 0 0,-1 0-1,1 0 1,0 0 0,0 0 0,0 0-1,0-1 1,0 1 0,0 0 0,3 0-1,0 1-6,0 0-1,0 0 0,1-1 0,-1 0 1,1 0-1,-1 0 0,7 0 1,-3 0-9,0-1 1,1 0 0,-1 0 0,0-1 0,0 0 0,1-1 0,-1 1 0,8-4 0,-10 1 17,-1 0 0,1 0 0,-1 0-1,0-1 1,0 0 0,0 0 0,-1 0 0,1-1 0,-1 1 0,-1-1 0,1 0 0,-1 0 0,0 0 0,0-1 0,-1 1 0,0-1 0,2-12 0,2-4 14,-2-2 0,-2 1-1,1-39 1,-2 40 85,0 17-10,-1 1 0,0-1 0,0 0 1,0 1-1,-1-1 0,-2-9 0,3 13-73,-1 1 0,0 0 0,0-1 0,1 1 0,-1 0 0,0 0 0,0-1 0,0 1 0,-1 0 0,1 0 0,0 0 0,0 0 0,0 0 0,-1 0 0,1 1 0,0-1 0,-1 0 0,1 1 0,-1-1 0,1 1 0,-1-1 0,1 1 0,-1 0 0,1 0 0,-1 0 0,0 0 0,1 0 0,-3 0 0,3 0-136,0 0 0,0 1 0,0-1 0,0 0 0,1 1 0,-1-1 0,0 1 0,0-1 0,1 1 1,-1-1-1,0 1 0,1-1 0,-1 1 0,0 0 0,1-1 0,-1 1 0,1 0 0,-1-1 0,1 1 0,-1 0 0,1 0 0,0 0 0,0-1 1,-1 1-1,1 0 0,0 0 0,0 0 0,0 0 0,0 0 0,0-1 0,0 1 0,0 0 0,0 0 0,0 0 0,0 0 0,0 0 0,0 0 1,1-1-1,-1 1 0,0 0 0,1 0 0,-1 0 0,1-1 0,-1 1 0,1 0 0,-1-1 0,1 1 0,-1 0 0,1-1 0,-1 1 1,1 0-1,0-1 0,0 1 0,-1-1 0,1 0 0,1 1 0,22 8-4587,3-2-1016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7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71 4098,'0'0'16477,"-12"-2"-15079,-40 0-459,50 2-919,1 1 0,-1-1 0,1 0 1,-1 1-1,1-1 0,-1 1 0,1-1 0,-1 1 1,1 0-1,-1 0 0,1 0 0,0 0 0,-1 0 1,1 0-1,0 0 0,0 0 0,0 0 0,0 1 0,0-1 1,0 0-1,0 1 0,0-1 0,0 0 0,1 1 1,-1-1-1,1 1 0,-1 0 0,0 2 0,-2 45 318,3-40-322,-1 15-68,0-16 8,1-1 0,-1 1 1,1-1-1,1 0 0,0 1 0,0-1 1,0 0-1,3 10 0,-3-16 27,-1-1-1,1 1 0,-1 0 1,1-1-1,-1 1 1,1-1-1,-1 1 0,1-1 1,-1 1-1,1-1 0,0 0 1,-1 1-1,1-1 0,0 0 1,-1 1-1,1-1 1,0 0-1,-1 0 0,1 0 1,0 0-1,0 1 0,-1-1 1,1 0-1,0 0 0,-1 0 1,1 0-1,0-1 1,0 1-1,-1 0 0,1 0 1,0 0-1,-1-1 0,1 1 1,0 0-1,-1-1 0,1 1 1,0 0-1,0-1 1,21-19 27,-15 2 78,0 0 1,-2 0-1,0 0 1,-1-1-1,-1 1 0,0-1 1,-1 0-1,-2 0 1,-1-26-1,1 43-52,-9-23 718,5 22-1245,4 12-3365,1-7 3474,0-1 0,0 1 0,0-1 0,0 1 0,1-1 0,-1 1 0,0-1 1,1 0-1,-1 1 0,1-1 0,-1 0 0,1 0 0,-1 0 0,1 0 0,0 0 1,-1-1-1,1 1 0,0 0 0,0-1 0,0 0 0,2 1 0,35 9-6373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2481,'0'0'19823,"-11"4"-18692,2-1-903,1 1 0,-1 0-1,1 1 1,-1 0 0,1 0 0,1 1 0,-1 0 0,1 0 0,0 1 0,0 0 0,1 0 0,0 0 0,-7 12 0,-1 0-1073,-27 46 1938,32-41-5469,6-1-5348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7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3057,'0'0'19065,"33"12"-17608,-12 3-769,-1 1-544,0 0-128,14-3-16,14-1-368,-8-5-1345,14-1-1344,1-6-2274,-1 0-2912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8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5811,'0'0'15335,"3"-8"-12178,-3 8-3119,0 0 0,0 0 0,0 0 0,0 0 0,1 1 0,-1-1 0,0 0 0,0 0 0,0 0 1,0 0-1,0 0 0,0 0 0,0 0 0,0 0 0,0 0 0,0 0 0,0 0 0,1 0 0,-1 0 0,0 0 1,0 0-1,0 0 0,0 0 0,0 0 0,0 0 0,0 0 0,0 0 0,0 0 0,1 0 0,-1 0 0,0 0 1,0 0-1,0 0 0,0 0 0,0 0 0,0 0 0,0 0 0,0 0 0,0 0 0,0 0 0,1-1 1,5 184 4747,8-108-6739,13-76-10322,-13-7 3866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8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6451,'0'0'26172,"0"-4"-26028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9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3153,'0'0'14527,"3"-5"-12857,-1 2-1507,0 0 0,1 0-1,-1 0 1,1 0 0,-1 1 0,1-1-1,0 1 1,0 0 0,0 0 0,0 0-1,1 0 1,-1 0 0,0 1 0,1-1-1,-1 1 1,1 0 0,0 0 0,-1 1-1,1-1 1,0 1 0,-1-1-1,7 2 1,98-2 1022,-107 2-1157,0 0 0,0 1 0,0-1 1,0 0-1,-1 1 0,1-1 0,0 0 1,-1 1-1,1-1 0,-1 1 0,0-1 0,1 1 1,-1-1-1,0 0 0,0 1 0,0-1 1,0 1-1,0-1 0,-1 4 0,-3 34 456,-1-30-413,0-1-1,-1 1 0,0-1 1,0-1-1,-14 15 0,15-18-30,0 0-1,0 1 0,1-1 1,-1 1-1,1 0 0,0 1 1,1-1-1,-1 1 1,1 0-1,1-1 0,-1 1 1,1 1-1,0-1 0,0 0 1,0 0-1,0 12 0,2-17-30,0 0-1,1 0 0,-1-1 0,1 1 0,-1 0 0,1-1 1,-1 1-1,1 0 0,-1-1 0,1 1 0,0-1 0,-1 1 1,1-1-1,0 1 0,-1-1 0,1 1 0,0-1 0,0 0 1,-1 1-1,1-1 0,0 0 0,0 0 0,0 1 1,0-1-1,-1 0 0,1 0 0,0 0 0,0 0 0,0 0 1,1-1-1,37 1 135,-27 0-83,0-1-56,0 0 0,0-1 0,0 0 1,-1 0-1,1-1 0,20-9 0,-5 3-708,7 3-2455,-29 5 1641,0 1 0,0-1 0,0 0 1,0 0-1,0-1 0,0 1 1,0-1-1,9-5 0,6-9-5477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29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4418,'0'0'18262,"3"9"-15789,47 157 4840,-44-149-7395,0 1 1,3 27 0,-8-37-982,0 0 0,-1-1 1,0 1-1,-2 15 0,1-22 539,1 1 0,0 0 0,-1-1 0,0 1 0,1 0 0,-1-1 0,0 1 0,0-1 0,0 0 0,0 1-1,0-1 1,0 0 0,0 1 0,0-1 0,-1 0 0,1 0 0,0 0 0,-1 0 0,1 0 0,-1 0 0,1-1 0,-1 1-1,1 0 1,-4 0 0,-32 9-11201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0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0 111 3057,'0'0'11891,"5"-1"-9668,18-3-977,1-2 0,-1 0 0,0-2 0,-1-1 0,24-12 0,45-16-457,-32 19-981,-56 17-427,-13 15-6996,-20 6 4260,22-15 1399,-19 13-2681,0 2-280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0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2273,'82'135'2049,"-82"-130"336,0-1 1057,20-4-81,7 0-704,0 0-352,7 0 33,-7 0-594,0-9-703,0 0-497,-6 2-336,-1-2-208,-7 3-16,1-1-400,6 0-1057,1 0-1328,6 1-1809,7-6-3346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0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28 3762,'0'0'11360,"0"-5"-9341,0-13 41,0 14-123,0 7-430,-12 139 5065,2-62-5127,-2 73-1621,12-152-819,14-3-11341,-8-7 3617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2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1457,'0'0'10810,"4"-1"-9119,12-3-713,0-1-1,0 0 1,18-10-1,42-13 505,-57 23-1228,-6 1 169,-1 1 1,0 0-1,26-1 1,-38 30-91,-2-18-259,0-1 0,0 1-1,-1 0 1,0-1-1,0 0 1,-1 1 0,0-1-1,0-1 1,-1 1 0,-8 9-1,-64 63 86,44-48-95,29-27-61,0 0 1,0 0-1,0 0 1,0 1-1,0-1 1,1 1 0,0 0-1,0 0 1,0 0-1,1 0 1,0 0-1,0 1 1,0-1 0,-1 9-1,4-13 24,0 0 1,0-1-1,0 1 0,0 0 1,0-1-1,0 1 0,0-1 1,0 1-1,1-1 0,-1 1 0,0-1 1,0 0-1,0 0 0,1 1 1,-1-1-1,0 0 0,0 0 1,1 0-1,-1 0 0,1-1 1,39 1 816,-33 0-712,16 0 172,-6 1-83,1-2 0,27-3 0,-41 4-204,-1-1-1,1 0 1,-1 0 0,0-1-1,1 1 1,-1-1-1,0 0 1,0 0-1,0-1 1,0 1 0,-1-1-1,1 0 1,-1 0-1,1 0 1,3-5 0,-6 7 102,7-10-2980,19-11-11587,-7 11 8715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2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20 1024,'0'0'12972,"0"-3"-10121,0-14 8587,0 63-11034,-1 7 616,2 0-1,2 0 1,13 65-1,-9-76-4518,-6 21-7874,-1-49 9155,0-1-7776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3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0 544 3506,'0'0'8878,"8"-1"-7618,219-36 3255,-98 13-3940,1255-169 1546,-1303 184-2044,982-136 2034,-1009 135-706,0-2 0,-2-3 1,0-2-1,85-40 1,-106 36 1152,-27 18-2419,-23 16-139,-11 1-2383,-23-7-5986,15-7-296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5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1 192,'2'1'17694,"2"10"-15899,-4 131 2720,-1 2-2638,2 0-4222,28-167-6483,-11 4 3754,-4 0 899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6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50 544,'0'0'17835,"14"-22"-17037,-10 19-776,-1 0 0,1 0 0,1 0 0,-1 1 0,0 0 0,1 0 0,-1 0 0,1 0 0,0 1-1,-1-1 1,1 1 0,0 0 0,0 1 0,0-1 0,6 1 0,-9 0-17,1 1 0,-1-1 0,0 1-1,0 0 1,1-1 0,-1 1 0,0 0 0,0 0-1,0 0 1,0 1 0,0-1 0,0 0 0,0 1-1,0-1 1,0 1 0,-1 0 0,1 0 0,-1 0-1,1-1 1,-1 1 0,0 0 0,0 1-1,0-1 1,0 0 0,0 0 0,0 0 0,0 1-1,-1-1 1,1 0 0,-1 1 0,0-1 0,0 5-1,2 20 108,-1-1 0,-1 1 0,-2 0 0,-1 0 0,-1-1 0,-1 0 0,-1 1-1,-1-2 1,-2 1 0,0-1 0,-2-1 0,-1 1 0,0-2 0,-2 0 0,-23 30-1,35-52-107,1 1 0,0-1-1,0 0 1,-1 0 0,1 0-1,-1 0 1,1 0 0,-1 0-1,0 0 1,1 0 0,-1-1-1,0 1 1,1 0 0,-1-1-1,0 0 1,0 1 0,0-1-1,1 0 1,-1 0 0,0 0-1,0 0 1,0 0 0,1-1-1,-1 1 1,0 0 0,0-1-1,1 0 1,-1 1 0,0-1-1,1 0 1,-1 0-1,0 0 1,1 0 0,0 0-1,-1 0 1,1 0 0,-1 0-1,1 0 1,0-1 0,0 1-1,0-1 1,0 1 0,0-1-1,0 1 1,0-1 0,0 0-1,1 1 1,-1-1 0,1 0-1,-1 0 1,1 1 0,0-1-1,-1-2 1,1-1 28,0 0 0,0-1 1,0 1-1,1 1 0,-1-1 1,1 0-1,0 0 0,1 0 0,-1 0 1,1 0-1,0 1 0,4-8 0,-3 10-4,0-1 0,0 0-1,0 1 1,0-1-1,0 1 1,1 0-1,-1 0 1,1 0-1,-1 1 1,1-1-1,0 1 1,0 0-1,0 0 1,-1 0-1,1 1 1,0-1-1,5 1 1,3-2 180,0 2 1,0-1-1,0 2 0,0-1 1,1 2-1,-1 0 0,0 0 0,-1 1 1,1 0-1,0 1 0,-1 0 1,20 11-1,-27-12-53,0-1 1,0-1-1,0 1 0,0 0 0,0-1 1,1 0-1,-1 0 0,0 0 1,1-1-1,-1 1 0,1-1 0,-1 0 1,1 0-1,-1-1 0,1 1 1,-1-1-1,0 0 0,1 0 1,-1-1-1,0 1 0,0-1 0,0 0 1,5-3-1,-8 4-126,3 2-2090,13-3-10602,-4-8 3937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26:36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9 384,'7'-9'26423,"-7"593"-20463,0-584-5960,0 0 0,0 1 0,0-1 0,1 0 0,-1 0 0,0 1 0,0-1 0,1 0 0,-1 0 0,0 0 0,0 1 0,1-1 0,-1 0 0,0 0 0,1 0 0,-1 0 0,0 0 0,1 1 0,-1-1 0,0 0 0,1 0 0,-1 0 0,0 0 0,1 0 0,-1 0 0,0 0 0,1 0 0,-1 0 0,0-1 0,1 1 0,-1 0 0,0 0 0,0 0 0,1 0 0,-1 0 0,0 0 0,1-1 0,-1 1 0,0 0 0,0 0 0,1-1 0,-1 1 0,0 0 0,0 0 0,1-1 0,13-8 0,-10 4 20,-3 4-30,0 0 0,0 0-1,0 0 1,-1 0 0,1 0-1,0 0 1,-1 0 0,1 0-1,-1 0 1,1 0 0,-1 0-1,0 0 1,1 0 0,-1-1-1,0 1 1,0 0 0,0 0-1,0-2 1,4 3-978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03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1172 348 160,'-162'-47'1153,"-8"-3"-753,15-4-128,-1 2-256,14 5-32,6 4 0,7 14-368,8 4-497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13.43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5 1198 1745,'-4'21'7236,"4"-19"-7087,19 3 181,0 0 1,0-1 0,0-1-1,0-1 1,0-1 0,1 0-1,23-3 1,-3 1-237,19-1-62,-1-3-1,68-13 0,116-37-23,-166 37-14,739-192-611,-378 94 573,427-89 15,-681 164 69,225-63 117,337-63 1051,357 79 51,-430 45-909,616-23-1070,-1286 66 721,430 18 139,213 30 591,-297-19 139,-346-28-803,-1-1 0,0 1-1,0 0 1,0 0 0,0 0 0,0 0 0,0 0 0,0 0-1,0 0 1,0 0 0,0 0 0,0 0 0,-1 0 0,1 0-1,0 1 1,-1-1 0,1 0 0,-1 1 0,0-1 0,1 0-1,-1 1 1,0-1 0,0 0 0,0 1 0,0-1 0,0 1-1,0-1 1,0 0 0,0 1 0,-1 1 0,1 3-56,-1 0-1,0-1 1,0 1 0,0 0 0,-1-1 0,0 1 0,-2 5-1,-4 2 83,-1-1-1,-1 0 0,1-1 0,-2 0 1,0-1-1,0 0 0,-19 13 0,-96 57 174,109-71-275,-54 31 45,-1-4-1,-2-3 1,-2-3-1,-1-3 1,0-4-1,-139 22 1,-463 4-389,247-30 164,-1537 104 348,1468-97-75,-473 40 802,-282 13-508,-15 56-1554,1023-88 1164,203-35 11,0 1-1,1 3 0,-56 27 0,97-41-4,0 0 0,-1 1 0,1-1 0,0 0 1,0 1-1,0 0 0,1-1 0,-1 1 0,1 0 0,-1 1 0,1-1 0,-3 6 0,5-8 3,-1 0-1,1 0 1,0 0-1,-1 0 1,1 0-1,0 0 1,0 1-1,0-1 1,0 0-1,0 0 1,0 0-1,0 0 1,0 1-1,0-1 1,0 0-1,1 0 1,-1 0-1,0 0 1,1 0-1,-1 0 1,1 0-1,0 0 1,-1 0-1,1 0 1,0 0-1,-1 0 1,1 0-1,0 0 1,0 0-1,0-1 1,0 1-1,0 0 0,0-1 1,0 1-1,0-1 1,0 1-1,0-1 1,0 1-1,0-1 1,0 0-1,0 1 1,0-1-1,1 0 1,1 0-1,-2 0 1,0 0 0,0 0 0,0 0 0,0 0 0,0 1 0,0-1 0,0 0 0,0 0 0,0 1-1,0-1 1,0 1 0,0-1 0,0 1 0,0-1 0,0 1 0,0 0 0,-1-1 0,1 1 0,0 0-1,0 0 1,-1-1 0,1 1 0,0 0 0,-1 0 0,1 0 0,-1 0 0,1 0 0,-1 0 0,0 0 0,1 0-1,-1 0 1,0 0 0,0 0 0,1 0 0,-1 0 0,0 0 0,0 1 0,0-1 0,0 0 0,-1 2-1,4 25-10,-2-26 14,0 0 0,1 0 1,-1 0-1,1 0 0,-1 0 0,1 0 0,0 0 0,0 0 1,0-1-1,0 1 0,0-1 0,0 1 0,0-1 1,1 0-1,-1 0 0,0 0 0,1 0 0,-1 0 0,1-1 1,2 1-1,61 9 21,-46-8-19,309 30 79,377-12 0,-582-28-126,159-31 0,-118 14 79,1058-109 679,138-3-684,-426 52 31,-353 38-109,475-103-117,-788 105 108,77-17 66,-295 50 95,-1-3 0,-1-2 0,-1-2 0,77-42-1,-107 50-48,-1-1-1,0-1 0,-1 0 0,0-1 0,-1-1 0,0 0 1,20-30-1,-2-5 261,36-75 0,-47 83-207,-10 22 98,1 0 0,2 0 0,17-18 0,24-35 312,-55 70-482,1-1 0,0 0 0,-1 0 0,0 0 0,0 0 0,0 0 0,-1 0 0,1 0 1,-1 0-1,0-5 0,0 7-34,0 0-1,0 0 1,0-1 0,0 1 0,0 0 0,-1 0-1,1 0 1,-1 0 0,1 0 0,-1 0 0,0 0-1,0 0 1,0 1 0,0-1 0,0 0 0,0 0-1,-1 1 1,1-1 0,0 1 0,-3-3 0,-29-13-191,-1 2 0,-1 2 0,0 1 0,0 1 0,-1 2 1,-72-8-1,-146 13 156,148 5 36,59 0 0,1 3 1,0 1-1,0 3 0,1 1 1,-71 25-1,-208 105 18,288-122-6,-16 5 27,-1-3 1,0-2-1,-2-2 1,-69 10-1,-227 10 21,172-26-98,-680 52-477,489 13 325,266-48-156,-2-4 0,-133 11 1,-371-11-531,285-12 888,160-5-26,-645 47 665,159-13-530,306-26-86,229-4-37,0 4 0,-172 44 0,197-29 100,2 4 0,1 4 1,2 3-1,-110 69 0,175-96-84,1 0 0,0 2 0,1 0 0,1 1 0,0 1-1,1 0 1,0 1 0,2 1 0,0 1 0,1 0 0,1 1-1,1 0 1,0 1 0,-9 26 0,4-5 6,8-20-27,0 0 0,-7 30-1,14-46 12,1 1 0,0 0 1,0 0-1,1-1 0,0 1 0,0 0 0,1 0 0,-1 0 0,1 0 0,1-1 0,-1 1 0,5 9 0,-2-9 4,1 0 0,-1 0 0,1-1 0,1 1 0,-1-2 0,1 1 0,0 0-1,0-1 1,13 8 0,68 38 253,-84-49-249,48 24 96,2-3-1,1-2 1,1-2-1,0-2 0,1-3 1,1-2-1,0-3 0,0-3 1,63 0-1,186-4 126,431-51 0,35-92-595,-241 56 376,-237 42 16,322-50-102,-442 54 104,27-5-30,395-64 108,162-45-179,-687 141 62,725-139-313,-708 134 206,139-7 0,-143 18 132,159-33 0,-214 30 90,-1-1 0,43-22 0,-48 20 4,0 1 0,1 2-1,0 0 1,34-7 0,25 5-106,110 0 0,-32 3 934,-91 0 2448,53-2-1965,-23 17 606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2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48,'0'0'13732,"0"-7"-12329,0-20-229,0 20 2598,0 18-1637,0 348 2150,0-116-10403,0-260-6373,0-3 8121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3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 3970,'0'0'9775,"23"-1"-8796,72-1-32,-92 2-887,1 1 1,-1-1-1,1 1 0,-1 0 0,0 0 0,1 1 1,-1-1-1,0 1 0,0-1 0,0 1 0,0 0 1,0 0-1,0 1 0,-1-1 0,1 0 0,-1 1 1,1 0-1,-1-1 0,0 1 0,0 0 0,0 0 1,1 4-1,1 1 10,-1 0-1,-1 0 1,1 0 0,-1 0 0,0 0-1,0 12 1,-1-15-53,0 0-1,-1 0 1,0 0 0,0-1 0,0 1-1,-1 0 1,0 0 0,0 0 0,0-1-1,0 1 1,-1 0 0,1-1 0,-1 1-1,0-1 1,-1 0 0,1 0 0,-5 6-1,3-6 25,0 0 0,-1-1 0,0 1 0,0-1 0,1 0 0,-2 0 0,1-1 0,0 0 0,0 1-1,-1-2 1,0 1 0,1-1 0,-1 0 0,-7 1 0,5-1 23,1 0-1,-1 0 1,0 0-1,0-1 1,-11-2-1,17 2-153,0-1 1,0 1-1,0-1 0,0 0 1,0 1-1,1-1 0,-1 0 1,0 0-1,0-1 0,1 1 0,-1 0 1,1 0-1,-1-1 0,1 1 1,-1-1-1,1 0 0,0 1 1,0-1-1,0 0 0,0 1 1,0-1-1,0 0 0,-1-2 1,1 1-951,-1-1-917,-3 3-5256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3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1 164 6323,'0'0'14180,"6"22"-12161,-1-5-1743,99 281 4603,-92-271-4561,-4-12-250,0 0 0,-2 1 0,0 0 0,0 1 0,-2-1 0,0 1 0,3 26-1,14-142 21,-7 46-163,2 1 0,2 0 0,29-57 0,87-138-278,-81 176 283,-52 109-60,-7 17-1793,-1 1-5543,7-39 415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4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7652,'0'0'13494,"18"0"-11699,67 1-237,218-3 1977,-298 2-3628,57-5 210,-21-4-2907,-46 8-3264,-26 3 78,-20 3-1916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4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4770,'0'0'17096,"162"0"-15223,-114 0-833,-7 0-704,-1 0-336,-6 0-464,0 0-1921,-7-2-3714,7-9-7971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58.316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1034 648 96,'0'0'3967,"-64"-12"1236,136 8-4774,-62 4-385,730-31 563,158-85-633,529-64-711,129 13-618,1 70 2155,-1077 91 175,141-4 1137,-597 9-1826,-15 2-122,-1-1 1,0-1-1,0 0 1,1 0-1,9-3 0,-97 6 861,-339 66-3015,-1987 156 1667,374-23 1092,22 163-404,1861-328-221,-268 68 558,17 32 111,381-129-796,9-4-12,0 0 1,1 0-1,-1 1 1,1 0-1,0 1 1,0 0-1,0 0 1,1 1-1,0 0 1,0 0-1,-10 11 1,17-16-7,0-1 0,-1 1 0,1-1 0,0 0 0,0 1 0,-1-1-1,1 1 1,0-1 0,0 1 0,0-1 0,0 1 0,0-1 0,0 1 0,0-1 0,0 1 0,0-1 0,0 1 0,0-1 0,0 1 0,0-1 0,0 1 0,0-1 0,0 1 0,1-1-1,-1 1 1,0-1 0,0 1 0,1-1 0,-1 0 0,0 1 0,1-1 0,0 1 0,19 7-17,35-4-3,-48-4 15,177-6-20,202-31-1,-104 6 53,988-31 112,6 59-126,-695 4 1,-406-1-14,1790 28 13,120 82 841,-1909-94 751,-1067-5-1332,-3431 32-1756,2839-27 1725,580-69 398,696 23-413,1-8 0,-261-85 1,441 114-226,-147-55 20,157 57-27,0 0 0,1-2 0,0 0 0,1-1 0,0 0 0,1-1 0,0 0 0,-15-18-1,25 25-34,0 0 0,0 0 0,0-1-1,1 1 1,-1-1 0,1 0 0,0 0-1,0 0 1,1 0 0,0 0 0,-1 0-1,2 0 1,-1 0 0,1-1 0,-1 1 0,2 0-1,-1 0 1,0 0 0,1-1 0,0 1-1,0 0 1,1 0 0,2-6 0,2-3-221,1 0 1,1 0-1,0 0 1,1 1-1,1 0 1,11-12 0,-16 19 136,0 0 0,0 0 1,-1 0-1,0-1 0,0 1 1,-1-1-1,1 0 0,-1 0 1,-1-1-1,1 1 0,-2 0 1,1-1-1,-1 1 0,0-1 1,0 0-1,-1 1 0,-1-15 1,1 20 119,1 1 0,-1-1 1,0 1-1,1-1 0,-1 1 1,1-1-1,-1 1 0,1-1 0,0 1 1,-1-1-1,1 1 0,0 0 0,0 0 1,0-1-1,0 1 0,0 0 1,0 0-1,1 0 0,-1 0 0,0 0 1,3-1-1,35-16-27,-27 14 29,146-51-19,275-59 0,175 9 117,1680-95 1336,11 176-899,-1045 47-341,-517-6-94,-597-15-33,552 33 1337,-689-35-1289,-1 0 1,1 0-1,0 0 0,-1 1 1,1-1-1,0 1 0,-1 0 1,1-1-1,-1 1 0,1 0 0,-1 1 1,0-1-1,3 2 0,-4-1-41,0 0 0,0 1 0,0-1 0,0 0-1,-1 1 1,1-1 0,-1 1 0,0-1 0,1 1 0,-1-1 0,0 1-1,0-1 1,-1 3 0,1-4-66,0 1 0,-1-1 0,1 0-1,-1 1 1,1-1 0,-1 0 0,1 0 0,-1 1 0,1-1-1,-1 0 1,0 0 0,0 0 0,0 0 0,0 0 0,0 0 0,0 0-1,0 0 1,0 0 0,0 0 0,0-1 0,0 1 0,0 0 0,-1-1-1,1 1 1,0-1 0,0 1 0,-1-1 0,1 0 0,0 1-1,-3-1 1,-56 6-790,20-3-1219,24 0 925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3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1 175 1489,'0'0'4933,"6"-6"-4603,34-33 1578,-38 32 3899,-3 14-2493,1 2-3145,0 0 0,1 1 0,0-1 0,1 0-1,0 0 1,0 0 0,1 0 0,0 0 0,0 0 0,7 12-1,-9-20-167,0 0 0,0 0 0,0 0 1,0 0-1,0 0 0,0 0 0,1-1 0,-1 1 0,0 0 0,0-1 0,0 1 0,1-1 0,-1 1 0,0-1 0,1 0 0,-1 1 0,0-1 0,1 0 0,-1 0 0,1 0 0,-1 0 0,0 0 0,1 0 0,-1-1 1,0 1-1,1 0 0,-1-1 0,0 1 0,0-1 0,1 1 0,-1-1 0,0 0 0,0 1 0,2-2 0,37-30-23,-37 29 2,11-10 10,47-40-4,-55 51 57,-5 1-30,-1 4-11,0-1 0,0 1 0,1-1-1,-1 0 1,1 1 0,0-1 0,0 0 0,-1 1 0,4 3 0,0-1-13,1 0 0,0 0 0,0 0 0,1-1 0,-1 1-1,1-1 1,0-1 0,0 1 0,1-1 0,-1 0 0,1 0 0,-1-1 0,1 0 0,0 0 0,0-1 0,0 1 0,0-2 0,0 1 0,0-1 0,0 0 0,9-1 0,-15 1 9,0-1-1,0 1 1,0 0 0,-1-1-1,1 1 1,0-1 0,0 1-1,-1-1 1,1 1 0,0-1-1,-1 0 1,1 1 0,0-1-1,-1 0 1,1 1 0,-1-1-1,1 0 1,-1 0 0,0 0-1,1 1 1,-1-1 0,0 0-1,0 0 1,1 0 0,-1 0-1,0 0 1,0 1 0,0-3-1,0-30 55,0 24-44,0-97 838,0 46 2873,0 73-4374,0 18-3598,1-29 3814,-1 0-1,0-1 1,1 1 0,-1-1-1,1 1 1,-1-1-1,1 1 1,0-1 0,0 1-1,0-1 1,0 0-1,0 1 1,0-1 0,0 0-1,0 0 1,0 0 0,2 1-1,22 11-6467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4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63 5603,'0'0'11450,"5"6"-10399,-2-4-911,1 1 1,-1 0-1,1-1 0,0 0 0,-1 1 0,1-1 0,0-1 0,0 1 1,0-1-1,1 1 0,-1-1 0,0-1 0,0 1 0,1 0 0,-1-1 1,8 0-1,-3 0-87,-6 0-33,-1 0 1,0 1 0,1-1 0,-1 0 0,0-1-1,1 1 1,-1 0 0,0-1 0,1 1-1,-1-1 1,3-1 0,-4 0-9,0 1 0,0-1 0,0 1 0,0-1 1,0 1-1,-1-1 0,1 1 0,-1-1 0,1 0 0,-1 1 0,0-1 0,1 0 0,-1 1 1,0-1-1,0 0 0,0 1 0,-1-4 0,1 2 17,0 1 0,0-1 0,-1 1 0,1-1 0,-1 1 0,1-1-1,-1 1 1,0 0 0,0-1 0,0 1 0,0 0 0,-1 0 0,1 0 0,-1 0 0,1 0 0,-1 0 0,0 0 0,1 0 0,-1 1-1,0-1 1,0 0 0,0 1 0,-1 0 0,1 0 0,0-1 0,0 1 0,-1 1 0,1-1 0,0 0 0,-1 0 0,1 1 0,-1-1 0,1 1-1,-1 0 1,-2 0 0,-3 0 104,1-1 0,0 2 0,-1-1 0,1 1 0,0 0 0,-1 1-1,1-1 1,0 1 0,0 1 0,0 0 0,-9 4 0,9-2 95,-1 0 0,1 0 1,0 1-1,0 0 0,-11 13 1,15-16-183,1-1 0,0 1 0,0 0 1,1 0-1,-1 0 0,1 0 0,-1 0 1,1 0-1,0 0 0,0 1 0,0-1 0,1 0 1,-1 1-1,1-1 0,-1 1 0,1-1 1,0 0-1,1 1 0,0 5 0,0-8-50,-1 0-1,1 1 1,-1-1-1,1 0 1,0 0-1,0 1 1,0-1-1,0 0 1,0 0-1,0 0 1,0 0-1,0 0 1,0 0-1,0 0 1,1-1-1,-1 1 1,0 0-1,1-1 1,-1 1-1,0-1 1,3 2-1,34 4-488,-32-6 368,157 4-7448,-106-5 240,-8 1-2837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5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3522,'0'0'12579,"-10"28"-10565,-54 163 1417,57-160-3249,1 0 1,2 0-1,1 0 0,2 60 1,1-81-514,0-10 221,0 0 0,0 0 0,1 1 0,-1-1 0,0 0 0,1 0 0,-1 0 0,0 0 0,0 0-1,1 1 1,-1-1 0,0 0 0,1 0 0,-1 0 0,0 0 0,1 0 0,-1 0 0,0 0 0,1 0-1,-1 0 1,0 0 0,1 0 0,-1 0 0,0 0 0,1 0 0,-1-1 0,0 1 0,0 0 0,1 0-1,-1 0 1,0 0 0,1 0 0,-1-1 0,0 1 0,0 0 0,1 0 0,-1-1 0,0 1 0,0 0-1,0 0 1,1-1 0,-1 1 0,0-1 0,15-12-2761,-2-18-2110,1-9-1136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5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36 4930,'0'0'4824,"19"-6"-1799,-5 1-2369,-1 0-92,0 1 0,1 0 0,-1 0 1,1 2-1,-1-1 0,1 2 0,0 0 0,28 2 0,-40-1-480,0 1-1,0-1 1,1 1-1,-1 0 1,0 0-1,0 0 1,0 0-1,0 0 1,0 1-1,0-1 1,-1 0-1,1 1 1,0-1-1,-1 1 1,1 0-1,-1 0 0,0 0 1,1-1-1,-1 1 1,0 0-1,0 1 1,0-1-1,0 0 1,-1 0-1,1 0 1,0 3-1,1 7 201,0 0 1,-1 0-1,-1 23 0,0-23-97,0-8-157,-1 0 0,0-1 0,0 1 1,0-1-1,0 1 0,-1-1 0,1 0 0,-1 0 0,0 0 0,0 1 0,0-1 0,0-1 0,0 1 0,-1 0 1,0-1-1,1 1 0,-1-1 0,0 0 0,0 0 0,0 0 0,0 0 0,0 0 0,-1-1 0,-3 2 1,-13 5 43,0 0 1,-39 7 0,47-12-62,-16 4-139,8-1-367,0-1-1,-1-1 1,-32 2-1,67-15-6560,11-7-149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6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11605,'0'0'10973,"5"22"-9380,43 168 1216,-41-147-2576,-2 0 0,-2 0-1,-3 46 1,0-56-259,13-53-222,219-421-966,-153 321 1739,-78 121-532,-1 0 0,1-1 0,0 1 0,0 0 0,-1 0 0,1 0-1,0 0 1,-1 0 0,1 0 0,-1 0 0,0 0 0,1 0 0,-1 0-1,0 1 1,0-1 0,1 0 0,-1 0 0,0 0 0,0 0 0,0 0 0,-1 3-1,8 22-3719,-7-25 3282,1 1 0,0-1 0,0 0 0,0 0 1,0 0-1,0 0 0,0 0 0,1 0 0,-1 0 0,0 0 0,1 0 0,-1-1 1,0 1-1,1 0 0,-1-1 0,1 1 0,-1-1 0,0 0 0,1 1 0,0-1 1,-1 0-1,1 0 0,1 0 0,19 1-9141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7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1 912,'0'0'9848,"-6"6"-8197,-16 18-138,1 1-1,1 0 1,1 2-1,-19 36 0,29-46-1266,0 1 0,-8 29 0,15-40-936,2-2-6042,1-9 159,-1-5 6167,0-12-5280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7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4066,'0'0'14791,"115"45"-13415,-95-33-735,-6-1-353,6 2-176,-6-1-112,-8 3-112,8-1-1185,-7 2-1152,6-7-2289,-6-5-3074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8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0 4978,'0'0'8265,"-14"13"-7200,-14 14-184,0 1 1,2 1-1,2 2 1,-38 59-1,49-62-514,1 1-1,1 0 1,1 1 0,2 0-1,1 0 1,1 1-1,2-1 1,1 1-1,1 47 1,2-74-382,1 1 0,-1 0 1,1-1-1,0 1 0,0-1 0,0 1 1,0-1-1,1 1 0,0-1 0,0 0 1,0 0-1,0 1 0,1-2 0,-1 1 1,1 0-1,0 0 0,5 4 0,-2-4 107,0 1-1,0-1 0,0 0 1,1 0-1,-1-1 0,1 1 1,0-2-1,0 1 1,0-1-1,11 2 0,-7-2-508,0 0-1,1-1 1,-1 0 0,1-1-1,-1-1 1,19-2-1,-22 1-786,-1 1-1,1-1 1,-1-1-1,1 1 1,-1-1-1,0-1 1,0 1-1,0-1 1,8-6-1,7-12-6868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8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6531,'0'0'13625,"0"8"-12438,-12 172 2871,10-116-4088,3-39-7431,6-24-4318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8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3762,'0'0'14140,"0"10"-12169,1 18-758,-2 0 0,-1 0 0,-1 0-1,-12 46 1,10-50-1073,5-22-462,0 1 0,0-1 0,-1 1 0,0-1 0,1 1 0,-1-1 1,0 1-1,0-1 0,0 1 0,-2 2 0,2-4-114,0 0 0,1-1 1,-1 1-1,0 0 0,0-1 0,0 1 0,0-1 0,0 1 0,0-1 0,0 0 1,0 1-1,0-1 0,0 0 0,0 1 0,0-1 0,0 0 0,0 0 0,-2 0 1,-11 0-6265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9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9364,'0'0'9717,"129"0"-8757,-89 0-608,1 2-352,0-2-208,-1 0-1184,1 0-1298,0 0-2048,-1 0-1921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9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40 274 6787,'0'0'5146,"-1"23"-1322,-17 161 2461,17-111-4220,0-74-2063,0 1-1,1 0 1,-1 0-1,1 0 1,-1 0-1,1-1 1,-1 1 0,0 0-1,1 0 1,-1-1-1,1 1 1,-1 0-1,1-1 1,-1 1 0,1-1-1,0 1 1,-1 0-1,1-1 1,0 1-1,-1-1 1,1 1-1,0-1 1,-1 0 0,1 1-1,0-1 1,0 1-1,0-1 1,-1 0-1,-2-20-270,1 0 0,1 0-1,1 0 1,0 0 0,2 1-1,0-1 1,1 0-1,2 1 1,0-1 0,13-34-1,-6 30-170,0-1 0,1 2-1,2 0 1,0 0 0,2 1-1,0 1 1,34-31 0,-45 47 444,0 0 0,1 1 1,0 0-1,0 0 0,0 1 1,0 0-1,1 0 0,-1 1 0,1 0 1,0 0-1,0 0 0,0 1 1,1 1-1,-1-1 0,0 2 1,1-1-1,12 1 0,-20 0 68,1 1 1,-1-1-1,1 0 0,-1 1 0,1-1 0,-1 1 1,1-1-1,-1 1 0,1 0 0,-1 0 0,0 0 1,0-1-1,1 1 0,-1 0 0,0 1 0,0-1 1,0 0-1,0 0 0,0 0 0,0 1 0,-1-1 1,1 0-1,0 1 0,0-1 0,-1 1 0,1-1 1,-1 1-1,0-1 0,1 1 0,-1-1 0,0 3 1,3 57 1338,-3-49-1014,0-7-326,0-1 0,-1 0 0,1 1 0,-1-1-1,0 0 1,0 1 0,0-1 0,-1 0 0,0 0 0,0 0-1,0 0 1,0 0 0,0 0 0,-1-1 0,1 1 0,-1-1-1,0 1 1,0-1 0,-1 0 0,-4 3 0,-6 4 81,-1-2 1,0 0 0,0-1 0,-21 7 0,25-11-119,0 1 0,1 0 0,-1 1 0,1 0 0,0 0 0,0 1 0,1 0 0,0 1 0,0 0 0,-9 10 0,16-14-19,0-1 0,1 1 1,-1-1-1,1 1 0,0-1 1,0 1-1,0-1 0,0 1 1,1 0-1,-1 0 0,0-1 1,1 1-1,0 0 1,0 0-1,0 0 0,0 0 1,0-1-1,1 1 0,-1 0 1,1 0-1,0 0 0,0-1 1,0 1-1,0 0 0,0-1 1,0 1-1,1-1 1,-1 0-1,1 1 0,0-1 1,0 0-1,0 0 0,0 0 1,0 0-1,0 0 0,0 0 1,4 1-1,5 5 67,-1-1-1,1-1 1,0 0 0,0 0-1,1-1 1,22 7 0,-12-8-1992,1 0 0,-1-2 1,44-1-1,-63-1 1676,19-3-6404,4-12-2574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9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12166,'0'0'2078,"1"19"1227,5 60 696,7 160 3412,-13-226-7303,1 0-15,-1 0 0,-1 0 0,0-1 0,-1 1 0,-4 19 0,5-29-152,-1 0 1,1 0-1,0 0 0,-1-1 0,1 1 1,-1 0-1,0-1 0,0 1 1,0-1-1,0 0 0,0 0 1,-1 0-1,1 0 0,-1 0 1,1 0-1,-1-1 0,1 1 0,-1-1 1,0 0-1,0 1 0,0-1 1,0-1-1,0 1 0,0 0 1,0-1-1,0 1 0,-6-1 1,-10 1-1203,-38 1-2816,54-2 3474,-1 0-1,1 0 0,0-1 1,-1 1-1,1-1 1,-1 0-1,1 0 0,0 0 1,0 0-1,0-1 1,-6-3-1,1-8-4659,7-4-1331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0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1 304,'0'0'16216,"3"0"-14597,4 1-1243,0 0 0,0 0 0,0 1 0,0 0 0,0 0 0,-1 1 0,1 0 0,-1 0-1,0 0 1,7 5 0,-9-4-331,1 0 0,-1 0-1,0 0 1,0 0-1,-1 1 1,1-1-1,-1 1 1,0 0 0,0 0-1,0 0 1,-1 1-1,0-1 1,0 1 0,0-1-1,-1 1 1,0-1-1,0 1 1,0 0-1,-1 0 1,0 6 0,1 12 5,-2 34 45,0-55-82,1 0 0,-1-1 0,1 1 0,-1-1 0,0 1 0,0 0 0,0-1 0,0 0 0,0 1 0,-1-1 0,1 0 0,-1 1 0,1-1 0,-1 0-1,0 0 1,0-1 0,-3 3 0,6-10-93,0 0 0,0 0-1,0 0 1,1 0-1,0 1 1,4-10 0,6-3-357,1 0 1,1 1 0,0 1 0,1 0 0,19-14 0,-25 22 301,0 0-1,1 1 1,0 0-1,1 1 1,-1 0 0,1 1-1,0 0 1,0 1-1,1 0 1,22-4 0,-33 8 224,-1 0 0,1 0 0,-1 0 0,1 0 0,-1 0 0,1 0 1,-1 0-1,1 1 0,-1-1 0,1 0 0,-1 0 0,1 1 0,-1-1 1,1 0-1,-1 1 0,0-1 0,1 0 0,-1 1 0,1-1 0,-1 0 1,0 1-1,0-1 0,1 1 0,-1-1 0,0 1 0,0-1 0,1 1 1,-1-1-1,0 1 0,0 0 0,5 25 1218,-8 31 353,3-54-1358,-3 12 393,0 0 0,-1-1 0,0 0 0,-1 0 1,-11 21-1,6-11-515,8 3-5199,3-18-2610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5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 6963,'0'0'12539,"13"12"-8390,-6 10-3141,-7-22-1074,0-1-1118,1-1 878,-1 0 0,0 0 0,0 1 0,0-1 0,0 0 0,0 1 1,-1-1-1,1 0 0,0 1 0,-1-1 0,1 1 0,-1-1 0,0-1 0,-9 0 170,1 1 0,-1 1 1,0 0-1,1 0 0,-1 1 0,0 0 1,1 0-1,-1 1 0,-15 4 0,6 1 441,0 0 0,0 2 0,1 1 0,0 0 0,0 1 0,-25 19-1,40-26-192,1-1-1,-1 1 0,0 0 0,1 0 1,-1 0-1,1 0 0,0 0 0,0 1 0,1-1 1,-1 1-1,1-1 0,-1 1 0,0 6 1,1-9-101,1 1 0,-1-1 1,1 1-1,0-1 0,0 1 1,0-1-1,0 1 0,0-1 1,0 1-1,0-1 1,0 1-1,1-1 0,-1 1 1,1-1-1,-1 0 0,1 1 1,-1-1-1,1 0 0,0 1 1,-1-1-1,1 0 1,0 0-1,0 1 0,0-1 1,0 0-1,0 0 0,0 0 1,1 0-1,-1-1 1,0 1-1,0 0 0,1 0 1,-1-1-1,0 1 0,2 0 1,19 3-854,-1 0 1,0-1 0,32-1 0,25 3-7995,-57-2 4082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6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0 7700,'0'0'7979,"-21"4"-5407,-69 16-918,82-18-1386,1 0 1,0 1-1,0 0 0,0 0 0,1 0 0,-1 1 1,1 0-1,0 1 0,0-1 0,-8 9 0,12-11-226,0 0 0,0 0-1,0 1 1,1-1 0,-1 0-1,1 1 1,-1-1 0,1 0 0,0 1-1,0 0 1,0-1 0,0 1-1,1 0 1,-1-1 0,1 1-1,0 0 1,-1 0 0,1-1-1,0 1 1,1 0 0,-1 0-1,0-1 1,1 1 0,0 0-1,0 3 1,0-5-48,0 0 0,0 0 1,-1 0-1,1 0 0,0 0 0,0 0 0,0 0 1,0 0-1,0 0 0,0-1 0,0 1 0,0 0 1,1-1-1,-1 1 0,0 0 0,0-1 0,1 0 1,-1 1-1,0-1 0,0 0 0,1 1 0,-1-1 1,0 0-1,1 0 0,-1 0 0,0 0 0,1-1 1,-1 1-1,0 0 0,1 0 0,-1-1 0,0 1 1,0-1-1,1 1 0,1-2 0,2 0-116,0 0 0,-1-1 0,1 1 0,-1-1 0,0 0 0,1 0 0,-1 0 0,3-5 0,-6 7 98,0 0 1,-1 0-1,1 0 1,0 1-1,-1-1 1,1 0-1,0 0 1,0 0-1,0 1 1,0-1-1,0 0 1,0 1-1,0-1 0,0 1 1,0-1-1,0 1 1,0 0-1,2-1 1,9 12 345,6 9-379,-15-18-371,0 0 0,0 0 0,1 0 0,-1 0 0,1-1 0,-1 1-1,1-1 1,0 0 0,-1 0 0,1 0 0,0-1 0,0 1 0,-1-1-1,1 0 1,0 0 0,0 0 0,0-1 0,0 1 0,-1-1 0,7-1 0,-5 0-369,0 0 1,0 0-1,0-1 1,0 0-1,0 1 1,-1-1-1,6-5 1,13-17-228,-18 18 1141,14-19-47,-4 15 11502,-12 16-7336,-1-3-4192,-1 0 0,1 0 0,0 0 0,-1 0 0,1 0 0,0 0 0,0 0-1,0-1 1,0 1 0,1-1 0,-1 1 0,0-1 0,3 1 0,8-2-115,0 0-1,0-1 0,-1-1 0,1 0 0,-1-1 0,1-1 1,-1 1-1,0-2 0,0 0 0,0 0 0,-1-1 0,17-12 1,-28 38 3833,8 21-3504,-6-39-533,-1 0 0,1-1-1,0 1 1,-1-1 0,1 1 0,0-1-1,0 0 1,0 0 0,0 0-1,0 0 1,1 0 0,-1 0 0,0 0-1,0-1 1,1 1 0,-1-1 0,0 0-1,0 0 1,1 0 0,-1 0-1,0 0 1,5-1 0,-2 1-651,33 0-7461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7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4 239 7411,'0'0'16160,"0"9"-15016,1-3-1176,1 29 1465,-2-30-890,-4-25-838,2-110-2610,6 134 2900,1 1 0,0-1 0,0 0 0,0-1 0,0 1 0,1-1 1,-1 0-1,1 0 0,0-1 0,0 0 0,0 0 0,0 0 0,12 2 0,8 0-265,0-1-1,28-1 0,-36-1-263,0-1 0,0 0 0,0-2 0,31-6 0,-43 6 432,1 0 0,-1 0 0,0-1 0,0 0 0,0 0 0,0-1 0,0 0 0,-1 0 0,0 0 0,0 0 0,0-1 0,0 0 0,-1 0 0,1 0 0,-1-1 0,3-7 0,18-40 711,-24 50-342,0 0 0,0-1 0,0 1 1,-1-1-1,1 1 0,-1 0 1,1-1-1,-1 1 0,0-1 0,-1 1 1,1-1-1,-1 1 0,1-1 0,-3-4 1,2 7-151,-1 0 0,0 1 0,0-1-1,1 0 1,-1 1 0,0-1 0,0 1 0,0 0 0,0 0 0,0-1 0,0 1 0,0 0 0,0 1 0,0-1 0,0 0 0,-1 1 0,-4-1 170,-2 0-144,-1 1 0,1 0 0,0 0-1,0 1 1,0 0 0,0 0 0,0 1-1,1 0 1,-1 1 0,1 0 0,0 0-1,0 1 1,0 0 0,-8 6-1,12-7-69,0 0 0,0 0 0,0 1 0,1-1 0,-1 1 0,1 0 0,0 0-1,0 0 1,1 0 0,0 0 0,-1 1 0,2-1 0,-1 1 0,1 0-1,0-1 1,0 1 0,0 0 0,1 0 0,0-1 0,0 1 0,0 0 0,1 0-1,2 10 1,-1-11-297,0 1 0,1 0 0,0-1 0,-1 0 0,2 1-1,-1-1 1,1 0 0,-1-1 0,1 1 0,1-1 0,-1 1 0,1-1 0,-1-1-1,1 1 1,0-1 0,0 1 0,1-1 0,-1-1 0,1 1 0,-1-1 0,1 0-1,0 0 1,9 1 0,6 1-1339,0 0 0,1-1 1,-1-1-1,1-1 0,27-2 0,-1-5-7964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7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10677,'0'0'13043,"4"19"-11826,10 63-350,-13-74-738,1 0 1,-1-1-1,1 1 1,0-1-1,1 0 1,0 0-1,0 1 1,0-2-1,1 1 1,7 10-1,-9-16-148,-1-1 0,0 0 0,0 0-1,0 1 1,1-1 0,-1 0 0,0 0-1,0 0 1,1 0 0,-1-1-1,0 1 1,0 0 0,1 0 0,-1-1-1,0 1 1,0 0 0,0-1-1,0 0 1,0 1 0,0-1 0,0 0-1,0 1 1,0-1 0,0 0 0,0 0-1,0 0 1,0 0 0,1-1-1,-2 1 3,15-13-362,7-6 49,-1 0 1,2 1 0,32-19-1,-54 37 325,-1 1-1,1 0 0,0 0 1,0 0-1,0-1 0,0 1 0,0 0 1,0 0-1,0 0 0,-1 1 1,1-1-1,0 0 0,0 0 1,0 0-1,0 1 0,0-1 0,0 0 1,-1 1-1,1-1 0,0 0 1,0 1-1,-1 0 0,1-1 0,0 1 1,-1-1-1,1 1 0,0 0 1,-1-1-1,1 1 0,-1 0 1,1-1-1,0 3 0,21 35 66,-9-14-62,-7-16-1,0-1 1,1 0 0,0 0-1,0-1 1,0 0 0,1 0-1,0 0 1,17 7 0,-22-11 1,-1-1 1,0 1 0,1-1 0,-1 0-1,1 0 1,0 0 0,-1-1 0,1 1-1,0-1 1,0 1 0,-1-1 0,1 0 0,0 0-1,0 0 1,-1 0 0,1-1 0,0 1-1,0-1 1,-1 1 0,1-1 0,0 0-1,-1 0 1,1-1 0,-1 1 0,1 0-1,-1-1 1,0 1 0,0-1 0,0 0 0,1 0-1,-2 0 1,1 0 0,0 0 0,2-4-1,5-10 176,-1-1 0,-1-1 0,0 1 0,-1-1 0,-1-1 0,-1 1-1,-1-1 1,0 1 0,-1-1 0,-2-27 0,0 44-139,0 1-1,0 0 1,0-1 0,0 1 0,0 0-1,-1-1 1,1 1 0,0 0 0,-1-1-1,1 1 1,-1 0 0,0 0 0,1 0-1,-1-1 1,0 1 0,0 0-1,0 0 1,0 0 0,0 0 0,0 0-1,0 1 1,0-1 0,0 0 0,0 0-1,0 1 1,-1-1 0,1 1 0,0-1-1,-2 0 1,0 0-215,-1 0 0,0 1 0,1-1 0,-1 1 0,0 0 0,0 0 0,1 0 0,-1 1 0,-6 0 0,9 0 9,1-1 0,-1 0 0,0 0 1,1 1-1,-1-1 0,1 0 0,-1 1 0,0-1 0,1 0 0,-1 1 0,1-1 0,0 1 0,-1-1 0,1 1 1,-1-1-1,1 1 0,0-1 0,-1 1 0,1 0 0,0-1 0,-1 1 0,1-1 0,0 1 0,0 0 0,0-1 1,0 1-1,0 0 0,0-1 0,0 1 0,0 0 0,0-1 0,0 1 0,0-1 0,0 1 0,0 0 0,0-1 1,0 1-1,1 0 0,-1-1 0,0 1 0,1-1 0,-1 1 0,0 0 0,1-1 0,0 2 0,19 23-8832,6-11 1100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8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41 114 2721,'0'0'21912,"-3"20"-19861,-12 63-533,4-42 13,11-41-1522,0 0-1,0 0 1,0 0-1,0 0 1,0-1-1,0 1 1,0 0-1,0 0 1,0 0-1,0 0 1,0-1-1,0 1 1,0 0 0,0 0-1,0 0 1,0 0-1,0-1 1,0 1-1,0 0 1,-1 0-1,1 0 1,0 0-1,0 0 1,0-1-1,0 1 1,0 0-1,0 0 1,0 0 0,-1 0-1,1 0 1,0 0-1,0 0 1,0 0-1,0 0 1,0-1-1,-1 1 1,1 0-1,0 0 1,0 0-1,0 0 1,0 0-1,-1 0 1,1 0 0,0 0-1,0 0 1,0 0-1,0 0 1,-1 0-1,1 0 1,0 0-1,0 0 1,0 1-1,0-1 1,-1 0-1,1 0 1,0 0-1,0 0 1,0 0 0,0 0-1,0 0 1,0 0-1,-1 0 1,1 1-1,0-1 1,0 0-1,-4-50-77,4 37-10,1 0 0,1 1 0,0-1 0,1 0 0,0 0 0,5-12 0,-5 17-260,0 1-1,0 0 1,1 0 0,0 0 0,0 1 0,1-1 0,-1 1-1,1 0 1,1 0 0,-1 1 0,12-9 0,-12 11-839,-1 1 1,1 1 0,0-1 0,0 1 0,0-1-1,0 2 1,0-1 0,0 0 0,6 1-1,2-1-2814,13-1-4438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8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 7267,'0'0'22235,"-6"95"-21659,6-118-6147,0-11-255,0-6-4979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8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6259,'0'0'9540,"95"3"-12789,-68-3-1698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8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8740,'0'0'7425,"-13"22"-2700,-44 74-657,51-82-3387,-1 0-1,2 1 1,0 0-1,0 0 1,1 0-1,1 0 1,-1 28-1,1-16-49,-1-3-342,2 0 0,1 0 0,1 0 0,1 0 0,5 31 0,-5-51-491,0 0 0,1-1 1,0 1-1,0 0 0,0-1 0,0 1 0,1-1 1,-1 0-1,1 0 0,0 0 0,0 0 0,0 0 1,0-1-1,0 1 0,1-1 0,-1 0 1,1 0-1,0 0 0,3 1 0,-5-2 15,0 0 1,0 0-1,0-1 0,0 1 0,1-1 1,-1 0-1,0 1 0,0-1 0,0 0 0,0 0 1,0 0-1,0-1 0,0 1 0,1 0 1,-1-1-1,0 0 0,0 1 0,0-1 1,0 0-1,-1 0 0,1 0 0,0 0 0,0 0 1,0 0-1,-1-1 0,1 1 0,-1-1 1,1 1-1,-1-1 0,1 1 0,-1-1 1,0 0-1,0 0 0,0 0 0,0 1 0,0-1 1,1-4-1,6-24-7966,-1-4-3583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8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6723,'0'0'9220,"115"2"-6514,-67 0-1538,-8 1-816,-6-3-352,0 0-960,-7 0-2002,-6 0-3921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39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8724,'0'0'11048,"23"8"-9701,-4-1-1146,6 3 72,2-1 1,-1-1 0,1-1-1,34 4 1,-50-10-127,-5 0-147,0-1 0,1 1 0,-1-1 0,0-1 0,12-1 0,-17 2-22,0-1 0,0 1 0,0 0-1,0-1 1,0 1 0,0-1 0,0 0-1,0 1 1,0-1 0,-1 0 0,1 1-1,0-1 1,0 0 0,-1 0 0,1 0-1,-1 0 1,1 0 0,0 0 0,-1 1-1,0-1 1,1 0 0,-1 0 0,1-1-1,-1 1 1,0 0 0,0 0-1,0 0 1,0 0 0,0 0 0,0 0-1,0 0 1,0 0 0,0 0 0,0 0-1,-1 0 1,1 0 0,0 0 0,-1-2-1,-1 0 10,0 1-1,1-1 0,-1 1 0,0-1 0,0 1 1,-1 0-1,1 0 0,0 0 0,-1 0 0,1 0 1,-1 0-1,0 1 0,1-1 0,-1 1 0,0 0 1,0 0-1,0 0 0,0 0 0,0 0 0,-4 0 1,-65-9 748,56 9-417,-35 0 2487,50 1-2654,-1 0-1,0 0 0,1 0 1,-1 0-1,0 1 0,1-1 1,-1 0-1,0 1 0,1 0 1,-1-1-1,1 1 1,-1 0-1,1 0 0,-1-1 1,1 1-1,0 0 0,-1 1 1,1-1-1,0 0 1,0 0-1,0 0 0,-2 3 1,1 3 35,0 1 1,0 0 0,1 0 0,0 0 0,0 0 0,1 0-1,0 0 1,0 0 0,1 0 0,0 0 0,1 0 0,-1 0-1,1 0 1,4 9 0,-4-12-294,0 1-1,0-1 1,1 0 0,-1 0-1,1 0 1,0-1-1,1 1 1,-1-1 0,1 1-1,0-1 1,0 0 0,0-1-1,0 1 1,1-1-1,0 1 1,-1-2 0,1 1-1,0 0 1,0-1 0,1 0-1,5 2 1,24-1-5379,-15-7-983,1-5-4304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05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2593,'0'0'12862,"5"0"-12677,0 0-1,0 0 1,1 1-1,-1 0 1,9 3-1,-11 1-94,-1 0 1,1 0-1,-1 0 0,-1 0 0,1 1 0,-1-1 1,0 1-1,0-1 0,0 1 0,-1-1 0,0 1 0,0-1 1,0 1-1,-2 7 0,1 13 2234,0-28-2317,1 1 1,0-1 0,0 1-1,0-1 1,0 1 0,0-1-1,0 0 1,0 1 0,0-1-1,0 1 1,1-1 0,-1 1-1,1 0 1,-1-1 0,1 1-1,0-1 1,-1 1 0,1 0-1,0-1 1,0 1 0,1-2 0,27-30-35,-19 23 39,30-37-14,-40 47 6,0-1 0,0 1 0,0 0 0,1 0 0,-1-1 0,0 1 0,0 0 0,1 0 0,-1 0 0,0 0 0,1-1 0,-1 1 0,0 0 0,1 0 1,-1 0-1,0 0 0,0 0 0,1 0 0,-1 0 0,0 0 0,1 0 0,-1 0 0,0 0 0,1 0 0,-1 0 0,0 0 0,1 0 0,-1 0 0,0 0 0,1 1 0,-1-1 0,0 0 1,0 0-1,1 0 0,-1 0 0,0 1 0,0-1 0,1 0 0,-1 0 0,0 0 0,0 1 0,0-1 0,1 0 0,-1 0 0,0 1 0,0-1 0,0 0 0,0 1 0,0-1 0,1 0 1,-1 1-1,0-1 0,0 0 0,0 0 0,0 1 0,0-1 0,0 0 0,0 1 0,0-1 0,0 0 0,0 1 0,0-1 0,2 27 420,-2-22-298,2 7 135,1 0-1,0 0 0,0 0 0,1 0 0,9 16 0,-8-25-40,1 0-961,-5 3-8390,-1-2 3229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2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54 1553,'0'0'5677,"14"-36"323,-7 19-168,-10 79-4553,-19 104 1,-2 11-504,0 5-526,23-179-249,-1 15-61,3-15-144,-1 0 1,-1 0-1,1-1 1,0 1-1,-1 0 0,0 0 1,1 0-1,-1-1 0,0 1 1,0 0-1,-1-1 0,1 1 1,-2 2-1,2-3-1021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2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1201,'0'0'10380,"20"-5"-8640,170-37 1403,-111 33-3946,-77 9-649,-2 2 1032,0 0 0,0 0 0,-1 1 0,1-1 0,-1 0 0,1 0 0,-1 0 0,0 0 0,0 0 0,0 0 0,0 0 0,-1 2 0,-31 26-2155,28-26 1806,-29 21-2635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2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3554,'0'0'11541,"128"-2"-10132,-87-7-657,-1 0-368,-6 0-320,7 0-64,-7 2-336,-7 0-1537,7 0-2065,-14 3-1696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3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4002,'0'0'11229,"0"24"-9596,0 182 2798,0-200-4247,0 21 711,6 49-1,-5-69-870,0 0 0,0 0-1,1 0 1,1-1 0,-1 1-1,1-1 1,0 1 0,0-1-1,1 0 1,-1 0 0,1 0-1,6 6 1,-10-12-26,1 0 0,-1 1-1,0-1 1,0 0 0,1 0 0,-1 0 0,0 1-1,1-1 1,-1 0 0,0 0 0,0 0-1,1 0 1,-1 0 0,0 0 0,1 1-1,-1-1 1,0 0 0,1 0 0,-1 0 0,0 0-1,1 0 1,-1 0 0,0 0 0,1 0-1,-1-1 1,0 1 0,1 0 0,-1 0-1,0 0 1,1 0 0,-1 0 0,0 0 0,0-1-1,1 1 1,-1 0 0,0 0 0,0 0-1,1-1 1,-1 1 0,0 0 0,0 0-1,1-1 1,-1 1 0,0 0 0,0-1 0,0 1-1,0-1 1,8-17-144,-6 14 130,28-65 60,4 1 1,2 2 0,78-106-1,-111 169-43,-1 0 0,0 0 0,0 0 0,0 0 0,0 0 0,-1 0 0,1-1 0,-1 1 0,0 0 0,0-1 0,0 0 0,0 1 0,0-6 0,-20 7-12802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4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72 3954,'0'0'8975,"16"-3"-8255,332-57 1364,-323 55-2419,-29 2-2027,-2 3 1436,0 0 0,0 1 0,0-1-1,1 1 1,-1 0 0,-7 3-1,-13 8-2327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24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3009,'0'0'10853,"116"-2"-9412,-83-3-433,-5-2-351,5 3-113,-6-1-384,-6 3-128,6-2-32,-7-1-64,-6 1-576,13-1-1281,-7-2-1329,14-2-1728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06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 2545,'0'0'6267,"2"-5"-4944,-2 4-1200,0-1 0,1 1 0,-1-1 0,1 1 0,-1-1 0,1 1 0,0-1 0,0 1 0,0 0 0,-1-1 0,1 1 0,1 0 0,-1 0 0,0 0 0,0 0 0,0 0 0,0 0 0,1 0 0,-1 0 0,1 0 0,-1 1 0,0-1 0,1 0 0,-1 1 0,1-1 0,0 1 0,-1 0 0,1-1 0,-1 1 0,1 0 0,-1 0 0,1 0 0,0 0 0,-1 0 0,1 1 0,-1-1 0,1 0 0,-1 1 0,1-1-1,-1 1 1,1 0 0,-1-1 0,1 1 0,-1 0 0,0 0 0,1 0 0,-1 0 0,0 0 0,0 0 0,0 0 0,2 2 0,0 4-75,1 0 1,-2 0-1,1 0 0,-1 0 0,0 0 0,-1 0 0,1 1 1,-1-1-1,-1 9 0,1 27 577,-1-58-615,0 3-12,0 0 0,1 0 0,0 0 0,4-18 0,-4 25-2,1 1 0,0 0 0,0-1 0,0 1 0,0 0 1,1 0-1,0 0 0,-1 0 0,2 1 0,-1-1 0,0 1 0,1 0 0,-1 0 1,9-5-1,-8 5-4,0 0 0,0 0 1,1 0-1,-1 1 1,1-1-1,0 1 0,0 1 1,0-1-1,0 1 0,0-1 1,0 1-1,0 1 1,8-1-1,-12 3 50,1 0 0,-1 0 1,0 0-1,0 0 0,0 0 0,-1 0 1,1 0-1,0 0 0,-1 0 0,1 1 1,-1-1-1,0 0 0,0 4 0,4 38 640,-4 100 1745,7-142-4538,12-2-5522,-18 0 6095,12 0-6831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07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65 800,'0'0'6275,"1"-11"2278,4-1-5092,-3 12-3444,0 1 0,0-1 1,0 0-1,0 0 0,-1 1 0,1-1 1,0 1-1,0 0 0,-1-1 0,1 1 1,0 0-1,-1 0 0,1 0 0,-1 0 1,1 0-1,-1 1 0,1-1 1,-1 0-1,0 1 0,2 2 0,0 0 1,-1 1 0,1-1-1,-1 1 1,0 0 0,0 0-1,-1 0 1,2 8 0,1 10 19,-2 0 1,-1 36 0,-1-50-4,1 0 6,-1-8-25,0 0 0,1 0 0,-1 0 0,0 0 0,0 0-1,0 0 1,0 0 0,0 0 0,0 0 0,0 0 0,0 0 0,0 0 0,0 0 0,0 0 0,-1 0 0,1 0-1,0 0 1,-1-1 0,1 1 0,-1 0 0,1 0 0,-1 0 0,1 0 0,-1 0 0,0-1 0,0 2 0,0-27 286,0-8-315,0 13 14,1 0 0,0 1 0,7-39-1,-6 53-10,0 1-1,1-1 0,-1 1 1,1 0-1,-1 0 0,1 0 1,0 0-1,1 0 1,-1 0-1,1 0 0,0 1 1,0-1-1,0 1 0,0 0 1,0 0-1,1 0 0,0 0 1,-1 0-1,1 1 0,0 0 1,0 0-1,7-3 0,-10 5 14,0 0 0,0 0-1,0 0 1,0 0 0,1 1-1,-1-1 1,0 0 0,0 0-1,0 1 1,0-1 0,0 1-1,0-1 1,0 1 0,-1-1-1,1 1 1,0 0 0,0-1-1,0 1 1,0 0 0,-1 0-1,1-1 1,0 1 0,-1 0-1,1 0 1,-1 0 0,1 0-1,-1 0 1,1 0 0,-1 0 0,1 2-1,15 41 334,-12-30-210,0 0 135,0 0-1,-1 1 1,-1-1-1,-1 1 0,0 0 1,-1 19-1,0-30-124,1-4-98,0 0-164,0 0-1,0 0 1,0 0-1,0 0 1,-1 0 0,1 0-1,0 0 1,0 0-1,0 0 1,0 0-1,0-1 1,-1 1 0,1 0-1,0 0 1,0-1-1,0 1 1,-1-1-1,1 1 1,0-1 0,0 1-1,-1-1 1,1 1-1,0-1 1,-1 0 0,1 1-1,-1-1 1,1 0-1,-1 0 1,1-1-1,3-4-2140,9-6-5362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4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5026,'0'0'13884,"1"-4"-12222,3-4 1053,-1 10-997,1 26-354,-3 46-489,-4 107 394,0 1-3951,3-181 926,0-9-5367,0-18-385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5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7379,'0'0'12102,"149"-7"-11014,-88 7-335,0 0-241,0 0-448,-20 0-64,-14 0-304,-7 0-1185,-20 2-1088,0 3-2497,-13 1-673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5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53 688,'0'0'15944,"155"-3"-15544,-94-3-304,0-3-96,7 0-1457,-7-3-2176,0-1-1762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5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7988,'0'0'15511,"3"24"-13758,-2-17-1628,4 32 924,2 0 0,2 0 0,19 55 1,-23-80-926,1-1 1,1 0 0,0 0-1,0 0 1,1-1 0,1 0 0,11 12-1,-18-23-142,-1 0 0,1 0-1,0 0 1,0 0-1,0-1 1,0 1 0,0 0-1,0-1 1,0 1-1,0-1 1,0 0 0,0 0-1,0 0 1,0 0-1,0 0 1,0 0 0,0 0-1,0 0 1,0-1-1,0 1 1,0-1 0,0 0-1,2-1 1,3 0 4,-1-1 1,0 0-1,0 0 1,0-1-1,9-6 0,21-20-7,-2-2-1,-1-2 0,-1-1 1,-2-1-1,-1-2 0,26-47 0,-51 80 42,-2 0-1,1-1 1,0 0 0,-1 1-1,0-1 1,0 0-1,-1 0 1,2-11-1,-3 17-144,-4 15-10565,-13-1 1518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6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2 488 1169,'0'0'7176,"0"-10"-6055,0 8-993,-1 0 1,1 0 0,0 0 0,0-1 0,0 1-1,0 0 1,0 0 0,0-1 0,1 1 0,-1 0-1,1 0 1,-1 0 0,1 0 0,0 0 0,0 0 0,0 0-1,0 0 1,0 0 0,1 0 0,-1 0 0,0 0-1,1 1 1,-1-1 0,1 1 0,0-1 0,0 1-1,-1 0 1,1-1 0,0 1 0,0 0 0,0 0-1,0 0 1,0 1 0,1-1 0,-1 0 0,0 1-1,0 0 1,0-1 0,1 1 0,-1 0 0,0 0-1,3 0 1,310-2 4669,419-34-4281,105-115-472,-36 33 320,-167 32 2677,-622 84-2597,-9 2-94,0-1-1,0 0 1,0 0 0,0-1 0,0 1-1,-1-1 1,1 0 0,6-4 0,-28 5 1924,-21-2-5495,-44 21-7601,37-14 2657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7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3 1809,'0'0'11029,"0"0"-10930,0-1 1,-1 1-1,1 0 1,0 0-1,-1 0 1,1-1-1,-1 1 1,1 0-1,-1 0 1,1 0-1,0 0 1,-1 0-1,1 0 1,-1 0-1,1 0 1,-1 0-1,1 0 1,0 0-1,-1 0 1,1 0-1,-1 0 1,1 0-1,-1 0 1,1 1-1,0-1 1,-1 0-1,1 0 1,-1 0-1,1 1 1,0-1-1,-1 0 1,1 1-1,0-1 1,-1 0-1,1 1 1,0-1-1,0 0 1,-1 1-1,1-1 1,0 1-1,-27 18 1098,2 1-1,0 2 0,-23 25 1,37-34-959,1 0 0,0 0 0,1 1 0,1 0 0,0 0 0,1 1 0,0 0 0,-5 20 1,7-19-136,1 0 0,0 1 1,1-1-1,1 1 1,1 0-1,0 0 1,1 0-1,1 0 0,4 20 1,-3-28-95,0-1 1,1 1 0,0 0-1,1 0 1,0-1-1,0 0 1,1 0 0,0 0-1,0-1 1,1 1-1,0-1 1,0 0 0,1-1-1,0 0 1,0 0-1,0 0 1,1-1 0,10 6-1,-6-5-71,1 0 0,0-1-1,0-1 1,1 0 0,-1-1 0,1 0 0,0-1-1,0 0 1,23-1 0,-23-2-666,0 0-1,0 0 1,-1-2-1,15-3 1,-19 3-701,-1 0-1,0 0 1,1-1-1,-1 0 1,0 0-1,11-9 1,9-12-7442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8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34 5250,'0'0'11019,"0"-5"-9955,0-11-273,0 3 5731,0 19-6103,-1 10-29,-1 1 1,-1-1-1,-5 18 1,-5 22 467,6-4-617,1 91 0,6-142-382,0 0 0,0 0 0,0 0 0,1 0-1,-1 0 1,0-1 0,1 1 0,-1 0-1,1 0 1,-1 0 0,1 0 0,-1-1 0,1 1-1,-1 0 1,1-1 0,0 1 0,0 0-1,-1-1 1,1 1 0,0-1 0,0 1 0,0-1-1,-1 0 1,1 1 0,0-1 0,0 0-1,0 1 1,0-1 0,0 0 0,0 0 0,0 0-1,0 0 1,-1 0 0,1 0 0,0 0-1,0 0 1,1-1 0,3 1-800,0 0 0,0-1 0,-1 0 0,1 0 0,-1 0 0,1 0 0,4-3 1,24-18-7379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8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15015,'0'0'11274,"0"21"-9841,0 177 619,0-151-9827,-7-47-2781,0-4 2282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8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8180,'0'0'11941,"136"-34"-10484,-89 30-993,0 2-448,1-1-16,-8 3-848,8 0-1633,-14 0-1697,13-4-3106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49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35 126 2417,'0'0'9682,"0"6"-6627,0 113 3861,0 64-4097,0-181-2817,-4 40 59,4-41-61,0 1 0,0-1 0,0 0 0,0 0 0,-1 0 0,1 0 0,0 0 0,-1 0 0,1 0 0,-1 0 0,1 0 0,-1 0 0,0 0 0,1 0 0,-1 0 0,0 0 0,0-1 0,0 1 0,1 0 0,-1 0 0,0-1 0,0 1 0,0-1 0,0 1 1,0-1-1,0 1 0,0-1 0,0 0 0,-1 1 0,0-1 0,0 0-118,-4-21-821,6 3 621,1 0 0,2 0 0,-1 0-1,2 0 1,0 1 0,2 0 0,-1-1 0,2 2-1,0-1 1,16-24 0,-2 2-1663,52-71 0,-63 97 1772,0 1 0,1 0-1,0 1 1,1 0 0,0 1 0,1 1-1,0-1 1,28-13 0,-40 22 366,1 0 1,0 1 0,0-1 0,-1 0-1,1 1 1,0-1 0,0 1-1,0 0 1,0 0 0,0 0 0,-1 0-1,1 0 1,0 0 0,0 0 0,0 1-1,0-1 1,0 1 0,-1-1-1,1 1 1,0 0 0,0-1 0,-1 1-1,1 0 1,-1 0 0,1 0-1,-1 1 1,1-1 0,-1 0 0,1 0-1,-1 1 1,2 2 0,-2-2 23,1 1 1,-1-1-1,0 1 1,0-1-1,0 1 0,0-1 1,0 1-1,0 0 1,-1 0-1,1 0 1,-1-1-1,0 1 1,0 0-1,0 0 0,0 0 1,-1-1-1,1 1 1,-1 0-1,1 0 1,-3 4-1,1-5-138,1 0 0,-1 0 0,0 0 0,0 0 0,0-1-1,0 1 1,0-1 0,0 0 0,0 1 0,0-1 0,0 0 0,-1 0 0,1 0 0,-3 0 0,-45 13 117,32-10-126,-2 2 19,-31 11-91,50-16 60,-1 0-1,0 0 1,1 1-1,-1-1 1,1 0 0,-1 0-1,1 1 1,0-1-1,0 1 1,-1-1 0,1 1-1,0 0 1,0 0-1,1-1 1,-1 1 0,0 0-1,0 0 1,1 0-1,-1 0 1,1 0 0,0-1-1,0 1 1,-1 3-1,1 4 182,0 0 0,0 1 0,1-1 0,0 0 0,1 0 0,-1 0 0,2-1 0,-1 1 0,1 0 0,1-1 0,7 14 0,-6-11-116,2 0 0,0 0 0,0-1 0,1 0 0,16 17 0,-19-23-47,0 0 0,0 0 0,1-1 0,-1 1 0,1-1 0,0-1-1,0 1 1,0-1 0,1 0 0,-1 0 0,0-1 0,1 1 0,6-1 0,82 4-798,-94-5 211,-7-7-9493,0 1 7557,-2-6-3565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50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16,'0'0'6198,"2"-9"-4998,8-28 198,-9 36-1119,0-1 0,0 1 0,0 0 0,0 0 0,0-1-1,0 1 1,1 0 0,-1 0 0,0 0 0,0 0 0,1 1 0,-1-1 0,1 0 0,-1 1 0,1-1 0,-1 0-1,1 1 1,-1 0 0,1-1 0,0 1 0,-1 0 0,1 0 0,-1 0 0,4 0 0,33 4 3217,-37-4-3396,0 1 0,1 0 0,-1-1 0,0 1 0,0 0 0,1 0 0,-1 0 0,0 0 0,0 0 0,0 0 0,0 0 0,0 0 0,0 1 0,-1-1 0,1 0 0,0 1 0,-1-1 0,1 0 0,0 3 0,9 33 650,-6-22-456,-1 0-153,-6-15-150,3-1-11,0 0-1,0 0 1,-1 0 0,1 1-1,0-1 1,0 0 0,0 0-1,0 0 1,0 1 0,0-1-1,0 0 1,0 0 0,0 0-1,0 0 1,1 1 0,-1-1-1,0 0 1,0 0 0,1 1-1,-1-1 1,1 0 0,-1 0-1,1 1 1,0-2 0,7-4-84,0 0 0,0 1 0,0 0 0,1 0-1,-1 1 1,1 0 0,1 0 0,-1 1 0,0 0 0,16-2 0,-24 5 1785,-1 37 1032,-1-22-2679,2 22-1650,-1-36 1337,0 0 0,0 0 0,0 0 1,1 0-1,-1 0 0,1 0 0,-1 0 0,1 0 1,-1 0-1,1 0 0,0 0 0,-1-1 1,1 1-1,0 0 0,-1 0 0,1-1 0,0 1 1,0 0-1,0-1 0,0 1 0,0-1 1,0 1-1,0-1 0,0 1 0,0-1 0,0 0 1,0 1-1,0-1 0,1 0 0,23 1-6537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52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3890,'2'1'15009,"1"0"-11618,20 10-2641,14 25 179,-24-26-512,-1 2 1,0-1-1,-1 2 0,0-1 0,-1 2 0,13 21 1,-6-11 370,-15-21-716,1-1 0,-1 1-1,0 0 1,0-1-1,-1 1 1,1 0-1,-1 0 1,1 0 0,-1 0-1,0 1 1,0-1-1,0 0 1,0 0 0,-1 1-1,1 4 1,0 0 47,0-1 0,0 1 0,1-1 0,0 1 0,0-1 0,0 0 0,7 11 0,-6-11-86,1 1-1,-1-1 0,-1 0 1,0 1-1,0 0 0,0-1 1,1 15-1,-3 294 1726,-2-306-1697,1-1 0,-1 0 0,-1 0 0,0-1 0,0 1-1,-1 0 1,0-1 0,0 0 0,-1 0 0,0 0 0,0 0 0,-1-1-1,0 0 1,0 0 0,-9 7 0,24-12-1800,20 3-4337,-28-5 5830,-1 0 1,1 0 0,0 0 0,-1 0 0,1 0 0,0 0 0,-1 1 0,1-1-1,-1 0 1,1 0 0,0 1 0,-1-1 0,1 0 0,-1 1 0,1-1 0,-1 1-1,1-1 1,-1 0 0,1 1 0,-1-1 0,1 1 0,-1-1 0,0 1-1,1 0 1,-1-1 0,0 1 0,1-1 0,-1 2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08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2865,'0'0'8287,"9"-5"-6807,29-16-175,-36 20-1110,0-1 0,0 1 0,0 0 0,0 1 0,0-1 0,0 0 0,0 1 1,0-1-1,0 1 0,1 0 0,-1-1 0,0 1 0,0 0 0,0 0 0,3 1 0,-4-1-126,0 1 1,0-1-1,0 1 0,0-1 0,0 1 1,0 0-1,0-1 0,0 1 0,0 0 1,0 0-1,-1 0 0,1-1 1,0 1-1,-1 0 0,1 0 0,0 0 1,-1 0-1,1 0 0,-1 0 0,1 2 1,1 5 84,-1-1 0,0 1 1,-1 0-1,1 0 0,-2-1 1,0 12-1,0-3 540,3 8-308,-1-18-328,-1 0 1,1 0 0,-1 0 0,0 0 0,-1 0-1,1 0 1,-1 0 0,-2 8 0,-2-10-22,4-3 72,9-62 169,-4 52-272,-1 2-25,-1 0-1,1 0 1,0 1-1,1-1 1,0 1-1,0 0 0,0 0 1,1 0-1,-1 1 1,1 0-1,1 0 0,9-8 1,-14 12 52,1 0 1,-1 0-1,1 0 1,0 0-1,-1 1 0,1-1 1,0 0-1,0 1 1,0-1-1,0 1 1,-1 0-1,1-1 1,0 1-1,0 0 0,0 0 1,0 0-1,0 1 1,0-1-1,0 0 1,-1 1-1,1-1 1,0 1-1,0-1 0,0 1 1,-1 0-1,1 0 1,0 0-1,-1 0 1,1 0-1,-1 0 1,1 1-1,-1-1 0,0 0 1,1 1-1,-1-1 1,0 1-1,0-1 1,0 1-1,0 0 0,0-1 1,0 1-1,-1 0 1,1 0-1,0-1 1,-1 1-1,1 3 1,2 8 616,0 1 0,0 0 1,-2 0-1,1 27 0,-2-39-653,1 0-1,-1-1 0,1 1 1,-1-1-1,1 0 0,-1 1 1,1-1-1,0 1 1,0-1-1,0 0 0,0 0 1,0 1-1,2 1 0,4 0-3952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17.972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1 101 1281,'0'0'3543,"20"-3"-2161,62-7 193,82 1 0,679 31 3003,50-3-4602,-823-23 65,0-2 0,-1-4-1,131-72 7380,-200 78-7083,0 3-322,-1 1 1,1-1-1,-1 0 1,1 1-1,0-1 1,-1 1 0,1-1-1,-1 1 1,0-1-1,1 1 1,-1-1-1,1 1 1,-1 0-1,0-1 1,1 1 0,-1 0-1,0 0 1,1-1-1,-1 1 1,0 0-1,1 0 1,-1 0-1,0 0 1,1 0-1,-1 0 1,-1 0 0,-25-1 177,22 1-185,-25-1-12,21-1-24,0 2 1,-1-1 0,1 1 0,-1 1 0,1 0 0,-12 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0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0 3314,'0'0'7486,"-1"10"-3382,-6 49-2883,4-51-1094,-25 93 904,-21 136 1,20-41-1109,23-167 494,2-19-2706,2-39-13101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0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0 1297,'0'0'5866,"0"5"-4892,-2 26 68,0 0 1,-3 0-1,0 0 0,-2-1 1,-13 37-1,-68 147-509,84-199-1117,-4 4-2530,7-19 1591,3-11-4834,9-11 3795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1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60 137 624,'0'0'9973,"9"-14"-9101,29-45-130,-34 54-641,1 0 0,-1 0 0,1 0 0,0 0 0,0 1 0,1 0 1,-1 0-1,1 1 0,0-1 0,0 1 0,0 0 0,0 1 0,1-1 0,-1 1 0,0 1 0,1-1 0,7 0 0,-13 2-93,0-1 0,0 1-1,1 0 1,-1 0 0,0-1-1,1 1 1,-1 0-1,0 0 1,1 0 0,-1 1-1,0-1 1,0 0-1,1 0 1,-1 1 0,0-1-1,0 0 1,1 1 0,-1-1-1,0 1 1,0 0-1,0-1 1,0 1 0,0 0-1,0 0 1,0 0-1,0 0 1,0 0 0,0 0-1,0 0 1,-1 0 0,1 0-1,0 0 1,-1 0-1,2 2 1,-1 3-14,0 0 1,0 0-1,-1 0 0,0 0 0,0 0 1,-1 9-1,0 6 60,1-15-44,-1-1 0,0 1 0,0-1-1,0 1 1,-1-1 0,1 0 0,-1 1 0,-1-1 0,1 0 0,-1 0 0,0-1 0,0 1 0,0 0 0,-1-1 0,1 0 0,-1 0 0,0 0 0,0 0 0,-1-1 0,1 0 0,-1 1 0,-7 3 0,-12 5 68,0-1-1,0-1 1,-39 11-1,33-12 32,28-7 90,0 1 0,1-1 1,-1 0-1,0 0 0,1 1 0,0-1 1,-1 1-1,1-1 0,0 1 0,0 0 1,0 0-1,1-1 0,-1 1 0,1 0 1,-1 0-1,1 0 0,0 0 0,0-1 0,0 1 1,0 0-1,2 3 0,-2 0-134,0 0 0,0 0 0,1 0 0,0 0 0,0-1 0,1 1 0,-1 0 0,1-1 0,1 1 0,5 9 0,5-3 219,1 0 1,0 0-1,1-2 0,0 0 0,0 0 1,1-2-1,1 0 0,23 8 0,-6-1 21,-18-6 1030,-12-4-3482,-9-3-6245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1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6275,'0'0'7249,"0"21"-5321,-1 67-372,0-74-1114,0 0 0,-1-1 0,-1 1 0,0-1 0,-1 0 0,-10 24 0,-3 10 335,3-6-513,-1 13-203,-3-17 121,4-22-2604,13-15 2177,1 0 0,0 0 0,-1 0 0,1 1 0,0-1 0,-1 0 0,1 0 0,0 0 0,-1 0 0,1 0 0,-1 0 0,1 0 0,0 0 0,-1 0 0,1 0 0,-1 0 0,1 0 0,0 0 0,-1 0 0,1 0 0,0 0 0,-1 0 0,1 0 0,-1 0 0,1-1 0,0 1 0,-1 0 0,1 0 0,0 0-1,-1-1 1,1 1 0,0 0 0,0-1 0,-1 1 0,1-1 0,-1-9-4341,1-12 117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2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56 4818,'0'0'11731,"20"-11"-10528,63-30-296,-81 41-876,-1-1-1,0 1 1,0-1-1,0 1 1,0-1 0,0 1-1,1 0 1,-1 0-1,0-1 1,0 1-1,1 0 1,-1 0-1,0 0 1,0 0-1,0 1 1,1-1 0,-1 0-1,0 0 1,0 1-1,0-1 1,1 1-1,-1-1 1,0 1-1,0-1 1,0 1 0,0 0-1,0 0 1,0-1-1,0 1 1,0 0-1,-1 0 1,1 0-1,0 0 1,0 0-1,-1 0 1,1 0 0,-1 0-1,1 0 1,-1 0-1,1 1 1,-1-1-1,1 0 1,-1 0-1,0 0 1,0 2-1,3 4 217,2 3-103,-1 1 1,0-1-1,0 0 1,-1 1-1,-1 0 0,1 0 1,-2 0-1,0 0 1,0 0-1,-1 0 1,0 0-1,-2 15 1,0-22-139,1-1 1,0 0 0,-1 1 0,0-1-1,0 0 1,0 0 0,0 0-1,0 0 1,0 0 0,-1 0-1,0-1 1,1 1 0,-1-1-1,0 0 1,0 1 0,-1-1-1,1-1 1,0 1 0,-4 1-1,-13 6-4,0-1 1,-24 5-1,18-5-83,13-4 72,6-2 11,0 0 1,1 0-1,-1 0 0,1 1 0,0 0 0,-1 0 0,1 0 1,1 1-1,-12 9 0,16-9 58,0-1 0,0 1-1,1 1 1,-1-1 0,1 0 0,0 0 0,0 0-1,0 0 1,2 8 0,-1 3 241,0-9-202,0-1-1,0 0 1,1 0 0,-1 0-1,1 0 1,0 0 0,1 0-1,-1 0 1,1-1 0,0 1-1,0-1 1,1 0 0,-1 0-1,1 0 1,0 0 0,0 0 0,0-1-1,7 5 1,4 2 154,0 0 1,1-1 0,1 0-1,18 7 1,58 9 861,-18-5-451,-74-20-445,13-22-22197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2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2145,'0'0'12275,"10"0"-10501,104-11 1264,134-7-828,-244 18-8473,-9-1 3354,-14 3-2096,5 6 397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2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3954,'0'0'11915,"19"1"-10235,152 3 2226,-37-11-1785,-133 7-2182,-7 0-11272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1505,'0'0'10554,"0"0"-10513,0 0-1,1 0 1,-1 0 0,0 0 0,0 0 0,0-1-1,0 1 1,1 0 0,-1 0 0,0 0 0,0 0-1,0 0 1,1 0 0,-1 0 0,0 0 0,0 0-1,0 1 1,1-1 0,-1 0 0,0 0-1,0 0 1,0 0 0,0 0 0,1 0 0,-1 0-1,0 0 1,0 0 0,0 1 0,0-1 0,1 0-1,-1 0 1,0 0 0,0 0 0,0 1 0,0-1-1,0 0 1,0 0 0,0 0 0,0 0 0,0 1-1,1-1 1,-1 0 0,0 0 0,0 0 0,0 1-1,0-1 1,0 0 0,0 0 0,0 0-1,0 1 1,0-1 0,0 0 0,-1 0 0,1 0-1,0 0 1,0 1 0,0-1 0,0 0 0,0 0-1,0 0 1,0 1 0,1 12 393,1 1 1,-2 0-1,0-1 0,-1 1 0,0 0 1,-1-1-1,-6 26 0,-36 98 789,37-116-1067,-5 16-28,9-24-190,-1 1 0,-1-1 0,0 0 1,-1 0-1,-13 22 0,16-32-309,-10 15-878,8-7-5116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4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1 269 0,'11'-21'1414,"-2"3"-1025,1-3 201,1 0 1,1 0-1,1 1 1,1 1-1,0 0 1,28-27-1,-32 38 194,1 1-1,0-1 1,0 2 0,1 0-1,-1 0 1,1 1 0,20-5-1,-28 8-598,1 1 0,-1 0 0,1 0 0,-1 0 0,1 1 0,0 0-1,-1-1 1,1 2 0,-1-1 0,1 0 0,0 1 0,-1 0 0,1 0 0,-1 1-1,1-1 1,-1 1 0,0 0 0,0 0 0,0 0 0,0 1 0,0-1 0,0 1-1,6 6 1,-1 1-18,0 1-1,-1 0 1,8 14-1,-14-21-171,0 0 0,0-1 0,-1 1 0,1 0 0,-1 0 0,0 0-1,0 0 1,0 0 0,-1 0 0,1 0 0,-1 0 0,0 0 0,0 0 0,-1 7 0,-1-8 4,0 0 1,0-1-1,0 1 0,0-1 1,-1 1-1,1-1 1,0 0-1,-1 0 0,0 0 1,1 0-1,-1-1 0,0 1 1,0-1-1,0 0 1,0 1-1,0-1 0,0-1 1,-7 2-1,-1 2-8,-251 83-570,258-86 603,1 0 0,-1 0 1,0 0-1,1 1 1,-1-1-1,1 1 0,-1 0 1,1 0-1,0 0 1,0 1-1,0-1 0,0 1 1,0-1-1,1 1 1,-1 0-1,1 0 0,0 0 1,0 0-1,0 1 1,0-1-1,0 1 0,1-1 1,-1 1-1,1-1 1,0 1-1,0 0 1,1 0-1,-1-1 0,1 1 1,0 0-1,0 0 1,0 0-1,1 6 0,-1-3 170,0 0-1,0 0 1,1-1-1,0 1 0,0 0 1,0-1-1,1 1 1,0-1-1,0 1 1,1-1-1,0 0 0,0 0 1,0 0-1,1-1 1,0 1-1,0-1 0,0 0 1,1 0-1,-1 0 1,1 0-1,10 6 1,-1 1 243,0-1 1,2 0 0,-1-1 0,1-1 0,0 0 0,1-1-1,0-1 1,20 6 0,-36-13-691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4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1697,'0'0'7910,"14"26"2313,-13 19-6576,1-30-3252,-2 1 0,0 0 0,0 0 0,-1-1 0,-7 30-1,7-30-762,1-13-4182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6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3698,'0'0'11792,"-1"16"-10354,-37 266 2201,37-269-4304,0 11-771,-5-18-7335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6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3490,'0'0'14182,"40"-3"-13189,-19 3-353,6 0-432,13 0-176,1 0-32,0 0-64,-1 0-592,-6 0-1425,0 0-1777,-7 0-2033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8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1056 2 1345,'0'0'5770,"2"-2"-2526,-6 4 974,-129 98-2417,78-56-1447,3 2 0,-49 56 0,-4 25 577,3-4-19,52-71-439,25-27-336,0 0-1,2 2 0,0 1 1,2 1-1,2 0 0,-23 44 1,26-36-68,-111 267 1476,107-243-1073,3 0 0,3 0-1,2 2 1,3-1 0,3 1 0,3 79 0,-13 107 360,3-105-242,5-47-185,-3 64-26,7 1-48,3 107 440,8-217-518,3 0 0,2-1 0,2 0 0,23 52 0,-24-67-83,0-5-44,0-1-1,2 0 1,2-1-1,21 30 1,91 101 463,-100-131-493,2 0 1,0-2-1,2-2 0,1 0 1,1-3-1,1-1 0,50 22 1,-68-36-59,0-2 1,1 1-1,0-2 1,0-1-1,0 0 1,0-1 0,1-1-1,26-2 1,-45-36-10372,-1 19 5040,0-2-2183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5:59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75 1377,'0'0'7208,"4"-12"-5906,9-38 19,-9 38 1301,-3 18-2186,-1 0-1,1 0 0,-1 0 0,0 0 0,0 0 1,-1 0-1,0 0 0,0 0 0,0 0 1,-3 6-1,-25 60 672,16-43-655,2-1-461,-3 7-620,-1 0 1,-33 54 0,37-81-2650,9-17-11423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0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7716,'0'0'8900,"4"21"-7470,1 0-1162,30 121 2047,-30-122-2107,2 0 0,0-1 0,1 0 0,2 0 0,16 26 0,-25-44-207,0 1 1,1-1-1,-1 1 1,0-1-1,0 0 0,1 0 1,-1 1-1,1-1 1,-1 0-1,1 0 1,0-1-1,-1 1 1,1 0-1,0 0 1,0-1-1,-1 1 0,1-1 1,0 0-1,0 1 1,0-1-1,-1 0 1,1 0-1,0 0 1,0 0-1,0-1 1,0 1-1,0 0 1,-1-1-1,1 1 0,0-1 1,0 0-1,1 0 1,2-2 0,-1 1 1,0-1-1,0 0 0,0 0 1,0 0-1,0 0 1,-1-1-1,1 0 1,-1 1-1,4-7 0,38-67 112,59-138-1,-88 158 204,-7 27-426,-9 30-9,0 0-1,0 0 0,0 0 0,0 0 0,0 1 0,0-1 0,0 0 0,1 0 1,-1 0-1,0 0 0,0 0 0,0 0 0,0 0 0,0 0 0,0 0 0,1 0 1,-1 0-1,0 0 0,0 0 0,0 0 0,0 0 0,0 0 0,0 0 0,1 0 1,-1 0-1,0 0 0,0 24-8640,0-14 2167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107 274 7652,'0'0'2441,"-8"20"-571,-7 21 561,2 1 0,-12 65 1,18-54-1540,-8 42-434,12-88-131,-3-3-4303,6-4 3745,-1 0 0,1 0 1,-1 0-1,1-1 1,-1 1-1,1 0 0,-1 0 1,1-1-1,-1 1 0,1 0 1,0-1-1,-1 1 1,1-1-1,0 1 0,-1 0 1,1-1-1,0 1 0,-1-1 1,1 1-1,0-1 1,0 1-1,0-1 0,-1 1 1,1-1-1,0 1 0,0-1 1,0 1-1,0-1 1,0 1-1,0-1 0,0 0 1,-6-86-5640,11-52 4716,-4 106 918,1 2 433,2 0-1,0 0 1,2 1-1,12-35 1,-14 51 216,1 0 0,1 1 0,0 0 1,1 0-1,0 0 0,1 1 0,0 0 1,1 1-1,0 0 0,1 0 1,13-11-1,-21 20-106,1-1 0,0 1 1,0 0-1,1 0 0,-1 0 0,0 0 1,0 0-1,1 1 0,-1 0 0,1 0 0,0 0 1,-1 0-1,1 0 0,0 1 0,-1-1 1,1 1-1,0 0 0,0 0 0,-1 1 1,1-1-1,7 2 0,-8 0-117,-1-1 0,1 1 0,-1 0 0,1 0 0,-1 0 0,0 0 0,1 0 0,-1 1 0,0-1 0,-1 1 0,1-1 0,0 1 0,-1 0 0,1 0 0,-1-1 0,0 1 0,0 0 0,0 0 0,-1 0 0,1 0 0,0 0 0,-1 1 0,0-1 0,0 0-1,-1 6 1,3 20 610,-1-19-455,-1 0-1,0 0 0,0 1 0,-4 17 1,4-27-292,-1 1 1,0-1-1,1 0 1,-1 0 0,0 0-1,0 1 1,0-1-1,0 0 1,0 0-1,0 0 1,0 0 0,0 0-1,-1-1 1,1 1-1,0 0 1,0-1-1,-1 1 1,1 0 0,-1-1-1,1 0 1,0 1-1,-1-1 1,1 0-1,-3 1 1,-40 0-1732,33-2-1334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9764,'0'0'8215,"1"24"-5182,7 101-585,30 158 0,-24-232-2317,-14-50-133,0-1 0,1 1 0,-1-1 0,1 0 1,-1 1-1,1-1 0,-1 1 0,1-1 1,-1 0-1,1 1 0,-1-1 0,1 0 0,-1 0 1,1 1-1,-1-1 0,1 0 0,0 0 1,-1 0-1,1 0 0,-1 0 0,1 0 0,0 0 1,-1 0-1,1 0 0,-1 0 0,1 0 1,0 0-1,-1 0 0,1 0 0,-1-1 0,1 1 1,0 0-1,-1 0 0,1-1 0,-1 1 1,1 0-1,-1-1 0,1 1 0,-1 0 0,0-1 1,1 0-1,6-5-3,-2-1 1,1 0-1,-1 0 1,0 0-1,0-1 0,6-13 1,13-21-7,62-77-113,-48 71 153,-3-2 0,-2-2 0,49-101 0,-80 149 131,-1 0 0,1 0 0,-1 1 0,-1-1 1,1 0-1,0 0 0,-1 0 0,0-5 0,0 9 43,-2 16-2380,-24 28-5165,14-26 1443,-2 3-3791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1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2817,'0'0'14607,"0"28"-10250,-10 108 954,3-66-6178,4 1-6848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4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4066,'0'0'7291,"0"4"-6333,0 17 374,1 5-564,-1-1 1,-1 1 0,-1-1-1,-1 1 1,-1-1-1,-2 0 1,-13 40 0,15-56-941,-27 58 401,5-25-4998,25-41 4246,0 0-1,0 0 0,1 0 1,-1 0-1,-1 0 1,1 0-1,0 0 0,0 0 1,0-1-1,0 1 0,-1 0 1,1-1-1,0 1 1,-3 0-1,-4 0-4081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4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1425,'0'0'13174,"75"-79"-11510,-55 82-639,0 19-273,7 10 17,1 2-289,5 0-304,-6-1-176,14-3-64,-7-5-592,20-12-1697,7-8-2690,14-5-2272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5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0 3490,'0'0'12693,"-11"5"-11431,-16 7-930,2 1 0,0 1 1,0 1-1,2 1 0,0 1 0,0 1 0,2 2 0,0 0 0,2 1 0,-24 31 0,29-33-239,1 0 1,1 1-1,0 0 0,2 1 0,0 0 0,2 1 0,0 0 0,1 0 1,2 1-1,0 0 0,1 0 0,2 0 0,-1 42 0,4-55-139,1-1-1,0 1 1,0-1-1,1 0 1,0 0 0,1 0-1,-1 0 1,2 0-1,-1-1 1,1 0-1,1 0 1,-1 0-1,2 0 1,-1-1-1,1 0 1,0-1 0,0 1-1,0-1 1,1-1-1,0 1 1,11 4-1,-2 0-769,1-2 0,-1 0 0,38 10 0,-33-12-1741,1-1 0,41 2 0,-2-6-4687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6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105 354 4466,'0'0'10997,"-6"25"-8999,-1 5-1628,-11 51 1542,-11 102 0,28-168-1703,1-2-35,-1 0 0,0-1 0,-1 0 0,0 1 0,-1-1 0,0 0 0,-7 15 0,10-27-167,0 0 0,0 1 1,0-1-1,0 0 0,0 0 0,-1 1 0,1-1 0,0 0 1,0 0-1,0 1 0,0-1 0,-1 0 0,1 0 0,0 0 1,0 0-1,0 1 0,-1-1 0,1 0 0,0 0 0,0 0 1,-1 0-1,1 0 0,0 0 0,-1 0 0,1 0 1,0 1-1,0-1 0,-1 0 0,1 0 0,0 0 0,0 0 1,-1 0-1,1-1 0,0 1 0,-1 0 0,1 0 0,0 0 1,0 0-1,-1 0 0,1 0 0,0 0 0,0 0 1,-1-1-1,1 1 0,0 0 0,0 0 0,0 0 0,-1-1 1,1 1-1,0 0 0,0 0 0,0 0 0,0-1 0,-1 1 1,1 0-1,0 0 0,0-1 0,0 1 0,0 0 1,0 0-1,0-1 0,0 1 0,0 0 0,0-1 0,-6-19 10,4-16-261,0-1 0,3 0 0,1 0 0,2 1 0,1-1 0,2 1 0,2 0 0,1 1-1,1 0 1,2 1 0,2 0 0,1 1 0,2 0 0,1 2 0,1 0 0,1 1 0,2 1 0,50-49 0,-59 67 236,-1 0 1,2 1-1,-1 1 1,1 0-1,18-7 0,-27 12 15,1 2-1,0-1 0,0 1 0,1 0 1,-1 0-1,0 1 0,1 0 0,-1 0 1,0 1-1,1 0 0,-1 0 0,1 1 1,-1 0-1,12 3 0,-15-2 17,0 0 1,0 1-1,0-1 1,0 1-1,0 0 0,-1 0 1,0 1-1,1-1 0,-1 1 1,0-1-1,0 1 0,-1 0 1,1 0-1,-1 1 0,0-1 1,0 0-1,-1 1 0,1-1 1,-1 1-1,1 5 0,1 1 97,-1 0-1,0 0 0,-1 1 0,0-1 0,-1 0 0,0 0 0,-4 21 0,2-27-67,1 0-1,-2 1 0,1-1 0,-1 0 1,0 0-1,0 0 0,0 0 0,0-1 1,-1 1-1,0-1 0,0 0 0,0 0 1,-1-1-1,1 1 0,-1-1 0,0 0 0,-6 3 1,-14 7 185,0-1 0,-36 11 1,21-8-133,18-7-69,-36 19 591,56-26-585,-1 0 0,1 1 0,0-1 0,1 1 0,-1-1-1,0 1 1,0 0 0,1 0 0,-1 0 0,1 0 0,0 0 0,-1 0 0,1 0 0,0 0-1,0 1 1,0-1 0,1 0 0,-1 1 0,1-1 0,-1 1 0,1 3 0,-1 22 407,2 1 1,1-1-1,6 29 1,-6-48-308,0 0 0,1 0 0,0 0 0,1-1-1,0 0 1,0 1 0,1-1 0,0-1 0,0 1 0,1-1 0,0 0 0,0 0 0,9 7 0,-13-12-103,6 5 80,0 0 0,0 0 0,1-1 0,0-1-1,0 1 1,0-1 0,12 4 0,-11-6-74,-7-3-93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6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8148,'0'0'11621,"7"1"-11512,6 1 2,-1 0 67,0 0 0,-1 1 0,22 7 0,-31-9-156,1 0 1,-1 0-1,0 0 0,1 0 0,-1 1 0,0-1 0,0 1 0,0-1 0,0 1 1,-1-1-1,1 1 0,0 0 0,-1 0 0,1 0 0,-1 0 0,1 0 0,-1 0 0,0 1 1,0-1-1,0 0 0,0 1 0,-1-1 0,1 1 0,-1-1 0,1 5 0,-1-3 75,0 0 0,0-1-1,-1 1 1,0 0 0,1-1-1,-1 1 1,-1-1 0,1 1-1,0-1 1,-1 0 0,0 1-1,1-1 1,-1 0 0,-1 0-1,1 0 1,0-1 0,-1 1-1,1 0 1,-1-1-1,0 0 1,0 1 0,-5 2-1,4-2 21,3-2-92,0-1 0,0 1 0,0-1 0,0 1 0,1 0-1,-1-1 1,0 1 0,0 0 0,1 0 0,-1 0 0,1-1 0,-1 1 0,0 0 0,1 0-1,0 0 1,-1 0 0,1 0 0,-1 0 0,1 0 0,0 0 0,0 0 0,0 0 0,0 0-1,0 0 1,0 0 0,0 0 0,0 0 0,0 1 0,1-1-4,0 0 0,0 0 1,0 0-1,0 0 0,0 0 1,0-1-1,0 1 0,0 0 0,0-1 1,0 1-1,0-1 0,0 1 1,1-1-1,-1 1 0,0-1 0,0 0 1,1 0-1,-1 0 0,0 0 1,0 0-1,1 0 0,0 0 0,20 0-277,-10 1-744,1 0 0,-1-2 0,0 1 0,0-1 0,0-1 0,0 0 0,0-1 0,0-1 0,0 1 0,15-8 1,12-11-8667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6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3362,'0'0'15223,"95"25"-13959,-55-23-191,14-2-593,-6 0-128,6 0-352,0 0 16,-13 0-16,-1 0-432,-6 0-529,0 0-399,7 0-2258,-7 0-3153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07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56 459 4002,'0'0'14780,"0"25"-12518,0 173 1505,-1-187-3609,0 1 0,0-1-1,-1 1 1,-4 13 0,5-20-142,0-1 1,-1 0 0,1 1-1,-1-1 1,0 0 0,-1 0-1,1 0 1,-1 0 0,1-1-1,-1 1 1,0-1 0,0 1-1,-5 2 1,7-4-25,1-1-67,-1-3 43,0 1 0,0-1-1,0 0 1,1 1 0,-1-1-1,0 0 1,1 1 0,-1-1-1,1 0 1,0 0 0,0 1-1,-1-1 1,1 0-1,0 0 1,0 1 0,1-1-1,-1-2 1,0 1-26,0-33-389,1 0 0,2-1-1,1 1 1,2 0 0,2 1-1,1-1 1,1 2 0,18-40-1,-4 23-704,2 1 1,53-78-1,-65 109 1062,0 0 0,2 1-1,0 1 1,1 1 0,0 0 0,1 1 0,1 1 0,0 1 0,25-13 0,-39 24 142,-1-1 1,1 1-1,0 0 1,0 1-1,0-1 1,0 1 0,0 0-1,0 1 1,0-1-1,7 1 1,-11 0 18,1 0 0,0 1 0,-1-1 0,1 1 0,0-1 0,-1 1 0,1 0 1,-1 0-1,1 0 0,-1 0 0,1 0 0,-1 0 0,0 0 0,0 0 0,1 0 0,-1 1 0,0-1 0,0 0 0,0 1 1,0-1-1,0 1 0,-1-1 0,1 1 0,0-1 0,-1 1 0,1 0 0,-1-1 0,0 1 0,1 0 0,-1-1 0,0 1 1,0 2-1,2 18 634,1-4-286,-1 0 1,-1 1 0,0-1 0,-2 0 0,-4 34-1,4-47-382,-1 0 0,1 0-1,-1-1 1,0 1-1,-1 0 1,1-1 0,-1 1-1,0-1 1,0 0-1,0 0 1,-1 0 0,1 0-1,-1 0 1,0-1-1,0 0 1,0 0 0,-1 0-1,1 0 1,-1 0-1,1-1 1,-1 0-1,0 0 1,0-1 0,0 1-1,-8 1 1,-47 7-111,40-7 253,0 0-1,0 1 0,0 1 0,1 1 1,-22 9-1,36-12-99,1-1-1,-1 1 0,1 0 1,0 0-1,0 0 0,0 1 1,0-1-1,1 1 0,-1 0 1,1 0-1,0 0 0,0 0 1,0 1-1,1-1 0,-1 1 1,1 0-1,0 0 0,1 0 1,-1 0-1,1 0 1,0 0-1,0 0 0,1 0 1,-1 0-1,1 7 0,0 4 147,0 1 0,1-1-1,1 1 1,1-1 0,7 28-1,-8-38-153,1 0 0,-1 0 0,1-1 0,1 1 0,-1-1 0,1 0 0,-1 0 0,2 0 0,-1 0 0,0 0 0,1-1 0,0 0 0,0 0 0,0 0 0,1-1 0,-1 0 0,1 0 1,6 3-1,-9-5-133,0-1 42,-1 1-1,0 0 1,0 0-1,0 0 1,1 0-1,-1 0 1,0 0-1,0 0 1,0 1-1,-1-1 0,1 0 1,0 1-1,0 0 1,-1 0-1,3 2 1,-1 27-7378,-3-30 7042,0-1 0,0 0 0,0 1 0,0-1 0,0 1 0,1-1 0,-1 0 0,0 1 0,0-1 0,0 1 0,0-1 0,0 0 0,0 1 0,1-1-1,-1 0 1,0 1 0,0-1 0,1 1 0,-1-1 0,0 0 0,0 0 0,1 1 0,-1-1 0,0 0 0,1 0 0,-1 1 0,0-1 0,1 0 0,-1 0 0,1 1 0,6-1-8632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0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0 960,'0'0'16984,"0"12"-14516,0-10-2505,0-2 101,0 0-48,0 2-11,0-2 99,0 1-115,0 25 1996,0-23 2129,7 24-2577,13 182 981,-20-143-1474,7-80-3734,-8-18-10777,-5 15 2707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1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51 141 64,'0'0'323,"-7"-19"272,-2-10-314,-21-56 2116,25 78 9161,9 18-5769,0-3-7478,4 2 2361,0 1 0,1-1 0,16 15 0,17 18 810,-17-9-1061,-1 1-1,-2 1 1,-2 0 0,-1 2-1,-1 0 1,-3 1 0,16 59-1,-18-45 74,-2 0 0,-3 1 0,-2 0 0,-3 0-1,-4 75 1,0-113-286,-1-1 0,-1 0 0,0 1 0,-1-1 0,-1 0 0,0 0 0,-13 25 0,-3-5 435,-43 58 1,31-53-644,31-37-328,-3-3-5044,-11-10-1259,3-2-3768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3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0 129 1953,'0'0'5029,"5"3"-4218,8 4-253,1-1 1,-1 0 0,1-2-1,1 1 1,-1-2-1,0 1 1,1-2-1,0 0 1,0-1-1,15-1 1,600 9 1840,0-34-535,-30 0-941,-183 16-867,827-29 43,-618 17 24,170-10-118,99-1-72,3 32-1212,-368 3 390,-142-3 906,99 0 3160,-164 0 6178,-321 0-8693,-8-1-1482,-15 4-6603,11-1 552,-8-2-1722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4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114 149 320,'0'0'11691,"0"7"-11224,0 1-276,1 1 92,-1-1-1,0 1 1,-1-1-1,0 1 1,0-1 0,-1 0-1,0 1 1,-6 14-1,6-19-186,-25 47 1146,-44 61 0,85-164-1402,-4 31 184,1 1 0,2 0 0,-1 1 0,2 1 0,1 0 0,0 0 0,1 2 0,1 0 0,0 1 0,36-24 0,-51 38-8,1-1 0,0 1 0,-1-1 0,1 1 0,0 0 0,0 0 0,0 0 0,0 0 0,0 1 0,0-1 0,0 1 0,0-1 0,0 1 0,0 0 0,5 1 0,-6 0-8,0-1 0,0 1 0,0 0 0,0 0 0,-1 0-1,1 0 1,0 0 0,0 0 0,-1 1 0,1-1 0,0 1 0,-1-1 0,0 1 0,1-1-1,-1 1 1,0 0 0,0 0 0,0 0 0,0 0 0,2 3 0,8 25 103,-6-15-100,0-1-1,1 0 1,15 25 0,-19-35-4,1-1 0,-1-1 1,0 1-1,1 0 0,-1 0 1,1-1-1,0 1 0,0-1 0,0 0 1,0 0-1,0 0 0,1-1 1,-1 1-1,0-1 0,1 1 1,-1-1-1,1 0 0,0-1 1,-1 1-1,1 0 0,4-1 1,-6 0 53,0-1 1,-1 0 0,1 0 0,-1 1 0,1-1 0,-1 0 0,1 0-1,-1 0 1,0 0 0,1-1 0,-1 1 0,0 0 0,0 0 0,0-1 0,0 1-1,0-1 1,0 1 0,1-4 0,17-34 592,-16 32-507,19-44 1141,30-98-1,-46 131-1060,2-16 541,-8 33-765,-6 37-8164,5-23 2201,1-3-1220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5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116 294 9700,'0'0'4093,"-8"24"-873,-57 153 38,31-86-2453,34-91-809,0 0 0,0 0 0,0 0 0,0 0 1,0 0-1,0 0 0,0 0 0,0-1 0,0 1 0,0 0 0,0 0 0,0 0 0,0 0 0,0 0 0,0 0 0,0 0 0,0 0 0,0 0 0,0-1 0,0 1 0,0 0 0,0 0 0,0 0 0,-1 0 0,1 0 0,0 0 0,0 0 1,0 0-1,0 0 0,0 0 0,0 0 0,0 0 0,0 0 0,0 0 0,0-1 0,0 1 0,0 0 0,-1 0 0,1 0 0,0 0 0,0 0 0,0 0 0,0 0 0,0 0 0,0 0 0,0 0 0,0 0 0,0 0 0,-1 0 0,1 0 1,0 0-1,0 0 0,0 0 0,0 0 0,0 0 0,0 1 0,0-1 0,0 0 0,0 0 0,0 0 0,-1 0 0,1 0 0,0 0 0,-2-16-586,0-18-586,3 10 1008,1-1 0,1 1 0,1 0 0,2 0 0,14-41 1,2 10-76,35-65 1,-48 103 197,1 0-1,1 0 0,1 1 1,0 0-1,17-17 0,-24 28 124,1-1 0,0 1 0,1 0 0,-1 1 0,1-1 0,0 1 0,0 1 0,0-1 0,0 1 0,1 1 0,-1-1 0,1 1 0,0 0 0,0 1 0,15-1 0,-22 2-26,1 1 0,-1-1 0,0 1 0,1 0 0,-1-1 0,0 1 0,0 0 0,0 0 0,0 0 0,0 0 0,0 0 0,0 0 0,0 0 0,0 0 0,0 1 0,0-1 0,-1 0 0,1 0 0,0 1 0,-1-1 0,1 1 0,-1-1 0,0 0 0,1 1 0,-1-1 0,0 1 0,0-1 0,0 1 0,0-1 0,0 0 0,0 1 0,-1 1 0,-2 54 1682,3-57-1708,-1 5 110,0 0 0,-1-1-1,0 1 1,0-1-1,0 1 1,-1-1-1,1 0 1,-1 0 0,0 0-1,0 0 1,0 0-1,-1-1 1,1 1-1,-1-1 1,0 0 0,0 0-1,-6 3 1,3-1-278,1-1 1,-1-1 0,-1 1-1,1-1 1,0-1 0,-1 1-1,1-1 1,-1-1 0,0 1-1,-10 0 1,17-20-9429,1 17 8517,0-16-5542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6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46 9236,'0'0'6120,"-4"24"-2385,-12 186 2719,26-80-3414,0-8-2366,-10-121-675,0-1 1,1 1-1,-1-1 1,0 0-1,0 1 1,1-1-1,-1 1 1,0-1-1,1 0 1,-1 0-1,0 1 1,1-1-1,-1 0 1,1 0-1,-1 1 1,0-1-1,1 0 1,-1 0 0,1 0-1,-1 0 1,1 1-1,-1-1 1,1 0-1,-1 0 1,1 0-1,-1 0 1,1 0-1,-1 0 1,0 0-1,1-1 1,-1 1-1,1 0 1,-1 0-1,1 0 1,-1 0-1,1 0 1,-1-1-1,0 1 1,1 0-1,-1 0 1,1-1-1,-1 1 1,0 0-1,1-1 1,-1 1-1,0 0 1,1-1-1,-1 1 1,0-1 0,0 1-1,0 0 1,1-1-1,-1 1 1,0-1-1,46-93-147,-12 20 117,4 2 1,47-68-1,-58 101 238,36-67-1,-60 100 429,-4 9 497,-3 15-2301,4-18 582,-12 8-7422,-17 12 5082,21-10 2043,7-9 428,0 0 0,1 0-1,-1 0 1,0 0 0,0 0 0,1 0-1,-1 0 1,0 0 0,0 0-1,0-1 1,0 1 0,0 0 0,0-1-1,-1 1 1,1 0 0,0-1 0,0 1-1,0-1 1,0 0 0,-1 1 0,1-1-1,0 0 1,-2 0 0,-10 0-3101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6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6435,'0'0'11544,"0"7"-9898,-2 8-1202,0 0 1,-1 0-1,-1 0 0,0 0 1,-1 0-1,0-1 0,-1 0 1,-10 17-1,8-10-845,8-16-3440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6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5555,'0'0'9748,"0"0"-9696,0 0-1,0 0 1,0 1-1,0-1 1,0 0-1,0 0 1,0 0-1,0 0 0,-1 1 1,1-1-1,0 0 1,0 0-1,0 0 1,0 1-1,0-1 1,0 0-1,0 0 1,0 0-1,0 1 1,0-1-1,0 0 1,0 0-1,1 0 1,-1 1-1,0-1 1,0 0-1,0 0 1,0 0-1,0 1 1,0-1-1,0 0 1,0 0-1,1 0 1,-1 0-1,0 0 1,0 1-1,0-1 1,0 0-1,0 0 1,1 0 0,-1 0-1,0 0 1,0 0-1,0 0 1,1 0-1,-1 0 1,0 0-1,0 1 1,0-1-1,1 0 1,-1 0-1,0 0 1,0 0-1,0 0 1,1-1-1,14 4 719,0-1-1,1-1 1,-1 0-1,0-1 1,20-3-1,12 1 267,144-13 825,-133 8-1707,-45 5-805,12 0 1613,-17 1-3962,-1 1-3513,-18 0-1720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7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155 138 8948,'0'0'10946,"-4"17"-9409,2-7-1209,0 1-61,0 0-1,0 0 0,-2-1 0,1 1 0,-1-1 1,-1 0-1,0 0 0,-10 15 0,-20 28 701,24-33-740,-2-1 0,0-1 0,-16 17 1,29-35-228,0 0 0,0 0 0,0 1 0,-1-1 0,1 0 0,0 0 0,0 0 0,0 0 0,0 0 0,0 0 0,0 0 0,0 0 0,0 0 0,0 0 0,0 1 1,0-1-1,-1 0 0,1 0 0,0 0 0,0 0 0,0 0 0,0 0 0,0 0 0,0 0 0,0 0 0,-1 0 0,1 0 0,0 0 0,0 0 0,0 0 0,0 0 1,0 0-1,0 0 0,0 0 0,-1 0 0,1 0 0,0 0 0,0 0 0,0 0 0,0 0 0,0-1 0,0 1 0,0 0 0,0 0 0,-1 0 0,1 0 0,0 0 0,0 0 1,0 0-1,0 0 0,0 0 0,0 0 0,0-1 0,0 1 0,0 0 0,0 0 0,0 0 0,0 0 0,0 0 0,0 0 0,0 0 0,0-1 0,0 1 0,0 0 1,0 0-1,0-14-169,7-21-251,4 12 174,2 0-1,0 1 0,1 0 0,1 1 0,23-23 1,-14 15-144,-13 14 261,0 0-1,2 1 1,0 1-1,0 0 0,1 0 1,1 2-1,0 0 1,20-11-1,-35 21 141,1 1 0,0 0 0,0-1 1,0 1-1,0 0 0,0 0 0,0-1 0,0 1 0,0 0 0,0 0 0,0 0 0,0 0 0,0 0 0,0 0 0,-1 0 1,1 1-1,0-1 0,0 0 0,0 0 0,0 1 0,0-1 0,0 1 0,0-1 0,-1 1 0,1-1 0,0 1 0,0-1 0,0 1 1,-1 0-1,1-1 0,0 1 0,-1 0 0,1 0 0,-1 0 0,1-1 0,-1 1 0,1 0 0,-1 0 0,0 0 0,1 0 0,-1 0 1,0 0-1,0 1 0,8 53 556,-7-33-242,1-11-131,1 8-58,0-2 0,2 1-1,0 0 1,10 24-1,-13-39-110,-1 1-1,1-1 1,-1 0-1,1 0 0,0 0 1,0 0-1,1 0 0,-1-1 1,0 1-1,1-1 0,0 1 1,-1-1-1,1 0 0,0 0 1,0 0-1,0 0 0,1-1 1,-1 1-1,0-1 0,1 0 1,-1 0-1,1 0 1,-1 0-1,1-1 0,-1 1 1,1-1-1,-1 0 0,1 0 1,6-1-1,-2-3 66,-1 0 0,0 0 0,0 0 0,0-1 0,-1 0 0,0 0-1,0-1 1,0 1 0,-1-1 0,1-1 0,6-10 0,7-6 26,28-26 200,-32 35-10,-1 0 1,0-1-1,-1 0 0,0-1 1,-2-1-1,0 0 1,0 0-1,13-33 1,-24 39-1633,-7 17-849,-1 9-3602,4 0-6355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8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136 252 256,'0'0'12152,"-8"19"-8899,-86 266 8336,90-268-11516,2-7-180,0-1 0,0 1 0,-1-1 1,0 0-1,-1 0 0,1 0 0,-7 9 0,11-29-6621,-2-22 4363,0 12 1205,2-3 988,0 0 0,2 0-1,1 0 1,1 0-1,1 1 1,1-1-1,1 2 1,1-1-1,0 1 1,22-33 0,-6 13 758,3 1 1,1 2 0,2 1 0,2 1 0,61-54 0,-72 78 1055,-22 13-1569,0 0-1,1 0 0,-1 0 1,1 0-1,-1 0 0,0 0 1,1 0-1,-1 0 0,0 0 1,1 0-1,-1 0 0,1 0 1,-1 0-1,0 0 0,1 0 1,-1 0-1,0 1 1,1-1-1,-1 0 0,0 0 1,1 0-1,-1 1 0,0-1 1,1 0-1,-1 0 0,0 1 1,1-1-1,-1 0 0,0 1 1,0-1-1,1 4 305,0-1 0,0 1 0,0-1 0,-1 1 0,0-1-1,0 1 1,0 0 0,-1 5 0,1 9-413,-1-5 280,0 1 1,-1-1-1,-1 0 1,0 0-1,-1 0 1,0 0-1,-1-1 1,0 0-1,-1 0 1,0 0-1,-1 0 1,-1-1-1,0-1 1,0 1-1,-1-1 1,-11 11-1,19-20-287,0 0 0,0 0 0,0 0 0,0-1 0,0 1 0,0 0 0,-1 0 0,1-1-1,0 1 1,0 0 0,-1-1 0,1 1 0,0-1 0,0 0 0,-1 1 0,1-1 0,0 0 0,-1 0-1,1 0 1,-1 0 0,1 0 0,0 0 0,-1 0 0,1 0 0,0-1 0,-1 1 0,1 0 0,0-1-1,0 1 1,-1-1 0,1 1 0,0-1 0,0 0 0,0 0 0,0 0 0,-1 1 0,0-2 0,1-1-778,-1 0 0,0 0 0,0 0 0,1 0 1,0 0-1,0 0 0,0 0 0,0-1 1,0 1-1,0 0 0,1 0 0,0-1 0,-1-4 1,1-14-8982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8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5026,'0'0'12643,"0"23"-8433,0 2-3479,13 318 5982,-12-328-6653,4 11 123,-4-25-181,0-1 0,0 1 0,0-1 0,0 1 0,0-1 0,0 0 0,0 0 0,0 1 0,0-1 0,0 0 0,0 0 0,0 0 0,0 0 0,0 0 0,0 0 0,0 0 0,0 0 0,0-1 1,0 1-1,0 0 0,0 0 0,0-1 0,0 1 0,-1-1 0,1 1 0,0-1 0,0 1 0,0-1 0,1-1 0,14-8 35,0-1 1,0-1-1,-1-1 0,0 0 1,-1-1-1,-1 0 1,-1-1-1,16-22 0,6-15 45,35-73-1,-48 86-23,-5 10 683,22-55-1,-61 95-4040,-7 6-2590,2-7-4441,8-9-901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19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32 5651,'0'0'10714,"-1"0"-10647,1 0 0,0-1 0,0 1 0,0 0 0,0-1 0,0 1 0,0 0 0,0-1 1,0 1-1,0 0 0,0-1 0,0 1 0,0 0 0,0-1 0,0 1 0,0 0 0,0-1 0,0 1 0,0 0 0,0 0 0,1-1 1,-1 1-1,0 0 0,0-1 0,0 1 0,0 0 0,1 0 0,-1-1 0,0 1 0,0 0 0,1 0 0,-1 0 0,0-1 0,1 1 1,7-3 245,0 0 1,0 1-1,1 0 0,-1 0 1,0 1-1,1 0 1,16 0-1,-3-1 200,107-3 1858,-133 25-2053,-2-13-236,0 0 1,-1-1 0,0 0-1,0 0 1,-1 0 0,0-1-1,0 0 1,0 0-1,-13 5 1,8-4 89,1 1 1,0 0-1,-15 12 0,26-18-137,-27 27 493,28-28-506,-1 1 0,0 0 0,0-1 0,1 1 0,-1 0 0,0 0 0,1 0 0,-1-1 0,1 1 0,-1 0 0,1 0 0,0 0 0,-1 0 0,1 0-1,0 0 1,-1 0 0,1 0 0,0 0 0,0 0 0,0 0 0,0 0 0,0 0 0,0 0 0,0 0 0,1 0 0,-1 0 0,0 0 0,0 0 0,1 0 0,0 2-1,5-2 38,-1 1-1,1-1 0,-1 0 0,1-1 1,-1 1-1,1-1 0,0 0 0,-1-1 0,8-1 1,5 1 15,8 0 81,-1-1-1,0-2 1,45-12 0,-7-2-2259,-3 1-5570,-45 12 553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2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970 104 256,'0'0'2393,"-7"-7"-1939,1-1-67,-1 0 0,2 0 1,-1-1-1,1 0 0,-8-18 0,3 16 880,10 10-1129,-1 1 1,0-1-1,1 1 0,-1-1 1,1 1-1,-1-1 1,1 1-1,-1-1 1,1 0-1,-1 1 0,1-1 1,-1 0-1,1 1 1,0-1-1,-1 0 1,1 1-1,0-1 0,0 0 1,-1 0-1,1 1 1,0-1-1,0-2 1,-3 6 6107,2 3-2780,5 1-4390,69 78 4950,-51-62-3486,-1 2 1,-1 0 0,21 37 0,-26-37-330,14 24 385,-2 2 0,-2 1 1,26 78-1,-35-79-351,-3 2 0,-1 0 0,-3 0 0,3 97-1,-12-121-165,1 14 138,-2 0-1,-12 78 1,-69 341 818,72-409-947,-19 89 279,-59 173 0,66-247-244,11-32-73,-18 41 1,-18 31 68,23-48 112,-48 83 0,29-79-61,-4-1 1,-2-2-1,-110 102 0,117-120-149,-70 78-21,76-78 0,-2-1 0,-2-2 0,-1-3 0,-49 35 0,57-51 0,20-14 0,0 1 0,0 0 0,1 1 0,1 0 0,0 1 0,-12 13 0,-3-1 0,17-16 0,23-7-2007,27-5-7693,-20-5-587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0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4978,'0'0'11510,"0"-1"-11434,1 1 0,-1 0 0,0 0 0,1 0 1,-1 0-1,1 0 0,-1 0 0,1 0 0,-1 0 0,1 0 1,-1 1-1,0-1 0,1 0 0,-1 0 0,1 0 1,-1 0-1,0 1 0,1-1 0,-1 0 0,1 0 1,-1 1-1,0-1 0,1 0 0,-1 1 0,0-1 1,0 0-1,1 1 0,-1-1 0,0 0 0,0 1 0,1-1 1,-1 1-1,0-1 0,2 12 232,0 0 0,0 1 0,-2-1 0,0 0 0,0 0 0,-1 0 0,0 0 0,-1 0 0,0 0 0,-1 0 0,-1 0 0,-8 20-1,-8 8-397,-1 0 0,-31 43 0,3-4-337,40-66-356,-5 8-1256,10-9-8148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0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4066,'0'0'10690,"16"18"-9516,50 62-139,-57-68-735,0 0 0,-2 0 0,1 1-1,-1 0 1,9 26 0,7 14 217,-16-40-411,-1-2-33,0-1 0,0 0 0,13 16 0,-18-25-66,-1 0 0,1 1 0,1-1 0,-1 0 1,0 0-1,0 0 0,0 0 0,1 0 0,-1 0 1,0 0-1,1 0 0,-1 0 0,1-1 1,-1 1-1,1 0 0,-1-1 0,1 0 0,0 1 1,-1-1-1,1 0 0,-1 0 0,1 0 0,0 0 1,-1 0-1,1 0 0,0 0 0,-1 0 0,1-1 1,-1 1-1,1-1 0,0 1 0,-1-1 1,3-1-1,-1-1 15,-1-1 0,1 1 0,-1-1 0,0 0 0,0 1 0,0-1 0,-1 0 0,1 0 0,1-8 0,3-7 22,89-226 903,-83 214-690,-8 21 42,0 0 0,-1-1-1,0 1 1,0-1-1,-1 0 1,1-14 0,-3 24-211,-7 28-2847,1-1-2193,5-8-2211,1-8 515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0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61 252 8148,'0'0'3038,"-1"21"834,-2 30-208,-19 88 0,13-105-2694,4-19-764,1 1 0,1 0-1,0 0 1,-1 17 0,3-34-1587,1 1 1227,0 0 1,0 0-1,0 0 1,0 0-1,0 0 1,0 0-1,0 0 1,-1 0 0,1 0-1,0 0 1,0 0-1,0 0 1,0 0-1,0 0 1,0 0-1,0 0 1,-1 0 0,1 0-1,0 0 1,0 0-1,0 0 1,0 1-1,-4-19-2664,5-35 252,8-70 1,-5 99 2291,1 0 0,1 1-1,1-1 1,1 1 0,13-27-1,-7 23-9,1 0-1,35-46 0,-40 61 460,0 0 1,1 0-1,1 1 0,0 1 0,0 0 0,1 0 0,16-8 0,-2 10 1668,-27 8-1743,1 0 1,0 0 0,-1 0 0,1 0 0,0 0 0,-1 0 0,1 1 0,-1-1 0,1 0 0,0 1 0,-1-1 0,1 0 0,-1 1 0,1-1-1,-1 0 1,1 1 0,-1-1 0,1 1 0,-1-1 0,0 1 0,1 0 0,-1-1 0,1 2 0,0 2 400,0 0 1,0 1-1,0-1 0,-1 1 1,0-1-1,0 1 0,-1 9 1,1 3-113,0 0 258,0 0-1,-1-1 1,-1 1-1,-7 27 0,8-40-593,0 0 0,0 0 0,-1 0 0,1-1 0,-1 1 0,0 0 0,0-1 0,-1 0 0,1 1 0,-1-1 0,1 0 0,-1 0 0,0-1 0,0 1 0,-1 0 0,1-1 0,0 0 0,-1 0 0,1 0 0,-1 0 0,0 0 0,0-1 0,1 0 1,-1 0-1,-5 1 0,0 0-449,1-1 1,-1-1 0,1 1-1,0-1 1,-11-2 0,18 2 229,1 0-1,-1 0 1,1 0 0,0 0 0,-1-1 0,1 1 0,-1 0-1,1 0 1,0-1 0,-1 1 0,1 0 0,0-1 0,-1 1-1,1 0 1,0-1 0,0 1 0,-1-1 0,1 1 0,0 0-1,0-1 1,0 1 0,0-1 0,0 1 0,-1-1 0,1 1-1,0 0 1,0-1 0,0 1 0,0-1 0,0 1 0,0-1-1,0 1 1,0-1 0,1 1 0,-1-1 0,0-1-666,0-14-5280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1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0 107 7043,'0'0'12838,"4"17"-11237,52 248 3724,-48-232-5146,17 57-33,-13-70-367,-11-19 203,-1-1 0,1 0-1,0 1 1,0-1 0,0 0 0,0 0 0,0 0-1,0 0 1,0 0 0,0 0 0,0 0 0,0 0-1,0 0 1,0 0 0,-1-1 0,1 1 0,0 0-1,0-1 1,0 1 0,0 0 0,0-1 0,-1 1-1,1-1 1,0 0 0,0 1 0,-1-1 0,2-1-1,13-10-46,0-1 0,-1 0 0,-1-1 0,0-1 0,-1 0-1,-1-1 1,0 0 0,13-28 0,-10 15-42,-1-1 0,-2 0 1,-1-1-1,8-44 0,-12 35 526,-1 1 0,-1-54-1,5 115-658,-8-20-21,1 0-1,-1 0 1,0 0 0,0 0-1,0 0 1,0 1-1,0-1 1,-1 0-1,1 0 1,0 5-1,-1 15-4297,0 0-3682,0-8 581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1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2001,'0'0'7827,"4"7"435,-1 6-5116,-6 96 2551,0-54-5943,2 1-4508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2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3506,'-2'2'14534,"-3"8"-11794,6-8-2576,-1 0-1,1 0 1,-1 0-1,1-1 1,-1 1-1,1 0 1,0 0-1,0-1 0,0 1 1,0 0-1,0-1 1,0 1-1,1-1 1,-1 1-1,0-1 1,1 0-1,-1 0 1,1 1-1,-1-1 1,1 0-1,2 1 1,42 19 1098,-35-17-926,72 25 339,1-4-1,159 27 1,-66-18-266,-177-34-407,0 0 0,1 0 0,-1 0 0,0 0 1,1 0-1,-1 0 0,0 0 0,1 0 0,-1 1 0,0-1 1,1 0-1,-1 0 0,0 0 0,1 0 0,-1 0 1,0 1-1,0-1 0,1 0 0,-1 0 0,0 0 0,0 1 1,0-1-1,1 0 0,-1 0 0,0 1 0,0-1 1,0 0-1,1 1 0,-1-1 0,0 0 0,0 0 0,0 1 1,0-1-1,0 0 0,0 1 0,0 0 0,-8 9 197,-19 6 293,-20 3 133,0-3 0,-1-1 0,-84 14 0,-38 10 463,167-39-1207,0 1 1,0 0-1,0 0 0,0 0 1,0 0-1,0 0 1,0 1-1,0-1 0,0 1 1,1 0-1,-1 0 0,1 0 1,-1 0-1,1 0 0,0 0 1,0 1-1,0-1 1,0 1-1,0-1 0,1 1 1,-1 0-1,1 0 0,-1 0 1,1 0-1,0 0 0,0 0 1,1 0-1,-1 0 1,0 0-1,1 0 0,0 5 1,0-8-86,0 1 1,1 0-1,-1-1 1,1 1 0,-1 0-1,0-1 1,1 1-1,-1-1 1,1 1 0,-1-1-1,1 1 1,-1-1-1,1 1 1,0-1-1,-1 1 1,1-1 0,0 0-1,-1 1 1,1-1-1,0 0 1,-1 0 0,1 0-1,0 1 1,0-1-1,-1 0 1,1 0 0,0 0-1,-1 0 1,2 0-1,29 0-4627,-25 0 2876,34 0-7996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3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1 4706,'0'0'12958,"-3"10"-11282,-7 29 361,-2-1 0,-24 53 1,24-68-1696,0 1 0,-26 37 1,-28 2-1984,66-82-12429,6-11 6119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3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 4994,'0'0'15906,"8"24"-14436,-2-3-1186,60 163 2447,-52-152-2241,34 58-1,-47-89-487,0 0-1,0 0 1,0 0 0,0 0-1,0 0 1,0 0 0,0 0 0,0 0-1,0-1 1,0 1 0,1 0-1,-1-1 1,0 1 0,0-1-1,1 0 1,-1 1 0,0-1-1,1 0 1,-1 0 0,0 1-1,1-1 1,-1 0 0,0 0-1,1-1 1,-1 1 0,0 0-1,1 0 1,-1-1 0,0 1 0,1-1-1,-1 1 1,0-1 0,0 1-1,0-1 1,1 0 0,-1 0-1,0 1 1,0-1 0,1-1-1,5-4-64,-1 1-1,0-1 0,0 0 1,8-10-1,-1-2-44,0-1-1,-2 0 0,-1 0 1,0-1-1,-1 0 0,9-32 1,22-130 194,-36 158-49,-1 7 461,-4 21 86,1-1-585,0 0 0,0 0 0,0 0 0,0 0 0,1 0 0,-1-1 0,1 1 0,0 0 0,2 5 0,1-1-268,9 11-4184,-12-17 3652,1-1 0,-1 1 0,0 0 0,1 0-1,-1-1 1,1 1 0,0-1 0,-1 1 0,1-1 0,-1 0 0,1 0 0,0 1 0,-1-1 0,3-1 0,15 1-8705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4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4946,'0'0'9533,"-2"22"-7372,1-11-1853,-22 142 3634,12-94-2359,3 1 1,-1 78 0,8-130-2918,-2 7 3917,1-8-6030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4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 8676,'0'0'11333,"18"6"-9978,58 22-242,-73-26-1038,0-1 1,0 1-1,-1 0 0,1-1 1,-1 1-1,1 1 0,-1-1 1,0 0-1,0 0 0,0 1 1,0-1-1,0 1 0,0 0 1,-1 0-1,1-1 0,-1 1 1,0 0-1,0 0 0,1 4 1,0 2 63,-1 0 0,-1 0-1,1 0 1,-1 0 0,-2 9 0,1 6 66,1-10-123,0-6-44,1 0-1,-2 1 1,1-1 0,-1 0 0,-4 16-1,4-22-29,0 1-1,-1-1 1,1 1-1,-1-1 1,1 1-1,-1-1 1,0 0-1,0 0 0,1 0 1,-2 0-1,1 0 1,0 0-1,0 0 1,-1-1-1,1 1 1,-1-1-1,1 0 1,-1 1-1,1-1 0,-1-1 1,-3 2-1,-5 1 7,-1 0 0,1-1 0,0-1 0,-1 0 0,1 0 0,-1-1 0,1 0 0,-20-4 0,29 3-136,1 1 1,0-1 0,0 0-1,-1 1 1,1-1 0,0 0-1,0 0 1,0 0 0,0 0-1,0 0 1,0 0-1,0 0 1,0 0 0,0 0-1,0-1 1,1 1 0,-1 0-1,0-1 1,1 1 0,-1 0-1,1-1 1,0 1 0,-1 0-1,1-1 1,0 1 0,0-3-1,3-18-5507,10 7-3506,6 6 1860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4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0 204 5410,'0'0'17027,"4"16"-14989,2 16-1321,9 39 1435,35 105 0,-4-55-1816,-45-116-328,-1-4 8,28-20 246,1-18-266,-2 0 0,-2-2 1,34-71-1,40-130 35,-76 179 27,-7 30 70,-13 26 100,-1 0 1,1 0 0,-1 0 0,0-1 0,0 1 0,0 0 0,1-10 0,-3 15-5,0 34-4399,0-21 959,0-4-1866,0-2-3087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35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1 368,'0'0'11384,"4"0"-8815,52 1 3001,-40-2-5018,-1 1-1,1 0 1,-1 1 0,1 1-1,-1 0 1,27 8-1,-40-9-529,-1 0 0,0 0 0,1 1-1,-1-1 1,0 0 0,0 0 0,0 1-1,0-1 1,0 1 0,0-1 0,0 0-1,0 1 1,-1 0 0,1-1 0,-1 1 0,1-1-1,-1 1 1,1 0 0,-1-1 0,0 1-1,0 0 1,0 0 0,0-1 0,0 1-1,0 0 1,-1-1 0,1 3 0,-1 0 49,0 1-1,0-1 1,0 0 0,0 1 0,0-1 0,-1 0 0,0 0-1,0 0 1,-3 4 0,-5 4 190,-1-1 1,-1-1-1,-22 17 1,-25 24 1224,58-51-1466,0 0 0,1 1-1,-1-1 1,0 1 0,1 0 0,-1-1-1,0 1 1,1-1 0,-1 1 0,1 0-1,-1 0 1,1-1 0,-1 1 0,1 0-1,0 0 1,-1-1 0,1 1 0,0 0-1,0 0 1,-1 0 0,1 0 0,0 0-1,0-1 1,0 1 0,0 0 0,0 0 0,0 0-1,0 0 1,1 0 0,-1-1 0,0 1-1,0 0 1,1 0 0,-1 0 0,0-1-1,1 1 1,-1 0 0,1 0 0,-1-1-1,1 1 1,-1 0 0,1-1 0,0 1-1,-1 0 1,1-1 0,0 1 0,-1-1 0,1 1-1,0-1 1,0 0 0,0 1 0,-1-1-1,1 0 1,0 0 0,0 1 0,0-1-1,1 0 1,8 2 5,1 0 0,-1 0 0,20-1 1,-20 0 45,22-1-47,-24-1-21,0 1 1,0 0-1,0 1 0,0-1 1,-1 2-1,15 3 1,-20-5-175,-3 1-188,1 0 0,-1 0-1,1 0 1,-1 0 0,1 0 0,-1 0-1,0 0 1,1-1 0,-1 1 0,0 0-1,0 0 1,1-1 0,-1 1 0,0-1-1,0 1 1,0 0 0,0-1 0,0 0-1,0 1 1,0-1 0,0 0 0,0 1-1,0-1 1,0 0 0,0 0 0,0 0-1,0 0 1,0 0 0,0 0 0,0 0-1,-2 0 1,-23 0-8154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43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131 357 2353,'0'0'6238,"0"-3"-3253,0 5 1286,-2 22-4027,-2 0 0,0 0 0,-2 0-1,0-1 1,-2 0 0,0 0-1,-1-1 1,-2 0 0,0-1 0,-27 38-1,25-45-165,7-14 70,3-31-22,3 30-133,0-24 2,-1 5-8,1 1 0,1-1 0,0 0 0,2 1 0,0 0 0,12-37 0,-3 25-155,2 1 0,2 1 1,0 0-1,2 1 1,1 1-1,2 1 0,31-33 1,-32 40-76,0 0 0,1 2 0,1 0 0,1 2 0,0 0 0,1 2 1,0 0-1,1 2 0,35-11 0,-56 20 250,1 1 0,0-1 0,0 1 1,0 0-1,0 0 0,0 1 0,0-1 0,0 1 1,1 1-1,-1-1 0,0 0 0,0 1 0,0 0 0,5 2 1,-8-1 19,1-1 0,-1 1 0,0 0 0,0-1 0,0 1 0,0 0 0,0 1 0,-1-1 0,1 0 0,0 0 0,-1 1 0,0-1 0,0 1 0,1-1 0,-2 1 0,1-1 0,0 1 1,0 0-1,-1 0 0,1-1 0,-1 1 0,0 0 0,0 0 0,0-1 0,-1 5 0,2 10 116,-1-13-101,1 0-1,-1 0 0,0 0 0,1-1 1,-2 1-1,1 0 0,0 0 0,-1 0 1,0 0-1,0 0 0,0 0 0,0-1 1,-1 1-1,1 0 0,-1-1 0,0 0 1,0 1-1,0-1 0,0 0 1,-1 0-1,-5 5 0,-15 7 330,0-1 0,-1-1 0,-26 10 0,32-16-15,0 1-1,0 1 1,1 1-1,0 0 1,1 1-1,-30 26 1,44-35-268,0 0 1,0 1-1,0-1 1,0 0-1,0 1 1,0-1 0,1 1-1,-1 0 1,1 0-1,0 0 1,0-1-1,0 1 1,0 0 0,0 0-1,1 0 1,-1 1-1,1-1 1,0 0-1,0 0 1,0 0 0,0 0-1,1 0 1,-1 0-1,1 0 1,0 0 0,0 0-1,0 0 1,0 0-1,0 0 1,1-1-1,-1 1 1,1 0 0,0-1-1,-1 1 1,1-1-1,0 0 1,1 1-1,-1-1 1,0 0 0,4 2-1,7 6 481,1 0-1,0 0 1,1-2-1,0 0 1,0 0-1,19 5 1,-17-7-315,-1-2 0,2 0 0,32 4-1,-5-4-6517,-22-3-1661,-9 0 362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43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0 2609,'0'0'21306,"-40"127"-20570,33-109-304,0 0-400,7-7-32,0-2-688,0-4-961,0-3-1312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45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110 404 1713,'0'0'10111,"0"-6"-8071,0 9-878,-3 90 2170,1-62-3091,-3 0 0,-11 44 0,13-63-229,2-4-30,-1 0 0,0 0 1,0 0-1,-1-1 0,0 1 1,0-1-1,0 1 0,-1-1 0,-1 0 1,1-1-1,-1 1 0,0-1 1,0 0-1,-8 7 0,13-13-7,0 0-1,-1 0 1,1 1 0,0-1-1,-1 0 1,1 0-1,0 1 1,-1-1 0,1 0-1,-1 0 1,1 0-1,0 0 1,-1 0-1,1 0 1,-1 1 0,1-1-1,0 0 1,-1 0-1,1 0 1,-1 0 0,1 0-1,0-1 1,-1 1-1,1 0 1,-1 0-1,1 0 1,0 0 0,-1 0-1,1 0 1,0-1-1,-1 1 1,1 0 0,0 0-1,-1-1 1,1 1-1,0 0 1,-1 0 0,1-1-1,0 1 1,0 0-1,-1-1 1,1 0-1,-5-24-300,8-32 201,3 29 25,1 2 1,1-1-1,1 1 1,2 1-1,0-1 1,2 2-1,1 0 0,0 0 1,23-26-1,12-10-452,114-106 0,-121 126 484,2 2 1,59-39-1,-101 76 90,0 0-1,0-1 1,0 1-1,0 0 1,0 0-1,0 0 1,1 1-1,-1-1 1,0 0-1,1 1 1,3-1 0,-5 1 13,-1 0 1,1 1-1,0-1 1,0 0 0,-1 0-1,1 0 1,0 1-1,-1-1 1,1 0 0,0 1-1,-1-1 1,1 1 0,0-1-1,-1 0 1,1 1-1,-1-1 1,1 1 0,-1 0-1,1-1 1,-1 1-1,1-1 1,-1 1 0,1 1-1,0 3 152,1 1 0,-1-1-1,0 0 1,-1 1 0,0-1-1,1 1 1,-2 8-1,0-1-239,1-4 89,0 0 0,-1 0 0,0-1 0,0 1 0,-1-1 0,-1 1 0,1-1 0,-1 0 0,-1 0 0,1 0 0,-1 0 0,-1 0 0,0-1 0,0 0 0,0 0-1,-1 0 1,0-1 0,0 1 0,-12 8 0,-7 2 124,-1-1 1,0-1-1,-1-1 0,-39 13 0,-28 15 201,92-41-263,0 0 0,0 0 0,0 0 0,1 0 0,-1 0 0,0 0 0,0 1 0,1-1 0,-1 1 0,1-1 0,-1 1 0,1-1 0,0 1 0,-1 0 0,1 0 0,0 0-1,0-1 1,0 1 0,1 0 0,-1 0 0,0 0 0,1 0 0,-1 1 0,1-1 0,0 0 0,-1 0 0,1 0 0,0 0 0,1 0 0,-1 0 0,0 1 0,0-1 0,1 0 0,-1 0 0,1 0 0,0 0 0,0 0 0,0 0 0,0 0-1,2 2 1,6 10 455,0-1 1,1 0-1,1-1 0,20 18 0,-4-3 141,-13-11-203,1-2 0,1 1 0,0-2 0,1 0 0,0-1 1,1-1-1,0-1 0,1 0 0,26 9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46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1056,'0'0'15069,"4"-3"-12511,19-2-1415,1 1 0,0 1 1,1 0-1,42 3 0,-65 0-1099,-1 0-40,0 0 0,-1 0-1,1 0 1,0 0 0,-1 1-1,1-1 1,-1 0 0,1 0-1,-1 0 1,1 1 0,-1-1-1,1 0 1,-1 1 0,1-1-1,-1 0 1,1 1 0,-1-1-1,1 1 1,-1-1 0,0 1-1,1-1 1,-1 1 0,0-1-1,1 1 1,-1-1 0,0 1-1,0 0 1,1-1 0,-1 2-1,1 25 45,-2-21-41,0 0 0,0 0 0,0 0 0,-1-1 0,0 1 0,0 0 0,-5 7 0,-5 2 15,-1-1 0,0 0 0,-18 13 0,-26 29 87,57-56-103,-1 0 0,1 0 0,0 1 0,-1-1 0,1 0 0,0 1 0,0-1 0,0 0-1,0 1 1,-1-1 0,1 0 0,0 1 0,0-1 0,0 0 0,0 1 0,0-1 0,0 1 0,0-1 0,0 0 0,0 1 0,0-1 0,0 0 0,0 1 0,0-1-1,0 1 1,0-1 0,0 0 0,0 1 0,1-1 0,-1 0 0,0 1 0,0-1 0,0 0 0,1 1 0,-1-1 0,0 0 0,0 0 0,1 1 0,-1-1-1,0 0 1,0 0 0,1 1 0,-1-1 0,0 0 0,1 0 0,-1 0 0,0 0 0,1 1 0,-1-1 0,1 0 0,-1 0 0,0 0 0,1 0 0,-1 0 0,0 0-1,1 0 1,-1 0 0,1 0 0,-1 0 0,0 0 0,1 0 0,-1 0 0,1-1 0,39 1 706,-27-1-406,241 1 3723,-252 0-4040,-15 0-13611,-1 0 5714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56:57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818 10 592,'0'0'1636,"0"-7"-1516,0 5 3204,0 14-1886,1-7-672,-1 0 1,0 1-1,0-1 0,-1 0 0,0 0 1,-2 10-1,1-12-634,1-1 0,-1 1 1,0-1-1,1 0 0,-1 0 0,0 1 1,0-1-1,-1 0 0,1-1 0,0 1 0,-1 0 1,1-1-1,-1 1 0,-4 1 0,-235 100 1244,90-41-1191,19-11-99,71-29-38,2 3 0,-57 32-1,106-48 801,18-7-408,39-10-239,-13 1-86,544-10 3832,-405 18-2932,-147-1-865,-16-1-45,0 0-1,0 1 1,0 0-1,0 1 1,0-1-1,-1 2 1,1-1-1,0 2 0,-1-1 1,16 7-1,-24-9-64,1 0-1,-1 1 0,0-1 0,0 0 1,1 0-1,-1 0 0,0 1 1,0-1-1,1 0 0,-1 1 0,0-1 1,0 0-1,0 0 0,1 1 1,-1-1-1,0 0 0,0 1 0,0-1 1,0 0-1,0 1 0,0-1 1,0 1-1,0-1 0,0 0 0,0 1 1,0-1-1,0 0 0,0 1 1,0-1-1,0 0 0,0 1 0,0-1 1,0 0-1,0 1 0,-1 0 1,-12 12-2889,-24 9-10561,17-17 4222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EB8F-2225-1B2A-FCF4-83F4C1CFB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066DE-7D42-5855-9D9E-703D94197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82625-6CDD-6587-FD04-1F36CF09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276FD-555C-375B-D06E-AC42FBB4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58BF0-9C37-C558-B6CD-3F600AD1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436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B5A84-2C95-DE13-EF70-FB7273F4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07CEA-3236-5644-A2B0-04269C337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45899-F2E8-D9C0-D2CC-7F3EC1044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459DE-3361-DE8A-8E75-96154DB3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1FFFE-C67D-A090-031C-92D9D6DD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318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1AAB-8D34-8D6C-5CE2-1571B391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8063E-1D9D-6636-6C3F-176079BC2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F5980-CD92-8F9D-A24A-D29962AE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1E6BE-285D-B438-9978-615707C4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32C69-1735-5092-A935-58876C0E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940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C9FD-BA6E-89C0-673D-B8091F1B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FDFCF-6378-F3CE-889A-D19E8F48B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546C5-40FF-DED1-2928-D2211C020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38360-DE03-6D07-8644-811A6C69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FD191-9F55-55CE-5DB4-ABD79026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B8746-1961-615E-1E6F-58D26535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89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0209-DFCC-3FF3-A205-F8D4EB7E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A8D2-FE1A-8DAE-EDFF-D1EB8AFB4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80075-3109-9537-F4D3-6E4536AB2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7AF9E-5FB2-133A-677F-EE871021B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B0305-7163-A176-3E40-339E92CA5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7C35D0-FA3F-180F-F029-2813326A6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1197D-D453-3092-5E7C-00EF564F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3A4F3-C274-DF52-2F3B-AC384B85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660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D0AC-6750-6F15-48D4-09A1330A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6F83F-DE30-2BA5-9821-BEAAD63B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76F6B-B78C-55E8-3C23-36411D38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84B3A-216E-4FE3-846D-1F559EB1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496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73687-7CA5-93AA-EF39-8080BEC58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6E1E5-EAD2-B50D-5752-831AFA0D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3AFB6-457C-EBA2-0C5A-C3AE7859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616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519A-98E5-90C0-817F-C073F02CD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5BDAC-D75B-514C-CDAC-1DA48866D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D8C99-B700-5461-C52B-6332ACD3C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D34B2-3EA3-800B-F395-AE9784E74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1C7AA-9B49-719C-BB4B-6714405A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12DCB-1539-88C9-2351-543A091F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103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F7BA-0FDF-7EAB-3D7E-260A0A07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4D7A2-1600-FCFC-3368-F4B97B297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E9EBB-9593-CC0D-6835-C372CCFBA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FE416-3176-361E-35AE-2FC67625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F8919-1180-3E5C-929F-C590F75D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79BFA-8039-354E-0B88-E4791B97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9083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BE37-8830-5B67-1BA4-28CFC505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A4ABC-2BF1-A52B-F162-91F020BD3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AD156-5A0A-7DB0-236C-945E1632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A8467-E8F7-092C-3A3D-FB7AB9AC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C8B03-09EB-163B-FC81-FEC68D22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9925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536CE-AA7B-4416-DF45-972B6E24D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5A9C3-9F6E-4B96-A11E-7706CD458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0C9C4-A084-82D1-580C-8C51C95E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28B31-D86B-5DD1-7B7A-BFCDE155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7EE47-46CD-4809-6BB2-ECB7CFB2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727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C1A49-F5BE-B90A-12A7-A0B28845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DDB1-C4A4-D300-6E6A-FDF7CE552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B8B8C-789F-3CE3-71E6-17ED88214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1D9C0-8845-4658-8896-99DC09CEB253}" type="datetimeFigureOut">
              <a:rPr lang="en-ZA" smtClean="0"/>
              <a:t>2026/03/25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D028A-5156-8EC1-6329-5EEB2C7C5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E88-2FBF-6667-C79F-8F7B8FB91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6DDAD-070A-4672-A8D0-E03BED2E9E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238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.png"/><Relationship Id="rId21" Type="http://schemas.openxmlformats.org/officeDocument/2006/relationships/image" Target="../media/image12.png"/><Relationship Id="rId42" Type="http://schemas.openxmlformats.org/officeDocument/2006/relationships/customXml" Target="../ink/ink21.xml"/><Relationship Id="rId63" Type="http://schemas.openxmlformats.org/officeDocument/2006/relationships/image" Target="../media/image33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5.png"/><Relationship Id="rId11" Type="http://schemas.openxmlformats.org/officeDocument/2006/relationships/image" Target="../media/image7.png"/><Relationship Id="rId32" Type="http://schemas.openxmlformats.org/officeDocument/2006/relationships/customXml" Target="../ink/ink16.xml"/><Relationship Id="rId53" Type="http://schemas.openxmlformats.org/officeDocument/2006/relationships/image" Target="../media/image28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6.png"/><Relationship Id="rId5" Type="http://schemas.openxmlformats.org/officeDocument/2006/relationships/image" Target="../media/image4.png"/><Relationship Id="rId95" Type="http://schemas.openxmlformats.org/officeDocument/2006/relationships/image" Target="../media/image49.png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43" Type="http://schemas.openxmlformats.org/officeDocument/2006/relationships/image" Target="../media/image23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6.png"/><Relationship Id="rId113" Type="http://schemas.openxmlformats.org/officeDocument/2006/relationships/image" Target="../media/image58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71.png"/><Relationship Id="rId80" Type="http://schemas.openxmlformats.org/officeDocument/2006/relationships/customXml" Target="../ink/ink40.xml"/><Relationship Id="rId85" Type="http://schemas.openxmlformats.org/officeDocument/2006/relationships/image" Target="../media/image44.png"/><Relationship Id="rId150" Type="http://schemas.openxmlformats.org/officeDocument/2006/relationships/customXml" Target="../ink/ink75.xml"/><Relationship Id="rId155" Type="http://schemas.openxmlformats.org/officeDocument/2006/relationships/image" Target="../media/image79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59" Type="http://schemas.openxmlformats.org/officeDocument/2006/relationships/image" Target="../media/image31.png"/><Relationship Id="rId103" Type="http://schemas.openxmlformats.org/officeDocument/2006/relationships/image" Target="../media/image53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6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9.png"/><Relationship Id="rId91" Type="http://schemas.openxmlformats.org/officeDocument/2006/relationships/image" Target="../media/image4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49" Type="http://schemas.openxmlformats.org/officeDocument/2006/relationships/image" Target="../media/image26.png"/><Relationship Id="rId114" Type="http://schemas.openxmlformats.org/officeDocument/2006/relationships/customXml" Target="../ink/ink57.xml"/><Relationship Id="rId119" Type="http://schemas.openxmlformats.org/officeDocument/2006/relationships/image" Target="../media/image61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4.png"/><Relationship Id="rId81" Type="http://schemas.openxmlformats.org/officeDocument/2006/relationships/image" Target="../media/image4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9.png"/><Relationship Id="rId151" Type="http://schemas.openxmlformats.org/officeDocument/2006/relationships/image" Target="../media/image77.png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image" Target="../media/image21.png"/><Relationship Id="rId109" Type="http://schemas.openxmlformats.org/officeDocument/2006/relationships/image" Target="../media/image56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9.png"/><Relationship Id="rId76" Type="http://schemas.openxmlformats.org/officeDocument/2006/relationships/customXml" Target="../ink/ink38.xml"/><Relationship Id="rId97" Type="http://schemas.openxmlformats.org/officeDocument/2006/relationships/image" Target="../media/image50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4.png"/><Relationship Id="rId141" Type="http://schemas.openxmlformats.org/officeDocument/2006/relationships/image" Target="../media/image72.png"/><Relationship Id="rId146" Type="http://schemas.openxmlformats.org/officeDocument/2006/relationships/customXml" Target="../ink/ink73.xml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6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4.png"/><Relationship Id="rId66" Type="http://schemas.openxmlformats.org/officeDocument/2006/relationships/customXml" Target="../ink/ink33.xml"/><Relationship Id="rId87" Type="http://schemas.openxmlformats.org/officeDocument/2006/relationships/image" Target="../media/image45.png"/><Relationship Id="rId110" Type="http://schemas.openxmlformats.org/officeDocument/2006/relationships/customXml" Target="../ink/ink55.xml"/><Relationship Id="rId115" Type="http://schemas.openxmlformats.org/officeDocument/2006/relationships/image" Target="../media/image59.png"/><Relationship Id="rId131" Type="http://schemas.openxmlformats.org/officeDocument/2006/relationships/image" Target="../media/image67.png"/><Relationship Id="rId136" Type="http://schemas.openxmlformats.org/officeDocument/2006/relationships/customXml" Target="../ink/ink68.xml"/><Relationship Id="rId61" Type="http://schemas.openxmlformats.org/officeDocument/2006/relationships/image" Target="../media/image32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56" Type="http://schemas.openxmlformats.org/officeDocument/2006/relationships/customXml" Target="../ink/ink28.xml"/><Relationship Id="rId77" Type="http://schemas.openxmlformats.org/officeDocument/2006/relationships/image" Target="../media/image40.png"/><Relationship Id="rId100" Type="http://schemas.openxmlformats.org/officeDocument/2006/relationships/customXml" Target="../ink/ink50.xml"/><Relationship Id="rId105" Type="http://schemas.openxmlformats.org/officeDocument/2006/relationships/image" Target="../media/image54.png"/><Relationship Id="rId126" Type="http://schemas.openxmlformats.org/officeDocument/2006/relationships/customXml" Target="../ink/ink63.xml"/><Relationship Id="rId147" Type="http://schemas.openxmlformats.org/officeDocument/2006/relationships/image" Target="../media/image75.png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72" Type="http://schemas.openxmlformats.org/officeDocument/2006/relationships/customXml" Target="../ink/ink36.xml"/><Relationship Id="rId93" Type="http://schemas.openxmlformats.org/officeDocument/2006/relationships/image" Target="../media/image48.png"/><Relationship Id="rId98" Type="http://schemas.openxmlformats.org/officeDocument/2006/relationships/customXml" Target="../ink/ink49.xml"/><Relationship Id="rId121" Type="http://schemas.openxmlformats.org/officeDocument/2006/relationships/image" Target="../media/image62.png"/><Relationship Id="rId142" Type="http://schemas.openxmlformats.org/officeDocument/2006/relationships/customXml" Target="../ink/ink71.xml"/><Relationship Id="rId3" Type="http://schemas.openxmlformats.org/officeDocument/2006/relationships/image" Target="../media/image3.png"/><Relationship Id="rId25" Type="http://schemas.openxmlformats.org/officeDocument/2006/relationships/image" Target="../media/image14.png"/><Relationship Id="rId46" Type="http://schemas.openxmlformats.org/officeDocument/2006/relationships/customXml" Target="../ink/ink23.xml"/><Relationship Id="rId67" Type="http://schemas.openxmlformats.org/officeDocument/2006/relationships/image" Target="../media/image35.png"/><Relationship Id="rId116" Type="http://schemas.openxmlformats.org/officeDocument/2006/relationships/customXml" Target="../ink/ink58.xml"/><Relationship Id="rId137" Type="http://schemas.openxmlformats.org/officeDocument/2006/relationships/image" Target="../media/image70.png"/><Relationship Id="rId20" Type="http://schemas.openxmlformats.org/officeDocument/2006/relationships/customXml" Target="../ink/ink10.xml"/><Relationship Id="rId41" Type="http://schemas.openxmlformats.org/officeDocument/2006/relationships/image" Target="../media/image22.png"/><Relationship Id="rId62" Type="http://schemas.openxmlformats.org/officeDocument/2006/relationships/customXml" Target="../ink/ink31.xml"/><Relationship Id="rId83" Type="http://schemas.openxmlformats.org/officeDocument/2006/relationships/image" Target="../media/image43.png"/><Relationship Id="rId88" Type="http://schemas.openxmlformats.org/officeDocument/2006/relationships/customXml" Target="../ink/ink44.xml"/><Relationship Id="rId111" Type="http://schemas.openxmlformats.org/officeDocument/2006/relationships/image" Target="../media/image57.png"/><Relationship Id="rId132" Type="http://schemas.openxmlformats.org/officeDocument/2006/relationships/customXml" Target="../ink/ink66.xml"/><Relationship Id="rId153" Type="http://schemas.openxmlformats.org/officeDocument/2006/relationships/image" Target="../media/image78.png"/><Relationship Id="rId15" Type="http://schemas.openxmlformats.org/officeDocument/2006/relationships/image" Target="../media/image9.png"/><Relationship Id="rId36" Type="http://schemas.openxmlformats.org/officeDocument/2006/relationships/customXml" Target="../ink/ink18.xml"/><Relationship Id="rId57" Type="http://schemas.openxmlformats.org/officeDocument/2006/relationships/image" Target="../media/image30.png"/><Relationship Id="rId106" Type="http://schemas.openxmlformats.org/officeDocument/2006/relationships/customXml" Target="../ink/ink53.xml"/><Relationship Id="rId127" Type="http://schemas.openxmlformats.org/officeDocument/2006/relationships/image" Target="../media/image65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52" Type="http://schemas.openxmlformats.org/officeDocument/2006/relationships/customXml" Target="../ink/ink26.xml"/><Relationship Id="rId73" Type="http://schemas.openxmlformats.org/officeDocument/2006/relationships/image" Target="../media/image38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122" Type="http://schemas.openxmlformats.org/officeDocument/2006/relationships/customXml" Target="../ink/ink61.xml"/><Relationship Id="rId143" Type="http://schemas.openxmlformats.org/officeDocument/2006/relationships/image" Target="../media/image73.png"/><Relationship Id="rId148" Type="http://schemas.openxmlformats.org/officeDocument/2006/relationships/customXml" Target="../ink/ink74.xml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26" Type="http://schemas.openxmlformats.org/officeDocument/2006/relationships/customXml" Target="../ink/ink13.xml"/><Relationship Id="rId47" Type="http://schemas.openxmlformats.org/officeDocument/2006/relationships/image" Target="../media/image25.png"/><Relationship Id="rId68" Type="http://schemas.openxmlformats.org/officeDocument/2006/relationships/customXml" Target="../ink/ink34.xml"/><Relationship Id="rId89" Type="http://schemas.openxmlformats.org/officeDocument/2006/relationships/image" Target="../media/image46.png"/><Relationship Id="rId112" Type="http://schemas.openxmlformats.org/officeDocument/2006/relationships/customXml" Target="../ink/ink56.xml"/><Relationship Id="rId133" Type="http://schemas.openxmlformats.org/officeDocument/2006/relationships/image" Target="../media/image68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20.png"/><Relationship Id="rId58" Type="http://schemas.openxmlformats.org/officeDocument/2006/relationships/customXml" Target="../ink/ink29.xml"/><Relationship Id="rId79" Type="http://schemas.openxmlformats.org/officeDocument/2006/relationships/image" Target="../media/image41.png"/><Relationship Id="rId102" Type="http://schemas.openxmlformats.org/officeDocument/2006/relationships/customXml" Target="../ink/ink51.xml"/><Relationship Id="rId123" Type="http://schemas.openxmlformats.org/officeDocument/2006/relationships/image" Target="../media/image63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6.png"/><Relationship Id="rId21" Type="http://schemas.openxmlformats.org/officeDocument/2006/relationships/image" Target="../media/image89.png"/><Relationship Id="rId324" Type="http://schemas.openxmlformats.org/officeDocument/2006/relationships/image" Target="../media/image239.png"/><Relationship Id="rId531" Type="http://schemas.openxmlformats.org/officeDocument/2006/relationships/customXml" Target="../ink/ink343.xml"/><Relationship Id="rId170" Type="http://schemas.openxmlformats.org/officeDocument/2006/relationships/customXml" Target="../ink/ink162.xml"/><Relationship Id="rId268" Type="http://schemas.openxmlformats.org/officeDocument/2006/relationships/image" Target="../media/image211.png"/><Relationship Id="rId475" Type="http://schemas.openxmlformats.org/officeDocument/2006/relationships/customXml" Target="../ink/ink315.xml"/><Relationship Id="rId32" Type="http://schemas.openxmlformats.org/officeDocument/2006/relationships/customXml" Target="../ink/ink93.xml"/><Relationship Id="rId128" Type="http://schemas.openxmlformats.org/officeDocument/2006/relationships/customXml" Target="../ink/ink141.xml"/><Relationship Id="rId335" Type="http://schemas.openxmlformats.org/officeDocument/2006/relationships/customXml" Target="../ink/ink245.xml"/><Relationship Id="rId542" Type="http://schemas.openxmlformats.org/officeDocument/2006/relationships/image" Target="../media/image348.png"/><Relationship Id="rId181" Type="http://schemas.openxmlformats.org/officeDocument/2006/relationships/customXml" Target="../ink/ink168.xml"/><Relationship Id="rId402" Type="http://schemas.openxmlformats.org/officeDocument/2006/relationships/image" Target="../media/image278.png"/><Relationship Id="rId279" Type="http://schemas.openxmlformats.org/officeDocument/2006/relationships/customXml" Target="../ink/ink217.xml"/><Relationship Id="rId486" Type="http://schemas.openxmlformats.org/officeDocument/2006/relationships/image" Target="../media/image320.png"/><Relationship Id="rId43" Type="http://schemas.openxmlformats.org/officeDocument/2006/relationships/image" Target="../media/image99.png"/><Relationship Id="rId139" Type="http://schemas.openxmlformats.org/officeDocument/2006/relationships/image" Target="../media/image147.png"/><Relationship Id="rId346" Type="http://schemas.openxmlformats.org/officeDocument/2006/relationships/image" Target="../media/image250.png"/><Relationship Id="rId553" Type="http://schemas.openxmlformats.org/officeDocument/2006/relationships/customXml" Target="../ink/ink354.xml"/><Relationship Id="rId192" Type="http://schemas.openxmlformats.org/officeDocument/2006/relationships/image" Target="../media/image173.png"/><Relationship Id="rId206" Type="http://schemas.openxmlformats.org/officeDocument/2006/relationships/image" Target="../media/image180.png"/><Relationship Id="rId413" Type="http://schemas.openxmlformats.org/officeDocument/2006/relationships/customXml" Target="../ink/ink284.xml"/><Relationship Id="rId497" Type="http://schemas.openxmlformats.org/officeDocument/2006/relationships/customXml" Target="../ink/ink326.xml"/><Relationship Id="rId357" Type="http://schemas.openxmlformats.org/officeDocument/2006/relationships/customXml" Target="../ink/ink256.xml"/><Relationship Id="rId54" Type="http://schemas.openxmlformats.org/officeDocument/2006/relationships/customXml" Target="../ink/ink104.xml"/><Relationship Id="rId217" Type="http://schemas.openxmlformats.org/officeDocument/2006/relationships/customXml" Target="../ink/ink186.xml"/><Relationship Id="rId564" Type="http://schemas.openxmlformats.org/officeDocument/2006/relationships/customXml" Target="../ink/ink360.xml"/><Relationship Id="rId424" Type="http://schemas.openxmlformats.org/officeDocument/2006/relationships/image" Target="../media/image289.png"/><Relationship Id="rId270" Type="http://schemas.openxmlformats.org/officeDocument/2006/relationships/image" Target="../media/image212.png"/><Relationship Id="rId65" Type="http://schemas.openxmlformats.org/officeDocument/2006/relationships/image" Target="../media/image110.png"/><Relationship Id="rId130" Type="http://schemas.openxmlformats.org/officeDocument/2006/relationships/customXml" Target="../ink/ink142.xml"/><Relationship Id="rId368" Type="http://schemas.openxmlformats.org/officeDocument/2006/relationships/image" Target="../media/image261.png"/><Relationship Id="rId575" Type="http://schemas.openxmlformats.org/officeDocument/2006/relationships/image" Target="../media/image364.png"/><Relationship Id="rId228" Type="http://schemas.openxmlformats.org/officeDocument/2006/relationships/image" Target="../media/image191.png"/><Relationship Id="rId435" Type="http://schemas.openxmlformats.org/officeDocument/2006/relationships/customXml" Target="../ink/ink295.xml"/><Relationship Id="rId281" Type="http://schemas.openxmlformats.org/officeDocument/2006/relationships/customXml" Target="../ink/ink218.xml"/><Relationship Id="rId502" Type="http://schemas.openxmlformats.org/officeDocument/2006/relationships/image" Target="../media/image328.png"/><Relationship Id="rId76" Type="http://schemas.openxmlformats.org/officeDocument/2006/relationships/customXml" Target="../ink/ink115.xml"/><Relationship Id="rId141" Type="http://schemas.openxmlformats.org/officeDocument/2006/relationships/image" Target="../media/image148.png"/><Relationship Id="rId379" Type="http://schemas.openxmlformats.org/officeDocument/2006/relationships/customXml" Target="../ink/ink267.xml"/><Relationship Id="rId586" Type="http://schemas.openxmlformats.org/officeDocument/2006/relationships/customXml" Target="../ink/ink371.xml"/><Relationship Id="rId7" Type="http://schemas.openxmlformats.org/officeDocument/2006/relationships/image" Target="../media/image82.png"/><Relationship Id="rId239" Type="http://schemas.openxmlformats.org/officeDocument/2006/relationships/customXml" Target="../ink/ink197.xml"/><Relationship Id="rId446" Type="http://schemas.openxmlformats.org/officeDocument/2006/relationships/image" Target="../media/image300.png"/><Relationship Id="rId292" Type="http://schemas.openxmlformats.org/officeDocument/2006/relationships/image" Target="../media/image223.png"/><Relationship Id="rId306" Type="http://schemas.openxmlformats.org/officeDocument/2006/relationships/image" Target="../media/image230.png"/><Relationship Id="rId87" Type="http://schemas.openxmlformats.org/officeDocument/2006/relationships/image" Target="../media/image121.png"/><Relationship Id="rId513" Type="http://schemas.openxmlformats.org/officeDocument/2006/relationships/customXml" Target="../ink/ink334.xml"/><Relationship Id="rId597" Type="http://schemas.openxmlformats.org/officeDocument/2006/relationships/image" Target="../media/image375.png"/><Relationship Id="rId152" Type="http://schemas.openxmlformats.org/officeDocument/2006/relationships/customXml" Target="../ink/ink153.xml"/><Relationship Id="rId457" Type="http://schemas.openxmlformats.org/officeDocument/2006/relationships/customXml" Target="../ink/ink306.xml"/><Relationship Id="rId14" Type="http://schemas.openxmlformats.org/officeDocument/2006/relationships/customXml" Target="../ink/ink84.xml"/><Relationship Id="rId317" Type="http://schemas.openxmlformats.org/officeDocument/2006/relationships/customXml" Target="../ink/ink236.xml"/><Relationship Id="rId524" Type="http://schemas.openxmlformats.org/officeDocument/2006/relationships/image" Target="../media/image339.png"/><Relationship Id="rId98" Type="http://schemas.openxmlformats.org/officeDocument/2006/relationships/customXml" Target="../ink/ink126.xml"/><Relationship Id="rId121" Type="http://schemas.openxmlformats.org/officeDocument/2006/relationships/image" Target="../media/image138.png"/><Relationship Id="rId163" Type="http://schemas.openxmlformats.org/officeDocument/2006/relationships/image" Target="../media/image159.png"/><Relationship Id="rId219" Type="http://schemas.openxmlformats.org/officeDocument/2006/relationships/customXml" Target="../ink/ink187.xml"/><Relationship Id="rId370" Type="http://schemas.openxmlformats.org/officeDocument/2006/relationships/image" Target="../media/image262.png"/><Relationship Id="rId426" Type="http://schemas.openxmlformats.org/officeDocument/2006/relationships/image" Target="../media/image290.png"/><Relationship Id="rId230" Type="http://schemas.openxmlformats.org/officeDocument/2006/relationships/image" Target="../media/image192.png"/><Relationship Id="rId468" Type="http://schemas.openxmlformats.org/officeDocument/2006/relationships/image" Target="../media/image311.png"/><Relationship Id="rId25" Type="http://schemas.openxmlformats.org/officeDocument/2006/relationships/image" Target="../media/image91.png"/><Relationship Id="rId67" Type="http://schemas.openxmlformats.org/officeDocument/2006/relationships/image" Target="../media/image111.png"/><Relationship Id="rId272" Type="http://schemas.openxmlformats.org/officeDocument/2006/relationships/image" Target="../media/image213.png"/><Relationship Id="rId328" Type="http://schemas.openxmlformats.org/officeDocument/2006/relationships/image" Target="../media/image241.png"/><Relationship Id="rId535" Type="http://schemas.openxmlformats.org/officeDocument/2006/relationships/customXml" Target="../ink/ink345.xml"/><Relationship Id="rId577" Type="http://schemas.openxmlformats.org/officeDocument/2006/relationships/image" Target="../media/image365.png"/><Relationship Id="rId132" Type="http://schemas.openxmlformats.org/officeDocument/2006/relationships/customXml" Target="../ink/ink143.xml"/><Relationship Id="rId174" Type="http://schemas.openxmlformats.org/officeDocument/2006/relationships/image" Target="../media/image164.png"/><Relationship Id="rId381" Type="http://schemas.openxmlformats.org/officeDocument/2006/relationships/customXml" Target="../ink/ink268.xml"/><Relationship Id="rId602" Type="http://schemas.openxmlformats.org/officeDocument/2006/relationships/customXml" Target="../ink/ink379.xml"/><Relationship Id="rId241" Type="http://schemas.openxmlformats.org/officeDocument/2006/relationships/customXml" Target="../ink/ink198.xml"/><Relationship Id="rId437" Type="http://schemas.openxmlformats.org/officeDocument/2006/relationships/customXml" Target="../ink/ink296.xml"/><Relationship Id="rId479" Type="http://schemas.openxmlformats.org/officeDocument/2006/relationships/customXml" Target="../ink/ink317.xml"/><Relationship Id="rId36" Type="http://schemas.openxmlformats.org/officeDocument/2006/relationships/customXml" Target="../ink/ink95.xml"/><Relationship Id="rId283" Type="http://schemas.openxmlformats.org/officeDocument/2006/relationships/customXml" Target="../ink/ink219.xml"/><Relationship Id="rId339" Type="http://schemas.openxmlformats.org/officeDocument/2006/relationships/customXml" Target="../ink/ink247.xml"/><Relationship Id="rId490" Type="http://schemas.openxmlformats.org/officeDocument/2006/relationships/image" Target="../media/image322.png"/><Relationship Id="rId504" Type="http://schemas.openxmlformats.org/officeDocument/2006/relationships/image" Target="../media/image329.png"/><Relationship Id="rId546" Type="http://schemas.openxmlformats.org/officeDocument/2006/relationships/image" Target="../media/image350.png"/><Relationship Id="rId78" Type="http://schemas.openxmlformats.org/officeDocument/2006/relationships/customXml" Target="../ink/ink116.xml"/><Relationship Id="rId101" Type="http://schemas.openxmlformats.org/officeDocument/2006/relationships/image" Target="../media/image128.png"/><Relationship Id="rId143" Type="http://schemas.openxmlformats.org/officeDocument/2006/relationships/image" Target="../media/image149.png"/><Relationship Id="rId185" Type="http://schemas.openxmlformats.org/officeDocument/2006/relationships/customXml" Target="../ink/ink170.xml"/><Relationship Id="rId350" Type="http://schemas.openxmlformats.org/officeDocument/2006/relationships/image" Target="../media/image252.png"/><Relationship Id="rId406" Type="http://schemas.openxmlformats.org/officeDocument/2006/relationships/image" Target="../media/image280.png"/><Relationship Id="rId588" Type="http://schemas.openxmlformats.org/officeDocument/2006/relationships/customXml" Target="../ink/ink372.xml"/><Relationship Id="rId9" Type="http://schemas.openxmlformats.org/officeDocument/2006/relationships/image" Target="../media/image83.png"/><Relationship Id="rId210" Type="http://schemas.openxmlformats.org/officeDocument/2006/relationships/image" Target="../media/image182.png"/><Relationship Id="rId392" Type="http://schemas.openxmlformats.org/officeDocument/2006/relationships/image" Target="../media/image273.png"/><Relationship Id="rId448" Type="http://schemas.openxmlformats.org/officeDocument/2006/relationships/image" Target="../media/image301.png"/><Relationship Id="rId252" Type="http://schemas.openxmlformats.org/officeDocument/2006/relationships/image" Target="../media/image203.png"/><Relationship Id="rId294" Type="http://schemas.openxmlformats.org/officeDocument/2006/relationships/image" Target="../media/image224.png"/><Relationship Id="rId308" Type="http://schemas.openxmlformats.org/officeDocument/2006/relationships/image" Target="../media/image231.png"/><Relationship Id="rId515" Type="http://schemas.openxmlformats.org/officeDocument/2006/relationships/customXml" Target="../ink/ink335.xml"/><Relationship Id="rId47" Type="http://schemas.openxmlformats.org/officeDocument/2006/relationships/image" Target="../media/image101.png"/><Relationship Id="rId89" Type="http://schemas.openxmlformats.org/officeDocument/2006/relationships/image" Target="../media/image122.png"/><Relationship Id="rId112" Type="http://schemas.openxmlformats.org/officeDocument/2006/relationships/customXml" Target="../ink/ink133.xml"/><Relationship Id="rId154" Type="http://schemas.openxmlformats.org/officeDocument/2006/relationships/customXml" Target="../ink/ink154.xml"/><Relationship Id="rId361" Type="http://schemas.openxmlformats.org/officeDocument/2006/relationships/customXml" Target="../ink/ink258.xml"/><Relationship Id="rId557" Type="http://schemas.openxmlformats.org/officeDocument/2006/relationships/customXml" Target="../ink/ink356.xml"/><Relationship Id="rId599" Type="http://schemas.openxmlformats.org/officeDocument/2006/relationships/image" Target="../media/image376.png"/><Relationship Id="rId196" Type="http://schemas.openxmlformats.org/officeDocument/2006/relationships/image" Target="../media/image175.png"/><Relationship Id="rId417" Type="http://schemas.openxmlformats.org/officeDocument/2006/relationships/customXml" Target="../ink/ink286.xml"/><Relationship Id="rId459" Type="http://schemas.openxmlformats.org/officeDocument/2006/relationships/customXml" Target="../ink/ink307.xml"/><Relationship Id="rId16" Type="http://schemas.openxmlformats.org/officeDocument/2006/relationships/customXml" Target="../ink/ink85.xml"/><Relationship Id="rId221" Type="http://schemas.openxmlformats.org/officeDocument/2006/relationships/customXml" Target="../ink/ink188.xml"/><Relationship Id="rId263" Type="http://schemas.openxmlformats.org/officeDocument/2006/relationships/customXml" Target="../ink/ink209.xml"/><Relationship Id="rId319" Type="http://schemas.openxmlformats.org/officeDocument/2006/relationships/customXml" Target="../ink/ink237.xml"/><Relationship Id="rId470" Type="http://schemas.openxmlformats.org/officeDocument/2006/relationships/image" Target="../media/image312.png"/><Relationship Id="rId526" Type="http://schemas.openxmlformats.org/officeDocument/2006/relationships/image" Target="../media/image340.png"/><Relationship Id="rId58" Type="http://schemas.openxmlformats.org/officeDocument/2006/relationships/customXml" Target="../ink/ink106.xml"/><Relationship Id="rId123" Type="http://schemas.openxmlformats.org/officeDocument/2006/relationships/image" Target="../media/image139.png"/><Relationship Id="rId330" Type="http://schemas.openxmlformats.org/officeDocument/2006/relationships/image" Target="../media/image242.png"/><Relationship Id="rId568" Type="http://schemas.openxmlformats.org/officeDocument/2006/relationships/customXml" Target="../ink/ink362.xml"/><Relationship Id="rId165" Type="http://schemas.openxmlformats.org/officeDocument/2006/relationships/image" Target="../media/image160.png"/><Relationship Id="rId372" Type="http://schemas.openxmlformats.org/officeDocument/2006/relationships/image" Target="../media/image263.png"/><Relationship Id="rId428" Type="http://schemas.openxmlformats.org/officeDocument/2006/relationships/image" Target="../media/image291.png"/><Relationship Id="rId232" Type="http://schemas.openxmlformats.org/officeDocument/2006/relationships/image" Target="../media/image193.png"/><Relationship Id="rId274" Type="http://schemas.openxmlformats.org/officeDocument/2006/relationships/image" Target="../media/image214.png"/><Relationship Id="rId481" Type="http://schemas.openxmlformats.org/officeDocument/2006/relationships/customXml" Target="../ink/ink318.xml"/><Relationship Id="rId27" Type="http://schemas.openxmlformats.org/officeDocument/2006/relationships/image" Target="../media/image92.png"/><Relationship Id="rId69" Type="http://schemas.openxmlformats.org/officeDocument/2006/relationships/image" Target="../media/image112.png"/><Relationship Id="rId134" Type="http://schemas.openxmlformats.org/officeDocument/2006/relationships/customXml" Target="../ink/ink144.xml"/><Relationship Id="rId537" Type="http://schemas.openxmlformats.org/officeDocument/2006/relationships/customXml" Target="../ink/ink346.xml"/><Relationship Id="rId579" Type="http://schemas.openxmlformats.org/officeDocument/2006/relationships/image" Target="../media/image366.png"/><Relationship Id="rId80" Type="http://schemas.openxmlformats.org/officeDocument/2006/relationships/customXml" Target="../ink/ink117.xml"/><Relationship Id="rId176" Type="http://schemas.openxmlformats.org/officeDocument/2006/relationships/image" Target="../media/image165.png"/><Relationship Id="rId341" Type="http://schemas.openxmlformats.org/officeDocument/2006/relationships/customXml" Target="../ink/ink248.xml"/><Relationship Id="rId383" Type="http://schemas.openxmlformats.org/officeDocument/2006/relationships/customXml" Target="../ink/ink269.xml"/><Relationship Id="rId439" Type="http://schemas.openxmlformats.org/officeDocument/2006/relationships/customXml" Target="../ink/ink297.xml"/><Relationship Id="rId590" Type="http://schemas.openxmlformats.org/officeDocument/2006/relationships/customXml" Target="../ink/ink373.xml"/><Relationship Id="rId604" Type="http://schemas.openxmlformats.org/officeDocument/2006/relationships/customXml" Target="../ink/ink380.xml"/><Relationship Id="rId201" Type="http://schemas.openxmlformats.org/officeDocument/2006/relationships/customXml" Target="../ink/ink178.xml"/><Relationship Id="rId243" Type="http://schemas.openxmlformats.org/officeDocument/2006/relationships/customXml" Target="../ink/ink199.xml"/><Relationship Id="rId285" Type="http://schemas.openxmlformats.org/officeDocument/2006/relationships/customXml" Target="../ink/ink220.xml"/><Relationship Id="rId450" Type="http://schemas.openxmlformats.org/officeDocument/2006/relationships/image" Target="../media/image302.png"/><Relationship Id="rId506" Type="http://schemas.openxmlformats.org/officeDocument/2006/relationships/image" Target="../media/image330.png"/><Relationship Id="rId38" Type="http://schemas.openxmlformats.org/officeDocument/2006/relationships/customXml" Target="../ink/ink96.xml"/><Relationship Id="rId103" Type="http://schemas.openxmlformats.org/officeDocument/2006/relationships/image" Target="../media/image129.png"/><Relationship Id="rId310" Type="http://schemas.openxmlformats.org/officeDocument/2006/relationships/image" Target="../media/image232.png"/><Relationship Id="rId492" Type="http://schemas.openxmlformats.org/officeDocument/2006/relationships/image" Target="../media/image323.png"/><Relationship Id="rId548" Type="http://schemas.openxmlformats.org/officeDocument/2006/relationships/image" Target="../media/image351.png"/><Relationship Id="rId91" Type="http://schemas.openxmlformats.org/officeDocument/2006/relationships/image" Target="../media/image123.png"/><Relationship Id="rId145" Type="http://schemas.openxmlformats.org/officeDocument/2006/relationships/image" Target="../media/image150.png"/><Relationship Id="rId187" Type="http://schemas.openxmlformats.org/officeDocument/2006/relationships/customXml" Target="../ink/ink171.xml"/><Relationship Id="rId352" Type="http://schemas.openxmlformats.org/officeDocument/2006/relationships/image" Target="../media/image253.png"/><Relationship Id="rId394" Type="http://schemas.openxmlformats.org/officeDocument/2006/relationships/image" Target="../media/image274.png"/><Relationship Id="rId408" Type="http://schemas.openxmlformats.org/officeDocument/2006/relationships/image" Target="../media/image281.png"/><Relationship Id="rId212" Type="http://schemas.openxmlformats.org/officeDocument/2006/relationships/image" Target="../media/image183.png"/><Relationship Id="rId254" Type="http://schemas.openxmlformats.org/officeDocument/2006/relationships/image" Target="../media/image204.png"/><Relationship Id="rId49" Type="http://schemas.openxmlformats.org/officeDocument/2006/relationships/image" Target="../media/image102.png"/><Relationship Id="rId114" Type="http://schemas.openxmlformats.org/officeDocument/2006/relationships/customXml" Target="../ink/ink134.xml"/><Relationship Id="rId296" Type="http://schemas.openxmlformats.org/officeDocument/2006/relationships/image" Target="../media/image225.png"/><Relationship Id="rId461" Type="http://schemas.openxmlformats.org/officeDocument/2006/relationships/customXml" Target="../ink/ink308.xml"/><Relationship Id="rId517" Type="http://schemas.openxmlformats.org/officeDocument/2006/relationships/customXml" Target="../ink/ink336.xml"/><Relationship Id="rId559" Type="http://schemas.openxmlformats.org/officeDocument/2006/relationships/image" Target="../media/image356.png"/><Relationship Id="rId60" Type="http://schemas.openxmlformats.org/officeDocument/2006/relationships/customXml" Target="../ink/ink107.xml"/><Relationship Id="rId156" Type="http://schemas.openxmlformats.org/officeDocument/2006/relationships/customXml" Target="../ink/ink155.xml"/><Relationship Id="rId198" Type="http://schemas.openxmlformats.org/officeDocument/2006/relationships/image" Target="../media/image176.png"/><Relationship Id="rId321" Type="http://schemas.openxmlformats.org/officeDocument/2006/relationships/customXml" Target="../ink/ink238.xml"/><Relationship Id="rId363" Type="http://schemas.openxmlformats.org/officeDocument/2006/relationships/customXml" Target="../ink/ink259.xml"/><Relationship Id="rId419" Type="http://schemas.openxmlformats.org/officeDocument/2006/relationships/customXml" Target="../ink/ink287.xml"/><Relationship Id="rId570" Type="http://schemas.openxmlformats.org/officeDocument/2006/relationships/customXml" Target="../ink/ink363.xml"/><Relationship Id="rId223" Type="http://schemas.openxmlformats.org/officeDocument/2006/relationships/customXml" Target="../ink/ink189.xml"/><Relationship Id="rId430" Type="http://schemas.openxmlformats.org/officeDocument/2006/relationships/image" Target="../media/image292.png"/><Relationship Id="rId18" Type="http://schemas.openxmlformats.org/officeDocument/2006/relationships/customXml" Target="../ink/ink86.xml"/><Relationship Id="rId265" Type="http://schemas.openxmlformats.org/officeDocument/2006/relationships/customXml" Target="../ink/ink210.xml"/><Relationship Id="rId472" Type="http://schemas.openxmlformats.org/officeDocument/2006/relationships/image" Target="../media/image313.png"/><Relationship Id="rId528" Type="http://schemas.openxmlformats.org/officeDocument/2006/relationships/image" Target="../media/image341.png"/><Relationship Id="rId125" Type="http://schemas.openxmlformats.org/officeDocument/2006/relationships/image" Target="../media/image140.png"/><Relationship Id="rId167" Type="http://schemas.openxmlformats.org/officeDocument/2006/relationships/image" Target="../media/image161.png"/><Relationship Id="rId332" Type="http://schemas.openxmlformats.org/officeDocument/2006/relationships/image" Target="../media/image243.png"/><Relationship Id="rId374" Type="http://schemas.openxmlformats.org/officeDocument/2006/relationships/image" Target="../media/image264.png"/><Relationship Id="rId581" Type="http://schemas.openxmlformats.org/officeDocument/2006/relationships/image" Target="../media/image367.png"/><Relationship Id="rId71" Type="http://schemas.openxmlformats.org/officeDocument/2006/relationships/image" Target="../media/image113.png"/><Relationship Id="rId234" Type="http://schemas.openxmlformats.org/officeDocument/2006/relationships/image" Target="../media/image194.png"/><Relationship Id="rId2" Type="http://schemas.openxmlformats.org/officeDocument/2006/relationships/customXml" Target="../ink/ink78.xml"/><Relationship Id="rId29" Type="http://schemas.openxmlformats.org/officeDocument/2006/relationships/image" Target="../media/image93.png"/><Relationship Id="rId276" Type="http://schemas.openxmlformats.org/officeDocument/2006/relationships/image" Target="../media/image215.png"/><Relationship Id="rId441" Type="http://schemas.openxmlformats.org/officeDocument/2006/relationships/customXml" Target="../ink/ink298.xml"/><Relationship Id="rId483" Type="http://schemas.openxmlformats.org/officeDocument/2006/relationships/customXml" Target="../ink/ink319.xml"/><Relationship Id="rId539" Type="http://schemas.openxmlformats.org/officeDocument/2006/relationships/customXml" Target="../ink/ink347.xml"/><Relationship Id="rId40" Type="http://schemas.openxmlformats.org/officeDocument/2006/relationships/customXml" Target="../ink/ink97.xml"/><Relationship Id="rId136" Type="http://schemas.openxmlformats.org/officeDocument/2006/relationships/customXml" Target="../ink/ink145.xml"/><Relationship Id="rId178" Type="http://schemas.openxmlformats.org/officeDocument/2006/relationships/image" Target="../media/image166.png"/><Relationship Id="rId301" Type="http://schemas.openxmlformats.org/officeDocument/2006/relationships/customXml" Target="../ink/ink228.xml"/><Relationship Id="rId343" Type="http://schemas.openxmlformats.org/officeDocument/2006/relationships/customXml" Target="../ink/ink249.xml"/><Relationship Id="rId550" Type="http://schemas.openxmlformats.org/officeDocument/2006/relationships/image" Target="../media/image352.png"/><Relationship Id="rId82" Type="http://schemas.openxmlformats.org/officeDocument/2006/relationships/customXml" Target="../ink/ink118.xml"/><Relationship Id="rId203" Type="http://schemas.openxmlformats.org/officeDocument/2006/relationships/customXml" Target="../ink/ink179.xml"/><Relationship Id="rId385" Type="http://schemas.openxmlformats.org/officeDocument/2006/relationships/customXml" Target="../ink/ink270.xml"/><Relationship Id="rId592" Type="http://schemas.openxmlformats.org/officeDocument/2006/relationships/customXml" Target="../ink/ink374.xml"/><Relationship Id="rId245" Type="http://schemas.openxmlformats.org/officeDocument/2006/relationships/customXml" Target="../ink/ink200.xml"/><Relationship Id="rId287" Type="http://schemas.openxmlformats.org/officeDocument/2006/relationships/customXml" Target="../ink/ink221.xml"/><Relationship Id="rId410" Type="http://schemas.openxmlformats.org/officeDocument/2006/relationships/image" Target="../media/image282.png"/><Relationship Id="rId452" Type="http://schemas.openxmlformats.org/officeDocument/2006/relationships/image" Target="../media/image303.png"/><Relationship Id="rId494" Type="http://schemas.openxmlformats.org/officeDocument/2006/relationships/image" Target="../media/image324.png"/><Relationship Id="rId508" Type="http://schemas.openxmlformats.org/officeDocument/2006/relationships/image" Target="../media/image331.png"/><Relationship Id="rId105" Type="http://schemas.openxmlformats.org/officeDocument/2006/relationships/image" Target="../media/image130.png"/><Relationship Id="rId147" Type="http://schemas.openxmlformats.org/officeDocument/2006/relationships/image" Target="../media/image151.png"/><Relationship Id="rId312" Type="http://schemas.openxmlformats.org/officeDocument/2006/relationships/image" Target="../media/image233.png"/><Relationship Id="rId354" Type="http://schemas.openxmlformats.org/officeDocument/2006/relationships/image" Target="../media/image254.png"/><Relationship Id="rId51" Type="http://schemas.openxmlformats.org/officeDocument/2006/relationships/image" Target="../media/image103.png"/><Relationship Id="rId93" Type="http://schemas.openxmlformats.org/officeDocument/2006/relationships/image" Target="../media/image124.png"/><Relationship Id="rId189" Type="http://schemas.openxmlformats.org/officeDocument/2006/relationships/customXml" Target="../ink/ink172.xml"/><Relationship Id="rId396" Type="http://schemas.openxmlformats.org/officeDocument/2006/relationships/image" Target="../media/image275.png"/><Relationship Id="rId561" Type="http://schemas.openxmlformats.org/officeDocument/2006/relationships/image" Target="../media/image357.png"/><Relationship Id="rId214" Type="http://schemas.openxmlformats.org/officeDocument/2006/relationships/image" Target="../media/image184.png"/><Relationship Id="rId256" Type="http://schemas.openxmlformats.org/officeDocument/2006/relationships/image" Target="../media/image205.png"/><Relationship Id="rId298" Type="http://schemas.openxmlformats.org/officeDocument/2006/relationships/image" Target="../media/image226.png"/><Relationship Id="rId421" Type="http://schemas.openxmlformats.org/officeDocument/2006/relationships/customXml" Target="../ink/ink288.xml"/><Relationship Id="rId463" Type="http://schemas.openxmlformats.org/officeDocument/2006/relationships/customXml" Target="../ink/ink309.xml"/><Relationship Id="rId519" Type="http://schemas.openxmlformats.org/officeDocument/2006/relationships/customXml" Target="../ink/ink337.xml"/><Relationship Id="rId116" Type="http://schemas.openxmlformats.org/officeDocument/2006/relationships/customXml" Target="../ink/ink135.xml"/><Relationship Id="rId158" Type="http://schemas.openxmlformats.org/officeDocument/2006/relationships/customXml" Target="../ink/ink156.xml"/><Relationship Id="rId323" Type="http://schemas.openxmlformats.org/officeDocument/2006/relationships/customXml" Target="../ink/ink239.xml"/><Relationship Id="rId530" Type="http://schemas.openxmlformats.org/officeDocument/2006/relationships/image" Target="../media/image342.png"/><Relationship Id="rId20" Type="http://schemas.openxmlformats.org/officeDocument/2006/relationships/customXml" Target="../ink/ink87.xml"/><Relationship Id="rId62" Type="http://schemas.openxmlformats.org/officeDocument/2006/relationships/customXml" Target="../ink/ink108.xml"/><Relationship Id="rId365" Type="http://schemas.openxmlformats.org/officeDocument/2006/relationships/customXml" Target="../ink/ink260.xml"/><Relationship Id="rId572" Type="http://schemas.openxmlformats.org/officeDocument/2006/relationships/customXml" Target="../ink/ink364.xml"/><Relationship Id="rId225" Type="http://schemas.openxmlformats.org/officeDocument/2006/relationships/customXml" Target="../ink/ink190.xml"/><Relationship Id="rId267" Type="http://schemas.openxmlformats.org/officeDocument/2006/relationships/customXml" Target="../ink/ink211.xml"/><Relationship Id="rId432" Type="http://schemas.openxmlformats.org/officeDocument/2006/relationships/image" Target="../media/image293.png"/><Relationship Id="rId474" Type="http://schemas.openxmlformats.org/officeDocument/2006/relationships/image" Target="../media/image314.png"/><Relationship Id="rId127" Type="http://schemas.openxmlformats.org/officeDocument/2006/relationships/image" Target="../media/image141.png"/><Relationship Id="rId31" Type="http://schemas.openxmlformats.org/officeDocument/2006/relationships/image" Target="../media/image94.png"/><Relationship Id="rId73" Type="http://schemas.openxmlformats.org/officeDocument/2006/relationships/image" Target="../media/image114.png"/><Relationship Id="rId169" Type="http://schemas.openxmlformats.org/officeDocument/2006/relationships/image" Target="../media/image162.png"/><Relationship Id="rId334" Type="http://schemas.openxmlformats.org/officeDocument/2006/relationships/image" Target="../media/image244.png"/><Relationship Id="rId376" Type="http://schemas.openxmlformats.org/officeDocument/2006/relationships/image" Target="../media/image265.png"/><Relationship Id="rId541" Type="http://schemas.openxmlformats.org/officeDocument/2006/relationships/customXml" Target="../ink/ink348.xml"/><Relationship Id="rId583" Type="http://schemas.openxmlformats.org/officeDocument/2006/relationships/image" Target="../media/image368.png"/><Relationship Id="rId4" Type="http://schemas.openxmlformats.org/officeDocument/2006/relationships/customXml" Target="../ink/ink79.xml"/><Relationship Id="rId180" Type="http://schemas.openxmlformats.org/officeDocument/2006/relationships/image" Target="../media/image167.png"/><Relationship Id="rId236" Type="http://schemas.openxmlformats.org/officeDocument/2006/relationships/image" Target="../media/image195.png"/><Relationship Id="rId278" Type="http://schemas.openxmlformats.org/officeDocument/2006/relationships/image" Target="../media/image216.png"/><Relationship Id="rId401" Type="http://schemas.openxmlformats.org/officeDocument/2006/relationships/customXml" Target="../ink/ink278.xml"/><Relationship Id="rId443" Type="http://schemas.openxmlformats.org/officeDocument/2006/relationships/customXml" Target="../ink/ink299.xml"/><Relationship Id="rId303" Type="http://schemas.openxmlformats.org/officeDocument/2006/relationships/customXml" Target="../ink/ink229.xml"/><Relationship Id="rId485" Type="http://schemas.openxmlformats.org/officeDocument/2006/relationships/customXml" Target="../ink/ink320.xml"/><Relationship Id="rId42" Type="http://schemas.openxmlformats.org/officeDocument/2006/relationships/customXml" Target="../ink/ink98.xml"/><Relationship Id="rId84" Type="http://schemas.openxmlformats.org/officeDocument/2006/relationships/customXml" Target="../ink/ink119.xml"/><Relationship Id="rId138" Type="http://schemas.openxmlformats.org/officeDocument/2006/relationships/customXml" Target="../ink/ink146.xml"/><Relationship Id="rId345" Type="http://schemas.openxmlformats.org/officeDocument/2006/relationships/customXml" Target="../ink/ink250.xml"/><Relationship Id="rId387" Type="http://schemas.openxmlformats.org/officeDocument/2006/relationships/customXml" Target="../ink/ink271.xml"/><Relationship Id="rId510" Type="http://schemas.openxmlformats.org/officeDocument/2006/relationships/image" Target="../media/image332.png"/><Relationship Id="rId552" Type="http://schemas.openxmlformats.org/officeDocument/2006/relationships/image" Target="../media/image353.png"/><Relationship Id="rId594" Type="http://schemas.openxmlformats.org/officeDocument/2006/relationships/customXml" Target="../ink/ink375.xml"/><Relationship Id="rId191" Type="http://schemas.openxmlformats.org/officeDocument/2006/relationships/customXml" Target="../ink/ink173.xml"/><Relationship Id="rId205" Type="http://schemas.openxmlformats.org/officeDocument/2006/relationships/customXml" Target="../ink/ink180.xml"/><Relationship Id="rId247" Type="http://schemas.openxmlformats.org/officeDocument/2006/relationships/customXml" Target="../ink/ink201.xml"/><Relationship Id="rId412" Type="http://schemas.openxmlformats.org/officeDocument/2006/relationships/image" Target="../media/image283.png"/><Relationship Id="rId107" Type="http://schemas.openxmlformats.org/officeDocument/2006/relationships/image" Target="../media/image131.png"/><Relationship Id="rId289" Type="http://schemas.openxmlformats.org/officeDocument/2006/relationships/customXml" Target="../ink/ink222.xml"/><Relationship Id="rId454" Type="http://schemas.openxmlformats.org/officeDocument/2006/relationships/image" Target="../media/image304.png"/><Relationship Id="rId496" Type="http://schemas.openxmlformats.org/officeDocument/2006/relationships/image" Target="../media/image325.png"/><Relationship Id="rId11" Type="http://schemas.openxmlformats.org/officeDocument/2006/relationships/image" Target="../media/image84.png"/><Relationship Id="rId53" Type="http://schemas.openxmlformats.org/officeDocument/2006/relationships/image" Target="../media/image104.png"/><Relationship Id="rId149" Type="http://schemas.openxmlformats.org/officeDocument/2006/relationships/image" Target="../media/image152.png"/><Relationship Id="rId314" Type="http://schemas.openxmlformats.org/officeDocument/2006/relationships/image" Target="../media/image234.png"/><Relationship Id="rId356" Type="http://schemas.openxmlformats.org/officeDocument/2006/relationships/image" Target="../media/image255.png"/><Relationship Id="rId398" Type="http://schemas.openxmlformats.org/officeDocument/2006/relationships/image" Target="../media/image276.png"/><Relationship Id="rId521" Type="http://schemas.openxmlformats.org/officeDocument/2006/relationships/customXml" Target="../ink/ink338.xml"/><Relationship Id="rId563" Type="http://schemas.openxmlformats.org/officeDocument/2006/relationships/image" Target="../media/image358.png"/><Relationship Id="rId95" Type="http://schemas.openxmlformats.org/officeDocument/2006/relationships/image" Target="../media/image125.png"/><Relationship Id="rId160" Type="http://schemas.openxmlformats.org/officeDocument/2006/relationships/customXml" Target="../ink/ink157.xml"/><Relationship Id="rId216" Type="http://schemas.openxmlformats.org/officeDocument/2006/relationships/image" Target="../media/image185.png"/><Relationship Id="rId423" Type="http://schemas.openxmlformats.org/officeDocument/2006/relationships/customXml" Target="../ink/ink289.xml"/><Relationship Id="rId258" Type="http://schemas.openxmlformats.org/officeDocument/2006/relationships/image" Target="../media/image206.png"/><Relationship Id="rId465" Type="http://schemas.openxmlformats.org/officeDocument/2006/relationships/customXml" Target="../ink/ink310.xml"/><Relationship Id="rId22" Type="http://schemas.openxmlformats.org/officeDocument/2006/relationships/customXml" Target="../ink/ink88.xml"/><Relationship Id="rId64" Type="http://schemas.openxmlformats.org/officeDocument/2006/relationships/customXml" Target="../ink/ink109.xml"/><Relationship Id="rId118" Type="http://schemas.openxmlformats.org/officeDocument/2006/relationships/customXml" Target="../ink/ink136.xml"/><Relationship Id="rId325" Type="http://schemas.openxmlformats.org/officeDocument/2006/relationships/customXml" Target="../ink/ink240.xml"/><Relationship Id="rId367" Type="http://schemas.openxmlformats.org/officeDocument/2006/relationships/customXml" Target="../ink/ink261.xml"/><Relationship Id="rId532" Type="http://schemas.openxmlformats.org/officeDocument/2006/relationships/image" Target="../media/image343.png"/><Relationship Id="rId574" Type="http://schemas.openxmlformats.org/officeDocument/2006/relationships/customXml" Target="../ink/ink365.xml"/><Relationship Id="rId171" Type="http://schemas.openxmlformats.org/officeDocument/2006/relationships/customXml" Target="../ink/ink163.xml"/><Relationship Id="rId227" Type="http://schemas.openxmlformats.org/officeDocument/2006/relationships/customXml" Target="../ink/ink191.xml"/><Relationship Id="rId269" Type="http://schemas.openxmlformats.org/officeDocument/2006/relationships/customXml" Target="../ink/ink212.xml"/><Relationship Id="rId434" Type="http://schemas.openxmlformats.org/officeDocument/2006/relationships/image" Target="../media/image294.png"/><Relationship Id="rId476" Type="http://schemas.openxmlformats.org/officeDocument/2006/relationships/image" Target="../media/image315.png"/><Relationship Id="rId33" Type="http://schemas.openxmlformats.org/officeDocument/2006/relationships/image" Target="../media/image95.png"/><Relationship Id="rId129" Type="http://schemas.openxmlformats.org/officeDocument/2006/relationships/image" Target="../media/image142.png"/><Relationship Id="rId280" Type="http://schemas.openxmlformats.org/officeDocument/2006/relationships/image" Target="../media/image217.png"/><Relationship Id="rId336" Type="http://schemas.openxmlformats.org/officeDocument/2006/relationships/image" Target="../media/image245.png"/><Relationship Id="rId501" Type="http://schemas.openxmlformats.org/officeDocument/2006/relationships/customXml" Target="../ink/ink328.xml"/><Relationship Id="rId543" Type="http://schemas.openxmlformats.org/officeDocument/2006/relationships/customXml" Target="../ink/ink349.xml"/><Relationship Id="rId75" Type="http://schemas.openxmlformats.org/officeDocument/2006/relationships/image" Target="../media/image115.png"/><Relationship Id="rId140" Type="http://schemas.openxmlformats.org/officeDocument/2006/relationships/customXml" Target="../ink/ink147.xml"/><Relationship Id="rId182" Type="http://schemas.openxmlformats.org/officeDocument/2006/relationships/image" Target="../media/image168.png"/><Relationship Id="rId378" Type="http://schemas.openxmlformats.org/officeDocument/2006/relationships/image" Target="../media/image266.png"/><Relationship Id="rId403" Type="http://schemas.openxmlformats.org/officeDocument/2006/relationships/customXml" Target="../ink/ink279.xml"/><Relationship Id="rId585" Type="http://schemas.openxmlformats.org/officeDocument/2006/relationships/image" Target="../media/image369.png"/><Relationship Id="rId6" Type="http://schemas.openxmlformats.org/officeDocument/2006/relationships/customXml" Target="../ink/ink80.xml"/><Relationship Id="rId238" Type="http://schemas.openxmlformats.org/officeDocument/2006/relationships/image" Target="../media/image196.png"/><Relationship Id="rId445" Type="http://schemas.openxmlformats.org/officeDocument/2006/relationships/customXml" Target="../ink/ink300.xml"/><Relationship Id="rId487" Type="http://schemas.openxmlformats.org/officeDocument/2006/relationships/customXml" Target="../ink/ink321.xml"/><Relationship Id="rId291" Type="http://schemas.openxmlformats.org/officeDocument/2006/relationships/customXml" Target="../ink/ink223.xml"/><Relationship Id="rId305" Type="http://schemas.openxmlformats.org/officeDocument/2006/relationships/customXml" Target="../ink/ink230.xml"/><Relationship Id="rId347" Type="http://schemas.openxmlformats.org/officeDocument/2006/relationships/customXml" Target="../ink/ink251.xml"/><Relationship Id="rId512" Type="http://schemas.openxmlformats.org/officeDocument/2006/relationships/image" Target="../media/image333.png"/><Relationship Id="rId44" Type="http://schemas.openxmlformats.org/officeDocument/2006/relationships/customXml" Target="../ink/ink99.xml"/><Relationship Id="rId86" Type="http://schemas.openxmlformats.org/officeDocument/2006/relationships/customXml" Target="../ink/ink120.xml"/><Relationship Id="rId151" Type="http://schemas.openxmlformats.org/officeDocument/2006/relationships/image" Target="../media/image153.png"/><Relationship Id="rId389" Type="http://schemas.openxmlformats.org/officeDocument/2006/relationships/customXml" Target="../ink/ink272.xml"/><Relationship Id="rId554" Type="http://schemas.openxmlformats.org/officeDocument/2006/relationships/image" Target="../media/image354.png"/><Relationship Id="rId596" Type="http://schemas.openxmlformats.org/officeDocument/2006/relationships/customXml" Target="../ink/ink376.xml"/><Relationship Id="rId193" Type="http://schemas.openxmlformats.org/officeDocument/2006/relationships/customXml" Target="../ink/ink174.xml"/><Relationship Id="rId207" Type="http://schemas.openxmlformats.org/officeDocument/2006/relationships/customXml" Target="../ink/ink181.xml"/><Relationship Id="rId249" Type="http://schemas.openxmlformats.org/officeDocument/2006/relationships/customXml" Target="../ink/ink202.xml"/><Relationship Id="rId414" Type="http://schemas.openxmlformats.org/officeDocument/2006/relationships/image" Target="../media/image284.png"/><Relationship Id="rId456" Type="http://schemas.openxmlformats.org/officeDocument/2006/relationships/image" Target="../media/image305.png"/><Relationship Id="rId498" Type="http://schemas.openxmlformats.org/officeDocument/2006/relationships/image" Target="../media/image326.png"/><Relationship Id="rId13" Type="http://schemas.openxmlformats.org/officeDocument/2006/relationships/image" Target="../media/image85.png"/><Relationship Id="rId109" Type="http://schemas.openxmlformats.org/officeDocument/2006/relationships/image" Target="../media/image132.png"/><Relationship Id="rId260" Type="http://schemas.openxmlformats.org/officeDocument/2006/relationships/image" Target="../media/image207.png"/><Relationship Id="rId316" Type="http://schemas.openxmlformats.org/officeDocument/2006/relationships/image" Target="../media/image235.png"/><Relationship Id="rId523" Type="http://schemas.openxmlformats.org/officeDocument/2006/relationships/customXml" Target="../ink/ink339.xml"/><Relationship Id="rId55" Type="http://schemas.openxmlformats.org/officeDocument/2006/relationships/image" Target="../media/image105.png"/><Relationship Id="rId97" Type="http://schemas.openxmlformats.org/officeDocument/2006/relationships/image" Target="../media/image126.png"/><Relationship Id="rId120" Type="http://schemas.openxmlformats.org/officeDocument/2006/relationships/customXml" Target="../ink/ink137.xml"/><Relationship Id="rId358" Type="http://schemas.openxmlformats.org/officeDocument/2006/relationships/image" Target="../media/image256.png"/><Relationship Id="rId565" Type="http://schemas.openxmlformats.org/officeDocument/2006/relationships/image" Target="../media/image359.png"/><Relationship Id="rId162" Type="http://schemas.openxmlformats.org/officeDocument/2006/relationships/customXml" Target="../ink/ink158.xml"/><Relationship Id="rId218" Type="http://schemas.openxmlformats.org/officeDocument/2006/relationships/image" Target="../media/image186.png"/><Relationship Id="rId425" Type="http://schemas.openxmlformats.org/officeDocument/2006/relationships/customXml" Target="../ink/ink290.xml"/><Relationship Id="rId467" Type="http://schemas.openxmlformats.org/officeDocument/2006/relationships/customXml" Target="../ink/ink311.xml"/><Relationship Id="rId271" Type="http://schemas.openxmlformats.org/officeDocument/2006/relationships/customXml" Target="../ink/ink213.xml"/><Relationship Id="rId24" Type="http://schemas.openxmlformats.org/officeDocument/2006/relationships/customXml" Target="../ink/ink89.xml"/><Relationship Id="rId66" Type="http://schemas.openxmlformats.org/officeDocument/2006/relationships/customXml" Target="../ink/ink110.xml"/><Relationship Id="rId131" Type="http://schemas.openxmlformats.org/officeDocument/2006/relationships/image" Target="../media/image143.png"/><Relationship Id="rId327" Type="http://schemas.openxmlformats.org/officeDocument/2006/relationships/customXml" Target="../ink/ink241.xml"/><Relationship Id="rId369" Type="http://schemas.openxmlformats.org/officeDocument/2006/relationships/customXml" Target="../ink/ink262.xml"/><Relationship Id="rId534" Type="http://schemas.openxmlformats.org/officeDocument/2006/relationships/image" Target="../media/image344.png"/><Relationship Id="rId576" Type="http://schemas.openxmlformats.org/officeDocument/2006/relationships/customXml" Target="../ink/ink366.xml"/><Relationship Id="rId173" Type="http://schemas.openxmlformats.org/officeDocument/2006/relationships/customXml" Target="../ink/ink164.xml"/><Relationship Id="rId229" Type="http://schemas.openxmlformats.org/officeDocument/2006/relationships/customXml" Target="../ink/ink192.xml"/><Relationship Id="rId380" Type="http://schemas.openxmlformats.org/officeDocument/2006/relationships/image" Target="../media/image267.png"/><Relationship Id="rId436" Type="http://schemas.openxmlformats.org/officeDocument/2006/relationships/image" Target="../media/image295.png"/><Relationship Id="rId601" Type="http://schemas.openxmlformats.org/officeDocument/2006/relationships/image" Target="../media/image377.png"/><Relationship Id="rId240" Type="http://schemas.openxmlformats.org/officeDocument/2006/relationships/image" Target="../media/image197.png"/><Relationship Id="rId478" Type="http://schemas.openxmlformats.org/officeDocument/2006/relationships/image" Target="../media/image316.png"/><Relationship Id="rId35" Type="http://schemas.openxmlformats.org/officeDocument/2006/relationships/image" Target="../media/image96.png"/><Relationship Id="rId77" Type="http://schemas.openxmlformats.org/officeDocument/2006/relationships/image" Target="../media/image116.png"/><Relationship Id="rId100" Type="http://schemas.openxmlformats.org/officeDocument/2006/relationships/customXml" Target="../ink/ink127.xml"/><Relationship Id="rId282" Type="http://schemas.openxmlformats.org/officeDocument/2006/relationships/image" Target="../media/image218.png"/><Relationship Id="rId338" Type="http://schemas.openxmlformats.org/officeDocument/2006/relationships/image" Target="../media/image246.png"/><Relationship Id="rId503" Type="http://schemas.openxmlformats.org/officeDocument/2006/relationships/customXml" Target="../ink/ink329.xml"/><Relationship Id="rId545" Type="http://schemas.openxmlformats.org/officeDocument/2006/relationships/customXml" Target="../ink/ink350.xml"/><Relationship Id="rId587" Type="http://schemas.openxmlformats.org/officeDocument/2006/relationships/image" Target="../media/image370.png"/><Relationship Id="rId8" Type="http://schemas.openxmlformats.org/officeDocument/2006/relationships/customXml" Target="../ink/ink81.xml"/><Relationship Id="rId142" Type="http://schemas.openxmlformats.org/officeDocument/2006/relationships/customXml" Target="../ink/ink148.xml"/><Relationship Id="rId184" Type="http://schemas.openxmlformats.org/officeDocument/2006/relationships/image" Target="../media/image169.png"/><Relationship Id="rId391" Type="http://schemas.openxmlformats.org/officeDocument/2006/relationships/customXml" Target="../ink/ink273.xml"/><Relationship Id="rId405" Type="http://schemas.openxmlformats.org/officeDocument/2006/relationships/customXml" Target="../ink/ink280.xml"/><Relationship Id="rId447" Type="http://schemas.openxmlformats.org/officeDocument/2006/relationships/customXml" Target="../ink/ink301.xml"/><Relationship Id="rId251" Type="http://schemas.openxmlformats.org/officeDocument/2006/relationships/customXml" Target="../ink/ink203.xml"/><Relationship Id="rId489" Type="http://schemas.openxmlformats.org/officeDocument/2006/relationships/customXml" Target="../ink/ink322.xml"/><Relationship Id="rId46" Type="http://schemas.openxmlformats.org/officeDocument/2006/relationships/customXml" Target="../ink/ink100.xml"/><Relationship Id="rId293" Type="http://schemas.openxmlformats.org/officeDocument/2006/relationships/customXml" Target="../ink/ink224.xml"/><Relationship Id="rId307" Type="http://schemas.openxmlformats.org/officeDocument/2006/relationships/customXml" Target="../ink/ink231.xml"/><Relationship Id="rId349" Type="http://schemas.openxmlformats.org/officeDocument/2006/relationships/customXml" Target="../ink/ink252.xml"/><Relationship Id="rId514" Type="http://schemas.openxmlformats.org/officeDocument/2006/relationships/image" Target="../media/image334.png"/><Relationship Id="rId556" Type="http://schemas.openxmlformats.org/officeDocument/2006/relationships/image" Target="../media/image355.png"/><Relationship Id="rId88" Type="http://schemas.openxmlformats.org/officeDocument/2006/relationships/customXml" Target="../ink/ink121.xml"/><Relationship Id="rId111" Type="http://schemas.openxmlformats.org/officeDocument/2006/relationships/image" Target="../media/image133.png"/><Relationship Id="rId153" Type="http://schemas.openxmlformats.org/officeDocument/2006/relationships/image" Target="../media/image154.png"/><Relationship Id="rId195" Type="http://schemas.openxmlformats.org/officeDocument/2006/relationships/customXml" Target="../ink/ink175.xml"/><Relationship Id="rId209" Type="http://schemas.openxmlformats.org/officeDocument/2006/relationships/customXml" Target="../ink/ink182.xml"/><Relationship Id="rId360" Type="http://schemas.openxmlformats.org/officeDocument/2006/relationships/image" Target="../media/image257.png"/><Relationship Id="rId416" Type="http://schemas.openxmlformats.org/officeDocument/2006/relationships/image" Target="../media/image285.png"/><Relationship Id="rId598" Type="http://schemas.openxmlformats.org/officeDocument/2006/relationships/customXml" Target="../ink/ink377.xml"/><Relationship Id="rId220" Type="http://schemas.openxmlformats.org/officeDocument/2006/relationships/image" Target="../media/image187.png"/><Relationship Id="rId458" Type="http://schemas.openxmlformats.org/officeDocument/2006/relationships/image" Target="../media/image306.png"/><Relationship Id="rId15" Type="http://schemas.openxmlformats.org/officeDocument/2006/relationships/image" Target="../media/image86.png"/><Relationship Id="rId57" Type="http://schemas.openxmlformats.org/officeDocument/2006/relationships/image" Target="../media/image106.png"/><Relationship Id="rId262" Type="http://schemas.openxmlformats.org/officeDocument/2006/relationships/image" Target="../media/image208.png"/><Relationship Id="rId318" Type="http://schemas.openxmlformats.org/officeDocument/2006/relationships/image" Target="../media/image236.png"/><Relationship Id="rId525" Type="http://schemas.openxmlformats.org/officeDocument/2006/relationships/customXml" Target="../ink/ink340.xml"/><Relationship Id="rId567" Type="http://schemas.openxmlformats.org/officeDocument/2006/relationships/image" Target="../media/image360.png"/><Relationship Id="rId99" Type="http://schemas.openxmlformats.org/officeDocument/2006/relationships/image" Target="../media/image127.png"/><Relationship Id="rId122" Type="http://schemas.openxmlformats.org/officeDocument/2006/relationships/customXml" Target="../ink/ink138.xml"/><Relationship Id="rId164" Type="http://schemas.openxmlformats.org/officeDocument/2006/relationships/customXml" Target="../ink/ink159.xml"/><Relationship Id="rId371" Type="http://schemas.openxmlformats.org/officeDocument/2006/relationships/customXml" Target="../ink/ink263.xml"/><Relationship Id="rId427" Type="http://schemas.openxmlformats.org/officeDocument/2006/relationships/customXml" Target="../ink/ink291.xml"/><Relationship Id="rId469" Type="http://schemas.openxmlformats.org/officeDocument/2006/relationships/customXml" Target="../ink/ink312.xml"/><Relationship Id="rId26" Type="http://schemas.openxmlformats.org/officeDocument/2006/relationships/customXml" Target="../ink/ink90.xml"/><Relationship Id="rId231" Type="http://schemas.openxmlformats.org/officeDocument/2006/relationships/customXml" Target="../ink/ink193.xml"/><Relationship Id="rId273" Type="http://schemas.openxmlformats.org/officeDocument/2006/relationships/customXml" Target="../ink/ink214.xml"/><Relationship Id="rId329" Type="http://schemas.openxmlformats.org/officeDocument/2006/relationships/customXml" Target="../ink/ink242.xml"/><Relationship Id="rId480" Type="http://schemas.openxmlformats.org/officeDocument/2006/relationships/image" Target="../media/image317.png"/><Relationship Id="rId536" Type="http://schemas.openxmlformats.org/officeDocument/2006/relationships/image" Target="../media/image345.png"/><Relationship Id="rId68" Type="http://schemas.openxmlformats.org/officeDocument/2006/relationships/customXml" Target="../ink/ink111.xml"/><Relationship Id="rId133" Type="http://schemas.openxmlformats.org/officeDocument/2006/relationships/image" Target="../media/image144.png"/><Relationship Id="rId175" Type="http://schemas.openxmlformats.org/officeDocument/2006/relationships/customXml" Target="../ink/ink165.xml"/><Relationship Id="rId340" Type="http://schemas.openxmlformats.org/officeDocument/2006/relationships/image" Target="../media/image247.png"/><Relationship Id="rId578" Type="http://schemas.openxmlformats.org/officeDocument/2006/relationships/customXml" Target="../ink/ink367.xml"/><Relationship Id="rId200" Type="http://schemas.openxmlformats.org/officeDocument/2006/relationships/image" Target="../media/image177.png"/><Relationship Id="rId382" Type="http://schemas.openxmlformats.org/officeDocument/2006/relationships/image" Target="../media/image268.png"/><Relationship Id="rId438" Type="http://schemas.openxmlformats.org/officeDocument/2006/relationships/image" Target="../media/image296.png"/><Relationship Id="rId603" Type="http://schemas.openxmlformats.org/officeDocument/2006/relationships/image" Target="../media/image378.png"/><Relationship Id="rId242" Type="http://schemas.openxmlformats.org/officeDocument/2006/relationships/image" Target="../media/image198.png"/><Relationship Id="rId284" Type="http://schemas.openxmlformats.org/officeDocument/2006/relationships/image" Target="../media/image219.png"/><Relationship Id="rId491" Type="http://schemas.openxmlformats.org/officeDocument/2006/relationships/customXml" Target="../ink/ink323.xml"/><Relationship Id="rId505" Type="http://schemas.openxmlformats.org/officeDocument/2006/relationships/customXml" Target="../ink/ink330.xml"/><Relationship Id="rId37" Type="http://schemas.openxmlformats.org/officeDocument/2006/relationships/image" Target="../media/image97.png"/><Relationship Id="rId79" Type="http://schemas.openxmlformats.org/officeDocument/2006/relationships/image" Target="../media/image117.png"/><Relationship Id="rId102" Type="http://schemas.openxmlformats.org/officeDocument/2006/relationships/customXml" Target="../ink/ink128.xml"/><Relationship Id="rId144" Type="http://schemas.openxmlformats.org/officeDocument/2006/relationships/customXml" Target="../ink/ink149.xml"/><Relationship Id="rId547" Type="http://schemas.openxmlformats.org/officeDocument/2006/relationships/customXml" Target="../ink/ink351.xml"/><Relationship Id="rId589" Type="http://schemas.openxmlformats.org/officeDocument/2006/relationships/image" Target="../media/image371.png"/><Relationship Id="rId90" Type="http://schemas.openxmlformats.org/officeDocument/2006/relationships/customXml" Target="../ink/ink122.xml"/><Relationship Id="rId186" Type="http://schemas.openxmlformats.org/officeDocument/2006/relationships/image" Target="../media/image170.png"/><Relationship Id="rId351" Type="http://schemas.openxmlformats.org/officeDocument/2006/relationships/customXml" Target="../ink/ink253.xml"/><Relationship Id="rId393" Type="http://schemas.openxmlformats.org/officeDocument/2006/relationships/customXml" Target="../ink/ink274.xml"/><Relationship Id="rId407" Type="http://schemas.openxmlformats.org/officeDocument/2006/relationships/customXml" Target="../ink/ink281.xml"/><Relationship Id="rId449" Type="http://schemas.openxmlformats.org/officeDocument/2006/relationships/customXml" Target="../ink/ink302.xml"/><Relationship Id="rId211" Type="http://schemas.openxmlformats.org/officeDocument/2006/relationships/customXml" Target="../ink/ink183.xml"/><Relationship Id="rId253" Type="http://schemas.openxmlformats.org/officeDocument/2006/relationships/customXml" Target="../ink/ink204.xml"/><Relationship Id="rId295" Type="http://schemas.openxmlformats.org/officeDocument/2006/relationships/customXml" Target="../ink/ink225.xml"/><Relationship Id="rId309" Type="http://schemas.openxmlformats.org/officeDocument/2006/relationships/customXml" Target="../ink/ink232.xml"/><Relationship Id="rId460" Type="http://schemas.openxmlformats.org/officeDocument/2006/relationships/image" Target="../media/image307.png"/><Relationship Id="rId516" Type="http://schemas.openxmlformats.org/officeDocument/2006/relationships/image" Target="../media/image335.png"/><Relationship Id="rId48" Type="http://schemas.openxmlformats.org/officeDocument/2006/relationships/customXml" Target="../ink/ink101.xml"/><Relationship Id="rId113" Type="http://schemas.openxmlformats.org/officeDocument/2006/relationships/image" Target="../media/image134.png"/><Relationship Id="rId320" Type="http://schemas.openxmlformats.org/officeDocument/2006/relationships/image" Target="../media/image237.png"/><Relationship Id="rId558" Type="http://schemas.openxmlformats.org/officeDocument/2006/relationships/customXml" Target="../ink/ink357.xml"/><Relationship Id="rId155" Type="http://schemas.openxmlformats.org/officeDocument/2006/relationships/image" Target="../media/image155.png"/><Relationship Id="rId197" Type="http://schemas.openxmlformats.org/officeDocument/2006/relationships/customXml" Target="../ink/ink176.xml"/><Relationship Id="rId362" Type="http://schemas.openxmlformats.org/officeDocument/2006/relationships/image" Target="../media/image258.png"/><Relationship Id="rId418" Type="http://schemas.openxmlformats.org/officeDocument/2006/relationships/image" Target="../media/image286.png"/><Relationship Id="rId222" Type="http://schemas.openxmlformats.org/officeDocument/2006/relationships/image" Target="../media/image188.png"/><Relationship Id="rId264" Type="http://schemas.openxmlformats.org/officeDocument/2006/relationships/image" Target="../media/image209.png"/><Relationship Id="rId471" Type="http://schemas.openxmlformats.org/officeDocument/2006/relationships/customXml" Target="../ink/ink313.xml"/><Relationship Id="rId17" Type="http://schemas.openxmlformats.org/officeDocument/2006/relationships/image" Target="../media/image87.png"/><Relationship Id="rId59" Type="http://schemas.openxmlformats.org/officeDocument/2006/relationships/image" Target="../media/image107.png"/><Relationship Id="rId124" Type="http://schemas.openxmlformats.org/officeDocument/2006/relationships/customXml" Target="../ink/ink139.xml"/><Relationship Id="rId527" Type="http://schemas.openxmlformats.org/officeDocument/2006/relationships/customXml" Target="../ink/ink341.xml"/><Relationship Id="rId569" Type="http://schemas.openxmlformats.org/officeDocument/2006/relationships/image" Target="../media/image361.png"/><Relationship Id="rId70" Type="http://schemas.openxmlformats.org/officeDocument/2006/relationships/customXml" Target="../ink/ink112.xml"/><Relationship Id="rId166" Type="http://schemas.openxmlformats.org/officeDocument/2006/relationships/customXml" Target="../ink/ink160.xml"/><Relationship Id="rId331" Type="http://schemas.openxmlformats.org/officeDocument/2006/relationships/customXml" Target="../ink/ink243.xml"/><Relationship Id="rId373" Type="http://schemas.openxmlformats.org/officeDocument/2006/relationships/customXml" Target="../ink/ink264.xml"/><Relationship Id="rId429" Type="http://schemas.openxmlformats.org/officeDocument/2006/relationships/customXml" Target="../ink/ink292.xml"/><Relationship Id="rId580" Type="http://schemas.openxmlformats.org/officeDocument/2006/relationships/customXml" Target="../ink/ink368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94.xml"/><Relationship Id="rId440" Type="http://schemas.openxmlformats.org/officeDocument/2006/relationships/image" Target="../media/image297.png"/><Relationship Id="rId28" Type="http://schemas.openxmlformats.org/officeDocument/2006/relationships/customXml" Target="../ink/ink91.xml"/><Relationship Id="rId275" Type="http://schemas.openxmlformats.org/officeDocument/2006/relationships/customXml" Target="../ink/ink215.xml"/><Relationship Id="rId300" Type="http://schemas.openxmlformats.org/officeDocument/2006/relationships/image" Target="../media/image227.png"/><Relationship Id="rId482" Type="http://schemas.openxmlformats.org/officeDocument/2006/relationships/image" Target="../media/image318.png"/><Relationship Id="rId538" Type="http://schemas.openxmlformats.org/officeDocument/2006/relationships/image" Target="../media/image346.png"/><Relationship Id="rId81" Type="http://schemas.openxmlformats.org/officeDocument/2006/relationships/image" Target="../media/image118.png"/><Relationship Id="rId135" Type="http://schemas.openxmlformats.org/officeDocument/2006/relationships/image" Target="../media/image145.png"/><Relationship Id="rId177" Type="http://schemas.openxmlformats.org/officeDocument/2006/relationships/customXml" Target="../ink/ink166.xml"/><Relationship Id="rId342" Type="http://schemas.openxmlformats.org/officeDocument/2006/relationships/image" Target="../media/image248.png"/><Relationship Id="rId384" Type="http://schemas.openxmlformats.org/officeDocument/2006/relationships/image" Target="../media/image269.png"/><Relationship Id="rId591" Type="http://schemas.openxmlformats.org/officeDocument/2006/relationships/image" Target="../media/image372.png"/><Relationship Id="rId605" Type="http://schemas.openxmlformats.org/officeDocument/2006/relationships/image" Target="../media/image379.png"/><Relationship Id="rId202" Type="http://schemas.openxmlformats.org/officeDocument/2006/relationships/image" Target="../media/image178.png"/><Relationship Id="rId244" Type="http://schemas.openxmlformats.org/officeDocument/2006/relationships/image" Target="../media/image199.png"/><Relationship Id="rId39" Type="http://schemas.openxmlformats.org/officeDocument/2006/relationships/image" Target="../media/image41.png"/><Relationship Id="rId286" Type="http://schemas.openxmlformats.org/officeDocument/2006/relationships/image" Target="../media/image220.png"/><Relationship Id="rId451" Type="http://schemas.openxmlformats.org/officeDocument/2006/relationships/customXml" Target="../ink/ink303.xml"/><Relationship Id="rId493" Type="http://schemas.openxmlformats.org/officeDocument/2006/relationships/customXml" Target="../ink/ink324.xml"/><Relationship Id="rId507" Type="http://schemas.openxmlformats.org/officeDocument/2006/relationships/customXml" Target="../ink/ink331.xml"/><Relationship Id="rId549" Type="http://schemas.openxmlformats.org/officeDocument/2006/relationships/customXml" Target="../ink/ink352.xml"/><Relationship Id="rId50" Type="http://schemas.openxmlformats.org/officeDocument/2006/relationships/customXml" Target="../ink/ink102.xml"/><Relationship Id="rId104" Type="http://schemas.openxmlformats.org/officeDocument/2006/relationships/customXml" Target="../ink/ink129.xml"/><Relationship Id="rId146" Type="http://schemas.openxmlformats.org/officeDocument/2006/relationships/customXml" Target="../ink/ink150.xml"/><Relationship Id="rId188" Type="http://schemas.openxmlformats.org/officeDocument/2006/relationships/image" Target="../media/image171.png"/><Relationship Id="rId311" Type="http://schemas.openxmlformats.org/officeDocument/2006/relationships/customXml" Target="../ink/ink233.xml"/><Relationship Id="rId353" Type="http://schemas.openxmlformats.org/officeDocument/2006/relationships/customXml" Target="../ink/ink254.xml"/><Relationship Id="rId395" Type="http://schemas.openxmlformats.org/officeDocument/2006/relationships/customXml" Target="../ink/ink275.xml"/><Relationship Id="rId409" Type="http://schemas.openxmlformats.org/officeDocument/2006/relationships/customXml" Target="../ink/ink282.xml"/><Relationship Id="rId560" Type="http://schemas.openxmlformats.org/officeDocument/2006/relationships/customXml" Target="../ink/ink358.xml"/><Relationship Id="rId92" Type="http://schemas.openxmlformats.org/officeDocument/2006/relationships/customXml" Target="../ink/ink123.xml"/><Relationship Id="rId213" Type="http://schemas.openxmlformats.org/officeDocument/2006/relationships/customXml" Target="../ink/ink184.xml"/><Relationship Id="rId420" Type="http://schemas.openxmlformats.org/officeDocument/2006/relationships/image" Target="../media/image287.png"/><Relationship Id="rId255" Type="http://schemas.openxmlformats.org/officeDocument/2006/relationships/customXml" Target="../ink/ink205.xml"/><Relationship Id="rId297" Type="http://schemas.openxmlformats.org/officeDocument/2006/relationships/customXml" Target="../ink/ink226.xml"/><Relationship Id="rId462" Type="http://schemas.openxmlformats.org/officeDocument/2006/relationships/image" Target="../media/image308.png"/><Relationship Id="rId518" Type="http://schemas.openxmlformats.org/officeDocument/2006/relationships/image" Target="../media/image336.png"/><Relationship Id="rId115" Type="http://schemas.openxmlformats.org/officeDocument/2006/relationships/image" Target="../media/image135.png"/><Relationship Id="rId157" Type="http://schemas.openxmlformats.org/officeDocument/2006/relationships/image" Target="../media/image156.png"/><Relationship Id="rId322" Type="http://schemas.openxmlformats.org/officeDocument/2006/relationships/image" Target="../media/image238.png"/><Relationship Id="rId364" Type="http://schemas.openxmlformats.org/officeDocument/2006/relationships/image" Target="../media/image259.png"/><Relationship Id="rId61" Type="http://schemas.openxmlformats.org/officeDocument/2006/relationships/image" Target="../media/image108.png"/><Relationship Id="rId199" Type="http://schemas.openxmlformats.org/officeDocument/2006/relationships/customXml" Target="../ink/ink177.xml"/><Relationship Id="rId571" Type="http://schemas.openxmlformats.org/officeDocument/2006/relationships/image" Target="../media/image362.png"/><Relationship Id="rId19" Type="http://schemas.openxmlformats.org/officeDocument/2006/relationships/image" Target="../media/image88.png"/><Relationship Id="rId224" Type="http://schemas.openxmlformats.org/officeDocument/2006/relationships/image" Target="../media/image189.png"/><Relationship Id="rId266" Type="http://schemas.openxmlformats.org/officeDocument/2006/relationships/image" Target="../media/image210.png"/><Relationship Id="rId431" Type="http://schemas.openxmlformats.org/officeDocument/2006/relationships/customXml" Target="../ink/ink293.xml"/><Relationship Id="rId473" Type="http://schemas.openxmlformats.org/officeDocument/2006/relationships/customXml" Target="../ink/ink314.xml"/><Relationship Id="rId529" Type="http://schemas.openxmlformats.org/officeDocument/2006/relationships/customXml" Target="../ink/ink342.xml"/><Relationship Id="rId30" Type="http://schemas.openxmlformats.org/officeDocument/2006/relationships/customXml" Target="../ink/ink92.xml"/><Relationship Id="rId126" Type="http://schemas.openxmlformats.org/officeDocument/2006/relationships/customXml" Target="../ink/ink140.xml"/><Relationship Id="rId168" Type="http://schemas.openxmlformats.org/officeDocument/2006/relationships/customXml" Target="../ink/ink161.xml"/><Relationship Id="rId333" Type="http://schemas.openxmlformats.org/officeDocument/2006/relationships/customXml" Target="../ink/ink244.xml"/><Relationship Id="rId540" Type="http://schemas.openxmlformats.org/officeDocument/2006/relationships/image" Target="../media/image347.png"/><Relationship Id="rId72" Type="http://schemas.openxmlformats.org/officeDocument/2006/relationships/customXml" Target="../ink/ink113.xml"/><Relationship Id="rId375" Type="http://schemas.openxmlformats.org/officeDocument/2006/relationships/customXml" Target="../ink/ink265.xml"/><Relationship Id="rId582" Type="http://schemas.openxmlformats.org/officeDocument/2006/relationships/customXml" Target="../ink/ink369.xml"/><Relationship Id="rId3" Type="http://schemas.openxmlformats.org/officeDocument/2006/relationships/image" Target="../media/image80.png"/><Relationship Id="rId235" Type="http://schemas.openxmlformats.org/officeDocument/2006/relationships/customXml" Target="../ink/ink195.xml"/><Relationship Id="rId277" Type="http://schemas.openxmlformats.org/officeDocument/2006/relationships/customXml" Target="../ink/ink216.xml"/><Relationship Id="rId400" Type="http://schemas.openxmlformats.org/officeDocument/2006/relationships/image" Target="../media/image277.png"/><Relationship Id="rId442" Type="http://schemas.openxmlformats.org/officeDocument/2006/relationships/image" Target="../media/image298.png"/><Relationship Id="rId484" Type="http://schemas.openxmlformats.org/officeDocument/2006/relationships/image" Target="../media/image319.png"/><Relationship Id="rId137" Type="http://schemas.openxmlformats.org/officeDocument/2006/relationships/image" Target="../media/image146.png"/><Relationship Id="rId302" Type="http://schemas.openxmlformats.org/officeDocument/2006/relationships/image" Target="../media/image228.png"/><Relationship Id="rId344" Type="http://schemas.openxmlformats.org/officeDocument/2006/relationships/image" Target="../media/image249.png"/><Relationship Id="rId41" Type="http://schemas.openxmlformats.org/officeDocument/2006/relationships/image" Target="../media/image98.png"/><Relationship Id="rId83" Type="http://schemas.openxmlformats.org/officeDocument/2006/relationships/image" Target="../media/image119.png"/><Relationship Id="rId179" Type="http://schemas.openxmlformats.org/officeDocument/2006/relationships/customXml" Target="../ink/ink167.xml"/><Relationship Id="rId386" Type="http://schemas.openxmlformats.org/officeDocument/2006/relationships/image" Target="../media/image270.png"/><Relationship Id="rId551" Type="http://schemas.openxmlformats.org/officeDocument/2006/relationships/customXml" Target="../ink/ink353.xml"/><Relationship Id="rId593" Type="http://schemas.openxmlformats.org/officeDocument/2006/relationships/image" Target="../media/image373.png"/><Relationship Id="rId190" Type="http://schemas.openxmlformats.org/officeDocument/2006/relationships/image" Target="../media/image172.png"/><Relationship Id="rId204" Type="http://schemas.openxmlformats.org/officeDocument/2006/relationships/image" Target="../media/image179.png"/><Relationship Id="rId246" Type="http://schemas.openxmlformats.org/officeDocument/2006/relationships/image" Target="../media/image200.png"/><Relationship Id="rId288" Type="http://schemas.openxmlformats.org/officeDocument/2006/relationships/image" Target="../media/image221.png"/><Relationship Id="rId411" Type="http://schemas.openxmlformats.org/officeDocument/2006/relationships/customXml" Target="../ink/ink283.xml"/><Relationship Id="rId453" Type="http://schemas.openxmlformats.org/officeDocument/2006/relationships/customXml" Target="../ink/ink304.xml"/><Relationship Id="rId509" Type="http://schemas.openxmlformats.org/officeDocument/2006/relationships/customXml" Target="../ink/ink332.xml"/><Relationship Id="rId106" Type="http://schemas.openxmlformats.org/officeDocument/2006/relationships/customXml" Target="../ink/ink130.xml"/><Relationship Id="rId313" Type="http://schemas.openxmlformats.org/officeDocument/2006/relationships/customXml" Target="../ink/ink234.xml"/><Relationship Id="rId495" Type="http://schemas.openxmlformats.org/officeDocument/2006/relationships/customXml" Target="../ink/ink325.xml"/><Relationship Id="rId10" Type="http://schemas.openxmlformats.org/officeDocument/2006/relationships/customXml" Target="../ink/ink82.xml"/><Relationship Id="rId52" Type="http://schemas.openxmlformats.org/officeDocument/2006/relationships/customXml" Target="../ink/ink103.xml"/><Relationship Id="rId94" Type="http://schemas.openxmlformats.org/officeDocument/2006/relationships/customXml" Target="../ink/ink124.xml"/><Relationship Id="rId148" Type="http://schemas.openxmlformats.org/officeDocument/2006/relationships/customXml" Target="../ink/ink151.xml"/><Relationship Id="rId355" Type="http://schemas.openxmlformats.org/officeDocument/2006/relationships/customXml" Target="../ink/ink255.xml"/><Relationship Id="rId397" Type="http://schemas.openxmlformats.org/officeDocument/2006/relationships/customXml" Target="../ink/ink276.xml"/><Relationship Id="rId520" Type="http://schemas.openxmlformats.org/officeDocument/2006/relationships/image" Target="../media/image337.png"/><Relationship Id="rId562" Type="http://schemas.openxmlformats.org/officeDocument/2006/relationships/customXml" Target="../ink/ink359.xml"/><Relationship Id="rId215" Type="http://schemas.openxmlformats.org/officeDocument/2006/relationships/customXml" Target="../ink/ink185.xml"/><Relationship Id="rId257" Type="http://schemas.openxmlformats.org/officeDocument/2006/relationships/customXml" Target="../ink/ink206.xml"/><Relationship Id="rId422" Type="http://schemas.openxmlformats.org/officeDocument/2006/relationships/image" Target="../media/image288.png"/><Relationship Id="rId464" Type="http://schemas.openxmlformats.org/officeDocument/2006/relationships/image" Target="../media/image309.png"/><Relationship Id="rId299" Type="http://schemas.openxmlformats.org/officeDocument/2006/relationships/customXml" Target="../ink/ink227.xml"/><Relationship Id="rId63" Type="http://schemas.openxmlformats.org/officeDocument/2006/relationships/image" Target="../media/image109.png"/><Relationship Id="rId159" Type="http://schemas.openxmlformats.org/officeDocument/2006/relationships/image" Target="../media/image157.png"/><Relationship Id="rId366" Type="http://schemas.openxmlformats.org/officeDocument/2006/relationships/image" Target="../media/image260.png"/><Relationship Id="rId573" Type="http://schemas.openxmlformats.org/officeDocument/2006/relationships/image" Target="../media/image363.png"/><Relationship Id="rId226" Type="http://schemas.openxmlformats.org/officeDocument/2006/relationships/image" Target="../media/image190.png"/><Relationship Id="rId433" Type="http://schemas.openxmlformats.org/officeDocument/2006/relationships/customXml" Target="../ink/ink294.xml"/><Relationship Id="rId74" Type="http://schemas.openxmlformats.org/officeDocument/2006/relationships/customXml" Target="../ink/ink114.xml"/><Relationship Id="rId377" Type="http://schemas.openxmlformats.org/officeDocument/2006/relationships/customXml" Target="../ink/ink266.xml"/><Relationship Id="rId500" Type="http://schemas.openxmlformats.org/officeDocument/2006/relationships/image" Target="../media/image327.png"/><Relationship Id="rId584" Type="http://schemas.openxmlformats.org/officeDocument/2006/relationships/customXml" Target="../ink/ink370.xml"/><Relationship Id="rId5" Type="http://schemas.openxmlformats.org/officeDocument/2006/relationships/image" Target="../media/image81.png"/><Relationship Id="rId237" Type="http://schemas.openxmlformats.org/officeDocument/2006/relationships/customXml" Target="../ink/ink196.xml"/><Relationship Id="rId444" Type="http://schemas.openxmlformats.org/officeDocument/2006/relationships/image" Target="../media/image299.png"/><Relationship Id="rId290" Type="http://schemas.openxmlformats.org/officeDocument/2006/relationships/image" Target="../media/image222.png"/><Relationship Id="rId304" Type="http://schemas.openxmlformats.org/officeDocument/2006/relationships/image" Target="../media/image229.png"/><Relationship Id="rId388" Type="http://schemas.openxmlformats.org/officeDocument/2006/relationships/image" Target="../media/image271.png"/><Relationship Id="rId511" Type="http://schemas.openxmlformats.org/officeDocument/2006/relationships/customXml" Target="../ink/ink333.xml"/><Relationship Id="rId85" Type="http://schemas.openxmlformats.org/officeDocument/2006/relationships/image" Target="../media/image120.png"/><Relationship Id="rId150" Type="http://schemas.openxmlformats.org/officeDocument/2006/relationships/customXml" Target="../ink/ink152.xml"/><Relationship Id="rId595" Type="http://schemas.openxmlformats.org/officeDocument/2006/relationships/image" Target="../media/image374.png"/><Relationship Id="rId248" Type="http://schemas.openxmlformats.org/officeDocument/2006/relationships/image" Target="../media/image201.png"/><Relationship Id="rId455" Type="http://schemas.openxmlformats.org/officeDocument/2006/relationships/customXml" Target="../ink/ink305.xml"/><Relationship Id="rId12" Type="http://schemas.openxmlformats.org/officeDocument/2006/relationships/customXml" Target="../ink/ink83.xml"/><Relationship Id="rId108" Type="http://schemas.openxmlformats.org/officeDocument/2006/relationships/customXml" Target="../ink/ink131.xml"/><Relationship Id="rId315" Type="http://schemas.openxmlformats.org/officeDocument/2006/relationships/customXml" Target="../ink/ink235.xml"/><Relationship Id="rId522" Type="http://schemas.openxmlformats.org/officeDocument/2006/relationships/image" Target="../media/image338.png"/><Relationship Id="rId96" Type="http://schemas.openxmlformats.org/officeDocument/2006/relationships/customXml" Target="../ink/ink125.xml"/><Relationship Id="rId161" Type="http://schemas.openxmlformats.org/officeDocument/2006/relationships/image" Target="../media/image158.png"/><Relationship Id="rId399" Type="http://schemas.openxmlformats.org/officeDocument/2006/relationships/customXml" Target="../ink/ink277.xml"/><Relationship Id="rId259" Type="http://schemas.openxmlformats.org/officeDocument/2006/relationships/customXml" Target="../ink/ink207.xml"/><Relationship Id="rId466" Type="http://schemas.openxmlformats.org/officeDocument/2006/relationships/image" Target="../media/image310.png"/><Relationship Id="rId23" Type="http://schemas.openxmlformats.org/officeDocument/2006/relationships/image" Target="../media/image90.png"/><Relationship Id="rId119" Type="http://schemas.openxmlformats.org/officeDocument/2006/relationships/image" Target="../media/image137.png"/><Relationship Id="rId326" Type="http://schemas.openxmlformats.org/officeDocument/2006/relationships/image" Target="../media/image240.png"/><Relationship Id="rId533" Type="http://schemas.openxmlformats.org/officeDocument/2006/relationships/customXml" Target="../ink/ink344.xml"/><Relationship Id="rId172" Type="http://schemas.openxmlformats.org/officeDocument/2006/relationships/image" Target="../media/image163.png"/><Relationship Id="rId477" Type="http://schemas.openxmlformats.org/officeDocument/2006/relationships/customXml" Target="../ink/ink316.xml"/><Relationship Id="rId600" Type="http://schemas.openxmlformats.org/officeDocument/2006/relationships/customXml" Target="../ink/ink378.xml"/><Relationship Id="rId337" Type="http://schemas.openxmlformats.org/officeDocument/2006/relationships/customXml" Target="../ink/ink246.xml"/><Relationship Id="rId34" Type="http://schemas.openxmlformats.org/officeDocument/2006/relationships/customXml" Target="../ink/ink94.xml"/><Relationship Id="rId544" Type="http://schemas.openxmlformats.org/officeDocument/2006/relationships/image" Target="../media/image349.png"/><Relationship Id="rId183" Type="http://schemas.openxmlformats.org/officeDocument/2006/relationships/customXml" Target="../ink/ink169.xml"/><Relationship Id="rId390" Type="http://schemas.openxmlformats.org/officeDocument/2006/relationships/image" Target="../media/image272.png"/><Relationship Id="rId404" Type="http://schemas.openxmlformats.org/officeDocument/2006/relationships/image" Target="../media/image279.png"/><Relationship Id="rId250" Type="http://schemas.openxmlformats.org/officeDocument/2006/relationships/image" Target="../media/image202.png"/><Relationship Id="rId488" Type="http://schemas.openxmlformats.org/officeDocument/2006/relationships/image" Target="../media/image321.png"/><Relationship Id="rId45" Type="http://schemas.openxmlformats.org/officeDocument/2006/relationships/image" Target="../media/image100.png"/><Relationship Id="rId110" Type="http://schemas.openxmlformats.org/officeDocument/2006/relationships/customXml" Target="../ink/ink132.xml"/><Relationship Id="rId348" Type="http://schemas.openxmlformats.org/officeDocument/2006/relationships/image" Target="../media/image251.png"/><Relationship Id="rId555" Type="http://schemas.openxmlformats.org/officeDocument/2006/relationships/customXml" Target="../ink/ink355.xml"/><Relationship Id="rId194" Type="http://schemas.openxmlformats.org/officeDocument/2006/relationships/image" Target="../media/image174.png"/><Relationship Id="rId208" Type="http://schemas.openxmlformats.org/officeDocument/2006/relationships/image" Target="../media/image181.png"/><Relationship Id="rId415" Type="http://schemas.openxmlformats.org/officeDocument/2006/relationships/customXml" Target="../ink/ink285.xml"/><Relationship Id="rId261" Type="http://schemas.openxmlformats.org/officeDocument/2006/relationships/customXml" Target="../ink/ink208.xml"/><Relationship Id="rId499" Type="http://schemas.openxmlformats.org/officeDocument/2006/relationships/customXml" Target="../ink/ink327.xml"/><Relationship Id="rId56" Type="http://schemas.openxmlformats.org/officeDocument/2006/relationships/customXml" Target="../ink/ink105.xml"/><Relationship Id="rId359" Type="http://schemas.openxmlformats.org/officeDocument/2006/relationships/customXml" Target="../ink/ink257.xml"/><Relationship Id="rId566" Type="http://schemas.openxmlformats.org/officeDocument/2006/relationships/customXml" Target="../ink/ink361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3.xml"/><Relationship Id="rId21" Type="http://schemas.openxmlformats.org/officeDocument/2006/relationships/image" Target="../media/image389.png"/><Relationship Id="rId42" Type="http://schemas.openxmlformats.org/officeDocument/2006/relationships/customXml" Target="../ink/ink401.xml"/><Relationship Id="rId47" Type="http://schemas.openxmlformats.org/officeDocument/2006/relationships/image" Target="../media/image402.png"/><Relationship Id="rId63" Type="http://schemas.openxmlformats.org/officeDocument/2006/relationships/image" Target="../media/image409.png"/><Relationship Id="rId68" Type="http://schemas.openxmlformats.org/officeDocument/2006/relationships/customXml" Target="../ink/ink414.xml"/><Relationship Id="rId84" Type="http://schemas.openxmlformats.org/officeDocument/2006/relationships/customXml" Target="../ink/ink422.xml"/><Relationship Id="rId89" Type="http://schemas.openxmlformats.org/officeDocument/2006/relationships/image" Target="../media/image422.png"/><Relationship Id="rId16" Type="http://schemas.openxmlformats.org/officeDocument/2006/relationships/customXml" Target="../ink/ink388.xml"/><Relationship Id="rId107" Type="http://schemas.openxmlformats.org/officeDocument/2006/relationships/image" Target="../media/image431.png"/><Relationship Id="rId11" Type="http://schemas.openxmlformats.org/officeDocument/2006/relationships/image" Target="../media/image384.png"/><Relationship Id="rId32" Type="http://schemas.openxmlformats.org/officeDocument/2006/relationships/customXml" Target="../ink/ink396.xml"/><Relationship Id="rId37" Type="http://schemas.openxmlformats.org/officeDocument/2006/relationships/image" Target="../media/image397.png"/><Relationship Id="rId53" Type="http://schemas.openxmlformats.org/officeDocument/2006/relationships/image" Target="../media/image405.png"/><Relationship Id="rId58" Type="http://schemas.openxmlformats.org/officeDocument/2006/relationships/customXml" Target="../ink/ink409.xml"/><Relationship Id="rId74" Type="http://schemas.openxmlformats.org/officeDocument/2006/relationships/customXml" Target="../ink/ink417.xml"/><Relationship Id="rId79" Type="http://schemas.openxmlformats.org/officeDocument/2006/relationships/image" Target="../media/image417.png"/><Relationship Id="rId102" Type="http://schemas.openxmlformats.org/officeDocument/2006/relationships/customXml" Target="../ink/ink431.xml"/><Relationship Id="rId5" Type="http://schemas.openxmlformats.org/officeDocument/2006/relationships/image" Target="../media/image381.png"/><Relationship Id="rId90" Type="http://schemas.openxmlformats.org/officeDocument/2006/relationships/customXml" Target="../ink/ink425.xml"/><Relationship Id="rId95" Type="http://schemas.openxmlformats.org/officeDocument/2006/relationships/image" Target="../media/image425.png"/><Relationship Id="rId22" Type="http://schemas.openxmlformats.org/officeDocument/2006/relationships/customXml" Target="../ink/ink391.xml"/><Relationship Id="rId27" Type="http://schemas.openxmlformats.org/officeDocument/2006/relationships/image" Target="../media/image392.png"/><Relationship Id="rId43" Type="http://schemas.openxmlformats.org/officeDocument/2006/relationships/image" Target="../media/image400.png"/><Relationship Id="rId48" Type="http://schemas.openxmlformats.org/officeDocument/2006/relationships/customXml" Target="../ink/ink404.xml"/><Relationship Id="rId64" Type="http://schemas.openxmlformats.org/officeDocument/2006/relationships/customXml" Target="../ink/ink412.xml"/><Relationship Id="rId69" Type="http://schemas.openxmlformats.org/officeDocument/2006/relationships/image" Target="../media/image412.png"/><Relationship Id="rId80" Type="http://schemas.openxmlformats.org/officeDocument/2006/relationships/customXml" Target="../ink/ink420.xml"/><Relationship Id="rId85" Type="http://schemas.openxmlformats.org/officeDocument/2006/relationships/image" Target="../media/image420.png"/><Relationship Id="rId12" Type="http://schemas.openxmlformats.org/officeDocument/2006/relationships/customXml" Target="../ink/ink386.xml"/><Relationship Id="rId17" Type="http://schemas.openxmlformats.org/officeDocument/2006/relationships/image" Target="../media/image387.png"/><Relationship Id="rId33" Type="http://schemas.openxmlformats.org/officeDocument/2006/relationships/image" Target="../media/image395.png"/><Relationship Id="rId38" Type="http://schemas.openxmlformats.org/officeDocument/2006/relationships/customXml" Target="../ink/ink399.xml"/><Relationship Id="rId59" Type="http://schemas.openxmlformats.org/officeDocument/2006/relationships/image" Target="../media/image28.png"/><Relationship Id="rId103" Type="http://schemas.openxmlformats.org/officeDocument/2006/relationships/image" Target="../media/image429.png"/><Relationship Id="rId20" Type="http://schemas.openxmlformats.org/officeDocument/2006/relationships/customXml" Target="../ink/ink390.xml"/><Relationship Id="rId41" Type="http://schemas.openxmlformats.org/officeDocument/2006/relationships/image" Target="../media/image399.png"/><Relationship Id="rId54" Type="http://schemas.openxmlformats.org/officeDocument/2006/relationships/customXml" Target="../ink/ink407.xml"/><Relationship Id="rId62" Type="http://schemas.openxmlformats.org/officeDocument/2006/relationships/customXml" Target="../ink/ink411.xml"/><Relationship Id="rId70" Type="http://schemas.openxmlformats.org/officeDocument/2006/relationships/customXml" Target="../ink/ink415.xml"/><Relationship Id="rId75" Type="http://schemas.openxmlformats.org/officeDocument/2006/relationships/image" Target="../media/image415.png"/><Relationship Id="rId83" Type="http://schemas.openxmlformats.org/officeDocument/2006/relationships/image" Target="../media/image419.png"/><Relationship Id="rId88" Type="http://schemas.openxmlformats.org/officeDocument/2006/relationships/customXml" Target="../ink/ink424.xml"/><Relationship Id="rId91" Type="http://schemas.openxmlformats.org/officeDocument/2006/relationships/image" Target="../media/image423.png"/><Relationship Id="rId96" Type="http://schemas.openxmlformats.org/officeDocument/2006/relationships/customXml" Target="../ink/ink4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3.xml"/><Relationship Id="rId15" Type="http://schemas.openxmlformats.org/officeDocument/2006/relationships/image" Target="../media/image386.png"/><Relationship Id="rId23" Type="http://schemas.openxmlformats.org/officeDocument/2006/relationships/image" Target="../media/image390.png"/><Relationship Id="rId28" Type="http://schemas.openxmlformats.org/officeDocument/2006/relationships/customXml" Target="../ink/ink394.xml"/><Relationship Id="rId36" Type="http://schemas.openxmlformats.org/officeDocument/2006/relationships/customXml" Target="../ink/ink398.xml"/><Relationship Id="rId49" Type="http://schemas.openxmlformats.org/officeDocument/2006/relationships/image" Target="../media/image403.png"/><Relationship Id="rId57" Type="http://schemas.openxmlformats.org/officeDocument/2006/relationships/image" Target="../media/image407.png"/><Relationship Id="rId106" Type="http://schemas.openxmlformats.org/officeDocument/2006/relationships/customXml" Target="../ink/ink433.xml"/><Relationship Id="rId10" Type="http://schemas.openxmlformats.org/officeDocument/2006/relationships/customXml" Target="../ink/ink385.xml"/><Relationship Id="rId31" Type="http://schemas.openxmlformats.org/officeDocument/2006/relationships/image" Target="../media/image394.png"/><Relationship Id="rId44" Type="http://schemas.openxmlformats.org/officeDocument/2006/relationships/customXml" Target="../ink/ink402.xml"/><Relationship Id="rId52" Type="http://schemas.openxmlformats.org/officeDocument/2006/relationships/customXml" Target="../ink/ink406.xml"/><Relationship Id="rId60" Type="http://schemas.openxmlformats.org/officeDocument/2006/relationships/customXml" Target="../ink/ink410.xml"/><Relationship Id="rId65" Type="http://schemas.openxmlformats.org/officeDocument/2006/relationships/image" Target="../media/image410.png"/><Relationship Id="rId73" Type="http://schemas.openxmlformats.org/officeDocument/2006/relationships/image" Target="../media/image414.png"/><Relationship Id="rId78" Type="http://schemas.openxmlformats.org/officeDocument/2006/relationships/customXml" Target="../ink/ink419.xml"/><Relationship Id="rId81" Type="http://schemas.openxmlformats.org/officeDocument/2006/relationships/image" Target="../media/image418.png"/><Relationship Id="rId86" Type="http://schemas.openxmlformats.org/officeDocument/2006/relationships/customXml" Target="../ink/ink423.xml"/><Relationship Id="rId94" Type="http://schemas.openxmlformats.org/officeDocument/2006/relationships/customXml" Target="../ink/ink427.xml"/><Relationship Id="rId99" Type="http://schemas.openxmlformats.org/officeDocument/2006/relationships/image" Target="../media/image427.png"/><Relationship Id="rId101" Type="http://schemas.openxmlformats.org/officeDocument/2006/relationships/image" Target="../media/image428.png"/><Relationship Id="rId4" Type="http://schemas.openxmlformats.org/officeDocument/2006/relationships/customXml" Target="../ink/ink382.xml"/><Relationship Id="rId9" Type="http://schemas.openxmlformats.org/officeDocument/2006/relationships/image" Target="../media/image383.png"/><Relationship Id="rId13" Type="http://schemas.openxmlformats.org/officeDocument/2006/relationships/image" Target="../media/image385.png"/><Relationship Id="rId18" Type="http://schemas.openxmlformats.org/officeDocument/2006/relationships/customXml" Target="../ink/ink389.xml"/><Relationship Id="rId39" Type="http://schemas.openxmlformats.org/officeDocument/2006/relationships/image" Target="../media/image398.png"/><Relationship Id="rId34" Type="http://schemas.openxmlformats.org/officeDocument/2006/relationships/customXml" Target="../ink/ink397.xml"/><Relationship Id="rId50" Type="http://schemas.openxmlformats.org/officeDocument/2006/relationships/customXml" Target="../ink/ink405.xml"/><Relationship Id="rId55" Type="http://schemas.openxmlformats.org/officeDocument/2006/relationships/image" Target="../media/image406.png"/><Relationship Id="rId76" Type="http://schemas.openxmlformats.org/officeDocument/2006/relationships/customXml" Target="../ink/ink418.xml"/><Relationship Id="rId97" Type="http://schemas.openxmlformats.org/officeDocument/2006/relationships/image" Target="../media/image426.png"/><Relationship Id="rId104" Type="http://schemas.openxmlformats.org/officeDocument/2006/relationships/customXml" Target="../ink/ink432.xml"/><Relationship Id="rId7" Type="http://schemas.openxmlformats.org/officeDocument/2006/relationships/image" Target="../media/image382.png"/><Relationship Id="rId71" Type="http://schemas.openxmlformats.org/officeDocument/2006/relationships/image" Target="../media/image413.png"/><Relationship Id="rId92" Type="http://schemas.openxmlformats.org/officeDocument/2006/relationships/customXml" Target="../ink/ink426.xml"/><Relationship Id="rId2" Type="http://schemas.openxmlformats.org/officeDocument/2006/relationships/customXml" Target="../ink/ink381.xml"/><Relationship Id="rId29" Type="http://schemas.openxmlformats.org/officeDocument/2006/relationships/image" Target="../media/image393.png"/><Relationship Id="rId24" Type="http://schemas.openxmlformats.org/officeDocument/2006/relationships/customXml" Target="../ink/ink392.xml"/><Relationship Id="rId40" Type="http://schemas.openxmlformats.org/officeDocument/2006/relationships/customXml" Target="../ink/ink400.xml"/><Relationship Id="rId45" Type="http://schemas.openxmlformats.org/officeDocument/2006/relationships/image" Target="../media/image401.png"/><Relationship Id="rId66" Type="http://schemas.openxmlformats.org/officeDocument/2006/relationships/customXml" Target="../ink/ink413.xml"/><Relationship Id="rId87" Type="http://schemas.openxmlformats.org/officeDocument/2006/relationships/image" Target="../media/image421.png"/><Relationship Id="rId61" Type="http://schemas.openxmlformats.org/officeDocument/2006/relationships/image" Target="../media/image408.png"/><Relationship Id="rId82" Type="http://schemas.openxmlformats.org/officeDocument/2006/relationships/customXml" Target="../ink/ink421.xml"/><Relationship Id="rId19" Type="http://schemas.openxmlformats.org/officeDocument/2006/relationships/image" Target="../media/image388.png"/><Relationship Id="rId14" Type="http://schemas.openxmlformats.org/officeDocument/2006/relationships/customXml" Target="../ink/ink387.xml"/><Relationship Id="rId30" Type="http://schemas.openxmlformats.org/officeDocument/2006/relationships/customXml" Target="../ink/ink395.xml"/><Relationship Id="rId35" Type="http://schemas.openxmlformats.org/officeDocument/2006/relationships/image" Target="../media/image396.png"/><Relationship Id="rId56" Type="http://schemas.openxmlformats.org/officeDocument/2006/relationships/customXml" Target="../ink/ink408.xml"/><Relationship Id="rId77" Type="http://schemas.openxmlformats.org/officeDocument/2006/relationships/image" Target="../media/image416.png"/><Relationship Id="rId100" Type="http://schemas.openxmlformats.org/officeDocument/2006/relationships/customXml" Target="../ink/ink430.xml"/><Relationship Id="rId105" Type="http://schemas.openxmlformats.org/officeDocument/2006/relationships/image" Target="../media/image430.png"/><Relationship Id="rId8" Type="http://schemas.openxmlformats.org/officeDocument/2006/relationships/customXml" Target="../ink/ink384.xml"/><Relationship Id="rId51" Type="http://schemas.openxmlformats.org/officeDocument/2006/relationships/image" Target="../media/image404.png"/><Relationship Id="rId72" Type="http://schemas.openxmlformats.org/officeDocument/2006/relationships/customXml" Target="../ink/ink416.xml"/><Relationship Id="rId93" Type="http://schemas.openxmlformats.org/officeDocument/2006/relationships/image" Target="../media/image424.png"/><Relationship Id="rId98" Type="http://schemas.openxmlformats.org/officeDocument/2006/relationships/customXml" Target="../ink/ink429.xml"/><Relationship Id="rId3" Type="http://schemas.openxmlformats.org/officeDocument/2006/relationships/image" Target="../media/image380.png"/><Relationship Id="rId25" Type="http://schemas.openxmlformats.org/officeDocument/2006/relationships/image" Target="../media/image391.png"/><Relationship Id="rId46" Type="http://schemas.openxmlformats.org/officeDocument/2006/relationships/customXml" Target="../ink/ink403.xml"/><Relationship Id="rId67" Type="http://schemas.openxmlformats.org/officeDocument/2006/relationships/image" Target="../media/image4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46.xml"/><Relationship Id="rId21" Type="http://schemas.openxmlformats.org/officeDocument/2006/relationships/image" Target="../media/image441.png"/><Relationship Id="rId42" Type="http://schemas.openxmlformats.org/officeDocument/2006/relationships/customXml" Target="../ink/ink454.xml"/><Relationship Id="rId47" Type="http://schemas.openxmlformats.org/officeDocument/2006/relationships/image" Target="../media/image454.png"/><Relationship Id="rId63" Type="http://schemas.openxmlformats.org/officeDocument/2006/relationships/image" Target="../media/image462.png"/><Relationship Id="rId68" Type="http://schemas.openxmlformats.org/officeDocument/2006/relationships/customXml" Target="../ink/ink467.xml"/><Relationship Id="rId84" Type="http://schemas.openxmlformats.org/officeDocument/2006/relationships/customXml" Target="../ink/ink475.xml"/><Relationship Id="rId89" Type="http://schemas.openxmlformats.org/officeDocument/2006/relationships/image" Target="../media/image475.png"/><Relationship Id="rId16" Type="http://schemas.openxmlformats.org/officeDocument/2006/relationships/customXml" Target="../ink/ink441.xml"/><Relationship Id="rId107" Type="http://schemas.openxmlformats.org/officeDocument/2006/relationships/image" Target="../media/image484.png"/><Relationship Id="rId11" Type="http://schemas.openxmlformats.org/officeDocument/2006/relationships/image" Target="../media/image436.png"/><Relationship Id="rId32" Type="http://schemas.openxmlformats.org/officeDocument/2006/relationships/customXml" Target="../ink/ink449.xml"/><Relationship Id="rId37" Type="http://schemas.openxmlformats.org/officeDocument/2006/relationships/image" Target="../media/image449.png"/><Relationship Id="rId53" Type="http://schemas.openxmlformats.org/officeDocument/2006/relationships/image" Target="../media/image457.png"/><Relationship Id="rId58" Type="http://schemas.openxmlformats.org/officeDocument/2006/relationships/customXml" Target="../ink/ink462.xml"/><Relationship Id="rId74" Type="http://schemas.openxmlformats.org/officeDocument/2006/relationships/customXml" Target="../ink/ink470.xml"/><Relationship Id="rId79" Type="http://schemas.openxmlformats.org/officeDocument/2006/relationships/image" Target="../media/image470.png"/><Relationship Id="rId102" Type="http://schemas.openxmlformats.org/officeDocument/2006/relationships/customXml" Target="../ink/ink484.xml"/><Relationship Id="rId5" Type="http://schemas.openxmlformats.org/officeDocument/2006/relationships/image" Target="../media/image433.png"/><Relationship Id="rId90" Type="http://schemas.openxmlformats.org/officeDocument/2006/relationships/customXml" Target="../ink/ink478.xml"/><Relationship Id="rId95" Type="http://schemas.openxmlformats.org/officeDocument/2006/relationships/image" Target="../media/image478.png"/><Relationship Id="rId22" Type="http://schemas.openxmlformats.org/officeDocument/2006/relationships/customXml" Target="../ink/ink444.xml"/><Relationship Id="rId27" Type="http://schemas.openxmlformats.org/officeDocument/2006/relationships/image" Target="../media/image444.png"/><Relationship Id="rId43" Type="http://schemas.openxmlformats.org/officeDocument/2006/relationships/image" Target="../media/image452.png"/><Relationship Id="rId48" Type="http://schemas.openxmlformats.org/officeDocument/2006/relationships/customXml" Target="../ink/ink457.xml"/><Relationship Id="rId64" Type="http://schemas.openxmlformats.org/officeDocument/2006/relationships/customXml" Target="../ink/ink465.xml"/><Relationship Id="rId69" Type="http://schemas.openxmlformats.org/officeDocument/2006/relationships/image" Target="../media/image465.png"/><Relationship Id="rId80" Type="http://schemas.openxmlformats.org/officeDocument/2006/relationships/customXml" Target="../ink/ink473.xml"/><Relationship Id="rId85" Type="http://schemas.openxmlformats.org/officeDocument/2006/relationships/image" Target="../media/image473.png"/><Relationship Id="rId12" Type="http://schemas.openxmlformats.org/officeDocument/2006/relationships/customXml" Target="../ink/ink439.xml"/><Relationship Id="rId17" Type="http://schemas.openxmlformats.org/officeDocument/2006/relationships/image" Target="../media/image439.png"/><Relationship Id="rId33" Type="http://schemas.openxmlformats.org/officeDocument/2006/relationships/image" Target="../media/image447.png"/><Relationship Id="rId38" Type="http://schemas.openxmlformats.org/officeDocument/2006/relationships/customXml" Target="../ink/ink452.xml"/><Relationship Id="rId59" Type="http://schemas.openxmlformats.org/officeDocument/2006/relationships/image" Target="../media/image460.png"/><Relationship Id="rId103" Type="http://schemas.openxmlformats.org/officeDocument/2006/relationships/image" Target="../media/image482.png"/><Relationship Id="rId108" Type="http://schemas.openxmlformats.org/officeDocument/2006/relationships/customXml" Target="../ink/ink487.xml"/><Relationship Id="rId54" Type="http://schemas.openxmlformats.org/officeDocument/2006/relationships/customXml" Target="../ink/ink460.xml"/><Relationship Id="rId70" Type="http://schemas.openxmlformats.org/officeDocument/2006/relationships/customXml" Target="../ink/ink468.xml"/><Relationship Id="rId75" Type="http://schemas.openxmlformats.org/officeDocument/2006/relationships/image" Target="../media/image468.png"/><Relationship Id="rId91" Type="http://schemas.openxmlformats.org/officeDocument/2006/relationships/image" Target="../media/image476.png"/><Relationship Id="rId96" Type="http://schemas.openxmlformats.org/officeDocument/2006/relationships/customXml" Target="../ink/ink4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6.xml"/><Relationship Id="rId15" Type="http://schemas.openxmlformats.org/officeDocument/2006/relationships/image" Target="../media/image438.png"/><Relationship Id="rId23" Type="http://schemas.openxmlformats.org/officeDocument/2006/relationships/image" Target="../media/image442.png"/><Relationship Id="rId28" Type="http://schemas.openxmlformats.org/officeDocument/2006/relationships/customXml" Target="../ink/ink447.xml"/><Relationship Id="rId36" Type="http://schemas.openxmlformats.org/officeDocument/2006/relationships/customXml" Target="../ink/ink451.xml"/><Relationship Id="rId49" Type="http://schemas.openxmlformats.org/officeDocument/2006/relationships/image" Target="../media/image455.png"/><Relationship Id="rId57" Type="http://schemas.openxmlformats.org/officeDocument/2006/relationships/image" Target="../media/image459.png"/><Relationship Id="rId106" Type="http://schemas.openxmlformats.org/officeDocument/2006/relationships/customXml" Target="../ink/ink486.xml"/><Relationship Id="rId10" Type="http://schemas.openxmlformats.org/officeDocument/2006/relationships/customXml" Target="../ink/ink438.xml"/><Relationship Id="rId31" Type="http://schemas.openxmlformats.org/officeDocument/2006/relationships/image" Target="../media/image446.png"/><Relationship Id="rId44" Type="http://schemas.openxmlformats.org/officeDocument/2006/relationships/customXml" Target="../ink/ink455.xml"/><Relationship Id="rId52" Type="http://schemas.openxmlformats.org/officeDocument/2006/relationships/customXml" Target="../ink/ink459.xml"/><Relationship Id="rId60" Type="http://schemas.openxmlformats.org/officeDocument/2006/relationships/customXml" Target="../ink/ink463.xml"/><Relationship Id="rId65" Type="http://schemas.openxmlformats.org/officeDocument/2006/relationships/image" Target="../media/image463.png"/><Relationship Id="rId73" Type="http://schemas.openxmlformats.org/officeDocument/2006/relationships/image" Target="../media/image467.png"/><Relationship Id="rId78" Type="http://schemas.openxmlformats.org/officeDocument/2006/relationships/customXml" Target="../ink/ink472.xml"/><Relationship Id="rId81" Type="http://schemas.openxmlformats.org/officeDocument/2006/relationships/image" Target="../media/image471.png"/><Relationship Id="rId86" Type="http://schemas.openxmlformats.org/officeDocument/2006/relationships/customXml" Target="../ink/ink476.xml"/><Relationship Id="rId94" Type="http://schemas.openxmlformats.org/officeDocument/2006/relationships/customXml" Target="../ink/ink480.xml"/><Relationship Id="rId99" Type="http://schemas.openxmlformats.org/officeDocument/2006/relationships/image" Target="../media/image480.png"/><Relationship Id="rId101" Type="http://schemas.openxmlformats.org/officeDocument/2006/relationships/image" Target="../media/image481.png"/><Relationship Id="rId4" Type="http://schemas.openxmlformats.org/officeDocument/2006/relationships/customXml" Target="../ink/ink435.xml"/><Relationship Id="rId9" Type="http://schemas.openxmlformats.org/officeDocument/2006/relationships/image" Target="../media/image435.png"/><Relationship Id="rId13" Type="http://schemas.openxmlformats.org/officeDocument/2006/relationships/image" Target="../media/image437.png"/><Relationship Id="rId18" Type="http://schemas.openxmlformats.org/officeDocument/2006/relationships/customXml" Target="../ink/ink442.xml"/><Relationship Id="rId39" Type="http://schemas.openxmlformats.org/officeDocument/2006/relationships/image" Target="../media/image450.png"/><Relationship Id="rId109" Type="http://schemas.openxmlformats.org/officeDocument/2006/relationships/image" Target="../media/image485.png"/><Relationship Id="rId34" Type="http://schemas.openxmlformats.org/officeDocument/2006/relationships/customXml" Target="../ink/ink450.xml"/><Relationship Id="rId50" Type="http://schemas.openxmlformats.org/officeDocument/2006/relationships/customXml" Target="../ink/ink458.xml"/><Relationship Id="rId55" Type="http://schemas.openxmlformats.org/officeDocument/2006/relationships/image" Target="../media/image458.png"/><Relationship Id="rId76" Type="http://schemas.openxmlformats.org/officeDocument/2006/relationships/customXml" Target="../ink/ink471.xml"/><Relationship Id="rId97" Type="http://schemas.openxmlformats.org/officeDocument/2006/relationships/image" Target="../media/image479.png"/><Relationship Id="rId104" Type="http://schemas.openxmlformats.org/officeDocument/2006/relationships/customXml" Target="../ink/ink485.xml"/><Relationship Id="rId7" Type="http://schemas.openxmlformats.org/officeDocument/2006/relationships/image" Target="../media/image434.png"/><Relationship Id="rId71" Type="http://schemas.openxmlformats.org/officeDocument/2006/relationships/image" Target="../media/image466.png"/><Relationship Id="rId92" Type="http://schemas.openxmlformats.org/officeDocument/2006/relationships/customXml" Target="../ink/ink479.xml"/><Relationship Id="rId2" Type="http://schemas.openxmlformats.org/officeDocument/2006/relationships/customXml" Target="../ink/ink434.xml"/><Relationship Id="rId29" Type="http://schemas.openxmlformats.org/officeDocument/2006/relationships/image" Target="../media/image445.png"/><Relationship Id="rId24" Type="http://schemas.openxmlformats.org/officeDocument/2006/relationships/customXml" Target="../ink/ink445.xml"/><Relationship Id="rId40" Type="http://schemas.openxmlformats.org/officeDocument/2006/relationships/customXml" Target="../ink/ink453.xml"/><Relationship Id="rId45" Type="http://schemas.openxmlformats.org/officeDocument/2006/relationships/image" Target="../media/image453.png"/><Relationship Id="rId66" Type="http://schemas.openxmlformats.org/officeDocument/2006/relationships/customXml" Target="../ink/ink466.xml"/><Relationship Id="rId87" Type="http://schemas.openxmlformats.org/officeDocument/2006/relationships/image" Target="../media/image474.png"/><Relationship Id="rId110" Type="http://schemas.openxmlformats.org/officeDocument/2006/relationships/customXml" Target="../ink/ink488.xml"/><Relationship Id="rId61" Type="http://schemas.openxmlformats.org/officeDocument/2006/relationships/image" Target="../media/image461.png"/><Relationship Id="rId82" Type="http://schemas.openxmlformats.org/officeDocument/2006/relationships/customXml" Target="../ink/ink474.xml"/><Relationship Id="rId19" Type="http://schemas.openxmlformats.org/officeDocument/2006/relationships/image" Target="../media/image440.png"/><Relationship Id="rId14" Type="http://schemas.openxmlformats.org/officeDocument/2006/relationships/customXml" Target="../ink/ink440.xml"/><Relationship Id="rId30" Type="http://schemas.openxmlformats.org/officeDocument/2006/relationships/customXml" Target="../ink/ink448.xml"/><Relationship Id="rId35" Type="http://schemas.openxmlformats.org/officeDocument/2006/relationships/image" Target="../media/image448.png"/><Relationship Id="rId56" Type="http://schemas.openxmlformats.org/officeDocument/2006/relationships/customXml" Target="../ink/ink461.xml"/><Relationship Id="rId77" Type="http://schemas.openxmlformats.org/officeDocument/2006/relationships/image" Target="../media/image469.png"/><Relationship Id="rId100" Type="http://schemas.openxmlformats.org/officeDocument/2006/relationships/customXml" Target="../ink/ink483.xml"/><Relationship Id="rId105" Type="http://schemas.openxmlformats.org/officeDocument/2006/relationships/image" Target="../media/image483.png"/><Relationship Id="rId8" Type="http://schemas.openxmlformats.org/officeDocument/2006/relationships/customXml" Target="../ink/ink437.xml"/><Relationship Id="rId51" Type="http://schemas.openxmlformats.org/officeDocument/2006/relationships/image" Target="../media/image456.png"/><Relationship Id="rId72" Type="http://schemas.openxmlformats.org/officeDocument/2006/relationships/customXml" Target="../ink/ink469.xml"/><Relationship Id="rId93" Type="http://schemas.openxmlformats.org/officeDocument/2006/relationships/image" Target="../media/image477.png"/><Relationship Id="rId98" Type="http://schemas.openxmlformats.org/officeDocument/2006/relationships/customXml" Target="../ink/ink482.xml"/><Relationship Id="rId3" Type="http://schemas.openxmlformats.org/officeDocument/2006/relationships/image" Target="../media/image432.png"/><Relationship Id="rId25" Type="http://schemas.openxmlformats.org/officeDocument/2006/relationships/image" Target="../media/image443.png"/><Relationship Id="rId46" Type="http://schemas.openxmlformats.org/officeDocument/2006/relationships/customXml" Target="../ink/ink456.xml"/><Relationship Id="rId67" Type="http://schemas.openxmlformats.org/officeDocument/2006/relationships/image" Target="../media/image464.png"/><Relationship Id="rId20" Type="http://schemas.openxmlformats.org/officeDocument/2006/relationships/customXml" Target="../ink/ink443.xml"/><Relationship Id="rId41" Type="http://schemas.openxmlformats.org/officeDocument/2006/relationships/image" Target="../media/image451.png"/><Relationship Id="rId62" Type="http://schemas.openxmlformats.org/officeDocument/2006/relationships/customXml" Target="../ink/ink464.xml"/><Relationship Id="rId83" Type="http://schemas.openxmlformats.org/officeDocument/2006/relationships/image" Target="../media/image472.png"/><Relationship Id="rId88" Type="http://schemas.openxmlformats.org/officeDocument/2006/relationships/customXml" Target="../ink/ink477.xml"/><Relationship Id="rId111" Type="http://schemas.openxmlformats.org/officeDocument/2006/relationships/image" Target="../media/image4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B7F4-71A1-2D51-0FE3-B9789271C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Project Selection Criteria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6D414-F0EB-0A4D-20AB-F3E17D5C03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122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4653-8FBE-E4E3-8BCF-06D9EB6C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 IT Project Selection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2CD8D-B545-3C36-43DE-AF49678B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1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DA79-261A-B516-46E7-E7ECC2EC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Return on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E4258-64CB-E230-EC4C-B5FD890A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ZA" dirty="0"/>
              <a:t>Payback Period (PP)</a:t>
            </a:r>
          </a:p>
          <a:p>
            <a:pPr marL="514350" indent="-514350">
              <a:buFont typeface="+mj-lt"/>
              <a:buAutoNum type="arabicPeriod"/>
            </a:pPr>
            <a:r>
              <a:rPr lang="en-ZA" dirty="0"/>
              <a:t>Accounting Rate of Return (ARR)</a:t>
            </a:r>
          </a:p>
          <a:p>
            <a:pPr marL="514350" indent="-514350">
              <a:buFont typeface="+mj-lt"/>
              <a:buAutoNum type="arabicPeriod"/>
            </a:pPr>
            <a:r>
              <a:rPr lang="en-ZA" dirty="0"/>
              <a:t>Net Present Value (NPV)</a:t>
            </a:r>
          </a:p>
          <a:p>
            <a:pPr marL="514350" indent="-514350">
              <a:buFont typeface="+mj-lt"/>
              <a:buAutoNum type="arabicPeriod"/>
            </a:pPr>
            <a:r>
              <a:rPr lang="en-ZA" dirty="0"/>
              <a:t>Internal Rate of Return (IRR)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95447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2407-FD26-F122-FA25-6657B811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Payback Period (PP)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FB6481-000B-13FE-26E5-15FD69C8D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ZA" dirty="0"/>
                  <a:t>How long does it take to recoup or recover our initial outlay?</a:t>
                </a:r>
              </a:p>
              <a:p>
                <a:r>
                  <a:rPr lang="en-US" dirty="0"/>
                  <a:t>Payback period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𝐼𝑛𝑖𝑡𝑖𝑎𝑙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𝑂𝑢𝑡𝑙𝑎𝑦</m:t>
                        </m:r>
                      </m:num>
                      <m:den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𝑎𝑣𝑒𝑟𝑎𝑔𝑒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𝑎𝑛𝑛𝑢𝑎𝑙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𝑐𝑎𝑠h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den>
                    </m:f>
                  </m:oMath>
                </a14:m>
                <a:endParaRPr lang="en-ZA" dirty="0"/>
              </a:p>
              <a:p>
                <a:endParaRPr lang="en-Z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FB6481-000B-13FE-26E5-15FD69C8D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40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01F-2C37-C78A-5BFB-137DC9A0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Accounting Rate of Return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D57383-DB0A-6746-E0D7-676B7444F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ZA" dirty="0"/>
                  <a:t>What proportion of our initial investment are we recovering each year?</a:t>
                </a:r>
              </a:p>
              <a:p>
                <a14:m>
                  <m:oMath xmlns:m="http://schemas.openxmlformats.org/officeDocument/2006/math">
                    <m:r>
                      <a:rPr lang="en-ZA" b="0" i="1" smtClean="0">
                        <a:latin typeface="Cambria Math" panose="02040503050406030204" pitchFamily="18" charset="0"/>
                      </a:rPr>
                      <m:t>𝐴𝑅𝑅</m:t>
                    </m:r>
                    <m:r>
                      <a:rPr lang="en-ZA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Z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𝑎𝑣𝑒𝑟𝑎𝑔𝑒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𝑎𝑛𝑛𝑢𝑎𝑙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𝑐𝑎𝑠h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num>
                      <m:den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𝐼𝑛𝑖𝑡𝑖𝑎𝑙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𝑂𝑢𝑡𝑙𝑎𝑦</m:t>
                        </m:r>
                      </m:den>
                    </m:f>
                    <m:r>
                      <a:rPr lang="en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</m:oMath>
                </a14:m>
                <a:endParaRPr lang="en-Z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D57383-DB0A-6746-E0D7-676B7444F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90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C98B-2899-B98C-AB3B-A80E6946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Time Value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59594-4B3B-D467-671E-807390E5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77311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Given a situation where I borrow money from a friend. I will pay back the friend after 1 year, without them feeling any disadvantage. </a:t>
            </a:r>
          </a:p>
          <a:p>
            <a:r>
              <a:rPr lang="en-ZA" dirty="0"/>
              <a:t>In other words if my friend had no intention of spending the money for 1 year, but instead put it into a safe bank which would give him 10% interest a year.</a:t>
            </a:r>
          </a:p>
          <a:p>
            <a:r>
              <a:rPr lang="en-ZA" dirty="0"/>
              <a:t>If I pay him back after a year, then I need to give my the money plus 10% of the value of the money.</a:t>
            </a:r>
          </a:p>
          <a:p>
            <a:r>
              <a:rPr lang="en-ZA" dirty="0"/>
              <a:t>The idea is that my friend is indifferent to whether he gives me the money for a year, or puts it in the bank for a year.</a:t>
            </a:r>
          </a:p>
          <a:p>
            <a:endParaRPr lang="en-ZA" dirty="0"/>
          </a:p>
          <a:p>
            <a:endParaRPr lang="en-ZA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AA48E9-E53B-366F-412A-8ED635C9A0EC}"/>
              </a:ext>
            </a:extLst>
          </p:cNvPr>
          <p:cNvGrpSpPr/>
          <p:nvPr/>
        </p:nvGrpSpPr>
        <p:grpSpPr>
          <a:xfrm>
            <a:off x="2181384" y="5364576"/>
            <a:ext cx="612000" cy="519840"/>
            <a:chOff x="2181384" y="5364576"/>
            <a:chExt cx="612000" cy="51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991FD2-9BE6-BA9E-AA2B-0AB695809E9A}"/>
                    </a:ext>
                  </a:extLst>
                </p14:cNvPr>
                <p14:cNvContentPartPr/>
                <p14:nvPr/>
              </p14:nvContentPartPr>
              <p14:xfrm>
                <a:off x="2188584" y="5454936"/>
                <a:ext cx="95400" cy="55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991FD2-9BE6-BA9E-AA2B-0AB695809E9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84264" y="5450616"/>
                  <a:ext cx="104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8EBA91-2B98-4545-254D-34A6146379BC}"/>
                    </a:ext>
                  </a:extLst>
                </p14:cNvPr>
                <p14:cNvContentPartPr/>
                <p14:nvPr/>
              </p14:nvContentPartPr>
              <p14:xfrm>
                <a:off x="2181384" y="5391936"/>
                <a:ext cx="221400" cy="293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8EBA91-2B98-4545-254D-34A6146379B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77064" y="5387616"/>
                  <a:ext cx="2300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5C252D-6F65-57DF-CF2F-53EADABF4DAA}"/>
                    </a:ext>
                  </a:extLst>
                </p14:cNvPr>
                <p14:cNvContentPartPr/>
                <p14:nvPr/>
              </p14:nvContentPartPr>
              <p14:xfrm>
                <a:off x="2420064" y="5426856"/>
                <a:ext cx="88200" cy="82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5C252D-6F65-57DF-CF2F-53EADABF4D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15744" y="5422536"/>
                  <a:ext cx="96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750DBF2-3DAF-C730-027B-B2D6E606AF41}"/>
                    </a:ext>
                  </a:extLst>
                </p14:cNvPr>
                <p14:cNvContentPartPr/>
                <p14:nvPr/>
              </p14:nvContentPartPr>
              <p14:xfrm>
                <a:off x="2526264" y="5428656"/>
                <a:ext cx="108720" cy="59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750DBF2-3DAF-C730-027B-B2D6E606AF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21944" y="5424336"/>
                  <a:ext cx="117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5FE5810-E067-4569-5B28-3C4B3CBB8C0F}"/>
                    </a:ext>
                  </a:extLst>
                </p14:cNvPr>
                <p14:cNvContentPartPr/>
                <p14:nvPr/>
              </p14:nvContentPartPr>
              <p14:xfrm>
                <a:off x="2692584" y="5364576"/>
                <a:ext cx="100800" cy="116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5FE5810-E067-4569-5B28-3C4B3CBB8C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88264" y="5360256"/>
                  <a:ext cx="109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3CA083-8F57-F5BD-FADF-DB5F657FBA82}"/>
                    </a:ext>
                  </a:extLst>
                </p14:cNvPr>
                <p14:cNvContentPartPr/>
                <p14:nvPr/>
              </p14:nvContentPartPr>
              <p14:xfrm>
                <a:off x="2361384" y="5714856"/>
                <a:ext cx="144360" cy="169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3CA083-8F57-F5BD-FADF-DB5F657FBA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57064" y="5710536"/>
                  <a:ext cx="15300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E67F3C-7566-461C-CB6A-19560A6213E1}"/>
              </a:ext>
            </a:extLst>
          </p:cNvPr>
          <p:cNvGrpSpPr/>
          <p:nvPr/>
        </p:nvGrpSpPr>
        <p:grpSpPr>
          <a:xfrm>
            <a:off x="1337544" y="5975856"/>
            <a:ext cx="451440" cy="251280"/>
            <a:chOff x="1337544" y="5975856"/>
            <a:chExt cx="45144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D3CECA-4510-073C-DBC1-4E4CC7579C00}"/>
                    </a:ext>
                  </a:extLst>
                </p14:cNvPr>
                <p14:cNvContentPartPr/>
                <p14:nvPr/>
              </p14:nvContentPartPr>
              <p14:xfrm>
                <a:off x="1337544" y="6095376"/>
                <a:ext cx="102960" cy="131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D3CECA-4510-073C-DBC1-4E4CC7579C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33224" y="6091056"/>
                  <a:ext cx="111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A3C6F4-B0D7-6709-1759-2DD377A24094}"/>
                    </a:ext>
                  </a:extLst>
                </p14:cNvPr>
                <p14:cNvContentPartPr/>
                <p14:nvPr/>
              </p14:nvContentPartPr>
              <p14:xfrm>
                <a:off x="1439784" y="6102576"/>
                <a:ext cx="81000" cy="10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A3C6F4-B0D7-6709-1759-2DD377A240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35464" y="6098256"/>
                  <a:ext cx="896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1B1C55-4C2C-9661-71B3-F38D81E6912A}"/>
                    </a:ext>
                  </a:extLst>
                </p14:cNvPr>
                <p14:cNvContentPartPr/>
                <p14:nvPr/>
              </p14:nvContentPartPr>
              <p14:xfrm>
                <a:off x="1569024" y="5975856"/>
                <a:ext cx="134640" cy="233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1B1C55-4C2C-9661-71B3-F38D81E6912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64704" y="5971536"/>
                  <a:ext cx="1432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D60520C-8C08-FFBF-CF7D-C29FC83BE1B1}"/>
                    </a:ext>
                  </a:extLst>
                </p14:cNvPr>
                <p14:cNvContentPartPr/>
                <p14:nvPr/>
              </p14:nvContentPartPr>
              <p14:xfrm>
                <a:off x="1722744" y="6110496"/>
                <a:ext cx="66240" cy="89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D60520C-8C08-FFBF-CF7D-C29FC83BE1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18424" y="6106176"/>
                  <a:ext cx="7488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CBF5A6-5A35-8557-BAC6-4BA6C0F8384D}"/>
              </a:ext>
            </a:extLst>
          </p:cNvPr>
          <p:cNvGrpSpPr/>
          <p:nvPr/>
        </p:nvGrpSpPr>
        <p:grpSpPr>
          <a:xfrm>
            <a:off x="2098224" y="6063696"/>
            <a:ext cx="629640" cy="199440"/>
            <a:chOff x="2098224" y="6063696"/>
            <a:chExt cx="62964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CFB449-4375-D172-5798-55FFCE4D53E0}"/>
                    </a:ext>
                  </a:extLst>
                </p14:cNvPr>
                <p14:cNvContentPartPr/>
                <p14:nvPr/>
              </p14:nvContentPartPr>
              <p14:xfrm>
                <a:off x="2098224" y="6063696"/>
                <a:ext cx="133560" cy="199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CFB449-4375-D172-5798-55FFCE4D53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93904" y="6059376"/>
                  <a:ext cx="1422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F79ACE-8E89-C8D6-B9F7-D290266AB6E6}"/>
                    </a:ext>
                  </a:extLst>
                </p14:cNvPr>
                <p14:cNvContentPartPr/>
                <p14:nvPr/>
              </p14:nvContentPartPr>
              <p14:xfrm>
                <a:off x="2362824" y="6109776"/>
                <a:ext cx="11160" cy="119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F79ACE-8E89-C8D6-B9F7-D290266AB6E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8504" y="6105456"/>
                  <a:ext cx="19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D928846-7FBC-82BB-05F7-189E694E707F}"/>
                    </a:ext>
                  </a:extLst>
                </p14:cNvPr>
                <p14:cNvContentPartPr/>
                <p14:nvPr/>
              </p14:nvContentPartPr>
              <p14:xfrm>
                <a:off x="2450664" y="6083856"/>
                <a:ext cx="87120" cy="112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D928846-7FBC-82BB-05F7-189E694E70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6344" y="6079536"/>
                  <a:ext cx="957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ADE7CB-67B2-43E1-987C-609B0C6E21CE}"/>
                    </a:ext>
                  </a:extLst>
                </p14:cNvPr>
                <p14:cNvContentPartPr/>
                <p14:nvPr/>
              </p14:nvContentPartPr>
              <p14:xfrm>
                <a:off x="2612664" y="6096456"/>
                <a:ext cx="115200" cy="113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ADE7CB-67B2-43E1-987C-609B0C6E21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8344" y="6092136"/>
                  <a:ext cx="12384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12879B-4BC1-A44B-FF11-E59D78103B60}"/>
              </a:ext>
            </a:extLst>
          </p:cNvPr>
          <p:cNvGrpSpPr/>
          <p:nvPr/>
        </p:nvGrpSpPr>
        <p:grpSpPr>
          <a:xfrm>
            <a:off x="3520224" y="5333616"/>
            <a:ext cx="685080" cy="240840"/>
            <a:chOff x="3520224" y="5333616"/>
            <a:chExt cx="68508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BAF7DC-D0CD-B260-8914-FE6C6D996769}"/>
                    </a:ext>
                  </a:extLst>
                </p14:cNvPr>
                <p14:cNvContentPartPr/>
                <p14:nvPr/>
              </p14:nvContentPartPr>
              <p14:xfrm>
                <a:off x="3524544" y="5367456"/>
                <a:ext cx="105120" cy="44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BAF7DC-D0CD-B260-8914-FE6C6D99676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20224" y="5363136"/>
                  <a:ext cx="113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4AECBE-4767-8AF9-4DAC-6C0EE1F5611D}"/>
                    </a:ext>
                  </a:extLst>
                </p14:cNvPr>
                <p14:cNvContentPartPr/>
                <p14:nvPr/>
              </p14:nvContentPartPr>
              <p14:xfrm>
                <a:off x="3520224" y="5342616"/>
                <a:ext cx="175680" cy="231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4AECBE-4767-8AF9-4DAC-6C0EE1F561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15904" y="5338296"/>
                  <a:ext cx="184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3FA5C8-DED6-0BDA-B9B8-397711C400CF}"/>
                    </a:ext>
                  </a:extLst>
                </p14:cNvPr>
                <p14:cNvContentPartPr/>
                <p14:nvPr/>
              </p14:nvContentPartPr>
              <p14:xfrm>
                <a:off x="3760704" y="5357376"/>
                <a:ext cx="149400" cy="88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3FA5C8-DED6-0BDA-B9B8-397711C400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56384" y="5353056"/>
                  <a:ext cx="158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3F2A78-0FDB-2615-5A68-C1FFB2C1CF83}"/>
                    </a:ext>
                  </a:extLst>
                </p14:cNvPr>
                <p14:cNvContentPartPr/>
                <p14:nvPr/>
              </p14:nvContentPartPr>
              <p14:xfrm>
                <a:off x="3889944" y="5355576"/>
                <a:ext cx="137160" cy="10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3F2A78-0FDB-2615-5A68-C1FFB2C1CF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85624" y="5351256"/>
                  <a:ext cx="1458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26C4E5-A988-976D-67BD-2784D88FFAD7}"/>
                    </a:ext>
                  </a:extLst>
                </p14:cNvPr>
                <p14:cNvContentPartPr/>
                <p14:nvPr/>
              </p14:nvContentPartPr>
              <p14:xfrm>
                <a:off x="4088664" y="5333616"/>
                <a:ext cx="116640" cy="10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26C4E5-A988-976D-67BD-2784D88FFA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84344" y="5329296"/>
                  <a:ext cx="12528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67EE127-9736-EF50-5E1B-C92D0DFF11FD}"/>
                  </a:ext>
                </a:extLst>
              </p14:cNvPr>
              <p14:cNvContentPartPr/>
              <p14:nvPr/>
            </p14:nvContentPartPr>
            <p14:xfrm>
              <a:off x="3775824" y="5657256"/>
              <a:ext cx="21960" cy="2109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67EE127-9736-EF50-5E1B-C92D0DFF11F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71504" y="5652936"/>
                <a:ext cx="3060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76F48142-1017-0D4C-1725-D84945113AD0}"/>
              </a:ext>
            </a:extLst>
          </p:cNvPr>
          <p:cNvGrpSpPr/>
          <p:nvPr/>
        </p:nvGrpSpPr>
        <p:grpSpPr>
          <a:xfrm>
            <a:off x="3504744" y="5845896"/>
            <a:ext cx="1168920" cy="267480"/>
            <a:chOff x="3504744" y="5845896"/>
            <a:chExt cx="116892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1C45BE-29DA-5B2D-D18F-F1BBCBA62C51}"/>
                    </a:ext>
                  </a:extLst>
                </p14:cNvPr>
                <p14:cNvContentPartPr/>
                <p14:nvPr/>
              </p14:nvContentPartPr>
              <p14:xfrm>
                <a:off x="3504744" y="5948496"/>
                <a:ext cx="105480" cy="164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1C45BE-29DA-5B2D-D18F-F1BBCBA62C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00424" y="5944176"/>
                  <a:ext cx="114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E19B37-F957-B08E-556C-13937F49EAB2}"/>
                    </a:ext>
                  </a:extLst>
                </p14:cNvPr>
                <p14:cNvContentPartPr/>
                <p14:nvPr/>
              </p14:nvContentPartPr>
              <p14:xfrm>
                <a:off x="3683664" y="5964336"/>
                <a:ext cx="26640" cy="11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E19B37-F957-B08E-556C-13937F49EA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79344" y="5960016"/>
                  <a:ext cx="35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9D7EB99-E88B-A72E-B377-B85C245233E0}"/>
                    </a:ext>
                  </a:extLst>
                </p14:cNvPr>
                <p14:cNvContentPartPr/>
                <p14:nvPr/>
              </p14:nvContentPartPr>
              <p14:xfrm>
                <a:off x="3753864" y="5964336"/>
                <a:ext cx="71280" cy="98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9D7EB99-E88B-A72E-B377-B85C245233E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49544" y="5960016"/>
                  <a:ext cx="79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12352D-385D-6D26-283C-498F61C749C0}"/>
                    </a:ext>
                  </a:extLst>
                </p14:cNvPr>
                <p14:cNvContentPartPr/>
                <p14:nvPr/>
              </p14:nvContentPartPr>
              <p14:xfrm>
                <a:off x="3864384" y="5961816"/>
                <a:ext cx="73440" cy="10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12352D-385D-6D26-283C-498F61C749C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60064" y="5957496"/>
                  <a:ext cx="82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06A989-9B72-5C31-C7DD-4AE9A1CF7912}"/>
                    </a:ext>
                  </a:extLst>
                </p14:cNvPr>
                <p14:cNvContentPartPr/>
                <p14:nvPr/>
              </p14:nvContentPartPr>
              <p14:xfrm>
                <a:off x="4112064" y="5948856"/>
                <a:ext cx="15120" cy="114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06A989-9B72-5C31-C7DD-4AE9A1CF791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07744" y="5944536"/>
                  <a:ext cx="23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F92109-4194-2657-CEAB-90FDF4F3A966}"/>
                    </a:ext>
                  </a:extLst>
                </p14:cNvPr>
                <p14:cNvContentPartPr/>
                <p14:nvPr/>
              </p14:nvContentPartPr>
              <p14:xfrm>
                <a:off x="4080384" y="6002496"/>
                <a:ext cx="112680" cy="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F92109-4194-2657-CEAB-90FDF4F3A9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76064" y="5998176"/>
                  <a:ext cx="1213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010BCB1-A71C-A854-AB5A-F2AD16F630FB}"/>
                    </a:ext>
                  </a:extLst>
                </p14:cNvPr>
                <p14:cNvContentPartPr/>
                <p14:nvPr/>
              </p14:nvContentPartPr>
              <p14:xfrm>
                <a:off x="4334184" y="5938416"/>
                <a:ext cx="7560" cy="92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010BCB1-A71C-A854-AB5A-F2AD16F630F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29864" y="5934096"/>
                  <a:ext cx="16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95FFFF-A0C5-A27F-2861-40BE93887224}"/>
                    </a:ext>
                  </a:extLst>
                </p14:cNvPr>
                <p14:cNvContentPartPr/>
                <p14:nvPr/>
              </p14:nvContentPartPr>
              <p14:xfrm>
                <a:off x="4416624" y="5923656"/>
                <a:ext cx="66600" cy="86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95FFFF-A0C5-A27F-2861-40BE938872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12304" y="5919336"/>
                  <a:ext cx="75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3DEE13-9D6C-5BA0-9DB7-CD77C493A3DE}"/>
                    </a:ext>
                  </a:extLst>
                </p14:cNvPr>
                <p14:cNvContentPartPr/>
                <p14:nvPr/>
              </p14:nvContentPartPr>
              <p14:xfrm>
                <a:off x="4543704" y="5845896"/>
                <a:ext cx="129960" cy="235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3DEE13-9D6C-5BA0-9DB7-CD77C493A3D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39384" y="5841576"/>
                  <a:ext cx="138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1E1D20-367A-5D91-D981-44BD5E4E5EC8}"/>
                    </a:ext>
                  </a:extLst>
                </p14:cNvPr>
                <p14:cNvContentPartPr/>
                <p14:nvPr/>
              </p14:nvContentPartPr>
              <p14:xfrm>
                <a:off x="4599864" y="6036696"/>
                <a:ext cx="60840" cy="50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1E1D20-367A-5D91-D981-44BD5E4E5E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95544" y="6032376"/>
                  <a:ext cx="694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6545921-63BD-FC99-EDFF-DC8803B984AF}"/>
              </a:ext>
            </a:extLst>
          </p:cNvPr>
          <p:cNvGrpSpPr/>
          <p:nvPr/>
        </p:nvGrpSpPr>
        <p:grpSpPr>
          <a:xfrm>
            <a:off x="4869144" y="5837976"/>
            <a:ext cx="1045800" cy="230760"/>
            <a:chOff x="4869144" y="5837976"/>
            <a:chExt cx="104580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0482779-5F85-512E-F747-202DD618DA81}"/>
                    </a:ext>
                  </a:extLst>
                </p14:cNvPr>
                <p14:cNvContentPartPr/>
                <p14:nvPr/>
              </p14:nvContentPartPr>
              <p14:xfrm>
                <a:off x="4869144" y="5978016"/>
                <a:ext cx="57960" cy="34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0482779-5F85-512E-F747-202DD618DA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64824" y="5973696"/>
                  <a:ext cx="66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8ED7EB-766A-8C35-E441-F9247EEC186D}"/>
                    </a:ext>
                  </a:extLst>
                </p14:cNvPr>
                <p14:cNvContentPartPr/>
                <p14:nvPr/>
              </p14:nvContentPartPr>
              <p14:xfrm>
                <a:off x="4999824" y="5837976"/>
                <a:ext cx="110160" cy="230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8ED7EB-766A-8C35-E441-F9247EEC186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95504" y="5833656"/>
                  <a:ext cx="118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5924745-C726-6A3A-C5EB-2F5DE3584F62}"/>
                    </a:ext>
                  </a:extLst>
                </p14:cNvPr>
                <p14:cNvContentPartPr/>
                <p14:nvPr/>
              </p14:nvContentPartPr>
              <p14:xfrm>
                <a:off x="4985064" y="5965056"/>
                <a:ext cx="102600" cy="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5924745-C726-6A3A-C5EB-2F5DE3584F6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80744" y="5960736"/>
                  <a:ext cx="1112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CE8D576-F8C2-065A-D15B-7A8B9D45DBCB}"/>
                    </a:ext>
                  </a:extLst>
                </p14:cNvPr>
                <p14:cNvContentPartPr/>
                <p14:nvPr/>
              </p14:nvContentPartPr>
              <p14:xfrm>
                <a:off x="5277744" y="5888016"/>
                <a:ext cx="34560" cy="162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CE8D576-F8C2-065A-D15B-7A8B9D45DBC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73424" y="5883696"/>
                  <a:ext cx="43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CD8BD4-D25F-F87D-8B0B-7A77F5BECC8F}"/>
                    </a:ext>
                  </a:extLst>
                </p14:cNvPr>
                <p14:cNvContentPartPr/>
                <p14:nvPr/>
              </p14:nvContentPartPr>
              <p14:xfrm>
                <a:off x="5391144" y="5890176"/>
                <a:ext cx="95040" cy="123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CD8BD4-D25F-F87D-8B0B-7A77F5BECC8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86824" y="5885856"/>
                  <a:ext cx="103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BCDE17-197F-511D-73BF-DEE29C2D9208}"/>
                    </a:ext>
                  </a:extLst>
                </p14:cNvPr>
                <p14:cNvContentPartPr/>
                <p14:nvPr/>
              </p14:nvContentPartPr>
              <p14:xfrm>
                <a:off x="5521464" y="5902056"/>
                <a:ext cx="100800" cy="116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BCDE17-197F-511D-73BF-DEE29C2D920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17144" y="5897736"/>
                  <a:ext cx="109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3681D5E-13EB-0651-9C7C-17911F9FC1D9}"/>
                    </a:ext>
                  </a:extLst>
                </p14:cNvPr>
                <p14:cNvContentPartPr/>
                <p14:nvPr/>
              </p14:nvContentPartPr>
              <p14:xfrm>
                <a:off x="5126544" y="5863896"/>
                <a:ext cx="112680" cy="18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3681D5E-13EB-0651-9C7C-17911F9FC1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22224" y="5859576"/>
                  <a:ext cx="121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4514B4-C0C0-F8F9-5026-E090E4A24500}"/>
                    </a:ext>
                  </a:extLst>
                </p14:cNvPr>
                <p14:cNvContentPartPr/>
                <p14:nvPr/>
              </p14:nvContentPartPr>
              <p14:xfrm>
                <a:off x="5787144" y="5919696"/>
                <a:ext cx="127800" cy="16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4514B4-C0C0-F8F9-5026-E090E4A245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82824" y="5915376"/>
                  <a:ext cx="136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A706D0F-9723-29CF-7DEF-C994C7058A90}"/>
                    </a:ext>
                  </a:extLst>
                </p14:cNvPr>
                <p14:cNvContentPartPr/>
                <p14:nvPr/>
              </p14:nvContentPartPr>
              <p14:xfrm>
                <a:off x="5787144" y="5935896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A706D0F-9723-29CF-7DEF-C994C7058A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82824" y="593157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359F4BB-3BB2-376E-A380-195EB0E1ECA1}"/>
                    </a:ext>
                  </a:extLst>
                </p14:cNvPr>
                <p14:cNvContentPartPr/>
                <p14:nvPr/>
              </p14:nvContentPartPr>
              <p14:xfrm>
                <a:off x="5765904" y="5935896"/>
                <a:ext cx="128880" cy="52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359F4BB-3BB2-376E-A380-195EB0E1EC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61584" y="5931576"/>
                  <a:ext cx="13752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B14066E-B2C4-332F-2117-2C9F770D9E69}"/>
              </a:ext>
            </a:extLst>
          </p:cNvPr>
          <p:cNvGrpSpPr/>
          <p:nvPr/>
        </p:nvGrpSpPr>
        <p:grpSpPr>
          <a:xfrm>
            <a:off x="6248304" y="5758776"/>
            <a:ext cx="700920" cy="233280"/>
            <a:chOff x="6248304" y="5758776"/>
            <a:chExt cx="70092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406C54F-010F-E080-7EF5-BFB2B7879ADF}"/>
                    </a:ext>
                  </a:extLst>
                </p14:cNvPr>
                <p14:cNvContentPartPr/>
                <p14:nvPr/>
              </p14:nvContentPartPr>
              <p14:xfrm>
                <a:off x="6248304" y="5783256"/>
                <a:ext cx="152280" cy="208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406C54F-010F-E080-7EF5-BFB2B7879AD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43984" y="5778936"/>
                  <a:ext cx="160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90BD5B6-B56C-AB64-A11D-C2BB34255359}"/>
                    </a:ext>
                  </a:extLst>
                </p14:cNvPr>
                <p14:cNvContentPartPr/>
                <p14:nvPr/>
              </p14:nvContentPartPr>
              <p14:xfrm>
                <a:off x="6521544" y="5780016"/>
                <a:ext cx="26640" cy="130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90BD5B6-B56C-AB64-A11D-C2BB342553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17224" y="5775696"/>
                  <a:ext cx="35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2BD9EF-D1E3-E761-9E06-3A592AD7DC11}"/>
                    </a:ext>
                  </a:extLst>
                </p14:cNvPr>
                <p14:cNvContentPartPr/>
                <p14:nvPr/>
              </p14:nvContentPartPr>
              <p14:xfrm>
                <a:off x="6662664" y="5774256"/>
                <a:ext cx="19800" cy="129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2BD9EF-D1E3-E761-9E06-3A592AD7DC1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58344" y="5769936"/>
                  <a:ext cx="28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5DFC4B-9707-758B-2F6E-ACDC8A3F846B}"/>
                    </a:ext>
                  </a:extLst>
                </p14:cNvPr>
                <p14:cNvContentPartPr/>
                <p14:nvPr/>
              </p14:nvContentPartPr>
              <p14:xfrm>
                <a:off x="6750144" y="5758776"/>
                <a:ext cx="115200" cy="147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5DFC4B-9707-758B-2F6E-ACDC8A3F846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45824" y="5754456"/>
                  <a:ext cx="123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2D363D-7D86-3084-8396-84A87C8E6290}"/>
                    </a:ext>
                  </a:extLst>
                </p14:cNvPr>
                <p14:cNvContentPartPr/>
                <p14:nvPr/>
              </p14:nvContentPartPr>
              <p14:xfrm>
                <a:off x="6943104" y="5875056"/>
                <a:ext cx="6120" cy="2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2D363D-7D86-3084-8396-84A87C8E62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38784" y="5870736"/>
                  <a:ext cx="14760" cy="1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C1B16E9-AFEC-ACF8-7FCC-4B5D3011C505}"/>
                  </a:ext>
                </a:extLst>
              </p14:cNvPr>
              <p14:cNvContentPartPr/>
              <p14:nvPr/>
            </p14:nvContentPartPr>
            <p14:xfrm>
              <a:off x="2047464" y="6307416"/>
              <a:ext cx="727560" cy="676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C1B16E9-AFEC-ACF8-7FCC-4B5D3011C50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043144" y="6303096"/>
                <a:ext cx="7362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4D8A96A-198F-83B7-271F-DA0F9AE1211B}"/>
                  </a:ext>
                </a:extLst>
              </p14:cNvPr>
              <p14:cNvContentPartPr/>
              <p14:nvPr/>
            </p14:nvContentPartPr>
            <p14:xfrm>
              <a:off x="1998144" y="6349536"/>
              <a:ext cx="724680" cy="230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4D8A96A-198F-83B7-271F-DA0F9AE1211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993464" y="6344856"/>
                <a:ext cx="73332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7861797E-5EE5-7860-E3E4-4A273E734CEF}"/>
              </a:ext>
            </a:extLst>
          </p:cNvPr>
          <p:cNvGrpSpPr/>
          <p:nvPr/>
        </p:nvGrpSpPr>
        <p:grpSpPr>
          <a:xfrm>
            <a:off x="6204384" y="6054696"/>
            <a:ext cx="780480" cy="101880"/>
            <a:chOff x="6204384" y="6054696"/>
            <a:chExt cx="780480" cy="10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66A84F3-9739-3D8D-66A7-C49690CCB98F}"/>
                    </a:ext>
                  </a:extLst>
                </p14:cNvPr>
                <p14:cNvContentPartPr/>
                <p14:nvPr/>
              </p14:nvContentPartPr>
              <p14:xfrm>
                <a:off x="6204384" y="6054696"/>
                <a:ext cx="780480" cy="21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66A84F3-9739-3D8D-66A7-C49690CCB98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00064" y="6050376"/>
                  <a:ext cx="789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813B4D-564C-C4F9-57A3-CCCDF532E02F}"/>
                    </a:ext>
                  </a:extLst>
                </p14:cNvPr>
                <p14:cNvContentPartPr/>
                <p14:nvPr/>
              </p14:nvContentPartPr>
              <p14:xfrm>
                <a:off x="6207624" y="6127776"/>
                <a:ext cx="742320" cy="28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813B4D-564C-C4F9-57A3-CCCDF532E02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03304" y="6123456"/>
                  <a:ext cx="7509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6D1D319-54FB-B560-FE93-B732F9D658F0}"/>
              </a:ext>
            </a:extLst>
          </p:cNvPr>
          <p:cNvGrpSpPr/>
          <p:nvPr/>
        </p:nvGrpSpPr>
        <p:grpSpPr>
          <a:xfrm>
            <a:off x="686304" y="6435576"/>
            <a:ext cx="1644120" cy="313200"/>
            <a:chOff x="686304" y="6435576"/>
            <a:chExt cx="164412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602CA8C-BFDF-55AE-2B02-81599D951708}"/>
                    </a:ext>
                  </a:extLst>
                </p14:cNvPr>
                <p14:cNvContentPartPr/>
                <p14:nvPr/>
              </p14:nvContentPartPr>
              <p14:xfrm>
                <a:off x="1881144" y="6435576"/>
                <a:ext cx="449280" cy="227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602CA8C-BFDF-55AE-2B02-81599D95170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76824" y="6431256"/>
                  <a:ext cx="457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67DFF85-5C9D-D1C2-24A9-462A17443C81}"/>
                    </a:ext>
                  </a:extLst>
                </p14:cNvPr>
                <p14:cNvContentPartPr/>
                <p14:nvPr/>
              </p14:nvContentPartPr>
              <p14:xfrm>
                <a:off x="686304" y="6599736"/>
                <a:ext cx="32040" cy="145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67DFF85-5C9D-D1C2-24A9-462A17443C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1984" y="6595416"/>
                  <a:ext cx="40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72818CA-8822-960A-56CA-D889844775EB}"/>
                    </a:ext>
                  </a:extLst>
                </p14:cNvPr>
                <p14:cNvContentPartPr/>
                <p14:nvPr/>
              </p14:nvContentPartPr>
              <p14:xfrm>
                <a:off x="713304" y="6498936"/>
                <a:ext cx="77400" cy="82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72818CA-8822-960A-56CA-D889844775E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8984" y="6494616"/>
                  <a:ext cx="860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EADF22-3BA9-20C6-4C25-4F3844DDABCD}"/>
                    </a:ext>
                  </a:extLst>
                </p14:cNvPr>
                <p14:cNvContentPartPr/>
                <p14:nvPr/>
              </p14:nvContentPartPr>
              <p14:xfrm>
                <a:off x="769464" y="6637896"/>
                <a:ext cx="73440" cy="86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EADF22-3BA9-20C6-4C25-4F3844DDABC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5144" y="6633576"/>
                  <a:ext cx="82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A15344E-F630-1692-554E-AE8AE6E4A0F0}"/>
                    </a:ext>
                  </a:extLst>
                </p14:cNvPr>
                <p14:cNvContentPartPr/>
                <p14:nvPr/>
              </p14:nvContentPartPr>
              <p14:xfrm>
                <a:off x="856944" y="6617016"/>
                <a:ext cx="73800" cy="88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A15344E-F630-1692-554E-AE8AE6E4A0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2624" y="6612696"/>
                  <a:ext cx="82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529CA7-C16B-A372-574A-90DE87686CF5}"/>
                    </a:ext>
                  </a:extLst>
                </p14:cNvPr>
                <p14:cNvContentPartPr/>
                <p14:nvPr/>
              </p14:nvContentPartPr>
              <p14:xfrm>
                <a:off x="915624" y="6628176"/>
                <a:ext cx="83160" cy="120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529CA7-C16B-A372-574A-90DE87686CF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1304" y="6623856"/>
                  <a:ext cx="91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3B77D17-EA07-175D-7C5E-DF8B1BACB1B7}"/>
                    </a:ext>
                  </a:extLst>
                </p14:cNvPr>
                <p14:cNvContentPartPr/>
                <p14:nvPr/>
              </p14:nvContentPartPr>
              <p14:xfrm>
                <a:off x="995184" y="6638976"/>
                <a:ext cx="83520" cy="91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3B77D17-EA07-175D-7C5E-DF8B1BACB1B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0864" y="6634656"/>
                  <a:ext cx="92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099C13-DACB-870B-EA1B-25A077B3A653}"/>
                    </a:ext>
                  </a:extLst>
                </p14:cNvPr>
                <p14:cNvContentPartPr/>
                <p14:nvPr/>
              </p14:nvContentPartPr>
              <p14:xfrm>
                <a:off x="1100304" y="6672816"/>
                <a:ext cx="154440" cy="36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099C13-DACB-870B-EA1B-25A077B3A6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5984" y="6668496"/>
                  <a:ext cx="163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FC525E5-613C-3939-E2A1-E104FE870201}"/>
                    </a:ext>
                  </a:extLst>
                </p14:cNvPr>
                <p14:cNvContentPartPr/>
                <p14:nvPr/>
              </p14:nvContentPartPr>
              <p14:xfrm>
                <a:off x="1232424" y="6547896"/>
                <a:ext cx="86040" cy="184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FC525E5-613C-3939-E2A1-E104FE8702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28104" y="6543576"/>
                  <a:ext cx="94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5E5ABD4-693D-6471-6ADB-4B66B41D3040}"/>
                    </a:ext>
                  </a:extLst>
                </p14:cNvPr>
                <p14:cNvContentPartPr/>
                <p14:nvPr/>
              </p14:nvContentPartPr>
              <p14:xfrm>
                <a:off x="1198584" y="6629976"/>
                <a:ext cx="158760" cy="15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5E5ABD4-693D-6471-6ADB-4B66B41D304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94264" y="6625656"/>
                  <a:ext cx="167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1003BE4-8650-5BA1-2577-49288E86B925}"/>
                    </a:ext>
                  </a:extLst>
                </p14:cNvPr>
                <p14:cNvContentPartPr/>
                <p14:nvPr/>
              </p14:nvContentPartPr>
              <p14:xfrm>
                <a:off x="1403424" y="6521256"/>
                <a:ext cx="122400" cy="202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1003BE4-8650-5BA1-2577-49288E86B9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99104" y="6516936"/>
                  <a:ext cx="131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2FB8F13-5D2B-479C-4B2C-FB61E8E5EB12}"/>
                    </a:ext>
                  </a:extLst>
                </p14:cNvPr>
                <p14:cNvContentPartPr/>
                <p14:nvPr/>
              </p14:nvContentPartPr>
              <p14:xfrm>
                <a:off x="1517184" y="6643296"/>
                <a:ext cx="98640" cy="51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2FB8F13-5D2B-479C-4B2C-FB61E8E5EB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12864" y="6638976"/>
                  <a:ext cx="107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FD6CD45-5CF3-C5F0-4F5B-21137FD96B8F}"/>
                    </a:ext>
                  </a:extLst>
                </p14:cNvPr>
                <p14:cNvContentPartPr/>
                <p14:nvPr/>
              </p14:nvContentPartPr>
              <p14:xfrm>
                <a:off x="1634904" y="6487776"/>
                <a:ext cx="139320" cy="21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FD6CD45-5CF3-C5F0-4F5B-21137FD96B8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30584" y="6483456"/>
                  <a:ext cx="147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4EB65D-C1DA-8D85-2A8E-5119C6DCA866}"/>
                    </a:ext>
                  </a:extLst>
                </p14:cNvPr>
                <p14:cNvContentPartPr/>
                <p14:nvPr/>
              </p14:nvContentPartPr>
              <p14:xfrm>
                <a:off x="1780704" y="6650496"/>
                <a:ext cx="69120" cy="5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4EB65D-C1DA-8D85-2A8E-5119C6DCA86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76384" y="6646176"/>
                  <a:ext cx="7776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F9E3C74-0D74-F782-F34A-643943F09733}"/>
              </a:ext>
            </a:extLst>
          </p:cNvPr>
          <p:cNvGrpSpPr/>
          <p:nvPr/>
        </p:nvGrpSpPr>
        <p:grpSpPr>
          <a:xfrm>
            <a:off x="6611904" y="6259176"/>
            <a:ext cx="2225160" cy="454320"/>
            <a:chOff x="6611904" y="6259176"/>
            <a:chExt cx="222516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FC93EB3-106E-86B8-9D6A-FE942492ACD8}"/>
                    </a:ext>
                  </a:extLst>
                </p14:cNvPr>
                <p14:cNvContentPartPr/>
                <p14:nvPr/>
              </p14:nvContentPartPr>
              <p14:xfrm>
                <a:off x="6695784" y="6286896"/>
                <a:ext cx="403560" cy="396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FC93EB3-106E-86B8-9D6A-FE942492ACD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91464" y="6282576"/>
                  <a:ext cx="4122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18BB9DC-8412-F222-4355-A1F6C8D1C438}"/>
                    </a:ext>
                  </a:extLst>
                </p14:cNvPr>
                <p14:cNvContentPartPr/>
                <p14:nvPr/>
              </p14:nvContentPartPr>
              <p14:xfrm>
                <a:off x="6611904" y="6259176"/>
                <a:ext cx="212040" cy="128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18BB9DC-8412-F222-4355-A1F6C8D1C43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07584" y="6254856"/>
                  <a:ext cx="220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63FD066-82D6-678D-15FE-7A61D7309615}"/>
                    </a:ext>
                  </a:extLst>
                </p14:cNvPr>
                <p14:cNvContentPartPr/>
                <p14:nvPr/>
              </p14:nvContentPartPr>
              <p14:xfrm>
                <a:off x="7183944" y="6524856"/>
                <a:ext cx="55080" cy="188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63FD066-82D6-678D-15FE-7A61D730961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79624" y="6520536"/>
                  <a:ext cx="63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89BFD2-4F7C-0FD6-E16B-B01E5D96E9C2}"/>
                    </a:ext>
                  </a:extLst>
                </p14:cNvPr>
                <p14:cNvContentPartPr/>
                <p14:nvPr/>
              </p14:nvContentPartPr>
              <p14:xfrm>
                <a:off x="7245504" y="6462576"/>
                <a:ext cx="174960" cy="26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89BFD2-4F7C-0FD6-E16B-B01E5D96E9C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41184" y="6458256"/>
                  <a:ext cx="183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69F595-0F33-3BB9-376C-F90A8C6EC203}"/>
                    </a:ext>
                  </a:extLst>
                </p14:cNvPr>
                <p14:cNvContentPartPr/>
                <p14:nvPr/>
              </p14:nvContentPartPr>
              <p14:xfrm>
                <a:off x="7208784" y="6584616"/>
                <a:ext cx="119880" cy="11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69F595-0F33-3BB9-376C-F90A8C6EC20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04464" y="6580296"/>
                  <a:ext cx="128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0DAC9C9-A353-EF11-728F-ECD53D63A1C7}"/>
                    </a:ext>
                  </a:extLst>
                </p14:cNvPr>
                <p14:cNvContentPartPr/>
                <p14:nvPr/>
              </p14:nvContentPartPr>
              <p14:xfrm>
                <a:off x="7362504" y="6617016"/>
                <a:ext cx="139320" cy="51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0DAC9C9-A353-EF11-728F-ECD53D63A1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58184" y="6612696"/>
                  <a:ext cx="147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9E785E-E839-4BEA-8DF6-52656CCD10D2}"/>
                    </a:ext>
                  </a:extLst>
                </p14:cNvPr>
                <p14:cNvContentPartPr/>
                <p14:nvPr/>
              </p14:nvContentPartPr>
              <p14:xfrm>
                <a:off x="7542864" y="6474096"/>
                <a:ext cx="73440" cy="187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9E785E-E839-4BEA-8DF6-52656CCD10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38544" y="6469776"/>
                  <a:ext cx="82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D90D834-7EA5-0654-ADD9-DD959ED0D372}"/>
                    </a:ext>
                  </a:extLst>
                </p14:cNvPr>
                <p14:cNvContentPartPr/>
                <p14:nvPr/>
              </p14:nvContentPartPr>
              <p14:xfrm>
                <a:off x="7469784" y="6585336"/>
                <a:ext cx="273600" cy="71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D90D834-7EA5-0654-ADD9-DD959ED0D37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65464" y="6581016"/>
                  <a:ext cx="282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69E6BB8-5CFD-E3DC-5808-B5AF58BF6DE4}"/>
                    </a:ext>
                  </a:extLst>
                </p14:cNvPr>
                <p14:cNvContentPartPr/>
                <p14:nvPr/>
              </p14:nvContentPartPr>
              <p14:xfrm>
                <a:off x="7798824" y="6543936"/>
                <a:ext cx="66240" cy="9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69E6BB8-5CFD-E3DC-5808-B5AF58BF6DE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94504" y="6539616"/>
                  <a:ext cx="74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9579CF7-0241-BBE0-C055-104C36ED8C6E}"/>
                    </a:ext>
                  </a:extLst>
                </p14:cNvPr>
                <p14:cNvContentPartPr/>
                <p14:nvPr/>
              </p14:nvContentPartPr>
              <p14:xfrm>
                <a:off x="7896384" y="6556896"/>
                <a:ext cx="102600" cy="84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9579CF7-0241-BBE0-C055-104C36ED8C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92064" y="6552576"/>
                  <a:ext cx="111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46FA9F2-57DF-196B-B895-B71209BB6847}"/>
                    </a:ext>
                  </a:extLst>
                </p14:cNvPr>
                <p14:cNvContentPartPr/>
                <p14:nvPr/>
              </p14:nvContentPartPr>
              <p14:xfrm>
                <a:off x="8147664" y="6388056"/>
                <a:ext cx="182880" cy="221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46FA9F2-57DF-196B-B895-B71209BB684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43344" y="6383736"/>
                  <a:ext cx="191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B87D585-0E15-63E3-E034-BD00050F9F6C}"/>
                    </a:ext>
                  </a:extLst>
                </p14:cNvPr>
                <p14:cNvContentPartPr/>
                <p14:nvPr/>
              </p14:nvContentPartPr>
              <p14:xfrm>
                <a:off x="8278704" y="6539976"/>
                <a:ext cx="110520" cy="76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B87D585-0E15-63E3-E034-BD00050F9F6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74384" y="6535656"/>
                  <a:ext cx="119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A92C032-3128-2BE1-57EA-7BEFFD08CA3B}"/>
                    </a:ext>
                  </a:extLst>
                </p14:cNvPr>
                <p14:cNvContentPartPr/>
                <p14:nvPr/>
              </p14:nvContentPartPr>
              <p14:xfrm>
                <a:off x="8479224" y="6323616"/>
                <a:ext cx="231840" cy="266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A92C032-3128-2BE1-57EA-7BEFFD08CA3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474904" y="6319296"/>
                  <a:ext cx="2404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663CB80-15FB-52B5-3F5B-52655FEE6992}"/>
                    </a:ext>
                  </a:extLst>
                </p14:cNvPr>
                <p14:cNvContentPartPr/>
                <p14:nvPr/>
              </p14:nvContentPartPr>
              <p14:xfrm>
                <a:off x="8733744" y="6511896"/>
                <a:ext cx="103320" cy="77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63CB80-15FB-52B5-3F5B-52655FEE69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729424" y="6507576"/>
                  <a:ext cx="111960" cy="8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6640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8669C9A-30B6-D09F-2D92-414251DDAA08}"/>
              </a:ext>
            </a:extLst>
          </p:cNvPr>
          <p:cNvGrpSpPr/>
          <p:nvPr/>
        </p:nvGrpSpPr>
        <p:grpSpPr>
          <a:xfrm>
            <a:off x="1898784" y="890496"/>
            <a:ext cx="663120" cy="451440"/>
            <a:chOff x="1898784" y="890496"/>
            <a:chExt cx="6631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621F326-6978-6631-3D3E-598431B41011}"/>
                    </a:ext>
                  </a:extLst>
                </p14:cNvPr>
                <p14:cNvContentPartPr/>
                <p14:nvPr/>
              </p14:nvContentPartPr>
              <p14:xfrm>
                <a:off x="2061504" y="937656"/>
                <a:ext cx="97920" cy="56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621F326-6978-6631-3D3E-598431B4101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57184" y="933336"/>
                  <a:ext cx="106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A4FAEF-4816-782E-793B-F6C50EE2065D}"/>
                    </a:ext>
                  </a:extLst>
                </p14:cNvPr>
                <p14:cNvContentPartPr/>
                <p14:nvPr/>
              </p14:nvContentPartPr>
              <p14:xfrm>
                <a:off x="1898784" y="890496"/>
                <a:ext cx="385200" cy="451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A4FAEF-4816-782E-793B-F6C50EE206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4464" y="886176"/>
                  <a:ext cx="3938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63C6094-6DFF-751A-A348-9BBDBA28D230}"/>
                    </a:ext>
                  </a:extLst>
                </p14:cNvPr>
                <p14:cNvContentPartPr/>
                <p14:nvPr/>
              </p14:nvContentPartPr>
              <p14:xfrm>
                <a:off x="2106864" y="1148256"/>
                <a:ext cx="159840" cy="90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63C6094-6DFF-751A-A348-9BBDBA28D2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2544" y="1143936"/>
                  <a:ext cx="168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56E405D-D887-AC2A-4D97-7D3E8EF37916}"/>
                    </a:ext>
                  </a:extLst>
                </p14:cNvPr>
                <p14:cNvContentPartPr/>
                <p14:nvPr/>
              </p14:nvContentPartPr>
              <p14:xfrm>
                <a:off x="2278584" y="1149696"/>
                <a:ext cx="129600" cy="6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56E405D-D887-AC2A-4D97-7D3E8EF379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74264" y="1145376"/>
                  <a:ext cx="1382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217D2D-7C7B-0311-5282-883611846CE2}"/>
                    </a:ext>
                  </a:extLst>
                </p14:cNvPr>
                <p14:cNvContentPartPr/>
                <p14:nvPr/>
              </p14:nvContentPartPr>
              <p14:xfrm>
                <a:off x="2450304" y="1108296"/>
                <a:ext cx="111600" cy="101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217D2D-7C7B-0311-5282-883611846C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45984" y="1103976"/>
                  <a:ext cx="120240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97AA3F-6F45-AA9B-FF13-1F27B21B7185}"/>
                  </a:ext>
                </a:extLst>
              </p14:cNvPr>
              <p14:cNvContentPartPr/>
              <p14:nvPr/>
            </p14:nvContentPartPr>
            <p14:xfrm>
              <a:off x="2202624" y="1705176"/>
              <a:ext cx="200880" cy="207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97AA3F-6F45-AA9B-FF13-1F27B21B71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98304" y="1700856"/>
                <a:ext cx="20952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D57DA076-D5B2-4FB6-B402-F4FA691BE5E4}"/>
              </a:ext>
            </a:extLst>
          </p:cNvPr>
          <p:cNvGrpSpPr/>
          <p:nvPr/>
        </p:nvGrpSpPr>
        <p:grpSpPr>
          <a:xfrm>
            <a:off x="142704" y="1632816"/>
            <a:ext cx="1128600" cy="699480"/>
            <a:chOff x="142704" y="1632816"/>
            <a:chExt cx="1128600" cy="69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5AF73F-98CB-02BA-1881-0C30B54DA256}"/>
                    </a:ext>
                  </a:extLst>
                </p14:cNvPr>
                <p14:cNvContentPartPr/>
                <p14:nvPr/>
              </p14:nvContentPartPr>
              <p14:xfrm>
                <a:off x="479304" y="1886976"/>
                <a:ext cx="643680" cy="27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5AF73F-98CB-02BA-1881-0C30B54DA2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4984" y="1882656"/>
                  <a:ext cx="652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5C6569-5AA4-8374-7F2F-03680C1B242A}"/>
                    </a:ext>
                  </a:extLst>
                </p14:cNvPr>
                <p14:cNvContentPartPr/>
                <p14:nvPr/>
              </p14:nvContentPartPr>
              <p14:xfrm>
                <a:off x="1088784" y="1832616"/>
                <a:ext cx="182520" cy="114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5C6569-5AA4-8374-7F2F-03680C1B24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464" y="1828296"/>
                  <a:ext cx="191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2950089-BD3B-68B5-A731-79BF215B4AD7}"/>
                    </a:ext>
                  </a:extLst>
                </p14:cNvPr>
                <p14:cNvContentPartPr/>
                <p14:nvPr/>
              </p14:nvContentPartPr>
              <p14:xfrm>
                <a:off x="313344" y="1632816"/>
                <a:ext cx="100440" cy="118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2950089-BD3B-68B5-A731-79BF215B4A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9024" y="1628496"/>
                  <a:ext cx="109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0EBF2C-EFFC-8C4F-6164-F856D1C27A0D}"/>
                    </a:ext>
                  </a:extLst>
                </p14:cNvPr>
                <p14:cNvContentPartPr/>
                <p14:nvPr/>
              </p14:nvContentPartPr>
              <p14:xfrm>
                <a:off x="481824" y="1659096"/>
                <a:ext cx="44640" cy="81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0EBF2C-EFFC-8C4F-6164-F856D1C27A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7504" y="1654776"/>
                  <a:ext cx="53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ED7AD30-25E5-356F-DBDC-9BD3F12B9C6E}"/>
                    </a:ext>
                  </a:extLst>
                </p14:cNvPr>
                <p14:cNvContentPartPr/>
                <p14:nvPr/>
              </p14:nvContentPartPr>
              <p14:xfrm>
                <a:off x="561024" y="1636416"/>
                <a:ext cx="172440" cy="103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ED7AD30-25E5-356F-DBDC-9BD3F12B9C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6704" y="1632096"/>
                  <a:ext cx="181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54A4F0-E614-1086-5040-694E91FC9FB7}"/>
                    </a:ext>
                  </a:extLst>
                </p14:cNvPr>
                <p14:cNvContentPartPr/>
                <p14:nvPr/>
              </p14:nvContentPartPr>
              <p14:xfrm>
                <a:off x="142704" y="2086776"/>
                <a:ext cx="107640" cy="158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54A4F0-E614-1086-5040-694E91FC9F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8384" y="2082456"/>
                  <a:ext cx="116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51593FD-DB51-A4F1-BFBB-5B7D036F7150}"/>
                    </a:ext>
                  </a:extLst>
                </p14:cNvPr>
                <p14:cNvContentPartPr/>
                <p14:nvPr/>
              </p14:nvContentPartPr>
              <p14:xfrm>
                <a:off x="201024" y="1974816"/>
                <a:ext cx="285480" cy="212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51593FD-DB51-A4F1-BFBB-5B7D036F71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6704" y="1970496"/>
                  <a:ext cx="294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7D837B-4A8B-1EE9-AB42-3E1575FA2C03}"/>
                    </a:ext>
                  </a:extLst>
                </p14:cNvPr>
                <p14:cNvContentPartPr/>
                <p14:nvPr/>
              </p14:nvContentPartPr>
              <p14:xfrm>
                <a:off x="434664" y="2121336"/>
                <a:ext cx="103680" cy="6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7D837B-4A8B-1EE9-AB42-3E1575FA2C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0344" y="2117016"/>
                  <a:ext cx="112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9D1613-D0B7-EC2C-818D-F3AB09696C46}"/>
                    </a:ext>
                  </a:extLst>
                </p14:cNvPr>
                <p14:cNvContentPartPr/>
                <p14:nvPr/>
              </p14:nvContentPartPr>
              <p14:xfrm>
                <a:off x="596304" y="2150856"/>
                <a:ext cx="61200" cy="181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9D1613-D0B7-EC2C-818D-F3AB09696C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1984" y="2146536"/>
                  <a:ext cx="69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E13F88E-8BBA-3E9C-D826-DBBAB0BF14BA}"/>
                    </a:ext>
                  </a:extLst>
                </p14:cNvPr>
                <p14:cNvContentPartPr/>
                <p14:nvPr/>
              </p14:nvContentPartPr>
              <p14:xfrm>
                <a:off x="635184" y="2090016"/>
                <a:ext cx="61560" cy="6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E13F88E-8BBA-3E9C-D826-DBBAB0BF14B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0864" y="2085696"/>
                  <a:ext cx="70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FC6CD9-F438-C0AF-CB62-D96CC2522F00}"/>
                    </a:ext>
                  </a:extLst>
                </p14:cNvPr>
                <p14:cNvContentPartPr/>
                <p14:nvPr/>
              </p14:nvContentPartPr>
              <p14:xfrm>
                <a:off x="737424" y="2079936"/>
                <a:ext cx="141840" cy="93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FC6CD9-F438-C0AF-CB62-D96CC2522F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3104" y="2075616"/>
                  <a:ext cx="1504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D469A2-25CA-8B33-C369-3E7CB949C458}"/>
                    </a:ext>
                  </a:extLst>
                </p14:cNvPr>
                <p14:cNvContentPartPr/>
                <p14:nvPr/>
              </p14:nvContentPartPr>
              <p14:xfrm>
                <a:off x="832104" y="2068056"/>
                <a:ext cx="86400" cy="93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D469A2-25CA-8B33-C369-3E7CB949C45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7784" y="2063736"/>
                  <a:ext cx="95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EB3D59-D024-CC39-08C7-C19DC5ABBA3E}"/>
                    </a:ext>
                  </a:extLst>
                </p14:cNvPr>
                <p14:cNvContentPartPr/>
                <p14:nvPr/>
              </p14:nvContentPartPr>
              <p14:xfrm>
                <a:off x="918144" y="2068056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EB3D59-D024-CC39-08C7-C19DC5ABBA3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13824" y="206373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8F9F123-420D-A053-CB66-D0E4A7CADABD}"/>
                    </a:ext>
                  </a:extLst>
                </p14:cNvPr>
                <p14:cNvContentPartPr/>
                <p14:nvPr/>
              </p14:nvContentPartPr>
              <p14:xfrm>
                <a:off x="918144" y="2068056"/>
                <a:ext cx="261360" cy="97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8F9F123-420D-A053-CB66-D0E4A7CADA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3824" y="2063736"/>
                  <a:ext cx="270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E1A029-9C44-8D11-E187-25CC50CFE728}"/>
                    </a:ext>
                  </a:extLst>
                </p14:cNvPr>
                <p14:cNvContentPartPr/>
                <p14:nvPr/>
              </p14:nvContentPartPr>
              <p14:xfrm>
                <a:off x="1212264" y="2020176"/>
                <a:ext cx="18360" cy="117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E1A029-9C44-8D11-E187-25CC50CFE72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07944" y="2015856"/>
                  <a:ext cx="27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507F1C-6A81-307C-B543-1CDB3881286D}"/>
                    </a:ext>
                  </a:extLst>
                </p14:cNvPr>
                <p14:cNvContentPartPr/>
                <p14:nvPr/>
              </p14:nvContentPartPr>
              <p14:xfrm>
                <a:off x="1166904" y="2078496"/>
                <a:ext cx="63720" cy="13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507F1C-6A81-307C-B543-1CDB3881286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62584" y="2074176"/>
                  <a:ext cx="723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4BCDBC-2D1F-BF4D-2769-75E65F95651D}"/>
              </a:ext>
            </a:extLst>
          </p:cNvPr>
          <p:cNvGrpSpPr/>
          <p:nvPr/>
        </p:nvGrpSpPr>
        <p:grpSpPr>
          <a:xfrm>
            <a:off x="3744144" y="829296"/>
            <a:ext cx="843840" cy="348840"/>
            <a:chOff x="3744144" y="829296"/>
            <a:chExt cx="84384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A52F0-990B-2E73-8225-3B6BC8055C5B}"/>
                    </a:ext>
                  </a:extLst>
                </p14:cNvPr>
                <p14:cNvContentPartPr/>
                <p14:nvPr/>
              </p14:nvContentPartPr>
              <p14:xfrm>
                <a:off x="3744144" y="829296"/>
                <a:ext cx="240480" cy="348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A52F0-990B-2E73-8225-3B6BC8055C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39824" y="824976"/>
                  <a:ext cx="249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0B7839-075A-2DD0-1C9E-10A2C456CE08}"/>
                    </a:ext>
                  </a:extLst>
                </p14:cNvPr>
                <p14:cNvContentPartPr/>
                <p14:nvPr/>
              </p14:nvContentPartPr>
              <p14:xfrm>
                <a:off x="3965904" y="1056456"/>
                <a:ext cx="141840" cy="81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0B7839-075A-2DD0-1C9E-10A2C456CE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1224" y="1052136"/>
                  <a:ext cx="150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611095-7DA7-A864-E9F7-AF7826DB2C7C}"/>
                    </a:ext>
                  </a:extLst>
                </p14:cNvPr>
                <p14:cNvContentPartPr/>
                <p14:nvPr/>
              </p14:nvContentPartPr>
              <p14:xfrm>
                <a:off x="4165704" y="840816"/>
                <a:ext cx="273600" cy="282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611095-7DA7-A864-E9F7-AF7826DB2C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61384" y="836496"/>
                  <a:ext cx="282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D3CC1D3-21B6-8815-7C73-F1B53C1EA344}"/>
                    </a:ext>
                  </a:extLst>
                </p14:cNvPr>
                <p14:cNvContentPartPr/>
                <p14:nvPr/>
              </p14:nvContentPartPr>
              <p14:xfrm>
                <a:off x="4446144" y="997416"/>
                <a:ext cx="141840" cy="10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D3CC1D3-21B6-8815-7C73-F1B53C1EA3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41824" y="993096"/>
                  <a:ext cx="15048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86617EF-0E16-90FA-5879-0B7277853EE4}"/>
              </a:ext>
            </a:extLst>
          </p:cNvPr>
          <p:cNvGrpSpPr/>
          <p:nvPr/>
        </p:nvGrpSpPr>
        <p:grpSpPr>
          <a:xfrm>
            <a:off x="3856464" y="1565496"/>
            <a:ext cx="627120" cy="214920"/>
            <a:chOff x="3856464" y="1565496"/>
            <a:chExt cx="62712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176ED8D-1413-5B2D-7D8A-0D92FC1F42F3}"/>
                    </a:ext>
                  </a:extLst>
                </p14:cNvPr>
                <p14:cNvContentPartPr/>
                <p14:nvPr/>
              </p14:nvContentPartPr>
              <p14:xfrm>
                <a:off x="3856464" y="1581336"/>
                <a:ext cx="146520" cy="19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176ED8D-1413-5B2D-7D8A-0D92FC1F42F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52144" y="1577016"/>
                  <a:ext cx="155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7CFE32-BA4C-843C-CC3B-9046F7CF53A5}"/>
                    </a:ext>
                  </a:extLst>
                </p14:cNvPr>
                <p14:cNvContentPartPr/>
                <p14:nvPr/>
              </p14:nvContentPartPr>
              <p14:xfrm>
                <a:off x="4075704" y="1585296"/>
                <a:ext cx="34560" cy="144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7CFE32-BA4C-843C-CC3B-9046F7CF53A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71384" y="1580976"/>
                  <a:ext cx="432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9134CA6-32B1-EA5B-2B77-C6E5140436D2}"/>
                    </a:ext>
                  </a:extLst>
                </p14:cNvPr>
                <p14:cNvContentPartPr/>
                <p14:nvPr/>
              </p14:nvContentPartPr>
              <p14:xfrm>
                <a:off x="4180464" y="1592856"/>
                <a:ext cx="88200" cy="124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9134CA6-32B1-EA5B-2B77-C6E5140436D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76144" y="1588536"/>
                  <a:ext cx="96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292438-F586-5415-4FE6-966499643C44}"/>
                    </a:ext>
                  </a:extLst>
                </p14:cNvPr>
                <p14:cNvContentPartPr/>
                <p14:nvPr/>
              </p14:nvContentPartPr>
              <p14:xfrm>
                <a:off x="4345704" y="1565496"/>
                <a:ext cx="137880" cy="145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1292438-F586-5415-4FE6-966499643C4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41384" y="1561176"/>
                  <a:ext cx="14652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DD0E422-4359-3D1B-23E0-818E5AD5F403}"/>
                  </a:ext>
                </a:extLst>
              </p14:cNvPr>
              <p14:cNvContentPartPr/>
              <p14:nvPr/>
            </p14:nvContentPartPr>
            <p14:xfrm>
              <a:off x="2234664" y="2347776"/>
              <a:ext cx="29880" cy="230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DD0E422-4359-3D1B-23E0-818E5AD5F4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30344" y="2343456"/>
                <a:ext cx="38520" cy="23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1579A3E-15F4-7FB5-5FBD-B1056154492C}"/>
              </a:ext>
            </a:extLst>
          </p:cNvPr>
          <p:cNvGrpSpPr/>
          <p:nvPr/>
        </p:nvGrpSpPr>
        <p:grpSpPr>
          <a:xfrm>
            <a:off x="3763944" y="2192256"/>
            <a:ext cx="590040" cy="284040"/>
            <a:chOff x="3763944" y="2192256"/>
            <a:chExt cx="59004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C853ABC-03D4-0798-08A6-4A332F531AD4}"/>
                    </a:ext>
                  </a:extLst>
                </p14:cNvPr>
                <p14:cNvContentPartPr/>
                <p14:nvPr/>
              </p14:nvContentPartPr>
              <p14:xfrm>
                <a:off x="3763944" y="2192256"/>
                <a:ext cx="146520" cy="284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C853ABC-03D4-0798-08A6-4A332F531AD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59624" y="2187936"/>
                  <a:ext cx="155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28FE07-A5F2-5E4E-51C0-44051910B158}"/>
                    </a:ext>
                  </a:extLst>
                </p14:cNvPr>
                <p14:cNvContentPartPr/>
                <p14:nvPr/>
              </p14:nvContentPartPr>
              <p14:xfrm>
                <a:off x="4022064" y="2219976"/>
                <a:ext cx="4320" cy="156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28FE07-A5F2-5E4E-51C0-44051910B15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17744" y="2215656"/>
                  <a:ext cx="12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E84C8E-CBE7-24A8-80F3-912028EC703E}"/>
                    </a:ext>
                  </a:extLst>
                </p14:cNvPr>
                <p14:cNvContentPartPr/>
                <p14:nvPr/>
              </p14:nvContentPartPr>
              <p14:xfrm>
                <a:off x="4141584" y="2216736"/>
                <a:ext cx="12600" cy="150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E84C8E-CBE7-24A8-80F3-912028EC70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37264" y="2212416"/>
                  <a:ext cx="21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0E280DE-55BF-90A7-4764-851028C6696F}"/>
                    </a:ext>
                  </a:extLst>
                </p14:cNvPr>
                <p14:cNvContentPartPr/>
                <p14:nvPr/>
              </p14:nvContentPartPr>
              <p14:xfrm>
                <a:off x="4265424" y="2207016"/>
                <a:ext cx="88560" cy="157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0E280DE-55BF-90A7-4764-851028C669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61104" y="2202696"/>
                  <a:ext cx="972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65E7A91-BE5B-8210-CDAB-9F5F03B76C19}"/>
                  </a:ext>
                </a:extLst>
              </p14:cNvPr>
              <p14:cNvContentPartPr/>
              <p14:nvPr/>
            </p14:nvContentPartPr>
            <p14:xfrm>
              <a:off x="2077344" y="2951496"/>
              <a:ext cx="232920" cy="287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65E7A91-BE5B-8210-CDAB-9F5F03B76C1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73024" y="2947176"/>
                <a:ext cx="2415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E659A5A-3FEB-BFA8-C9BF-074A66315D95}"/>
                  </a:ext>
                </a:extLst>
              </p14:cNvPr>
              <p14:cNvContentPartPr/>
              <p14:nvPr/>
            </p14:nvContentPartPr>
            <p14:xfrm>
              <a:off x="3754224" y="2768616"/>
              <a:ext cx="155880" cy="2534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E659A5A-3FEB-BFA8-C9BF-074A66315D9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49904" y="2764296"/>
                <a:ext cx="1645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99FC108-9523-89A5-EB88-A6424E3D68FB}"/>
                  </a:ext>
                </a:extLst>
              </p14:cNvPr>
              <p14:cNvContentPartPr/>
              <p14:nvPr/>
            </p14:nvContentPartPr>
            <p14:xfrm>
              <a:off x="2084904" y="3589776"/>
              <a:ext cx="108720" cy="239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99FC108-9523-89A5-EB88-A6424E3D68F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80584" y="3585456"/>
                <a:ext cx="1173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FFC214D-D178-FED8-4706-92EF6EC279F2}"/>
                  </a:ext>
                </a:extLst>
              </p14:cNvPr>
              <p14:cNvContentPartPr/>
              <p14:nvPr/>
            </p14:nvContentPartPr>
            <p14:xfrm>
              <a:off x="3738744" y="3390696"/>
              <a:ext cx="142200" cy="257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FFC214D-D178-FED8-4706-92EF6EC279F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34424" y="3386376"/>
                <a:ext cx="150840" cy="26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E88F65DC-CB6B-6582-62EE-5B2608455A6A}"/>
              </a:ext>
            </a:extLst>
          </p:cNvPr>
          <p:cNvGrpSpPr/>
          <p:nvPr/>
        </p:nvGrpSpPr>
        <p:grpSpPr>
          <a:xfrm>
            <a:off x="2000664" y="4193496"/>
            <a:ext cx="197640" cy="286560"/>
            <a:chOff x="2000664" y="4193496"/>
            <a:chExt cx="19764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07006C3-9EC9-B1EF-5227-51F45707453C}"/>
                    </a:ext>
                  </a:extLst>
                </p14:cNvPr>
                <p14:cNvContentPartPr/>
                <p14:nvPr/>
              </p14:nvContentPartPr>
              <p14:xfrm>
                <a:off x="2000664" y="4193496"/>
                <a:ext cx="197640" cy="194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07006C3-9EC9-B1EF-5227-51F4570745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96344" y="4189176"/>
                  <a:ext cx="206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F2D07E-EB33-A53E-CCF4-24ED30521BDB}"/>
                    </a:ext>
                  </a:extLst>
                </p14:cNvPr>
                <p14:cNvContentPartPr/>
                <p14:nvPr/>
              </p14:nvContentPartPr>
              <p14:xfrm>
                <a:off x="2110464" y="4294296"/>
                <a:ext cx="44280" cy="185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F2D07E-EB33-A53E-CCF4-24ED30521B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06144" y="4289976"/>
                  <a:ext cx="5292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137EC88-2F9A-D559-4425-482F332A356E}"/>
                  </a:ext>
                </a:extLst>
              </p14:cNvPr>
              <p14:cNvContentPartPr/>
              <p14:nvPr/>
            </p14:nvContentPartPr>
            <p14:xfrm>
              <a:off x="3668544" y="3955176"/>
              <a:ext cx="190800" cy="2602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137EC88-2F9A-D559-4425-482F332A356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64224" y="3950856"/>
                <a:ext cx="199440" cy="26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52BFB97-F9EB-61C9-CFE0-B9B26B67E57E}"/>
              </a:ext>
            </a:extLst>
          </p:cNvPr>
          <p:cNvGrpSpPr/>
          <p:nvPr/>
        </p:nvGrpSpPr>
        <p:grpSpPr>
          <a:xfrm>
            <a:off x="3741624" y="449136"/>
            <a:ext cx="824400" cy="293400"/>
            <a:chOff x="3741624" y="449136"/>
            <a:chExt cx="82440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04EB42D-3485-C33C-0A19-B0AC7F482B22}"/>
                    </a:ext>
                  </a:extLst>
                </p14:cNvPr>
                <p14:cNvContentPartPr/>
                <p14:nvPr/>
              </p14:nvContentPartPr>
              <p14:xfrm>
                <a:off x="3749184" y="570096"/>
                <a:ext cx="34200" cy="172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04EB42D-3485-C33C-0A19-B0AC7F482B2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44864" y="565776"/>
                  <a:ext cx="42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6E07502-E632-94C5-D020-409F35F0C116}"/>
                    </a:ext>
                  </a:extLst>
                </p14:cNvPr>
                <p14:cNvContentPartPr/>
                <p14:nvPr/>
              </p14:nvContentPartPr>
              <p14:xfrm>
                <a:off x="3802464" y="449136"/>
                <a:ext cx="158760" cy="51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6E07502-E632-94C5-D020-409F35F0C11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98144" y="444816"/>
                  <a:ext cx="167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1B4AAE-B370-C9E1-ECAF-83158781B6B6}"/>
                    </a:ext>
                  </a:extLst>
                </p14:cNvPr>
                <p14:cNvContentPartPr/>
                <p14:nvPr/>
              </p14:nvContentPartPr>
              <p14:xfrm>
                <a:off x="3741624" y="608256"/>
                <a:ext cx="122400" cy="1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1B4AAE-B370-C9E1-ECAF-83158781B6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37304" y="603936"/>
                  <a:ext cx="131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B8A1767-DD7E-2EE2-4EF8-AC7DD0360967}"/>
                    </a:ext>
                  </a:extLst>
                </p14:cNvPr>
                <p14:cNvContentPartPr/>
                <p14:nvPr/>
              </p14:nvContentPartPr>
              <p14:xfrm>
                <a:off x="3912264" y="634536"/>
                <a:ext cx="78480" cy="42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B8A1767-DD7E-2EE2-4EF8-AC7DD036096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07944" y="630216"/>
                  <a:ext cx="8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588B266-2219-959A-D3C7-8639EEDEA134}"/>
                    </a:ext>
                  </a:extLst>
                </p14:cNvPr>
                <p14:cNvContentPartPr/>
                <p14:nvPr/>
              </p14:nvContentPartPr>
              <p14:xfrm>
                <a:off x="4087944" y="528696"/>
                <a:ext cx="39240" cy="154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588B266-2219-959A-D3C7-8639EEDEA13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83624" y="524376"/>
                  <a:ext cx="47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BFDFD4D-3160-78D0-D001-666F269696B3}"/>
                    </a:ext>
                  </a:extLst>
                </p14:cNvPr>
                <p14:cNvContentPartPr/>
                <p14:nvPr/>
              </p14:nvContentPartPr>
              <p14:xfrm>
                <a:off x="4029264" y="615816"/>
                <a:ext cx="231840" cy="48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BFDFD4D-3160-78D0-D001-666F269696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24944" y="611496"/>
                  <a:ext cx="240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C6998F3-A91A-76E5-243D-741FC2E3F767}"/>
                    </a:ext>
                  </a:extLst>
                </p14:cNvPr>
                <p14:cNvContentPartPr/>
                <p14:nvPr/>
              </p14:nvContentPartPr>
              <p14:xfrm>
                <a:off x="4304664" y="567216"/>
                <a:ext cx="66240" cy="75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C6998F3-A91A-76E5-243D-741FC2E3F76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00344" y="562896"/>
                  <a:ext cx="74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7A4AE3A-5338-6FB0-5EF0-BF8570E1A8C8}"/>
                    </a:ext>
                  </a:extLst>
                </p14:cNvPr>
                <p14:cNvContentPartPr/>
                <p14:nvPr/>
              </p14:nvContentPartPr>
              <p14:xfrm>
                <a:off x="4407264" y="583056"/>
                <a:ext cx="158760" cy="66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7A4AE3A-5338-6FB0-5EF0-BF8570E1A8C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02944" y="578736"/>
                  <a:ext cx="16740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133F9FA-F0E7-C06D-DF14-CF1C874ACDC4}"/>
                  </a:ext>
                </a:extLst>
              </p14:cNvPr>
              <p14:cNvContentPartPr/>
              <p14:nvPr/>
            </p14:nvContentPartPr>
            <p14:xfrm>
              <a:off x="1600704" y="1930896"/>
              <a:ext cx="3554640" cy="108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133F9FA-F0E7-C06D-DF14-CF1C874ACDC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596384" y="1926576"/>
                <a:ext cx="35632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A228C82-ABC2-9A9B-DD40-DC432C09FB32}"/>
                  </a:ext>
                </a:extLst>
              </p14:cNvPr>
              <p14:cNvContentPartPr/>
              <p14:nvPr/>
            </p14:nvContentPartPr>
            <p14:xfrm>
              <a:off x="1705464" y="1371456"/>
              <a:ext cx="3606480" cy="104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A228C82-ABC2-9A9B-DD40-DC432C09FB3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701144" y="1367136"/>
                <a:ext cx="36151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1479FCF-1F8B-5E26-92BB-55484EF8869A}"/>
                  </a:ext>
                </a:extLst>
              </p14:cNvPr>
              <p14:cNvContentPartPr/>
              <p14:nvPr/>
            </p14:nvContentPartPr>
            <p14:xfrm>
              <a:off x="1859184" y="2657376"/>
              <a:ext cx="3327840" cy="874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1479FCF-1F8B-5E26-92BB-55484EF8869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854864" y="2653056"/>
                <a:ext cx="33364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5ECBFEE-477B-C9B4-114A-29AD9D96B264}"/>
                  </a:ext>
                </a:extLst>
              </p14:cNvPr>
              <p14:cNvContentPartPr/>
              <p14:nvPr/>
            </p14:nvContentPartPr>
            <p14:xfrm>
              <a:off x="1637424" y="3268656"/>
              <a:ext cx="4025880" cy="1789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5ECBFEE-477B-C9B4-114A-29AD9D96B26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33104" y="3264336"/>
                <a:ext cx="40345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07EED23-4BEF-F5CD-E7D6-0BD4A557A2E9}"/>
                  </a:ext>
                </a:extLst>
              </p14:cNvPr>
              <p14:cNvContentPartPr/>
              <p14:nvPr/>
            </p14:nvContentPartPr>
            <p14:xfrm>
              <a:off x="1644624" y="3871656"/>
              <a:ext cx="3751920" cy="176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07EED23-4BEF-F5CD-E7D6-0BD4A557A2E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40304" y="3867336"/>
                <a:ext cx="37605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CE92B8E-A260-9945-0B90-1AA037817697}"/>
                  </a:ext>
                </a:extLst>
              </p14:cNvPr>
              <p14:cNvContentPartPr/>
              <p14:nvPr/>
            </p14:nvContentPartPr>
            <p14:xfrm>
              <a:off x="1600704" y="4559256"/>
              <a:ext cx="4169880" cy="2113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CE92B8E-A260-9945-0B90-1AA03781769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596384" y="4554936"/>
                <a:ext cx="41785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8201870-A5A1-E339-72F5-9DAC967A1718}"/>
                  </a:ext>
                </a:extLst>
              </p14:cNvPr>
              <p14:cNvContentPartPr/>
              <p14:nvPr/>
            </p14:nvContentPartPr>
            <p14:xfrm>
              <a:off x="2220264" y="4964616"/>
              <a:ext cx="7560" cy="248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8201870-A5A1-E339-72F5-9DAC967A171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215944" y="4960296"/>
                <a:ext cx="162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79D09C6-F3A3-B031-C4C3-2C9758610A01}"/>
                  </a:ext>
                </a:extLst>
              </p14:cNvPr>
              <p14:cNvContentPartPr/>
              <p14:nvPr/>
            </p14:nvContentPartPr>
            <p14:xfrm>
              <a:off x="2212704" y="5113296"/>
              <a:ext cx="24480" cy="54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79D09C6-F3A3-B031-C4C3-2C9758610A0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208384" y="5108976"/>
                <a:ext cx="3312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B7678CB-C063-F700-E3D6-7DFB3AEEB132}"/>
                  </a:ext>
                </a:extLst>
              </p14:cNvPr>
              <p14:cNvContentPartPr/>
              <p14:nvPr/>
            </p14:nvContentPartPr>
            <p14:xfrm>
              <a:off x="2222424" y="5267016"/>
              <a:ext cx="7560" cy="4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B7678CB-C063-F700-E3D6-7DFB3AEEB13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218104" y="5262696"/>
                <a:ext cx="1620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95FAC204-EC8B-789C-6D1F-60726B380B04}"/>
              </a:ext>
            </a:extLst>
          </p:cNvPr>
          <p:cNvGrpSpPr/>
          <p:nvPr/>
        </p:nvGrpSpPr>
        <p:grpSpPr>
          <a:xfrm>
            <a:off x="6938064" y="594936"/>
            <a:ext cx="290160" cy="258120"/>
            <a:chOff x="6938064" y="594936"/>
            <a:chExt cx="29016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460577D-12ED-7983-D23E-D27C746988F9}"/>
                    </a:ext>
                  </a:extLst>
                </p14:cNvPr>
                <p14:cNvContentPartPr/>
                <p14:nvPr/>
              </p14:nvContentPartPr>
              <p14:xfrm>
                <a:off x="6938064" y="665136"/>
                <a:ext cx="48960" cy="187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460577D-12ED-7983-D23E-D27C746988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33744" y="660816"/>
                  <a:ext cx="57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FD4707-14A4-AEAF-E32D-4A8C42F2C38F}"/>
                    </a:ext>
                  </a:extLst>
                </p14:cNvPr>
                <p14:cNvContentPartPr/>
                <p14:nvPr/>
              </p14:nvContentPartPr>
              <p14:xfrm>
                <a:off x="6969744" y="594936"/>
                <a:ext cx="86400" cy="10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FD4707-14A4-AEAF-E32D-4A8C42F2C38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65424" y="590616"/>
                  <a:ext cx="95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510ED23-1C3F-E3E0-07FE-58482B4C766E}"/>
                    </a:ext>
                  </a:extLst>
                </p14:cNvPr>
                <p14:cNvContentPartPr/>
                <p14:nvPr/>
              </p14:nvContentPartPr>
              <p14:xfrm>
                <a:off x="7108704" y="622296"/>
                <a:ext cx="119520" cy="204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510ED23-1C3F-E3E0-07FE-58482B4C766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04384" y="617976"/>
                  <a:ext cx="12816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D1E7637-964A-17A9-1A2C-D42F519C4035}"/>
                  </a:ext>
                </a:extLst>
              </p14:cNvPr>
              <p14:cNvContentPartPr/>
              <p14:nvPr/>
            </p14:nvContentPartPr>
            <p14:xfrm>
              <a:off x="7489224" y="732816"/>
              <a:ext cx="88200" cy="133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D1E7637-964A-17A9-1A2C-D42F519C40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484904" y="728496"/>
                <a:ext cx="9684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E5EC78E8-82F4-AB6B-77F0-0C5F9D0A64B9}"/>
              </a:ext>
            </a:extLst>
          </p:cNvPr>
          <p:cNvGrpSpPr/>
          <p:nvPr/>
        </p:nvGrpSpPr>
        <p:grpSpPr>
          <a:xfrm>
            <a:off x="7864344" y="507816"/>
            <a:ext cx="820080" cy="273240"/>
            <a:chOff x="7864344" y="507816"/>
            <a:chExt cx="82008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5D9944-8EFC-32F8-CD76-B3F12A5E2C57}"/>
                    </a:ext>
                  </a:extLst>
                </p14:cNvPr>
                <p14:cNvContentPartPr/>
                <p14:nvPr/>
              </p14:nvContentPartPr>
              <p14:xfrm>
                <a:off x="7864344" y="613296"/>
                <a:ext cx="59400" cy="167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5D9944-8EFC-32F8-CD76-B3F12A5E2C5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60024" y="608976"/>
                  <a:ext cx="68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9CAC7E-DE90-28C8-E0A1-D238609BDCBE}"/>
                    </a:ext>
                  </a:extLst>
                </p14:cNvPr>
                <p14:cNvContentPartPr/>
                <p14:nvPr/>
              </p14:nvContentPartPr>
              <p14:xfrm>
                <a:off x="7915464" y="507816"/>
                <a:ext cx="102960" cy="129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9CAC7E-DE90-28C8-E0A1-D238609BDCB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11144" y="503496"/>
                  <a:ext cx="111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70B1A3F-6BA4-29DD-E578-207EA9211B8D}"/>
                    </a:ext>
                  </a:extLst>
                </p14:cNvPr>
                <p14:cNvContentPartPr/>
                <p14:nvPr/>
              </p14:nvContentPartPr>
              <p14:xfrm>
                <a:off x="8001144" y="676296"/>
                <a:ext cx="154080" cy="90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70B1A3F-6BA4-29DD-E578-207EA9211B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96824" y="671976"/>
                  <a:ext cx="162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A4AA182-ADBB-7803-7010-1E362F01FC0D}"/>
                    </a:ext>
                  </a:extLst>
                </p14:cNvPr>
                <p14:cNvContentPartPr/>
                <p14:nvPr/>
              </p14:nvContentPartPr>
              <p14:xfrm>
                <a:off x="8170344" y="659736"/>
                <a:ext cx="84960" cy="99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A4AA182-ADBB-7803-7010-1E362F01FC0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66024" y="655416"/>
                  <a:ext cx="93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A3F841A-3532-66DB-678A-85799DEAC00C}"/>
                    </a:ext>
                  </a:extLst>
                </p14:cNvPr>
                <p14:cNvContentPartPr/>
                <p14:nvPr/>
              </p14:nvContentPartPr>
              <p14:xfrm>
                <a:off x="8331984" y="660456"/>
                <a:ext cx="220680" cy="90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A3F841A-3532-66DB-678A-85799DEAC00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327664" y="656136"/>
                  <a:ext cx="229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049CC0-BF62-7406-8387-E1B93872BC31}"/>
                    </a:ext>
                  </a:extLst>
                </p14:cNvPr>
                <p14:cNvContentPartPr/>
                <p14:nvPr/>
              </p14:nvContentPartPr>
              <p14:xfrm>
                <a:off x="8581464" y="562176"/>
                <a:ext cx="73800" cy="19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049CC0-BF62-7406-8387-E1B93872BC3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77144" y="557856"/>
                  <a:ext cx="82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FCCED4B-00C8-3A41-0D2E-C4D9A6E46841}"/>
                    </a:ext>
                  </a:extLst>
                </p14:cNvPr>
                <p14:cNvContentPartPr/>
                <p14:nvPr/>
              </p14:nvContentPartPr>
              <p14:xfrm>
                <a:off x="8564544" y="655416"/>
                <a:ext cx="119880" cy="7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FCCED4B-00C8-3A41-0D2E-C4D9A6E4684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60224" y="651096"/>
                  <a:ext cx="12852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4808DE3-6809-26C8-3C07-E5E99981D31C}"/>
              </a:ext>
            </a:extLst>
          </p:cNvPr>
          <p:cNvGrpSpPr/>
          <p:nvPr/>
        </p:nvGrpSpPr>
        <p:grpSpPr>
          <a:xfrm>
            <a:off x="8883504" y="464616"/>
            <a:ext cx="573840" cy="288000"/>
            <a:chOff x="8883504" y="464616"/>
            <a:chExt cx="57384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88CDEB3-AFF8-3BAD-1CB1-C12A3448B49D}"/>
                    </a:ext>
                  </a:extLst>
                </p14:cNvPr>
                <p14:cNvContentPartPr/>
                <p14:nvPr/>
              </p14:nvContentPartPr>
              <p14:xfrm>
                <a:off x="8883504" y="470376"/>
                <a:ext cx="154440" cy="270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88CDEB3-AFF8-3BAD-1CB1-C12A3448B49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79184" y="466056"/>
                  <a:ext cx="163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400CA67-886B-4C03-650A-54105EC93BAE}"/>
                    </a:ext>
                  </a:extLst>
                </p14:cNvPr>
                <p14:cNvContentPartPr/>
                <p14:nvPr/>
              </p14:nvContentPartPr>
              <p14:xfrm>
                <a:off x="8993664" y="655416"/>
                <a:ext cx="136800" cy="75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400CA67-886B-4C03-650A-54105EC93BA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89344" y="651096"/>
                  <a:ext cx="145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770ED73-74D2-CA78-640F-4846F1FF3E26}"/>
                    </a:ext>
                  </a:extLst>
                </p14:cNvPr>
                <p14:cNvContentPartPr/>
                <p14:nvPr/>
              </p14:nvContentPartPr>
              <p14:xfrm>
                <a:off x="9171504" y="464616"/>
                <a:ext cx="180720" cy="246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770ED73-74D2-CA78-640F-4846F1FF3E2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67184" y="460296"/>
                  <a:ext cx="1893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0D2935D-5126-4588-B676-B9CA1BFC5D53}"/>
                    </a:ext>
                  </a:extLst>
                </p14:cNvPr>
                <p14:cNvContentPartPr/>
                <p14:nvPr/>
              </p14:nvContentPartPr>
              <p14:xfrm>
                <a:off x="9369144" y="657216"/>
                <a:ext cx="88200" cy="95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0D2935D-5126-4588-B676-B9CA1BFC5D5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64824" y="652896"/>
                  <a:ext cx="9684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716C6FE-10FA-4952-F66B-D2FF5CCF0AA1}"/>
              </a:ext>
            </a:extLst>
          </p:cNvPr>
          <p:cNvGrpSpPr/>
          <p:nvPr/>
        </p:nvGrpSpPr>
        <p:grpSpPr>
          <a:xfrm>
            <a:off x="9915264" y="434376"/>
            <a:ext cx="605160" cy="319320"/>
            <a:chOff x="9915264" y="434376"/>
            <a:chExt cx="60516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7AD533-8382-5BDE-2F4A-10732B58FF8C}"/>
                    </a:ext>
                  </a:extLst>
                </p14:cNvPr>
                <p14:cNvContentPartPr/>
                <p14:nvPr/>
              </p14:nvContentPartPr>
              <p14:xfrm>
                <a:off x="9915264" y="442656"/>
                <a:ext cx="136800" cy="311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7AD533-8382-5BDE-2F4A-10732B58FF8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10944" y="438336"/>
                  <a:ext cx="145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175AF1-666C-B11B-BE19-27D3DC2365FA}"/>
                    </a:ext>
                  </a:extLst>
                </p14:cNvPr>
                <p14:cNvContentPartPr/>
                <p14:nvPr/>
              </p14:nvContentPartPr>
              <p14:xfrm>
                <a:off x="10188504" y="468576"/>
                <a:ext cx="66240" cy="182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175AF1-666C-B11B-BE19-27D3DC2365F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84184" y="464256"/>
                  <a:ext cx="74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48DF5B4-59CF-B72D-15B3-60A58504719A}"/>
                    </a:ext>
                  </a:extLst>
                </p14:cNvPr>
                <p14:cNvContentPartPr/>
                <p14:nvPr/>
              </p14:nvContentPartPr>
              <p14:xfrm>
                <a:off x="10156824" y="434376"/>
                <a:ext cx="283320" cy="196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48DF5B4-59CF-B72D-15B3-60A58504719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152504" y="430056"/>
                  <a:ext cx="291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8A9B64-0669-ED80-0202-2C73271600E7}"/>
                    </a:ext>
                  </a:extLst>
                </p14:cNvPr>
                <p14:cNvContentPartPr/>
                <p14:nvPr/>
              </p14:nvContentPartPr>
              <p14:xfrm>
                <a:off x="10410264" y="568656"/>
                <a:ext cx="110160" cy="96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8A9B64-0669-ED80-0202-2C73271600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05944" y="564336"/>
                  <a:ext cx="1188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A0B2DE4-BA4A-F035-9DB3-3DA3AA328D56}"/>
              </a:ext>
            </a:extLst>
          </p:cNvPr>
          <p:cNvGrpSpPr/>
          <p:nvPr/>
        </p:nvGrpSpPr>
        <p:grpSpPr>
          <a:xfrm>
            <a:off x="10705464" y="435456"/>
            <a:ext cx="529200" cy="210600"/>
            <a:chOff x="10705464" y="435456"/>
            <a:chExt cx="52920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22C31A3-51EA-3A62-2686-FC2395AB4928}"/>
                    </a:ext>
                  </a:extLst>
                </p14:cNvPr>
                <p14:cNvContentPartPr/>
                <p14:nvPr/>
              </p14:nvContentPartPr>
              <p14:xfrm>
                <a:off x="10705464" y="529776"/>
                <a:ext cx="146520" cy="116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22C31A3-51EA-3A62-2686-FC2395AB49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01144" y="525456"/>
                  <a:ext cx="15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8243232-7802-23D2-543C-C0998E2B4230}"/>
                    </a:ext>
                  </a:extLst>
                </p14:cNvPr>
                <p14:cNvContentPartPr/>
                <p14:nvPr/>
              </p14:nvContentPartPr>
              <p14:xfrm>
                <a:off x="10804824" y="520416"/>
                <a:ext cx="132480" cy="110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8243232-7802-23D2-543C-C0998E2B42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00504" y="516096"/>
                  <a:ext cx="141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E4C0B4B-C488-EEE5-60BB-E1607BA101B8}"/>
                    </a:ext>
                  </a:extLst>
                </p14:cNvPr>
                <p14:cNvContentPartPr/>
                <p14:nvPr/>
              </p14:nvContentPartPr>
              <p14:xfrm>
                <a:off x="10954224" y="435456"/>
                <a:ext cx="190440" cy="207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E4C0B4B-C488-EEE5-60BB-E1607BA101B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949904" y="431136"/>
                  <a:ext cx="199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32CA038-359F-E1B0-92E1-760FC6E59F69}"/>
                    </a:ext>
                  </a:extLst>
                </p14:cNvPr>
                <p14:cNvContentPartPr/>
                <p14:nvPr/>
              </p14:nvContentPartPr>
              <p14:xfrm>
                <a:off x="11161224" y="580176"/>
                <a:ext cx="73440" cy="65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32CA038-359F-E1B0-92E1-760FC6E59F6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156904" y="575856"/>
                  <a:ext cx="820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D38CBBF-F482-B8DE-BC34-FDD2E05ECC2E}"/>
              </a:ext>
            </a:extLst>
          </p:cNvPr>
          <p:cNvGrpSpPr/>
          <p:nvPr/>
        </p:nvGrpSpPr>
        <p:grpSpPr>
          <a:xfrm>
            <a:off x="11431944" y="341496"/>
            <a:ext cx="458640" cy="398520"/>
            <a:chOff x="11431944" y="341496"/>
            <a:chExt cx="45864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472E20-190D-A2E3-CF81-92CAF1A54613}"/>
                    </a:ext>
                  </a:extLst>
                </p14:cNvPr>
                <p14:cNvContentPartPr/>
                <p14:nvPr/>
              </p14:nvContentPartPr>
              <p14:xfrm>
                <a:off x="11431944" y="532656"/>
                <a:ext cx="100440" cy="70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472E20-190D-A2E3-CF81-92CAF1A5461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427624" y="528336"/>
                  <a:ext cx="109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30B5EA-81A9-5001-7C59-FD23A8994ED6}"/>
                    </a:ext>
                  </a:extLst>
                </p14:cNvPr>
                <p14:cNvContentPartPr/>
                <p14:nvPr/>
              </p14:nvContentPartPr>
              <p14:xfrm>
                <a:off x="11553624" y="543456"/>
                <a:ext cx="54360" cy="86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30B5EA-81A9-5001-7C59-FD23A8994ED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549304" y="539136"/>
                  <a:ext cx="63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C1B508-7746-B5E8-8E20-E7573A82F0A5}"/>
                    </a:ext>
                  </a:extLst>
                </p14:cNvPr>
                <p14:cNvContentPartPr/>
                <p14:nvPr/>
              </p14:nvContentPartPr>
              <p14:xfrm>
                <a:off x="11590344" y="566856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C1B508-7746-B5E8-8E20-E7573A82F0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586024" y="56253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EE3B795-C9C6-7C3F-E755-D0A5812E668E}"/>
                    </a:ext>
                  </a:extLst>
                </p14:cNvPr>
                <p14:cNvContentPartPr/>
                <p14:nvPr/>
              </p14:nvContentPartPr>
              <p14:xfrm>
                <a:off x="11590344" y="509256"/>
                <a:ext cx="193680" cy="102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EE3B795-C9C6-7C3F-E755-D0A5812E668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586024" y="504936"/>
                  <a:ext cx="202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29146F0-1F7C-0F31-0BB0-A29473263A47}"/>
                    </a:ext>
                  </a:extLst>
                </p14:cNvPr>
                <p14:cNvContentPartPr/>
                <p14:nvPr/>
              </p14:nvContentPartPr>
              <p14:xfrm>
                <a:off x="11770704" y="341496"/>
                <a:ext cx="119880" cy="398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29146F0-1F7C-0F31-0BB0-A29473263A4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766384" y="337176"/>
                  <a:ext cx="128520" cy="40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F8F5510-E5D3-4E0C-7857-2CE7D0B7B591}"/>
              </a:ext>
            </a:extLst>
          </p:cNvPr>
          <p:cNvGrpSpPr/>
          <p:nvPr/>
        </p:nvGrpSpPr>
        <p:grpSpPr>
          <a:xfrm>
            <a:off x="6855264" y="1277496"/>
            <a:ext cx="448920" cy="298440"/>
            <a:chOff x="6855264" y="1277496"/>
            <a:chExt cx="4489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5029DE9-5563-F8A3-74DD-628D443B069F}"/>
                    </a:ext>
                  </a:extLst>
                </p14:cNvPr>
                <p14:cNvContentPartPr/>
                <p14:nvPr/>
              </p14:nvContentPartPr>
              <p14:xfrm>
                <a:off x="6855264" y="1339416"/>
                <a:ext cx="71280" cy="236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5029DE9-5563-F8A3-74DD-628D443B069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850944" y="1335096"/>
                  <a:ext cx="79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347287E-150B-3574-6E1F-1D91E860F447}"/>
                    </a:ext>
                  </a:extLst>
                </p14:cNvPr>
                <p14:cNvContentPartPr/>
                <p14:nvPr/>
              </p14:nvContentPartPr>
              <p14:xfrm>
                <a:off x="6965064" y="1324296"/>
                <a:ext cx="123840" cy="15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347287E-150B-3574-6E1F-1D91E860F44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960744" y="1319976"/>
                  <a:ext cx="132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E1600B9-D548-DD62-4A30-4D4CAFE9B549}"/>
                    </a:ext>
                  </a:extLst>
                </p14:cNvPr>
                <p14:cNvContentPartPr/>
                <p14:nvPr/>
              </p14:nvContentPartPr>
              <p14:xfrm>
                <a:off x="6879744" y="1412856"/>
                <a:ext cx="154080" cy="10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E1600B9-D548-DD62-4A30-4D4CAFE9B54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75424" y="1408536"/>
                  <a:ext cx="162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3EEA5AF-360F-ABD7-9907-07C1C5168222}"/>
                    </a:ext>
                  </a:extLst>
                </p14:cNvPr>
                <p14:cNvContentPartPr/>
                <p14:nvPr/>
              </p14:nvContentPartPr>
              <p14:xfrm>
                <a:off x="7162344" y="1277496"/>
                <a:ext cx="141840" cy="227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3EEA5AF-360F-ABD7-9907-07C1C516822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58024" y="1273176"/>
                  <a:ext cx="15048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15884BB-59A4-22B8-5BD0-96B459C91AA7}"/>
                  </a:ext>
                </a:extLst>
              </p14:cNvPr>
              <p14:cNvContentPartPr/>
              <p14:nvPr/>
            </p14:nvContentPartPr>
            <p14:xfrm>
              <a:off x="7615944" y="1382976"/>
              <a:ext cx="141840" cy="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15884BB-59A4-22B8-5BD0-96B459C91AA7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611624" y="1378656"/>
                <a:ext cx="15048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F2FC3D2-E0D1-737A-590D-21B4B5290E32}"/>
              </a:ext>
            </a:extLst>
          </p:cNvPr>
          <p:cNvGrpSpPr/>
          <p:nvPr/>
        </p:nvGrpSpPr>
        <p:grpSpPr>
          <a:xfrm>
            <a:off x="7959744" y="1160136"/>
            <a:ext cx="831960" cy="268200"/>
            <a:chOff x="7959744" y="1160136"/>
            <a:chExt cx="8319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DA35939-6CFF-C232-0E30-44147CEF2E34}"/>
                    </a:ext>
                  </a:extLst>
                </p14:cNvPr>
                <p14:cNvContentPartPr/>
                <p14:nvPr/>
              </p14:nvContentPartPr>
              <p14:xfrm>
                <a:off x="7959744" y="1200816"/>
                <a:ext cx="49320" cy="227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DA35939-6CFF-C232-0E30-44147CEF2E3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955424" y="1196496"/>
                  <a:ext cx="57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E8CB9E3-F8C8-32B3-0865-1EA52AB04172}"/>
                    </a:ext>
                  </a:extLst>
                </p14:cNvPr>
                <p14:cNvContentPartPr/>
                <p14:nvPr/>
              </p14:nvContentPartPr>
              <p14:xfrm>
                <a:off x="8042904" y="1165176"/>
                <a:ext cx="178200" cy="23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E8CB9E3-F8C8-32B3-0865-1EA52AB0417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38584" y="1160856"/>
                  <a:ext cx="186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B66D83-875C-A377-F8AB-2A0D57F1F800}"/>
                    </a:ext>
                  </a:extLst>
                </p14:cNvPr>
                <p14:cNvContentPartPr/>
                <p14:nvPr/>
              </p14:nvContentPartPr>
              <p14:xfrm>
                <a:off x="8015904" y="1291896"/>
                <a:ext cx="129600" cy="2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B66D83-875C-A377-F8AB-2A0D57F1F80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011584" y="1287576"/>
                  <a:ext cx="1382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91E6D84-C8E5-FB34-0867-716DB0295B7F}"/>
                    </a:ext>
                  </a:extLst>
                </p14:cNvPr>
                <p14:cNvContentPartPr/>
                <p14:nvPr/>
              </p14:nvContentPartPr>
              <p14:xfrm>
                <a:off x="8159904" y="1330056"/>
                <a:ext cx="114840" cy="45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91E6D84-C8E5-FB34-0867-716DB0295B7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55584" y="1325736"/>
                  <a:ext cx="123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230B12C-575A-05D3-E9DA-6D0529A342FB}"/>
                    </a:ext>
                  </a:extLst>
                </p14:cNvPr>
                <p14:cNvContentPartPr/>
                <p14:nvPr/>
              </p14:nvContentPartPr>
              <p14:xfrm>
                <a:off x="8359704" y="1160136"/>
                <a:ext cx="66240" cy="220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230B12C-575A-05D3-E9DA-6D0529A342F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355384" y="1155816"/>
                  <a:ext cx="74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F240B65-0863-33AC-4D2B-988DCC17EF53}"/>
                    </a:ext>
                  </a:extLst>
                </p14:cNvPr>
                <p14:cNvContentPartPr/>
                <p14:nvPr/>
              </p14:nvContentPartPr>
              <p14:xfrm>
                <a:off x="8289144" y="1302336"/>
                <a:ext cx="268560" cy="61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F240B65-0863-33AC-4D2B-988DCC17EF5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284824" y="1298016"/>
                  <a:ext cx="2772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95AF7F3-FE7D-D0EB-9326-22C8385ADC40}"/>
                    </a:ext>
                  </a:extLst>
                </p14:cNvPr>
                <p14:cNvContentPartPr/>
                <p14:nvPr/>
              </p14:nvContentPartPr>
              <p14:xfrm>
                <a:off x="8615664" y="1277136"/>
                <a:ext cx="41760" cy="72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95AF7F3-FE7D-D0EB-9326-22C8385ADC4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611344" y="1272816"/>
                  <a:ext cx="50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AB84898-5607-537A-6E92-F38A1F77F679}"/>
                    </a:ext>
                  </a:extLst>
                </p14:cNvPr>
                <p14:cNvContentPartPr/>
                <p14:nvPr/>
              </p14:nvContentPartPr>
              <p14:xfrm>
                <a:off x="8683704" y="1303416"/>
                <a:ext cx="108000" cy="50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AB84898-5607-537A-6E92-F38A1F77F67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679384" y="1299096"/>
                  <a:ext cx="11664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3BB90D7-C604-CE0A-4D4C-761B050F9419}"/>
              </a:ext>
            </a:extLst>
          </p:cNvPr>
          <p:cNvGrpSpPr/>
          <p:nvPr/>
        </p:nvGrpSpPr>
        <p:grpSpPr>
          <a:xfrm>
            <a:off x="8986464" y="1031976"/>
            <a:ext cx="739080" cy="280440"/>
            <a:chOff x="8986464" y="1031976"/>
            <a:chExt cx="73908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6453A0-A584-357C-C6F8-E2E275CAB3E7}"/>
                    </a:ext>
                  </a:extLst>
                </p14:cNvPr>
                <p14:cNvContentPartPr/>
                <p14:nvPr/>
              </p14:nvContentPartPr>
              <p14:xfrm>
                <a:off x="8986464" y="1069056"/>
                <a:ext cx="158400" cy="227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6453A0-A584-357C-C6F8-E2E275CAB3E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982144" y="1064736"/>
                  <a:ext cx="167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70B6B27-EC3B-6FA0-C427-4CE54D757B8B}"/>
                    </a:ext>
                  </a:extLst>
                </p14:cNvPr>
                <p14:cNvContentPartPr/>
                <p14:nvPr/>
              </p14:nvContentPartPr>
              <p14:xfrm>
                <a:off x="9137304" y="1203696"/>
                <a:ext cx="132120" cy="75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70B6B27-EC3B-6FA0-C427-4CE54D757B8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132984" y="1199376"/>
                  <a:ext cx="140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18536B-9569-3D17-5F33-C162BB800F51}"/>
                    </a:ext>
                  </a:extLst>
                </p14:cNvPr>
                <p14:cNvContentPartPr/>
                <p14:nvPr/>
              </p14:nvContentPartPr>
              <p14:xfrm>
                <a:off x="9312984" y="1031976"/>
                <a:ext cx="190440" cy="247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18536B-9569-3D17-5F33-C162BB800F5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308664" y="1027656"/>
                  <a:ext cx="199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E9D3B79-E2B1-2454-A308-E5B85BC0DDD8}"/>
                    </a:ext>
                  </a:extLst>
                </p14:cNvPr>
                <p14:cNvContentPartPr/>
                <p14:nvPr/>
              </p14:nvContentPartPr>
              <p14:xfrm>
                <a:off x="9564264" y="1193256"/>
                <a:ext cx="161280" cy="119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E9D3B79-E2B1-2454-A308-E5B85BC0DDD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59944" y="1188936"/>
                  <a:ext cx="1699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D978B65-E7BF-559D-71D2-7CEBC30680AB}"/>
              </a:ext>
            </a:extLst>
          </p:cNvPr>
          <p:cNvGrpSpPr/>
          <p:nvPr/>
        </p:nvGrpSpPr>
        <p:grpSpPr>
          <a:xfrm>
            <a:off x="6933384" y="2364336"/>
            <a:ext cx="409320" cy="324360"/>
            <a:chOff x="6933384" y="2364336"/>
            <a:chExt cx="40932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A624594-EFC8-4E84-5BD3-DFEA6532A70F}"/>
                    </a:ext>
                  </a:extLst>
                </p14:cNvPr>
                <p14:cNvContentPartPr/>
                <p14:nvPr/>
              </p14:nvContentPartPr>
              <p14:xfrm>
                <a:off x="6933384" y="2446776"/>
                <a:ext cx="39240" cy="241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A624594-EFC8-4E84-5BD3-DFEA6532A70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929064" y="2442456"/>
                  <a:ext cx="47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DFBF6C0-1BDA-1D0C-DCC7-2EB1623ED692}"/>
                    </a:ext>
                  </a:extLst>
                </p14:cNvPr>
                <p14:cNvContentPartPr/>
                <p14:nvPr/>
              </p14:nvContentPartPr>
              <p14:xfrm>
                <a:off x="6974784" y="2437056"/>
                <a:ext cx="119520" cy="26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DFBF6C0-1BDA-1D0C-DCC7-2EB1623ED69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970464" y="2432736"/>
                  <a:ext cx="12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E51622B-7344-F7DD-6474-95B2C859BC26}"/>
                    </a:ext>
                  </a:extLst>
                </p14:cNvPr>
                <p14:cNvContentPartPr/>
                <p14:nvPr/>
              </p14:nvContentPartPr>
              <p14:xfrm>
                <a:off x="6969744" y="2534616"/>
                <a:ext cx="96480" cy="12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E51622B-7344-F7DD-6474-95B2C859BC2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965424" y="2530296"/>
                  <a:ext cx="105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7DD7A2-821F-3496-13A9-C3D668DAE388}"/>
                    </a:ext>
                  </a:extLst>
                </p14:cNvPr>
                <p14:cNvContentPartPr/>
                <p14:nvPr/>
              </p14:nvContentPartPr>
              <p14:xfrm>
                <a:off x="7208784" y="2364336"/>
                <a:ext cx="133920" cy="281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7DD7A2-821F-3496-13A9-C3D668DAE38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204464" y="2360016"/>
                  <a:ext cx="14256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09FA704-88EE-2C8B-A039-A5359DB93C3B}"/>
              </a:ext>
            </a:extLst>
          </p:cNvPr>
          <p:cNvGrpSpPr/>
          <p:nvPr/>
        </p:nvGrpSpPr>
        <p:grpSpPr>
          <a:xfrm>
            <a:off x="7506144" y="2505456"/>
            <a:ext cx="171360" cy="77760"/>
            <a:chOff x="7506144" y="2505456"/>
            <a:chExt cx="17136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0F28E38-B35C-06B7-4707-26EF949BBC7F}"/>
                    </a:ext>
                  </a:extLst>
                </p14:cNvPr>
                <p14:cNvContentPartPr/>
                <p14:nvPr/>
              </p14:nvContentPartPr>
              <p14:xfrm>
                <a:off x="7506144" y="2505456"/>
                <a:ext cx="163800" cy="18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0F28E38-B35C-06B7-4707-26EF949BBC7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01824" y="2501136"/>
                  <a:ext cx="172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B1BF50B-9F17-A6EE-F8EB-28701D382E44}"/>
                    </a:ext>
                  </a:extLst>
                </p14:cNvPr>
                <p14:cNvContentPartPr/>
                <p14:nvPr/>
              </p14:nvContentPartPr>
              <p14:xfrm>
                <a:off x="7525944" y="2571336"/>
                <a:ext cx="151560" cy="11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B1BF50B-9F17-A6EE-F8EB-28701D382E4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521624" y="2567016"/>
                  <a:ext cx="16020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47B6451-4AFF-4D67-F1CE-E990FCC63306}"/>
              </a:ext>
            </a:extLst>
          </p:cNvPr>
          <p:cNvGrpSpPr/>
          <p:nvPr/>
        </p:nvGrpSpPr>
        <p:grpSpPr>
          <a:xfrm>
            <a:off x="7981704" y="2269656"/>
            <a:ext cx="354600" cy="322560"/>
            <a:chOff x="7981704" y="2269656"/>
            <a:chExt cx="35460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B37A56-1EB6-63A9-DD5C-F13FAF05492C}"/>
                    </a:ext>
                  </a:extLst>
                </p14:cNvPr>
                <p14:cNvContentPartPr/>
                <p14:nvPr/>
              </p14:nvContentPartPr>
              <p14:xfrm>
                <a:off x="7981704" y="2407896"/>
                <a:ext cx="15120" cy="184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B37A56-1EB6-63A9-DD5C-F13FAF05492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977384" y="2403576"/>
                  <a:ext cx="23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CC57B6B-7473-932E-568C-6E5820628A07}"/>
                    </a:ext>
                  </a:extLst>
                </p14:cNvPr>
                <p14:cNvContentPartPr/>
                <p14:nvPr/>
              </p14:nvContentPartPr>
              <p14:xfrm>
                <a:off x="8006544" y="2330136"/>
                <a:ext cx="136800" cy="104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CC57B6B-7473-932E-568C-6E5820628A0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002224" y="2325816"/>
                  <a:ext cx="145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05A9DA0-DB21-2EF5-EA4A-33B36AECCB7C}"/>
                    </a:ext>
                  </a:extLst>
                </p14:cNvPr>
                <p14:cNvContentPartPr/>
                <p14:nvPr/>
              </p14:nvContentPartPr>
              <p14:xfrm>
                <a:off x="8215704" y="2269656"/>
                <a:ext cx="120600" cy="252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05A9DA0-DB21-2EF5-EA4A-33B36AECCB7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211384" y="2265336"/>
                  <a:ext cx="12924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C302C1E-B559-AF4C-01E5-ABACF2D730F1}"/>
              </a:ext>
            </a:extLst>
          </p:cNvPr>
          <p:cNvGrpSpPr/>
          <p:nvPr/>
        </p:nvGrpSpPr>
        <p:grpSpPr>
          <a:xfrm>
            <a:off x="8450064" y="2133216"/>
            <a:ext cx="1077840" cy="411120"/>
            <a:chOff x="8450064" y="2133216"/>
            <a:chExt cx="107784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96EA958-8077-90E8-8F21-51DCB577E2AB}"/>
                    </a:ext>
                  </a:extLst>
                </p14:cNvPr>
                <p14:cNvContentPartPr/>
                <p14:nvPr/>
              </p14:nvContentPartPr>
              <p14:xfrm>
                <a:off x="8452224" y="2338056"/>
                <a:ext cx="104760" cy="113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96EA958-8077-90E8-8F21-51DCB577E2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447904" y="2333736"/>
                  <a:ext cx="113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ECD2E45-1CB9-1613-F435-0A84A8005218}"/>
                    </a:ext>
                  </a:extLst>
                </p14:cNvPr>
                <p14:cNvContentPartPr/>
                <p14:nvPr/>
              </p14:nvContentPartPr>
              <p14:xfrm>
                <a:off x="8450064" y="2370816"/>
                <a:ext cx="97920" cy="71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ECD2E45-1CB9-1613-F435-0A84A800521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445744" y="2366496"/>
                  <a:ext cx="1065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0DB0475-A95E-25C1-7CDF-ABF2AFF58D5E}"/>
                    </a:ext>
                  </a:extLst>
                </p14:cNvPr>
                <p14:cNvContentPartPr/>
                <p14:nvPr/>
              </p14:nvContentPartPr>
              <p14:xfrm>
                <a:off x="8662104" y="2226456"/>
                <a:ext cx="92520" cy="317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0DB0475-A95E-25C1-7CDF-ABF2AFF58D5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657784" y="2222136"/>
                  <a:ext cx="1011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FB23AAF-C2EF-6EB3-CD41-3E84828FC7D0}"/>
                    </a:ext>
                  </a:extLst>
                </p14:cNvPr>
                <p14:cNvContentPartPr/>
                <p14:nvPr/>
              </p14:nvContentPartPr>
              <p14:xfrm>
                <a:off x="8817984" y="2311776"/>
                <a:ext cx="3960" cy="156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FB23AAF-C2EF-6EB3-CD41-3E84828FC7D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813664" y="2307456"/>
                  <a:ext cx="126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1AC2D61-1EE3-E9DE-03FE-2407F4E7B62E}"/>
                    </a:ext>
                  </a:extLst>
                </p14:cNvPr>
                <p14:cNvContentPartPr/>
                <p14:nvPr/>
              </p14:nvContentPartPr>
              <p14:xfrm>
                <a:off x="9037584" y="2277936"/>
                <a:ext cx="9360" cy="151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1AC2D61-1EE3-E9DE-03FE-2407F4E7B62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033264" y="2273616"/>
                  <a:ext cx="18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B37C44A-76EF-4910-82E5-2DB9C960B6AB}"/>
                    </a:ext>
                  </a:extLst>
                </p14:cNvPr>
                <p14:cNvContentPartPr/>
                <p14:nvPr/>
              </p14:nvContentPartPr>
              <p14:xfrm>
                <a:off x="8976744" y="2347416"/>
                <a:ext cx="132120" cy="19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B37C44A-76EF-4910-82E5-2DB9C960B6A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72424" y="2343096"/>
                  <a:ext cx="140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43FEC62-A2B9-F570-0DB1-9BC7AD441504}"/>
                    </a:ext>
                  </a:extLst>
                </p14:cNvPr>
                <p14:cNvContentPartPr/>
                <p14:nvPr/>
              </p14:nvContentPartPr>
              <p14:xfrm>
                <a:off x="9259344" y="2210256"/>
                <a:ext cx="127440" cy="195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43FEC62-A2B9-F570-0DB1-9BC7AD44150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255024" y="2205936"/>
                  <a:ext cx="136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07B3160-471E-FE75-038B-A74C08DAB5F5}"/>
                    </a:ext>
                  </a:extLst>
                </p14:cNvPr>
                <p14:cNvContentPartPr/>
                <p14:nvPr/>
              </p14:nvContentPartPr>
              <p14:xfrm>
                <a:off x="9425664" y="2133216"/>
                <a:ext cx="102240" cy="306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07B3160-471E-FE75-038B-A74C08DAB5F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421344" y="2128896"/>
                  <a:ext cx="11088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17F8275-D2CD-C544-7113-7D8DC3FCE2FC}"/>
                  </a:ext>
                </a:extLst>
              </p14:cNvPr>
              <p14:cNvContentPartPr/>
              <p14:nvPr/>
            </p14:nvContentPartPr>
            <p14:xfrm>
              <a:off x="9513144" y="2030976"/>
              <a:ext cx="161280" cy="817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17F8275-D2CD-C544-7113-7D8DC3FCE2FC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9508824" y="2026656"/>
                <a:ext cx="1699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F8193C1-8099-B2DF-E094-8347635441FC}"/>
                  </a:ext>
                </a:extLst>
              </p14:cNvPr>
              <p14:cNvContentPartPr/>
              <p14:nvPr/>
            </p14:nvContentPartPr>
            <p14:xfrm>
              <a:off x="7284384" y="2675736"/>
              <a:ext cx="114840" cy="745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F8193C1-8099-B2DF-E094-8347635441FC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280064" y="2671416"/>
                <a:ext cx="12348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34FB631-857A-4EC6-BEC2-E33BF7610C8F}"/>
              </a:ext>
            </a:extLst>
          </p:cNvPr>
          <p:cNvGrpSpPr/>
          <p:nvPr/>
        </p:nvGrpSpPr>
        <p:grpSpPr>
          <a:xfrm>
            <a:off x="5422824" y="146736"/>
            <a:ext cx="428400" cy="210240"/>
            <a:chOff x="5422824" y="146736"/>
            <a:chExt cx="42840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627F5B8-86CE-8D81-9FAC-6C434B50B1DE}"/>
                    </a:ext>
                  </a:extLst>
                </p14:cNvPr>
                <p14:cNvContentPartPr/>
                <p14:nvPr/>
              </p14:nvContentPartPr>
              <p14:xfrm>
                <a:off x="5422824" y="146736"/>
                <a:ext cx="138240" cy="210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627F5B8-86CE-8D81-9FAC-6C434B50B1D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418504" y="142416"/>
                  <a:ext cx="146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7FBA8EF-C3B8-86CD-F941-55D6814A0569}"/>
                    </a:ext>
                  </a:extLst>
                </p14:cNvPr>
                <p14:cNvContentPartPr/>
                <p14:nvPr/>
              </p14:nvContentPartPr>
              <p14:xfrm>
                <a:off x="5729544" y="244296"/>
                <a:ext cx="121680" cy="14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7FBA8EF-C3B8-86CD-F941-55D6814A056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725224" y="239976"/>
                  <a:ext cx="1303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769FD60-7B8F-590E-AD53-607BA0E68A1E}"/>
              </a:ext>
            </a:extLst>
          </p:cNvPr>
          <p:cNvGrpSpPr/>
          <p:nvPr/>
        </p:nvGrpSpPr>
        <p:grpSpPr>
          <a:xfrm>
            <a:off x="5955624" y="-52344"/>
            <a:ext cx="3492000" cy="375480"/>
            <a:chOff x="5955624" y="-52344"/>
            <a:chExt cx="349200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B534C69-379B-CD14-035E-D01BFA8973D2}"/>
                    </a:ext>
                  </a:extLst>
                </p14:cNvPr>
                <p14:cNvContentPartPr/>
                <p14:nvPr/>
              </p14:nvContentPartPr>
              <p14:xfrm>
                <a:off x="6009264" y="182376"/>
                <a:ext cx="40320" cy="112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B534C69-379B-CD14-035E-D01BFA8973D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004944" y="178056"/>
                  <a:ext cx="48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7211AC7-F420-288D-971C-5F976585CF40}"/>
                    </a:ext>
                  </a:extLst>
                </p14:cNvPr>
                <p14:cNvContentPartPr/>
                <p14:nvPr/>
              </p14:nvContentPartPr>
              <p14:xfrm>
                <a:off x="5955624" y="129816"/>
                <a:ext cx="192960" cy="9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7211AC7-F420-288D-971C-5F976585CF4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951304" y="125496"/>
                  <a:ext cx="201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BD7B732-B8BD-9F15-A6B3-D95A366B6417}"/>
                    </a:ext>
                  </a:extLst>
                </p14:cNvPr>
                <p14:cNvContentPartPr/>
                <p14:nvPr/>
              </p14:nvContentPartPr>
              <p14:xfrm>
                <a:off x="5960304" y="307656"/>
                <a:ext cx="183240" cy="15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BD7B732-B8BD-9F15-A6B3-D95A366B641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955984" y="303336"/>
                  <a:ext cx="191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72F1582-F1E6-01C2-C954-88E35F93C960}"/>
                    </a:ext>
                  </a:extLst>
                </p14:cNvPr>
                <p14:cNvContentPartPr/>
                <p14:nvPr/>
              </p14:nvContentPartPr>
              <p14:xfrm>
                <a:off x="6167304" y="260496"/>
                <a:ext cx="113040" cy="29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72F1582-F1E6-01C2-C954-88E35F93C96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162984" y="256176"/>
                  <a:ext cx="121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3BCD525-48FA-C902-FEAB-A6415B586A5F}"/>
                    </a:ext>
                  </a:extLst>
                </p14:cNvPr>
                <p14:cNvContentPartPr/>
                <p14:nvPr/>
              </p14:nvContentPartPr>
              <p14:xfrm>
                <a:off x="6360264" y="137016"/>
                <a:ext cx="19800" cy="1432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3BCD525-48FA-C902-FEAB-A6415B586A5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355944" y="132696"/>
                  <a:ext cx="28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D6FE67E-CE5E-744A-CD4E-42E5E0BB4BF2}"/>
                    </a:ext>
                  </a:extLst>
                </p14:cNvPr>
                <p14:cNvContentPartPr/>
                <p14:nvPr/>
              </p14:nvContentPartPr>
              <p14:xfrm>
                <a:off x="6311664" y="218736"/>
                <a:ext cx="190440" cy="81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D6FE67E-CE5E-744A-CD4E-42E5E0BB4BF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307344" y="214416"/>
                  <a:ext cx="199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D24CA30-8B17-441E-7BFF-AB7A015DA18B}"/>
                    </a:ext>
                  </a:extLst>
                </p14:cNvPr>
                <p14:cNvContentPartPr/>
                <p14:nvPr/>
              </p14:nvContentPartPr>
              <p14:xfrm>
                <a:off x="6526224" y="218016"/>
                <a:ext cx="153000" cy="77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D24CA30-8B17-441E-7BFF-AB7A015DA18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21904" y="213696"/>
                  <a:ext cx="161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80A6EA8-FAE1-4DCF-A898-3D1376CB0834}"/>
                    </a:ext>
                  </a:extLst>
                </p14:cNvPr>
                <p14:cNvContentPartPr/>
                <p14:nvPr/>
              </p14:nvContentPartPr>
              <p14:xfrm>
                <a:off x="6702984" y="229896"/>
                <a:ext cx="47880" cy="52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80A6EA8-FAE1-4DCF-A898-3D1376CB083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698664" y="225576"/>
                  <a:ext cx="56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26E6EDC-EB60-952A-DF12-91425F795E7F}"/>
                    </a:ext>
                  </a:extLst>
                </p14:cNvPr>
                <p14:cNvContentPartPr/>
                <p14:nvPr/>
              </p14:nvContentPartPr>
              <p14:xfrm>
                <a:off x="6809544" y="158256"/>
                <a:ext cx="48600" cy="124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26E6EDC-EB60-952A-DF12-91425F795E7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805224" y="153936"/>
                  <a:ext cx="57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42130EF-DFB5-502C-8F16-98F8318E112D}"/>
                    </a:ext>
                  </a:extLst>
                </p14:cNvPr>
                <p14:cNvContentPartPr/>
                <p14:nvPr/>
              </p14:nvContentPartPr>
              <p14:xfrm>
                <a:off x="6750504" y="212616"/>
                <a:ext cx="154080" cy="14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42130EF-DFB5-502C-8F16-98F8318E112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746184" y="208296"/>
                  <a:ext cx="162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D4DC655-D67B-31E9-B05F-CD581607584F}"/>
                    </a:ext>
                  </a:extLst>
                </p14:cNvPr>
                <p14:cNvContentPartPr/>
                <p14:nvPr/>
              </p14:nvContentPartPr>
              <p14:xfrm>
                <a:off x="7052904" y="78336"/>
                <a:ext cx="105120" cy="159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D4DC655-D67B-31E9-B05F-CD581607584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048584" y="74016"/>
                  <a:ext cx="113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AA066FE-3DA4-80E5-C42C-6DE34EEC67EB}"/>
                    </a:ext>
                  </a:extLst>
                </p14:cNvPr>
                <p14:cNvContentPartPr/>
                <p14:nvPr/>
              </p14:nvContentPartPr>
              <p14:xfrm>
                <a:off x="7217784" y="169416"/>
                <a:ext cx="91440" cy="39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AA066FE-3DA4-80E5-C42C-6DE34EEC67E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213464" y="165096"/>
                  <a:ext cx="1000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9A875F7-4F28-EF1E-8C96-CD73221A24C9}"/>
                    </a:ext>
                  </a:extLst>
                </p14:cNvPr>
                <p14:cNvContentPartPr/>
                <p14:nvPr/>
              </p14:nvContentPartPr>
              <p14:xfrm>
                <a:off x="7331904" y="56376"/>
                <a:ext cx="50400" cy="153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9A875F7-4F28-EF1E-8C96-CD73221A24C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327584" y="52056"/>
                  <a:ext cx="59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6AB3E79-1D93-9CC7-B15D-59C5D5861ECC}"/>
                    </a:ext>
                  </a:extLst>
                </p14:cNvPr>
                <p14:cNvContentPartPr/>
                <p14:nvPr/>
              </p14:nvContentPartPr>
              <p14:xfrm>
                <a:off x="7306344" y="140976"/>
                <a:ext cx="97920" cy="2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6AB3E79-1D93-9CC7-B15D-59C5D5861EC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302024" y="136656"/>
                  <a:ext cx="10656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7EEBDA1-8BCF-2FB8-D3BA-3172F5704AF0}"/>
                    </a:ext>
                  </a:extLst>
                </p14:cNvPr>
                <p14:cNvContentPartPr/>
                <p14:nvPr/>
              </p14:nvContentPartPr>
              <p14:xfrm>
                <a:off x="7438464" y="138456"/>
                <a:ext cx="92520" cy="65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7EEBDA1-8BCF-2FB8-D3BA-3172F5704AF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434144" y="134136"/>
                  <a:ext cx="101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792E98B-785E-827E-B46B-AA5998A30819}"/>
                    </a:ext>
                  </a:extLst>
                </p14:cNvPr>
                <p14:cNvContentPartPr/>
                <p14:nvPr/>
              </p14:nvContentPartPr>
              <p14:xfrm>
                <a:off x="7574544" y="3816"/>
                <a:ext cx="154800" cy="286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792E98B-785E-827E-B46B-AA5998A3081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570224" y="-504"/>
                  <a:ext cx="163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BED6872-7F3F-241A-CC9F-B06ED1FF7013}"/>
                    </a:ext>
                  </a:extLst>
                </p14:cNvPr>
                <p14:cNvContentPartPr/>
                <p14:nvPr/>
              </p14:nvContentPartPr>
              <p14:xfrm>
                <a:off x="7879464" y="41256"/>
                <a:ext cx="32040" cy="132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BED6872-7F3F-241A-CC9F-B06ED1FF701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875144" y="36936"/>
                  <a:ext cx="40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79CE849-B76F-A026-A511-09739AB3226C}"/>
                    </a:ext>
                  </a:extLst>
                </p14:cNvPr>
                <p14:cNvContentPartPr/>
                <p14:nvPr/>
              </p14:nvContentPartPr>
              <p14:xfrm>
                <a:off x="7794144" y="31536"/>
                <a:ext cx="227160" cy="187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79CE849-B76F-A026-A511-09739AB3226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789824" y="27216"/>
                  <a:ext cx="235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BB5F194-D1E0-1F02-82EC-1C1C151EA5DC}"/>
                    </a:ext>
                  </a:extLst>
                </p14:cNvPr>
                <p14:cNvContentPartPr/>
                <p14:nvPr/>
              </p14:nvContentPartPr>
              <p14:xfrm>
                <a:off x="8084304" y="100296"/>
                <a:ext cx="17280" cy="51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BB5F194-D1E0-1F02-82EC-1C1C151EA5D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079984" y="95976"/>
                  <a:ext cx="25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BD5F000-F960-F833-73E5-13B666FB5C4F}"/>
                    </a:ext>
                  </a:extLst>
                </p14:cNvPr>
                <p14:cNvContentPartPr/>
                <p14:nvPr/>
              </p14:nvContentPartPr>
              <p14:xfrm>
                <a:off x="8125704" y="14976"/>
                <a:ext cx="360" cy="255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BD5F000-F960-F833-73E5-13B666FB5C4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121384" y="10656"/>
                  <a:ext cx="9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1A9B949-2081-3D3D-8284-AE795EB7411A}"/>
                    </a:ext>
                  </a:extLst>
                </p14:cNvPr>
                <p14:cNvContentPartPr/>
                <p14:nvPr/>
              </p14:nvContentPartPr>
              <p14:xfrm>
                <a:off x="8110944" y="18216"/>
                <a:ext cx="66600" cy="139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1A9B949-2081-3D3D-8284-AE795EB7411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106624" y="13896"/>
                  <a:ext cx="75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0F985C4-F3A5-080D-3639-676670AD2FA9}"/>
                    </a:ext>
                  </a:extLst>
                </p14:cNvPr>
                <p14:cNvContentPartPr/>
                <p14:nvPr/>
              </p14:nvContentPartPr>
              <p14:xfrm>
                <a:off x="8245224" y="75096"/>
                <a:ext cx="85680" cy="586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0F985C4-F3A5-080D-3639-676670AD2FA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240904" y="70776"/>
                  <a:ext cx="94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9DDE18C-AE7C-C1A4-8580-3F6076EF9412}"/>
                    </a:ext>
                  </a:extLst>
                </p14:cNvPr>
                <p14:cNvContentPartPr/>
                <p14:nvPr/>
              </p14:nvContentPartPr>
              <p14:xfrm>
                <a:off x="8361504" y="65736"/>
                <a:ext cx="50040" cy="61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9DDE18C-AE7C-C1A4-8580-3F6076EF941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57184" y="61416"/>
                  <a:ext cx="58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81748B0-0504-AEA3-4095-76B09B2DA622}"/>
                    </a:ext>
                  </a:extLst>
                </p14:cNvPr>
                <p14:cNvContentPartPr/>
                <p14:nvPr/>
              </p14:nvContentPartPr>
              <p14:xfrm>
                <a:off x="8474184" y="76176"/>
                <a:ext cx="70920" cy="37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81748B0-0504-AEA3-4095-76B09B2DA62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469864" y="71856"/>
                  <a:ext cx="79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3B70A07-4BEF-140C-9B80-691EE826E7B6}"/>
                    </a:ext>
                  </a:extLst>
                </p14:cNvPr>
                <p14:cNvContentPartPr/>
                <p14:nvPr/>
              </p14:nvContentPartPr>
              <p14:xfrm>
                <a:off x="8586504" y="84096"/>
                <a:ext cx="68760" cy="26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3B70A07-4BEF-140C-9B80-691EE826E7B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582184" y="79776"/>
                  <a:ext cx="77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EB85FEC-FF7A-6076-85A2-664BACE670B9}"/>
                    </a:ext>
                  </a:extLst>
                </p14:cNvPr>
                <p14:cNvContentPartPr/>
                <p14:nvPr/>
              </p14:nvContentPartPr>
              <p14:xfrm>
                <a:off x="8729424" y="9576"/>
                <a:ext cx="62280" cy="117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EB85FEC-FF7A-6076-85A2-664BACE670B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725104" y="5256"/>
                  <a:ext cx="70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F5EF5A2-C852-31F8-7CA5-AD2698F56801}"/>
                    </a:ext>
                  </a:extLst>
                </p14:cNvPr>
                <p14:cNvContentPartPr/>
                <p14:nvPr/>
              </p14:nvContentPartPr>
              <p14:xfrm>
                <a:off x="8684064" y="65376"/>
                <a:ext cx="124560" cy="5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F5EF5A2-C852-31F8-7CA5-AD2698F5680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679744" y="61056"/>
                  <a:ext cx="1332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5ACBBEE-D8D3-5AB1-318F-161279B3D5EE}"/>
                    </a:ext>
                  </a:extLst>
                </p14:cNvPr>
                <p14:cNvContentPartPr/>
                <p14:nvPr/>
              </p14:nvContentPartPr>
              <p14:xfrm>
                <a:off x="8949384" y="-52344"/>
                <a:ext cx="110880" cy="1652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5ACBBEE-D8D3-5AB1-318F-161279B3D5E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945064" y="-56664"/>
                  <a:ext cx="119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B2A8D98-504D-9D7E-666B-64A7C259FBAE}"/>
                    </a:ext>
                  </a:extLst>
                </p14:cNvPr>
                <p14:cNvContentPartPr/>
                <p14:nvPr/>
              </p14:nvContentPartPr>
              <p14:xfrm>
                <a:off x="9085824" y="-3096"/>
                <a:ext cx="98640" cy="95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B2A8D98-504D-9D7E-666B-64A7C259FBA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081504" y="-7416"/>
                  <a:ext cx="107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8C78D64-2DCF-D3B1-57F2-661CF3EA11C8}"/>
                    </a:ext>
                  </a:extLst>
                </p14:cNvPr>
                <p14:cNvContentPartPr/>
                <p14:nvPr/>
              </p14:nvContentPartPr>
              <p14:xfrm>
                <a:off x="9265104" y="-48816"/>
                <a:ext cx="45720" cy="166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8C78D64-2DCF-D3B1-57F2-661CF3EA11C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260784" y="-53136"/>
                  <a:ext cx="54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9655638-677F-5701-504A-66F5ACBEC0D9}"/>
                    </a:ext>
                  </a:extLst>
                </p14:cNvPr>
                <p14:cNvContentPartPr/>
                <p14:nvPr/>
              </p14:nvContentPartPr>
              <p14:xfrm>
                <a:off x="9222984" y="43704"/>
                <a:ext cx="81000" cy="2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9655638-677F-5701-504A-66F5ACBEC0D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218664" y="39384"/>
                  <a:ext cx="896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3EAF44F-462B-B5E4-AC82-F64F7CB8EE39}"/>
                    </a:ext>
                  </a:extLst>
                </p14:cNvPr>
                <p14:cNvContentPartPr/>
                <p14:nvPr/>
              </p14:nvContentPartPr>
              <p14:xfrm>
                <a:off x="9355824" y="32904"/>
                <a:ext cx="91800" cy="889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3EAF44F-462B-B5E4-AC82-F64F7CB8EE3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351504" y="28584"/>
                  <a:ext cx="1004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94A39260-5DFB-DE88-27E5-25DD5457A35F}"/>
              </a:ext>
            </a:extLst>
          </p:cNvPr>
          <p:cNvGrpSpPr/>
          <p:nvPr/>
        </p:nvGrpSpPr>
        <p:grpSpPr>
          <a:xfrm>
            <a:off x="861984" y="5931144"/>
            <a:ext cx="2840760" cy="514080"/>
            <a:chOff x="861984" y="5931144"/>
            <a:chExt cx="2840760" cy="51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2A5C8D0-F8B5-6818-0037-41F39273318C}"/>
                    </a:ext>
                  </a:extLst>
                </p14:cNvPr>
                <p14:cNvContentPartPr/>
                <p14:nvPr/>
              </p14:nvContentPartPr>
              <p14:xfrm>
                <a:off x="861984" y="6234264"/>
                <a:ext cx="41760" cy="157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2A5C8D0-F8B5-6818-0037-41F39273318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57664" y="6229944"/>
                  <a:ext cx="50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B271A61-2591-2423-4638-8829FB2AF754}"/>
                    </a:ext>
                  </a:extLst>
                </p14:cNvPr>
                <p14:cNvContentPartPr/>
                <p14:nvPr/>
              </p14:nvContentPartPr>
              <p14:xfrm>
                <a:off x="1027944" y="6237504"/>
                <a:ext cx="115200" cy="104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B271A61-2591-2423-4638-8829FB2AF75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23624" y="6233184"/>
                  <a:ext cx="123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E2DD9A4-B515-7DB0-0294-BE83C9AC4BB3}"/>
                    </a:ext>
                  </a:extLst>
                </p14:cNvPr>
                <p14:cNvContentPartPr/>
                <p14:nvPr/>
              </p14:nvContentPartPr>
              <p14:xfrm>
                <a:off x="1194264" y="6152904"/>
                <a:ext cx="154800" cy="227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E2DD9A4-B515-7DB0-0294-BE83C9AC4BB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89944" y="6148584"/>
                  <a:ext cx="163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2BF2D15-1A1C-1C59-1A8C-340819D1C8CF}"/>
                    </a:ext>
                  </a:extLst>
                </p14:cNvPr>
                <p14:cNvContentPartPr/>
                <p14:nvPr/>
              </p14:nvContentPartPr>
              <p14:xfrm>
                <a:off x="1286784" y="6322824"/>
                <a:ext cx="37800" cy="572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2BF2D15-1A1C-1C59-1A8C-340819D1C8C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282464" y="6318504"/>
                  <a:ext cx="46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3D56934-0129-04D8-678E-B1B1B56B93E2}"/>
                    </a:ext>
                  </a:extLst>
                </p14:cNvPr>
                <p14:cNvContentPartPr/>
                <p14:nvPr/>
              </p14:nvContentPartPr>
              <p14:xfrm>
                <a:off x="1644624" y="6239304"/>
                <a:ext cx="73440" cy="6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3D56934-0129-04D8-678E-B1B1B56B93E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640304" y="6234984"/>
                  <a:ext cx="820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55E2C42-D8CF-342B-C933-22FC3EB2B7C5}"/>
                    </a:ext>
                  </a:extLst>
                </p14:cNvPr>
                <p14:cNvContentPartPr/>
                <p14:nvPr/>
              </p14:nvContentPartPr>
              <p14:xfrm>
                <a:off x="1661904" y="6279984"/>
                <a:ext cx="107640" cy="190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55E2C42-D8CF-342B-C933-22FC3EB2B7C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657584" y="6275664"/>
                  <a:ext cx="116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37694B0-4800-BDF7-17D3-ECB36A22F2D3}"/>
                    </a:ext>
                  </a:extLst>
                </p14:cNvPr>
                <p14:cNvContentPartPr/>
                <p14:nvPr/>
              </p14:nvContentPartPr>
              <p14:xfrm>
                <a:off x="2129904" y="6039144"/>
                <a:ext cx="44280" cy="1126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37694B0-4800-BDF7-17D3-ECB36A22F2D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125584" y="6034824"/>
                  <a:ext cx="52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52D5C13-6EDD-E991-824B-7E7E0C6027CC}"/>
                    </a:ext>
                  </a:extLst>
                </p14:cNvPr>
                <p14:cNvContentPartPr/>
                <p14:nvPr/>
              </p14:nvContentPartPr>
              <p14:xfrm>
                <a:off x="2285784" y="6029424"/>
                <a:ext cx="111240" cy="73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52D5C13-6EDD-E991-824B-7E7E0C6027C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281464" y="6025104"/>
                  <a:ext cx="119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0C7439D-B4DF-C664-6840-F1C3EC8EB5A6}"/>
                    </a:ext>
                  </a:extLst>
                </p14:cNvPr>
                <p14:cNvContentPartPr/>
                <p14:nvPr/>
              </p14:nvContentPartPr>
              <p14:xfrm>
                <a:off x="1973664" y="6186744"/>
                <a:ext cx="633960" cy="58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0C7439D-B4DF-C664-6840-F1C3EC8EB5A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969344" y="6182424"/>
                  <a:ext cx="642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109822B-5570-FF3C-C658-B0C481A6732B}"/>
                    </a:ext>
                  </a:extLst>
                </p14:cNvPr>
                <p14:cNvContentPartPr/>
                <p14:nvPr/>
              </p14:nvContentPartPr>
              <p14:xfrm>
                <a:off x="2098224" y="6341184"/>
                <a:ext cx="24840" cy="104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109822B-5570-FF3C-C658-B0C481A6732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093904" y="6336864"/>
                  <a:ext cx="334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22D326C-6772-4146-D42F-9E6A98B90025}"/>
                    </a:ext>
                  </a:extLst>
                </p14:cNvPr>
                <p14:cNvContentPartPr/>
                <p14:nvPr/>
              </p14:nvContentPartPr>
              <p14:xfrm>
                <a:off x="2234664" y="6307344"/>
                <a:ext cx="98640" cy="93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22D326C-6772-4146-D42F-9E6A98B9002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230344" y="6303024"/>
                  <a:ext cx="107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59393A3-51EA-41C1-E937-F66F360AE57E}"/>
                    </a:ext>
                  </a:extLst>
                </p14:cNvPr>
                <p14:cNvContentPartPr/>
                <p14:nvPr/>
              </p14:nvContentPartPr>
              <p14:xfrm>
                <a:off x="2422584" y="6280704"/>
                <a:ext cx="88560" cy="96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59393A3-51EA-41C1-E937-F66F360AE57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418264" y="6276384"/>
                  <a:ext cx="97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12DDDE9-5A65-8C23-AAFC-FA79F7C6AF59}"/>
                    </a:ext>
                  </a:extLst>
                </p14:cNvPr>
                <p14:cNvContentPartPr/>
                <p14:nvPr/>
              </p14:nvContentPartPr>
              <p14:xfrm>
                <a:off x="2893104" y="6100344"/>
                <a:ext cx="109440" cy="36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12DDDE9-5A65-8C23-AAFC-FA79F7C6AF5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888784" y="6096024"/>
                  <a:ext cx="11808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C834F87-0AE7-A644-F0F3-26E4CE6E691C}"/>
                    </a:ext>
                  </a:extLst>
                </p14:cNvPr>
                <p14:cNvContentPartPr/>
                <p14:nvPr/>
              </p14:nvContentPartPr>
              <p14:xfrm>
                <a:off x="2897784" y="6139944"/>
                <a:ext cx="90720" cy="158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C834F87-0AE7-A644-F0F3-26E4CE6E691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893464" y="6135624"/>
                  <a:ext cx="99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F58A3CB-2E90-9FC9-BB27-BF5970954F49}"/>
                    </a:ext>
                  </a:extLst>
                </p14:cNvPr>
                <p14:cNvContentPartPr/>
                <p14:nvPr/>
              </p14:nvContentPartPr>
              <p14:xfrm>
                <a:off x="3251664" y="5991984"/>
                <a:ext cx="127080" cy="130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F58A3CB-2E90-9FC9-BB27-BF5970954F4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247344" y="5987664"/>
                  <a:ext cx="135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40A0652-43CB-AF82-FAB4-2AB663A2216A}"/>
                    </a:ext>
                  </a:extLst>
                </p14:cNvPr>
                <p14:cNvContentPartPr/>
                <p14:nvPr/>
              </p14:nvContentPartPr>
              <p14:xfrm>
                <a:off x="3492864" y="6077664"/>
                <a:ext cx="360" cy="29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40A0652-43CB-AF82-FAB4-2AB663A2216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88544" y="6073344"/>
                  <a:ext cx="9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9227F1F-B7C2-04E9-458C-1EE1E0A1BF1B}"/>
                    </a:ext>
                  </a:extLst>
                </p14:cNvPr>
                <p14:cNvContentPartPr/>
                <p14:nvPr/>
              </p14:nvContentPartPr>
              <p14:xfrm>
                <a:off x="3682944" y="5931144"/>
                <a:ext cx="19800" cy="1630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9227F1F-B7C2-04E9-458C-1EE1E0A1BF1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678624" y="5926824"/>
                  <a:ext cx="2844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A760AAE4-21B0-751A-81FA-E3778148D3AB}"/>
                  </a:ext>
                </a:extLst>
              </p14:cNvPr>
              <p14:cNvContentPartPr/>
              <p14:nvPr/>
            </p14:nvContentPartPr>
            <p14:xfrm>
              <a:off x="9998064" y="2888064"/>
              <a:ext cx="78480" cy="8640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A760AAE4-21B0-751A-81FA-E3778148D3AB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9993744" y="2883744"/>
                <a:ext cx="871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05CFD1EF-C358-6431-F4AE-6053C53BDF87}"/>
                  </a:ext>
                </a:extLst>
              </p14:cNvPr>
              <p14:cNvContentPartPr/>
              <p14:nvPr/>
            </p14:nvContentPartPr>
            <p14:xfrm>
              <a:off x="6925824" y="1835424"/>
              <a:ext cx="185760" cy="11952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05CFD1EF-C358-6431-F4AE-6053C53BDF87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6921504" y="1831104"/>
                <a:ext cx="1944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29565B83-D043-CE3B-CD8A-7E5183BF101C}"/>
                  </a:ext>
                </a:extLst>
              </p14:cNvPr>
              <p14:cNvContentPartPr/>
              <p14:nvPr/>
            </p14:nvContentPartPr>
            <p14:xfrm>
              <a:off x="7518384" y="1831104"/>
              <a:ext cx="161280" cy="158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29565B83-D043-CE3B-CD8A-7E5183BF101C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7514064" y="1826784"/>
                <a:ext cx="16992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7DF10398-132D-7B67-B72A-0D7D493BDBA3}"/>
              </a:ext>
            </a:extLst>
          </p:cNvPr>
          <p:cNvGrpSpPr/>
          <p:nvPr/>
        </p:nvGrpSpPr>
        <p:grpSpPr>
          <a:xfrm>
            <a:off x="8013384" y="1644984"/>
            <a:ext cx="634320" cy="228600"/>
            <a:chOff x="8013384" y="1644984"/>
            <a:chExt cx="63432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B9914A0-1753-386B-EE7E-996FADA11E1E}"/>
                    </a:ext>
                  </a:extLst>
                </p14:cNvPr>
                <p14:cNvContentPartPr/>
                <p14:nvPr/>
              </p14:nvContentPartPr>
              <p14:xfrm>
                <a:off x="8013384" y="1693224"/>
                <a:ext cx="122400" cy="37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B9914A0-1753-386B-EE7E-996FADA11E1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009064" y="1688904"/>
                  <a:ext cx="131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EBC6005-8573-A500-A833-1A1C72F68373}"/>
                    </a:ext>
                  </a:extLst>
                </p14:cNvPr>
                <p14:cNvContentPartPr/>
                <p14:nvPr/>
              </p14:nvContentPartPr>
              <p14:xfrm>
                <a:off x="8072064" y="1644984"/>
                <a:ext cx="180720" cy="228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EBC6005-8573-A500-A833-1A1C72F6837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067744" y="1640664"/>
                  <a:ext cx="189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B25D85C-CDA0-9A75-7E5C-C0179D9C9FC1}"/>
                    </a:ext>
                  </a:extLst>
                </p14:cNvPr>
                <p14:cNvContentPartPr/>
                <p14:nvPr/>
              </p14:nvContentPartPr>
              <p14:xfrm>
                <a:off x="8215704" y="1757664"/>
                <a:ext cx="146520" cy="565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B25D85C-CDA0-9A75-7E5C-C0179D9C9FC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211384" y="1753344"/>
                  <a:ext cx="155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05FDFAC-17D0-A76C-B82B-C0C4DE3312C0}"/>
                    </a:ext>
                  </a:extLst>
                </p14:cNvPr>
                <p14:cNvContentPartPr/>
                <p14:nvPr/>
              </p14:nvContentPartPr>
              <p14:xfrm>
                <a:off x="8408304" y="1734984"/>
                <a:ext cx="112680" cy="532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05FDFAC-17D0-A76C-B82B-C0C4DE3312C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403984" y="1730664"/>
                  <a:ext cx="121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15C049F-C408-10A6-2946-F57ECCDFF421}"/>
                    </a:ext>
                  </a:extLst>
                </p14:cNvPr>
                <p14:cNvContentPartPr/>
                <p14:nvPr/>
              </p14:nvContentPartPr>
              <p14:xfrm>
                <a:off x="8583624" y="1695024"/>
                <a:ext cx="64080" cy="84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15C049F-C408-10A6-2946-F57ECCDFF42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579304" y="1690704"/>
                  <a:ext cx="7272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FE516A81-A284-FEFC-8BF3-F6A98A564FD8}"/>
                  </a:ext>
                </a:extLst>
              </p14:cNvPr>
              <p14:cNvContentPartPr/>
              <p14:nvPr/>
            </p14:nvContentPartPr>
            <p14:xfrm>
              <a:off x="7030944" y="4774824"/>
              <a:ext cx="1906560" cy="20016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FE516A81-A284-FEFC-8BF3-F6A98A564FD8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7026624" y="4770504"/>
                <a:ext cx="191520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5273980-4494-D43E-009A-A7155DF46FDE}"/>
              </a:ext>
            </a:extLst>
          </p:cNvPr>
          <p:cNvGrpSpPr/>
          <p:nvPr/>
        </p:nvGrpSpPr>
        <p:grpSpPr>
          <a:xfrm>
            <a:off x="6943104" y="2902104"/>
            <a:ext cx="4747680" cy="1483560"/>
            <a:chOff x="6943104" y="2902104"/>
            <a:chExt cx="4747680" cy="148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D4A7F42-FC7F-36F7-F2BA-FF27BA172750}"/>
                    </a:ext>
                  </a:extLst>
                </p14:cNvPr>
                <p14:cNvContentPartPr/>
                <p14:nvPr/>
              </p14:nvContentPartPr>
              <p14:xfrm>
                <a:off x="6943104" y="3404016"/>
                <a:ext cx="15120" cy="231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D4A7F42-FC7F-36F7-F2BA-FF27BA17275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938784" y="3399696"/>
                  <a:ext cx="23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17D0DAA-1269-254A-53C9-424E3857E931}"/>
                    </a:ext>
                  </a:extLst>
                </p14:cNvPr>
                <p14:cNvContentPartPr/>
                <p14:nvPr/>
              </p14:nvContentPartPr>
              <p14:xfrm>
                <a:off x="6979464" y="3401136"/>
                <a:ext cx="82800" cy="22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17D0DAA-1269-254A-53C9-424E3857E93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975144" y="3396816"/>
                  <a:ext cx="91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98B269C-110D-FE3A-EC64-50F62A127AE2}"/>
                    </a:ext>
                  </a:extLst>
                </p14:cNvPr>
                <p14:cNvContentPartPr/>
                <p14:nvPr/>
              </p14:nvContentPartPr>
              <p14:xfrm>
                <a:off x="6960024" y="3467736"/>
                <a:ext cx="105120" cy="20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98B269C-110D-FE3A-EC64-50F62A127AE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955704" y="3463416"/>
                  <a:ext cx="11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023D6C-8F6D-4FE3-379D-4C905CC2B681}"/>
                    </a:ext>
                  </a:extLst>
                </p14:cNvPr>
                <p14:cNvContentPartPr/>
                <p14:nvPr/>
              </p14:nvContentPartPr>
              <p14:xfrm>
                <a:off x="7167384" y="3319776"/>
                <a:ext cx="158760" cy="231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023D6C-8F6D-4FE3-379D-4C905CC2B68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163064" y="3315456"/>
                  <a:ext cx="167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48239AC-9A20-4FFF-9301-C26B665355C3}"/>
                    </a:ext>
                  </a:extLst>
                </p14:cNvPr>
                <p14:cNvContentPartPr/>
                <p14:nvPr/>
              </p14:nvContentPartPr>
              <p14:xfrm>
                <a:off x="7318944" y="3544056"/>
                <a:ext cx="78840" cy="70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48239AC-9A20-4FFF-9301-C26B665355C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314624" y="3539736"/>
                  <a:ext cx="87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82ECD0D-30EA-D7D3-76B9-D4D9E1830978}"/>
                    </a:ext>
                  </a:extLst>
                </p14:cNvPr>
                <p14:cNvContentPartPr/>
                <p14:nvPr/>
              </p14:nvContentPartPr>
              <p14:xfrm>
                <a:off x="7677144" y="3397896"/>
                <a:ext cx="132120" cy="26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82ECD0D-30EA-D7D3-76B9-D4D9E183097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672824" y="3393576"/>
                  <a:ext cx="140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89DF973-6B8A-0066-B1FB-FFDADFAA0FDC}"/>
                    </a:ext>
                  </a:extLst>
                </p14:cNvPr>
                <p14:cNvContentPartPr/>
                <p14:nvPr/>
              </p14:nvContentPartPr>
              <p14:xfrm>
                <a:off x="7713504" y="3438216"/>
                <a:ext cx="119880" cy="21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89DF973-6B8A-0066-B1FB-FFDADFAA0FD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709184" y="3433896"/>
                  <a:ext cx="128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5A8E7B9-2B4F-58C5-F1D7-EBE86C279230}"/>
                    </a:ext>
                  </a:extLst>
                </p14:cNvPr>
                <p14:cNvContentPartPr/>
                <p14:nvPr/>
              </p14:nvContentPartPr>
              <p14:xfrm>
                <a:off x="8070264" y="3311496"/>
                <a:ext cx="41760" cy="1612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5A8E7B9-2B4F-58C5-F1D7-EBE86C27923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065944" y="3307176"/>
                  <a:ext cx="50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B22A938-051B-B8EB-8614-3C7EB851902A}"/>
                    </a:ext>
                  </a:extLst>
                </p14:cNvPr>
                <p14:cNvContentPartPr/>
                <p14:nvPr/>
              </p14:nvContentPartPr>
              <p14:xfrm>
                <a:off x="8193384" y="3271896"/>
                <a:ext cx="84240" cy="135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B22A938-051B-B8EB-8614-3C7EB851902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189064" y="3267576"/>
                  <a:ext cx="92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2A5A3BC-6A39-96D0-1CED-F4ABC24BD5A8}"/>
                    </a:ext>
                  </a:extLst>
                </p14:cNvPr>
                <p14:cNvContentPartPr/>
                <p14:nvPr/>
              </p14:nvContentPartPr>
              <p14:xfrm>
                <a:off x="8339904" y="3233736"/>
                <a:ext cx="108720" cy="1648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2A5A3BC-6A39-96D0-1CED-F4ABC24BD5A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335584" y="3229416"/>
                  <a:ext cx="117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90581E8-98E4-B9AB-7080-1ED885FD00F8}"/>
                    </a:ext>
                  </a:extLst>
                </p14:cNvPr>
                <p14:cNvContentPartPr/>
                <p14:nvPr/>
              </p14:nvContentPartPr>
              <p14:xfrm>
                <a:off x="8643024" y="3207456"/>
                <a:ext cx="109800" cy="146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90581E8-98E4-B9AB-7080-1ED885FD00F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638704" y="3203136"/>
                  <a:ext cx="118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7C92C74-DA4D-83E5-61A7-AA70F9A406B0}"/>
                    </a:ext>
                  </a:extLst>
                </p14:cNvPr>
                <p14:cNvContentPartPr/>
                <p14:nvPr/>
              </p14:nvContentPartPr>
              <p14:xfrm>
                <a:off x="8642664" y="3238416"/>
                <a:ext cx="163800" cy="72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7C92C74-DA4D-83E5-61A7-AA70F9A406B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638344" y="3234096"/>
                  <a:ext cx="172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EF391F5-29F2-55FA-1812-D7F5D40EBBA5}"/>
                    </a:ext>
                  </a:extLst>
                </p14:cNvPr>
                <p14:cNvContentPartPr/>
                <p14:nvPr/>
              </p14:nvContentPartPr>
              <p14:xfrm>
                <a:off x="8903304" y="3099456"/>
                <a:ext cx="193320" cy="287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EF391F5-29F2-55FA-1812-D7F5D40EBBA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898984" y="3095136"/>
                  <a:ext cx="201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3FFD6A6-0618-BF20-C477-8A6C472B039B}"/>
                    </a:ext>
                  </a:extLst>
                </p14:cNvPr>
                <p14:cNvContentPartPr/>
                <p14:nvPr/>
              </p14:nvContentPartPr>
              <p14:xfrm>
                <a:off x="9201744" y="3157056"/>
                <a:ext cx="33840" cy="132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3FFD6A6-0618-BF20-C477-8A6C472B039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197064" y="3152736"/>
                  <a:ext cx="42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38AA31D-69BE-85CF-EF1B-83A74AD86F2F}"/>
                    </a:ext>
                  </a:extLst>
                </p14:cNvPr>
                <p14:cNvContentPartPr/>
                <p14:nvPr/>
              </p14:nvContentPartPr>
              <p14:xfrm>
                <a:off x="9399384" y="3121416"/>
                <a:ext cx="18720" cy="97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38AA31D-69BE-85CF-EF1B-83A74AD86F2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395064" y="3117096"/>
                  <a:ext cx="27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B1331A6-55B5-9664-3BBB-7B76E1198FB2}"/>
                    </a:ext>
                  </a:extLst>
                </p14:cNvPr>
                <p14:cNvContentPartPr/>
                <p14:nvPr/>
              </p14:nvContentPartPr>
              <p14:xfrm>
                <a:off x="9332424" y="3175056"/>
                <a:ext cx="129600" cy="23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B1331A6-55B5-9664-3BBB-7B76E1198FB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328104" y="3170736"/>
                  <a:ext cx="138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A1EAA4A-04F6-0FF0-5712-B82B2559864A}"/>
                    </a:ext>
                  </a:extLst>
                </p14:cNvPr>
                <p14:cNvContentPartPr/>
                <p14:nvPr/>
              </p14:nvContentPartPr>
              <p14:xfrm>
                <a:off x="9570024" y="3121704"/>
                <a:ext cx="114480" cy="119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A1EAA4A-04F6-0FF0-5712-B82B2559864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565704" y="3117384"/>
                  <a:ext cx="123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E070F7D-C330-F496-ABCB-C04D53653FAF}"/>
                    </a:ext>
                  </a:extLst>
                </p14:cNvPr>
                <p14:cNvContentPartPr/>
                <p14:nvPr/>
              </p14:nvContentPartPr>
              <p14:xfrm>
                <a:off x="9739944" y="3188664"/>
                <a:ext cx="22320" cy="12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E070F7D-C330-F496-ABCB-C04D53653FA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735624" y="3184344"/>
                  <a:ext cx="30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60DF44E-2070-EDB9-2D47-0FDF30F1BA57}"/>
                    </a:ext>
                  </a:extLst>
                </p14:cNvPr>
                <p14:cNvContentPartPr/>
                <p14:nvPr/>
              </p14:nvContentPartPr>
              <p14:xfrm>
                <a:off x="9835704" y="3095424"/>
                <a:ext cx="11520" cy="102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60DF44E-2070-EDB9-2D47-0FDF30F1BA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831384" y="3091104"/>
                  <a:ext cx="20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E9D262C-00A6-7B64-2B5A-8CBFA8B8C5E5}"/>
                    </a:ext>
                  </a:extLst>
                </p14:cNvPr>
                <p14:cNvContentPartPr/>
                <p14:nvPr/>
              </p14:nvContentPartPr>
              <p14:xfrm>
                <a:off x="9939744" y="2994624"/>
                <a:ext cx="90720" cy="270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E9D262C-00A6-7B64-2B5A-8CBFA8B8C5E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935424" y="2990304"/>
                  <a:ext cx="99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52BBD84-A695-26EE-0777-0D79357B7763}"/>
                    </a:ext>
                  </a:extLst>
                </p14:cNvPr>
                <p14:cNvContentPartPr/>
                <p14:nvPr/>
              </p14:nvContentPartPr>
              <p14:xfrm>
                <a:off x="10346904" y="3097584"/>
                <a:ext cx="132120" cy="29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52BBD84-A695-26EE-0777-0D79357B776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342584" y="3093264"/>
                  <a:ext cx="140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5BE4D80-83BE-4895-3A08-481C25AAEC7A}"/>
                    </a:ext>
                  </a:extLst>
                </p14:cNvPr>
                <p14:cNvContentPartPr/>
                <p14:nvPr/>
              </p14:nvContentPartPr>
              <p14:xfrm>
                <a:off x="10366344" y="3186504"/>
                <a:ext cx="107640" cy="16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5BE4D80-83BE-4895-3A08-481C25AAEC7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362024" y="3182184"/>
                  <a:ext cx="11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581B6DC-6114-2CD9-268B-C8826142DC7F}"/>
                    </a:ext>
                  </a:extLst>
                </p14:cNvPr>
                <p14:cNvContentPartPr/>
                <p14:nvPr/>
              </p14:nvContentPartPr>
              <p14:xfrm>
                <a:off x="10722384" y="3025584"/>
                <a:ext cx="17640" cy="109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581B6DC-6114-2CD9-268B-C8826142DC7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718064" y="3021264"/>
                  <a:ext cx="26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3C2E6AF-0268-7038-BFA2-09714A2CACF9}"/>
                    </a:ext>
                  </a:extLst>
                </p14:cNvPr>
                <p14:cNvContentPartPr/>
                <p14:nvPr/>
              </p14:nvContentPartPr>
              <p14:xfrm>
                <a:off x="10828224" y="3015864"/>
                <a:ext cx="71280" cy="882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3C2E6AF-0268-7038-BFA2-09714A2CACF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823904" y="3011544"/>
                  <a:ext cx="79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25BC484-13AC-F1E0-98B5-823D607CED53}"/>
                    </a:ext>
                  </a:extLst>
                </p14:cNvPr>
                <p14:cNvContentPartPr/>
                <p14:nvPr/>
              </p14:nvContentPartPr>
              <p14:xfrm>
                <a:off x="10985184" y="3010824"/>
                <a:ext cx="72000" cy="69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25BC484-13AC-F1E0-98B5-823D607CED5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980864" y="3006504"/>
                  <a:ext cx="80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EEDFEE5-0156-4D30-6F81-A36E750F7B5E}"/>
                    </a:ext>
                  </a:extLst>
                </p14:cNvPr>
                <p14:cNvContentPartPr/>
                <p14:nvPr/>
              </p14:nvContentPartPr>
              <p14:xfrm>
                <a:off x="11224584" y="2980224"/>
                <a:ext cx="73440" cy="1076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EEDFEE5-0156-4D30-6F81-A36E750F7B5E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220264" y="2975904"/>
                  <a:ext cx="82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57300D4-A4C0-48BA-61DE-B3190157BAA5}"/>
                    </a:ext>
                  </a:extLst>
                </p14:cNvPr>
                <p14:cNvContentPartPr/>
                <p14:nvPr/>
              </p14:nvContentPartPr>
              <p14:xfrm>
                <a:off x="11239344" y="3015864"/>
                <a:ext cx="105120" cy="280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57300D4-A4C0-48BA-61DE-B3190157BAA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235024" y="3011544"/>
                  <a:ext cx="113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DB395D8-5490-E4D9-8F1C-EAEC2D355908}"/>
                    </a:ext>
                  </a:extLst>
                </p14:cNvPr>
                <p14:cNvContentPartPr/>
                <p14:nvPr/>
              </p14:nvContentPartPr>
              <p14:xfrm>
                <a:off x="11619864" y="2902104"/>
                <a:ext cx="9000" cy="1692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DB395D8-5490-E4D9-8F1C-EAEC2D35590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615544" y="2897784"/>
                  <a:ext cx="17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166EB35-EF70-AF33-4CD6-B367761269B2}"/>
                    </a:ext>
                  </a:extLst>
                </p14:cNvPr>
                <p14:cNvContentPartPr/>
                <p14:nvPr/>
              </p14:nvContentPartPr>
              <p14:xfrm>
                <a:off x="7040664" y="3948984"/>
                <a:ext cx="7920" cy="176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166EB35-EF70-AF33-4CD6-B367761269B2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036344" y="3944664"/>
                  <a:ext cx="16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D5BA302-26D3-794F-1749-E36624AF00FB}"/>
                    </a:ext>
                  </a:extLst>
                </p14:cNvPr>
                <p14:cNvContentPartPr/>
                <p14:nvPr/>
              </p14:nvContentPartPr>
              <p14:xfrm>
                <a:off x="7098984" y="3875904"/>
                <a:ext cx="86400" cy="38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D5BA302-26D3-794F-1749-E36624AF00F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094664" y="3871584"/>
                  <a:ext cx="95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AF3031B-2FD3-9E6F-2FF8-A12B1327627B}"/>
                    </a:ext>
                  </a:extLst>
                </p14:cNvPr>
                <p14:cNvContentPartPr/>
                <p14:nvPr/>
              </p14:nvContentPartPr>
              <p14:xfrm>
                <a:off x="7008984" y="3981384"/>
                <a:ext cx="129600" cy="21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AF3031B-2FD3-9E6F-2FF8-A12B1327627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004664" y="3977064"/>
                  <a:ext cx="138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0F3C413-AED3-A535-C1DE-90C84F1A15E7}"/>
                    </a:ext>
                  </a:extLst>
                </p14:cNvPr>
                <p14:cNvContentPartPr/>
                <p14:nvPr/>
              </p14:nvContentPartPr>
              <p14:xfrm>
                <a:off x="7233264" y="3896424"/>
                <a:ext cx="127440" cy="1850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0F3C413-AED3-A535-C1DE-90C84F1A15E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228944" y="3892104"/>
                  <a:ext cx="136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C144E41-302B-0D5C-3123-4E8C288F8348}"/>
                    </a:ext>
                  </a:extLst>
                </p14:cNvPr>
                <p14:cNvContentPartPr/>
                <p14:nvPr/>
              </p14:nvContentPartPr>
              <p14:xfrm>
                <a:off x="7413624" y="4067784"/>
                <a:ext cx="7560" cy="597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C144E41-302B-0D5C-3123-4E8C288F834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409304" y="4063464"/>
                  <a:ext cx="16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AED5A5B-7F48-FA2F-7931-D24E9AC49791}"/>
                    </a:ext>
                  </a:extLst>
                </p14:cNvPr>
                <p14:cNvContentPartPr/>
                <p14:nvPr/>
              </p14:nvContentPartPr>
              <p14:xfrm>
                <a:off x="7762464" y="3942864"/>
                <a:ext cx="132120" cy="136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AED5A5B-7F48-FA2F-7931-D24E9AC4979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758144" y="3938544"/>
                  <a:ext cx="140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D93E6DC-7CB5-BBA1-A27B-256192C365DF}"/>
                    </a:ext>
                  </a:extLst>
                </p14:cNvPr>
                <p14:cNvContentPartPr/>
                <p14:nvPr/>
              </p14:nvContentPartPr>
              <p14:xfrm>
                <a:off x="7791624" y="3998664"/>
                <a:ext cx="95400" cy="126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D93E6DC-7CB5-BBA1-A27B-256192C365D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787304" y="3994344"/>
                  <a:ext cx="104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EA09915-03ED-091A-5A54-078E762AB061}"/>
                    </a:ext>
                  </a:extLst>
                </p14:cNvPr>
                <p14:cNvContentPartPr/>
                <p14:nvPr/>
              </p14:nvContentPartPr>
              <p14:xfrm>
                <a:off x="8223264" y="3832704"/>
                <a:ext cx="2880" cy="126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EA09915-03ED-091A-5A54-078E762AB06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218944" y="3828384"/>
                  <a:ext cx="11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249D461-8B21-4BC5-D534-12AB71EE3EB9}"/>
                    </a:ext>
                  </a:extLst>
                </p14:cNvPr>
                <p14:cNvContentPartPr/>
                <p14:nvPr/>
              </p14:nvContentPartPr>
              <p14:xfrm>
                <a:off x="8364384" y="3786624"/>
                <a:ext cx="94680" cy="109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249D461-8B21-4BC5-D534-12AB71EE3EB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360064" y="3782304"/>
                  <a:ext cx="103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3427284-0E55-5870-08A2-9604404341D0}"/>
                    </a:ext>
                  </a:extLst>
                </p14:cNvPr>
                <p14:cNvContentPartPr/>
                <p14:nvPr/>
              </p14:nvContentPartPr>
              <p14:xfrm>
                <a:off x="8562024" y="3778344"/>
                <a:ext cx="68760" cy="1137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3427284-0E55-5870-08A2-9604404341D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557704" y="3774024"/>
                  <a:ext cx="774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62D6158-3905-9945-1B08-0DD8452C836C}"/>
                    </a:ext>
                  </a:extLst>
                </p14:cNvPr>
                <p14:cNvContentPartPr/>
                <p14:nvPr/>
              </p14:nvContentPartPr>
              <p14:xfrm>
                <a:off x="8830584" y="3757104"/>
                <a:ext cx="73080" cy="1116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62D6158-3905-9945-1B08-0DD8452C836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826264" y="3752784"/>
                  <a:ext cx="81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E19029D-2AE2-5A8B-3B6B-8497271E93B5}"/>
                    </a:ext>
                  </a:extLst>
                </p14:cNvPr>
                <p14:cNvContentPartPr/>
                <p14:nvPr/>
              </p14:nvContentPartPr>
              <p14:xfrm>
                <a:off x="8847504" y="3784104"/>
                <a:ext cx="92880" cy="655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E19029D-2AE2-5A8B-3B6B-8497271E93B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843184" y="3779784"/>
                  <a:ext cx="1015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7CA07AA-FE77-1154-78EE-E832EDC33722}"/>
                    </a:ext>
                  </a:extLst>
                </p14:cNvPr>
                <p14:cNvContentPartPr/>
                <p14:nvPr/>
              </p14:nvContentPartPr>
              <p14:xfrm>
                <a:off x="9093024" y="3676464"/>
                <a:ext cx="108360" cy="2217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7CA07AA-FE77-1154-78EE-E832EDC3372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088704" y="3672144"/>
                  <a:ext cx="1170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5CB06AC-43B0-4FD0-E58B-54C3C48F79E2}"/>
                    </a:ext>
                  </a:extLst>
                </p14:cNvPr>
                <p14:cNvContentPartPr/>
                <p14:nvPr/>
              </p14:nvContentPartPr>
              <p14:xfrm>
                <a:off x="9327744" y="3705264"/>
                <a:ext cx="12600" cy="116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5CB06AC-43B0-4FD0-E58B-54C3C48F79E2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323424" y="3700944"/>
                  <a:ext cx="21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01BEC73-8EEF-8F57-8886-1A85C920FD54}"/>
                    </a:ext>
                  </a:extLst>
                </p14:cNvPr>
                <p14:cNvContentPartPr/>
                <p14:nvPr/>
              </p14:nvContentPartPr>
              <p14:xfrm>
                <a:off x="9579024" y="3679704"/>
                <a:ext cx="2880" cy="81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01BEC73-8EEF-8F57-8886-1A85C920FD5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574704" y="3675384"/>
                  <a:ext cx="11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A88D5B2-08C1-1960-5353-87421EE6815A}"/>
                    </a:ext>
                  </a:extLst>
                </p14:cNvPr>
                <p14:cNvContentPartPr/>
                <p14:nvPr/>
              </p14:nvContentPartPr>
              <p14:xfrm>
                <a:off x="9539784" y="3722904"/>
                <a:ext cx="81000" cy="172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A88D5B2-08C1-1960-5353-87421EE6815A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535464" y="3718584"/>
                  <a:ext cx="89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0C23C00-1F3B-F541-2689-29A29097E1D6}"/>
                    </a:ext>
                  </a:extLst>
                </p14:cNvPr>
                <p14:cNvContentPartPr/>
                <p14:nvPr/>
              </p14:nvContentPartPr>
              <p14:xfrm>
                <a:off x="9761544" y="3618864"/>
                <a:ext cx="61920" cy="849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0C23C00-1F3B-F541-2689-29A29097E1D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757224" y="3614544"/>
                  <a:ext cx="705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5E86228-62E1-0F60-B9F6-0E944AD94A4F}"/>
                    </a:ext>
                  </a:extLst>
                </p14:cNvPr>
                <p14:cNvContentPartPr/>
                <p14:nvPr/>
              </p14:nvContentPartPr>
              <p14:xfrm>
                <a:off x="9881064" y="3710664"/>
                <a:ext cx="12600" cy="280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E5E86228-62E1-0F60-B9F6-0E944AD94A4F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876744" y="3706344"/>
                  <a:ext cx="21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6EE7511-6E31-FBDB-25BC-1DF4C384CEA7}"/>
                    </a:ext>
                  </a:extLst>
                </p14:cNvPr>
                <p14:cNvContentPartPr/>
                <p14:nvPr/>
              </p14:nvContentPartPr>
              <p14:xfrm>
                <a:off x="10017864" y="3555504"/>
                <a:ext cx="17280" cy="1148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6EE7511-6E31-FBDB-25BC-1DF4C384CEA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013544" y="3551184"/>
                  <a:ext cx="25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43EEC47-7005-AD11-B184-07357B7A771D}"/>
                    </a:ext>
                  </a:extLst>
                </p14:cNvPr>
                <p14:cNvContentPartPr/>
                <p14:nvPr/>
              </p14:nvContentPartPr>
              <p14:xfrm>
                <a:off x="10095624" y="3500064"/>
                <a:ext cx="83160" cy="2235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43EEC47-7005-AD11-B184-07357B7A771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091304" y="3495744"/>
                  <a:ext cx="91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81BC1C1-A408-6687-2AAF-D566641560CE}"/>
                    </a:ext>
                  </a:extLst>
                </p14:cNvPr>
                <p14:cNvContentPartPr/>
                <p14:nvPr/>
              </p14:nvContentPartPr>
              <p14:xfrm>
                <a:off x="10234584" y="3414024"/>
                <a:ext cx="13320" cy="669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81BC1C1-A408-6687-2AAF-D566641560C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230264" y="3409704"/>
                  <a:ext cx="21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78C8922-A76D-C655-E473-FD07F7574E93}"/>
                    </a:ext>
                  </a:extLst>
                </p14:cNvPr>
                <p14:cNvContentPartPr/>
                <p14:nvPr/>
              </p14:nvContentPartPr>
              <p14:xfrm>
                <a:off x="7860024" y="4330224"/>
                <a:ext cx="134640" cy="11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78C8922-A76D-C655-E473-FD07F7574E9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855704" y="4325904"/>
                  <a:ext cx="1432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9AD9856-BC8B-22AA-4432-CECBE80844FE}"/>
                    </a:ext>
                  </a:extLst>
                </p14:cNvPr>
                <p14:cNvContentPartPr/>
                <p14:nvPr/>
              </p14:nvContentPartPr>
              <p14:xfrm>
                <a:off x="7879464" y="4374864"/>
                <a:ext cx="146520" cy="108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9AD9856-BC8B-22AA-4432-CECBE80844FE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875144" y="4370544"/>
                  <a:ext cx="1551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7FFABD2-3983-BF20-692B-384C0C9C66C2}"/>
                    </a:ext>
                  </a:extLst>
                </p14:cNvPr>
                <p14:cNvContentPartPr/>
                <p14:nvPr/>
              </p14:nvContentPartPr>
              <p14:xfrm>
                <a:off x="8284104" y="4220064"/>
                <a:ext cx="17640" cy="1166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7FFABD2-3983-BF20-692B-384C0C9C66C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279784" y="4215744"/>
                  <a:ext cx="26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DD43E7A-0A61-9DF7-C220-A985B5AC1A62}"/>
                    </a:ext>
                  </a:extLst>
                </p14:cNvPr>
                <p14:cNvContentPartPr/>
                <p14:nvPr/>
              </p14:nvContentPartPr>
              <p14:xfrm>
                <a:off x="8428824" y="4172904"/>
                <a:ext cx="106920" cy="1281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DD43E7A-0A61-9DF7-C220-A985B5AC1A62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424504" y="4168584"/>
                  <a:ext cx="115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A19B510-CCEA-8CEA-5F21-393DAAE4D3D4}"/>
                    </a:ext>
                  </a:extLst>
                </p14:cNvPr>
                <p14:cNvContentPartPr/>
                <p14:nvPr/>
              </p14:nvContentPartPr>
              <p14:xfrm>
                <a:off x="8604864" y="4175424"/>
                <a:ext cx="125640" cy="1180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A19B510-CCEA-8CEA-5F21-393DAAE4D3D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600544" y="4171104"/>
                  <a:ext cx="134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A3CC630-0B04-51F2-4F3B-66B3FF40D495}"/>
                    </a:ext>
                  </a:extLst>
                </p14:cNvPr>
                <p14:cNvContentPartPr/>
                <p14:nvPr/>
              </p14:nvContentPartPr>
              <p14:xfrm>
                <a:off x="8954784" y="4161024"/>
                <a:ext cx="63720" cy="1029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A3CC630-0B04-51F2-4F3B-66B3FF40D49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950464" y="4156704"/>
                  <a:ext cx="72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B119565-B5E5-1FB7-1C39-1705B4CD744D}"/>
                    </a:ext>
                  </a:extLst>
                </p14:cNvPr>
                <p14:cNvContentPartPr/>
                <p14:nvPr/>
              </p14:nvContentPartPr>
              <p14:xfrm>
                <a:off x="8952264" y="4190184"/>
                <a:ext cx="105120" cy="450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B119565-B5E5-1FB7-1C39-1705B4CD744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947944" y="4185864"/>
                  <a:ext cx="113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74DB1C5-E57B-E870-F0DD-F15B5892FF6C}"/>
                    </a:ext>
                  </a:extLst>
                </p14:cNvPr>
                <p14:cNvContentPartPr/>
                <p14:nvPr/>
              </p14:nvContentPartPr>
              <p14:xfrm>
                <a:off x="9312984" y="4056624"/>
                <a:ext cx="10080" cy="1195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74DB1C5-E57B-E870-F0DD-F15B5892FF6C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308664" y="4052304"/>
                  <a:ext cx="18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4D203B1-3215-BEAC-9595-119388FD16BE}"/>
                    </a:ext>
                  </a:extLst>
                </p14:cNvPr>
                <p14:cNvContentPartPr/>
                <p14:nvPr/>
              </p14:nvContentPartPr>
              <p14:xfrm>
                <a:off x="9432504" y="4160664"/>
                <a:ext cx="360" cy="54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4D203B1-3215-BEAC-9595-119388FD16B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428184" y="4156344"/>
                  <a:ext cx="90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999CEA3-0351-E6B1-B20E-D95D189C2550}"/>
                    </a:ext>
                  </a:extLst>
                </p14:cNvPr>
                <p14:cNvContentPartPr/>
                <p14:nvPr/>
              </p14:nvContentPartPr>
              <p14:xfrm>
                <a:off x="9588744" y="4038264"/>
                <a:ext cx="19440" cy="1036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999CEA3-0351-E6B1-B20E-D95D189C2550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584424" y="4033944"/>
                  <a:ext cx="28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EE50FED-EB9D-8388-7E61-4C0E4AB74106}"/>
                    </a:ext>
                  </a:extLst>
                </p14:cNvPr>
                <p14:cNvContentPartPr/>
                <p14:nvPr/>
              </p14:nvContentPartPr>
              <p14:xfrm>
                <a:off x="6962184" y="3250944"/>
                <a:ext cx="4728600" cy="5022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EE50FED-EB9D-8388-7E61-4C0E4AB74106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957864" y="3246624"/>
                  <a:ext cx="4737240" cy="51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CDE7414D-D5D3-104C-F477-2ADD34981870}"/>
                  </a:ext>
                </a:extLst>
              </p14:cNvPr>
              <p14:cNvContentPartPr/>
              <p14:nvPr/>
            </p14:nvContentPartPr>
            <p14:xfrm>
              <a:off x="8905824" y="4433544"/>
              <a:ext cx="2890440" cy="32868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CDE7414D-D5D3-104C-F477-2ADD34981870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8901504" y="4429224"/>
                <a:ext cx="2899080" cy="3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3E1AF05-03F6-7CA1-FBA0-F5DDB787634E}"/>
              </a:ext>
            </a:extLst>
          </p:cNvPr>
          <p:cNvGrpSpPr/>
          <p:nvPr/>
        </p:nvGrpSpPr>
        <p:grpSpPr>
          <a:xfrm>
            <a:off x="7228224" y="5123304"/>
            <a:ext cx="453960" cy="237960"/>
            <a:chOff x="7228224" y="5123304"/>
            <a:chExt cx="45396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3AFB5B70-0FE7-803B-2B8C-FFDC3AC7332B}"/>
                    </a:ext>
                  </a:extLst>
                </p14:cNvPr>
                <p14:cNvContentPartPr/>
                <p14:nvPr/>
              </p14:nvContentPartPr>
              <p14:xfrm>
                <a:off x="7228224" y="5147064"/>
                <a:ext cx="29520" cy="2142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3AFB5B70-0FE7-803B-2B8C-FFDC3AC7332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223904" y="5142744"/>
                  <a:ext cx="38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13F72F0-B8E9-14D2-B60D-8FD87B68BB03}"/>
                    </a:ext>
                  </a:extLst>
                </p14:cNvPr>
                <p14:cNvContentPartPr/>
                <p14:nvPr/>
              </p14:nvContentPartPr>
              <p14:xfrm>
                <a:off x="7306344" y="5124024"/>
                <a:ext cx="100440" cy="183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13F72F0-B8E9-14D2-B60D-8FD87B68BB03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302024" y="5119704"/>
                  <a:ext cx="109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B479F79-5230-DF8E-F762-10945EB1BC59}"/>
                    </a:ext>
                  </a:extLst>
                </p14:cNvPr>
                <p14:cNvContentPartPr/>
                <p14:nvPr/>
              </p14:nvContentPartPr>
              <p14:xfrm>
                <a:off x="7277184" y="5214384"/>
                <a:ext cx="70920" cy="43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B479F79-5230-DF8E-F762-10945EB1BC59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272864" y="5210064"/>
                  <a:ext cx="795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D285E39-2775-5FAB-3014-F121BEDF09D3}"/>
                    </a:ext>
                  </a:extLst>
                </p14:cNvPr>
                <p14:cNvContentPartPr/>
                <p14:nvPr/>
              </p14:nvContentPartPr>
              <p14:xfrm>
                <a:off x="7435584" y="5123304"/>
                <a:ext cx="119880" cy="1890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D285E39-2775-5FAB-3014-F121BEDF09D3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7431264" y="5118984"/>
                  <a:ext cx="128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85B5982-B3BF-C042-A259-616B95F9A7B2}"/>
                    </a:ext>
                  </a:extLst>
                </p14:cNvPr>
                <p14:cNvContentPartPr/>
                <p14:nvPr/>
              </p14:nvContentPartPr>
              <p14:xfrm>
                <a:off x="7613424" y="5292504"/>
                <a:ext cx="68760" cy="655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85B5982-B3BF-C042-A259-616B95F9A7B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7609104" y="5288184"/>
                  <a:ext cx="7740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6D68F491-0B42-2536-6DE2-1E5932686DBE}"/>
              </a:ext>
            </a:extLst>
          </p:cNvPr>
          <p:cNvGrpSpPr/>
          <p:nvPr/>
        </p:nvGrpSpPr>
        <p:grpSpPr>
          <a:xfrm>
            <a:off x="7923384" y="4544424"/>
            <a:ext cx="2423520" cy="1531800"/>
            <a:chOff x="7923384" y="4544424"/>
            <a:chExt cx="2423520" cy="153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4C56873-9AE3-E1B6-B2D7-CD581715C7EF}"/>
                    </a:ext>
                  </a:extLst>
                </p14:cNvPr>
                <p14:cNvContentPartPr/>
                <p14:nvPr/>
              </p14:nvContentPartPr>
              <p14:xfrm>
                <a:off x="7925544" y="4656744"/>
                <a:ext cx="111960" cy="14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4C56873-9AE3-E1B6-B2D7-CD581715C7E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921224" y="4652424"/>
                  <a:ext cx="120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659889A-061B-0CB6-3D28-86E334D68FFE}"/>
                    </a:ext>
                  </a:extLst>
                </p14:cNvPr>
                <p14:cNvContentPartPr/>
                <p14:nvPr/>
              </p14:nvContentPartPr>
              <p14:xfrm>
                <a:off x="7945344" y="4719384"/>
                <a:ext cx="100440" cy="68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659889A-061B-0CB6-3D28-86E334D68FF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941024" y="4715064"/>
                  <a:ext cx="1090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46FA3B7-2B32-CD9D-2594-7895FA6F5806}"/>
                    </a:ext>
                  </a:extLst>
                </p14:cNvPr>
                <p14:cNvContentPartPr/>
                <p14:nvPr/>
              </p14:nvContentPartPr>
              <p14:xfrm>
                <a:off x="8366904" y="4596624"/>
                <a:ext cx="29520" cy="1126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46FA3B7-2B32-CD9D-2594-7895FA6F5806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362584" y="4592304"/>
                  <a:ext cx="38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28A17BC-2A13-5A97-B516-E2A56FE8B82B}"/>
                    </a:ext>
                  </a:extLst>
                </p14:cNvPr>
                <p14:cNvContentPartPr/>
                <p14:nvPr/>
              </p14:nvContentPartPr>
              <p14:xfrm>
                <a:off x="8552304" y="4565664"/>
                <a:ext cx="12600" cy="831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28A17BC-2A13-5A97-B516-E2A56FE8B82B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547984" y="4561344"/>
                  <a:ext cx="21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FA3B7C5-2F6D-0D68-A18C-D75733A1A43D}"/>
                    </a:ext>
                  </a:extLst>
                </p14:cNvPr>
                <p14:cNvContentPartPr/>
                <p14:nvPr/>
              </p14:nvContentPartPr>
              <p14:xfrm>
                <a:off x="8666424" y="4544424"/>
                <a:ext cx="133560" cy="1195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FA3B7C5-2F6D-0D68-A18C-D75733A1A43D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662104" y="4540104"/>
                  <a:ext cx="142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19F7EAF-80CF-4638-0FA5-89C235010574}"/>
                    </a:ext>
                  </a:extLst>
                </p14:cNvPr>
                <p14:cNvContentPartPr/>
                <p14:nvPr/>
              </p14:nvContentPartPr>
              <p14:xfrm>
                <a:off x="7955064" y="5176944"/>
                <a:ext cx="90720" cy="190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19F7EAF-80CF-4638-0FA5-89C23501057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950744" y="5172624"/>
                  <a:ext cx="99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2030238-AA01-DFDB-CB33-FFF758DFEC7E}"/>
                    </a:ext>
                  </a:extLst>
                </p14:cNvPr>
                <p14:cNvContentPartPr/>
                <p14:nvPr/>
              </p14:nvContentPartPr>
              <p14:xfrm>
                <a:off x="7923384" y="5234544"/>
                <a:ext cx="134640" cy="216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2030238-AA01-DFDB-CB33-FFF758DFEC7E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919064" y="5230224"/>
                  <a:ext cx="143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7DCB607-ECD6-480D-1941-EE86C7734C66}"/>
                    </a:ext>
                  </a:extLst>
                </p14:cNvPr>
                <p14:cNvContentPartPr/>
                <p14:nvPr/>
              </p14:nvContentPartPr>
              <p14:xfrm>
                <a:off x="8330544" y="5085864"/>
                <a:ext cx="24840" cy="1432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7DCB607-ECD6-480D-1941-EE86C7734C66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326224" y="5081544"/>
                  <a:ext cx="33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34F1781-FA04-DC73-7F75-F8C2A39D200E}"/>
                    </a:ext>
                  </a:extLst>
                </p14:cNvPr>
                <p14:cNvContentPartPr/>
                <p14:nvPr/>
              </p14:nvContentPartPr>
              <p14:xfrm>
                <a:off x="8500824" y="5050224"/>
                <a:ext cx="81000" cy="1267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34F1781-FA04-DC73-7F75-F8C2A39D200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496504" y="5045904"/>
                  <a:ext cx="89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ABA69BC-31B2-ACE6-1BEF-4A567FF49410}"/>
                    </a:ext>
                  </a:extLst>
                </p14:cNvPr>
                <p14:cNvContentPartPr/>
                <p14:nvPr/>
              </p14:nvContentPartPr>
              <p14:xfrm>
                <a:off x="8688024" y="5032224"/>
                <a:ext cx="142920" cy="1303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ABA69BC-31B2-ACE6-1BEF-4A567FF49410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683704" y="5027904"/>
                  <a:ext cx="151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FFE3C13-0C34-12C5-18DB-D78058FD39C8}"/>
                    </a:ext>
                  </a:extLst>
                </p14:cNvPr>
                <p14:cNvContentPartPr/>
                <p14:nvPr/>
              </p14:nvContentPartPr>
              <p14:xfrm>
                <a:off x="9013824" y="4988664"/>
                <a:ext cx="65160" cy="914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FFE3C13-0C34-12C5-18DB-D78058FD39C8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9009504" y="4984344"/>
                  <a:ext cx="73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4B668B0-1905-AE68-972B-EAEF32DE3405}"/>
                    </a:ext>
                  </a:extLst>
                </p14:cNvPr>
                <p14:cNvContentPartPr/>
                <p14:nvPr/>
              </p14:nvContentPartPr>
              <p14:xfrm>
                <a:off x="9003384" y="5016384"/>
                <a:ext cx="85320" cy="626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4B668B0-1905-AE68-972B-EAEF32DE3405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999064" y="5012064"/>
                  <a:ext cx="93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528D3D8-491F-21DF-360D-EF0989E77228}"/>
                    </a:ext>
                  </a:extLst>
                </p14:cNvPr>
                <p14:cNvContentPartPr/>
                <p14:nvPr/>
              </p14:nvContentPartPr>
              <p14:xfrm>
                <a:off x="9200304" y="4857984"/>
                <a:ext cx="134640" cy="3171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528D3D8-491F-21DF-360D-EF0989E77228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195984" y="4853664"/>
                  <a:ext cx="1432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B845BFF-7E54-946B-8B10-0B09F9467934}"/>
                    </a:ext>
                  </a:extLst>
                </p14:cNvPr>
                <p14:cNvContentPartPr/>
                <p14:nvPr/>
              </p14:nvContentPartPr>
              <p14:xfrm>
                <a:off x="9374184" y="4909464"/>
                <a:ext cx="6840" cy="964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B845BFF-7E54-946B-8B10-0B09F9467934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369864" y="4905144"/>
                  <a:ext cx="15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BEEA0DD-9441-E6FE-A807-3F34718274DF}"/>
                    </a:ext>
                  </a:extLst>
                </p14:cNvPr>
                <p14:cNvContentPartPr/>
                <p14:nvPr/>
              </p14:nvContentPartPr>
              <p14:xfrm>
                <a:off x="9559224" y="4865184"/>
                <a:ext cx="17280" cy="1105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BEEA0DD-9441-E6FE-A807-3F34718274DF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554904" y="4860864"/>
                  <a:ext cx="25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FB0CD45-8148-EF66-6B0B-0D237780B372}"/>
                    </a:ext>
                  </a:extLst>
                </p14:cNvPr>
                <p14:cNvContentPartPr/>
                <p14:nvPr/>
              </p14:nvContentPartPr>
              <p14:xfrm>
                <a:off x="9537264" y="4917024"/>
                <a:ext cx="80280" cy="280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FB0CD45-8148-EF66-6B0B-0D237780B37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532944" y="4912704"/>
                  <a:ext cx="88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8C0500C-05C7-31C5-ACA8-CCCEFD50257C}"/>
                    </a:ext>
                  </a:extLst>
                </p14:cNvPr>
                <p14:cNvContentPartPr/>
                <p14:nvPr/>
              </p14:nvContentPartPr>
              <p14:xfrm>
                <a:off x="9759384" y="4815864"/>
                <a:ext cx="85680" cy="1339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8C0500C-05C7-31C5-ACA8-CCCEFD50257C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755064" y="4811544"/>
                  <a:ext cx="94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B1BF05C-951F-C173-89EF-CFF842676425}"/>
                    </a:ext>
                  </a:extLst>
                </p14:cNvPr>
                <p14:cNvContentPartPr/>
                <p14:nvPr/>
              </p14:nvContentPartPr>
              <p14:xfrm>
                <a:off x="9893304" y="4908744"/>
                <a:ext cx="22320" cy="435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B1BF05C-951F-C173-89EF-CFF84267642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888984" y="4904424"/>
                  <a:ext cx="30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C36FF8B-1689-E843-C3CA-64FEC76D63F4}"/>
                    </a:ext>
                  </a:extLst>
                </p14:cNvPr>
                <p14:cNvContentPartPr/>
                <p14:nvPr/>
              </p14:nvContentPartPr>
              <p14:xfrm>
                <a:off x="10020024" y="4790304"/>
                <a:ext cx="8640" cy="1148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C36FF8B-1689-E843-C3CA-64FEC76D63F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015704" y="4785984"/>
                  <a:ext cx="17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B9DC623-20BA-BC63-98D9-5DC36483C494}"/>
                    </a:ext>
                  </a:extLst>
                </p14:cNvPr>
                <p14:cNvContentPartPr/>
                <p14:nvPr/>
              </p14:nvContentPartPr>
              <p14:xfrm>
                <a:off x="10098144" y="4728384"/>
                <a:ext cx="122400" cy="2350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B9DC623-20BA-BC63-98D9-5DC36483C49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093824" y="4724064"/>
                  <a:ext cx="131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0E0687D-2D87-8651-1189-5FF1724B22E3}"/>
                    </a:ext>
                  </a:extLst>
                </p14:cNvPr>
                <p14:cNvContentPartPr/>
                <p14:nvPr/>
              </p14:nvContentPartPr>
              <p14:xfrm>
                <a:off x="10237104" y="4692744"/>
                <a:ext cx="109800" cy="576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0E0687D-2D87-8651-1189-5FF1724B22E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232784" y="4688424"/>
                  <a:ext cx="118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40B24FC-80F8-5E95-16C4-CDF7BC73BEBD}"/>
                    </a:ext>
                  </a:extLst>
                </p14:cNvPr>
                <p14:cNvContentPartPr/>
                <p14:nvPr/>
              </p14:nvContentPartPr>
              <p14:xfrm>
                <a:off x="8013384" y="5603184"/>
                <a:ext cx="111960" cy="198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40B24FC-80F8-5E95-16C4-CDF7BC73BEBD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009064" y="5598864"/>
                  <a:ext cx="120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528D666-1FB8-93F8-85FD-2FE761B5131B}"/>
                    </a:ext>
                  </a:extLst>
                </p14:cNvPr>
                <p14:cNvContentPartPr/>
                <p14:nvPr/>
              </p14:nvContentPartPr>
              <p14:xfrm>
                <a:off x="8013384" y="5665464"/>
                <a:ext cx="95400" cy="108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528D666-1FB8-93F8-85FD-2FE761B5131B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009064" y="5661144"/>
                  <a:ext cx="104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5E6CA8C-13F2-FED6-EF83-778C9B590F38}"/>
                    </a:ext>
                  </a:extLst>
                </p14:cNvPr>
                <p14:cNvContentPartPr/>
                <p14:nvPr/>
              </p14:nvContentPartPr>
              <p14:xfrm>
                <a:off x="8359704" y="5518224"/>
                <a:ext cx="10080" cy="1188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5E6CA8C-13F2-FED6-EF83-778C9B590F3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355384" y="5513904"/>
                  <a:ext cx="18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7A99520-170E-61F7-EDAF-22465EF4777D}"/>
                    </a:ext>
                  </a:extLst>
                </p14:cNvPr>
                <p14:cNvContentPartPr/>
                <p14:nvPr/>
              </p14:nvContentPartPr>
              <p14:xfrm>
                <a:off x="8528904" y="5449104"/>
                <a:ext cx="66600" cy="1512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7A99520-170E-61F7-EDAF-22465EF4777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524584" y="5444784"/>
                  <a:ext cx="75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229F120A-ABAB-ECB4-8774-C5149EAE7EB7}"/>
                    </a:ext>
                  </a:extLst>
                </p14:cNvPr>
                <p14:cNvContentPartPr/>
                <p14:nvPr/>
              </p14:nvContentPartPr>
              <p14:xfrm>
                <a:off x="8715024" y="5428224"/>
                <a:ext cx="93960" cy="1051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229F120A-ABAB-ECB4-8774-C5149EAE7EB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710704" y="5423904"/>
                  <a:ext cx="102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4C4745D4-48F1-0FC0-E458-49DB7245DA67}"/>
                    </a:ext>
                  </a:extLst>
                </p14:cNvPr>
                <p14:cNvContentPartPr/>
                <p14:nvPr/>
              </p14:nvContentPartPr>
              <p14:xfrm>
                <a:off x="8981424" y="5419224"/>
                <a:ext cx="90720" cy="1134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4C4745D4-48F1-0FC0-E458-49DB7245DA67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977104" y="5414904"/>
                  <a:ext cx="99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8FAB5E3F-F95C-16BF-637D-B4079F14825F}"/>
                    </a:ext>
                  </a:extLst>
                </p14:cNvPr>
                <p14:cNvContentPartPr/>
                <p14:nvPr/>
              </p14:nvContentPartPr>
              <p14:xfrm>
                <a:off x="8986464" y="5441184"/>
                <a:ext cx="154080" cy="565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8FAB5E3F-F95C-16BF-637D-B4079F14825F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982144" y="5436864"/>
                  <a:ext cx="162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A6E82E9-5BE1-E212-A604-126FF628E84C}"/>
                    </a:ext>
                  </a:extLst>
                </p14:cNvPr>
                <p14:cNvContentPartPr/>
                <p14:nvPr/>
              </p14:nvContentPartPr>
              <p14:xfrm>
                <a:off x="9350784" y="5375304"/>
                <a:ext cx="28800" cy="1036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A6E82E9-5BE1-E212-A604-126FF628E84C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346464" y="5370984"/>
                  <a:ext cx="37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ABAAE93-A638-478C-F22A-C7DB5E0C1A50}"/>
                    </a:ext>
                  </a:extLst>
                </p14:cNvPr>
                <p14:cNvContentPartPr/>
                <p14:nvPr/>
              </p14:nvContentPartPr>
              <p14:xfrm>
                <a:off x="9493344" y="5457384"/>
                <a:ext cx="360" cy="3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ABAAE93-A638-478C-F22A-C7DB5E0C1A5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89024" y="545306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7F0F411-3AD1-8431-7BA1-7CF2365D2664}"/>
                    </a:ext>
                  </a:extLst>
                </p14:cNvPr>
                <p14:cNvContentPartPr/>
                <p14:nvPr/>
              </p14:nvContentPartPr>
              <p14:xfrm>
                <a:off x="9671544" y="5344344"/>
                <a:ext cx="17280" cy="1414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7F0F411-3AD1-8431-7BA1-7CF2365D2664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667224" y="5340024"/>
                  <a:ext cx="25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C073F71-443A-2133-6A93-A99A0669F2DA}"/>
                    </a:ext>
                  </a:extLst>
                </p14:cNvPr>
                <p14:cNvContentPartPr/>
                <p14:nvPr/>
              </p14:nvContentPartPr>
              <p14:xfrm>
                <a:off x="9786024" y="5224104"/>
                <a:ext cx="70560" cy="604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C073F71-443A-2133-6A93-A99A0669F2D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781704" y="5219784"/>
                  <a:ext cx="79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3C5887E-0CDB-30D8-77E9-63B96D4D2644}"/>
                    </a:ext>
                  </a:extLst>
                </p14:cNvPr>
                <p14:cNvContentPartPr/>
                <p14:nvPr/>
              </p14:nvContentPartPr>
              <p14:xfrm>
                <a:off x="8162064" y="5958864"/>
                <a:ext cx="142200" cy="313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3C5887E-0CDB-30D8-77E9-63B96D4D2644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8157744" y="5954544"/>
                  <a:ext cx="150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F2EBB12-99DA-2BB0-CB6F-A23124A21F89}"/>
                    </a:ext>
                  </a:extLst>
                </p14:cNvPr>
                <p14:cNvContentPartPr/>
                <p14:nvPr/>
              </p14:nvContentPartPr>
              <p14:xfrm>
                <a:off x="8191584" y="6061464"/>
                <a:ext cx="128880" cy="147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F2EBB12-99DA-2BB0-CB6F-A23124A21F89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187264" y="6057144"/>
                  <a:ext cx="137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35129B9-A8F4-D781-D9AC-C4C3AE71644D}"/>
                    </a:ext>
                  </a:extLst>
                </p14:cNvPr>
                <p14:cNvContentPartPr/>
                <p14:nvPr/>
              </p14:nvContentPartPr>
              <p14:xfrm>
                <a:off x="8537544" y="5900184"/>
                <a:ext cx="10080" cy="1180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35129B9-A8F4-D781-D9AC-C4C3AE71644D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533224" y="5895864"/>
                  <a:ext cx="18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9B4A64F-10C9-772B-B0BF-0DBA43AB228D}"/>
                    </a:ext>
                  </a:extLst>
                </p14:cNvPr>
                <p14:cNvContentPartPr/>
                <p14:nvPr/>
              </p14:nvContentPartPr>
              <p14:xfrm>
                <a:off x="8635104" y="5827824"/>
                <a:ext cx="85680" cy="1263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9B4A64F-10C9-772B-B0BF-0DBA43AB228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630784" y="5823504"/>
                  <a:ext cx="94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84552C1-C265-60A7-F321-6E62D5B1ED7F}"/>
                    </a:ext>
                  </a:extLst>
                </p14:cNvPr>
                <p14:cNvContentPartPr/>
                <p14:nvPr/>
              </p14:nvContentPartPr>
              <p14:xfrm>
                <a:off x="8817264" y="5814144"/>
                <a:ext cx="55080" cy="95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84552C1-C265-60A7-F321-6E62D5B1ED7F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812944" y="5809824"/>
                  <a:ext cx="637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0CE0960-6002-3675-AC36-08B45192A6F6}"/>
                    </a:ext>
                  </a:extLst>
                </p14:cNvPr>
                <p14:cNvContentPartPr/>
                <p14:nvPr/>
              </p14:nvContentPartPr>
              <p14:xfrm>
                <a:off x="9042264" y="5806944"/>
                <a:ext cx="68760" cy="817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0CE0960-6002-3675-AC36-08B45192A6F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037944" y="5802624"/>
                  <a:ext cx="774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03F70FD-6A06-45E0-206B-5DD365891250}"/>
                    </a:ext>
                  </a:extLst>
                </p14:cNvPr>
                <p14:cNvContentPartPr/>
                <p14:nvPr/>
              </p14:nvContentPartPr>
              <p14:xfrm>
                <a:off x="9047304" y="5822424"/>
                <a:ext cx="136800" cy="352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03F70FD-6A06-45E0-206B-5DD365891250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042984" y="5818104"/>
                  <a:ext cx="14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23BC040-C289-50E4-89F8-4F0358046865}"/>
                    </a:ext>
                  </a:extLst>
                </p14:cNvPr>
                <p14:cNvContentPartPr/>
                <p14:nvPr/>
              </p14:nvContentPartPr>
              <p14:xfrm>
                <a:off x="9366624" y="5727024"/>
                <a:ext cx="24840" cy="9324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23BC040-C289-50E4-89F8-4F0358046865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362304" y="5722704"/>
                  <a:ext cx="334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7C3620C7-7B8D-48F3-5812-1167D3F71854}"/>
                    </a:ext>
                  </a:extLst>
                </p14:cNvPr>
                <p14:cNvContentPartPr/>
                <p14:nvPr/>
              </p14:nvContentPartPr>
              <p14:xfrm>
                <a:off x="9522864" y="5783184"/>
                <a:ext cx="360" cy="21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7C3620C7-7B8D-48F3-5812-1167D3F71854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518544" y="5778864"/>
                  <a:ext cx="900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190461F-AB76-8B0A-D0FF-EB730E169FE6}"/>
                    </a:ext>
                  </a:extLst>
                </p14:cNvPr>
                <p14:cNvContentPartPr/>
                <p14:nvPr/>
              </p14:nvContentPartPr>
              <p14:xfrm>
                <a:off x="9669024" y="5658264"/>
                <a:ext cx="144360" cy="90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190461F-AB76-8B0A-D0FF-EB730E169FE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664704" y="5653944"/>
                  <a:ext cx="153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8C269B3-97B2-DBAA-7FFC-4594B8C87DE2}"/>
                    </a:ext>
                  </a:extLst>
                </p14:cNvPr>
                <p14:cNvContentPartPr/>
                <p14:nvPr/>
              </p14:nvContentPartPr>
              <p14:xfrm>
                <a:off x="9886104" y="5628744"/>
                <a:ext cx="27720" cy="1263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8C269B3-97B2-DBAA-7FFC-4594B8C87DE2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881784" y="5624424"/>
                  <a:ext cx="363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D633AAF6-238B-52A4-66AB-35323BB69312}"/>
              </a:ext>
            </a:extLst>
          </p:cNvPr>
          <p:cNvGrpSpPr/>
          <p:nvPr/>
        </p:nvGrpSpPr>
        <p:grpSpPr>
          <a:xfrm>
            <a:off x="8137944" y="6125904"/>
            <a:ext cx="1179720" cy="503280"/>
            <a:chOff x="8137944" y="6125904"/>
            <a:chExt cx="117972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DB4CADE-1FF8-9922-526F-99391A466A31}"/>
                    </a:ext>
                  </a:extLst>
                </p14:cNvPr>
                <p14:cNvContentPartPr/>
                <p14:nvPr/>
              </p14:nvContentPartPr>
              <p14:xfrm>
                <a:off x="8286624" y="6323904"/>
                <a:ext cx="114840" cy="403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DB4CADE-1FF8-9922-526F-99391A466A3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282304" y="6319584"/>
                  <a:ext cx="123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97C0B7A8-3790-AB98-6423-2FA1A49F7911}"/>
                    </a:ext>
                  </a:extLst>
                </p14:cNvPr>
                <p14:cNvContentPartPr/>
                <p14:nvPr/>
              </p14:nvContentPartPr>
              <p14:xfrm>
                <a:off x="8286624" y="6363504"/>
                <a:ext cx="158760" cy="522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97C0B7A8-3790-AB98-6423-2FA1A49F791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282304" y="6359184"/>
                  <a:ext cx="167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69B6C98-5302-11DD-54E8-FEBFE8191F54}"/>
                    </a:ext>
                  </a:extLst>
                </p14:cNvPr>
                <p14:cNvContentPartPr/>
                <p14:nvPr/>
              </p14:nvContentPartPr>
              <p14:xfrm>
                <a:off x="8676864" y="6201864"/>
                <a:ext cx="12600" cy="1368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69B6C98-5302-11DD-54E8-FEBFE8191F54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672544" y="6197544"/>
                  <a:ext cx="21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159BA3D-AA5A-CFE8-6CA1-A9B2ACC9057F}"/>
                    </a:ext>
                  </a:extLst>
                </p14:cNvPr>
                <p14:cNvContentPartPr/>
                <p14:nvPr/>
              </p14:nvContentPartPr>
              <p14:xfrm>
                <a:off x="8830224" y="6162984"/>
                <a:ext cx="129600" cy="1130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159BA3D-AA5A-CFE8-6CA1-A9B2ACC9057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825904" y="6158664"/>
                  <a:ext cx="138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4A61EFE-0CAF-ADD0-7C78-ACB688412098}"/>
                    </a:ext>
                  </a:extLst>
                </p14:cNvPr>
                <p14:cNvContentPartPr/>
                <p14:nvPr/>
              </p14:nvContentPartPr>
              <p14:xfrm>
                <a:off x="9071064" y="6125904"/>
                <a:ext cx="10800" cy="164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4A61EFE-0CAF-ADD0-7C78-ACB68841209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066744" y="6121584"/>
                  <a:ext cx="19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66D4B4C-0636-B366-697F-934EA0183EE2}"/>
                    </a:ext>
                  </a:extLst>
                </p14:cNvPr>
                <p14:cNvContentPartPr/>
                <p14:nvPr/>
              </p14:nvContentPartPr>
              <p14:xfrm>
                <a:off x="8137944" y="6432984"/>
                <a:ext cx="1179720" cy="1962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66D4B4C-0636-B366-697F-934EA0183EE2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133624" y="6428664"/>
                  <a:ext cx="118836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A1C120ED-148D-400F-51AB-90D3763570BF}"/>
              </a:ext>
            </a:extLst>
          </p:cNvPr>
          <p:cNvGrpSpPr/>
          <p:nvPr/>
        </p:nvGrpSpPr>
        <p:grpSpPr>
          <a:xfrm>
            <a:off x="4060944" y="2810664"/>
            <a:ext cx="381960" cy="215640"/>
            <a:chOff x="4060944" y="2810664"/>
            <a:chExt cx="38196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A5B7AF8-6A74-F660-3BAC-9DE19C295B14}"/>
                    </a:ext>
                  </a:extLst>
                </p14:cNvPr>
                <p14:cNvContentPartPr/>
                <p14:nvPr/>
              </p14:nvContentPartPr>
              <p14:xfrm>
                <a:off x="4060944" y="2852424"/>
                <a:ext cx="24840" cy="15948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A5B7AF8-6A74-F660-3BAC-9DE19C295B1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056624" y="2848104"/>
                  <a:ext cx="334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ADDA873-6DC2-B2C5-13AF-C294CF7570E6}"/>
                    </a:ext>
                  </a:extLst>
                </p14:cNvPr>
                <p14:cNvContentPartPr/>
                <p14:nvPr/>
              </p14:nvContentPartPr>
              <p14:xfrm>
                <a:off x="4172904" y="2842704"/>
                <a:ext cx="144360" cy="18360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ADDA873-6DC2-B2C5-13AF-C294CF7570E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168584" y="2838384"/>
                  <a:ext cx="153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5312F43-C019-7010-FB78-E3F6B660492E}"/>
                    </a:ext>
                  </a:extLst>
                </p14:cNvPr>
                <p14:cNvContentPartPr/>
                <p14:nvPr/>
              </p14:nvContentPartPr>
              <p14:xfrm>
                <a:off x="4424184" y="2810664"/>
                <a:ext cx="18720" cy="2116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5312F43-C019-7010-FB78-E3F6B660492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419864" y="2806344"/>
                  <a:ext cx="27360" cy="22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2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FAA0CA92-2450-B232-35E5-B380936E6641}"/>
                  </a:ext>
                </a:extLst>
              </p14:cNvPr>
              <p14:cNvContentPartPr/>
              <p14:nvPr/>
            </p14:nvContentPartPr>
            <p14:xfrm>
              <a:off x="-1673856" y="1214784"/>
              <a:ext cx="422280" cy="12564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FAA0CA92-2450-B232-35E5-B380936E6641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-1678176" y="1210464"/>
                <a:ext cx="4309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4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BBE22A7F-851B-14F8-8736-B35EC5A715E7}"/>
                  </a:ext>
                </a:extLst>
              </p14:cNvPr>
              <p14:cNvContentPartPr/>
              <p14:nvPr/>
            </p14:nvContentPartPr>
            <p14:xfrm>
              <a:off x="6800760" y="2101104"/>
              <a:ext cx="3146040" cy="65988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BBE22A7F-851B-14F8-8736-B35EC5A715E7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6711120" y="1921464"/>
                <a:ext cx="3325680" cy="10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32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4822-F297-02D5-311C-2F550715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Discounting - Calculating Discounted Cash Flows (which are just Present Values)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89F74-0CA4-CDA9-782A-CB68F7D97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We can calculate a present value for any future value using our formula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r>
              <a:rPr lang="en-ZA" dirty="0"/>
              <a:t>We can use formula to calculate Present Values for our Future Cash Flows, and add ALL the present values including the initial outlay to calculate the Net Present Value.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6925D9F-44AE-28CF-88DA-D9DEF5A1264F}"/>
              </a:ext>
            </a:extLst>
          </p:cNvPr>
          <p:cNvGrpSpPr/>
          <p:nvPr/>
        </p:nvGrpSpPr>
        <p:grpSpPr>
          <a:xfrm>
            <a:off x="4490064" y="3328416"/>
            <a:ext cx="368640" cy="290520"/>
            <a:chOff x="4490064" y="3328416"/>
            <a:chExt cx="36864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765FA75-28C6-1704-75C3-8C2A66516B08}"/>
                    </a:ext>
                  </a:extLst>
                </p14:cNvPr>
                <p14:cNvContentPartPr/>
                <p14:nvPr/>
              </p14:nvContentPartPr>
              <p14:xfrm>
                <a:off x="4490064" y="3397896"/>
                <a:ext cx="360" cy="221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765FA75-28C6-1704-75C3-8C2A66516B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85744" y="3393576"/>
                  <a:ext cx="9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9B7DD0-23AB-2654-99E7-4B5B28422828}"/>
                    </a:ext>
                  </a:extLst>
                </p14:cNvPr>
                <p14:cNvContentPartPr/>
                <p14:nvPr/>
              </p14:nvContentPartPr>
              <p14:xfrm>
                <a:off x="4514544" y="3355776"/>
                <a:ext cx="76320" cy="88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9B7DD0-23AB-2654-99E7-4B5B284228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10224" y="3351456"/>
                  <a:ext cx="849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096372-DC5D-B591-7EDE-4F35BA90176C}"/>
                    </a:ext>
                  </a:extLst>
                </p14:cNvPr>
                <p14:cNvContentPartPr/>
                <p14:nvPr/>
              </p14:nvContentPartPr>
              <p14:xfrm>
                <a:off x="4685184" y="3328416"/>
                <a:ext cx="173520" cy="245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096372-DC5D-B591-7EDE-4F35BA9017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80864" y="3324096"/>
                  <a:ext cx="18216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3C13275-87C4-D50F-DB34-51E6A5F54EB9}"/>
              </a:ext>
            </a:extLst>
          </p:cNvPr>
          <p:cNvGrpSpPr/>
          <p:nvPr/>
        </p:nvGrpSpPr>
        <p:grpSpPr>
          <a:xfrm>
            <a:off x="5138784" y="3411576"/>
            <a:ext cx="209880" cy="63000"/>
            <a:chOff x="5138784" y="3411576"/>
            <a:chExt cx="209880" cy="6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0DF5C29-3656-6356-E949-17D3A03B16CE}"/>
                    </a:ext>
                  </a:extLst>
                </p14:cNvPr>
                <p14:cNvContentPartPr/>
                <p14:nvPr/>
              </p14:nvContentPartPr>
              <p14:xfrm>
                <a:off x="5138784" y="3411576"/>
                <a:ext cx="185400" cy="6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0DF5C29-3656-6356-E949-17D3A03B16C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34464" y="3407256"/>
                  <a:ext cx="1940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938E57-6AC8-736E-9360-D44B8248A80C}"/>
                    </a:ext>
                  </a:extLst>
                </p14:cNvPr>
                <p14:cNvContentPartPr/>
                <p14:nvPr/>
              </p14:nvContentPartPr>
              <p14:xfrm>
                <a:off x="5197104" y="3469176"/>
                <a:ext cx="151560" cy="5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938E57-6AC8-736E-9360-D44B8248A8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92784" y="3464856"/>
                  <a:ext cx="160200" cy="1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FFEB33C-3E5A-24EE-D084-AB3BD6C914B0}"/>
                  </a:ext>
                </a:extLst>
              </p14:cNvPr>
              <p14:cNvContentPartPr/>
              <p14:nvPr/>
            </p14:nvContentPartPr>
            <p14:xfrm>
              <a:off x="4083984" y="3224016"/>
              <a:ext cx="3186720" cy="4831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FFEB33C-3E5A-24EE-D084-AB3BD6C914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93984" y="3044016"/>
                <a:ext cx="3366360" cy="84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56E78697-4AEF-BCED-849E-F63598E914BF}"/>
              </a:ext>
            </a:extLst>
          </p:cNvPr>
          <p:cNvGrpSpPr/>
          <p:nvPr/>
        </p:nvGrpSpPr>
        <p:grpSpPr>
          <a:xfrm>
            <a:off x="4348584" y="2279376"/>
            <a:ext cx="2890440" cy="648720"/>
            <a:chOff x="4348584" y="2279376"/>
            <a:chExt cx="2890440" cy="64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391281-CFA1-D78E-5608-7FA8C9DC1D2A}"/>
                    </a:ext>
                  </a:extLst>
                </p14:cNvPr>
                <p14:cNvContentPartPr/>
                <p14:nvPr/>
              </p14:nvContentPartPr>
              <p14:xfrm>
                <a:off x="4348584" y="2836656"/>
                <a:ext cx="163800" cy="91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391281-CFA1-D78E-5608-7FA8C9DC1D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44264" y="2832336"/>
                  <a:ext cx="172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A3AB2B-346E-3868-E033-03E29033D6B2}"/>
                    </a:ext>
                  </a:extLst>
                </p14:cNvPr>
                <p14:cNvContentPartPr/>
                <p14:nvPr/>
              </p14:nvContentPartPr>
              <p14:xfrm>
                <a:off x="4563144" y="2842776"/>
                <a:ext cx="122400" cy="60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A3AB2B-346E-3868-E033-03E29033D6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58824" y="2838456"/>
                  <a:ext cx="131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C3CBE2-21A6-A76D-E263-CA94C7464EBE}"/>
                    </a:ext>
                  </a:extLst>
                </p14:cNvPr>
                <p14:cNvContentPartPr/>
                <p14:nvPr/>
              </p14:nvContentPartPr>
              <p14:xfrm>
                <a:off x="5360544" y="2402136"/>
                <a:ext cx="34560" cy="160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C3CBE2-21A6-A76D-E263-CA94C7464EB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56224" y="2397816"/>
                  <a:ext cx="43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317B17-E755-F520-FFD8-A74720FA7186}"/>
                    </a:ext>
                  </a:extLst>
                </p14:cNvPr>
                <p14:cNvContentPartPr/>
                <p14:nvPr/>
              </p14:nvContentPartPr>
              <p14:xfrm>
                <a:off x="5404824" y="2341296"/>
                <a:ext cx="112320" cy="93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317B17-E755-F520-FFD8-A74720FA71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0504" y="2336976"/>
                  <a:ext cx="120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272E0C3-EEA9-383E-1315-CC62C1556932}"/>
                    </a:ext>
                  </a:extLst>
                </p14:cNvPr>
                <p14:cNvContentPartPr/>
                <p14:nvPr/>
              </p14:nvContentPartPr>
              <p14:xfrm>
                <a:off x="5592384" y="2334096"/>
                <a:ext cx="166320" cy="209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272E0C3-EEA9-383E-1315-CC62C15569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88064" y="2329776"/>
                  <a:ext cx="174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0D25F2-B8DC-760A-F56E-0F0409B545DD}"/>
                    </a:ext>
                  </a:extLst>
                </p14:cNvPr>
                <p14:cNvContentPartPr/>
                <p14:nvPr/>
              </p14:nvContentPartPr>
              <p14:xfrm>
                <a:off x="5874624" y="2415096"/>
                <a:ext cx="59400" cy="95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0D25F2-B8DC-760A-F56E-0F0409B545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70304" y="2410776"/>
                  <a:ext cx="68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12B843-5D47-D5B5-8409-A35AA93E0F4A}"/>
                    </a:ext>
                  </a:extLst>
                </p14:cNvPr>
                <p14:cNvContentPartPr/>
                <p14:nvPr/>
              </p14:nvContentPartPr>
              <p14:xfrm>
                <a:off x="5874984" y="2445336"/>
                <a:ext cx="83160" cy="54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12B843-5D47-D5B5-8409-A35AA93E0F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70664" y="2441016"/>
                  <a:ext cx="91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AA8E2C-88F1-0564-05DC-BE0B21A7F7CB}"/>
                    </a:ext>
                  </a:extLst>
                </p14:cNvPr>
                <p14:cNvContentPartPr/>
                <p14:nvPr/>
              </p14:nvContentPartPr>
              <p14:xfrm>
                <a:off x="6126264" y="2307096"/>
                <a:ext cx="114840" cy="248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AA8E2C-88F1-0564-05DC-BE0B21A7F7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21944" y="2302776"/>
                  <a:ext cx="123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8465C4-A01C-9884-1DE7-3CE71EE84E64}"/>
                    </a:ext>
                  </a:extLst>
                </p14:cNvPr>
                <p14:cNvContentPartPr/>
                <p14:nvPr/>
              </p14:nvContentPartPr>
              <p14:xfrm>
                <a:off x="6423624" y="2353176"/>
                <a:ext cx="5400" cy="10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8465C4-A01C-9884-1DE7-3CE71EE84E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19304" y="2348856"/>
                  <a:ext cx="14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06071D-CCA5-A847-BC95-9E148A2BBD9C}"/>
                    </a:ext>
                  </a:extLst>
                </p14:cNvPr>
                <p14:cNvContentPartPr/>
                <p14:nvPr/>
              </p14:nvContentPartPr>
              <p14:xfrm>
                <a:off x="6577344" y="2351736"/>
                <a:ext cx="24840" cy="9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06071D-CCA5-A847-BC95-9E148A2BBD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73024" y="2347416"/>
                  <a:ext cx="33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07BB71-F18F-E863-D64F-333D85CEC955}"/>
                    </a:ext>
                  </a:extLst>
                </p14:cNvPr>
                <p14:cNvContentPartPr/>
                <p14:nvPr/>
              </p14:nvContentPartPr>
              <p14:xfrm>
                <a:off x="6548184" y="2389896"/>
                <a:ext cx="149040" cy="1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07BB71-F18F-E863-D64F-333D85CEC95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43864" y="2385576"/>
                  <a:ext cx="15768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02F466-0C1E-0F25-6A1D-263E487615CC}"/>
                    </a:ext>
                  </a:extLst>
                </p14:cNvPr>
                <p14:cNvContentPartPr/>
                <p14:nvPr/>
              </p14:nvContentPartPr>
              <p14:xfrm>
                <a:off x="6750864" y="2293776"/>
                <a:ext cx="151200" cy="199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02F466-0C1E-0F25-6A1D-263E487615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46544" y="2289456"/>
                  <a:ext cx="159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3930A5-588D-189C-E503-650B9D3AA20C}"/>
                    </a:ext>
                  </a:extLst>
                </p14:cNvPr>
                <p14:cNvContentPartPr/>
                <p14:nvPr/>
              </p14:nvContentPartPr>
              <p14:xfrm>
                <a:off x="6935904" y="2336256"/>
                <a:ext cx="76320" cy="180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3930A5-588D-189C-E503-650B9D3AA2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31584" y="2331936"/>
                  <a:ext cx="84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F69133-BA2D-B086-E5FE-D39B42B47DC0}"/>
                    </a:ext>
                  </a:extLst>
                </p14:cNvPr>
                <p14:cNvContentPartPr/>
                <p14:nvPr/>
              </p14:nvContentPartPr>
              <p14:xfrm>
                <a:off x="7101504" y="2279376"/>
                <a:ext cx="137520" cy="107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F69133-BA2D-B086-E5FE-D39B42B47D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97184" y="2275056"/>
                  <a:ext cx="1461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96DDC2-E5EF-1D0E-0C24-DDC003516662}"/>
                    </a:ext>
                  </a:extLst>
                </p14:cNvPr>
                <p14:cNvContentPartPr/>
                <p14:nvPr/>
              </p14:nvContentPartPr>
              <p14:xfrm>
                <a:off x="4959504" y="2814696"/>
                <a:ext cx="109080" cy="72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96DDC2-E5EF-1D0E-0C24-DDC00351666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55184" y="2810376"/>
                  <a:ext cx="117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A5CA5B-DDC5-65D1-6ACF-59736300641F}"/>
                    </a:ext>
                  </a:extLst>
                </p14:cNvPr>
                <p14:cNvContentPartPr/>
                <p14:nvPr/>
              </p14:nvContentPartPr>
              <p14:xfrm>
                <a:off x="5106024" y="2811096"/>
                <a:ext cx="230760" cy="57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A5CA5B-DDC5-65D1-6ACF-59736300641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01704" y="2806776"/>
                  <a:ext cx="239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B35327-209B-2567-7019-08C940C918CA}"/>
                    </a:ext>
                  </a:extLst>
                </p14:cNvPr>
                <p14:cNvContentPartPr/>
                <p14:nvPr/>
              </p14:nvContentPartPr>
              <p14:xfrm>
                <a:off x="5666544" y="2723256"/>
                <a:ext cx="191880" cy="10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B35327-209B-2567-7019-08C940C918C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62224" y="2718936"/>
                  <a:ext cx="200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7CC53B-30B7-989F-E123-04F3755E50F8}"/>
                    </a:ext>
                  </a:extLst>
                </p14:cNvPr>
                <p14:cNvContentPartPr/>
                <p14:nvPr/>
              </p14:nvContentPartPr>
              <p14:xfrm>
                <a:off x="5911704" y="2714256"/>
                <a:ext cx="183240" cy="10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7CC53B-30B7-989F-E123-04F3755E50F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07384" y="2709936"/>
                  <a:ext cx="191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D4FA95-4EC1-0835-AEC1-E7B5C4E90EB4}"/>
                    </a:ext>
                  </a:extLst>
                </p14:cNvPr>
                <p14:cNvContentPartPr/>
                <p14:nvPr/>
              </p14:nvContentPartPr>
              <p14:xfrm>
                <a:off x="6155424" y="2727936"/>
                <a:ext cx="63720" cy="93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2D4FA95-4EC1-0835-AEC1-E7B5C4E90E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51104" y="2723616"/>
                  <a:ext cx="72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5BBF24-2C06-7051-7E2D-F608807BC47B}"/>
                    </a:ext>
                  </a:extLst>
                </p14:cNvPr>
                <p14:cNvContentPartPr/>
                <p14:nvPr/>
              </p14:nvContentPartPr>
              <p14:xfrm>
                <a:off x="6284664" y="2762136"/>
                <a:ext cx="2880" cy="35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5BBF24-2C06-7051-7E2D-F608807BC4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80344" y="2757816"/>
                  <a:ext cx="11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3E1056-F0CA-7F53-E437-61AF06E44804}"/>
                    </a:ext>
                  </a:extLst>
                </p14:cNvPr>
                <p14:cNvContentPartPr/>
                <p14:nvPr/>
              </p14:nvContentPartPr>
              <p14:xfrm>
                <a:off x="6326064" y="2645136"/>
                <a:ext cx="44280" cy="1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3E1056-F0CA-7F53-E437-61AF06E448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21744" y="2640816"/>
                  <a:ext cx="529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6A3135B-B8D0-3CE3-9B57-785FA0DE7EB0}"/>
                    </a:ext>
                  </a:extLst>
                </p14:cNvPr>
                <p14:cNvContentPartPr/>
                <p14:nvPr/>
              </p14:nvContentPartPr>
              <p14:xfrm>
                <a:off x="6426864" y="2596176"/>
                <a:ext cx="53280" cy="19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A3135B-B8D0-3CE3-9B57-785FA0DE7E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22544" y="2591856"/>
                  <a:ext cx="61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D6A074-2065-73E9-3B58-C0766F53D622}"/>
                    </a:ext>
                  </a:extLst>
                </p14:cNvPr>
                <p14:cNvContentPartPr/>
                <p14:nvPr/>
              </p14:nvContentPartPr>
              <p14:xfrm>
                <a:off x="6396984" y="2684016"/>
                <a:ext cx="114840" cy="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D6A074-2065-73E9-3B58-C0766F53D6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92664" y="2679696"/>
                  <a:ext cx="1234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1F6374-764C-E652-E287-517CC8AF0DDB}"/>
                    </a:ext>
                  </a:extLst>
                </p14:cNvPr>
                <p14:cNvContentPartPr/>
                <p14:nvPr/>
              </p14:nvContentPartPr>
              <p14:xfrm>
                <a:off x="6535944" y="2701296"/>
                <a:ext cx="103320" cy="85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1F6374-764C-E652-E287-517CC8AF0D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31624" y="2696976"/>
                  <a:ext cx="111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87B88C-3016-0821-7E9F-729E0BB46AC4}"/>
                    </a:ext>
                  </a:extLst>
                </p14:cNvPr>
                <p14:cNvContentPartPr/>
                <p14:nvPr/>
              </p14:nvContentPartPr>
              <p14:xfrm>
                <a:off x="5684904" y="2561976"/>
                <a:ext cx="70920" cy="52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87B88C-3016-0821-7E9F-729E0BB46A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80584" y="2557656"/>
                  <a:ext cx="79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B2B6CD-8461-3AE4-639E-0A1AA7148DB5}"/>
                    </a:ext>
                  </a:extLst>
                </p14:cNvPr>
                <p14:cNvContentPartPr/>
                <p14:nvPr/>
              </p14:nvContentPartPr>
              <p14:xfrm>
                <a:off x="4436424" y="2372976"/>
                <a:ext cx="32040" cy="235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B2B6CD-8461-3AE4-639E-0A1AA7148D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32104" y="2368656"/>
                  <a:ext cx="406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CA492A-536F-158D-F737-90F541BE47D1}"/>
                    </a:ext>
                  </a:extLst>
                </p14:cNvPr>
                <p14:cNvContentPartPr/>
                <p14:nvPr/>
              </p14:nvContentPartPr>
              <p14:xfrm>
                <a:off x="4477824" y="2390616"/>
                <a:ext cx="105120" cy="32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CA492A-536F-158D-F737-90F541BE47D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73504" y="2386296"/>
                  <a:ext cx="113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044BE90-2DA0-5B2C-D499-9855D920703A}"/>
                    </a:ext>
                  </a:extLst>
                </p14:cNvPr>
                <p14:cNvContentPartPr/>
                <p14:nvPr/>
              </p14:nvContentPartPr>
              <p14:xfrm>
                <a:off x="4438944" y="2475936"/>
                <a:ext cx="144360" cy="23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044BE90-2DA0-5B2C-D499-9855D92070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34624" y="2471616"/>
                  <a:ext cx="153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8D9F23-135E-21AC-E390-A0677D90CEF4}"/>
                    </a:ext>
                  </a:extLst>
                </p14:cNvPr>
                <p14:cNvContentPartPr/>
                <p14:nvPr/>
              </p14:nvContentPartPr>
              <p14:xfrm>
                <a:off x="4648464" y="2405376"/>
                <a:ext cx="110160" cy="164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8D9F23-135E-21AC-E390-A0677D90CE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44144" y="2401056"/>
                  <a:ext cx="118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D5DEC9E-6D5B-CB61-70AC-D4FA889E7D9A}"/>
                    </a:ext>
                  </a:extLst>
                </p14:cNvPr>
                <p14:cNvContentPartPr/>
                <p14:nvPr/>
              </p14:nvContentPartPr>
              <p14:xfrm>
                <a:off x="4975344" y="2412936"/>
                <a:ext cx="140760" cy="25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D5DEC9E-6D5B-CB61-70AC-D4FA889E7D9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71024" y="2408616"/>
                  <a:ext cx="149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FEBE1C-DDB5-A772-064C-15ED5531A58F}"/>
                    </a:ext>
                  </a:extLst>
                </p14:cNvPr>
                <p14:cNvContentPartPr/>
                <p14:nvPr/>
              </p14:nvContentPartPr>
              <p14:xfrm>
                <a:off x="4987584" y="2464776"/>
                <a:ext cx="144360" cy="21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FEBE1C-DDB5-A772-064C-15ED5531A5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83264" y="2460456"/>
                  <a:ext cx="153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7B72D89-E2C1-4B72-F5BA-3FFC50850135}"/>
                    </a:ext>
                  </a:extLst>
                </p14:cNvPr>
                <p14:cNvContentPartPr/>
                <p14:nvPr/>
              </p14:nvContentPartPr>
              <p14:xfrm>
                <a:off x="4719384" y="2548296"/>
                <a:ext cx="97920" cy="8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7B72D89-E2C1-4B72-F5BA-3FFC5085013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15064" y="2543976"/>
                  <a:ext cx="10656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A2274B1-5691-F244-B1A3-1818697689D5}"/>
                  </a:ext>
                </a:extLst>
              </p14:cNvPr>
              <p14:cNvContentPartPr/>
              <p14:nvPr/>
            </p14:nvContentPartPr>
            <p14:xfrm>
              <a:off x="4824144" y="3557376"/>
              <a:ext cx="85680" cy="928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A2274B1-5691-F244-B1A3-1818697689D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819824" y="3553056"/>
                <a:ext cx="9432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08418767-DA35-A9A6-636A-58379627EEDB}"/>
              </a:ext>
            </a:extLst>
          </p:cNvPr>
          <p:cNvGrpSpPr/>
          <p:nvPr/>
        </p:nvGrpSpPr>
        <p:grpSpPr>
          <a:xfrm>
            <a:off x="5676984" y="3109176"/>
            <a:ext cx="1241640" cy="641520"/>
            <a:chOff x="5676984" y="3109176"/>
            <a:chExt cx="1241640" cy="64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8C18722-580C-C6DE-DE71-5CD9A226D4D6}"/>
                    </a:ext>
                  </a:extLst>
                </p14:cNvPr>
                <p14:cNvContentPartPr/>
                <p14:nvPr/>
              </p14:nvContentPartPr>
              <p14:xfrm>
                <a:off x="5991984" y="3191616"/>
                <a:ext cx="540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8C18722-580C-C6DE-DE71-5CD9A226D4D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87664" y="3187296"/>
                  <a:ext cx="14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6102D19-FCA7-1E79-CADA-56528C86C026}"/>
                    </a:ext>
                  </a:extLst>
                </p14:cNvPr>
                <p14:cNvContentPartPr/>
                <p14:nvPr/>
              </p14:nvContentPartPr>
              <p14:xfrm>
                <a:off x="6018984" y="3151296"/>
                <a:ext cx="151560" cy="5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6102D19-FCA7-1E79-CADA-56528C86C0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14664" y="3146976"/>
                  <a:ext cx="1602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1C9A412-B87B-BE86-20AF-4C9760073E0C}"/>
                    </a:ext>
                  </a:extLst>
                </p14:cNvPr>
                <p14:cNvContentPartPr/>
                <p14:nvPr/>
              </p14:nvContentPartPr>
              <p14:xfrm>
                <a:off x="5975064" y="3217176"/>
                <a:ext cx="168480" cy="19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C9A412-B87B-BE86-20AF-4C9760073E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70744" y="3212856"/>
                  <a:ext cx="177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B34FF2-06C3-0B77-9555-0213603D007E}"/>
                    </a:ext>
                  </a:extLst>
                </p14:cNvPr>
                <p14:cNvContentPartPr/>
                <p14:nvPr/>
              </p14:nvContentPartPr>
              <p14:xfrm>
                <a:off x="6301944" y="3109176"/>
                <a:ext cx="176040" cy="138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B34FF2-06C3-0B77-9555-0213603D007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97624" y="3104856"/>
                  <a:ext cx="184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BA0A835-90BA-7100-0730-4DE9F783276E}"/>
                    </a:ext>
                  </a:extLst>
                </p14:cNvPr>
                <p14:cNvContentPartPr/>
                <p14:nvPr/>
              </p14:nvContentPartPr>
              <p14:xfrm>
                <a:off x="5676984" y="3302856"/>
                <a:ext cx="1241640" cy="175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BA0A835-90BA-7100-0730-4DE9F78327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72664" y="3298536"/>
                  <a:ext cx="1250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E8F08F-A5C9-37D1-68D7-593F23476324}"/>
                    </a:ext>
                  </a:extLst>
                </p14:cNvPr>
                <p14:cNvContentPartPr/>
                <p14:nvPr/>
              </p14:nvContentPartPr>
              <p14:xfrm>
                <a:off x="5748984" y="3522816"/>
                <a:ext cx="163080" cy="226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E8F08F-A5C9-37D1-68D7-593F2347632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44664" y="3518496"/>
                  <a:ext cx="171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CEEFF36-8F0D-C5EF-2914-74D23AC0C917}"/>
                    </a:ext>
                  </a:extLst>
                </p14:cNvPr>
                <p14:cNvContentPartPr/>
                <p14:nvPr/>
              </p14:nvContentPartPr>
              <p14:xfrm>
                <a:off x="6038424" y="3562056"/>
                <a:ext cx="37080" cy="129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CEEFF36-8F0D-C5EF-2914-74D23AC0C9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34104" y="3557736"/>
                  <a:ext cx="45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17752B8-D085-7045-6BE3-DDE7462DD2BB}"/>
                    </a:ext>
                  </a:extLst>
                </p14:cNvPr>
                <p14:cNvContentPartPr/>
                <p14:nvPr/>
              </p14:nvContentPartPr>
              <p14:xfrm>
                <a:off x="6309144" y="3553776"/>
                <a:ext cx="5400" cy="96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17752B8-D085-7045-6BE3-DDE7462DD2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04824" y="3549456"/>
                  <a:ext cx="140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AE4502-103F-2237-3E74-0C8F31CE9EEF}"/>
                    </a:ext>
                  </a:extLst>
                </p14:cNvPr>
                <p14:cNvContentPartPr/>
                <p14:nvPr/>
              </p14:nvContentPartPr>
              <p14:xfrm>
                <a:off x="6248304" y="3589416"/>
                <a:ext cx="161280" cy="17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AE4502-103F-2237-3E74-0C8F31CE9E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43984" y="3585096"/>
                  <a:ext cx="169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92B4EF8-9F9C-DE94-4D70-A7125F7DE0E4}"/>
                    </a:ext>
                  </a:extLst>
                </p14:cNvPr>
                <p14:cNvContentPartPr/>
                <p14:nvPr/>
              </p14:nvContentPartPr>
              <p14:xfrm>
                <a:off x="6499224" y="3485736"/>
                <a:ext cx="154080" cy="181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92B4EF8-9F9C-DE94-4D70-A7125F7DE0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94904" y="3481416"/>
                  <a:ext cx="162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906127D-3801-162C-0448-847720540878}"/>
                    </a:ext>
                  </a:extLst>
                </p14:cNvPr>
                <p14:cNvContentPartPr/>
                <p14:nvPr/>
              </p14:nvContentPartPr>
              <p14:xfrm>
                <a:off x="6723504" y="3443616"/>
                <a:ext cx="102600" cy="48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906127D-3801-162C-0448-8477205408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19184" y="3439296"/>
                  <a:ext cx="111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409B6C6-193C-CD96-8AA6-5022C31AE241}"/>
                    </a:ext>
                  </a:extLst>
                </p14:cNvPr>
                <p14:cNvContentPartPr/>
                <p14:nvPr/>
              </p14:nvContentPartPr>
              <p14:xfrm>
                <a:off x="6630984" y="3444696"/>
                <a:ext cx="85680" cy="306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409B6C6-193C-CD96-8AA6-5022C31AE24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26664" y="3440376"/>
                  <a:ext cx="94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94A80B-DC0E-56A7-B0FD-AAE05E2BE7E3}"/>
                    </a:ext>
                  </a:extLst>
                </p14:cNvPr>
                <p14:cNvContentPartPr/>
                <p14:nvPr/>
              </p14:nvContentPartPr>
              <p14:xfrm>
                <a:off x="6470064" y="3227616"/>
                <a:ext cx="97560" cy="69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94A80B-DC0E-56A7-B0FD-AAE05E2BE7E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65744" y="3223296"/>
                  <a:ext cx="10620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C9B9E10-9037-39B7-A605-C4D0D6AF09B9}"/>
                  </a:ext>
                </a:extLst>
              </p14:cNvPr>
              <p14:cNvContentPartPr/>
              <p14:nvPr/>
            </p14:nvContentPartPr>
            <p14:xfrm>
              <a:off x="6316344" y="3353256"/>
              <a:ext cx="868680" cy="43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C9B9E10-9037-39B7-A605-C4D0D6AF09B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26704" y="3173256"/>
                <a:ext cx="1048320" cy="40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952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DE2F-33FA-200D-03E4-C9EEE915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Internal Rate of Return (IRR)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4A060-2F75-B13C-CD21-DD5FB31B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 Internal Rate of Return is the discount rate that makes the Net Present Value of ALL cash flows from a project or investment equal to ZERO.</a:t>
            </a:r>
          </a:p>
          <a:p>
            <a:r>
              <a:rPr lang="en-ZA" dirty="0"/>
              <a:t>So, if we increase the discount rate, the NPV will fall.</a:t>
            </a:r>
          </a:p>
          <a:p>
            <a:r>
              <a:rPr lang="en-ZA" dirty="0"/>
              <a:t>If we decrease the discount rate, the NPV will grow.</a:t>
            </a:r>
          </a:p>
          <a:p>
            <a:r>
              <a:rPr lang="en-ZA" dirty="0"/>
              <a:t>We are looking for a situation where the NPV = 0.</a:t>
            </a:r>
          </a:p>
          <a:p>
            <a:pPr marL="0" indent="0">
              <a:buNone/>
            </a:pPr>
            <a:r>
              <a:rPr lang="en-ZA" dirty="0"/>
              <a:t>IRR is between 16% and 16.4%. THIS EARNS FULL MARKS!</a:t>
            </a:r>
          </a:p>
        </p:txBody>
      </p:sp>
    </p:spTree>
    <p:extLst>
      <p:ext uri="{BB962C8B-B14F-4D97-AF65-F5344CB8AC3E}">
        <p14:creationId xmlns:p14="http://schemas.microsoft.com/office/powerpoint/2010/main" val="3231257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4119F82-5911-B813-49C6-A55763610EF0}"/>
              </a:ext>
            </a:extLst>
          </p:cNvPr>
          <p:cNvGrpSpPr/>
          <p:nvPr/>
        </p:nvGrpSpPr>
        <p:grpSpPr>
          <a:xfrm>
            <a:off x="1371744" y="1024776"/>
            <a:ext cx="529200" cy="295200"/>
            <a:chOff x="1371744" y="1024776"/>
            <a:chExt cx="52920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BA9BC1F-D20C-9777-DA0B-85AF1BDF56F9}"/>
                    </a:ext>
                  </a:extLst>
                </p14:cNvPr>
                <p14:cNvContentPartPr/>
                <p14:nvPr/>
              </p14:nvContentPartPr>
              <p14:xfrm>
                <a:off x="1371744" y="1085616"/>
                <a:ext cx="46800" cy="234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BA9BC1F-D20C-9777-DA0B-85AF1BDF56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67424" y="1081296"/>
                  <a:ext cx="55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5B0BD67-425F-D5F2-11BC-12EB86489C39}"/>
                    </a:ext>
                  </a:extLst>
                </p14:cNvPr>
                <p14:cNvContentPartPr/>
                <p14:nvPr/>
              </p14:nvContentPartPr>
              <p14:xfrm>
                <a:off x="1483704" y="1111536"/>
                <a:ext cx="51480" cy="171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5B0BD67-425F-D5F2-11BC-12EB86489C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9384" y="1107216"/>
                  <a:ext cx="60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38AE98-7ACD-D1CC-324B-3F818E4C6A88}"/>
                    </a:ext>
                  </a:extLst>
                </p14:cNvPr>
                <p14:cNvContentPartPr/>
                <p14:nvPr/>
              </p14:nvContentPartPr>
              <p14:xfrm>
                <a:off x="1545264" y="1055016"/>
                <a:ext cx="92880" cy="190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38AE98-7ACD-D1CC-324B-3F818E4C6A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40944" y="1050696"/>
                  <a:ext cx="101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EB7655-A152-CAE0-EE78-8555B0D669DD}"/>
                    </a:ext>
                  </a:extLst>
                </p14:cNvPr>
                <p14:cNvContentPartPr/>
                <p14:nvPr/>
              </p14:nvContentPartPr>
              <p14:xfrm>
                <a:off x="1720224" y="1112976"/>
                <a:ext cx="44280" cy="152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EB7655-A152-CAE0-EE78-8555B0D669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5904" y="1108656"/>
                  <a:ext cx="5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6D352C-89FC-5009-DEE3-07055D627137}"/>
                    </a:ext>
                  </a:extLst>
                </p14:cNvPr>
                <p14:cNvContentPartPr/>
                <p14:nvPr/>
              </p14:nvContentPartPr>
              <p14:xfrm>
                <a:off x="1777464" y="1024776"/>
                <a:ext cx="123480" cy="207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6D352C-89FC-5009-DEE3-07055D6271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73144" y="1020456"/>
                  <a:ext cx="13212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F21B718-D939-5FA7-354F-9726AF081DF0}"/>
              </a:ext>
            </a:extLst>
          </p:cNvPr>
          <p:cNvGrpSpPr/>
          <p:nvPr/>
        </p:nvGrpSpPr>
        <p:grpSpPr>
          <a:xfrm>
            <a:off x="2164104" y="1125576"/>
            <a:ext cx="142920" cy="72360"/>
            <a:chOff x="2164104" y="1125576"/>
            <a:chExt cx="142920" cy="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0DA2327-B666-B596-82BB-06C7C9B679A2}"/>
                    </a:ext>
                  </a:extLst>
                </p14:cNvPr>
                <p14:cNvContentPartPr/>
                <p14:nvPr/>
              </p14:nvContentPartPr>
              <p14:xfrm>
                <a:off x="2171304" y="1125576"/>
                <a:ext cx="135720" cy="11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0DA2327-B666-B596-82BB-06C7C9B679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66984" y="1121256"/>
                  <a:ext cx="144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631D6D-A1F2-F2AB-E805-D4D241929C8B}"/>
                    </a:ext>
                  </a:extLst>
                </p14:cNvPr>
                <p14:cNvContentPartPr/>
                <p14:nvPr/>
              </p14:nvContentPartPr>
              <p14:xfrm>
                <a:off x="2164104" y="1195056"/>
                <a:ext cx="117360" cy="2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631D6D-A1F2-F2AB-E805-D4D241929C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59784" y="1190736"/>
                  <a:ext cx="126000" cy="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742DCC-A603-6808-F12F-33BC324296B8}"/>
              </a:ext>
            </a:extLst>
          </p:cNvPr>
          <p:cNvGrpSpPr/>
          <p:nvPr/>
        </p:nvGrpSpPr>
        <p:grpSpPr>
          <a:xfrm>
            <a:off x="2668824" y="488016"/>
            <a:ext cx="4728600" cy="1527480"/>
            <a:chOff x="2668824" y="488016"/>
            <a:chExt cx="4728600" cy="152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FBAED6-F673-50CC-34EE-789FE118D3FD}"/>
                    </a:ext>
                  </a:extLst>
                </p14:cNvPr>
                <p14:cNvContentPartPr/>
                <p14:nvPr/>
              </p14:nvContentPartPr>
              <p14:xfrm>
                <a:off x="2668824" y="1015416"/>
                <a:ext cx="50040" cy="169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FBAED6-F673-50CC-34EE-789FE118D3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64504" y="1011096"/>
                  <a:ext cx="58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CEA984-E195-7B99-3FE5-C8EF9F5217E9}"/>
                    </a:ext>
                  </a:extLst>
                </p14:cNvPr>
                <p14:cNvContentPartPr/>
                <p14:nvPr/>
              </p14:nvContentPartPr>
              <p14:xfrm>
                <a:off x="2719944" y="940896"/>
                <a:ext cx="149040" cy="220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CEA984-E195-7B99-3FE5-C8EF9F5217E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15624" y="936576"/>
                  <a:ext cx="157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3A8DED2-7A2E-6106-C745-4D311A97B16D}"/>
                    </a:ext>
                  </a:extLst>
                </p14:cNvPr>
                <p14:cNvContentPartPr/>
                <p14:nvPr/>
              </p14:nvContentPartPr>
              <p14:xfrm>
                <a:off x="2885904" y="1186416"/>
                <a:ext cx="6480" cy="76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3A8DED2-7A2E-6106-C745-4D311A97B1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81584" y="1182096"/>
                  <a:ext cx="15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82136F-C6BD-B0F7-6840-6B222D7DF644}"/>
                    </a:ext>
                  </a:extLst>
                </p14:cNvPr>
                <p14:cNvContentPartPr/>
                <p14:nvPr/>
              </p14:nvContentPartPr>
              <p14:xfrm>
                <a:off x="3187944" y="1039176"/>
                <a:ext cx="17280" cy="123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82136F-C6BD-B0F7-6840-6B222D7DF6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83624" y="1034856"/>
                  <a:ext cx="25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365C01-3632-DE64-F83A-3EAC916EFB09}"/>
                    </a:ext>
                  </a:extLst>
                </p14:cNvPr>
                <p14:cNvContentPartPr/>
                <p14:nvPr/>
              </p14:nvContentPartPr>
              <p14:xfrm>
                <a:off x="3146544" y="1108296"/>
                <a:ext cx="124560" cy="1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365C01-3632-DE64-F83A-3EAC916EFB0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2224" y="1103976"/>
                  <a:ext cx="1332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0B5FB1-1567-3952-6526-141E9B8A296E}"/>
                    </a:ext>
                  </a:extLst>
                </p14:cNvPr>
                <p14:cNvContentPartPr/>
                <p14:nvPr/>
              </p14:nvContentPartPr>
              <p14:xfrm>
                <a:off x="3344544" y="681696"/>
                <a:ext cx="381240" cy="1333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0B5FB1-1567-3952-6526-141E9B8A29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0224" y="677376"/>
                  <a:ext cx="389880" cy="13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104CC8-669E-4256-F03A-F893E2B78B79}"/>
                    </a:ext>
                  </a:extLst>
                </p14:cNvPr>
                <p14:cNvContentPartPr/>
                <p14:nvPr/>
              </p14:nvContentPartPr>
              <p14:xfrm>
                <a:off x="3868344" y="806616"/>
                <a:ext cx="54720" cy="132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104CC8-669E-4256-F03A-F893E2B78B7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4024" y="802296"/>
                  <a:ext cx="63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3FFCEF-80E7-6AC5-5A33-38CD384AC8F4}"/>
                    </a:ext>
                  </a:extLst>
                </p14:cNvPr>
                <p14:cNvContentPartPr/>
                <p14:nvPr/>
              </p14:nvContentPartPr>
              <p14:xfrm>
                <a:off x="3951144" y="772416"/>
                <a:ext cx="139320" cy="153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3FFCEF-80E7-6AC5-5A33-38CD384AC8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46824" y="768096"/>
                  <a:ext cx="147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3237E7-C39C-D5EA-409E-95AD680BFFAE}"/>
                    </a:ext>
                  </a:extLst>
                </p14:cNvPr>
                <p14:cNvContentPartPr/>
                <p14:nvPr/>
              </p14:nvContentPartPr>
              <p14:xfrm>
                <a:off x="4183704" y="691056"/>
                <a:ext cx="95760" cy="231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3237E7-C39C-D5EA-409E-95AD680BFF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79384" y="686736"/>
                  <a:ext cx="104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1B8BCF3-13E3-ED64-268E-64FFF994A804}"/>
                    </a:ext>
                  </a:extLst>
                </p14:cNvPr>
                <p14:cNvContentPartPr/>
                <p14:nvPr/>
              </p14:nvContentPartPr>
              <p14:xfrm>
                <a:off x="4392504" y="702576"/>
                <a:ext cx="156240" cy="206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1B8BCF3-13E3-ED64-268E-64FFF994A8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88184" y="698256"/>
                  <a:ext cx="164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CC9A95-A48F-E91E-EA3F-4BFE7D993E94}"/>
                    </a:ext>
                  </a:extLst>
                </p14:cNvPr>
                <p14:cNvContentPartPr/>
                <p14:nvPr/>
              </p14:nvContentPartPr>
              <p14:xfrm>
                <a:off x="4531464" y="920376"/>
                <a:ext cx="7560" cy="110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CC9A95-A48F-E91E-EA3F-4BFE7D993E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27144" y="916056"/>
                  <a:ext cx="16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8D2F3F-8717-1CA6-AAF5-1A432A5130B0}"/>
                    </a:ext>
                  </a:extLst>
                </p14:cNvPr>
                <p14:cNvContentPartPr/>
                <p14:nvPr/>
              </p14:nvContentPartPr>
              <p14:xfrm>
                <a:off x="4809744" y="675216"/>
                <a:ext cx="44640" cy="144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8D2F3F-8717-1CA6-AAF5-1A432A5130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05424" y="670896"/>
                  <a:ext cx="53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66388E9-8028-68C3-2D3A-519352D5D1D7}"/>
                    </a:ext>
                  </a:extLst>
                </p14:cNvPr>
                <p14:cNvContentPartPr/>
                <p14:nvPr/>
              </p14:nvContentPartPr>
              <p14:xfrm>
                <a:off x="4775544" y="720576"/>
                <a:ext cx="178200" cy="83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66388E9-8028-68C3-2D3A-519352D5D1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1224" y="716256"/>
                  <a:ext cx="186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60640C-C10E-A509-67A0-E0DB582B99DC}"/>
                    </a:ext>
                  </a:extLst>
                </p14:cNvPr>
                <p14:cNvContentPartPr/>
                <p14:nvPr/>
              </p14:nvContentPartPr>
              <p14:xfrm>
                <a:off x="5183064" y="597096"/>
                <a:ext cx="143640" cy="290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260640C-C10E-A509-67A0-E0DB582B99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78744" y="592776"/>
                  <a:ext cx="152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6919507-C616-9899-0421-5AA979AF402E}"/>
                    </a:ext>
                  </a:extLst>
                </p14:cNvPr>
                <p14:cNvContentPartPr/>
                <p14:nvPr/>
              </p14:nvContentPartPr>
              <p14:xfrm>
                <a:off x="5527944" y="547056"/>
                <a:ext cx="201600" cy="290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6919507-C616-9899-0421-5AA979AF40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23624" y="542736"/>
                  <a:ext cx="210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85E3CB-3D46-2818-204B-F1F1576D0FF3}"/>
                    </a:ext>
                  </a:extLst>
                </p14:cNvPr>
                <p14:cNvContentPartPr/>
                <p14:nvPr/>
              </p14:nvContentPartPr>
              <p14:xfrm>
                <a:off x="5738544" y="803376"/>
                <a:ext cx="110160" cy="68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85E3CB-3D46-2818-204B-F1F1576D0F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34224" y="799056"/>
                  <a:ext cx="118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4A7694F-4A9A-8A99-9139-5D0060FC8252}"/>
                    </a:ext>
                  </a:extLst>
                </p14:cNvPr>
                <p14:cNvContentPartPr/>
                <p14:nvPr/>
              </p14:nvContentPartPr>
              <p14:xfrm>
                <a:off x="5972544" y="737496"/>
                <a:ext cx="205200" cy="10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4A7694F-4A9A-8A99-9139-5D0060FC82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68224" y="733176"/>
                  <a:ext cx="213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383A95-4118-D000-76D0-0D30899E08C8}"/>
                    </a:ext>
                  </a:extLst>
                </p14:cNvPr>
                <p14:cNvContentPartPr/>
                <p14:nvPr/>
              </p14:nvContentPartPr>
              <p14:xfrm>
                <a:off x="6459984" y="504216"/>
                <a:ext cx="178920" cy="29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383A95-4118-D000-76D0-0D30899E08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55664" y="499896"/>
                  <a:ext cx="187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362808-DB67-EA0D-26C6-F19A1E416373}"/>
                    </a:ext>
                  </a:extLst>
                </p14:cNvPr>
                <p14:cNvContentPartPr/>
                <p14:nvPr/>
              </p14:nvContentPartPr>
              <p14:xfrm>
                <a:off x="6633504" y="774216"/>
                <a:ext cx="12600" cy="12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362808-DB67-EA0D-26C6-F19A1E4163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9184" y="769896"/>
                  <a:ext cx="212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B0DCFA-BB93-7001-AAA7-AADCD0F9F7F1}"/>
                    </a:ext>
                  </a:extLst>
                </p14:cNvPr>
                <p14:cNvContentPartPr/>
                <p14:nvPr/>
              </p14:nvContentPartPr>
              <p14:xfrm>
                <a:off x="6810264" y="488016"/>
                <a:ext cx="113760" cy="427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9B0DCFA-BB93-7001-AAA7-AADCD0F9F7F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05944" y="483696"/>
                  <a:ext cx="1224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EDCAF8-F28D-6E12-E49A-C9D2CDA781B9}"/>
                    </a:ext>
                  </a:extLst>
                </p14:cNvPr>
                <p14:cNvContentPartPr/>
                <p14:nvPr/>
              </p14:nvContentPartPr>
              <p14:xfrm>
                <a:off x="3722184" y="1209816"/>
                <a:ext cx="3111480" cy="65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EDCAF8-F28D-6E12-E49A-C9D2CDA781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7864" y="1205496"/>
                  <a:ext cx="3120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79C3F4-6C04-97BB-0741-087D2CEF349B}"/>
                    </a:ext>
                  </a:extLst>
                </p14:cNvPr>
                <p14:cNvContentPartPr/>
                <p14:nvPr/>
              </p14:nvContentPartPr>
              <p14:xfrm>
                <a:off x="4249224" y="1499256"/>
                <a:ext cx="197280" cy="15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79C3F4-6C04-97BB-0741-087D2CEF349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44904" y="1494936"/>
                  <a:ext cx="205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05CC23-2343-C1B0-1BFE-98666674AA6C}"/>
                    </a:ext>
                  </a:extLst>
                </p14:cNvPr>
                <p14:cNvContentPartPr/>
                <p14:nvPr/>
              </p14:nvContentPartPr>
              <p14:xfrm>
                <a:off x="4499784" y="1447056"/>
                <a:ext cx="125640" cy="210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05CC23-2343-C1B0-1BFE-98666674AA6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95464" y="1442736"/>
                  <a:ext cx="1342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335854-6B7B-07A1-B8BB-EE3AAC694889}"/>
                    </a:ext>
                  </a:extLst>
                </p14:cNvPr>
                <p14:cNvContentPartPr/>
                <p14:nvPr/>
              </p14:nvContentPartPr>
              <p14:xfrm>
                <a:off x="4707144" y="1421856"/>
                <a:ext cx="121320" cy="194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335854-6B7B-07A1-B8BB-EE3AAC69488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02824" y="1417176"/>
                  <a:ext cx="129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41421E-F882-6DAA-FC27-76205A585E01}"/>
                    </a:ext>
                  </a:extLst>
                </p14:cNvPr>
                <p14:cNvContentPartPr/>
                <p14:nvPr/>
              </p14:nvContentPartPr>
              <p14:xfrm>
                <a:off x="4865544" y="1591056"/>
                <a:ext cx="20160" cy="65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41421E-F882-6DAA-FC27-76205A585E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61224" y="1586736"/>
                  <a:ext cx="2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0A7B87A-592F-EF81-1700-3C2FF5B4AAFA}"/>
                    </a:ext>
                  </a:extLst>
                </p14:cNvPr>
                <p14:cNvContentPartPr/>
                <p14:nvPr/>
              </p14:nvContentPartPr>
              <p14:xfrm>
                <a:off x="5223744" y="1488456"/>
                <a:ext cx="168120" cy="11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0A7B87A-592F-EF81-1700-3C2FF5B4AA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19424" y="1484136"/>
                  <a:ext cx="1767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C45BE2-7DF7-9920-AA06-1EF298A47110}"/>
                    </a:ext>
                  </a:extLst>
                </p14:cNvPr>
                <p14:cNvContentPartPr/>
                <p14:nvPr/>
              </p14:nvContentPartPr>
              <p14:xfrm>
                <a:off x="5573304" y="1421856"/>
                <a:ext cx="258120" cy="151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C45BE2-7DF7-9920-AA06-1EF298A471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68984" y="1417536"/>
                  <a:ext cx="266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8BD01B-B9C2-2A55-5E75-949FCF8A52BE}"/>
                    </a:ext>
                  </a:extLst>
                </p14:cNvPr>
                <p14:cNvContentPartPr/>
                <p14:nvPr/>
              </p14:nvContentPartPr>
              <p14:xfrm>
                <a:off x="5872824" y="1347696"/>
                <a:ext cx="129960" cy="236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8BD01B-B9C2-2A55-5E75-949FCF8A52B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68504" y="1343376"/>
                  <a:ext cx="138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8CE93F-8006-15A5-BAB5-1CB516EDEB1B}"/>
                    </a:ext>
                  </a:extLst>
                </p14:cNvPr>
                <p14:cNvContentPartPr/>
                <p14:nvPr/>
              </p14:nvContentPartPr>
              <p14:xfrm>
                <a:off x="6106824" y="1374336"/>
                <a:ext cx="133920" cy="171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8CE93F-8006-15A5-BAB5-1CB516EDEB1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02504" y="1370016"/>
                  <a:ext cx="142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CF3974-B23B-9279-0289-F690A5200486}"/>
                    </a:ext>
                  </a:extLst>
                </p14:cNvPr>
                <p14:cNvContentPartPr/>
                <p14:nvPr/>
              </p14:nvContentPartPr>
              <p14:xfrm>
                <a:off x="6220944" y="1499976"/>
                <a:ext cx="149400" cy="67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CF3974-B23B-9279-0289-F690A52004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16624" y="1495656"/>
                  <a:ext cx="158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A793C4-A045-D228-FC16-B43463C5C263}"/>
                    </a:ext>
                  </a:extLst>
                </p14:cNvPr>
                <p14:cNvContentPartPr/>
                <p14:nvPr/>
              </p14:nvContentPartPr>
              <p14:xfrm>
                <a:off x="6933024" y="531216"/>
                <a:ext cx="464400" cy="1251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A793C4-A045-D228-FC16-B43463C5C26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28704" y="526896"/>
                  <a:ext cx="473040" cy="125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44656B9-4745-0C35-8384-4FDFA45633F5}"/>
              </a:ext>
            </a:extLst>
          </p:cNvPr>
          <p:cNvGrpSpPr/>
          <p:nvPr/>
        </p:nvGrpSpPr>
        <p:grpSpPr>
          <a:xfrm>
            <a:off x="1430064" y="2576736"/>
            <a:ext cx="705240" cy="280080"/>
            <a:chOff x="1430064" y="2576736"/>
            <a:chExt cx="70524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78CBE49-4334-DEB4-C4CF-3FDF1DFB2FF1}"/>
                    </a:ext>
                  </a:extLst>
                </p14:cNvPr>
                <p14:cNvContentPartPr/>
                <p14:nvPr/>
              </p14:nvContentPartPr>
              <p14:xfrm>
                <a:off x="1430064" y="2686536"/>
                <a:ext cx="70560" cy="170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78CBE49-4334-DEB4-C4CF-3FDF1DFB2FF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25744" y="2682216"/>
                  <a:ext cx="79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E1B5B8-894C-B8F9-B657-7ED2E66BE749}"/>
                    </a:ext>
                  </a:extLst>
                </p14:cNvPr>
                <p14:cNvContentPartPr/>
                <p14:nvPr/>
              </p14:nvContentPartPr>
              <p14:xfrm>
                <a:off x="1512864" y="2650176"/>
                <a:ext cx="149040" cy="156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E1B5B8-894C-B8F9-B657-7ED2E66BE7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08544" y="2645856"/>
                  <a:ext cx="157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03FFD55-F85C-B072-BBB0-7FAC48FCECBC}"/>
                    </a:ext>
                  </a:extLst>
                </p14:cNvPr>
                <p14:cNvContentPartPr/>
                <p14:nvPr/>
              </p14:nvContentPartPr>
              <p14:xfrm>
                <a:off x="1754424" y="2591856"/>
                <a:ext cx="105840" cy="213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03FFD55-F85C-B072-BBB0-7FAC48FCEC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50104" y="2587536"/>
                  <a:ext cx="114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8097910-78D3-074E-DDD0-F4CD394C532C}"/>
                    </a:ext>
                  </a:extLst>
                </p14:cNvPr>
                <p14:cNvContentPartPr/>
                <p14:nvPr/>
              </p14:nvContentPartPr>
              <p14:xfrm>
                <a:off x="1961784" y="2576736"/>
                <a:ext cx="129600" cy="192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8097910-78D3-074E-DDD0-F4CD394C532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57464" y="2572416"/>
                  <a:ext cx="138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DE1CC95-CBFB-14B4-A3E4-19E584A15F54}"/>
                    </a:ext>
                  </a:extLst>
                </p14:cNvPr>
                <p14:cNvContentPartPr/>
                <p14:nvPr/>
              </p14:nvContentPartPr>
              <p14:xfrm>
                <a:off x="2132424" y="2755656"/>
                <a:ext cx="2880" cy="86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DE1CC95-CBFB-14B4-A3E4-19E584A15F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28104" y="2751336"/>
                  <a:ext cx="1152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85EB1E1-5924-6C41-B199-7D92FFB71E68}"/>
                  </a:ext>
                </a:extLst>
              </p14:cNvPr>
              <p14:cNvContentPartPr/>
              <p14:nvPr/>
            </p14:nvContentPartPr>
            <p14:xfrm>
              <a:off x="2473704" y="2574576"/>
              <a:ext cx="244440" cy="162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85EB1E1-5924-6C41-B199-7D92FFB71E6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469384" y="2570256"/>
                <a:ext cx="25308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EB5FD5FB-FB93-9B3A-3D31-ABDA8E5757FC}"/>
              </a:ext>
            </a:extLst>
          </p:cNvPr>
          <p:cNvGrpSpPr/>
          <p:nvPr/>
        </p:nvGrpSpPr>
        <p:grpSpPr>
          <a:xfrm>
            <a:off x="3059424" y="2432016"/>
            <a:ext cx="853200" cy="278640"/>
            <a:chOff x="3059424" y="2432016"/>
            <a:chExt cx="85320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31CFEC-8FBA-800F-BE7A-547659927C05}"/>
                    </a:ext>
                  </a:extLst>
                </p14:cNvPr>
                <p14:cNvContentPartPr/>
                <p14:nvPr/>
              </p14:nvContentPartPr>
              <p14:xfrm>
                <a:off x="3059424" y="2573496"/>
                <a:ext cx="68400" cy="126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31CFEC-8FBA-800F-BE7A-547659927C0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55104" y="2569176"/>
                  <a:ext cx="77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6340361-F57B-C6F9-AD46-0B35547D2676}"/>
                    </a:ext>
                  </a:extLst>
                </p14:cNvPr>
                <p14:cNvContentPartPr/>
                <p14:nvPr/>
              </p14:nvContentPartPr>
              <p14:xfrm>
                <a:off x="3144384" y="2512656"/>
                <a:ext cx="154080" cy="158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6340361-F57B-C6F9-AD46-0B35547D267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40064" y="2508336"/>
                  <a:ext cx="162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E19AF09-55D9-5CCF-D65B-D5C32922FC80}"/>
                    </a:ext>
                  </a:extLst>
                </p14:cNvPr>
                <p14:cNvContentPartPr/>
                <p14:nvPr/>
              </p14:nvContentPartPr>
              <p14:xfrm>
                <a:off x="3380904" y="2516616"/>
                <a:ext cx="21960" cy="171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E19AF09-55D9-5CCF-D65B-D5C32922FC8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76584" y="2512296"/>
                  <a:ext cx="30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07FAD67-4D1A-E1EE-E584-0E27F1825177}"/>
                    </a:ext>
                  </a:extLst>
                </p14:cNvPr>
                <p14:cNvContentPartPr/>
                <p14:nvPr/>
              </p14:nvContentPartPr>
              <p14:xfrm>
                <a:off x="3428784" y="2459736"/>
                <a:ext cx="72720" cy="109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07FAD67-4D1A-E1EE-E584-0E27F182517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24464" y="2455416"/>
                  <a:ext cx="81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829342-4212-2B00-4CF0-11185CCF9329}"/>
                    </a:ext>
                  </a:extLst>
                </p14:cNvPr>
                <p14:cNvContentPartPr/>
                <p14:nvPr/>
              </p14:nvContentPartPr>
              <p14:xfrm>
                <a:off x="3592944" y="2432016"/>
                <a:ext cx="161280" cy="225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829342-4212-2B00-4CF0-11185CCF932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8624" y="2427696"/>
                  <a:ext cx="1699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731BF4-BA75-17F6-F81E-8813D2DDC793}"/>
                    </a:ext>
                  </a:extLst>
                </p14:cNvPr>
                <p14:cNvContentPartPr/>
                <p14:nvPr/>
              </p14:nvContentPartPr>
              <p14:xfrm>
                <a:off x="3821904" y="2607696"/>
                <a:ext cx="90720" cy="102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731BF4-BA75-17F6-F81E-8813D2DDC79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17584" y="2603376"/>
                  <a:ext cx="993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CFD20B1-2E68-F9F1-205D-CC113ACD9597}"/>
              </a:ext>
            </a:extLst>
          </p:cNvPr>
          <p:cNvGrpSpPr/>
          <p:nvPr/>
        </p:nvGrpSpPr>
        <p:grpSpPr>
          <a:xfrm>
            <a:off x="1563624" y="3146616"/>
            <a:ext cx="300960" cy="289800"/>
            <a:chOff x="1563624" y="3146616"/>
            <a:chExt cx="30096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85230DB-5107-62EB-F959-3F4B31943989}"/>
                    </a:ext>
                  </a:extLst>
                </p14:cNvPr>
                <p14:cNvContentPartPr/>
                <p14:nvPr/>
              </p14:nvContentPartPr>
              <p14:xfrm>
                <a:off x="1563624" y="3146616"/>
                <a:ext cx="208080" cy="237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85230DB-5107-62EB-F959-3F4B3194398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59304" y="3142296"/>
                  <a:ext cx="216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43B43C-3AC7-91BA-E8B3-1BD2BBA7CE09}"/>
                    </a:ext>
                  </a:extLst>
                </p14:cNvPr>
                <p14:cNvContentPartPr/>
                <p14:nvPr/>
              </p14:nvContentPartPr>
              <p14:xfrm>
                <a:off x="1844784" y="3367656"/>
                <a:ext cx="19800" cy="68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43B43C-3AC7-91BA-E8B3-1BD2BBA7CE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40464" y="3363336"/>
                  <a:ext cx="284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1DBC0A5-58DA-56B0-657B-9D9D9CC8091E}"/>
              </a:ext>
            </a:extLst>
          </p:cNvPr>
          <p:cNvGrpSpPr/>
          <p:nvPr/>
        </p:nvGrpSpPr>
        <p:grpSpPr>
          <a:xfrm>
            <a:off x="3187584" y="3001176"/>
            <a:ext cx="417960" cy="316800"/>
            <a:chOff x="3187584" y="3001176"/>
            <a:chExt cx="41796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F8B0F22-D134-26D4-3B02-0C1E64E1B4E9}"/>
                    </a:ext>
                  </a:extLst>
                </p14:cNvPr>
                <p14:cNvContentPartPr/>
                <p14:nvPr/>
              </p14:nvContentPartPr>
              <p14:xfrm>
                <a:off x="3187584" y="3001176"/>
                <a:ext cx="210960" cy="273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F8B0F22-D134-26D4-3B02-0C1E64E1B4E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83264" y="2996856"/>
                  <a:ext cx="219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0B14D42-7600-852D-360C-827198E8393A}"/>
                    </a:ext>
                  </a:extLst>
                </p14:cNvPr>
                <p14:cNvContentPartPr/>
                <p14:nvPr/>
              </p14:nvContentPartPr>
              <p14:xfrm>
                <a:off x="3475944" y="3233376"/>
                <a:ext cx="129600" cy="84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0B14D42-7600-852D-360C-827198E8393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71624" y="3229056"/>
                  <a:ext cx="13824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C7A6646-24A9-A5AA-DA26-BC92182772E3}"/>
                  </a:ext>
                </a:extLst>
              </p14:cNvPr>
              <p14:cNvContentPartPr/>
              <p14:nvPr/>
            </p14:nvContentPartPr>
            <p14:xfrm>
              <a:off x="2352384" y="3140856"/>
              <a:ext cx="352080" cy="1652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C7A6646-24A9-A5AA-DA26-BC92182772E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348064" y="3136536"/>
                <a:ext cx="360720" cy="17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79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346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Project Selection Criteria</vt:lpstr>
      <vt:lpstr>Key IT Project Selection Criteria</vt:lpstr>
      <vt:lpstr>Return on Investment</vt:lpstr>
      <vt:lpstr>Payback Period (PP)</vt:lpstr>
      <vt:lpstr>Accounting Rate of Return</vt:lpstr>
      <vt:lpstr>The Time Value of Money</vt:lpstr>
      <vt:lpstr>PowerPoint Presentation</vt:lpstr>
      <vt:lpstr>Discounting - Calculating Discounted Cash Flows (which are just Present Values)</vt:lpstr>
      <vt:lpstr>Internal Rate of Return (IRR)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2026-03-25T18:04:26Z</dcterms:created>
  <dcterms:modified xsi:type="dcterms:W3CDTF">2026-03-25T18:53:43Z</dcterms:modified>
</cp:coreProperties>
</file>